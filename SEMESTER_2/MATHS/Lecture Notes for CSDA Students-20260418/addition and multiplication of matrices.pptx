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2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1020 1296 0 0,'-4'0'696'0'0,"2"-1"315"0"0,-1 1 0 0 0,1-1 0 0 0,-1 1 0 0 0,1 0 0 0 0,-1 0-1 0 0,0 0 1 0 0,1 1 0 0 0,-1-1 0 0 0,-2 1 0 0 0,-6 6-277 0 0,11-6-643 0 0,-1 0 0 0 0,1 0 0 0 0,-1 0 0 0 0,1 0 0 0 0,-1 0 0 0 0,1-1-1 0 0,-1 1 1 0 0,1 0 0 0 0,0 0 0 0 0,0 0 0 0 0,-1 1 0 0 0,1-1 0 0 0,0 0 0 0 0,0 0 0 0 0,0 0-1 0 0,0 2 1 0 0,-1 10 554 0 0,0-4-506 0 0,-1 0-1 0 0,2 1 0 0 0,-1-1 0 0 0,2 1 0 0 0,-1-1 1 0 0,1 1-1 0 0,0-1 0 0 0,1 0 0 0 0,0 1 1 0 0,1-1-1 0 0,0 0 0 0 0,0 0 0 0 0,1-1 0 0 0,0 1 1 0 0,9 14-1 0 0,-10-19-87 0 0,1 0 0 0 0,-1 0 1 0 0,1-1-1 0 0,0 1 0 0 0,0-1 0 0 0,6 4 1 0 0,-8-6-37 0 0,-1 0 0 0 0,1 0 1 0 0,0 0-1 0 0,-1-1 1 0 0,1 1-1 0 0,0 0 0 0 0,0-1 1 0 0,0 0-1 0 0,-1 1 1 0 0,1-1-1 0 0,0 0 0 0 0,0 0 1 0 0,0 0-1 0 0,0 0 1 0 0,-1 0-1 0 0,1 0 0 0 0,0-1 1 0 0,0 1-1 0 0,3-2 1 0 0,11-6 12 0 0,-1 0 0 0 0,1-2 0 0 0,-2 0 0 0 0,1-1 0 0 0,-1 0 0 0 0,-1-1 0 0 0,0 0 1 0 0,20-27-1 0 0,85-128-19 0 0,-100 138 9 0 0,165-285 13 0 0,-18-10-52 0 0,-123 239-11 0 0,57-93-16 0 0,-97 175 44 0 0,0 0-1 0 0,0 0 1 0 0,0 0 0 0 0,1 0 0 0 0,-1 1 0 0 0,1-1 0 0 0,-1 1 0 0 0,1 0 0 0 0,0-1 0 0 0,0 1-1 0 0,5-2 1 0 0,-5 2 0 0 0,1 4 5 0 0,-1-1 6 0 0,1 0 1 0 0,-1 0-1 0 0,1 1 1 0 0,-1 0-1 0 0,0-1 0 0 0,0 1 1 0 0,0 1-1 0 0,0-1 0 0 0,0 0 1 0 0,0 1-1 0 0,0-1 1 0 0,-1 1-1 0 0,5 5 0 0 0,-3-1 98 0 0,0 0-1 0 0,0 0 1 0 0,-1 0 0 0 0,1 1-1 0 0,-2-1 1 0 0,3 10-1 0 0,2 12 491 0 0,-2 0 0 0 0,1 50 0 0 0,-5-65-457 0 0,1 51 740 0 0,-7 86 1 0 0,-20 65 528 0 0,15-136-1022 0 0,-50 379 1225 0 0,51-358-1488 0 0,9-99-132 0 0,3-2-38 0 0,0 1-1 0 0,-1-2 1 0 0,1 1-1 0 0,-1 0 0 0 0,1 0 1 0 0,0-1-1 0 0,-1 1 0 0 0,1-1 1 0 0,-1 0-1 0 0,1 0 1 0 0,-1 0-1 0 0,0 0 0 0 0,1 0 1 0 0,-1-1-1 0 0,4-2 1 0 0,36-29-1772 0 0,-29 22 1091 0 0,53-49-4025 0 0,-25 15-3102 0 0,-22 21 106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2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149 149 152 0 0,'-148'13'18722'0'0,"211"-24"-18518"0"0,72-23 1 0 0,-45 10-148 0 0,225-49 85 0 0,-301 68-124 0 0,16-3-10 0 0,18 1-4353 0 0,-45 7 3037 0 0,1 7-824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3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462 760 1840 0 0,'4'-13'1295'0'0,"-1"-1"-1"0"0,-1 1 1 0 0,0 0-1 0 0,-1-1 1 0 0,-1 1 0 0 0,0-1-1 0 0,0 1 1 0 0,-5-20-1 0 0,5 30-1146 0 0,-1-1-1 0 0,0 1 1 0 0,-1 0-1 0 0,1 0 0 0 0,0 0 1 0 0,-1 0-1 0 0,0 0 1 0 0,0 0-1 0 0,0 0 1 0 0,0 1-1 0 0,0-1 1 0 0,0 1-1 0 0,-1 0 1 0 0,1-1-1 0 0,-1 1 0 0 0,-3-2 1 0 0,-1 0 74 0 0,0 0 0 0 0,-1 1 0 0 0,0 0 0 0 0,-13-3-1 0 0,20 6-186 0 0,-8-2 81 0 0,-1 0 0 0 0,1 1 0 0 0,0 0 0 0 0,-1 1 0 0 0,1 0 0 0 0,-1 1 0 0 0,1 0 0 0 0,0 0 0 0 0,-10 3 0 0 0,5 1-78 0 0,0 1 0 0 0,1 0 1 0 0,0 0-1 0 0,0 1 0 0 0,1 1 0 0 0,-1 0 1 0 0,2 1-1 0 0,-1 1 0 0 0,1-1 1 0 0,1 2-1 0 0,0-1 0 0 0,-14 20 1 0 0,10-11-12 0 0,0 2 1 0 0,2-1 0 0 0,0 1-1 0 0,2 1 1 0 0,0 0-1 0 0,-13 45 1 0 0,19-50-14 0 0,1 0 1 0 0,0-1-1 0 0,1 2 1 0 0,0 28-1 0 0,2-39-9 0 0,0-1-1 0 0,1 0 1 0 0,0 0 0 0 0,0 0 0 0 0,0 0-1 0 0,1 0 1 0 0,0 0 0 0 0,0 0-1 0 0,1 0 1 0 0,-1 0 0 0 0,1-1 0 0 0,0 0-1 0 0,1 1 1 0 0,0-1 0 0 0,-1 0-1 0 0,7 6 1 0 0,-6-9-5 0 0,-1 0 0 0 0,0 0 0 0 0,1 0 1 0 0,-1-1-1 0 0,1 1 0 0 0,0-1 0 0 0,0 0 0 0 0,-1 0 0 0 0,1 0 0 0 0,0 0 0 0 0,0 0 0 0 0,0-1 1 0 0,0 0-1 0 0,0 0 0 0 0,0 0 0 0 0,0 0 0 0 0,0-1 0 0 0,-1 0 0 0 0,7-1 0 0 0,2-1-2 0 0,-1-1 0 0 0,1 0-1 0 0,-1 0 1 0 0,0-1-1 0 0,12-8 1 0 0,6-6-12 0 0,-1-2-1 0 0,-1 0 1 0 0,-1-2-1 0 0,-1-1 1 0 0,-1-1-1 0 0,24-32 1 0 0,-5-2-27 0 0,66-119 0 0 0,-72 108 10 0 0,53-147 0 0 0,-73 163 37 0 0,-2-2 0 0 0,-2 1 0 0 0,8-87 0 0 0,-19 99-114 0 0,-2 40 97 0 0,-1 6 14 0 0,-12 27 525 0 0,2 1 0 0 0,-13 62 0 0 0,15-56-259 0 0,-24 97 380 0 0,6 1-1 0 0,-16 238 1 0 0,42-346-618 0 0,1 0-1 0 0,2 0 0 0 0,5 33 0 0 0,-6-53-208 0 0,0 0 1 0 0,1 1-1 0 0,0-1 1 0 0,1 0-1 0 0,-1 1 1 0 0,1-2-1 0 0,1 1 1 0 0,-1 0-1 0 0,1 0 1 0 0,0-1-1 0 0,1 0 1 0 0,-1 0-1 0 0,1 0 1 0 0,1-1-1 0 0,-1 1 1 0 0,7 4-1 0 0,-7-7-349 0 0,1 0-1 0 0,0 0 1 0 0,0-1-1 0 0,0 1 1 0 0,0-1-1 0 0,1 0 1 0 0,-1-1-1 0 0,1 0 1 0 0,11 1-1 0 0,-2-1-1701 0 0,1-1 0 0 0,25-4 0 0 0,0-2-3103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4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361 970 1464 0 0,'15'-21'1947'0'0,"0"-1"-1"0"0,-2 0 1 0 0,0-2 0 0 0,10-26-1 0 0,-18 35-1022 0 0,0 0 1 0 0,-1 0-1 0 0,-1-1 0 0 0,0 0 0 0 0,-1 1 0 0 0,-1-1 0 0 0,0 0 0 0 0,-2-16 0 0 0,1 27-729 0 0,-1 1 1 0 0,0-1-1 0 0,0 1 0 0 0,0 0 0 0 0,-1 0 0 0 0,1-1 0 0 0,-1 1 0 0 0,0 0 0 0 0,0 0 0 0 0,0 1 0 0 0,-1-1 0 0 0,0 0 0 0 0,1 1 0 0 0,-1-1 0 0 0,-1 1 0 0 0,1 0 0 0 0,0 0 0 0 0,-1 0 0 0 0,1 1 0 0 0,-1-1 0 0 0,0 1 0 0 0,-7-4 0 0 0,9 6-168 0 0,1-1 0 0 0,-1 1 0 0 0,1-1 0 0 0,-1 1 0 0 0,0 0 0 0 0,1-1 0 0 0,-1 1 0 0 0,0 0-1 0 0,1 0 1 0 0,-1 0 0 0 0,0 0 0 0 0,1 0 0 0 0,-1 1 0 0 0,-3 0 0 0 0,0 0 36 0 0,-5 0-6 0 0,1 1 0 0 0,0 0 0 0 0,-1 1 0 0 0,1 0 0 0 0,1 0 0 0 0,-1 1 0 0 0,0 0 0 0 0,1 0 0 0 0,-10 7 0 0 0,-1 3 12 0 0,0 0 0 0 0,-23 24 0 0 0,17-15-33 0 0,2 2 0 0 0,1 1 0 0 0,1 0-1 0 0,-27 47 1 0 0,40-61-42 0 0,2 1-1 0 0,-1 0 1 0 0,2 0-1 0 0,0 1 1 0 0,0 0-1 0 0,1 0 1 0 0,1 0-1 0 0,0 0 1 0 0,2 1-1 0 0,-1-1 1 0 0,1 1-1 0 0,1-1 1 0 0,3 19-1 0 0,-3-27-3 0 0,1-1-1 0 0,0 0 1 0 0,0 0 0 0 0,1 0-1 0 0,-1 1 1 0 0,1-1-1 0 0,0-1 1 0 0,1 1-1 0 0,-1 0 1 0 0,1 0 0 0 0,0-1-1 0 0,0 0 1 0 0,0 1-1 0 0,1-1 1 0 0,-1 0-1 0 0,1-1 1 0 0,0 1 0 0 0,0-1-1 0 0,1 0 1 0 0,-1 0-1 0 0,1 0 1 0 0,-1 0-1 0 0,1-1 1 0 0,0 0 0 0 0,0 0-1 0 0,0 0 1 0 0,0 0-1 0 0,0-1 1 0 0,1 0-1 0 0,-1 0 1 0 0,0 0 0 0 0,1-1-1 0 0,-1 0 1 0 0,0 0-1 0 0,1 0 1 0 0,-1-1 0 0 0,0 0-1 0 0,8-1 1 0 0,4-3-132 0 0,1-1 1 0 0,-1-1 0 0 0,-1 0 0 0 0,1-1 0 0 0,-1 0 0 0 0,0-2-1 0 0,-1 0 1 0 0,0-1 0 0 0,17-16 0 0 0,-1-2-244 0 0,-1-1 1 0 0,48-66-1 0 0,-18 10 65 0 0,-4-3-1 0 0,-5-2 1 0 0,-3-3-1 0 0,49-135 1 0 0,-79 176 390 0 0,-2-1 0 0 0,-2-1 0 0 0,7-70 1 0 0,-19 111 6 0 0,1-25 66 0 0,-3 37-133 0 0,-1 3 0 0 0,-1 1 0 0 0,1-1 0 0 0,-1 1 0 0 0,1 0 1 0 0,0 0-1 0 0,-1-1 0 0 0,1 1 0 0 0,0 0 0 0 0,0 0 1 0 0,0 0-1 0 0,0 3 0 0 0,-1-2 18 0 0,-36 92 645 0 0,-49 191-1 0 0,79-257-617 0 0,-65 275 286 0 0,62-244-316 0 0,3 0-1 0 0,2 1 0 0 0,3 65 0 0 0,4-104-34 0 0,0-1 0 0 0,6 24 0 0 0,-6-39-3 0 0,0 0 0 0 0,1-1 0 0 0,0 1 0 0 0,0 0 0 0 0,0-1 0 0 0,1 0 0 0 0,-1 0 0 0 0,1 0 0 0 0,0 0 0 0 0,1 0 0 0 0,-1 0-1 0 0,8 7 1 0 0,-8-10-22 0 0,1 0 0 0 0,-1 0 0 0 0,1 0 0 0 0,-1-1 0 0 0,1 1 0 0 0,0-1 0 0 0,-1 0 0 0 0,1 0-1 0 0,0 0 1 0 0,0-1 0 0 0,0 1 0 0 0,0-1 0 0 0,0 0 0 0 0,7 0 0 0 0,3-2-239 0 0,-1 1 0 0 0,26-8 0 0 0,15-7-436 0 0,-1-2 1 0 0,-1-2 0 0 0,-1-3 0 0 0,-1-2 0 0 0,-2-2-1 0 0,70-50 1 0 0,-105 66 726 0 0,1 0 1 0 0,-2-1-1 0 0,1-1 0 0 0,-2 0 1 0 0,0 0-1 0 0,0-1 0 0 0,-1-1 0 0 0,10-21 1 0 0,-10 16 1079 0 0,-2 0 0 0 0,0-1 1 0 0,-2 0-1 0 0,0-1 0 0 0,5-43 0 0 0,-10 61-970 0 0,0-17 924 0 0,-5 18-680 0 0,-5 8-323 0 0,3 3 1 0 0,-1 1-1 0 0,1-1 1 0 0,1 1 0 0 0,-1 1-1 0 0,1-1 1 0 0,1 1-1 0 0,0 0 1 0 0,-3 11-1 0 0,1-6-11 0 0,-7 20-32 0 0,1 1 1 0 0,2 1-1 0 0,1-1 0 0 0,2 1 1 0 0,-3 50-1 0 0,9-66-8 0 0,1-1-1 0 0,3 22 0 0 0,-2-34-47 0 0,0 0-1 0 0,1 0 1 0 0,0 0-1 0 0,1 0 1 0 0,0 0 0 0 0,0 0-1 0 0,7 11 1 0 0,-9-18 5 0 0,-1-1 0 0 0,1 1 1 0 0,0-1-1 0 0,0 1 0 0 0,0-1 0 0 0,0 1 1 0 0,0-1-1 0 0,0 0 0 0 0,0 1 1 0 0,0-1-1 0 0,0 0 0 0 0,0 0 0 0 0,0 0 1 0 0,0 1-1 0 0,0-1 0 0 0,0 0 1 0 0,1-1-1 0 0,0 2-57 0 0,0-1 1 0 0,0 0-1 0 0,0 0 0 0 0,-1 0 1 0 0,1 0-1 0 0,0 0 0 0 0,0 0 1 0 0,0 0-1 0 0,-1 0 0 0 0,1-1 1 0 0,0 1-1 0 0,0-1 0 0 0,-1 0 1 0 0,3 0-1 0 0,3-2-275 0 0,2-1-721 0 0,1 0-1 0 0,-1-1 1 0 0,0-1 0 0 0,-1 1 0 0 0,1-1 0 0 0,-1-1 0 0 0,0 1 0 0 0,-1-1-1 0 0,1-1 1 0 0,9-12 0 0 0,-16 19 911 0 0,28-30-7552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4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139 195 2852 0 0,'-21'-36'6775'0'0,"-31"-38"-1"0"0,-2 6-2037 0 0,48 61-4547 0 0,5 5-190 0 0,-3-5-580 0 0,16 32-6362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4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258 132 1348 0 0,'-1'-12'4737'0'0,"0"-1"0"0"0,-5-21 0 0 0,-1-14 3751 0 0,7 46-8297 0 0,1 1 1 0 0,-1-1 0 0 0,0 1-1 0 0,0-1 1 0 0,-1 1 0 0 0,1-1-1 0 0,0 1 1 0 0,0-1-1 0 0,-1 1 1 0 0,1 0 0 0 0,-1-1-1 0 0,1 1 1 0 0,-1 0 0 0 0,-1-2-1 0 0,2 2-155 0 0,0 1-1 0 0,-1 0 0 0 0,1 0 1 0 0,0 0-1 0 0,-1 0 1 0 0,1 0-1 0 0,0 0 0 0 0,-1 0 1 0 0,1 0-1 0 0,0 0 1 0 0,-1 0-1 0 0,1 0 0 0 0,-1 0 1 0 0,1 0-1 0 0,0 0 1 0 0,-1 0-1 0 0,1 0 0 0 0,0 0 1 0 0,-1 1-1 0 0,1-1 1 0 0,0 0-1 0 0,-1 0 1 0 0,1 0-1 0 0,0 0 0 0 0,0 1 1 0 0,-1-1-1 0 0,1 0 1 0 0,0 0-1 0 0,-1 1 0 0 0,1-1 1 0 0,0 0-1 0 0,0 1 1 0 0,-1-1-1 0 0,-2 5 48 0 0,0-1 1 0 0,0 1-1 0 0,0 0 0 0 0,0 0 0 0 0,-3 8 1 0 0,-44 138 302 0 0,6 1 0 0 0,7 2 0 0 0,-27 254 0 0 0,54-265-1238 0 0,10-117-1141 0 0,6 42 1 0 0,-6-63 1524 0 0,1-1 1 0 0,0 1 0 0 0,0-1 0 0 0,1 0-1 0 0,0 0 1 0 0,2 6 0 0 0,10 8-4940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4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122 146 2316 0 0,'12'-25'4607'0'0,"-2"-1"0"0"0,0 0-1 0 0,6-32 1 0 0,-12 47-37 0 0,-55 132 300 0 0,-15 41-3634 0 0,61-147-1294 0 0,-33 110 345 0 0,34-106-878 0 0,0 0-1 0 0,2 1 1 0 0,0 0 0 0 0,1 30-1 0 0,1-46 274 0 0,0-1-1 0 0,1 1 0 0 0,-1-1 1 0 0,1 1-1 0 0,0-1 0 0 0,0 0 0 0 0,0 0 1 0 0,0 1-1 0 0,1-1 0 0 0,-1 0 1 0 0,1 0-1 0 0,0 0 0 0 0,-1 0 1 0 0,2 0-1 0 0,-1-1 0 0 0,0 1 0 0 0,0-1 1 0 0,1 1-1 0 0,3 2 0 0 0,-3-3-495 0 0,0-1-1 0 0,0 1 1 0 0,1 0-1 0 0,-1-1 1 0 0,1 0-1 0 0,-1 0 1 0 0,1 0-1 0 0,-1 0 1 0 0,1 0 0 0 0,-1-1-1 0 0,1 0 1 0 0,3 0-1 0 0,20-1-8510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5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104 175 2708 0 0,'15'-105'20388'0'0,"-15"103"-19554"0"0,-1-9 2482 0 0,-10 33-2143 0 0,1 0 0 0 0,-11 34-1 0 0,5-12-644 0 0,4-13-463 0 0,1 1 0 0 0,1 0 0 0 0,2 1 0 0 0,1 0 0 0 0,2 0 0 0 0,-2 39 0 0 0,7-64-69 0 0,0 0 0 0 0,1 0 0 0 0,0 0 0 0 0,1 0 0 0 0,-1-1 0 0 0,1 1 0 0 0,4 10 0 0 0,-4-15 2 0 0,-1 0 0 0 0,1 1 1 0 0,0-1-1 0 0,0 0 0 0 0,0 0 0 0 0,0 0 0 0 0,1 0 1 0 0,-1-1-1 0 0,1 1 0 0 0,0-1 0 0 0,0 1 1 0 0,-1-1-1 0 0,2 0 0 0 0,-1 0 0 0 0,0 0 0 0 0,0-1 1 0 0,7 3-1 0 0,-3-2-13 0 0,0-1 1 0 0,0 0-1 0 0,0 0 1 0 0,1-1-1 0 0,-1 1 1 0 0,0-2-1 0 0,0 1 1 0 0,0-1-1 0 0,1 0 1 0 0,-1-1-1 0 0,0 0 1 0 0,0 0-1 0 0,-1 0 1 0 0,1-1-1 0 0,0 0 1 0 0,9-6-1 0 0,2-1-39 0 0,-1-2 0 0 0,0 0-1 0 0,0-1 1 0 0,22-22 0 0 0,-24 19 32 0 0,0 0 1 0 0,-1-1-1 0 0,-1-1 1 0 0,0 0-1 0 0,-2-1 1 0 0,0 0-1 0 0,-1 0 1 0 0,-1-1-1 0 0,8-24 1 0 0,-14 34 19 0 0,-1 0 0 0 0,1 0-1 0 0,-2 0 1 0 0,1 0 0 0 0,-1 0 0 0 0,-1 0 0 0 0,0-1-1 0 0,0 1 1 0 0,-1 0 0 0 0,0 0 0 0 0,-1-1 0 0 0,0 1-1 0 0,-1 0 1 0 0,0 1 0 0 0,0-1 0 0 0,-1 0 0 0 0,0 1-1 0 0,-1 0 1 0 0,0 0 0 0 0,-1 0 0 0 0,-10-12-1 0 0,13 16 10 0 0,-1 1 0 0 0,-1 0 0 0 0,1 0 0 0 0,-1 0 0 0 0,1 0 0 0 0,-1 1 0 0 0,0 0 0 0 0,0 0 0 0 0,-1 0 0 0 0,1 0 0 0 0,-1 1 0 0 0,1 0 0 0 0,-1 0 0 0 0,0 1 0 0 0,1-1 0 0 0,-1 1 0 0 0,0 0 0 0 0,0 1 0 0 0,0 0 0 0 0,0 0 0 0 0,0 0 0 0 0,0 0 0 0 0,0 1 0 0 0,-7 2 0 0 0,2 0-17 0 0,1 0 0 0 0,-1 1 0 0 0,1 1 1 0 0,1-1-1 0 0,-1 1 0 0 0,1 1 0 0 0,-1 0 1 0 0,2 0-1 0 0,-1 1 0 0 0,1 0 0 0 0,0 1 1 0 0,-11 12-1 0 0,11-10-373 0 0,0 1-1 0 0,1 0 1 0 0,0 0 0 0 0,1 0 0 0 0,0 0-1 0 0,1 1 1 0 0,0 0 0 0 0,1 1 0 0 0,0-1 0 0 0,-2 19-1 0 0,5-25-150 0 0,0 0-1 0 0,1 0 1 0 0,0 0-1 0 0,0 0 1 0 0,1 0-1 0 0,0 0 1 0 0,0 0-1 0 0,0 0 1 0 0,1 0-1 0 0,3 8 1 0 0,-3-9-298 0 0,1 0-1 0 0,0-1 1 0 0,0 1 0 0 0,0-1 0 0 0,0 0-1 0 0,1 0 1 0 0,0 0 0 0 0,0 0-1 0 0,0 0 1 0 0,0-1 0 0 0,0 0 0 0 0,1 0-1 0 0,6 4 1 0 0,8 3-5966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5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95 2752 0 0,'29'-90'15824'0'0,"-27"119"-14435"0"0,-24 67 578 0 0,-25 87-934 0 0,33-134 208 0 0,13-47-776 0 0,1-5-413 0 0,0-1 1 0 0,-1 1-1 0 0,1 0 0 0 0,1 0 0 0 0,-1 0 1 0 0,0 0-1 0 0,1-1 0 0 0,1-3 1 0 0,3-12-7 0 0,1 1 1 0 0,1 0-1 0 0,1 1 1 0 0,1-1 0 0 0,19-29-1 0 0,-9 20-70 0 0,2 1-1 0 0,35-36 0 0 0,-47 53 14 0 0,1 0 0 0 0,1 1-1 0 0,-1 0 1 0 0,1 0 0 0 0,1 1 0 0 0,-1 1 0 0 0,1 0-1 0 0,0 0 1 0 0,18-4 0 0 0,-27 9 7 0 0,0 1-1 0 0,0-1 1 0 0,1 1-1 0 0,-1 0 1 0 0,1 0-1 0 0,-1 1 1 0 0,0-1-1 0 0,0 1 1 0 0,1 0-1 0 0,-1 0 1 0 0,0 0-1 0 0,0 0 1 0 0,0 0-1 0 0,0 1 1 0 0,0-1 0 0 0,0 1-1 0 0,0 0 1 0 0,0 0-1 0 0,-1 0 1 0 0,1 0-1 0 0,-1 0 1 0 0,1 1-1 0 0,-1-1 1 0 0,0 1-1 0 0,3 4 1 0 0,-2-2 47 0 0,0 1 0 0 0,0 0-1 0 0,-1 0 1 0 0,0 0 0 0 0,0 0 0 0 0,0 0 0 0 0,-1 0-1 0 0,0 1 1 0 0,1 9 0 0 0,-1 9 312 0 0,-3 28 1 0 0,1-35-201 0 0,-18 170 628 0 0,18-176-738 0 0,-2 32 84 0 0,3-42-115 0 0,2 19 107 0 0,-1-20-121 0 0,-1-1 1 0 0,0 1-1 0 0,0 0 1 0 0,0-1-1 0 0,1 1 1 0 0,-1-1-1 0 0,0 1 0 0 0,0-1 1 0 0,1 1-1 0 0,-1-1 1 0 0,0 1-1 0 0,1-1 1 0 0,-1 0-1 0 0,1 1 1 0 0,-1-1-1 0 0,1 1 0 0 0,-1-1 1 0 0,0 0-1 0 0,1 1 1 0 0,0-1-1 0 0,-1 0 1 0 0,1 0-1 0 0,-1 0 0 0 0,1 1 1 0 0,-1-1-1 0 0,1 0 1 0 0,-1 0-1 0 0,1 0 1 0 0,0 0-1 0 0,-1 0 1 0 0,1 0-1 0 0,-1 0 0 0 0,2 0 1 0 0,3-2-279 0 0,1 1 0 0 0,-1-1 1 0 0,1-1-1 0 0,-1 1 0 0 0,0-1 1 0 0,0 0-1 0 0,0 0 0 0 0,-1-1 0 0 0,1 1 1 0 0,-1-1-1 0 0,0 0 0 0 0,0 0 0 0 0,0 0 1 0 0,0-1-1 0 0,-1 1 0 0 0,4-8 1 0 0,5-7-2703 0 0,-1 0 0 0 0,-1 0 0 0 0,8-23 0 0 0,-6 7-5495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473 125 140 0 0,'-354'-97'21868'0'0,"264"73"-19741"0"0,87 23-2621 0 0,-11 0-1343 0 0,2 0-1762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6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0 832 0 0,'-243'63'18016'0'0,"242"-63"-17946"0"0,0 0 0 0 0,0 0 1 0 0,1 0-1 0 0,-1 0 0 0 0,0 1 0 0 0,0-1 1 0 0,1 0-1 0 0,-1 0 0 0 0,0 1 0 0 0,1-1 1 0 0,-1 1-1 0 0,0-1 0 0 0,1 1 0 0 0,-1-1 1 0 0,1 1-1 0 0,-1-1 0 0 0,0 2 1 0 0,1-2-40 0 0,0 1 0 0 0,0-1 0 0 0,0 0 1 0 0,0 1-1 0 0,0-1 0 0 0,0 0 0 0 0,1 0 1 0 0,-1 1-1 0 0,0-1 0 0 0,0 0 0 0 0,0 1 1 0 0,1-1-1 0 0,-1 0 0 0 0,0 0 0 0 0,0 1 1 0 0,1-1-1 0 0,-1 0 0 0 0,0 0 1 0 0,0 0-1 0 0,1 1 0 0 0,-1-1 0 0 0,0 0 1 0 0,1 0-1 0 0,-1 0 0 0 0,0 0 0 0 0,1 0 1 0 0,30 8 494 0 0,211 5-109 0 0,-120-9-1352 0 0,37 0-2508 0 0,-52-6-2913 0 0,-19-2-2406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7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399 475 1848 0 0,'-2'-35'4904'0'0,"-1"1"-1"0"0,-8-35 1 0 0,11 68-4830 0 0,0 0 0 0 0,-1 0 0 0 0,1-1 1 0 0,0 1-1 0 0,-1 0 0 0 0,1 0 0 0 0,-1 0 1 0 0,1 0-1 0 0,-1-1 0 0 0,1 1 0 0 0,-1 0 0 0 0,0 0 1 0 0,0 0-1 0 0,1 0 0 0 0,-1 0 0 0 0,0 1 0 0 0,0-1 1 0 0,0 0-1 0 0,0 0 0 0 0,0 0 0 0 0,0 1 0 0 0,0-1 1 0 0,0 1-1 0 0,0-1 0 0 0,-1 1 0 0 0,1-1 0 0 0,0 1 1 0 0,0 0-1 0 0,0-1 0 0 0,-1 1 0 0 0,1 0 0 0 0,0 0 1 0 0,0 0-1 0 0,-1 0 0 0 0,1 0 0 0 0,-2 0 1 0 0,-2 1-27 0 0,1 0 0 0 0,-1 1 0 0 0,1-1 0 0 0,-1 1 0 0 0,1 0 0 0 0,0 0 0 0 0,-8 5 0 0 0,-8 8 61 0 0,0 0 0 0 0,0 2 0 0 0,2 0 0 0 0,-33 39 0 0 0,20-16 6 0 0,-40 68 0 0 0,56-81-82 0 0,0 1 0 0 0,-14 38 0 0 0,26-58-26 0 0,0 1-1 0 0,0-1 1 0 0,1 0-1 0 0,0 1 1 0 0,1 0-1 0 0,0-1 0 0 0,0 1 1 0 0,1 0-1 0 0,0-1 1 0 0,1 1-1 0 0,0 0 0 0 0,0 0 1 0 0,3 10-1 0 0,-2-14 1 0 0,0-1 0 0 0,1 0-1 0 0,-1 0 1 0 0,1 0 0 0 0,0 0-1 0 0,0 0 1 0 0,0-1 0 0 0,1 1 0 0 0,-1-1-1 0 0,1 0 1 0 0,0 0 0 0 0,0 0-1 0 0,0 0 1 0 0,0-1 0 0 0,0 0 0 0 0,1 0-1 0 0,-1 0 1 0 0,1 0 0 0 0,-1 0-1 0 0,1-1 1 0 0,5 1 0 0 0,7 1 7 0 0,0 0 1 0 0,0-1 0 0 0,0-1-1 0 0,28-2 1 0 0,-22 0-1 0 0,0-2 0 0 0,1 0 0 0 0,-2-2 0 0 0,1-1-1 0 0,0 0 1 0 0,-1-2 0 0 0,-1 0 0 0 0,22-12 0 0 0,-27 11-11 0 0,-1 0 0 0 0,0-1 0 0 0,0 0 0 0 0,-1-2 0 0 0,-1 0 1 0 0,0 0-1 0 0,-1-1 0 0 0,0-1 0 0 0,-1 0 0 0 0,0 0 0 0 0,9-18 0 0 0,-9 11-4 0 0,-1 0 0 0 0,-1-1 0 0 0,-1 0 0 0 0,-1 0 0 0 0,-1-1-1 0 0,-1 0 1 0 0,0 0 0 0 0,-2 0 0 0 0,0-38 0 0 0,-3 46-2 0 0,-1 0-1 0 0,-1 0 1 0 0,0 0-1 0 0,-1 0 1 0 0,-1 0-1 0 0,-10-27 0 0 0,10 32-1 0 0,-1 1 0 0 0,0 0-1 0 0,0 0 1 0 0,-1 0 0 0 0,-1 0-1 0 0,1 1 1 0 0,-1 0-1 0 0,-1 0 1 0 0,1 1 0 0 0,-15-11-1 0 0,17 15 5 0 0,-1-1 0 0 0,1 1-1 0 0,-1 0 1 0 0,1 0 0 0 0,-1 1-1 0 0,0 0 1 0 0,0 0-1 0 0,0 0 1 0 0,0 1 0 0 0,0 0-1 0 0,0 0 1 0 0,0 0 0 0 0,-12 1-1 0 0,9 1 1 0 0,0 1 0 0 0,0-1 1 0 0,0 1-1 0 0,0 1 0 0 0,1 0 0 0 0,-1 0 0 0 0,1 1 0 0 0,-13 7 0 0 0,0 2 2 0 0,1 2 1 0 0,0 0-1 0 0,1 2 1 0 0,1 0-1 0 0,-32 38 1 0 0,32-31-5 0 0,0 0 0 0 0,2 2 0 0 0,-24 46 0 0 0,31-52 5 0 0,1-1-1 0 0,1 1 1 0 0,1 1 0 0 0,1-1-1 0 0,0 1 1 0 0,-1 23 0 0 0,5-38 2 0 0,1 0-1 0 0,0 0 1 0 0,0 0 0 0 0,1 0 0 0 0,-1-1 0 0 0,1 1 0 0 0,0 0 0 0 0,1-1 0 0 0,0 1 0 0 0,0 0 0 0 0,0-1 0 0 0,0 0 0 0 0,1 1 0 0 0,0-1 0 0 0,0 0 0 0 0,0-1 0 0 0,1 1 0 0 0,-1 0 0 0 0,1-1-1 0 0,0 0 1 0 0,1 0 0 0 0,-1 0 0 0 0,1 0 0 0 0,-1-1 0 0 0,7 4 0 0 0,1-1 3 0 0,0-1 1 0 0,0 0-1 0 0,0-1 0 0 0,0 0 0 0 0,1-1 0 0 0,0 0 1 0 0,-1-1-1 0 0,1-1 0 0 0,0 0 0 0 0,17 0 1 0 0,7-3-8 0 0,0-1 0 0 0,0-2 0 0 0,-1-1 1 0 0,1-2-1 0 0,-2-1 0 0 0,1-2 1 0 0,-2-1-1 0 0,1-2 0 0 0,-2-2 0 0 0,0-1 1 0 0,-1-1-1 0 0,0-2 0 0 0,-2-1 1 0 0,0-1-1 0 0,-2-2 0 0 0,-1-1 0 0 0,0-1 1 0 0,-2-1-1 0 0,-1-1 0 0 0,24-38 1 0 0,-21 23-12 0 0,-3 0 1 0 0,33-80 0 0 0,16-98-31 0 0,-72 216 18 0 0,-2 2 10 0 0,-4 9 12 0 0,-4 12-2 0 0,-77 303 66 0 0,31-105 48 0 0,-69 271 727 0 0,4-16-36 0 0,-24-8-261 0 0,113-381-344 0 0,-45 88-1 0 0,58-137-41 0 0,-1-1 1 0 0,-1 0-1 0 0,-2-2 0 0 0,-1 0 1 0 0,-35 34-1 0 0,48-55-27 0 0,0 0 0 0 0,-1 0-1 0 0,0-1 1 0 0,0 0 0 0 0,-1 0 0 0 0,0-2 0 0 0,-14 7 0 0 0,20-11-83 0 0,1 0 1 0 0,-1 0-1 0 0,1-1 1 0 0,-1 0-1 0 0,0 0 1 0 0,0 0-1 0 0,1-1 1 0 0,-1 1-1 0 0,0-2 1 0 0,0 1-1 0 0,0-1 1 0 0,0 1-1 0 0,1-1 1 0 0,-1-1-1 0 0,0 1 1 0 0,1-1-1 0 0,-1 0 1 0 0,1-1-1 0 0,-8-4 1 0 0,5 3-24 0 0,1-1 0 0 0,0 0 0 0 0,1-1 0 0 0,-1 0 0 0 0,1 0 0 0 0,0 0 0 0 0,1-1 0 0 0,-1 1-1 0 0,1-1 1 0 0,1-1 0 0 0,-8-12 0 0 0,8 8-1 0 0,-1 0-1 0 0,1 0 0 0 0,1 0 0 0 0,0-1 1 0 0,1 1-1 0 0,0-1 0 0 0,0-17 0 0 0,2 6-7 0 0,2 0 0 0 0,0 1 0 0 0,1-1 0 0 0,2 1 0 0 0,0 0 0 0 0,2 0-1 0 0,0 0 1 0 0,13-25 0 0 0,-4 16-26 0 0,1 0-1 0 0,2 1 1 0 0,1 2 0 0 0,1 0-1 0 0,2 1 1 0 0,33-33-1 0 0,-21 29 45 0 0,1 1-1 0 0,1 2 1 0 0,2 2-1 0 0,50-27 1 0 0,-23 19-191 0 0,2 4 0 0 0,73-23 1 0 0,144-26-1828 0 0,-141 53-2437 0 0,-100 16 535 0 0,-16 1-2808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8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228 287 2408 0 0,'35'-63'5188'0'0,"-28"47"-3546"0"0,1 1-1 0 0,1 1 1 0 0,0 0-1 0 0,20-24 1 0 0,-25 33-985 0 0,2 1 1008 0 0,-6 14-1056 0 0,0-8-668 0 0,-1 8 353 0 0,0 0-1 0 0,-1-1 1 0 0,-1 1-1 0 0,0 0 0 0 0,-4 10 1 0 0,-2 8 118 0 0,-104 287 1621 0 0,69-201-1744 0 0,-72 200 115 0 0,115-310-440 0 0,0-1-1 0 0,-1 0 1 0 0,1 0-1 0 0,-1 1 1 0 0,0-1-1 0 0,-3 3 1 0 0,5-5 17 0 0,0-1-1 0 0,0 0 1 0 0,-1 0 0 0 0,1 1-1 0 0,0-1 1 0 0,0 0 0 0 0,0 0-1 0 0,-1 0 1 0 0,1 0 0 0 0,0 1 0 0 0,0-1-1 0 0,-1 0 1 0 0,1 0 0 0 0,0 0-1 0 0,-1 0 1 0 0,1 0 0 0 0,0 0 0 0 0,0 0-1 0 0,-1 0 1 0 0,1 0 0 0 0,0 0-1 0 0,-1 0 1 0 0,1 0 0 0 0,0 0 0 0 0,-1 0-1 0 0,1 0 1 0 0,0 0 0 0 0,0 0-1 0 0,-1 0 1 0 0,0-1-29 0 0,0 1 1 0 0,1-1-1 0 0,-1 0 0 0 0,1 0 1 0 0,-1 1-1 0 0,1-1 0 0 0,-1 0 1 0 0,1 0-1 0 0,-1 0 0 0 0,1 0 0 0 0,0 0 1 0 0,-1 1-1 0 0,1-1 0 0 0,0 0 1 0 0,0-1-1 0 0,-3-23-633 0 0,0 1 1 0 0,2-1-1 0 0,1 0 0 0 0,1 1 0 0 0,6-31 1 0 0,-3 15 239 0 0,45-304-1425 0 0,-36 285 1752 0 0,2 1 0 0 0,4 1-1 0 0,44-97 1 0 0,-60 147 130 0 0,1 0 0 0 0,0 0-1 0 0,0 0 1 0 0,1 1 0 0 0,0-1 0 0 0,0 1 0 0 0,1 0-1 0 0,-1 1 1 0 0,1-1 0 0 0,1 1 0 0 0,-1 0-1 0 0,8-4 1 0 0,-10 7 11 0 0,1 0 0 0 0,-1 1-1 0 0,0-1 1 0 0,1 1 0 0 0,-1 0 0 0 0,1 0 0 0 0,-1 0-1 0 0,1 1 1 0 0,-1-1 0 0 0,1 1 0 0 0,0 0-1 0 0,-1 1 1 0 0,1-1 0 0 0,-1 1 0 0 0,1 0-1 0 0,-1 0 1 0 0,1 0 0 0 0,-1 1 0 0 0,0-1 0 0 0,1 1-1 0 0,-1 0 1 0 0,4 3 0 0 0,3 2 55 0 0,0 1 0 0 0,0 1 0 0 0,-1-1 0 0 0,0 2 0 0 0,0-1 0 0 0,-1 1-1 0 0,-1 1 1 0 0,9 11 0 0 0,53 99 418 0 0,-52-87-392 0 0,89 199 316 0 0,-48-98-60 0 0,-40-100 1053 0 0,-17-33-1127 0 0,2-3-51 0 0,0-1-201 0 0,0-1 1 0 0,0 1-1 0 0,0-1 1 0 0,0 0-1 0 0,0 0 1 0 0,-1 0-1 0 0,1 0 1 0 0,-1-1-1 0 0,0 0 1 0 0,0 1-1 0 0,0-1 1 0 0,4-8 0 0 0,6-11 24 0 0,11-29 0 0 0,-9 17-24 0 0,-11 28-38 0 0,32-68 18 0 0,81-125 0 0 0,-103 180-17 0 0,1 0 1 0 0,1 1-1 0 0,1 1 1 0 0,0 0-1 0 0,1 1 1 0 0,1 1-1 0 0,1 1 1 0 0,0 0-1 0 0,1 2 0 0 0,36-17 1 0 0,-50 27 8 0 0,0 0 0 0 0,0 0 0 0 0,0 1 0 0 0,0 0 0 0 0,1 1 0 0 0,-1 0 0 0 0,1 0 0 0 0,-1 0-1 0 0,1 1 1 0 0,-1 0 0 0 0,1 1 0 0 0,0-1 0 0 0,-1 2 0 0 0,0-1 0 0 0,1 1 0 0 0,7 2 0 0 0,-9-1 7 0 0,0 0-1 0 0,0 0 1 0 0,0 1 0 0 0,0 0-1 0 0,-1 0 1 0 0,0 0-1 0 0,1 0 1 0 0,-1 1 0 0 0,-1 0-1 0 0,1 0 1 0 0,-1 0 0 0 0,0 1-1 0 0,0-1 1 0 0,-1 1-1 0 0,1 0 1 0 0,-1 0 0 0 0,4 12-1 0 0,-2 1 263 0 0,0 0 0 0 0,-1 0 1 0 0,-1 0-1 0 0,-1 0 0 0 0,-1 0 0 0 0,0 0 0 0 0,-2 0 0 0 0,0 1 0 0 0,-8 35 0 0 0,-3 3 597 0 0,-40 106 0 0 0,0-40-469 0 0,-7 20-148 0 0,52-125-513 0 0,5-16-49 0 0,0 0 0 0 0,1 0 0 0 0,-1 0 0 0 0,1 0 0 0 0,0 1 0 0 0,0-1 0 0 0,1 0 0 0 0,-1 1 0 0 0,1-1 0 0 0,-1 1 0 0 0,1-1 0 0 0,0 1 0 0 0,0-1 0 0 0,1 0 0 0 0,-1 1 0 0 0,2 4 0 0 0,-1-6 46 0 0,0-1 1 0 0,0 1 0 0 0,1-1 0 0 0,-1 1 0 0 0,1-1-1 0 0,-1 0 1 0 0,1 0 0 0 0,-1 0 0 0 0,1 0 0 0 0,-1 0-1 0 0,1 0 1 0 0,0 0 0 0 0,0-1 0 0 0,-1 1 0 0 0,1-1-1 0 0,0 1 1 0 0,0-1 0 0 0,3 1 0 0 0,35 1-3670 0 0,-39-2 3873 0 0,27 0-3977 0 0,1-4-1813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19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1120 1348 0 0,'36'-25'4407'0'0,"42"-38"0"0"0,-66 52-3094 0 0,-1-1-1 0 0,0 0 1 0 0,-1 0-1 0 0,0-1 0 0 0,-1-1 1 0 0,15-27-1 0 0,-23 37-1034 0 0,1 1-1 0 0,-1-1 1 0 0,0 0-1 0 0,0 0 1 0 0,-1 0-1 0 0,1 1 1 0 0,-1-1-1 0 0,0 0 1 0 0,0 0-1 0 0,0 0 1 0 0,0 0-1 0 0,-2-5 1 0 0,1 7-216 0 0,1 0 0 0 0,-1 1 0 0 0,0-1 0 0 0,0 1 0 0 0,0-1 0 0 0,0 0 0 0 0,0 1 0 0 0,0 0 0 0 0,0-1 0 0 0,0 1 0 0 0,-1 0 0 0 0,1 0 0 0 0,-1-1 0 0 0,1 1 0 0 0,-1 0 0 0 0,1 0 0 0 0,-1 1 0 0 0,1-1 0 0 0,-1 0 0 0 0,0 0 0 0 0,0 1 0 0 0,1-1 0 0 0,-4 1 0 0 0,-1-2 36 0 0,0 1 0 0 0,-1 0 1 0 0,1 0-1 0 0,-13 1 0 0 0,1 2-26 0 0,-1 0-1 0 0,1 2 0 0 0,0 0 1 0 0,0 1-1 0 0,0 1 1 0 0,0 1-1 0 0,1 0 0 0 0,-17 11 1 0 0,-3 3-30 0 0,1 2 1 0 0,-47 39-1 0 0,59-41-68 0 0,0 0-1 0 0,2 2 0 0 0,-29 36 0 0 0,40-44 15 0 0,1-1-1 0 0,1 2 0 0 0,0-1 0 0 0,1 2 1 0 0,0-1-1 0 0,2 1 0 0 0,-8 28 1 0 0,12-41-5 0 0,2 0 1 0 0,-1 1 0 0 0,0-1 0 0 0,1 0-1 0 0,0 0 1 0 0,0 0 0 0 0,0 1 0 0 0,0-1 0 0 0,1 0-1 0 0,0 0 1 0 0,0 0 0 0 0,0 0 0 0 0,0 1-1 0 0,0-2 1 0 0,1 1 0 0 0,0 0 0 0 0,0 0-1 0 0,0 0 1 0 0,0-1 0 0 0,1 1 0 0 0,-1-1-1 0 0,1 0 1 0 0,0 0 0 0 0,5 5 0 0 0,-2-4-99 0 0,0 0 0 0 0,0 0-1 0 0,0-1 1 0 0,0 0 0 0 0,1 0 0 0 0,-1-1 0 0 0,1 0 0 0 0,0 0 0 0 0,-1 0 0 0 0,1-1 0 0 0,0 0 0 0 0,0 0 0 0 0,0-1 0 0 0,10 0-1 0 0,-2-2-132 0 0,1 0 0 0 0,-1-1 0 0 0,0 0 0 0 0,0-2 0 0 0,0 0-1 0 0,-1 0 1 0 0,0-1 0 0 0,0-1 0 0 0,0 0 0 0 0,-1-1 0 0 0,0-1-1 0 0,0 0 1 0 0,18-18 0 0 0,-2-1-18 0 0,-1-1 1 0 0,-2-1-1 0 0,-1-1 0 0 0,24-39 0 0 0,-30 38 658 0 0,17-40 0 0 0,-16 30 770 0 0,-6 11-570 0 0,-13 29-378 0 0,-1 4-155 0 0,-40 111 513 0 0,1-2-350 0 0,31-86-188 0 0,1 0 1 0 0,1 1 0 0 0,2 0 0 0 0,0-1 0 0 0,2 2-1 0 0,1 46 1 0 0,2-69-33 0 0,-1 1 0 0 0,1-1 0 0 0,0 0 1 0 0,0 1-1 0 0,0-1 0 0 0,1 0 0 0 0,-1 1 0 0 0,1-1 0 0 0,0 0 0 0 0,1 0 0 0 0,-1 0 1 0 0,1-1-1 0 0,-1 1 0 0 0,1-1 0 0 0,0 1 0 0 0,5 4 0 0 0,-3-5-5 0 0,0 0-1 0 0,0 0 0 0 0,0 0 1 0 0,1 0-1 0 0,-1-1 0 0 0,1 0 1 0 0,-1 0-1 0 0,1-1 0 0 0,-1 1 1 0 0,1-1-1 0 0,8 0 0 0 0,3 0-102 0 0,1-1 0 0 0,-1-1 0 0 0,0-1 0 0 0,1 0 1 0 0,-1-2-1 0 0,0 0 0 0 0,24-8 0 0 0,-8-2-320 0 0,0-1 0 0 0,-1-2 1 0 0,0-1-1 0 0,-1-1 0 0 0,-2-2 0 0 0,0-1 1 0 0,-1-1-1 0 0,48-52 0 0 0,-24 14-261 0 0,-2-2-1 0 0,81-134 1 0 0,-84 114 498 0 0,-3-2 0 0 0,35-99 1 0 0,-57 121 1047 0 0,-2-1-1 0 0,-4-1 1 0 0,17-123 0 0 0,-32 178-668 0 0,9-148 3173 0 0,-10 157-3345 0 0,0 0 0 0 0,1 0 0 0 0,-1 1 0 0 0,0-1 0 0 0,0 0 0 0 0,0 0 0 0 0,0 1 0 0 0,0-1 0 0 0,0 0 0 0 0,0 0 0 0 0,-1 1 0 0 0,1-1 0 0 0,0 0 0 0 0,0 0 0 0 0,-1 1 0 0 0,1-1 0 0 0,0 0 0 0 0,-1 1 0 0 0,1-1 0 0 0,0 0 1 0 0,-1 1-1 0 0,1-1 0 0 0,-1 1 0 0 0,1-1 0 0 0,-1 0 0 0 0,0 1 0 0 0,0-1 0 0 0,0 1-12 0 0,0 0 0 0 0,0 0 0 0 0,0 0 0 0 0,0 1 0 0 0,0-1 1 0 0,0 0-1 0 0,0 1 0 0 0,0-1 0 0 0,0 1 0 0 0,0-1 0 0 0,0 1 1 0 0,1-1-1 0 0,-1 1 0 0 0,0 0 0 0 0,0-1 0 0 0,1 1 0 0 0,-2 1 1 0 0,-4 5-5 0 0,0 1 1 0 0,0-1 0 0 0,-6 12 0 0 0,-21 48 198 0 0,2 1-1 0 0,-32 110 1 0 0,-23 151 603 0 0,60-223-572 0 0,-21 154-19 0 0,35-182-158 0 0,7-41-69 0 0,1 1 0 0 0,2-1-1 0 0,5 75 1 0 0,-3-109 14 0 0,0 0-1 0 0,1 0 1 0 0,-1 0 0 0 0,1 0-1 0 0,0 0 1 0 0,0 0-1 0 0,0 0 1 0 0,0 0-1 0 0,1 0 1 0 0,-1 0 0 0 0,1 0-1 0 0,0-1 1 0 0,0 1-1 0 0,0-1 1 0 0,0 1-1 0 0,0-1 1 0 0,4 4-1 0 0,-2-4 2 0 0,-1 0 0 0 0,1-1 0 0 0,-1 1-1 0 0,1-1 1 0 0,-1 1 0 0 0,1-1 0 0 0,0 0-1 0 0,0-1 1 0 0,-1 1 0 0 0,1 0-1 0 0,0-1 1 0 0,7 0 0 0 0,3-2 3 0 0,1 0-1 0 0,0-1 1 0 0,-1 0 0 0 0,0-1-1 0 0,0-1 1 0 0,20-9 0 0 0,-3-1 4 0 0,-1-2 0 0 0,0-1 1 0 0,-1-2-1 0 0,-1 0 0 0 0,-1-2 1 0 0,-1-1-1 0 0,-1-2 0 0 0,-2 0 1 0 0,0-1-1 0 0,-1-1 0 0 0,-2-2 1 0 0,-1 0-1 0 0,-1 0 0 0 0,-2-2 1 0 0,0 0-1 0 0,19-61 0 0 0,-31 77 24 0 0,0-1 0 0 0,-1 0 0 0 0,-1 1 0 0 0,-1-1-1 0 0,0 0 1 0 0,-1 0 0 0 0,-1 0 0 0 0,0 0 0 0 0,-1 0 0 0 0,-1 0-1 0 0,0 0 1 0 0,-9-23 0 0 0,9 34-29 0 0,-13-13 10 0 0,10 17-4 0 0,4 1-6 0 0,0-1-7 0 0,0 1 0 0 0,0 0 0 0 0,0-1 1 0 0,0 1-1 0 0,0 0 0 0 0,0 0 0 0 0,0 0 0 0 0,0 0 1 0 0,0 1-1 0 0,0-1 0 0 0,0 0 0 0 0,0 1 0 0 0,0 0 0 0 0,0-1 1 0 0,0 1-1 0 0,1 0 0 0 0,-1 0 0 0 0,0 0 0 0 0,0 0 0 0 0,1 0 1 0 0,-1 0-1 0 0,1 1 0 0 0,-1-1 0 0 0,1 0 0 0 0,-3 3 1 0 0,-1 3-1 0 0,-1-1 0 0 0,1 1 1 0 0,1 0-1 0 0,-6 10 0 0 0,7-11 3 0 0,1-1 0 0 0,-1 1 0 0 0,1 0 0 0 0,0 0 0 0 0,0 0 0 0 0,1 0 0 0 0,-1 0 0 0 0,2 0 0 0 0,-1 1 0 0 0,1-1 0 0 0,-1 0 0 0 0,2 0 0 0 0,-1 1 0 0 0,3 9 0 0 0,-1-8-74 0 0,0 1-1 0 0,1-1 1 0 0,1-1 0 0 0,-1 1 0 0 0,1 0 0 0 0,1-1 0 0 0,-1 0 0 0 0,1 0-1 0 0,11 11 1 0 0,-3-4-122 0 0,1-1 0 0 0,1-1 0 0 0,0-1-1 0 0,0 0 1 0 0,1-1 0 0 0,0 0 0 0 0,1-2 0 0 0,0 0-1 0 0,20 6 1 0 0,-10-4-33 0 0,0-2 0 0 0,0-1 0 0 0,1-1 1 0 0,0-1-1 0 0,0-2 0 0 0,0-1 0 0 0,34-1 0 0 0,-55-2 211 0 0,0 0-1 0 0,-1 0 1 0 0,1 0-1 0 0,0-1 1 0 0,-1 0-1 0 0,1-1 1 0 0,-1 1-1 0 0,0-1 1 0 0,0-1-1 0 0,0 1 1 0 0,0-1-1 0 0,-1 0 1 0 0,1 0 0 0 0,-1 0-1 0 0,0-1 1 0 0,0 0-1 0 0,0 0 1 0 0,-1 0-1 0 0,0-1 1 0 0,4-6-1 0 0,0-3 311 0 0,0-1 0 0 0,-1 0 0 0 0,-1-1 0 0 0,0 1 0 0 0,-2-1 0 0 0,5-28 0 0 0,-8 40-155 0 0,0 1 1 0 0,0-1 0 0 0,-1 1 0 0 0,0-1 0 0 0,0 1-1 0 0,0-1 1 0 0,-1 1 0 0 0,1-1 0 0 0,-1 1 0 0 0,0 0-1 0 0,-2-6 1 0 0,2 7-26 0 0,-2 4-38 0 0,-3 0-52 0 0,0 1 0 0 0,1-1 1 0 0,-1 1-1 0 0,1 1 1 0 0,-1-1-1 0 0,1 1 0 0 0,0 0 1 0 0,0 0-1 0 0,0 0 1 0 0,1 1-1 0 0,-1 0 1 0 0,1 0-1 0 0,-6 6 0 0 0,-10 13 194 0 0,-23 33 0 0 0,33-41-119 0 0,-21 27 42 0 0,-41 78-1 0 0,61-98-136 0 0,0 2 0 0 0,2-1 0 0 0,1 1 0 0 0,0 1 0 0 0,-5 38 0 0 0,12-57-32 0 0,0 0 1 0 0,1-1-1 0 0,0 1 1 0 0,0 0-1 0 0,0-1 1 0 0,1 1-1 0 0,0-1 1 0 0,0 1-1 0 0,0-1 1 0 0,1 1-1 0 0,0-1 1 0 0,0 0-1 0 0,0 1 1 0 0,1-1-1 0 0,-1 0 0 0 0,1-1 1 0 0,6 8-1 0 0,-4-6-87 0 0,0-1 0 0 0,1 1 0 0 0,0-1 0 0 0,0 0 0 0 0,1-1 0 0 0,-1 0 0 0 0,1 0 0 0 0,0 0 0 0 0,0-1 0 0 0,0 0 0 0 0,1 0 0 0 0,8 2 0 0 0,10 0-510 0 0,-1 0 0 0 0,2-1 0 0 0,-1-2 0 0 0,0-1 0 0 0,42-3-1 0 0,-7-4-1553 0 0,75-17 0 0 0,-85 11 693 0 0,0-2 0 0 0,-1-2 0 0 0,0-3 0 0 0,65-34 0 0 0,-80 33 1098 0 0,0-1-1 0 0,36-30 1 0 0,-45 30 1061 0 0,-2-1 0 0 0,0-1 0 0 0,21-28 0 0 0,-28 27 726 0 0,-2 0-1 0 0,0-1 1 0 0,-2 0-1 0 0,0-1 1 0 0,-2 0-1 0 0,-1-1 1 0 0,7-33 0 0 0,-13 46-825 0 0,1-4 761 0 0,-18 36-47 0 0,-85 171 3422 0 0,76-138-4297 0 0,3 0-1 0 0,2 2 0 0 0,-19 99 0 0 0,35-145-378 0 0,0 0-1 0 0,0 0 0 0 0,1 0 0 0 0,0 0 0 0 0,0 1 0 0 0,1-1 0 0 0,-1 0 0 0 0,2 0 0 0 0,2 11 0 0 0,-2-15-17 0 0,-1 1 0 0 0,1 0 0 0 0,0-1 0 0 0,0 1-1 0 0,0-1 1 0 0,1 0 0 0 0,-1 0 0 0 0,1 0 0 0 0,0 0 0 0 0,0 0-1 0 0,0-1 1 0 0,0 1 0 0 0,0-1 0 0 0,1 0 0 0 0,-1 0-1 0 0,0 0 1 0 0,1 0 0 0 0,4 1 0 0 0,2 1-234 0 0,-1-1 0 0 0,1-1 1 0 0,0 0-1 0 0,-1 0 0 0 0,1-1 0 0 0,0 0 1 0 0,0-1-1 0 0,0 0 0 0 0,0-1 1 0 0,0 1-1 0 0,0-2 0 0 0,0 0 0 0 0,0 0 1 0 0,14-6-1 0 0,-11 3-1131 0 0,0 0 0 0 0,0-2 0 0 0,21-13 0 0 0,-19 10-1772 0 0,-2-1 1 0 0,23-21-1 0 0,-5-1-6896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20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265 179 2804 0 0,'-96'-97'15667'0'0,"45"45"-10892"0"0,49 49-5017 0 0,-1 1-1 0 0,1 0 1 0 0,-1 0 0 0 0,0 0-1 0 0,1 0 1 0 0,-1 0-1 0 0,-6-1 1 0 0,3 1-1201 0 0,0 0 0 0 0,-1 1 1 0 0,0 0-1 0 0,1 0 0 0 0,-8 0 0 0 0,-6-1-2067 0 0,-4 0-3226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20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0 2144 0 0,'-74'10'9045'0'0,"-87"21"-1"0"0,157-30-8616 0 0,7 1 118 0 0,-3-1-533 0 0,0-1 1 0 0,0 1-1 0 0,1-1 1 0 0,-1 0 0 0 0,0 1-1 0 0,0-1 1 0 0,1 1 0 0 0,-1-1-1 0 0,0 0 1 0 0,0 1-1 0 0,1-1 1 0 0,-1 0 0 0 0,0 1-1 0 0,1-1 1 0 0,-1 0 0 0 0,1 0-1 0 0,-1 1 1 0 0,0-1 0 0 0,1 0-1 0 0,-1 0 1 0 0,1 0-1 0 0,-1 1 1 0 0,1-1 0 0 0,-1 0-1 0 0,1 0 1 0 0,-1 0 0 0 0,0 0-1 0 0,1 0 1 0 0,-1 0-1 0 0,1 0 1 0 0,0 0 0 0 0,453 31-312 0 0,-213-21-4040 0 0,-65-2-3444 0 0,-84-6 961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20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371 128 1680 0 0,'3'-1'4057'0'0,"6"-4"-2136"0"0,0 1 1 0 0,0-1-1 0 0,-1-1 1 0 0,1 0-1 0 0,-1 0 1 0 0,0 0-1 0 0,-1-1 1 0 0,14-15-1 0 0,-19 20-1408 0 0,-1 0 0 0 0,1 0-1 0 0,-1 0 1 0 0,1 0 0 0 0,-1-1-1 0 0,0 1 1 0 0,0-1 0 0 0,0 1-1 0 0,1-3 1 0 0,-2 4-432 0 0,0-1-1 0 0,0 1 1 0 0,0 0 0 0 0,0-1-1 0 0,0 1 1 0 0,0 0 0 0 0,-1 0-1 0 0,1-1 1 0 0,0 1 0 0 0,-1 0-1 0 0,1 0 1 0 0,-1 0-1 0 0,1 0 1 0 0,-1-1 0 0 0,0 0-1 0 0,-1 1-55 0 0,1-1 0 0 0,0 1 0 0 0,-1 0 0 0 0,1 0 0 0 0,0 0 0 0 0,-1 0 0 0 0,1 0-1 0 0,-1 1 1 0 0,1-1 0 0 0,-1 0 0 0 0,0 1 0 0 0,1-1 0 0 0,-1 1 0 0 0,0-1 0 0 0,1 1 0 0 0,-1 0 0 0 0,0 0-1 0 0,0 0 1 0 0,1 0 0 0 0,-1 0 0 0 0,0 0 0 0 0,0 0 0 0 0,-2 1 0 0 0,-14 1-26 0 0,0 2 0 0 0,1 0 0 0 0,-1 0 0 0 0,1 2 0 0 0,0 0 0 0 0,0 1 0 0 0,0 1 0 0 0,1 0 0 0 0,1 1 0 0 0,-22 16 0 0 0,10-4-55 0 0,0 1-1 0 0,2 1 1 0 0,1 1 0 0 0,-39 48 0 0 0,56-63 51 0 0,0 1 0 0 0,1 1 0 0 0,0-1 1 0 0,0 1-1 0 0,1 0 0 0 0,1 0 0 0 0,0 0 0 0 0,0 1 1 0 0,-2 12-1 0 0,5-18-21 0 0,1-1 0 0 0,-1 1 0 0 0,1-1 0 0 0,0 1 0 0 0,0 0-1 0 0,1-1 1 0 0,0 1 0 0 0,0 0 0 0 0,0-1 0 0 0,0 1 0 0 0,1-1 0 0 0,0 0 0 0 0,0 1 0 0 0,0-1 0 0 0,1 0 0 0 0,0 0 0 0 0,0-1 0 0 0,0 1 0 0 0,1 0-1 0 0,-1-1 1 0 0,5 4 0 0 0,4 2-286 0 0,-1-1-1 0 0,2 0 0 0 0,-1-1 1 0 0,1-1-1 0 0,0 0 1 0 0,1-1-1 0 0,-1 0 0 0 0,27 7 1 0 0,2-3-1518 0 0,75 10 0 0 0,-69-15-318 0 0,1-3 0 0 0,51-3-1 0 0,30-14-5163 0 0,-59 1 815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21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405 269 1896 0 0,'-10'-22'4469'0'0,"-12"-21"2440"0"0,21 42-6775 0 0,1 0 0 0 0,-1 0 0 0 0,0 0 0 0 0,0 0 0 0 0,0 0 0 0 0,0 0 0 0 0,0 0 0 0 0,-1 1 0 0 0,1-1 0 0 0,0 0 0 0 0,0 1 0 0 0,0-1 0 0 0,-1 1 0 0 0,1-1 0 0 0,0 1 0 0 0,0-1 0 0 0,-1 1 0 0 0,1 0 0 0 0,0 0 0 0 0,-1 0 0 0 0,1 0 0 0 0,0 0 0 0 0,-1 0 0 0 0,1 0 0 0 0,0 0 0 0 0,-1 0 0 0 0,1 1 0 0 0,0-1 0 0 0,-1 1 0 0 0,1-1 0 0 0,0 1 0 0 0,0-1 0 0 0,-1 1 0 0 0,1 0 0 0 0,0-1 0 0 0,-1 2 0 0 0,-4 2 106 0 0,1 0-1 0 0,-1 0 0 0 0,1 0 1 0 0,0 1-1 0 0,-4 5 0 0 0,7-8-208 0 0,0 0 0 0 0,1 1-1 0 0,-1-1 1 0 0,0 1 0 0 0,1 0-1 0 0,0-1 1 0 0,0 1-1 0 0,-1 0 1 0 0,2 0 0 0 0,-1-1-1 0 0,0 1 1 0 0,1 0 0 0 0,-1 0-1 0 0,1 0 1 0 0,0 0-1 0 0,0 0 1 0 0,0 0 0 0 0,0 0-1 0 0,0 0 1 0 0,1 0 0 0 0,0 0-1 0 0,-1 0 1 0 0,1 0-1 0 0,0 0 1 0 0,0-1 0 0 0,1 1-1 0 0,-1 0 1 0 0,0-1 0 0 0,1 1-1 0 0,0-1 1 0 0,-1 1-1 0 0,1-1 1 0 0,0 0 0 0 0,0 0-1 0 0,1 0 1 0 0,-1 0-1 0 0,0 0 1 0 0,1 0 0 0 0,-1 0-1 0 0,1-1 1 0 0,4 2 0 0 0,-1-1-18 0 0,0 0 1 0 0,0-1 0 0 0,0 0-1 0 0,0 0 1 0 0,0 0 0 0 0,0-1-1 0 0,0 0 1 0 0,0 0-1 0 0,1-1 1 0 0,-1 1 0 0 0,0-1-1 0 0,0-1 1 0 0,0 1 0 0 0,0-1-1 0 0,-1 0 1 0 0,1-1 0 0 0,0 1-1 0 0,-1-1 1 0 0,0 0 0 0 0,1 0-1 0 0,-1-1 1 0 0,9-7 0 0 0,-6 3-19 0 0,1 0 0 0 0,-1-1 0 0 0,-1 0 0 0 0,0 0 0 0 0,0 0 0 0 0,0-1 0 0 0,-1 0 0 0 0,-1 0 0 0 0,0-1 0 0 0,0 1 0 0 0,-1-1 0 0 0,0 0 1 0 0,-1-1-1 0 0,-1 1 0 0 0,1-1 0 0 0,-2 1 0 0 0,0-1 0 0 0,0 1 0 0 0,-1-1 0 0 0,0 0 0 0 0,-1 1 0 0 0,-3-18 0 0 0,3 27 0 0 0,0-1 0 0 0,1 1-1 0 0,-1-1 1 0 0,0 1 0 0 0,0-1 0 0 0,0 1-1 0 0,-1 0 1 0 0,1-1 0 0 0,-1 1-1 0 0,1 0 1 0 0,-1 0 0 0 0,0 0 0 0 0,0 0-1 0 0,1 0 1 0 0,-1 1 0 0 0,-1-1-1 0 0,1 1 1 0 0,0-1 0 0 0,0 1-1 0 0,0 0 1 0 0,-1-1 0 0 0,1 1 0 0 0,-1 0-1 0 0,1 1 1 0 0,-1-1 0 0 0,1 0-1 0 0,-1 1 1 0 0,0 0 0 0 0,1-1 0 0 0,-1 1-1 0 0,1 0 1 0 0,-1 0 0 0 0,0 0-1 0 0,1 1 1 0 0,-1-1 0 0 0,-3 2 0 0 0,-9 1-3 0 0,1 1 1 0 0,-1 0-1 0 0,1 2 0 0 0,-26 12 1 0 0,14-4 30 0 0,1 2 1 0 0,1 0 0 0 0,0 1-1 0 0,-35 34 1 0 0,26-19 28 0 0,2 3 0 0 0,-33 44 1 0 0,53-62-36 0 0,0-1 0 0 0,1 2 0 0 0,0-1 0 0 0,2 1 0 0 0,0 1 0 0 0,1-1 0 0 0,0 1 0 0 0,2 1 0 0 0,-4 24 0 0 0,9-40-17 0 0,0 0 0 0 0,0 0 1 0 0,0 0-1 0 0,0 0 0 0 0,1-1 0 0 0,-1 1 0 0 0,1 0 0 0 0,0 0 0 0 0,0 0 0 0 0,1-1 0 0 0,-1 1 0 0 0,1 0 0 0 0,0-1 1 0 0,0 0-1 0 0,0 1 0 0 0,0-1 0 0 0,1 0 0 0 0,-1 0 0 0 0,1 0 0 0 0,0 0 0 0 0,0-1 0 0 0,0 1 0 0 0,0-1 0 0 0,0 1 0 0 0,0-1 1 0 0,1 0-1 0 0,-1-1 0 0 0,8 4 0 0 0,-1-1-226 0 0,0-1 0 0 0,0 0 1 0 0,1 0-1 0 0,-1-1 0 0 0,1 0 1 0 0,0-1-1 0 0,0 0 0 0 0,-1-1 1 0 0,18-1-1 0 0,14-7-1394 0 0,-1-1 0 0 0,1-2-1 0 0,-2-1 1 0 0,0-3 0 0 0,0-1 0 0 0,43-25-1 0 0,-16 4-3746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21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336 288 2116 0 0,'95'-91'5478'0'0,"-82"77"-4139"0"0,-1-1 1 0 0,-1 0-1 0 0,0-1 0 0 0,16-31 1 0 0,-26 44-1155 0 0,0 0 1 0 0,1 1-1 0 0,-1-1 1 0 0,0 0 0 0 0,0 0-1 0 0,-1 0 1 0 0,1 0-1 0 0,-1 0 1 0 0,1 0 0 0 0,-1 0-1 0 0,0 0 1 0 0,0 0-1 0 0,0 0 1 0 0,-1 0 0 0 0,0-6-1 0 0,0 7-103 0 0,0 0-1 0 0,-1 0 1 0 0,1 0-1 0 0,0 0 1 0 0,0 1-1 0 0,-1-1 0 0 0,1 0 1 0 0,-1 1-1 0 0,0-1 1 0 0,1 1-1 0 0,-1-1 1 0 0,0 1-1 0 0,0 0 1 0 0,0 0-1 0 0,0 0 1 0 0,0 0-1 0 0,0 0 1 0 0,0 0-1 0 0,0 1 0 0 0,0-1 1 0 0,-3 0-1 0 0,-7-1 108 0 0,0 0-1 0 0,0 1 1 0 0,0 0-1 0 0,0 1 1 0 0,0 0-1 0 0,0 1 0 0 0,0 1 1 0 0,0 0-1 0 0,-12 3 1 0 0,5 0-91 0 0,1 1 0 0 0,1 1 0 0 0,-1 0 0 0 0,1 1 0 0 0,-18 12 0 0 0,26-14-76 0 0,0 0 0 0 0,0 0 0 0 0,0 2 0 0 0,1-1 0 0 0,0 1-1 0 0,1 0 1 0 0,0 0 0 0 0,0 1 0 0 0,0 0 0 0 0,-6 13 0 0 0,11-18-9 0 0,0 1 1 0 0,0-1-1 0 0,0 1 1 0 0,1 0-1 0 0,0 0 1 0 0,0-1 0 0 0,0 1-1 0 0,0 0 1 0 0,1 0-1 0 0,0 0 1 0 0,0 0 0 0 0,0 0-1 0 0,1 0 1 0 0,0 0-1 0 0,-1 0 1 0 0,2 0-1 0 0,-1-1 1 0 0,1 1 0 0 0,-1 0-1 0 0,1-1 1 0 0,0 1-1 0 0,1-1 1 0 0,-1 0 0 0 0,1 0-1 0 0,3 4 1 0 0,4 4 23 0 0,0-1 0 0 0,1 0 0 0 0,0-1 0 0 0,18 13 0 0 0,56 32 26 0 0,-46-30-53 0 0,-20-13 68 0 0,0 2 0 0 0,-1 0 0 0 0,-1 1 0 0 0,17 19 0 0 0,-33-33 37 0 0,0 0 0 0 0,0 0 0 0 0,0 0 0 0 0,0 0 0 0 0,0 0 0 0 0,0 1-1 0 0,-1-1 1 0 0,1 0 0 0 0,0 0 0 0 0,-1 1 0 0 0,1-1 0 0 0,-1 0 0 0 0,0 0-1 0 0,1 1 1 0 0,-1-1 0 0 0,0 0 0 0 0,0 1 0 0 0,0-1 0 0 0,1 1 0 0 0,-1-1-1 0 0,-1 0 1 0 0,1 1 0 0 0,0-1 0 0 0,0 0 0 0 0,-1 1 0 0 0,1-1 0 0 0,0 0-1 0 0,-1 1 1 0 0,1-1 0 0 0,-1 0 0 0 0,0 0 0 0 0,1 1 0 0 0,-1-1 0 0 0,0 0-1 0 0,0 0 1 0 0,0 0 0 0 0,0 0 0 0 0,0 0 0 0 0,0 0 0 0 0,0 0 0 0 0,0 0-1 0 0,0-1 1 0 0,-2 2 0 0 0,-3 2 276 0 0,-1 0-1 0 0,0-1 0 0 0,0 0 1 0 0,0 0-1 0 0,0-1 1 0 0,-10 3-1 0 0,2-2-207 0 0,-1 0-1 0 0,-1-1 0 0 0,1-1 1 0 0,0-1-1 0 0,-29-2 1 0 0,-91-22 875 0 0,97 16-998 0 0,16 3-60 0 0,-6 0-78 0 0,24 2-201 0 0,-4-2-449 0 0,2 1 86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21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1408 0 0,'44'26'24796'0'0,"-41"-24"-25688"0"0,-5-1-43 0 0,-15-1-1415 0 0,-28-3-6699 0 0,7-2-1525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24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45 136 844 0 0,'-1'2'1265'0'0,"-28"34"3343"0"0,28-34-4305 0 0,-5 9 429 0 0,6-10-692 0 0,-1 0 1 0 0,0-1-1 0 0,1 1 0 0 0,-1 0 0 0 0,1 0 0 0 0,-1-1 1 0 0,1 1-1 0 0,-1 0 0 0 0,1 0 0 0 0,0 0 0 0 0,-1 0 1 0 0,1 0-1 0 0,0-1 0 0 0,0 1 0 0 0,-1 1 0 0 0,1 1 62 0 0,0 0 0 0 0,0-1-1 0 0,-1 1 1 0 0,2 0-1 0 0,-1-1 1 0 0,0 1 0 0 0,0-1-1 0 0,1 1 1 0 0,0-1 0 0 0,-1 1-1 0 0,1-1 1 0 0,0 1-1 0 0,0-1 1 0 0,0 1 0 0 0,1-1-1 0 0,-1 0 1 0 0,0 0-1 0 0,1 1 1 0 0,0-1 0 0 0,-1 0-1 0 0,1-1 1 0 0,0 1-1 0 0,0 0 1 0 0,0 0 0 0 0,0-1-1 0 0,0 1 1 0 0,0-1-1 0 0,1 0 1 0 0,2 2 0 0 0,13 3 221 0 0,0 0 1 0 0,0-1 0 0 0,1-1 0 0 0,0 0-1 0 0,0-2 1 0 0,0 0 0 0 0,33-1-1 0 0,356-20 602 0 0,-124 2-774 0 0,1443 23 45 0 0,-1036 6-149 0 0,-31-1 372 0 0,418 12 605 0 0,-922-21-989 0 0,567 22 61 0 0,201 1-42 0 0,-908-25-52 0 0,874-13 62 0 0,568-18 462 0 0,-1065 30-445 0 0,668 6-70 0 0,134-11 36 0 0,-1031 3 3 0 0,556-19 247 0 0,-337 9-1 0 0,542-6 84 0 0,655-2-198 0 0,22-35 87 0 0,-779-8-114 0 0,-446 25-103 0 0,-287 28-49 0 0,-71 9-1 0 0,35-5-3 0 0,2 1 5 0 0,12-2 1200 0 0,-66 8-967 0 0,1-1-92 0 0,0-1 1 0 0,-1 1-1 0 0,1 0 1 0 0,0 0 0 0 0,0 0-1 0 0,-1 1 1 0 0,7-1-1 0 0,-8 0-139 0 0,-1 1-1 0 0,1 0 1 0 0,0 0-1 0 0,0 0 1 0 0,0-1-1 0 0,0 1 0 0 0,0 0 1 0 0,-1-1-1 0 0,1 1 1 0 0,0-1-1 0 0,0 1 1 0 0,-1-1-1 0 0,1 1 0 0 0,1-2 1 0 0,15-20-9045 0 0,-10 11 4746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24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1820 0 0,'43'-95'15421'0'0,"-42"93"-14923"0"0,7-12 693 0 0,-8 13-1179 0 0,0 1 1 0 0,0 0 0 0 0,0-1-1 0 0,0 1 1 0 0,0 0 0 0 0,0-1-1 0 0,1 1 1 0 0,-1 0 0 0 0,0 0 0 0 0,0-1-1 0 0,0 1 1 0 0,1 0 0 0 0,-1-1-1 0 0,0 1 1 0 0,1 0 0 0 0,-1 0-1 0 0,0 0 1 0 0,0-1 0 0 0,1 1-1 0 0,-1 0 1 0 0,0 0 0 0 0,1 0-1 0 0,-1 0 1 0 0,0 0 0 0 0,1-1-1 0 0,-1 1 1 0 0,1 0 0 0 0,-1 0-1 0 0,0 0 1 0 0,1 0 0 0 0,0 0-1 0 0,5 11-690 0 0,-3 9-2388 0 0,-2 0-3690 0 0,-1 1 325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24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2028 0 0,'-11'24'6997'0'0,"-3"11"-1051"0"0,14-33-5162 0 0,-1 11 2288 0 0,-2 2-1548 0 0,3-15-1602 0 0,0 0-1 0 0,0 1 1 0 0,30-10-10710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25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62 1292 0 0,'-2'-12'28353'0'0,"14"9"-28192"0"0,0 0 1 0 0,1 1-1 0 0,-1 1 0 0 0,1 0 0 0 0,0 0 0 0 0,22 3 0 0 0,-11-2-63 0 0,236-13 250 0 0,-113 3-153 0 0,-110 6-134 0 0,-19 1-26 0 0,-15 3-55 0 0,16-2-308 0 0,30-5 0 0 0,-47 6-263 0 0,6 0-215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35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555 142 84 0 0,'2'-1'5112'0'0,"-1"0"-4931"0"0,-1 1 0 0 0,1 0 0 0 0,-1-1 0 0 0,1 1 0 0 0,-1 0 0 0 0,1 0 0 0 0,-1-1 0 0 0,1 1 0 0 0,0 0 0 0 0,-1 0 0 0 0,1 0 0 0 0,-1 0 0 0 0,1 0 0 0 0,0 0 0 0 0,-1 0 0 0 0,1 0 0 0 0,-1 0 0 0 0,1 0 0 0 0,0 0 0 0 0,-1 0 0 0 0,1 0 0 0 0,0 1 0 0 0,0 0-56 0 0,0-1-1 0 0,-1 1 1 0 0,1 0 0 0 0,-1 0-1 0 0,1 0 1 0 0,-1 0 0 0 0,0 0-1 0 0,1 0 1 0 0,-1 0 0 0 0,0-1-1 0 0,0 1 1 0 0,0 0 0 0 0,1 0-1 0 0,-1 0 1 0 0,0 0 0 0 0,0 0-1 0 0,-1 0 1 0 0,1 0 0 0 0,0 0-1 0 0,-1 2 1 0 0,-1 10 260 0 0,-1 0 0 0 0,-1-1 0 0 0,-1 1 0 0 0,1-1 0 0 0,-2 0 0 0 0,0 0 0 0 0,0-1 0 0 0,-1 1 0 0 0,0-1 0 0 0,-1-1 0 0 0,-1 0 0 0 0,1 0 0 0 0,-11 9 0 0 0,16-17-242 0 0,0 0 1 0 0,1 0-1 0 0,-1 0 0 0 0,0 0 1 0 0,0 0-1 0 0,0-1 1 0 0,0 1-1 0 0,-1-1 0 0 0,1 0 1 0 0,0 0-1 0 0,-1 0 1 0 0,-5 0-1 0 0,8-1-118 0 0,-1 0 0 0 0,0-1 0 0 0,1 1 0 0 0,-1-1 0 0 0,0 1-1 0 0,1-1 1 0 0,-1 0 0 0 0,0 0 0 0 0,1 0 0 0 0,-1 0 0 0 0,1 0 0 0 0,0 0 0 0 0,-1 0 0 0 0,1 0 0 0 0,0 0 0 0 0,0-1 0 0 0,0 1 0 0 0,-1 0 0 0 0,1-1-1 0 0,1 1 1 0 0,-1-1 0 0 0,0 0 0 0 0,-1-1 0 0 0,-2-7 4 0 0,0 1 0 0 0,0-1 0 0 0,1 0 0 0 0,0 0 0 0 0,1 0 0 0 0,0-1-1 0 0,1 1 1 0 0,0-1 0 0 0,1 1 0 0 0,0 0 0 0 0,1-11 0 0 0,1 6-33 0 0,0 0 1 0 0,1 1-1 0 0,0 0 1 0 0,1 0-1 0 0,1 0 1 0 0,0 0-1 0 0,9-15 1 0 0,-10 23-15 0 0,0 0 0 0 0,0 1 0 0 0,1 0 0 0 0,0 0 0 0 0,0 0 0 0 0,0 0 0 0 0,0 1 0 0 0,1 0 0 0 0,12-7 0 0 0,-16 10 12 0 0,0 0 1 0 0,1 0-1 0 0,-1 0 0 0 0,1 1 1 0 0,-1-1-1 0 0,1 1 0 0 0,0-1 1 0 0,-1 1-1 0 0,1 0 1 0 0,-1 0-1 0 0,1 0 0 0 0,0 0 1 0 0,-1 1-1 0 0,1-1 0 0 0,3 2 1 0 0,1 0-2 0 0,0 0 0 0 0,-1 1 0 0 0,1 0 0 0 0,10 6-1 0 0,-11-5 6 0 0,1 1 0 0 0,-1 1-1 0 0,0-1 1 0 0,-1 1-1 0 0,1 0 1 0 0,-1 1-1 0 0,0-1 1 0 0,-1 1-1 0 0,0 0 1 0 0,0 0-1 0 0,0 0 1 0 0,-1 1-1 0 0,0-1 1 0 0,3 12-1 0 0,0 5-1 0 0,-1-1 0 0 0,-1 1 1 0 0,2 39-1 0 0,-5-15 6 0 0,-2 0 0 0 0,-16 96-1 0 0,-36 90 54 0 0,36-172 207 0 0,-3-2 1 0 0,-3-1-1 0 0,-44 85 1 0 0,63-136-14 0 0,-1 0-1 0 0,0-1 1 0 0,0 1-1 0 0,-1-1 1 0 0,0 0 0 0 0,0 0-1 0 0,-11 8 1 0 0,13-12-150 0 0,0-1 0 0 0,0 1 0 0 0,0-1 0 0 0,0 0 0 0 0,0 0 0 0 0,-1 0 0 0 0,1 0 0 0 0,0-1-1 0 0,-1 0 1 0 0,0 0 0 0 0,1 0 0 0 0,-1 0 0 0 0,0-1 0 0 0,0 0 0 0 0,-6 0 0 0 0,3-1-24 0 0,-1-1 0 0 0,1 0 0 0 0,0 0 1 0 0,0 0-1 0 0,0-1 0 0 0,0 0 0 0 0,-14-8 0 0 0,-1-4 27 0 0,-23-18 1 0 0,1 1 4 0 0,-2-2-42 0 0,30 21-200 0 0,0 1 0 0 0,-20-10 1 0 0,35 21-257 0 0,1 1 1 0 0,-1-1 0 0 0,1 0 0 0 0,0 0 0 0 0,-1 1-1 0 0,1-1 1 0 0,0 0 0 0 0,0 0 0 0 0,-1 0 0 0 0,1-1-1 0 0,0 1 1 0 0,0 0 0 0 0,0 0 0 0 0,0-1-1 0 0,1 1 1 0 0,-2-2 0 0 0,2 2 222 0 0,0 0-1 0 0,0 1 1 0 0,0-1-1 0 0,0 0 0 0 0,0 1 1 0 0,0-1-1 0 0,0 0 1 0 0,0 1-1 0 0,0-1 1 0 0,0 0-1 0 0,0 1 1 0 0,1-1-1 0 0,-1 1 1 0 0,0-1-1 0 0,1 1 1 0 0,-1-1-1 0 0,0 0 1 0 0,1 1-1 0 0,-1-1 0 0 0,0 1 1 0 0,1-1-1 0 0,-1 1 1 0 0,1 0-1 0 0,-1-1 1 0 0,1 1-1 0 0,-1-1 1 0 0,2 1-1 0 0,16-18-5807 0 0,-4 9 663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36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292 121 1348 0 0,'2'-4'726'0'0,"9"-10"2494"0"0,0-1 0 0 0,-2-1 0 0 0,10-20 1 0 0,6 1 1312 0 0,-23 37-4483 0 0,-1 0 0 0 0,1 1 0 0 0,-1-1 0 0 0,0 0 0 0 0,0 1 0 0 0,0-1 0 0 0,0 1 0 0 0,-1 0 0 0 0,1-1 0 0 0,-1 1 0 0 0,1-1 0 0 0,-1 1 0 0 0,0 4 0 0 0,-1 43 330 0 0,-1-32-223 0 0,-117 1268 1801 0 0,91-1118-1901 0 0,-35 244 1 0 0,47-236-17 0 0,16-171-45 0 0,0 1-1 0 0,1-1 0 0 0,0 0 0 0 0,0 1 1 0 0,0-1-1 0 0,4 9 0 0 0,-5-13 7 0 0,0 0 1 0 0,1 0-1 0 0,-1-1 1 0 0,1 1-1 0 0,0 0 0 0 0,-1-1 1 0 0,1 1-1 0 0,-1-1 1 0 0,1 1-1 0 0,0-1 0 0 0,-1 1 1 0 0,1-1-1 0 0,0 1 1 0 0,0-1-1 0 0,-1 0 0 0 0,1 1 1 0 0,0-1-1 0 0,0 0 1 0 0,0 1-1 0 0,-1-1 0 0 0,1 0 1 0 0,2 0-1 0 0,-3 0 1 0 0,8 1 20 0 0,6-4-18 0 0,-1 0 1 0 0,1-1-1 0 0,-1-1 1 0 0,0 0-1 0 0,0 0 1 0 0,0-1-1 0 0,-1-1 1 0 0,0 0-1 0 0,0-1 0 0 0,-1 0 1 0 0,0-1-1 0 0,-1 0 1 0 0,0-1-1 0 0,0 0 1 0 0,13-18-1 0 0,-14 17-4 0 0,0-1-1 0 0,-1-1 1 0 0,-1 1-1 0 0,0-1 1 0 0,-1-1-1 0 0,0 1 0 0 0,-1-1 1 0 0,-1 0-1 0 0,0 0 1 0 0,-1 0-1 0 0,0-1 1 0 0,-1 1-1 0 0,-1-1 1 0 0,0 1-1 0 0,-2-18 0 0 0,-2 16-4 0 0,0 0-1 0 0,-1-1 0 0 0,-1 1 0 0 0,0 1 1 0 0,-1-1-1 0 0,-1 1 0 0 0,-1 0 0 0 0,0 0 1 0 0,-13-17-1 0 0,4 8 5 0 0,-1 1-1 0 0,-2 1 1 0 0,0 1-1 0 0,-34-28 1 0 0,-81-44 38 0 0,26 19 23 0 0,107 73-101 0 0,1 0-1 0 0,-1 0 0 0 0,1 0 1 0 0,-1-1-1 0 0,1 1 0 0 0,0 0 1 0 0,0-1-1 0 0,0 1 0 0 0,-1-1 1 0 0,1 1-1 0 0,1-1 0 0 0,-1 1 1 0 0,0-1-1 0 0,0 0 0 0 0,1 1 1 0 0,-1-1-1 0 0,0 0 0 0 0,1 0 0 0 0,0 0 1 0 0,0 1-1 0 0,-1-1 0 0 0,1 0 1 0 0,0 0-1 0 0,0 0 0 0 0,0 0 1 0 0,1 1-1 0 0,-1-1 0 0 0,0 0 1 0 0,1 0-1 0 0,-1 0 0 0 0,1 1 1 0 0,0-1-1 0 0,0 0 0 0 0,-1 1 0 0 0,1-1 1 0 0,0 0-1 0 0,0 1 0 0 0,0-1 1 0 0,1 1-1 0 0,-1 0 0 0 0,2-2 1 0 0,6-7-546 0 0,0 1 1 0 0,1 1 0 0 0,0 0 0 0 0,17-11-1 0 0,-26 18 528 0 0,145-81-9482 0 0,-100 57 3146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37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0 777 1744 0 0,'3'1'767'0'0,"-1"-1"0"0"0,0 1 0 0 0,1 0 0 0 0,-1 0 0 0 0,0 0-1 0 0,0 0 1 0 0,0 0 0 0 0,0 0 0 0 0,4 4 1093 0 0,-6-3-887 0 0,7 82 3175 0 0,0 1-3151 0 0,-7-83-921 0 0,0 0-1 0 0,0 0 1 0 0,1 0 0 0 0,-1 0-1 0 0,0 0 1 0 0,1 0-1 0 0,0 0 1 0 0,-1 0-1 0 0,3 4 1 0 0,-2-6-47 0 0,-1 0 0 0 0,1 1 1 0 0,0-1-1 0 0,0 0 0 0 0,-1 0 0 0 0,1 0 1 0 0,0 0-1 0 0,0 0 0 0 0,-1 0 0 0 0,1 0 0 0 0,0 0 1 0 0,0 0-1 0 0,-1 0 0 0 0,1-1 0 0 0,0 1 1 0 0,0 0-1 0 0,-1 0 0 0 0,1-1 0 0 0,0 1 1 0 0,-1 0-1 0 0,1-1 0 0 0,0 1 0 0 0,-1-1 0 0 0,1 1 1 0 0,-1-1-1 0 0,1 1 0 0 0,0-1 0 0 0,6-6 2 0 0,1 0 0 0 0,-2 0 0 0 0,1 0 0 0 0,-1-1 0 0 0,0 0 0 0 0,0 0-1 0 0,6-13 1 0 0,3-3 2 0 0,50-83 34 0 0,81-184-1 0 0,-139 277-59 0 0,44-96 12 0 0,97-200-25 0 0,-119 267-107 0 0,-29 43 108 0 0,1-1 1 0 0,0 0 0 0 0,-1 1 0 0 0,1-1-1 0 0,0 0 1 0 0,0 1 0 0 0,0-1 0 0 0,-1 1-1 0 0,1 0 1 0 0,0-1 0 0 0,0 1 0 0 0,0-1-1 0 0,0 1 1 0 0,0 0 0 0 0,0 0 0 0 0,0 0-1 0 0,0-1 1 0 0,0 1 0 0 0,0 0 0 0 0,0 0-1 0 0,0 0 1 0 0,-1 1 0 0 0,1-1 0 0 0,0 0-1 0 0,0 0 1 0 0,0 0 0 0 0,0 1 0 0 0,0-1-1 0 0,0 0 1 0 0,1 1 0 0 0,1 1 0 0 0,0-1 1 0 0,-1 1-1 0 0,1-1 1 0 0,0 1 0 0 0,-1 0-1 0 0,5 4 1 0 0,-1 2 8 0 0,0-1 0 0 0,0 1 1 0 0,-1 0-1 0 0,0 1 0 0 0,-1-1 0 0 0,1 1 1 0 0,4 15-1 0 0,13 68 110 0 0,-14-57-70 0 0,2 24 121 0 0,-2 0 1 0 0,-3 1-1 0 0,-2 0 0 0 0,-7 69 1 0 0,-23 124 350 0 0,17-174-351 0 0,9-69-186 0 0,0 1 325 0 0,0 0-1 0 0,-1-1 1 0 0,-1 1-1 0 0,-5 16 0 0 0,7-25-173 0 0,-12-26 119 0 0,-11-60-117 0 0,16 53-131 0 0,-16-42 0 0 0,15 51-10 0 0,-1 0-1 0 0,-1 1 1 0 0,-1 1-1 0 0,0 0 1 0 0,-24-29-1 0 0,28 40-3 0 0,-1 1-1 0 0,1 0 1 0 0,-1 0-1 0 0,-1 1 1 0 0,1 0-1 0 0,-1 0 1 0 0,-1 1-1 0 0,1 1 1 0 0,-1-1-1 0 0,0 2 1 0 0,0 0-1 0 0,0 0 1 0 0,-13-2-1 0 0,10 3-5 0 0,-1 2-1 0 0,1-1 1 0 0,-1 2-1 0 0,0 0 1 0 0,1 0 0 0 0,-1 2-1 0 0,-27 5 1 0 0,33-5 2 0 0,0 1 1 0 0,0 0 0 0 0,0 0 0 0 0,1 0 0 0 0,0 1 0 0 0,-1 1 0 0 0,2-1 0 0 0,-1 1 0 0 0,0 1-1 0 0,1-1 1 0 0,0 1 0 0 0,0 1 0 0 0,-9 10 0 0 0,11-3-10 0 0,4-11 23 0 0,1-2 2 0 0,0 0 0 0 0,0 0 1 0 0,0 0-1 0 0,0 0 1 0 0,0 0-1 0 0,1 1 1 0 0,-1-1-1 0 0,0 0 1 0 0,1 0-1 0 0,-1 0 0 0 0,0 0 1 0 0,1 0-1 0 0,0 0 1 0 0,-1-1-1 0 0,1 1 1 0 0,-1 0-1 0 0,1 0 0 0 0,0 0 1 0 0,0 0-1 0 0,-1-1 1 0 0,1 1-1 0 0,0 0 1 0 0,0-1-1 0 0,0 1 0 0 0,2 0 1 0 0,24 13 16 0 0,-16-11-80 0 0,0-1 1 0 0,0-1 0 0 0,0 0 0 0 0,1 0 0 0 0,-1-1 0 0 0,20-3 0 0 0,68-15-1831 0 0,137-42-8691 0 0,-169 39 4385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38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424 234 216 0 0,'3'-51'7257'0'0,"-2"41"-6423"0"0,0-1-1 0 0,0 1 1 0 0,-1-1 0 0 0,0 0-1 0 0,-1 0 1 0 0,0 1-1 0 0,0-1 1 0 0,-2 1 0 0 0,-4-18-1 0 0,6 25-740 0 0,0 1 0 0 0,-1-1 0 0 0,1 1 0 0 0,0 0 0 0 0,-1 0 0 0 0,1 0 0 0 0,-1-1 0 0 0,0 1 0 0 0,0 1 0 0 0,0-1 0 0 0,0 0 0 0 0,0 0 0 0 0,0 1 0 0 0,0-1 0 0 0,0 1 0 0 0,-1 0 0 0 0,1-1 0 0 0,0 1 0 0 0,-4-1 0 0 0,3 2-43 0 0,-1-1 1 0 0,0 1-1 0 0,0 0 0 0 0,0-1 1 0 0,0 2-1 0 0,0-1 1 0 0,1 0-1 0 0,-1 1 0 0 0,0 0 1 0 0,0 0-1 0 0,-6 2 0 0 0,-3 2-27 0 0,1 1-1 0 0,0 1 0 0 0,0 0 1 0 0,1 1-1 0 0,-1 0 0 0 0,-13 13 1 0 0,-2 5 5 0 0,1 0 0 0 0,0 2 0 0 0,-33 51 1 0 0,45-58-14 0 0,1 1 1 0 0,1 1-1 0 0,1 0 1 0 0,1 1 0 0 0,1 0-1 0 0,-7 30 1 0 0,14-49-13 0 0,1 0 0 0 0,1 0 0 0 0,-1 0 0 0 0,1 0 0 0 0,-1 0 0 0 0,2 0-1 0 0,-1 0 1 0 0,0 0 0 0 0,3 8 0 0 0,-2-10 0 0 0,-1-1-1 0 0,1 1 0 0 0,0-1 0 0 0,1 0 0 0 0,-1 1 1 0 0,0-1-1 0 0,1 0 0 0 0,-1 0 0 0 0,1 0 0 0 0,0 0 1 0 0,0 0-1 0 0,-1 0 0 0 0,1 0 0 0 0,1 0 0 0 0,-1-1 1 0 0,0 1-1 0 0,4 1 0 0 0,-5-2-1 0 0,1-1-1 0 0,-1 1 1 0 0,0-1 0 0 0,1 1 0 0 0,-1-1-1 0 0,0 0 1 0 0,1 1 0 0 0,-1-1 0 0 0,1 0-1 0 0,-1 0 1 0 0,0 0 0 0 0,1 0-1 0 0,-1 0 1 0 0,1-1 0 0 0,-1 1 0 0 0,3-1-1 0 0,1 0 1 0 0,4 0-3 0 0,0-1 0 0 0,-1 0 0 0 0,1-1 0 0 0,-1 0 0 0 0,1 0 0 0 0,-1-1 0 0 0,0 0-1 0 0,0 0 1 0 0,0-1 0 0 0,-1 0 0 0 0,0 0 0 0 0,0-1 0 0 0,10-9 0 0 0,-1-2-6 0 0,0-1 0 0 0,-2 0 0 0 0,24-38 0 0 0,-16 13 4 0 0,-1-1 0 0 0,-2 0-1 0 0,16-58 1 0 0,-28 79 14 0 0,-3 12-19 0 0,0-3-21 0 0,-3 12-25 0 0,-2 7-48 0 0,-5 20 132 0 0,-27 140 112 0 0,31-146-127 0 0,0 0 0 0 0,1 0 0 0 0,2 0 0 0 0,-1 0 0 0 0,2 0-1 0 0,7 32 1 0 0,-8-47-22 0 0,0-1 1 0 0,0 1-1 0 0,0 0 0 0 0,0-1 0 0 0,1 1 0 0 0,0-1 0 0 0,0 0 0 0 0,0 1 0 0 0,0-1 0 0 0,0 0 0 0 0,0 0 0 0 0,1 0 0 0 0,0-1 1 0 0,-1 1-1 0 0,1 0 0 0 0,0-1 0 0 0,0 0 0 0 0,0 0 0 0 0,1 0 0 0 0,-1 0 0 0 0,1 0 0 0 0,-1-1 0 0 0,1 0 0 0 0,-1 1 0 0 0,1-1 1 0 0,0 0-1 0 0,-1-1 0 0 0,1 1 0 0 0,0-1 0 0 0,0 0 0 0 0,0 1 0 0 0,5-2 0 0 0,0 0-127 0 0,-1-1 1 0 0,1 1-1 0 0,0-1 0 0 0,-1-1 0 0 0,0 0 1 0 0,1 0-1 0 0,-1-1 0 0 0,-1 0 1 0 0,1 0-1 0 0,0-1 0 0 0,-1 0 0 0 0,0 0 1 0 0,7-7-1 0 0,-4 1-9 0 0,0 0 1 0 0,-1 0 0 0 0,0-1-1 0 0,0 0 1 0 0,-2-1-1 0 0,1 0 1 0 0,8-24-1 0 0,1-9 56 0 0,10-48-1 0 0,-11 33 398 0 0,9-18 192 0 0,-25 78-499 0 0,0 1-1 0 0,0-1 0 0 0,0 1 1 0 0,1 0-1 0 0,-1-1 1 0 0,0 1-1 0 0,0-1 1 0 0,1 1-1 0 0,-1 0 0 0 0,0-1 1 0 0,0 1-1 0 0,1-1 1 0 0,-1 1-1 0 0,0 0 1 0 0,1 0-1 0 0,-1-1 0 0 0,0 1 1 0 0,1 0-1 0 0,-1 0 1 0 0,1-1-1 0 0,-1 1 1 0 0,0 0-1 0 0,1 0 0 0 0,-1 0 1 0 0,1-1-1 0 0,-1 1 1 0 0,1 0-1 0 0,-1 0 1 0 0,1 0-1 0 0,-1 0 0 0 0,1 0 1 0 0,-1 0-1 0 0,0 0 1 0 0,1 0-1 0 0,-1 0 1 0 0,1 0-1 0 0,-1 1 0 0 0,1-1 1 0 0,-1 0-1 0 0,1 0 1 0 0,-1 0-1 0 0,0 0 1 0 0,1 1-1 0 0,-1-1 0 0 0,1 0 1 0 0,-1 0-1 0 0,1 1 1 0 0,13 15 56 0 0,-8-5-7 0 0,0 0 0 0 0,-1 0 0 0 0,0 1 0 0 0,-1-1 0 0 0,0 1 1 0 0,-1 0-1 0 0,-1 0 0 0 0,2 15 0 0 0,2 100 325 0 0,-6-110-324 0 0,-1 0 141 0 0,-1 0 0 0 0,-7 32 0 0 0,4-28 335 0 0,4-19-462 0 0,1 0 0 0 0,-1 0 0 0 0,0 0-1 0 0,0-1 1 0 0,0 1 0 0 0,0 0 0 0 0,0-1-1 0 0,0 1 1 0 0,-1-1 0 0 0,1 1 0 0 0,0-1 0 0 0,-1 0-1 0 0,-1 2 1 0 0,1-2 87 0 0,-3-3 21 0 0,4 1-167 0 0,1 1 0 0 0,-1 0 0 0 0,0 0 0 0 0,1 0 0 0 0,-1 0 0 0 0,0 0 0 0 0,1-1-1 0 0,-1 1 1 0 0,1 0 0 0 0,-1-1 0 0 0,1 1 0 0 0,-1 0 0 0 0,0-1 0 0 0,1 1 0 0 0,-1-1 0 0 0,1 1 0 0 0,-1-1 0 0 0,0 0 0 0 0,-1-5 5 0 0,-1 0 0 0 0,1-1 0 0 0,0 1 0 0 0,1-1 0 0 0,-1 0 0 0 0,1 1 0 0 0,1-1 0 0 0,-1 0 1 0 0,1 0-1 0 0,0 1 0 0 0,1-1 0 0 0,-1 0 0 0 0,1 0 0 0 0,1 1 0 0 0,2-9 0 0 0,1-4-12 0 0,1-1-1 0 0,1 1 1 0 0,1 0 0 0 0,10-17-1 0 0,-9 18 1 0 0,1 2 0 0 0,1 0 0 0 0,0 0 0 0 0,1 1 0 0 0,1 0 0 0 0,0 1-1 0 0,1 1 1 0 0,1 0 0 0 0,0 1 0 0 0,0 0 0 0 0,1 2 0 0 0,1-1 0 0 0,20-8 0 0 0,-25 14-6 0 0,1 0-1 0 0,-1 1 1 0 0,1 1 0 0 0,1 0 0 0 0,-1 0 0 0 0,0 2-1 0 0,1 0 1 0 0,18 0 0 0 0,-28 1 4 0 0,1 1 0 0 0,-1-1 1 0 0,0 1-1 0 0,0 0 0 0 0,0 0 0 0 0,0 0 0 0 0,0 1 0 0 0,0-1 0 0 0,0 1 1 0 0,0 0-1 0 0,-1 0 0 0 0,1 1 0 0 0,-1-1 0 0 0,1 1 0 0 0,-1-1 0 0 0,0 1 0 0 0,0 0 1 0 0,0 0-1 0 0,0 1 0 0 0,-1-1 0 0 0,1 1 0 0 0,-1-1 0 0 0,0 1 0 0 0,0 0 1 0 0,0-1-1 0 0,-1 1 0 0 0,1 0 0 0 0,-1 0 0 0 0,0 0 0 0 0,1 6 0 0 0,0 9 13 0 0,0 1 0 0 0,-1-1 0 0 0,-2 0 0 0 0,0 0 0 0 0,-7 38 0 0 0,5-37-47 0 0,0 1 0 0 0,1 0 0 0 0,1 0 0 0 0,4 33 0 0 0,-3-51-67 0 0,0 0 0 0 0,1 1-1 0 0,0-1 1 0 0,0 0-1 0 0,0 0 1 0 0,0 0 0 0 0,0 0-1 0 0,1-1 1 0 0,-1 1-1 0 0,1 0 1 0 0,0-1 0 0 0,0 1-1 0 0,0-1 1 0 0,0 1-1 0 0,0-1 1 0 0,1 0 0 0 0,2 3-1 0 0,-1-3-157 0 0,1 1 0 0 0,-1-1 1 0 0,0 0-1 0 0,1 0 0 0 0,0 0 0 0 0,-1-1 0 0 0,1 0 0 0 0,0 0 0 0 0,0 0 0 0 0,6 0 0 0 0,5-1-1178 0 0,0 0-1 0 0,0-1 1 0 0,0-1-1 0 0,-1-1 0 0 0,29-7 1 0 0,-15 0-2327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38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294 821 2960 0 0,'81'-107'4258'0'0,"-72"93"-3450"0"0,0-1-1 0 0,-2 0 1 0 0,1 0-1 0 0,-2-1 1 0 0,9-31-1 0 0,-13 39-388 0 0,-1 0-1 0 0,0 1 1 0 0,-1-1-1 0 0,0 0 0 0 0,-1-14 1 0 0,1 18-239 0 0,-1 0-1 0 0,0 0 1 0 0,1 0 0 0 0,-1 0-1 0 0,-1 1 1 0 0,1-1 0 0 0,-1 0-1 0 0,1 0 1 0 0,-1 1 0 0 0,0 0-1 0 0,0-1 1 0 0,-5-4 0 0 0,5 6-120 0 0,0 1 0 0 0,0-1 1 0 0,-1 1-1 0 0,1-1 1 0 0,-1 1-1 0 0,1 0 1 0 0,-1 0-1 0 0,1 0 0 0 0,-1 1 1 0 0,1-1-1 0 0,-1 0 1 0 0,0 1-1 0 0,0 0 1 0 0,1 0-1 0 0,-1 0 0 0 0,0 0 1 0 0,0 0-1 0 0,1 0 1 0 0,-1 1-1 0 0,0-1 1 0 0,1 1-1 0 0,-1 0 0 0 0,-4 2 1 0 0,-5 1 39 0 0,1 1 1 0 0,1 0-1 0 0,-21 13 1 0 0,7 0-55 0 0,0 1-1 0 0,2 1 1 0 0,0 0 0 0 0,1 2 0 0 0,1 0 0 0 0,1 2-1 0 0,1 0 1 0 0,1 1 0 0 0,1 1 0 0 0,2 0 0 0 0,0 1-1 0 0,2 0 1 0 0,-16 55 0 0 0,26-74-36 0 0,0 1 1 0 0,0-1-1 0 0,1 1 0 0 0,0 0 0 0 0,1 0 0 0 0,0-1 0 0 0,0 1 1 0 0,1 0-1 0 0,4 17 0 0 0,-4-23-9 0 0,0 0 0 0 0,0 1 0 0 0,1-1 1 0 0,-1 0-1 0 0,1 0 0 0 0,0 0 0 0 0,0 0 0 0 0,0 0 0 0 0,0 0 0 0 0,1-1 1 0 0,-1 1-1 0 0,1-1 0 0 0,-1 0 0 0 0,1 1 0 0 0,0-1 0 0 0,0 0 0 0 0,0-1 1 0 0,0 1-1 0 0,0 0 0 0 0,1-1 0 0 0,-1 0 0 0 0,0 0 0 0 0,1 0 0 0 0,-1 0 1 0 0,1 0-1 0 0,6 0 0 0 0,-1-1-63 0 0,0-1 0 0 0,1 1-1 0 0,-1-1 1 0 0,0-1 0 0 0,0 0 0 0 0,0 0 0 0 0,0-1 0 0 0,0 0 0 0 0,-1 0 0 0 0,16-9 0 0 0,-2-1-253 0 0,0 0 1 0 0,26-21 0 0 0,-27 16 101 0 0,0-2 0 0 0,-1 0 0 0 0,-1 0 0 0 0,0-2 0 0 0,-2-1 0 0 0,17-28 0 0 0,-2-7-163 0 0,36-85-1 0 0,-45 87 498 0 0,-1-1-1 0 0,-4-1 1 0 0,-1-1-1 0 0,-4 0 1 0 0,-2-1-1 0 0,-2-1 1 0 0,0-73-1 0 0,-9 130-54 0 0,-1 0 0 0 0,1-1 0 0 0,-1 1 0 0 0,0-1 0 0 0,0 1 0 0 0,-3-7 0 0 0,3 9 2 0 0,-13 10 29 0 0,9-7-78 0 0,3 1-8 0 0,-1 1 0 0 0,0-1 0 0 0,1 1 0 0 0,-1 0 0 0 0,1-1 0 0 0,0 1 0 0 0,-1 0 0 0 0,2 0 1 0 0,-1 1-1 0 0,-2 3 0 0 0,-13 38 132 0 0,11-26-51 0 0,-9 24 298 0 0,2 0 0 0 0,-13 85 0 0 0,3 91 314 0 0,23-217-700 0 0,-3 33 45 0 0,2 1 0 0 0,1-1 0 0 0,2 1 0 0 0,2-1 0 0 0,13 60-1 0 0,-15-87-253 0 0,1 1-1 0 0,0-1 1 0 0,0 1-1 0 0,1-1 1 0 0,0 0-1 0 0,1 0 1 0 0,-1-1-1 0 0,8 9 0 0 0,-8-12-402 0 0,0 0-1 0 0,0 0 1 0 0,1 0-1 0 0,-1 0 0 0 0,1-1 1 0 0,0 0-1 0 0,0 0 0 0 0,1 0 1 0 0,-1-1-1 0 0,1 1 0 0 0,-1-1 1 0 0,1-1-1 0 0,7 3 1 0 0,16 1-6422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3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122 144 2716 0 0,'44'-143'19171'0'0,"-43"146"-18942"0"0,0 1 1 0 0,0 0-1 0 0,0 0 1 0 0,0-1-1 0 0,-1 1 1 0 0,1 0-1 0 0,-1 0 1 0 0,0-1-1 0 0,0 1 1 0 0,-1 4-1 0 0,-8 46 1317 0 0,2-21-729 0 0,-25 160 219 0 0,-62 203 0 0 0,80-332-3284 0 0,0-4-4814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39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192 322 20 0 0,'8'-87'7669'0'0,"-5"53"-3840"0"0,11-58 0 0 0,-13 86-3711 0 0,1 1-1 0 0,0-1 1 0 0,0 1-1 0 0,0 0 1 0 0,1-1-1 0 0,0 1 1 0 0,0 1-1 0 0,0-1 1 0 0,0 0-1 0 0,1 1 1 0 0,0 0-1 0 0,0-1 1 0 0,0 2-1 0 0,0-1 1 0 0,6-4-1 0 0,-3 4-60 0 0,0 0-1 0 0,0 1 1 0 0,0 0-1 0 0,1 0 1 0 0,-1 0-1 0 0,1 1 1 0 0,-1 0-1 0 0,1 1 1 0 0,0-1-1 0 0,10 1 1 0 0,-7 1-43 0 0,-1 0 1 0 0,1 0 0 0 0,-1 1 0 0 0,1 1 0 0 0,-1-1 0 0 0,0 2 0 0 0,1 0 0 0 0,-1 0 0 0 0,-1 0-1 0 0,1 2 1 0 0,0-1 0 0 0,-1 1 0 0 0,0 0 0 0 0,0 1 0 0 0,0 0 0 0 0,14 14 0 0 0,-19-16 6 0 0,-1-1 0 0 0,0 1 0 0 0,0 0 1 0 0,0 1-1 0 0,-1-1 0 0 0,1 0 0 0 0,-1 1 1 0 0,0 0-1 0 0,0-1 0 0 0,-1 1 0 0 0,1 0 1 0 0,-1 0-1 0 0,0 0 0 0 0,-1 0 1 0 0,1 9-1 0 0,-1-6 6 0 0,-1-1 1 0 0,0 1-1 0 0,-1 0 0 0 0,1-1 1 0 0,-2 1-1 0 0,1-1 0 0 0,-1 0 1 0 0,0 1-1 0 0,-5 7 1 0 0,-8 10 118 0 0,0-2 0 0 0,-2 0 0 0 0,0-1 0 0 0,-29 25 0 0 0,17-19 938 0 0,-35 24 0 0 0,13-12 1255 0 0,33-26-1312 0 0,35-13-1031 0 0,0 1 0 0 0,0 0 0 0 0,0 1 0 0 0,-1 0 0 0 0,1 1 0 0 0,-1 1 0 0 0,0 1 0 0 0,0 0 0 0 0,17 10 0 0 0,-22-10 30 0 0,1 0 0 0 0,0 1 0 0 0,-1 0 1 0 0,-1 1-1 0 0,1 0 0 0 0,-1 0 0 0 0,-1 1 0 0 0,1 1 0 0 0,-1-1 0 0 0,-1 1 0 0 0,0 1 1 0 0,10 19-1 0 0,-14-24 50 0 0,-1 0 0 0 0,0 1 0 0 0,0-1 0 0 0,0 1 0 0 0,-1 0 0 0 0,0-1 0 0 0,0 1 0 0 0,0 0 0 0 0,-1 0 0 0 0,0 0 0 0 0,-1 0 0 0 0,0-1 0 0 0,0 1 0 0 0,0 0 0 0 0,-4 11 0 0 0,1-10 157 0 0,1 1 1 0 0,-2-1-1 0 0,1 0 1 0 0,-1 0-1 0 0,0-1 1 0 0,-1 1-1 0 0,0-1 1 0 0,0 0-1 0 0,-1-1 1 0 0,-12 11-1 0 0,8-9-1 0 0,-1 0-1 0 0,0 0 1 0 0,0-2-1 0 0,0 1 0 0 0,-1-1 1 0 0,0-1-1 0 0,-1 0 1 0 0,1-1-1 0 0,-1 0 1 0 0,1-2-1 0 0,-1 1 0 0 0,0-1 1 0 0,0-1-1 0 0,0-1 1 0 0,-18-1-1 0 0,14-2-332 0 0,0 0 0 0 0,0-1 0 0 0,0-1 1 0 0,1-1-1 0 0,0-1 0 0 0,0 0 0 0 0,1-1 0 0 0,0-1 0 0 0,0 0 0 0 0,1-1 1 0 0,0-1-1 0 0,1 0 0 0 0,0-1 0 0 0,-19-22 0 0 0,31 32-600 0 0,0-1 0 0 0,0 0 0 0 0,0 0 0 0 0,0 0 0 0 0,1 0-1 0 0,-1 0 1 0 0,1-1 0 0 0,0 1 0 0 0,-2-7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41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345 488 1420 0 0,'5'-4'826'0'0,"0"-1"-1"0"0,-1 0 1 0 0,0 0-1 0 0,0 0 1 0 0,0 0-1 0 0,0-1 1 0 0,-1 1 0 0 0,0-1-1 0 0,0 0 1 0 0,0 0-1 0 0,-1 0 1 0 0,2-10-1 0 0,-2 12-567 0 0,-1 0 0 0 0,0-1-1 0 0,-1 1 1 0 0,1-1 0 0 0,-1 1-1 0 0,0-1 1 0 0,0 1 0 0 0,0-1-1 0 0,-1 1 1 0 0,0-1 0 0 0,0 1-1 0 0,0-1 1 0 0,0 1 0 0 0,0 0-1 0 0,-1 0 1 0 0,0-1 0 0 0,-4-6-1 0 0,4 9-219 0 0,0 0 0 0 0,0 0 0 0 0,0 1 0 0 0,0-1 0 0 0,0 1 0 0 0,0-1 0 0 0,0 1 0 0 0,-1 0 0 0 0,1 0 1 0 0,0 0-1 0 0,-1 0 0 0 0,1 0 0 0 0,-1 1 0 0 0,1-1 0 0 0,-1 1 0 0 0,0-1 0 0 0,1 1 0 0 0,-1 0 0 0 0,1 0 0 0 0,-1 0 0 0 0,1 0 0 0 0,-1 1 0 0 0,0-1 0 0 0,1 1 0 0 0,-1-1 0 0 0,1 1 0 0 0,0 0 0 0 0,-4 1 0 0 0,-4 2-11 0 0,1 1 0 0 0,-1-1 0 0 0,1 2 0 0 0,0-1 1 0 0,-13 11-1 0 0,-2 5-1 0 0,1 1 1 0 0,0 0 0 0 0,2 2 0 0 0,1 1-1 0 0,1 0 1 0 0,1 2 0 0 0,1 0-1 0 0,1 1 1 0 0,2 0 0 0 0,-18 49 0 0 0,28-64-20 0 0,1-1 1 0 0,1 1 0 0 0,0-1-1 0 0,1 1 1 0 0,0 25 0 0 0,1-36-2 0 0,0 0 1 0 0,0 0 0 0 0,1-1 0 0 0,-1 1-1 0 0,0 0 1 0 0,1 0 0 0 0,0 0 0 0 0,-1-1-1 0 0,1 1 1 0 0,0 0 0 0 0,0-1 0 0 0,0 1-1 0 0,0 0 1 0 0,0-1 0 0 0,0 1 0 0 0,0-1-1 0 0,1 0 1 0 0,-1 1 0 0 0,0-1 0 0 0,1 0-1 0 0,-1 0 1 0 0,1 0 0 0 0,0 0 0 0 0,-1 0-1 0 0,1 0 1 0 0,0-1 0 0 0,-1 1 0 0 0,1 0-1 0 0,0-1 1 0 0,0 1 0 0 0,0-1 0 0 0,-1 0-1 0 0,1 0 1 0 0,0 1 0 0 0,0-1 0 0 0,2-1-1 0 0,6 2 9 0 0,0-2 0 0 0,-1 1 0 0 0,1-1-1 0 0,0-1 1 0 0,13-3 0 0 0,-4-1-14 0 0,-1 0 1 0 0,0-2-1 0 0,0 0 0 0 0,-1-1 1 0 0,0 0-1 0 0,-1-2 1 0 0,0 0-1 0 0,-1 0 0 0 0,0-2 1 0 0,-1 0-1 0 0,0 0 1 0 0,-1-2-1 0 0,13-16 0 0 0,-7 4 1 0 0,-1-1-1 0 0,-2 0 1 0 0,0-1-1 0 0,-2-1 0 0 0,-1 0 1 0 0,16-62-1 0 0,-6 10-27 0 0,-23 80 16 0 0,-7 32-19 0 0,2-17 32 0 0,1 9-1 0 0,0 0 0 0 0,1 0-1 0 0,1 0 1 0 0,2 1 0 0 0,0-1-1 0 0,1 1 1 0 0,1-1 0 0 0,10 41 0 0 0,-10-51 14 0 0,2-1 0 0 0,0 1 0 0 0,0-1 0 0 0,1 0 0 0 0,0 0 0 0 0,1 0 0 0 0,0-1 0 0 0,1 0 0 0 0,0 0 0 0 0,1 0 0 0 0,0-1 0 0 0,0 0 0 0 0,1-1 1 0 0,0 0-1 0 0,1 0 0 0 0,-1-1 0 0 0,21 11 0 0 0,-24-15-2 0 0,0-1 0 0 0,0 1 0 0 0,0-1 1 0 0,1 0-1 0 0,-1 0 0 0 0,1-1 0 0 0,-1 0 1 0 0,1 0-1 0 0,0-1 0 0 0,-1 0 0 0 0,1 0 0 0 0,0 0 1 0 0,7-2-1 0 0,-5 0-4 0 0,0-1 0 0 0,0 0 0 0 0,0 0 0 0 0,-1-1 0 0 0,1 0 0 0 0,-1 0-1 0 0,0-1 1 0 0,11-8 0 0 0,4-7-9 0 0,-1-1-1 0 0,-1 0 1 0 0,-1-2-1 0 0,28-41 0 0 0,-33 42-4 0 0,-1-1-1 0 0,-1 0 0 0 0,-1-1 1 0 0,-1 0-1 0 0,-1 0 0 0 0,-2-1 1 0 0,0-1-1 0 0,6-36 0 0 0,-12 50 155 0 0,0 0-1 0 0,-1-1 1 0 0,-1-19-1 0 0,0 16 314 0 0,0 13-291 0 0,0 1-12 0 0,0-1-88 0 0,0 1 0 0 0,0-1-1 0 0,-1 1 1 0 0,1-1 0 0 0,-1 1 0 0 0,1-1-1 0 0,-1 1 1 0 0,0-1 0 0 0,1 1-1 0 0,-1 0 1 0 0,-1-1 0 0 0,1 1 0 0 0,0 0-1 0 0,0 0 1 0 0,-3-3 0 0 0,3 4-7 0 0,-5-2-33 0 0,3 4-56 0 0,8 7-118 0 0,-1-5 141 0 0,0 0 1 0 0,-1 0-1 0 0,1 0 1 0 0,0-1-1 0 0,0 1 1 0 0,1-1-1 0 0,-1 0 0 0 0,0 0 1 0 0,1-1-1 0 0,7 3 1 0 0,48 8-31 0 0,-20-7-26 0 0,-1-2 1 0 0,1-1 0 0 0,-1-2 0 0 0,1-2 0 0 0,72-12-1 0 0,-101 11 54 0 0,-1 0-1 0 0,0-1 1 0 0,0 0-1 0 0,-1 0 1 0 0,1-1 0 0 0,-1 0-1 0 0,0-1 1 0 0,0 0-1 0 0,0 0 1 0 0,14-15-1 0 0,-13 10 56 0 0,-1 0 0 0 0,0-1 0 0 0,0 0-1 0 0,-1 0 1 0 0,-1-1 0 0 0,0 0 0 0 0,6-17-1 0 0,-12 28 45 0 0,-17 2-72 0 0,10 3-16 0 0,-20 25 14 0 0,2 1 1 0 0,1 1 0 0 0,-19 33-1 0 0,22-32-9 0 0,1 1 0 0 0,2 0 0 0 0,1 1 0 0 0,2 1-1 0 0,1 1 1 0 0,2-1 0 0 0,1 2 0 0 0,-8 56 0 0 0,18-85-8 0 0,-1 0 0 0 0,1 0 1 0 0,0-1-1 0 0,1 1 0 0 0,-1 0 1 0 0,1 0-1 0 0,1 0 0 0 0,-1-1 1 0 0,1 1-1 0 0,4 9 0 0 0,-4-13 2 0 0,0 0 0 0 0,-1 1 0 0 0,2-1-1 0 0,-1 0 1 0 0,0 0 0 0 0,1 0 0 0 0,-1-1-1 0 0,1 1 1 0 0,0 0 0 0 0,0-1 0 0 0,0 0 0 0 0,0 0-1 0 0,0 0 1 0 0,0 0 0 0 0,1 0 0 0 0,-1-1-1 0 0,1 1 1 0 0,-1-1 0 0 0,8 2 0 0 0,2-1-7 0 0,0-1 1 0 0,0 0-1 0 0,0-1 1 0 0,0-1-1 0 0,0 1 1 0 0,0-2-1 0 0,-1 0 1 0 0,1-1 0 0 0,17-5-1 0 0,13-7-59 0 0,52-26 0 0 0,-86 37 47 0 0,63-32-37 0 0,-2-2 0 0 0,-1-4-1 0 0,-2-3 1 0 0,-2-2 0 0 0,-2-4 0 0 0,72-74-1 0 0,-113 103 61 0 0,-1 0 0 0 0,-1-2-1 0 0,-1 0 1 0 0,-2-2 0 0 0,0 0-1 0 0,17-35 1 0 0,-33 59-2 0 0,0 1 0 0 0,0-1 0 0 0,-1 0 0 0 0,1 1 0 0 0,0-1 0 0 0,-1 0 0 0 0,1 0 0 0 0,-1 1 0 0 0,1-1 0 0 0,-1 0 0 0 0,0 0 0 0 0,0 1 0 0 0,0-1 0 0 0,0 0 0 0 0,0 0 0 0 0,0 0 0 0 0,-1 1 0 0 0,1-1 1 0 0,-1 0-1 0 0,1 0 0 0 0,-1 1 0 0 0,1-1 0 0 0,-1 0 0 0 0,0 1 0 0 0,-1-3 0 0 0,1 4-7 0 0,-1 0 0 0 0,1 0 0 0 0,0 0 0 0 0,0 0 0 0 0,0 0 0 0 0,0 0 0 0 0,0 0 0 0 0,0 0 0 0 0,0 0 1 0 0,0 1-1 0 0,0-1 0 0 0,0 1 0 0 0,0-1 0 0 0,0 1 0 0 0,0-1 0 0 0,-1 2 0 0 0,0-2 3 0 0,-18 12 33 0 0,-1 0 1 0 0,1 1 0 0 0,1 1 0 0 0,1 1-1 0 0,0 0 1 0 0,1 2 0 0 0,0 0 0 0 0,-15 21-1 0 0,13-14 1 0 0,1 0 0 0 0,1 1 0 0 0,1 1 0 0 0,2 0-1 0 0,-22 54 1 0 0,32-67-24 0 0,0 1 1 0 0,1 0-1 0 0,0 0 0 0 0,1 0 0 0 0,1 0 0 0 0,0 19 0 0 0,1-23 0 0 0,1-1 0 0 0,0 1-1 0 0,1-1 1 0 0,0 1 0 0 0,1-1-1 0 0,0 0 1 0 0,0 0-1 0 0,1 0 1 0 0,0 0 0 0 0,7 9-1 0 0,-8-12 4 0 0,2 0 0 0 0,-1 0 0 0 0,1-1 0 0 0,-1 0 0 0 0,1 0-1 0 0,1 0 1 0 0,-1-1 0 0 0,1 0 0 0 0,0 0 0 0 0,0 0-1 0 0,11 5 1 0 0,-7-5 14 0 0,1-1 0 0 0,-1 1 0 0 0,1-2 0 0 0,0 1 0 0 0,0-2 0 0 0,19 2 0 0 0,3-4 10 0 0,0-1 0 0 0,0-2 0 0 0,64-15 0 0 0,-69 12-202 0 0,0-2-1 0 0,0 0 0 0 0,34-18 0 0 0,-43 17-1547 0 0,30-21-1 0 0,-37 21-739 0 0,0 1 1 0 0,-1-2 0 0 0,11-11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43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1253 1892 0 0,'-11'36'8071'0'0,"8"-28"-7716"0"0,1 0-1 0 0,1 1 1 0 0,-1-1 0 0 0,1 1 0 0 0,1-1-1 0 0,0 1 1 0 0,0 0 0 0 0,0-1 0 0 0,1 1-1 0 0,1-1 1 0 0,-1 1 0 0 0,2-1 0 0 0,3 11-1 0 0,-6-18-309 0 0,1 0-1 0 0,-1 0 0 0 0,1 0 1 0 0,-1 0-1 0 0,1 0 0 0 0,0 0 1 0 0,0 0-1 0 0,0 0 0 0 0,-1-1 1 0 0,1 1-1 0 0,0 0 0 0 0,0 0 1 0 0,0-1-1 0 0,0 1 0 0 0,0-1 1 0 0,0 1-1 0 0,0-1 0 0 0,0 1 1 0 0,1-1-1 0 0,-1 0 0 0 0,0 1 1 0 0,0-1-1 0 0,2 0 0 0 0,25-1 457 0 0,-13-4-436 0 0,-1 0 0 0 0,-1 0 0 0 0,1-2 0 0 0,-1 0 0 0 0,0 0 0 0 0,0-1-1 0 0,-1-1 1 0 0,16-13 0 0 0,9-10-41 0 0,0-2 0 0 0,-3-1 0 0 0,-1-1 0 0 0,-1-3 0 0 0,-2 0 0 0 0,-2-2 0 0 0,-2 0 0 0 0,-1-2 0 0 0,26-65 0 0 0,-15 18-8 0 0,51-187 0 0 0,-19-105-131 0 0,-63 342 102 0 0,1 0-78 0 0,0-41 0 0 0,-21 109 76 0 0,-96 349 695 0 0,83-270-377 0 0,7-24-56 0 0,-88 403 722 0 0,104-446-877 0 0,-2 54 1 0 0,7-82-70 0 0,0-1 1 0 0,1 0-1 0 0,0 0 1 0 0,1 0-1 0 0,0-1 1 0 0,1 1 0 0 0,0 0-1 0 0,1-1 1 0 0,0 1-1 0 0,6 10 1 0 0,-7-17-19 0 0,0 0 1 0 0,0 0 0 0 0,1 0-1 0 0,-1 0 1 0 0,1-1-1 0 0,0 0 1 0 0,0 1 0 0 0,0-1-1 0 0,1-1 1 0 0,-1 1-1 0 0,1 0 1 0 0,-1-1-1 0 0,1 0 1 0 0,0 0 0 0 0,0-1-1 0 0,0 1 1 0 0,0-1-1 0 0,0 0 1 0 0,0-1 0 0 0,0 1-1 0 0,1-1 1 0 0,6 0-1 0 0,6-1-49 0 0,0-1 0 0 0,0 0 0 0 0,0-2 0 0 0,-1 0 0 0 0,20-7 0 0 0,-10 2-170 0 0,0-2-1 0 0,-1-1 0 0 0,0-1 1 0 0,-1-2-1 0 0,0 0 0 0 0,41-35 1 0 0,-36 24-44 0 0,-2-2 1 0 0,0-2 0 0 0,-2 0 0 0 0,31-47 0 0 0,-18 12 19 0 0,-2-1 1 0 0,-4-2-1 0 0,-2-1 0 0 0,37-129 0 0 0,-48 119 198 0 0,-3-1 1 0 0,-4 0-1 0 0,4-94 1 0 0,-17 171 36 0 0,0 1 0 0 0,0-1 0 0 0,0 0 0 0 0,0 1 0 0 0,-1-1 0 0 0,1 0-1 0 0,-1 1 1 0 0,-1-4 0 0 0,1 3 4 0 0,-5 9 5 0 0,0 0 0 0 0,1 0 0 0 0,-1 1 0 0 0,1 0 1 0 0,1 0-1 0 0,-8 14 0 0 0,-31 73 162 0 0,4 2 1 0 0,4 2 0 0 0,5 1-1 0 0,4 1 1 0 0,5 1 0 0 0,3 2 0 0 0,-5 148-1 0 0,27-78 64 0 0,-4-167-179 0 0,0 1-1 0 0,0-1 0 0 0,1 1 1 0 0,0-1-1 0 0,0 0 0 0 0,1 0 1 0 0,-1 1-1 0 0,1-1 0 0 0,4 7 1 0 0,-5-11-3 0 0,1-3-46 0 0,-1 1 1 0 0,1 0 0 0 0,-1 0 0 0 0,1-1-1 0 0,-1 1 1 0 0,1-1 0 0 0,-1 0-1 0 0,0 1 1 0 0,1-1 0 0 0,-1 0 0 0 0,1 0-1 0 0,-1 0 1 0 0,0 0 0 0 0,0 0 0 0 0,0 0-1 0 0,0 0 1 0 0,0 0 0 0 0,1-2 0 0 0,21-26 9 0 0,-18 21-9 0 0,74-111-39 0 0,-44 64 16 0 0,46-57 0 0 0,-68 97 12 0 0,0 0 1 0 0,1 1 0 0 0,1 0-1 0 0,1 1 1 0 0,-1 1-1 0 0,2 0 1 0 0,34-18 0 0 0,-42 26-3 0 0,-1 1 1 0 0,1 0 0 0 0,0 0-1 0 0,0 1 1 0 0,0 0 0 0 0,0 0-1 0 0,0 1 1 0 0,15 0 0 0 0,-21 1 5 0 0,1 0 1 0 0,-1 1-1 0 0,1-1 1 0 0,-1 1-1 0 0,1-1 0 0 0,-1 1 1 0 0,0 0-1 0 0,1 0 1 0 0,-1 1-1 0 0,0-1 1 0 0,0 1-1 0 0,0-1 1 0 0,0 1-1 0 0,0 0 1 0 0,0 0-1 0 0,-1 0 1 0 0,1 1-1 0 0,-1-1 1 0 0,1 1-1 0 0,-1-1 0 0 0,0 1 1 0 0,0 0-1 0 0,0 0 1 0 0,0 0-1 0 0,-1 0 1 0 0,3 4-1 0 0,-1 4 62 0 0,0 0 0 0 0,0 0 0 0 0,-1 0-1 0 0,-1 0 1 0 0,0 1 0 0 0,0-1 0 0 0,-1 1-1 0 0,-1 13 1 0 0,-20 96 360 0 0,10-64-322 0 0,10-55-93 0 0,-2 12 35 0 0,1 1-1 0 0,0-1 0 0 0,1 0 0 0 0,1 16 1 0 0,0-29-32 0 0,1 0 1 0 0,-1 0-1 0 0,0 0 0 0 0,1 0 1 0 0,-1 0-1 0 0,0 0 1 0 0,1 1-1 0 0,0-1 0 0 0,-1-1 1 0 0,1 1-1 0 0,-1 0 0 0 0,1 0 1 0 0,0 0-1 0 0,0 0 1 0 0,-1 0-1 0 0,1-1 0 0 0,0 1 1 0 0,0 0-1 0 0,0-1 1 0 0,0 1-1 0 0,0 0 0 0 0,0-1 1 0 0,0 0-1 0 0,0 1 1 0 0,0-1-1 0 0,0 1 0 0 0,0-1 1 0 0,2 0-1 0 0,31 2 85 0 0,-32-2-89 0 0,12-1 14 0 0,0-1 1 0 0,0-1-1 0 0,0 0 0 0 0,-1 0 0 0 0,1-2 0 0 0,-1 0 0 0 0,13-6 0 0 0,9-7 3 0 0,39-27 1 0 0,-35 18-22 0 0,-2-1-1 0 0,-1-2 1 0 0,41-42 0 0 0,-55 49 12 0 0,-2-1-1 0 0,-1-1 1 0 0,0-1 0 0 0,-2-1 0 0 0,24-49 0 0 0,-38 68 39 0 0,1 0 1 0 0,-2 0 0 0 0,1 0-1 0 0,-1 0 1 0 0,0 0-1 0 0,-1-1 1 0 0,1-13-1 0 0,-2 21-47 0 0,0 0-1 0 0,0 1 1 0 0,0-1-1 0 0,0 0 1 0 0,0 1-1 0 0,0-1 1 0 0,0 0-1 0 0,0 1 1 0 0,-1-1-1 0 0,1 0 0 0 0,0 1 1 0 0,-1-1-1 0 0,1 1 1 0 0,0-1-1 0 0,-1 0 1 0 0,1 1-1 0 0,-1-1 1 0 0,1 1-1 0 0,-1-1 1 0 0,1 1-1 0 0,-1-1 1 0 0,1 1-1 0 0,-1 0 0 0 0,1-1 1 0 0,-1 1-1 0 0,1 0 1 0 0,-1-1-1 0 0,0 1 1 0 0,1 0-1 0 0,-1 0 1 0 0,0 0-1 0 0,1-1 1 0 0,-1 1-1 0 0,0 0 0 0 0,1 0 1 0 0,-1 0-1 0 0,0 0 1 0 0,1 0-1 0 0,-1 0 1 0 0,0 0-1 0 0,1 0 1 0 0,-2 1-1 0 0,-2-1 1 0 0,1 1-1 0 0,-1 0 1 0 0,1 0 0 0 0,-1 0-1 0 0,1 1 1 0 0,-1-1 0 0 0,-2 2-1 0 0,-10 8 16 0 0,0 1-1 0 0,0 0 1 0 0,2 0-1 0 0,-1 2 0 0 0,2 0 1 0 0,0 0-1 0 0,0 1 0 0 0,1 1 1 0 0,1 0-1 0 0,-17 34 1 0 0,22-38-9 0 0,1 1 1 0 0,1-1-1 0 0,0 1 1 0 0,0 0-1 0 0,2 0 1 0 0,-1 0-1 0 0,0 19 1 0 0,3-22 8 0 0,0 0 0 0 0,1-1 0 0 0,0 1 0 0 0,1 0 0 0 0,0-1 0 0 0,0 1 0 0 0,1-1 0 0 0,0 0 0 0 0,0 0 0 0 0,10 17 1 0 0,-8-18 2 0 0,1-1 0 0 0,-1 0 1 0 0,2 0-1 0 0,-1 0 1 0 0,1-1-1 0 0,0 0 0 0 0,0 0 1 0 0,0-1-1 0 0,1 1 1 0 0,0-2-1 0 0,0 1 0 0 0,0-1 1 0 0,1 0-1 0 0,-1-1 1 0 0,1 0-1 0 0,0-1 0 0 0,0 1 1 0 0,0-2-1 0 0,12 2 1 0 0,2-1-285 0 0,0-1 0 0 0,0-1 1 0 0,-1-1-1 0 0,1 0 1 0 0,0-2-1 0 0,37-10 1 0 0,-39 7-900 0 0,0-1 0 0 0,39-18-1 0 0,-45 17-889 0 0,0-1 0 0 0,15-12 0 0 0,3-8-4924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43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74 2640 0 0,'-368'23'15834'0'0,"364"-23"-15234"0"0,225-17 269 0 0,-111 5-915 0 0,168-16-2697 0 0,-94-1-6126 0 0,-129 19 2988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45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1225 1464 0 0,'-2'2'4117'0'0,"-15"17"2228"0"0,4-3-4377 0 0,11-12-1799 0 0,0-1-1 0 0,0 1 1 0 0,1 0 0 0 0,-1 1 0 0 0,1-1 0 0 0,0 0-1 0 0,-1 7 1 0 0,1 12 218 0 0,1-21-286 0 0,0-1-87 0 0,0-1 0 0 0,0 1 0 0 0,0-1-1 0 0,0 0 1 0 0,0 1 0 0 0,0-1 0 0 0,0 1 0 0 0,1-1 0 0 0,-1 1-1 0 0,0-1 1 0 0,0 1 0 0 0,0-1 0 0 0,1 0 0 0 0,-1 1-1 0 0,0-1 1 0 0,1 0 0 0 0,-1 1 0 0 0,0-1 0 0 0,1 0 0 0 0,-1 1-1 0 0,0-1 1 0 0,1 0 0 0 0,-1 1 0 0 0,1-1 0 0 0,0 0-1 0 0,5-1 15 0 0,0-1-1 0 0,0 0 0 0 0,-1 0 0 0 0,1 0 0 0 0,0-1 0 0 0,-1 0 0 0 0,0 0 0 0 0,8-6 0 0 0,42-36 29 0 0,-50 40-51 0 0,32-30-17 0 0,-2-1 0 0 0,-2-2 0 0 0,-1-1 0 0 0,-2-2 0 0 0,39-70 1 0 0,-13 4-14 0 0,49-134 0 0 0,-59 114-18 0 0,-5-3 0 0 0,27-155-1 0 0,-65 275 41 0 0,-2 5-4 0 0,0 0 0 0 0,0 0 0 0 0,0 0 0 0 0,-1 0 0 0 0,0 0 0 0 0,1 0 0 0 0,-2-1 0 0 0,1 1 0 0 0,-2-5-1 0 0,2 10 8 0 0,0 0 0 0 0,0 0 0 0 0,0-1 0 0 0,0 1 0 0 0,0 0 0 0 0,0 0 0 0 0,0 0-1 0 0,0 0 1 0 0,0 0 0 0 0,0 0 0 0 0,0 0 0 0 0,0-1 0 0 0,0 1 0 0 0,0 0 0 0 0,0 0 0 0 0,0 0-1 0 0,0 0 1 0 0,0 0 0 0 0,0 0 0 0 0,-1 0 0 0 0,1 0 0 0 0,0 0 0 0 0,0 0 0 0 0,0-1-1 0 0,0 1 1 0 0,0 0 0 0 0,0 0 0 0 0,0 0 0 0 0,0 0 0 0 0,-1 0 0 0 0,1 0 0 0 0,0 0-1 0 0,0 0 1 0 0,0 0 0 0 0,0 0 0 0 0,0 0 0 0 0,0 0 0 0 0,0 0 0 0 0,-1 0 0 0 0,1 0-1 0 0,0 0 1 0 0,0 0 0 0 0,0 0 0 0 0,0 0 0 0 0,0 0 0 0 0,0 0 0 0 0,0 0 0 0 0,-1 0-1 0 0,1 1 1 0 0,0-1 0 0 0,0 0 0 0 0,0 0 0 0 0,0 0 0 0 0,0 0 0 0 0,0 0 0 0 0,0 0 0 0 0,0 0-1 0 0,0 0 1 0 0,-1 0 0 0 0,-4 3 2 0 0,0 0 0 0 0,-1 0 0 0 0,1 0 0 0 0,0 0 0 0 0,0 1 0 0 0,1-1 0 0 0,-1 1 0 0 0,1 1 0 0 0,0-1 1 0 0,0 1-1 0 0,-4 5 0 0 0,-8 13 8 0 0,-15 27 0 0 0,24-37-8 0 0,-38 73 36 0 0,4 1-1 0 0,4 2 0 0 0,4 2 1 0 0,-21 94-1 0 0,41-136 26 0 0,-8 65 1 0 0,19-93-43 0 0,0 1 1 0 0,2 0-1 0 0,0 0 1 0 0,1 0-1 0 0,7 34 1 0 0,-7-50-8 0 0,1 0 1 0 0,0 0 0 0 0,0 0 0 0 0,0 0 0 0 0,1 0 0 0 0,0 0 0 0 0,0 0 0 0 0,0-1-1 0 0,1 0 1 0 0,0 1 0 0 0,0-1 0 0 0,0-1 0 0 0,1 1 0 0 0,0-1 0 0 0,6 5 0 0 0,-4-4-13 0 0,1-1 1 0 0,-1 1 0 0 0,1-2 0 0 0,0 1 0 0 0,1-1 0 0 0,-1 0 0 0 0,1-1 0 0 0,-1 0 0 0 0,1 0 0 0 0,10 0-1 0 0,-2-1-54 0 0,0-1 0 0 0,0-1 0 0 0,1 0 0 0 0,-1-1 0 0 0,0-1 0 0 0,0-1 0 0 0,-1 0 0 0 0,1-1-1 0 0,-1-1 1 0 0,29-14 0 0 0,-28 10 5 0 0,-1 0-1 0 0,-1-2 1 0 0,0 1-1 0 0,0-2 1 0 0,-1 0-1 0 0,-1-1 1 0 0,0 0-1 0 0,14-21 1 0 0,-12 12 191 0 0,-1 0 0 0 0,-1-1-1 0 0,-1-1 1 0 0,-1 0 0 0 0,10-32 0 0 0,3-19 1678 0 0,-23 74-1614 0 0,-2 2-202 0 0,0 0 1 0 0,1 1 0 0 0,-1-1-1 0 0,0 1 1 0 0,0-1 0 0 0,0 1-1 0 0,0-1 1 0 0,1 1 0 0 0,-1-1 0 0 0,0 1-1 0 0,0 0 1 0 0,1 0 0 0 0,-1-1-1 0 0,1 1 1 0 0,-1 0 0 0 0,1 0-1 0 0,-1 0 1 0 0,0 1 0 0 0,-11 22 52 0 0,9-17-22 0 0,-14 30 53 0 0,2 0 0 0 0,1 1 0 0 0,2 1 1 0 0,2 0-1 0 0,-8 54 0 0 0,17-84-77 0 0,0 0 1 0 0,1-1 0 0 0,0 1-1 0 0,0 0 1 0 0,1 0-1 0 0,0 0 1 0 0,0 0 0 0 0,1 0-1 0 0,0 0 1 0 0,1-1-1 0 0,0 1 1 0 0,0-1 0 0 0,1 0-1 0 0,0 0 1 0 0,10 15 0 0 0,-10-18-6 0 0,1 1 1 0 0,0-1-1 0 0,0 0 1 0 0,1 0-1 0 0,-1 0 1 0 0,1-1 0 0 0,0 0-1 0 0,1 0 1 0 0,-1 0-1 0 0,0-1 1 0 0,1 0 0 0 0,0 0-1 0 0,0-1 1 0 0,0 1-1 0 0,0-2 1 0 0,0 1-1 0 0,0-1 1 0 0,1 0 0 0 0,12 0-1 0 0,-9-2-20 0 0,0 0 0 0 0,0 0 0 0 0,0-1-1 0 0,-1-1 1 0 0,1 1 0 0 0,-1-2 0 0 0,1 1-1 0 0,-1-2 1 0 0,0 1 0 0 0,-1-1 0 0 0,1-1 0 0 0,-1 0-1 0 0,0 0 1 0 0,0-1 0 0 0,-1 0 0 0 0,0 0 0 0 0,0-1-1 0 0,11-14 1 0 0,-1-3-7 0 0,-1 0 1 0 0,-1-1-1 0 0,-1-1 0 0 0,-1 0 1 0 0,15-42-1 0 0,8-49 11 0 0,-33 105-14 0 0,-1 3-17 0 0,-3 8-4 0 0,5 18-78 0 0,-5-4 115 0 0,0 36 0 0 0,7 61 0 0 0,-5-95 19 0 0,1 0 0 0 0,0 1 1 0 0,1-1-1 0 0,0 0 0 0 0,1-1 0 0 0,1 1 0 0 0,0-1 0 0 0,15 24 0 0 0,-17-32-1 0 0,0-1 0 0 0,0 1 0 0 0,0-1 0 0 0,1 0 0 0 0,-1-1-1 0 0,1 1 1 0 0,0-1 0 0 0,0 0 0 0 0,1 0 0 0 0,-1 0 0 0 0,0-1 0 0 0,10 3 0 0 0,5-1 25 0 0,-13-4-28 0 0,1 0-1 0 0,0 0 0 0 0,0 0 0 0 0,-1-1 0 0 0,1-1 0 0 0,0 1 0 0 0,-1-1 0 0 0,1-1 0 0 0,-1 1 0 0 0,0-1 0 0 0,8-4 0 0 0,-3 0-2 0 0,-1 0-1 0 0,0-1 1 0 0,-1 0 0 0 0,1-1-1 0 0,-2 0 1 0 0,10-10 0 0 0,1-7-6 0 0,0 0 0 0 0,-2-2 1 0 0,0 0-1 0 0,20-46 0 0 0,-27 45 101 0 0,0 0 0 0 0,-1 0 1 0 0,-2-1-1 0 0,-2-1 0 0 0,0 1 0 0 0,-2-1 0 0 0,0-60 0 0 0,-3 89-99 0 0,-1 1 0 0 0,0-1 0 0 0,0 0 1 0 0,-1 0-1 0 0,1 0 0 0 0,0 0 0 0 0,0 1 1 0 0,-1-1-1 0 0,1 0 0 0 0,-1 0 0 0 0,0 1 1 0 0,0-1-1 0 0,0-1 0 0 0,0 2-2 0 0,0 1-1 0 0,1-1 0 0 0,-1 1 1 0 0,1-1-1 0 0,-1 1 0 0 0,0 0 1 0 0,1-1-1 0 0,-1 1 1 0 0,0 0-1 0 0,0-1 0 0 0,1 1 1 0 0,-1 0-1 0 0,0 0 0 0 0,1 0 1 0 0,-1 0-1 0 0,0 0 1 0 0,0 0-1 0 0,1 0 0 0 0,-1 0 1 0 0,0 0-1 0 0,0 0 0 0 0,1 0 1 0 0,-2 1-1 0 0,0 0-1 0 0,1 0-1 0 0,0 0 0 0 0,-1 0 1 0 0,1 0-1 0 0,0 0 1 0 0,0 1-1 0 0,0-1 1 0 0,0 0-1 0 0,0 1 0 0 0,0-1 1 0 0,0 1-1 0 0,0-1 1 0 0,1 1-1 0 0,-1-1 0 0 0,0 4 1 0 0,0-3-7 0 0,0 1-52 0 0,-1 1 1 0 0,1-1-1 0 0,0 1 0 0 0,0 0 1 0 0,1-1-1 0 0,-1 1 0 0 0,1 0 0 0 0,-1 0 1 0 0,1-1-1 0 0,0 1 0 0 0,1 0 0 0 0,-1 0 1 0 0,1 0-1 0 0,0-1 0 0 0,0 1 0 0 0,0-1 1 0 0,1 5-1 0 0,1-4-49 0 0,-1 1 1 0 0,1-1-1 0 0,0 1 1 0 0,0-1-1 0 0,1 0 1 0 0,-1 0-1 0 0,1-1 0 0 0,0 1 1 0 0,0-1-1 0 0,9 6 1 0 0,0-1-106 0 0,0-2 0 0 0,0 0 1 0 0,1 0-1 0 0,0-1 1 0 0,0-1-1 0 0,0 0 1 0 0,26 3-1 0 0,-25-5 265 0 0,-1-1-1 0 0,0-1 1 0 0,1 0 0 0 0,-1-1-1 0 0,1-1 1 0 0,-1 0 0 0 0,0-1-1 0 0,0 0 1 0 0,0-1 0 0 0,0-1-1 0 0,-1 0 1 0 0,1-1 0 0 0,-1 0-1 0 0,-1-1 1 0 0,1-1 0 0 0,-1 0-1 0 0,-1-1 1 0 0,1 0 0 0 0,-2 0-1 0 0,1-1 1 0 0,-1-1 0 0 0,-1 1-1 0 0,0-2 1 0 0,9-14 0 0 0,-16 24 115 0 0,0-1 1 0 0,-1 0-1 0 0,1 0 0 0 0,-1 1 1 0 0,0-1-1 0 0,0 0 1 0 0,0 0-1 0 0,1-4 1 0 0,-2 7-152 0 0,0 0 0 0 0,0 0 0 0 0,0-1 0 0 0,0 1 0 0 0,0 0 0 0 0,0 0 1 0 0,0-1-1 0 0,0 1 0 0 0,0 0 0 0 0,0 0 0 0 0,-1-1 0 0 0,1 1 0 0 0,0 0 0 0 0,0 0 1 0 0,0 0-1 0 0,0-1 0 0 0,0 1 0 0 0,0 0 0 0 0,-1 0 0 0 0,1 0 0 0 0,0 0 0 0 0,0-1 1 0 0,0 1-1 0 0,0 0 0 0 0,-1 0 0 0 0,1 0 0 0 0,0 0 0 0 0,0 0 0 0 0,-1-1 0 0 0,1 1 1 0 0,0 0-1 0 0,-14 2 107 0 0,9 0-95 0 0,-1 1 1 0 0,1 0 0 0 0,0 0-1 0 0,0 0 1 0 0,0 0 0 0 0,0 1-1 0 0,1 0 1 0 0,-1 0 0 0 0,1 0-1 0 0,-5 7 1 0 0,-5 7 46 0 0,-15 25 0 0 0,23-33-37 0 0,-9 14 39 0 0,1 1-1 0 0,2 1 0 0 0,-13 35 1 0 0,19-45-41 0 0,1 0 0 0 0,1 1-1 0 0,1 0 1 0 0,0 0 0 0 0,1 0 0 0 0,1 30 0 0 0,1-42-17 0 0,1 0 1 0 0,-1 0-1 0 0,1 0 0 0 0,0 0 1 0 0,0-1-1 0 0,1 1 0 0 0,-1 0 1 0 0,1-1-1 0 0,0 1 0 0 0,1-1 1 0 0,-1 1-1 0 0,1-1 0 0 0,0 0 1 0 0,-1 0-1 0 0,2 0 0 0 0,-1-1 1 0 0,0 1-1 0 0,5 3 0 0 0,-3-4 0 0 0,0 0-1 0 0,0 0 1 0 0,0 0 0 0 0,0-1-1 0 0,0 0 1 0 0,1 0-1 0 0,-1 0 1 0 0,1-1 0 0 0,-1 0-1 0 0,1 0 1 0 0,0 0-1 0 0,-1 0 1 0 0,1-1-1 0 0,0 0 1 0 0,7-1 0 0 0,0-1 5 0 0,1-1 0 0 0,-2 0 1 0 0,1-1-1 0 0,0 0 1 0 0,-1-1-1 0 0,0-1 0 0 0,0 0 1 0 0,0 0-1 0 0,-1-1 0 0 0,0-1 1 0 0,0 0-1 0 0,16-16 1 0 0,-10 7 194 0 0,0 0 0 0 0,-1-2 0 0 0,-1 0 0 0 0,-1-1 1 0 0,-1 0-1 0 0,13-25 0 0 0,-20 32 29 0 0,0 1-1 0 0,-1-1 1 0 0,-1 0 0 0 0,0 0-1 0 0,-1-1 1 0 0,0 1 0 0 0,2-26-1 0 0,-5 32-187 0 0,0 0 0 0 0,0 0 0 0 0,-1 1 0 0 0,0-1-1 0 0,0 0 1 0 0,-1 1 0 0 0,1-1 0 0 0,-2 1 0 0 0,1 0 0 0 0,0-1-1 0 0,-1 1 1 0 0,-1 0 0 0 0,1 1 0 0 0,-1-1 0 0 0,1 1 0 0 0,-2-1 0 0 0,-8-8-1 0 0,1 4-1 0 0,0 0-1 0 0,-1 1 1 0 0,-1 1-1 0 0,1 0 1 0 0,-1 1-1 0 0,0 0 0 0 0,-1 1 1 0 0,-22-6-1 0 0,13 5-826 0 0,-1 2-1 0 0,0 0 1 0 0,-1 2-1 0 0,-36-1 0 0 0,6 8-4812 0 0,18 0-1846 0 0,18-4-1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45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310 168 2472 0 0,'-293'-23'16878'0'0,"293"23"-16813"0"0,-1 0-1 0 0,0 0 0 0 0,0 0 1 0 0,0 0-1 0 0,0 0 0 0 0,0 0 0 0 0,0 0 1 0 0,0 0-1 0 0,0-1 0 0 0,0 1 0 0 0,0 0 1 0 0,0-1-1 0 0,1 1 0 0 0,-1-1 1 0 0,0 1-1 0 0,0-1 0 0 0,-1 0 0 0 0,2 0-29 0 0,1 1-1 0 0,-1-1 0 0 0,0 1 0 0 0,0-1 0 0 0,1 1 1 0 0,-1 0-1 0 0,1-1 0 0 0,-1 1 0 0 0,0-1 1 0 0,1 1-1 0 0,-1 0 0 0 0,1-1 0 0 0,-1 1 0 0 0,1 0 1 0 0,-1 0-1 0 0,1-1 0 0 0,-1 1 0 0 0,1 0 1 0 0,-1 0-1 0 0,2 0 0 0 0,38-12 385 0 0,469-46-326 0 0,-431 52-468 0 0,79-5-1010 0 0,111-10-2538 0 0,-89 2-4013 0 0,-140 13 2221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46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1172 0 0,'6'-27'3926'0'0,"-5"20"-2998"0"0,1 0-1 0 0,-1 1 0 0 0,1-1 1 0 0,1 1-1 0 0,-1-1 0 0 0,1 1 1 0 0,5-10-1 0 0,-6 15-821 0 0,0-1 1 0 0,-1 1-1 0 0,1-1 1 0 0,0 1-1 0 0,0 0 0 0 0,0 0 1 0 0,0 0-1 0 0,0 0 0 0 0,1 0 1 0 0,-1 0-1 0 0,0 1 0 0 0,0-1 1 0 0,0 1-1 0 0,4-1 0 0 0,-4 1-72 0 0,1 0 9 0 0,0 0 0 0 0,0 0-1 0 0,0 1 1 0 0,0-1 0 0 0,0 1 0 0 0,0 0 0 0 0,0-1-1 0 0,0 2 1 0 0,0-1 0 0 0,0 0 0 0 0,0 0 0 0 0,0 1 0 0 0,-1 0-1 0 0,1-1 1 0 0,2 4 0 0 0,2-1 54 0 0,4 4-24 0 0,0 0-1 0 0,-1 1 1 0 0,0 0-1 0 0,-1 0 1 0 0,0 1-1 0 0,-1 0 1 0 0,0 1-1 0 0,0 0 1 0 0,9 18-1 0 0,-9-13 38 0 0,0 0 0 0 0,-2 0 0 0 0,0 1-1 0 0,0-1 1 0 0,-2 1 0 0 0,5 31 0 0 0,-8-38 5 0 0,-1 1 1 0 0,0-1 0 0 0,-1 0 0 0 0,0 1 0 0 0,-3 11-1 0 0,3-17-33 0 0,0 0 0 0 0,0 0 0 0 0,-1 0-1 0 0,0 0 1 0 0,0 0 0 0 0,0-1 0 0 0,-1 1-1 0 0,1-1 1 0 0,-1 1 0 0 0,0-1 0 0 0,-1 0-1 0 0,-3 4 1 0 0,-2-3 199 0 0,-6 6 284 0 0,10-12-388 0 0,3 1-155 0 0,0 0 0 0 0,0-1 0 0 0,-1 1-1 0 0,1-1 1 0 0,0 1 0 0 0,0-1-1 0 0,0 0 1 0 0,0 0 0 0 0,-1 0-1 0 0,1 0 1 0 0,1 0 0 0 0,-1-1 0 0 0,0 1-1 0 0,0-1 1 0 0,0 1 0 0 0,1-1-1 0 0,-1 1 1 0 0,1-1 0 0 0,-1 0 0 0 0,1 0-1 0 0,0 0 1 0 0,-1 0 0 0 0,1 0-1 0 0,0 0 1 0 0,1 0 0 0 0,-2-4-1 0 0,0-1-3 0 0,0-1-1 0 0,1 1 0 0 0,0 0 0 0 0,0-1 0 0 0,0 1 0 0 0,1 0 0 0 0,1-1 0 0 0,-1 1 0 0 0,1-1 0 0 0,2-8 0 0 0,2-1-5 0 0,0-1 0 0 0,0 1-1 0 0,10-17 1 0 0,-10 22-15 0 0,1 0 0 0 0,1 1 0 0 0,-1 0 1 0 0,2 1-1 0 0,0 0 0 0 0,0 0 0 0 0,1 0 0 0 0,0 1 0 0 0,0 1 0 0 0,1-1 0 0 0,0 2 0 0 0,13-9 0 0 0,-15 12-1 0 0,0 0-1 0 0,-1 1 1 0 0,1 0-1 0 0,0 0 1 0 0,1 0-1 0 0,-1 1 1 0 0,0 0-1 0 0,1 1 1 0 0,-1 0-1 0 0,1 1 1 0 0,0-1-1 0 0,-1 1 1 0 0,1 1-1 0 0,-1 0 1 0 0,1 0-1 0 0,-1 1 1 0 0,0 0-1 0 0,1 0 1 0 0,8 4-1 0 0,0 2 3 0 0,-1 0 1 0 0,0 1-1 0 0,-1 0 0 0 0,0 1 0 0 0,0 1 0 0 0,-1 1 1 0 0,0 0-1 0 0,13 15 0 0 0,-18-17 4 0 0,0 0 1 0 0,-1 1-1 0 0,-1 0 1 0 0,1 0-1 0 0,-2 0 1 0 0,0 1-1 0 0,0 0 1 0 0,-1 0-1 0 0,0 1 1 0 0,-1 0-1 0 0,4 23 0 0 0,-7-30 17 0 0,-1 0-1 0 0,1 0 0 0 0,-1 0 0 0 0,-1 0 0 0 0,1 0 0 0 0,-1-1 1 0 0,0 1-1 0 0,-1 0 0 0 0,1 0 0 0 0,-1-1 0 0 0,-4 10 1 0 0,5-14-15 0 0,1 0 0 0 0,-1 0 0 0 0,1 0 1 0 0,-1 0-1 0 0,1-1 0 0 0,-1 1 0 0 0,1 0 1 0 0,-1-1-1 0 0,0 1 0 0 0,0 0 0 0 0,1-1 1 0 0,-1 1-1 0 0,0 0 0 0 0,0-1 0 0 0,0 1 1 0 0,0-1-1 0 0,1 0 0 0 0,-1 1 1 0 0,0-1-1 0 0,0 0 0 0 0,0 0 0 0 0,0 1 1 0 0,0-1-1 0 0,0 0 0 0 0,0 0 0 0 0,0 0 1 0 0,0 0-1 0 0,0 0 0 0 0,0 0 0 0 0,0 0 1 0 0,-1-1-1 0 0,0 1-1 0 0,0-1-1 0 0,1 0 1 0 0,-1 1 0 0 0,1-1-1 0 0,-1 0 1 0 0,1 0 0 0 0,0 0-1 0 0,-1 0 1 0 0,1 0 0 0 0,0 0-1 0 0,0 0 1 0 0,0 0 0 0 0,0-1-1 0 0,0 1 1 0 0,0 0 0 0 0,0-1 0 0 0,0 1-1 0 0,-1-2 1 0 0,-1-6-2 0 0,1 0-1 0 0,-1-1 1 0 0,2 1 0 0 0,-1-1 0 0 0,1 1-1 0 0,1-1 1 0 0,0 1 0 0 0,0-1 0 0 0,1 0-1 0 0,0 1 1 0 0,0-1 0 0 0,1 1 0 0 0,3-10-1 0 0,1 0-4 0 0,1 0-1 0 0,1 0 0 0 0,0 1 0 0 0,1 0 1 0 0,14-19-1 0 0,-10 18-3 0 0,1 0 0 0 0,1 1-1 0 0,1 1 1 0 0,1 0 0 0 0,0 1 0 0 0,23-16 0 0 0,-25 22-2 0 0,0 0 0 0 0,1 1 0 0 0,0 1 0 0 0,0 0 0 0 0,1 1 0 0 0,0 1 1 0 0,1 0-1 0 0,25-4 0 0 0,-31 8-2 0 0,-1 0 0 0 0,0 1-1 0 0,1 1 1 0 0,-1 0 0 0 0,1 0 0 0 0,-1 1 0 0 0,0 0 0 0 0,23 6-1 0 0,-30-5 23 0 0,1 0-1 0 0,-1 0 0 0 0,0 0 1 0 0,0 0-1 0 0,0 0 1 0 0,0 1-1 0 0,0 0 0 0 0,0 0 1 0 0,-1 0-1 0 0,1 0 0 0 0,-1 1 1 0 0,0-1-1 0 0,0 1 1 0 0,0 0-1 0 0,0 0 0 0 0,-1 0 1 0 0,1 0-1 0 0,-1 0 0 0 0,0 1 1 0 0,-1-1-1 0 0,1 0 0 0 0,-1 1 1 0 0,0 0-1 0 0,1 5 1 0 0,0 4 42 0 0,-1-1 1 0 0,0 1-1 0 0,-1 1 1 0 0,0-1-1 0 0,-5 25 1 0 0,-21 67 142 0 0,16-69-287 0 0,-7 41 0 0 0,16-74-224 0 0,0 0 0 0 0,1 0 0 0 0,-1 0 0 0 0,1 0 1 0 0,0 0-1 0 0,0-1 0 0 0,0 1 0 0 0,1 0 0 0 0,0 0 0 0 0,-1 0 0 0 0,1 0 0 0 0,0 0 0 0 0,1-1 0 0 0,2 7 0 0 0,-3-9 134 0 0,-1 0-1 0 0,1 0 1 0 0,0-1-1 0 0,-1 1 1 0 0,1 0 0 0 0,0-1-1 0 0,-1 1 1 0 0,1-1-1 0 0,0 1 1 0 0,0-1 0 0 0,0 1-1 0 0,-1-1 1 0 0,1 0-1 0 0,0 1 1 0 0,0-1 0 0 0,0 0-1 0 0,1 0 1 0 0,9 1-4625 0 0,19-1-561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48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600 1110 2424 0 0,'3'-5'819'0'0,"1"-1"0"0"0,-1 0 0 0 0,0 0-1 0 0,-1 0 1 0 0,0 0 0 0 0,0 0 0 0 0,0 0-1 0 0,0-1 1 0 0,-1 1 0 0 0,0 0 0 0 0,-1-1-1 0 0,1 0 1 0 0,-2-10 0 0 0,1 14-699 0 0,0 0 1 0 0,-1 0-1 0 0,1 0 0 0 0,-1 1 1 0 0,0-1-1 0 0,0 0 1 0 0,0 1-1 0 0,0-1 0 0 0,0 0 1 0 0,0 1-1 0 0,-1-1 0 0 0,1 1 1 0 0,-1 0-1 0 0,0-1 1 0 0,0 1-1 0 0,0 0 0 0 0,0 0 1 0 0,0 0-1 0 0,0 0 0 0 0,0 1 1 0 0,-1-1-1 0 0,1 1 1 0 0,-1-1-1 0 0,1 1 0 0 0,-1 0 1 0 0,1 0-1 0 0,-1 0 0 0 0,0 0 1 0 0,0 0-1 0 0,1 1 1 0 0,-1-1-1 0 0,0 1 0 0 0,-4 0 1 0 0,-5 0-40 0 0,-1 0 0 0 0,0 2 1 0 0,1 0-1 0 0,-1 0 0 0 0,1 1 1 0 0,0 0-1 0 0,0 1 1 0 0,-15 7-1 0 0,-10 7 71 0 0,-42 26 0 0 0,39-19-49 0 0,1 2 0 0 0,-48 43 0 0 0,68-53-79 0 0,1 1-1 0 0,1 1 1 0 0,0 0-1 0 0,2 1 1 0 0,0 1-1 0 0,-12 24 1 0 0,24-39-15 0 0,-1 1 1 0 0,1 0-1 0 0,1 0 1 0 0,-1 0 0 0 0,1 0-1 0 0,1 1 1 0 0,-1-1-1 0 0,1 1 1 0 0,0 12-1 0 0,1-17-3 0 0,0 0 0 0 0,0-1 0 0 0,1 1-1 0 0,0 0 1 0 0,-1 0 0 0 0,1-1 0 0 0,0 1 0 0 0,0 0-1 0 0,0-1 1 0 0,1 1 0 0 0,-1-1 0 0 0,0 1 0 0 0,1-1-1 0 0,0 0 1 0 0,0 1 0 0 0,-1-1 0 0 0,1 0 0 0 0,1 0-1 0 0,-1 0 1 0 0,0-1 0 0 0,0 1 0 0 0,1-1-1 0 0,-1 1 1 0 0,1-1 0 0 0,-1 0 0 0 0,1 1 0 0 0,-1-1-1 0 0,5 0 1 0 0,2 2-3 0 0,0-2 0 0 0,0 1 0 0 0,0-2 0 0 0,1 1 0 0 0,-1-1 0 0 0,0 0 0 0 0,0-1-1 0 0,1 0 1 0 0,-1-1 0 0 0,0 1 0 0 0,0-2 0 0 0,0 1 0 0 0,0-2 0 0 0,-1 1 0 0 0,1-1 0 0 0,-1 0 0 0 0,0-1 0 0 0,10-6 0 0 0,2-3-9 0 0,-1-1 1 0 0,-1-1 0 0 0,0 0-1 0 0,-1-1 1 0 0,27-36-1 0 0,7-18 176 0 0,52-95-1 0 0,-90 145-143 0 0,-11 19-42 0 0,4 13-21 0 0,-5-6 58 0 0,-1 0 1 0 0,0 0-1 0 0,0 0 0 0 0,-1-1 1 0 0,1 1-1 0 0,-1 0 0 0 0,0 0 1 0 0,-4 8-1 0 0,1 3 49 0 0,-10 41 136 0 0,-20 98 68 0 0,32-139-240 0 0,0 1 0 0 0,1 0 0 0 0,1-1-1 0 0,1 1 1 0 0,0 0 0 0 0,1-1 0 0 0,5 21 0 0 0,-6-33-24 0 0,0 0 0 0 0,0-1 0 0 0,1 1 0 0 0,-1 0-1 0 0,1-1 1 0 0,0 1 0 0 0,0-1 0 0 0,0 0 0 0 0,0 1 0 0 0,1-1 0 0 0,-1 0-1 0 0,1 0 1 0 0,0-1 0 0 0,-1 1 0 0 0,2 0 0 0 0,-1-1 0 0 0,0 0-1 0 0,0 0 1 0 0,1 0 0 0 0,-1 0 0 0 0,1 0 0 0 0,-1-1 0 0 0,1 0-1 0 0,0 1 1 0 0,0-1 0 0 0,-1-1 0 0 0,1 1 0 0 0,0 0 0 0 0,0-1 0 0 0,0 0-1 0 0,0 0 1 0 0,0 0 0 0 0,4-1 0 0 0,4-1-18 0 0,-1 0 0 0 0,1-1 0 0 0,-1 0 1 0 0,0-1-1 0 0,0 0 0 0 0,0 0 0 0 0,-1-1 0 0 0,1-1 1 0 0,-1 0-1 0 0,9-7 0 0 0,6-8-88 0 0,-1-1 1 0 0,-1 0-1 0 0,-1-2 1 0 0,-1 0-1 0 0,-2-2 0 0 0,0 0 1 0 0,28-54-1 0 0,-1-12-134 0 0,36-110 0 0 0,-51 116 127 0 0,-4-1-1 0 0,-3-1 1 0 0,12-103-1 0 0,-27 121 182 0 0,-4-1-1 0 0,-2 0 1 0 0,-4-1 0 0 0,-15-111-1 0 0,15 179-60 0 0,0-1 0 0 0,0 1 0 0 0,0-1 0 0 0,-1 1 0 0 0,1 0 0 0 0,-1 0 0 0 0,0-1 0 0 0,-4-4 0 0 0,6 9-17 0 0,0 0 1 0 0,0 0-1 0 0,0 0 1 0 0,0 0-1 0 0,0 0 0 0 0,0 0 1 0 0,0-1-1 0 0,0 1 1 0 0,-1 0-1 0 0,1 0 1 0 0,0 0-1 0 0,0 0 1 0 0,0 0-1 0 0,0 0 0 0 0,0 0 1 0 0,0 0-1 0 0,0 0 1 0 0,-1 0-1 0 0,1 0 1 0 0,0 0-1 0 0,0 0 1 0 0,0 0-1 0 0,0 0 0 0 0,0 0 1 0 0,0 0-1 0 0,-1 0 1 0 0,1 0-1 0 0,0 0 1 0 0,0 0-1 0 0,0 0 0 0 0,0 0 1 0 0,0 0-1 0 0,0 0 1 0 0,0 0-1 0 0,-1 0 1 0 0,1 0-1 0 0,0 0 1 0 0,0 0-1 0 0,0 0 0 0 0,0 0 1 0 0,0 0-1 0 0,0 0 1 0 0,0 1-1 0 0,0-1 1 0 0,-1 0-1 0 0,1 0 1 0 0,0 0-1 0 0,0 0 0 0 0,0 0 1 0 0,0 0-1 0 0,0 0 1 0 0,0 1-1 0 0,-6 4 18 0 0,0 0 0 0 0,0 1-1 0 0,1 0 1 0 0,0 0 0 0 0,0 0-1 0 0,1 1 1 0 0,-1-1 0 0 0,2 1-1 0 0,-1 0 1 0 0,-4 12 0 0 0,-25 83 372 0 0,30-89-316 0 0,-40 156 404 0 0,7 2 0 0 0,8 0 0 0 0,-7 204 0 0 0,34-357-462 0 0,0 156 127 0 0,2-152-124 0 0,1 0 0 0 0,2 0 0 0 0,0-1 0 0 0,1 0 0 0 0,14 38 0 0 0,-16-53-15 0 0,-1 0 0 0 0,1-1 0 0 0,0 0 0 0 0,0 1 0 0 0,1-1 0 0 0,0-1 0 0 0,0 1 0 0 0,0 0 0 0 0,0-1 0 0 0,1 0 0 0 0,-1 0 0 0 0,1 0 0 0 0,0-1 0 0 0,10 6 0 0 0,-8-6-21 0 0,1 0 1 0 0,0-1 0 0 0,0 0-1 0 0,-1 0 1 0 0,2 0-1 0 0,-1-1 1 0 0,0 0 0 0 0,0-1-1 0 0,16-1 1 0 0,-3-1-82 0 0,1-2 0 0 0,-1-1 0 0 0,0 0 0 0 0,0-2 0 0 0,0 0 0 0 0,-1-2 0 0 0,27-14 0 0 0,-21 7 91 0 0,0 0 0 0 0,-1-2 0 0 0,-1-1 0 0 0,-1-1 0 0 0,0-1 1 0 0,-2 0-1 0 0,0-2 0 0 0,-1-1 0 0 0,-2 0 0 0 0,0-1 0 0 0,-2-1 0 0 0,-1-1 0 0 0,-1 0 1 0 0,-1-1-1 0 0,-2 0 0 0 0,0-1 0 0 0,-2 0 0 0 0,-1-1 0 0 0,-2 0 0 0 0,-1 0 1 0 0,-1 0-1 0 0,-1-1 0 0 0,-3-45 0 0 0,0 69 35 0 0,0 0-1 0 0,0 0 0 0 0,-1 0 1 0 0,0 0-1 0 0,-1 0 1 0 0,1 1-1 0 0,-1-1 1 0 0,0 0-1 0 0,-1 1 1 0 0,0-1-1 0 0,0 1 1 0 0,-4-7-1 0 0,-4 5-3 0 0,8 7-22 0 0,1 0-1 0 0,-1 0 1 0 0,1 0-1 0 0,-1 0 1 0 0,0 0-1 0 0,0 1 1 0 0,1-1 0 0 0,-1 1-1 0 0,0-1 1 0 0,0 1-1 0 0,1 0 1 0 0,-1 0-1 0 0,0 1 1 0 0,0-1-1 0 0,0 0 1 0 0,1 1-1 0 0,-1 0 1 0 0,0 0-1 0 0,1 0 1 0 0,-1 0-1 0 0,1 0 1 0 0,-1 0-1 0 0,1 1 1 0 0,-1-1-1 0 0,1 1 1 0 0,0-1-1 0 0,0 1 1 0 0,0 0-1 0 0,-2 2 1 0 0,1-1-1 0 0,1-1 0 0 0,-1 1 0 0 0,1-1 0 0 0,0 1 0 0 0,0 0 0 0 0,0 0 0 0 0,0 0 0 0 0,1 1 0 0 0,-1-1 0 0 0,1 0 0 0 0,0 0 0 0 0,0 1 0 0 0,0-1 0 0 0,0 1 0 0 0,0-1 0 0 0,1 1 0 0 0,0-1 0 0 0,-1 1 0 0 0,2-1 0 0 0,-1 1 0 0 0,0 0 0 0 0,1-1 0 0 0,0 5 0 0 0,2-1-25 0 0,1 0 0 0 0,-1 0 1 0 0,1 0-1 0 0,1 0 0 0 0,-1-1 1 0 0,1 0-1 0 0,0 0 0 0 0,1 0 1 0 0,-1 0-1 0 0,1-1 0 0 0,0 0 1 0 0,1 0-1 0 0,-1-1 0 0 0,1 0 1 0 0,10 5-1 0 0,5 2-217 0 0,2-1 0 0 0,0-1 0 0 0,35 8 1 0 0,-42-13 117 0 0,0 0 1 0 0,0-1-1 0 0,0-1 1 0 0,1-1-1 0 0,-1 0 1 0 0,0-1-1 0 0,1-1 1 0 0,18-3-1 0 0,-28 2 119 0 0,0 0-1 0 0,0 0 0 0 0,0-1 0 0 0,0 0 1 0 0,0 0-1 0 0,-1 0 0 0 0,0-1 1 0 0,1-1-1 0 0,-2 1 0 0 0,1-1 0 0 0,0 0 1 0 0,-1-1-1 0 0,0 1 0 0 0,0-1 0 0 0,0 0 1 0 0,-1-1-1 0 0,0 1 0 0 0,7-15 0 0 0,-7 14 296 0 0,-1-1 0 0 0,-1-1 0 0 0,1 1 0 0 0,-1 0-1 0 0,-1-1 1 0 0,0 1 0 0 0,0-1 0 0 0,1-17-1 0 0,-3 24-127 0 0,-10-1 157 0 0,9 3-305 0 0,-1-1-1 0 0,1 1 1 0 0,0 0 0 0 0,0 0 0 0 0,0-1 0 0 0,0 1-1 0 0,0 0 1 0 0,0 0 0 0 0,0 0 0 0 0,0 0 0 0 0,-1 0-1 0 0,-1 1 1 0 0,-4 2 46 0 0,0-1 0 0 0,0 2 0 0 0,0-1 0 0 0,1 1 0 0 0,-1 0 1 0 0,1 0-1 0 0,0 0 0 0 0,-7 7 0 0 0,-42 45 551 0 0,48-48-516 0 0,-23 26 105 0 0,2 1 0 0 0,2 1 0 0 0,1 2 0 0 0,2 0 0 0 0,-32 72 0 0 0,49-94-165 0 0,0 1 0 0 0,0 0 0 0 0,2 0 0 0 0,0 0 0 0 0,1 1 0 0 0,1 0-1 0 0,0-1 1 0 0,1 1 0 0 0,2 19 0 0 0,0-32-32 0 0,-1 1-1 0 0,1-1 1 0 0,1 1-1 0 0,-1-1 1 0 0,1 0 0 0 0,-1 0-1 0 0,2 0 1 0 0,-1 0-1 0 0,0 0 1 0 0,1 0 0 0 0,0 0-1 0 0,0-1 1 0 0,1 1-1 0 0,5 5 1 0 0,-4-5-71 0 0,1-1 0 0 0,-1 0 0 0 0,1 0 1 0 0,0 0-1 0 0,0-1 0 0 0,1 0 0 0 0,-1 0 0 0 0,1 0 0 0 0,-1-1 0 0 0,10 2 1 0 0,-1-1-169 0 0,0-1 1 0 0,0-1 0 0 0,1 0 0 0 0,-1-1 0 0 0,0 0 0 0 0,1-2 0 0 0,-1 0 0 0 0,0 0 0 0 0,24-8 0 0 0,-16 2-7 0 0,-1-1 0 0 0,1-1-1 0 0,-2-1 1 0 0,1-1 0 0 0,-1-1 0 0 0,-1-1 0 0 0,-1-1 0 0 0,35-33 0 0 0,-27 20 119 0 0,-2-2 0 0 0,-1 0 1 0 0,-1-2-1 0 0,35-64 1 0 0,-40 59 875 0 0,-2-2 0 0 0,-1 0 1 0 0,-2-1-1 0 0,14-71 0 0 0,-22 92-219 0 0,-1 1 149 0 0,-6 16-464 0 0,-7 10-159 0 0,2 2 29 0 0,1 0-1 0 0,-1 0 0 0 0,2 1 0 0 0,-1 0 1 0 0,2 0-1 0 0,-1 1 0 0 0,-3 18 1 0 0,-3 3 137 0 0,-1 1-78 0 0,2 1 0 0 0,1 0 0 0 0,2 0 0 0 0,1 0 0 0 0,2 1 0 0 0,1 64 0 0 0,3-95-161 0 0,0-1 1 0 0,1 1 0 0 0,0-1 0 0 0,-1 0 0 0 0,1 1-1 0 0,1-1 1 0 0,-1 0 0 0 0,1 1 0 0 0,-1-1 0 0 0,1 0 0 0 0,0 0-1 0 0,1 0 1 0 0,-1-1 0 0 0,1 1 0 0 0,0 0 0 0 0,-1-1 0 0 0,2 0-1 0 0,-1 0 1 0 0,0 0 0 0 0,1 0 0 0 0,-1 0 0 0 0,1 0 0 0 0,0-1-1 0 0,0 0 1 0 0,0 0 0 0 0,6 2 0 0 0,-3-2-363 0 0,0 0-1 0 0,0 0 1 0 0,1-1 0 0 0,-1-1 0 0 0,0 1-1 0 0,1-1 1 0 0,-1 0 0 0 0,0-1-1 0 0,1 1 1 0 0,-1-2 0 0 0,0 1 0 0 0,0-1-1 0 0,0 0 1 0 0,0 0 0 0 0,12-6 0 0 0,-4 0-1445 0 0,-1 0 0 0 0,-1-1 0 0 0,1 0 0 0 0,-1-1 0 0 0,14-15 0 0 0,10-15-6126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48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271 171 720 0 0,'-93'-64'9429'0'0,"-21"-16"-920"0"0,109 75-7786 0 0,-22-13-2101 0 0,25 17 844 0 0,1 1 0 0 0,-1-1 0 0 0,0 1 0 0 0,1 0 0 0 0,-1-1 0 0 0,1 1 0 0 0,-1 0 0 0 0,0 0 0 0 0,0 0 0 0 0,1 0 0 0 0,-1 0 0 0 0,0 0 0 0 0,1 1 0 0 0,-1-1 0 0 0,1 1 0 0 0,-1-1 0 0 0,-2 2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48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1 1020 0 0,'-95'14'4337'0'0,"-159"30"8019"0"0,252-43-12278 0 0,1-1 1 0 0,0 0-1 0 0,0 0 1 0 0,-1 0-1 0 0,1 1 0 0 0,0-1 1 0 0,0 1-1 0 0,0-1 1 0 0,0 1-1 0 0,-1-1 0 0 0,1 1 1 0 0,0 0-1 0 0,0-1 1 0 0,0 1-1 0 0,0 0 0 0 0,0 0 1 0 0,-1 1-1 0 0,2-1-50 0 0,1-1-1 0 0,-1 1 1 0 0,0-1-1 0 0,0 1 1 0 0,0-1-1 0 0,1 1 1 0 0,-1-1-1 0 0,0 1 1 0 0,1-1-1 0 0,-1 0 1 0 0,0 1-1 0 0,1-1 1 0 0,-1 1-1 0 0,1-1 1 0 0,-1 0-1 0 0,1 1 1 0 0,-1-1-1 0 0,1 0 1 0 0,-1 0-1 0 0,1 1 1 0 0,-1-1 0 0 0,1 0-1 0 0,-1 0 1 0 0,1 0-1 0 0,0 1 1 0 0,9 2 110 0 0,0 0 1 0 0,19 2 0 0 0,384 21-626 0 0,-162-14-3359 0 0,-62-4-3329 0 0,-93-6 831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49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442 154 2084 0 0,'-5'-44'9889'0'0,"5"37"-9026"0"0,0 0-1 0 0,0 0 1 0 0,-1 1-1 0 0,0-1 1 0 0,0 0-1 0 0,-1 1 0 0 0,0-1 1 0 0,0 1-1 0 0,-1-1 1 0 0,1 1-1 0 0,-1 0 1 0 0,-1 0-1 0 0,-4-7 1 0 0,7 11-809 0 0,-1 1 0 0 0,1 0 1 0 0,0 0-1 0 0,-1 0 1 0 0,1 1-1 0 0,0-1 1 0 0,-1 0-1 0 0,1 0 1 0 0,-1 1-1 0 0,1-1 1 0 0,-1 1-1 0 0,1-1 0 0 0,-1 1 1 0 0,0 0-1 0 0,1-1 1 0 0,-1 1-1 0 0,-1 0 1 0 0,-28 4 175 0 0,18 0-183 0 0,-1 1 0 0 0,1 1 0 0 0,1 0 0 0 0,-1 1 0 0 0,1 0 0 0 0,0 1 0 0 0,0 0 0 0 0,1 1 0 0 0,-19 19 0 0 0,9-7-19 0 0,1 2-1 0 0,2 0 1 0 0,-28 44 0 0 0,27-35-9 0 0,1 1 1 0 0,2 1-1 0 0,-15 41 0 0 0,27-64-11 0 0,1 0-1 0 0,0 1 0 0 0,0-1 1 0 0,1 0-1 0 0,1 1 0 0 0,0-1 1 0 0,0 1-1 0 0,1 0 0 0 0,1-1 1 0 0,0 1-1 0 0,0-1 0 0 0,1 1 1 0 0,1-1-1 0 0,5 17 0 0 0,-3-19-224 0 0,-1-1-1 0 0,1 0 1 0 0,1 0-1 0 0,-1 0 1 0 0,1-1-1 0 0,0 0 1 0 0,1 0-1 0 0,0-1 1 0 0,0 1-1 0 0,0-1 1 0 0,1-1-1 0 0,0 0 1 0 0,0 0-1 0 0,0 0 1 0 0,1-1-1 0 0,0 0 1 0 0,0-1-1 0 0,0 0 1 0 0,10 2-1 0 0,-2-1-945 0 0,-1-1-1 0 0,1-1 0 0 0,0 0 1 0 0,0-1-1 0 0,0-1 0 0 0,-1-1 1 0 0,1 0-1 0 0,0-2 0 0 0,0 1 1 0 0,16-6-1 0 0,10-8-5308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50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285 394 2132 0 0,'12'-23'5955'0'0,"14"-42"0"0"0,-12 27-1591 0 0,-13 36-3986 0 0,-1 2-350 0 0,0 0 0 0 0,0 0 0 0 0,0 0 0 0 0,0-1-1 0 0,0 1 1 0 0,0 0 0 0 0,0 0 0 0 0,0 0 0 0 0,0-1-1 0 0,0 1 1 0 0,0 0 0 0 0,0 0 0 0 0,0 0 0 0 0,0 0-1 0 0,0-1 1 0 0,0 1 0 0 0,1 0 0 0 0,-1 0 0 0 0,0 0 0 0 0,0 0-1 0 0,0 0 1 0 0,0-1 0 0 0,0 1 0 0 0,0 0 0 0 0,1 0-1 0 0,-1 0 1 0 0,0 0 0 0 0,0 0 0 0 0,0 0 0 0 0,0 0-1 0 0,1 0 1 0 0,-1-1 0 0 0,0 1 0 0 0,0 0 0 0 0,0 0-1 0 0,1 0 1 0 0,-1 0 0 0 0,0 0 0 0 0,0 0 0 0 0,0 0-1 0 0,0 0 1 0 0,1 0 0 0 0,-1 0 0 0 0,3 11 193 0 0,5 11-97 0 0,-6-18-108 0 0,1-1 1 0 0,-1 0-1 0 0,0 1 1 0 0,1-1 0 0 0,0 0-1 0 0,0 0 1 0 0,0-1 0 0 0,0 1-1 0 0,0-1 1 0 0,1 1 0 0 0,-1-1-1 0 0,1 0 1 0 0,-1 0-1 0 0,1-1 1 0 0,0 1 0 0 0,0-1-1 0 0,0 0 1 0 0,0 0 0 0 0,0 0-1 0 0,0 0 1 0 0,7 0 0 0 0,-8-1-16 0 0,0 0 0 0 0,1 0 0 0 0,-1-1 0 0 0,0 1 1 0 0,1-1-1 0 0,-1 0 0 0 0,0 0 0 0 0,0 0 1 0 0,0 0-1 0 0,0-1 0 0 0,0 1 0 0 0,0-1 0 0 0,0 0 1 0 0,0 0-1 0 0,0 0 0 0 0,-1 0 0 0 0,1 0 0 0 0,3-5 1 0 0,-2 2-7 0 0,-1 0 0 0 0,0 0 0 0 0,0 0 0 0 0,-1 0 0 0 0,1 0 0 0 0,-1-1 0 0 0,0 1 0 0 0,0-1 0 0 0,-1 0 0 0 0,1-8 0 0 0,0 5-7 0 0,-1 0 0 0 0,-1 0 0 0 0,0 0 1 0 0,0 0-1 0 0,-1 0 0 0 0,0 0 0 0 0,0 0 0 0 0,-1 0 0 0 0,-1 0 0 0 0,1 0 0 0 0,-1 1 0 0 0,-1-1 0 0 0,0 1 0 0 0,-7-12 1 0 0,9 17 4 0 0,0 0 0 0 0,-1 0 1 0 0,0 0-1 0 0,0 0 1 0 0,1 1-1 0 0,-2-1 1 0 0,1 1-1 0 0,0 0 0 0 0,0 0 1 0 0,-1 0-1 0 0,1 0 1 0 0,-1 0-1 0 0,1 1 1 0 0,-1 0-1 0 0,-6-2 0 0 0,4 3 8 0 0,0-1 0 0 0,1 1 0 0 0,-1 0 0 0 0,0 0 0 0 0,0 1 0 0 0,1 0-1 0 0,-1 0 1 0 0,1 0 0 0 0,-11 4 0 0 0,2 1 102 0 0,1 0 0 0 0,-1 1 0 0 0,1 1-1 0 0,0 0 1 0 0,1 1 0 0 0,-1 0 0 0 0,-11 13 0 0 0,-8 10 312 0 0,2 2 0 0 0,2 0 0 0 0,0 2 0 0 0,3 1 1 0 0,1 1-1 0 0,2 1 0 0 0,-23 56 0 0 0,41-87-373 0 0,1 1-1 0 0,0-1 0 0 0,1 1 1 0 0,0-1-1 0 0,0 1 0 0 0,1 0 1 0 0,0-1-1 0 0,0 1 0 0 0,1 0 0 0 0,0 0 1 0 0,1 0-1 0 0,1 10 0 0 0,-1-15-109 0 0,1 0-1 0 0,-1 1 0 0 0,1-1 1 0 0,0 0-1 0 0,0 0 0 0 0,0 0 0 0 0,0 0 1 0 0,1 0-1 0 0,0-1 0 0 0,0 1 0 0 0,0-1 1 0 0,0 0-1 0 0,0 0 0 0 0,0 0 0 0 0,1 0 1 0 0,0 0-1 0 0,-1-1 0 0 0,1 1 0 0 0,0-1 1 0 0,0 0-1 0 0,1 0 0 0 0,-1-1 0 0 0,0 1 1 0 0,1-1-1 0 0,4 1 0 0 0,9 1-668 0 0,1-1-1 0 0,-1 0 0 0 0,1-1 1 0 0,0-1-1 0 0,0-1 0 0 0,-1-1 1 0 0,1 0-1 0 0,20-6 0 0 0,13-6-3467 0 0,76-30 0 0 0,-63 17-1648 0 0</inkml:trace>
  <inkml:trace contextRef="#ctx0" brushRef="#br0" timeOffset="1">1024 287 556 0 0,'32'-28'3798'0'0,"44"-50"0"0"0,-68 68-2857 0 0,1 0-1 0 0,-2 0 1 0 0,0-1-1 0 0,0 0 1 0 0,-1-1-1 0 0,0 1 1 0 0,-1-1 0 0 0,0 0-1 0 0,5-21 1 0 0,-10 31-869 0 0,0 1 1 0 0,1-1 0 0 0,-1 1-1 0 0,0-1 1 0 0,0 1 0 0 0,0-1-1 0 0,0 1 1 0 0,0-1 0 0 0,0 0-1 0 0,0 1 1 0 0,-1-1 0 0 0,1 1 0 0 0,0 0-1 0 0,-1-1 1 0 0,1 1 0 0 0,-1-1-1 0 0,0 1 1 0 0,1 0 0 0 0,-1-1-1 0 0,0 1 1 0 0,0 0 0 0 0,0 0-1 0 0,0-1 1 0 0,0 1 0 0 0,0 0-1 0 0,0 0 1 0 0,0 0 0 0 0,0 0 0 0 0,-1 0-1 0 0,1 1 1 0 0,0-1 0 0 0,-1 0-1 0 0,1 1 1 0 0,0-1 0 0 0,-1 1-1 0 0,1-1 1 0 0,-1 1 0 0 0,-1-1-1 0 0,-5 0 49 0 0,0 0-1 0 0,0 1 1 0 0,1 0-1 0 0,-1 0 1 0 0,0 1-1 0 0,-10 1 1 0 0,6 1-51 0 0,0 0-1 0 0,1 1 1 0 0,0 0-1 0 0,0 0 1 0 0,0 1 0 0 0,0 1-1 0 0,1-1 1 0 0,-1 2 0 0 0,-13 11-1 0 0,17-13-45 0 0,0 1-1 0 0,1 0 1 0 0,0 1 0 0 0,0-1-1 0 0,0 1 1 0 0,1 1-1 0 0,0-1 1 0 0,0 1-1 0 0,1-1 1 0 0,0 1-1 0 0,0 1 1 0 0,1-1-1 0 0,-3 11 1 0 0,5-14-10 0 0,0-1 1 0 0,1 1-1 0 0,0-1 0 0 0,0 1 1 0 0,1-1-1 0 0,-1 1 0 0 0,1-1 0 0 0,0 1 1 0 0,0-1-1 0 0,1 1 0 0 0,-1-1 1 0 0,1 0-1 0 0,0 0 0 0 0,0 0 1 0 0,0 0-1 0 0,0 0 0 0 0,1 0 1 0 0,0 0-1 0 0,0-1 0 0 0,4 5 0 0 0,8 7 15 0 0,1-1 0 0 0,1-1 0 0 0,20 14 0 0 0,-10-8-5 0 0,-16-12 172 0 0,-1 1-1 0 0,1 1 1 0 0,-2 0-1 0 0,1 0 1 0 0,-1 1-1 0 0,0 0 1 0 0,-1 1-1 0 0,0 0 1 0 0,-1 0-1 0 0,0 0 1 0 0,9 23-1 0 0,-15-30 13 0 0,-1-1-1 0 0,0 1 0 0 0,0-1 1 0 0,0 1-1 0 0,0 0 0 0 0,0-1 1 0 0,0 1-1 0 0,-1-1 0 0 0,0 1 1 0 0,0-1-1 0 0,0 1 1 0 0,0-1-1 0 0,-1 0 0 0 0,1 1 1 0 0,-1-1-1 0 0,-3 6 0 0 0,-1-3 51 0 0,0-1 0 0 0,0 1 0 0 0,-1-1 0 0 0,0 0-1 0 0,1-1 1 0 0,-2 1 0 0 0,1-1 0 0 0,0-1 0 0 0,-1 0-1 0 0,0 0 1 0 0,-15 4 0 0 0,-3-1 69 0 0,0-1 1 0 0,-38 2-1 0 0,28-6-299 0 0,0-1 1 0 0,0-2-1 0 0,1-1 1 0 0,-1-2-1 0 0,-61-16 0 0 0,-18-17-7289 0 0,112 37 6220 0 0,-17-8-1793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54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297 275 1100 0 0,'-1'-9'13180'0'0,"-8"16"-10066"0"0,-14 21-3732 0 0,5-1 751 0 0,0 0 1 0 0,2 2-1 0 0,2 0 1 0 0,0 1-1 0 0,2 0 1 0 0,-13 51-1 0 0,20-64-110 0 0,2 0-1 0 0,0 1 0 0 0,1-1 0 0 0,1 0 1 0 0,0 1-1 0 0,2-1 0 0 0,2 20 1 0 0,-3-30-2 0 0,1-1 1 0 0,0 1-1 0 0,1-1 0 0 0,0 0 1 0 0,0 1-1 0 0,0-1 1 0 0,0 0-1 0 0,1 0 1 0 0,0 0-1 0 0,1-1 0 0 0,-1 1 1 0 0,1-1-1 0 0,0 0 1 0 0,0 0-1 0 0,1 0 1 0 0,0 0-1 0 0,0-1 0 0 0,0 0 1 0 0,0 0-1 0 0,0 0 1 0 0,1 0-1 0 0,6 2 1 0 0,-9-5-7 0 0,1 1 0 0 0,0-1 0 0 0,0 0 0 0 0,0 0 0 0 0,0 0 0 0 0,0 0 0 0 0,0-1 0 0 0,1 0 0 0 0,-1 1 0 0 0,0-2 0 0 0,0 1 0 0 0,0 0 0 0 0,0-1 0 0 0,0 0 0 0 0,0 0 0 0 0,5-2 0 0 0,-3 1-1 0 0,0-1 0 0 0,0-1 1 0 0,-1 1-1 0 0,1-1 0 0 0,-1 0 0 0 0,0 0 0 0 0,0 0 0 0 0,-1-1 0 0 0,7-7 1 0 0,-2 0-1 0 0,0-1 0 0 0,-1 0 0 0 0,-1 0 0 0 0,0-1 0 0 0,0 1-1 0 0,-2-1 1 0 0,0-1 0 0 0,4-17 0 0 0,-5 14-15 0 0,-1-1-1 0 0,-1 1 0 0 0,-1-1 1 0 0,0 0-1 0 0,-2 1 0 0 0,0-1 1 0 0,-4-18-1 0 0,4 29-2 0 0,-1 0 0 0 0,-1 0 0 0 0,1 1 1 0 0,-1-1-1 0 0,0 1 0 0 0,-1 0 0 0 0,0 0 0 0 0,-6-9 0 0 0,7 12-1 0 0,-1 0 0 0 0,1 0 1 0 0,-1 1-1 0 0,0-1 0 0 0,0 1 0 0 0,-1 0 1 0 0,1 0-1 0 0,-1 0 0 0 0,1 1 0 0 0,-1-1 0 0 0,0 1 1 0 0,0 0-1 0 0,-8-2 0 0 0,6 3 0 0 0,1 1-1 0 0,0-1 1 0 0,-1 1-1 0 0,1 0 1 0 0,0 1-1 0 0,-1 0 1 0 0,1 0-1 0 0,0 0 1 0 0,0 1-1 0 0,0-1 1 0 0,0 2 0 0 0,0-1-1 0 0,0 1 1 0 0,0-1-1 0 0,1 2 1 0 0,-1-1-1 0 0,-8 7 1 0 0,9-6 0 0 0,-1 1 0 0 0,1-1 0 0 0,0 1 0 0 0,0 0 0 0 0,0 0 0 0 0,0 1 1 0 0,1-1-1 0 0,0 1 0 0 0,0 0 0 0 0,1 1 0 0 0,0-1 0 0 0,0 0 0 0 0,0 1 0 0 0,1 0 0 0 0,-3 11 0 0 0,4-14 8 0 0,1 1-1 0 0,0-1 1 0 0,0 1-1 0 0,0-1 1 0 0,1 1 0 0 0,-1-1-1 0 0,1 1 1 0 0,0-1-1 0 0,0 1 1 0 0,1-1-1 0 0,-1 0 1 0 0,1 1-1 0 0,0-1 1 0 0,0 0-1 0 0,4 5 1 0 0,-1-3 1 0 0,-1-1 1 0 0,1 1 0 0 0,0-2-1 0 0,1 1 1 0 0,-1 0 0 0 0,1-1-1 0 0,0 0 1 0 0,0 0 0 0 0,7 3-1 0 0,5 0 7 0 0,-1 0-1 0 0,1-1 0 0 0,0-1 0 0 0,0-1 0 0 0,1-1 0 0 0,31 3 0 0 0,-30-6-3 0 0,0 0 1 0 0,-1-1-1 0 0,0-1 0 0 0,1 0 1 0 0,-1-2-1 0 0,0 0 1 0 0,0-2-1 0 0,-1 0 1 0 0,25-11-1 0 0,-19 5-2 0 0,-1-1 1 0 0,-1-1-1 0 0,0-1 0 0 0,-1 0 1 0 0,-1-2-1 0 0,26-26 0 0 0,-18 11-9 0 0,0-2 0 0 0,-2-1-1 0 0,-1 0 1 0 0,-3-2 0 0 0,0-1 0 0 0,-3-1 0 0 0,-1 0-1 0 0,17-54 1 0 0,-24 56 165 0 0,7-38 0 0 0,-31 86-189 0 0,3 0 42 0 0,1 1 1 0 0,1 1-1 0 0,0-1 0 0 0,0 1 1 0 0,-6 16-1 0 0,-24 72 50 0 0,26-69-57 0 0,-232 769 441 0 0,235-770-431 0 0,-157 606 454 0 0,150-578-210 0 0,-28 65 0 0 0,34-101 60 0 0,0 0 0 0 0,-2-1 0 0 0,-1-1 1 0 0,0 0-1 0 0,-28 32 0 0 0,37-48-211 0 0,-1 0 0 0 0,0 0 0 0 0,0-1-1 0 0,0 1 1 0 0,0-1 0 0 0,-1 0 0 0 0,1-1-1 0 0,-1 0 1 0 0,0 0 0 0 0,0 0 0 0 0,0 0 0 0 0,-1-1-1 0 0,1 0 1 0 0,-1 0 0 0 0,1-1 0 0 0,-1 0-1 0 0,1 0 1 0 0,-1 0 0 0 0,0-1 0 0 0,1 0-1 0 0,-1-1 1 0 0,0 1 0 0 0,1-1 0 0 0,-1 0-1 0 0,0-1 1 0 0,1 0 0 0 0,0 0 0 0 0,-1 0-1 0 0,1-1 1 0 0,0 0 0 0 0,0 0 0 0 0,0 0-1 0 0,1-1 1 0 0,-1 0 0 0 0,1 0 0 0 0,-7-7-1 0 0,3 3-71 0 0,0 0-1 0 0,1-1 0 0 0,1 0 1 0 0,-1 0-1 0 0,1-1 0 0 0,1 0 0 0 0,0 0 1 0 0,0 0-1 0 0,1-1 0 0 0,1 0 1 0 0,0 0-1 0 0,0 0 0 0 0,1-1 1 0 0,0 1-1 0 0,1-1 0 0 0,0 0 0 0 0,1 1 1 0 0,1-1-1 0 0,-1 0 0 0 0,2 0 1 0 0,0 0-1 0 0,0 0 0 0 0,1 1 0 0 0,1-1 1 0 0,0 1-1 0 0,0-1 0 0 0,1 1 1 0 0,1 0-1 0 0,7-14 0 0 0,3-2-11 0 0,0 0 0 0 0,2 2 0 0 0,1 0 1 0 0,1 1-1 0 0,33-33 0 0 0,-21 28-9 0 0,2 0 0 0 0,2 3 0 0 0,49-31 0 0 0,-9 15-451 0 0,2 4 0 0 0,2 3 0 0 0,116-34 0 0 0,-80 36-2258 0 0,142-22 0 0 0,-7 19-8662 0 0,-188 29 4148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55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59 880 0 0,'58'-59'20405'0'0,"-57"63"-20333"0"0,-1-1-1 0 0,1 0 1 0 0,-1 0-1 0 0,1 0 1 0 0,-1 1-1 0 0,0-1 1 0 0,0 0-1 0 0,-1 0 1 0 0,1 0 0 0 0,-1 4-1 0 0,-10 42 397 0 0,6-31-307 0 0,-71 285 1315 0 0,-41 226-214 0 0,116-522-1253 0 0,-4 24 47 0 0,1 35-1 0 0,4-59-45 0 0,0 0 0 0 0,0 0 0 0 0,1 0-1 0 0,0 0 1 0 0,0 0 0 0 0,0 0 0 0 0,1 0-1 0 0,1 0 1 0 0,-1-1 0 0 0,1 1 0 0 0,3 6-1 0 0,-4-11-37 0 0,0 0-1 0 0,0 0 0 0 0,0 0 0 0 0,1 0 1 0 0,-1 0-1 0 0,1 0 0 0 0,-1-1 1 0 0,1 1-1 0 0,-1-1 0 0 0,1 0 1 0 0,0 0-1 0 0,0 0 0 0 0,-1 0 0 0 0,1 0 1 0 0,0 0-1 0 0,0-1 0 0 0,0 0 1 0 0,0 1-1 0 0,0-1 0 0 0,0 0 0 0 0,0 0 1 0 0,0-1-1 0 0,5 0 0 0 0,4-1-398 0 0,-1-1 0 0 0,0 0 0 0 0,0 0 0 0 0,19-9-1 0 0,-17 5-334 0 0,0 0 0 0 0,0-1 1 0 0,-1-1-1 0 0,-1 0 0 0 0,1 0 0 0 0,14-17 0 0 0,-15 15-1113 0 0,-1-2 0 0 0,0 1 1 0 0,9-18-1 0 0,1-11-5740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56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250 314 1304 0 0,'-27'-2'1795'0'0,"-30"-2"4155"0"0,-92 5-1 0 0,145 0-5690 0 0,2-1-30 0 0,-9 5 450 0 0,24-4-435 0 0,24-3-100 0 0,335-68 325 0 0,-275 45-573 0 0,162-67 0 0 0,-236 82 19 0 0,40-25 0 0 0,-53 29 73 0 0,-2 0 1 0 0,1-1-1 0 0,-1 0 0 0 0,0 0 1 0 0,0-1-1 0 0,10-12 0 0 0,-8 0 82 0 0,-17 30 64 0 0,0 6-101 0 0,1-1 1 0 0,1 1-1 0 0,1 0 0 0 0,-3 23 0 0 0,-4 66 100 0 0,10-88-110 0 0,-2 119 176 0 0,20 201 0 0 0,-2-102 18 0 0,-9-102 2567 0 0,-6-129-2374 0 0,-1 1 63 0 0,1-5-462 0 0,0 0 0 0 0,0 0 0 0 0,0 0 0 0 0,0 0-1 0 0,0-1 1 0 0,0 1 0 0 0,0 0 0 0 0,0 0 0 0 0,0 0 0 0 0,0 0-1 0 0,0 0 1 0 0,0 0 0 0 0,0 0 0 0 0,0 0 0 0 0,0 0-1 0 0,0 0 1 0 0,-1 0 0 0 0,1 0 0 0 0,0 0 0 0 0,0 1 0 0 0,0-1-1 0 0,0 0 1 0 0,0 0 0 0 0,0 0 0 0 0,0 0 0 0 0,0 0 0 0 0,0 0-1 0 0,0 0 1 0 0,0 0 0 0 0,0 0 0 0 0,0 0 0 0 0,0 0-1 0 0,0 0 1 0 0,0 0 0 0 0,0 0 0 0 0,0 0 0 0 0,0 0 0 0 0,0 0-1 0 0,0 0 1 0 0,0 0 0 0 0,0 0 0 0 0,0 0 0 0 0,0 0 0 0 0,-1 0-1 0 0,1 1 1 0 0,0-1 0 0 0,0 0 0 0 0,0 0 0 0 0,-1-8 52 0 0,-1 0 0 0 0,2 0 1 0 0,-1 0-1 0 0,1 0 1 0 0,0 0-1 0 0,1-11 0 0 0,11-52 8 0 0,-9 53-53 0 0,2-5-15 0 0,1 0 1 0 0,1 1-1 0 0,1 0 0 0 0,1 0 0 0 0,1 0 0 0 0,17-27 0 0 0,-16 32-13 0 0,0 0-1 0 0,1 2 0 0 0,1-1 1 0 0,0 2-1 0 0,1-1 0 0 0,1 2 1 0 0,31-23-1 0 0,-36 30-4 0 0,0 0 1 0 0,0 1-1 0 0,0 0 0 0 0,1 0 1 0 0,0 1-1 0 0,-1 1 0 0 0,1 0 1 0 0,1 0-1 0 0,14 0 1 0 0,-22 2 2 0 0,1 1 1 0 0,-1 0-1 0 0,1 0 1 0 0,-1 0-1 0 0,1 1 1 0 0,-1-1 0 0 0,0 1-1 0 0,1 0 1 0 0,-1 1-1 0 0,0-1 1 0 0,0 1-1 0 0,1 0 1 0 0,-1 0 0 0 0,0 0-1 0 0,-1 0 1 0 0,1 1-1 0 0,0 0 1 0 0,-1-1 0 0 0,1 1-1 0 0,-1 1 1 0 0,0-1-1 0 0,0 0 1 0 0,0 1-1 0 0,-1-1 1 0 0,5 9 0 0 0,-3-3 4 0 0,0 1 1 0 0,0 0 0 0 0,-1 0-1 0 0,0 1 1 0 0,-1-1 0 0 0,0 0 0 0 0,-1 1-1 0 0,0 0 1 0 0,0-1 0 0 0,-3 17-1 0 0,-1 10 25 0 0,-15 59-1 0 0,16-85-8 0 0,-16 57 23 0 0,9-37-25 0 0,-6 41 0 0 0,15-71-5 0 0,0 0-1 0 0,0 0 0 0 0,0-1 1 0 0,0 1-1 0 0,0 0 0 0 0,0 0 1 0 0,0 0-1 0 0,0 0 1 0 0,0-1-1 0 0,0 1 0 0 0,0 0 1 0 0,1 0-1 0 0,-1 0 0 0 0,0-1 1 0 0,1 1-1 0 0,-1 0 0 0 0,0-1 1 0 0,1 1-1 0 0,-1 0 1 0 0,1-1-1 0 0,-1 1 0 0 0,1 0 1 0 0,-1-1-1 0 0,1 1 0 0 0,0-1 1 0 0,-1 1-1 0 0,2 0 0 0 0,0 0 0 0 0,-1-1 0 0 0,1 1 0 0 0,0 0 0 0 0,0-1 0 0 0,0 0 0 0 0,0 1 0 0 0,0-1 0 0 0,0 0 0 0 0,0 0 0 0 0,0 0 0 0 0,2-1 0 0 0,7 0-3 0 0,0-1 1 0 0,0-1-1 0 0,11-4 0 0 0,-20 6 1 0 0,39-14-1 0 0,-1-3 0 0 0,-1-1 1 0 0,-1-2-1 0 0,0-2 0 0 0,-2-1 0 0 0,-1-2 0 0 0,-1-1 0 0 0,50-53 0 0 0,-71 67 8 0 0,-2 0 1 0 0,0-1-1 0 0,16-26 1 0 0,-24 34 26 0 0,1 0-1 0 0,-2 1 1 0 0,1-1 0 0 0,-1 0 0 0 0,0 0 0 0 0,0-1 0 0 0,-1 1 0 0 0,1 0 0 0 0,-1 0 0 0 0,-1-1 0 0 0,1 1 0 0 0,-1-1 0 0 0,-2-10 0 0 0,2 15-22 0 0,0 0 1 0 0,0 1 0 0 0,-1-1 0 0 0,1 1-1 0 0,0 0 1 0 0,-1-1 0 0 0,0 1 0 0 0,1-1-1 0 0,-1 1 1 0 0,0 0 0 0 0,0-1 0 0 0,0 1-1 0 0,0 0 1 0 0,0 0 0 0 0,0 0 0 0 0,0 0-1 0 0,0 0 1 0 0,0 0 0 0 0,0 0 0 0 0,-1 0 0 0 0,1 0-1 0 0,-2-1 1 0 0,1 2-4 0 0,-1-1 1 0 0,1 1-1 0 0,-1-1 0 0 0,1 1 0 0 0,-1 0 1 0 0,1 0-1 0 0,-1 0 0 0 0,1 0 1 0 0,-1 0-1 0 0,1 0 0 0 0,-1 1 0 0 0,-3 0 1 0 0,-3 3 7 0 0,-1-1 0 0 0,1 1 0 0 0,0 1 1 0 0,0 0-1 0 0,-13 9 0 0 0,9-3-6 0 0,0-1 0 0 0,1 2-1 0 0,0-1 1 0 0,1 2 0 0 0,1-1 0 0 0,0 2-1 0 0,1-1 1 0 0,0 1 0 0 0,1 1 0 0 0,0-1 0 0 0,-7 23-1 0 0,12-28-7 0 0,1-1 0 0 0,0 1 0 0 0,0-1-1 0 0,1 1 1 0 0,0 0 0 0 0,0 0 0 0 0,1-1-1 0 0,0 1 1 0 0,1 0 0 0 0,2 9 0 0 0,-2-12-10 0 0,1 1 0 0 0,0 0 0 0 0,1 0 0 0 0,0-1 0 0 0,0 1 0 0 0,0-1 0 0 0,1 0 0 0 0,0 0 1 0 0,0 0-1 0 0,1-1 0 0 0,-1 1 0 0 0,1-1 0 0 0,10 8 0 0 0,-6-7-250 0 0,0 0 0 0 0,0 0 0 0 0,1-1-1 0 0,0 0 1 0 0,0-1 0 0 0,1 0 0 0 0,-1 0 0 0 0,1-1-1 0 0,0-1 1 0 0,16 3 0 0 0,11-2-2924 0 0,64 0 0 0 0,-36-8-1445 0 0,8-4-2098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57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125 848 1128 0 0,'-76'19'13604'0'0,"56"-17"-10334"0"0,-7-1 912 0 0,26-2-4162 0 0,1 1-1 0 0,0-1 1 0 0,0 1 0 0 0,0-1 0 0 0,0 1-1 0 0,0-1 1 0 0,0 1 0 0 0,0-1-1 0 0,0 0 1 0 0,0 1 0 0 0,0-1-1 0 0,0 1 1 0 0,1-1 0 0 0,-1 1 0 0 0,0-1-1 0 0,0 1 1 0 0,0-1 0 0 0,1 1-1 0 0,-1-1 1 0 0,0 1 0 0 0,1-1-1 0 0,-1 1 1 0 0,0-1 0 0 0,1 0 0 0 0,9-13 101 0 0,-9 13-111 0 0,21-24 160 0 0,48-42-1 0 0,-36 36-133 0 0,211-193 44 0 0,71-67-120 0 0,-289 266 17 0 0,-7 6 20 0 0,0 0-1 0 0,-1-1 1 0 0,-1-1 0 0 0,21-33-1 0 0,-37 51-14 0 0,-1 0 0 0 0,1 0 0 0 0,-1 0 0 0 0,0 0 0 0 0,0 0-1 0 0,0-6 1 0 0,0 8 14 0 0,-1 1 0 0 0,0-1-1 0 0,0 1 1 0 0,0-1 0 0 0,0 0-1 0 0,0 1 1 0 0,0-1 0 0 0,0 1-1 0 0,0-1 1 0 0,0 0 0 0 0,-1 1-1 0 0,1-1 1 0 0,0 1 0 0 0,0-1-1 0 0,0 1 1 0 0,-1-1 0 0 0,1 0-1 0 0,0 1 1 0 0,-1-1 0 0 0,1 1-1 0 0,0 0 1 0 0,-1-1 0 0 0,1 1-1 0 0,-1-1 1 0 0,1 1 0 0 0,0-1-1 0 0,-1 1 1 0 0,1 0 0 0 0,-1-1-1 0 0,1 1 1 0 0,-1 0 0 0 0,0 0-1 0 0,1-1 1 0 0,-1 1 0 0 0,1 0-1 0 0,-1 0 1 0 0,1 0 0 0 0,-1 0-1 0 0,0 0 1 0 0,1 0 0 0 0,-1 0-1 0 0,1 0 1 0 0,-1 0 0 0 0,0 0-1 0 0,1 0 1 0 0,-2 0 0 0 0,-10 2-15 0 0,0 1-1 0 0,0 0 1 0 0,1 0 0 0 0,-1 2 0 0 0,1-1-1 0 0,0 1 1 0 0,0 1 0 0 0,0 0 0 0 0,-14 11 0 0 0,11-7-1 0 0,0 1 1 0 0,1 0-1 0 0,0 1 1 0 0,1 1-1 0 0,1 0 1 0 0,-15 20-1 0 0,23-28 17 0 0,-1 1-1 0 0,1 0 1 0 0,1 1-1 0 0,-1-1 1 0 0,1 0-1 0 0,0 1 1 0 0,0-1-1 0 0,1 1 1 0 0,0 0-1 0 0,0-1 1 0 0,1 1-1 0 0,-1 0 1 0 0,2 0-1 0 0,-1-1 1 0 0,1 1-1 0 0,0 0 1 0 0,0 0-1 0 0,0-1 1 0 0,1 1 0 0 0,0-1-1 0 0,5 10 1 0 0,5 8-16 0 0,2 0 0 0 0,0-1 1 0 0,2 0-1 0 0,18 21 1 0 0,-3-4 9 0 0,-16-21 12 0 0,14 21 18 0 0,-27-37-18 0 0,0 0 1 0 0,0 0-1 0 0,-1 0 1 0 0,1 0 0 0 0,-1 0-1 0 0,0 1 1 0 0,0-1-1 0 0,0 0 1 0 0,0 1-1 0 0,0 3 1 0 0,-2-3 26 0 0,1-1 1 0 0,-1 0-1 0 0,0 0 1 0 0,1 0-1 0 0,-1 0 0 0 0,-1 0 1 0 0,1 0-1 0 0,0-1 1 0 0,-1 1-1 0 0,1 0 1 0 0,-1 0-1 0 0,0-1 1 0 0,0 1-1 0 0,0-1 1 0 0,0 0-1 0 0,0 0 0 0 0,-1 0 1 0 0,1 0-1 0 0,-1 0 1 0 0,1 0-1 0 0,-1 0 1 0 0,0-1-1 0 0,0 1 1 0 0,-5 1-1 0 0,-7 3 218 0 0,-1-1 0 0 0,1 0 0 0 0,-23 3 0 0 0,35-7-196 0 0,-30 3 209 0 0,1-1 0 0 0,-1-1 1 0 0,0-2-1 0 0,1-1 0 0 0,-1-2 0 0 0,1-1 0 0 0,-1-1 0 0 0,-42-14 0 0 0,70 18-429 0 0,1 0 0 0 0,-1 0 0 0 0,1 0-1 0 0,-1-1 1 0 0,1 0 0 0 0,0 0 0 0 0,0 0-1 0 0,0 0 1 0 0,0-1 0 0 0,0 0-1 0 0,0 1 1 0 0,-4-5 0 0 0,8 6 28 0 0,0 0 0 0 0,0 0 1 0 0,0 0-1 0 0,0 0 0 0 0,0 0 0 0 0,0 0 1 0 0,0 0-1 0 0,0 0 0 0 0,0 0 0 0 0,0 0 1 0 0,0 0-1 0 0,1 0 0 0 0,-1 0 1 0 0,0 0-1 0 0,1 0 0 0 0,-1 0 0 0 0,1 0 1 0 0,-1 0-1 0 0,1 0 0 0 0,-1 0 0 0 0,1 1 1 0 0,0-1-1 0 0,-1 0 0 0 0,1 0 0 0 0,0 1 1 0 0,1-2-1 0 0,11-6-2665 0 0,-1 0-1 0 0,1 1 1 0 0,29-12 0 0 0,-14 7-4174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5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320 174 2500 0 0,'3'-3'679'0'0,"-1"-1"-1"0"0,1 0 1 0 0,-1 0 0 0 0,0 0-1 0 0,0 0 1 0 0,0 0-1 0 0,-1 0 1 0 0,1 0-1 0 0,-1 0 1 0 0,0-1-1 0 0,0 1 1 0 0,-1-1 0 0 0,1 1-1 0 0,-1 0 1 0 0,0-1-1 0 0,-1-5 1 0 0,0 2 56 0 0,0 0 1 0 0,-1 1 0 0 0,0-1-1 0 0,0 1 1 0 0,-1-1-1 0 0,0 1 1 0 0,0 0-1 0 0,-5-8 1 0 0,7 13-677 0 0,0 0 0 0 0,-1 1 0 0 0,1-1 0 0 0,0 1 0 0 0,0 0 0 0 0,-1-1 0 0 0,1 1 1 0 0,-1 0-1 0 0,1 0 0 0 0,-1-1 0 0 0,0 1 0 0 0,1 0 0 0 0,-1 1 0 0 0,0-1 0 0 0,0 0 0 0 0,1 1 0 0 0,-1-1 0 0 0,0 0 1 0 0,0 1-1 0 0,0 0 0 0 0,0 0 0 0 0,0-1 0 0 0,0 1 0 0 0,0 0 0 0 0,0 1 0 0 0,1-1 0 0 0,-1 0 0 0 0,0 0 0 0 0,0 1 0 0 0,0-1 1 0 0,0 1-1 0 0,0 0 0 0 0,-2 1 0 0 0,-5 2-19 0 0,0 1 1 0 0,1 0 0 0 0,-1 0-1 0 0,1 1 1 0 0,-8 7 0 0 0,-5 5 4 0 0,1 1 1 0 0,0 2-1 0 0,2 0 1 0 0,-26 37-1 0 0,33-41-40 0 0,1 1 1 0 0,0-1-1 0 0,1 2 1 0 0,2-1-1 0 0,-1 1 1 0 0,2 1-1 0 0,-4 21 0 0 0,8-34-11 0 0,1-1 0 0 0,1 1-1 0 0,-1-1 1 0 0,1 1-1 0 0,0-1 1 0 0,1 1-1 0 0,0-1 1 0 0,0 1-1 0 0,0-1 1 0 0,1 0-1 0 0,0 0 1 0 0,4 11-1 0 0,-3-12-26 0 0,-1-1 0 0 0,1 1-1 0 0,0-1 1 0 0,0 0 0 0 0,1 0 0 0 0,-1-1-1 0 0,1 1 1 0 0,0-1 0 0 0,0 1-1 0 0,0-1 1 0 0,0 0 0 0 0,1-1 0 0 0,-1 1-1 0 0,1-1 1 0 0,0 0 0 0 0,6 3-1 0 0,-5-3-52 0 0,1-1-1 0 0,-1 1 1 0 0,0-1-1 0 0,0 0 1 0 0,1-1 0 0 0,-1 1-1 0 0,0-1 1 0 0,1 0-1 0 0,-1-1 1 0 0,0 0-1 0 0,1 0 1 0 0,-1 0-1 0 0,11-4 1 0 0,-8 1 9 0 0,-1 0 1 0 0,1 0 0 0 0,-1-1 0 0 0,0 0-1 0 0,0-1 1 0 0,-1 0 0 0 0,1 0-1 0 0,8-10 1 0 0,0-4 6 0 0,0 0 1 0 0,-1-1-1 0 0,-1 0 0 0 0,-2-1 1 0 0,0-1-1 0 0,10-24 1 0 0,-7 10 320 0 0,-2-1 0 0 0,11-47 1 0 0,-13 54 4 0 0,-11 29-221 0 0,4 17 5 0 0,-4-6-6 0 0,0 0-1 0 0,0-1 1 0 0,-1 1-1 0 0,0-1 1 0 0,0 1-1 0 0,-5 13 1 0 0,-2 15 40 0 0,1 13-160 0 0,-7 73 434 0 0,13-110-863 0 0,1 0 0 0 0,1 0 0 0 0,0 1 0 0 0,1-1 1 0 0,0 0-1 0 0,1 0 0 0 0,4 13 0 0 0,7 2-3183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8:59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1 197 224 0 0,'23'-128'15878'0'0,"-23"126"-14812"0"0,1 2-1037 0 0,0 1 0 0 0,0-1 0 0 0,1 1 0 0 0,-1-1 0 0 0,0 1 0 0 0,0 0 0 0 0,0 0 0 0 0,0-1 0 0 0,0 1 0 0 0,-1 0-1 0 0,1 0 1 0 0,0 0 0 0 0,0 0 0 0 0,0 0 0 0 0,-1 0 0 0 0,1 0 0 0 0,-1 0 0 0 0,1 1 0 0 0,-1-1 0 0 0,1 0 0 0 0,-1 0 0 0 0,1 0 0 0 0,-1 2 0 0 0,8 29 422 0 0,-8-31-433 0 0,6 39 403 0 0,-3 0-1 0 0,0 0 1 0 0,-3 0 0 0 0,-2 1 0 0 0,-8 53 0 0 0,9-89-295 0 0,1 1 160 0 0,-1 1 0 0 0,0-1 0 0 0,-1 0 0 0 0,0 0 0 0 0,-4 12 0 0 0,5-16 176 0 0,-2-3-276 0 0,1 1-172 0 0,1 0-1 0 0,0-1 0 0 0,0 1 0 0 0,-1-1 0 0 0,1 0 0 0 0,0 1 0 0 0,0-1 0 0 0,0 0 1 0 0,-1 1-1 0 0,1-1 0 0 0,0 0 0 0 0,0 0 0 0 0,0 0 0 0 0,1 0 0 0 0,-1 0 0 0 0,0 0 0 0 0,0-1 1 0 0,0 1-1 0 0,1 0 0 0 0,-1 0 0 0 0,1 0 0 0 0,-1-1 0 0 0,1 1 0 0 0,-1 0 0 0 0,1-1 1 0 0,0 1-1 0 0,-1 0 0 0 0,1-1 0 0 0,0 1 0 0 0,0-3 0 0 0,-1-13-9 0 0,0 1-1 0 0,1-1 0 0 0,1 0 1 0 0,0 1-1 0 0,1-1 0 0 0,1 0 1 0 0,0 1-1 0 0,2 0 1 0 0,0 0-1 0 0,0 0 0 0 0,9-16 1 0 0,-10 24-24 0 0,1 0 0 0 0,0-1 0 0 0,1 2 0 0 0,-1-1 0 0 0,1 1 0 0 0,1-1 0 0 0,-1 2 0 0 0,1-1 0 0 0,10-7 0 0 0,-11 11 7 0 0,-1-1 0 0 0,1 1 0 0 0,0 0 0 0 0,0 1 0 0 0,0-1-1 0 0,0 1 1 0 0,0 1 0 0 0,1-1 0 0 0,-1 1 0 0 0,0 0 0 0 0,1 0 0 0 0,-1 1-1 0 0,1 0 1 0 0,10 1 0 0 0,-6 1-2 0 0,0 0 0 0 0,-1 0 0 0 0,1 2 0 0 0,-1-1 0 0 0,0 1 0 0 0,0 1 0 0 0,-1 0 0 0 0,1 0 0 0 0,-1 1 0 0 0,0 0 0 0 0,0 1 0 0 0,-1-1 0 0 0,0 2 0 0 0,0-1 0 0 0,-1 1 0 0 0,0 0 0 0 0,7 10 0 0 0,-6-6 24 0 0,0 1 0 0 0,0-1 0 0 0,-2 1-1 0 0,1 0 1 0 0,-2 1 0 0 0,1-1 0 0 0,-2 1-1 0 0,0 1 1 0 0,-1-1 0 0 0,0 0 0 0 0,-1 1-1 0 0,0 15 1 0 0,-1-28 5 0 0,-1 1-1 0 0,0-1 1 0 0,0 0-1 0 0,0 0 0 0 0,0 0 1 0 0,0 0-1 0 0,0 0 1 0 0,-1 1-1 0 0,1-1 1 0 0,-1 0-1 0 0,1 0 1 0 0,-1 0-1 0 0,0 0 1 0 0,0 0-1 0 0,0 0 0 0 0,0 0 1 0 0,0-1-1 0 0,0 1 1 0 0,-1 0-1 0 0,1 0 1 0 0,-1-1-1 0 0,1 1 1 0 0,-1-1-1 0 0,1 1 1 0 0,-1-1-1 0 0,-2 1 0 0 0,2 0-8 0 0,-2-3 32 0 0,2 0-34 0 0,-1 1 0 0 0,1-1 0 0 0,-1 0 0 0 0,1 0 0 0 0,-1 0 0 0 0,1-1 0 0 0,0 1 0 0 0,-1-1 0 0 0,1 1 0 0 0,0-1 0 0 0,0 0-1 0 0,0 1 1 0 0,0-1 0 0 0,0 0 0 0 0,0 0 0 0 0,-1-3 0 0 0,0 0-7 0 0,0 0-1 0 0,1 0 1 0 0,-1-1-1 0 0,1 1 1 0 0,0 0 0 0 0,1-1-1 0 0,-2-8 1 0 0,1 2-27 0 0,1-1 1 0 0,0 1 0 0 0,1-1-1 0 0,1 0 1 0 0,-1 1-1 0 0,6-24 1 0 0,-1 19-25 0 0,0 0 0 0 0,1-1 0 0 0,1 2 0 0 0,1-1 0 0 0,0 1 1 0 0,1 0-1 0 0,1 1 0 0 0,0 0 0 0 0,13-13 0 0 0,-16 19 31 0 0,1 1 0 0 0,0 0-1 0 0,1 0 1 0 0,0 1 0 0 0,0 0 0 0 0,0 1 0 0 0,1 0-1 0 0,0 0 1 0 0,0 1 0 0 0,1 1 0 0 0,-1 0 0 0 0,1 0-1 0 0,0 1 1 0 0,0 0 0 0 0,14-2 0 0 0,-20 5 15 0 0,0-1 0 0 0,-1 1 0 0 0,1 0-1 0 0,0 1 1 0 0,0-1 0 0 0,0 1 0 0 0,-1 0 0 0 0,1 0 0 0 0,0 0 0 0 0,-1 1 0 0 0,1-1 0 0 0,-1 1 0 0 0,1 0 0 0 0,-1 0 0 0 0,0 1 0 0 0,0 0 0 0 0,0-1 0 0 0,0 1-1 0 0,-1 0 1 0 0,1 1 0 0 0,-1-1 0 0 0,1 1 0 0 0,-1 0 0 0 0,0-1 0 0 0,2 6 0 0 0,0-1 14 0 0,-1 1 1 0 0,-1-1 0 0 0,0 0-1 0 0,0 1 1 0 0,0 0-1 0 0,-1-1 1 0 0,-1 1-1 0 0,1 0 1 0 0,-1 0-1 0 0,-1 0 1 0 0,0 0-1 0 0,-1 12 1 0 0,-6 26 70 0 0,-13 51 0 0 0,0-8-5 0 0,19-86-73 0 0,1 0 10 0 0,-1 0 0 0 0,0 0-1 0 0,1 0 1 0 0,0 0 0 0 0,0 0-1 0 0,0 0 1 0 0,0 0 0 0 0,1 4-1 0 0,6 11 34 0 0,-2-16-30 0 0,-3-2-3 0 0,1 0-5 0 0,0 0 0 0 0,0 0 0 0 0,0 0-1 0 0,0 0 1 0 0,0 0 0 0 0,0-1 0 0 0,1 1-1 0 0,-1-1 1 0 0,0 0 0 0 0,0 0 0 0 0,0 0-1 0 0,1-1 1 0 0,5-1 0 0 0,-5 2-2 0 0,8-2-1 0 0,-1 0 1 0 0,1 0-1 0 0,-1-1 0 0 0,1-1 1 0 0,-1 0-1 0 0,0 0 1 0 0,20-12-1 0 0,-10 3-7 0 0,-1-1 0 0 0,32-28 0 0 0,-26 19 4 0 0,-2-2 1 0 0,0 0-1 0 0,-2-2 1 0 0,-1 0-1 0 0,-1-1 1 0 0,-1-1-1 0 0,-2-1 0 0 0,-1-1 1 0 0,21-57-1 0 0,-36 88 3 0 0,0-6 8 0 0,1 1 0 0 0,-1 0 0 0 0,0 0-1 0 0,1-10 1 0 0,-2 14-9 0 0,0 0-1 0 0,0 0 1 0 0,0 0-1 0 0,0 0 1 0 0,0 0-1 0 0,0 1 1 0 0,-1-1-1 0 0,1 0 1 0 0,0 0-1 0 0,0 0 1 0 0,-1 0 0 0 0,1 0-1 0 0,-1 0 1 0 0,1 0-1 0 0,-1 0 1 0 0,1 1-1 0 0,-1-1 1 0 0,0 0-1 0 0,1 0 1 0 0,-1 1-1 0 0,0-1 1 0 0,0 0-1 0 0,1 1 1 0 0,-1-1 0 0 0,0 1-1 0 0,0-1 1 0 0,0 1-1 0 0,0-1 1 0 0,0 1-1 0 0,-1-1 1 0 0,0 1-1 0 0,1 0 1 0 0,0 0-1 0 0,0 0 0 0 0,0 0 1 0 0,0 0-1 0 0,-1 1 0 0 0,1-1 1 0 0,0 0-1 0 0,0 1 1 0 0,0-1-1 0 0,0 1 0 0 0,0-1 1 0 0,0 1-1 0 0,0-1 1 0 0,0 1-1 0 0,0 0 0 0 0,0 0 1 0 0,-1 0-1 0 0,0 1 0 0 0,-10 6 0 0 0,1 0 0 0 0,0 0 1 0 0,1 1-1 0 0,0 1 0 0 0,1 0 0 0 0,-1 0 0 0 0,-7 13 1 0 0,-3 6-1 0 0,-25 49 1 0 0,38-64 7 0 0,-1 1 0 0 0,2 1 1 0 0,0-1-1 0 0,1 1 1 0 0,-5 29-1 0 0,9-41 3 0 0,0 0 1 0 0,1 0-1 0 0,-1 0 0 0 0,1 0 1 0 0,0 0-1 0 0,0 0 1 0 0,1 0-1 0 0,-1 0 0 0 0,1 0 1 0 0,0 0-1 0 0,0 0 0 0 0,0 0 1 0 0,1 0-1 0 0,-1 0 1 0 0,1-1-1 0 0,0 1 0 0 0,0 0 1 0 0,0-1-1 0 0,1 0 0 0 0,-1 0 1 0 0,1 1-1 0 0,0-1 0 0 0,0-1 1 0 0,0 1-1 0 0,0 0 1 0 0,0-1-1 0 0,0 1 0 0 0,1-1 1 0 0,3 2-1 0 0,7 2-115 0 0,1-1 1 0 0,0 0-1 0 0,0-1 0 0 0,1-1 0 0 0,26 3 1 0 0,81 0-1817 0 0,-99-6 1404 0 0,143-5-7840 0 0,-79-2-764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0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259 407 720 0 0,'0'-149'15294'0'0,"-17"153"-14800"0"0,14-3-431 0 0,1 1 1 0 0,-1 0-1 0 0,1 0 1 0 0,-1 0-1 0 0,1 0 1 0 0,0 0-1 0 0,0 0 1 0 0,0 1-1 0 0,0-1 1 0 0,-1 4 0 0 0,-5 5 167 0 0,-22 25 62 0 0,2 2 0 0 0,2 1 0 0 0,2 1 0 0 0,1 1 0 0 0,2 1 0 0 0,-18 51 0 0 0,35-81-267 0 0,1 1 1 0 0,0-1-1 0 0,1 1 0 0 0,0 0 0 0 0,0-1 0 0 0,2 1 1 0 0,0 0-1 0 0,2 21 0 0 0,-1-29-15 0 0,-1-1 1 0 0,1 0-1 0 0,1 0 0 0 0,-1 0 1 0 0,0 0-1 0 0,1 0 1 0 0,0 0-1 0 0,0 0 0 0 0,0 0 1 0 0,1-1-1 0 0,-1 1 1 0 0,1-1-1 0 0,0 0 0 0 0,0 0 1 0 0,0 0-1 0 0,0 0 0 0 0,0 0 1 0 0,1 0-1 0 0,-1-1 1 0 0,1 0-1 0 0,0 0 0 0 0,-1 0 1 0 0,1 0-1 0 0,0 0 1 0 0,0-1-1 0 0,0 0 0 0 0,1 0 1 0 0,-1 0-1 0 0,6 1 0 0 0,4-1-1 0 0,1 0 0 0 0,-1-1-1 0 0,0 0 1 0 0,0-1 0 0 0,0-1-1 0 0,0 0 1 0 0,0-1 0 0 0,-1 0-1 0 0,1-1 1 0 0,-1-1 0 0 0,0 0-1 0 0,0-1 1 0 0,0 0-1 0 0,-1-1 1 0 0,0 0 0 0 0,0-1-1 0 0,-1-1 1 0 0,0 1 0 0 0,0-2-1 0 0,-1 0 1 0 0,-1 0 0 0 0,13-16-1 0 0,-11 11-9 0 0,0-1-1 0 0,-1 0 0 0 0,-1 0 1 0 0,-1-1-1 0 0,0 0 1 0 0,-1-1-1 0 0,-1 0 1 0 0,0 0-1 0 0,-1 0 0 0 0,-2 0 1 0 0,0-1-1 0 0,0 1 1 0 0,-2-1-1 0 0,0 0 1 0 0,-2 0-1 0 0,-3-28 1 0 0,3 39-4 0 0,-1-1 1 0 0,0 1 0 0 0,0 0-1 0 0,-1 0 1 0 0,0 0 0 0 0,0 0-1 0 0,-1 0 1 0 0,0 1 0 0 0,0-1-1 0 0,-1 1 1 0 0,0 0 0 0 0,-1 1-1 0 0,1-1 1 0 0,-1 1 0 0 0,0 0-1 0 0,-1 0 1 0 0,1 1 0 0 0,-1 0-1 0 0,0 0 1 0 0,-1 1 0 0 0,-10-6-1 0 0,15 10-3 0 0,-1-1 0 0 0,0 0 0 0 0,1 1-1 0 0,-1-1 1 0 0,0 1 0 0 0,1 0 0 0 0,-1 0-1 0 0,0 1 1 0 0,0-1 0 0 0,1 1 0 0 0,-1 0 0 0 0,0 0-1 0 0,1 0 1 0 0,-1 0 0 0 0,1 0 0 0 0,-5 3 0 0 0,-1 1-7 0 0,1 0 1 0 0,-1 1 0 0 0,1-1 0 0 0,-11 11 0 0 0,12-9 8 0 0,1-1 1 0 0,0 1-1 0 0,0 0 0 0 0,1 1 0 0 0,0-1 0 0 0,0 1 1 0 0,-6 16-1 0 0,10-22 6 0 0,0 0 0 0 0,0 0 0 0 0,0 0-1 0 0,1 0 1 0 0,-1 0 0 0 0,1 0 0 0 0,-1 0 0 0 0,1 0 0 0 0,0 0 0 0 0,0 0 0 0 0,0 0 0 0 0,0 0-1 0 0,0 0 1 0 0,0 0 0 0 0,0 0 0 0 0,1 0 0 0 0,-1 0 0 0 0,1 0 0 0 0,0 0 0 0 0,-1 0-1 0 0,1 0 1 0 0,0 0 0 0 0,0 0 0 0 0,0-1 0 0 0,0 1 0 0 0,1 0 0 0 0,-1-1 0 0 0,0 1 0 0 0,1-1-1 0 0,-1 1 1 0 0,1-1 0 0 0,0 0 0 0 0,-1 1 0 0 0,1-1 0 0 0,0 0 0 0 0,0 0 0 0 0,-1 0-1 0 0,1-1 1 0 0,0 1 0 0 0,3 1 0 0 0,8 1 3 0 0,0 0-1 0 0,0-1 1 0 0,0-1-1 0 0,0 0 0 0 0,0 0 1 0 0,0-1-1 0 0,0-1 1 0 0,0 0-1 0 0,17-4 1 0 0,3-3 5 0 0,0-1 0 0 0,44-18 0 0 0,-43 13-5 0 0,0-1 1 0 0,-1-2 0 0 0,-2-2-1 0 0,35-25 1 0 0,-48 30-2 0 0,0 0-1 0 0,-1-2 0 0 0,-1 0 0 0 0,-1 0 1 0 0,0-2-1 0 0,-1 0 0 0 0,22-38 1 0 0,-34 51 0 0 0,0 0 0 0 0,0 0 0 0 0,0 0 0 0 0,0-1 0 0 0,-1 1 0 0 0,0-1 0 0 0,1-9 0 0 0,-2 12-4 0 0,0 0 1 0 0,0 1 0 0 0,0-1-1 0 0,0 0 1 0 0,0 0 0 0 0,-1 1 0 0 0,1-1-1 0 0,-1 0 1 0 0,0 1 0 0 0,0-1-1 0 0,0 1 1 0 0,0-1 0 0 0,0 1 0 0 0,-1-1-1 0 0,1 1 1 0 0,-4-4 0 0 0,3 5-4 0 0,1 0 0 0 0,0 0 0 0 0,-1 0 0 0 0,0 0 0 0 0,1 0 0 0 0,-1 0 0 0 0,1 1 0 0 0,-1-1 1 0 0,0 1-1 0 0,0-1 0 0 0,1 1 0 0 0,-1 0 0 0 0,0-1 0 0 0,0 1 0 0 0,1 0 0 0 0,-1 0 0 0 0,-3 1 0 0 0,-26 7-51 0 0,23-5 47 0 0,2 1 0 0 0,-1-1 0 0 0,0 2 0 0 0,1-1 0 0 0,0 1 1 0 0,0 0-1 0 0,0 0 0 0 0,1 0 0 0 0,-1 1 0 0 0,1 0 0 0 0,1 0 0 0 0,-1 1 0 0 0,1-1 0 0 0,0 1 1 0 0,0 0-1 0 0,-3 9 0 0 0,6-13 7 0 0,0 0 0 0 0,1 0 1 0 0,-1 0-1 0 0,1 0 0 0 0,0-1 0 0 0,0 1 1 0 0,0 0-1 0 0,0 0 0 0 0,0 0 1 0 0,1 0-1 0 0,-1 0 0 0 0,1 0 0 0 0,-1-1 1 0 0,3 6-1 0 0,0-3 3 0 0,-1 0 0 0 0,1 0 0 0 0,0 0 0 0 0,1-1-1 0 0,-1 1 1 0 0,1-1 0 0 0,5 5 0 0 0,2 0 5 0 0,0 0 0 0 0,0 0 1 0 0,1-1-1 0 0,1-1 0 0 0,16 8 0 0 0,0-3-26 0 0,1-2 0 0 0,58 14 0 0 0,62 1 49 0 0,-118-21-43 0 0,-13-3 42 0 0,34 9 0 0 0,-50-10 1 0 0,1 8 39 0 0,-3-5-39 0 0,-8 5 16 0 0,-37 34 235 0 0,-36 38 93 0 0,72-71-358 0 0,1 0-1 0 0,0 1 0 0 0,0 0 0 0 0,1 0 1 0 0,1 0-1 0 0,-1 1 0 0 0,2 0 0 0 0,-5 15 1 0 0,8-22-25 0 0,0 0 0 0 0,0 1 1 0 0,1-1-1 0 0,-1 0 0 0 0,1 1 0 0 0,0-1 1 0 0,0 0-1 0 0,0 0 0 0 0,1 1 1 0 0,0-1-1 0 0,0 0 0 0 0,0 0 1 0 0,0 0-1 0 0,0 0 0 0 0,1 0 1 0 0,0 0-1 0 0,0 0 0 0 0,0 0 0 0 0,0-1 1 0 0,1 1-1 0 0,-1-1 0 0 0,1 1 1 0 0,0-1-1 0 0,0 0 0 0 0,0 0 1 0 0,5 3-1 0 0,2 1-284 0 0,0-1 0 0 0,0 0 1 0 0,1-1-1 0 0,-1 0 0 0 0,1-1 0 0 0,0 0 1 0 0,1-1-1 0 0,13 3 0 0 0,1-2-1378 0 0,1-1-1 0 0,41 1 1 0 0,-21-5-2573 0 0,-1-1-2135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1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442 676 224 0 0,'3'-10'1416'0'0,"-1"0"-1"0"0,0 0 1 0 0,0 0 0 0 0,-1 0 0 0 0,0 0-1 0 0,-2-15 1 0 0,1 20-1068 0 0,0 1 1 0 0,-1 0-1 0 0,0 0 1 0 0,0 0-1 0 0,0-1 1 0 0,0 1-1 0 0,-1 0 0 0 0,1 0 1 0 0,-1 0-1 0 0,0 1 1 0 0,0-1-1 0 0,-1 0 0 0 0,1 1 1 0 0,-1 0-1 0 0,0-1 1 0 0,0 1-1 0 0,-5-4 1 0 0,6 6-288 0 0,-1 0 0 0 0,1 1 0 0 0,-1-1 0 0 0,1 1 1 0 0,-1-1-1 0 0,1 1 0 0 0,-1 0 0 0 0,1 0 0 0 0,-1 0 1 0 0,1 1-1 0 0,-1-1 0 0 0,1 1 0 0 0,-1-1 0 0 0,1 1 1 0 0,-4 1-1 0 0,-11 5 84 0 0,0 0-1 0 0,0 1 1 0 0,1 0 0 0 0,1 2 0 0 0,-1 0-1 0 0,1 0 1 0 0,1 2 0 0 0,-17 16-1 0 0,-11 15 128 0 0,-42 55-1 0 0,70-80-231 0 0,1 0 0 0 0,0 1 0 0 0,-15 31 0 0 0,25-43-32 0 0,0-1 0 0 0,0 1 0 0 0,1 0 1 0 0,-1 0-1 0 0,2 0 0 0 0,-1 0 0 0 0,1 0 0 0 0,0 1 1 0 0,0-1-1 0 0,1 0 0 0 0,0 1 0 0 0,0-1 0 0 0,1 0 1 0 0,0 0-1 0 0,2 8 0 0 0,-2-11-9 0 0,0-1 0 0 0,1 1 0 0 0,-1-1 1 0 0,1 0-1 0 0,0 1 0 0 0,0-1 0 0 0,0 0 0 0 0,0 0 0 0 0,1-1 0 0 0,-1 1 0 0 0,1 0 0 0 0,0-1 0 0 0,0 1 0 0 0,0-1 1 0 0,0 0-1 0 0,6 3 0 0 0,-4-3-59 0 0,0 0 1 0 0,1 0-1 0 0,-1-1 1 0 0,0 1-1 0 0,1-1 1 0 0,0-1-1 0 0,-1 1 1 0 0,1-1-1 0 0,-1 0 1 0 0,8-1-1 0 0,-1 0-181 0 0,0-1 1 0 0,-1-1-1 0 0,1 0 0 0 0,-1 0 0 0 0,0-1 0 0 0,0-1 0 0 0,0 0 1 0 0,0 0-1 0 0,18-13 0 0 0,-4-3-333 0 0,-1-1 1 0 0,-1-1 0 0 0,-1-1-1 0 0,-1-1 1 0 0,-1-1-1 0 0,23-39 1 0 0,84-180-1540 0 0,-9-47 1905 0 0,-68 161 2040 0 0,-7 9 677 0 0,-42 120-2182 0 0,-3 32 499 0 0,-2 1-1 0 0,0 0 1 0 0,-3-1-1 0 0,-11 37 1 0 0,4-19-144 0 0,-14 57 199 0 0,-3 3-328 0 0,-28 199 0 0 0,58-297-800 0 0,0 1 0 0 0,1 0-1 0 0,0-1 1 0 0,1 1 0 0 0,3 16-1 0 0,-3-22-152 0 0,0-1-1 0 0,1 1 0 0 0,-1-1 0 0 0,1 0 0 0 0,0 0 0 0 0,4 6 1 0 0,-4-7-300 0 0,0 0-1 0 0,1-1 1 0 0,-1 1 0 0 0,0-1 0 0 0,1 1 0 0 0,0-1 0 0 0,-1 0 0 0 0,1 0 0 0 0,5 2 0 0 0,13 5-7179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1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282 314 2460 0 0,'-6'-21'13700'0'0,"7"23"-13666"0"0,0 0-1 0 0,0 0 1 0 0,0-1 0 0 0,1 1-1 0 0,-1 0 1 0 0,0 0 0 0 0,1 0-1 0 0,-1-1 1 0 0,1 1-1 0 0,0-1 1 0 0,-1 1 0 0 0,1-1-1 0 0,0 0 1 0 0,0 0 0 0 0,0 0-1 0 0,0 0 1 0 0,0 0 0 0 0,0 0-1 0 0,0 0 1 0 0,0 0-1 0 0,0-1 1 0 0,1 0 0 0 0,-1 1-1 0 0,0-1 1 0 0,0 0 0 0 0,0 0-1 0 0,1 0 1 0 0,-1 0 0 0 0,4-1-1 0 0,-1 1-10 0 0,-1-1 1 0 0,0 0-1 0 0,0 1 0 0 0,1-2 1 0 0,-1 1-1 0 0,0 0 0 0 0,0-1 1 0 0,0 0-1 0 0,0 0 0 0 0,-1 0 1 0 0,1 0-1 0 0,0-1 0 0 0,-1 1 1 0 0,6-6-1 0 0,-2-2-13 0 0,0 0 0 0 0,-1 0-1 0 0,0 0 1 0 0,-1-1 0 0 0,0 1 0 0 0,0-1 0 0 0,-1-1 0 0 0,-1 1 0 0 0,3-14-1 0 0,-4 17 35 0 0,-1-1-1 0 0,0 0 0 0 0,-1 0 1 0 0,1 0-1 0 0,-2 0 1 0 0,1 0-1 0 0,-1 0 0 0 0,-1 0 1 0 0,1 0-1 0 0,-2 0 0 0 0,1 1 1 0 0,-7-15-1 0 0,8 20-17 0 0,-1 0-1 0 0,1 0 1 0 0,-1 1-1 0 0,0-1 1 0 0,0 0-1 0 0,0 1 1 0 0,0 0-1 0 0,-1-1 1 0 0,1 1-1 0 0,0 0 1 0 0,-1 0 0 0 0,0 0-1 0 0,1 1 1 0 0,-1-1-1 0 0,0 0 1 0 0,0 1-1 0 0,0 0 1 0 0,-6-2-1 0 0,4 2 1 0 0,-1 1 0 0 0,0-1 0 0 0,1 1 0 0 0,-1 0 0 0 0,0 0 0 0 0,1 1 0 0 0,-1 0 1 0 0,0 0-1 0 0,1 0 0 0 0,-6 2 0 0 0,-5 3 38 0 0,1 0 1 0 0,-1 2-1 0 0,1-1 0 0 0,1 2 1 0 0,0 0-1 0 0,-17 14 1 0 0,10-4 44 0 0,0 0-1 0 0,2 1 1 0 0,1 1 0 0 0,0 1 0 0 0,-17 29-1 0 0,25-35-65 0 0,0 1 0 0 0,2 0-1 0 0,0 0 1 0 0,1 0 0 0 0,1 1-1 0 0,0 0 1 0 0,2 1 0 0 0,-5 30 0 0 0,9-41-58 0 0,0 0 1 0 0,0-1 0 0 0,0 1-1 0 0,1-1 1 0 0,0 1 0 0 0,1 0-1 0 0,0-1 1 0 0,0 0 0 0 0,0 1-1 0 0,1-1 1 0 0,0 0 0 0 0,0 0 0 0 0,1-1-1 0 0,0 1 1 0 0,0-1 0 0 0,1 0-1 0 0,-1 0 1 0 0,1 0 0 0 0,1 0-1 0 0,-1-1 1 0 0,1 0 0 0 0,0 0-1 0 0,0-1 1 0 0,0 1 0 0 0,1-1 0 0 0,10 4-1 0 0,-5-2-421 0 0,0-1 0 0 0,1 0 0 0 0,0-1 0 0 0,0-1 0 0 0,1 0 0 0 0,-1 0 0 0 0,0-1 0 0 0,1-1 0 0 0,-1-1 0 0 0,1 0-1 0 0,0 0 1 0 0,-1-1 0 0 0,1-1 0 0 0,15-4 0 0 0,-12 1-718 0 0,1-1-1 0 0,-2 0 1 0 0,1-2-1 0 0,-1 0 1 0 0,18-11 0 0 0,4-8-3029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2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1 224 3284 0 0,'51'-104'6081'0'0,"-6"11"-257"0"0,-32 68-4447 0 0,-13 25-1369 0 0,0 0 0 0 0,1 0-1 0 0,-1 0 1 0 0,0 0 0 0 0,0 1-1 0 0,0-1 1 0 0,1 0 0 0 0,-1 0-1 0 0,0 0 1 0 0,0 0 0 0 0,0 0 0 0 0,1 0-1 0 0,-1 0 1 0 0,0 0 0 0 0,0 1-1 0 0,1-1 1 0 0,-1 0 0 0 0,0 0 0 0 0,0 0-1 0 0,1 0 1 0 0,-1 0 0 0 0,0 0-1 0 0,0-1 1 0 0,1 1 0 0 0,-1 0-1 0 0,0 0 1 0 0,0 0 0 0 0,1 0 0 0 0,-1 0-1 0 0,0 0 1 0 0,0 0 0 0 0,0 0-1 0 0,1 0 1 0 0,-1-1 0 0 0,0 1-2 0 0,1 0 1 0 0,-1-1-1 0 0,1 1 1 0 0,-1 0-1 0 0,1 0 1 0 0,-1 0-1 0 0,1 0 1 0 0,-1 0-1 0 0,1 0 1 0 0,-1-1-1 0 0,1 1 1 0 0,-1 0-1 0 0,1 0 1 0 0,-1 0-1 0 0,1 1 1 0 0,-1-1-1 0 0,1 0 1 0 0,0 0-1 0 0,-1 0 1 0 0,0 0-1 0 0,1 0 1 0 0,-1 1-1 0 0,1-1 1 0 0,-1 0-1 0 0,1 0 1 0 0,-1 1-1 0 0,1-1 1 0 0,-1 0-1 0 0,0 1 1 0 0,1-1-1 0 0,0 1 1 0 0,6 10 134 0 0,0 1 0 0 0,0 0 0 0 0,-1 1 0 0 0,0 0 0 0 0,-1-1 0 0 0,-1 2 0 0 0,0-1 0 0 0,0 0 0 0 0,1 23 0 0 0,1 14 681 0 0,-3 67-1 0 0,-4-101-369 0 0,-1 0 0 0 0,0-1 0 0 0,-2 1 0 0 0,0 0 0 0 0,0-1 0 0 0,-2 0 0 0 0,1 0 0 0 0,-2 0 0 0 0,0-1 0 0 0,-1 0 0 0 0,-1 0-1 0 0,-17 21 1 0 0,25-33-307 0 0,-1-1 0 0 0,0 0 0 0 0,0 1 0 0 0,1-1 0 0 0,-1 0 0 0 0,0 0 0 0 0,0 0-1 0 0,0-1 1 0 0,0 1 0 0 0,-3 0 0 0 0,4 0-117 0 0,0-1-1 0 0,1 0 1 0 0,-1 1-1 0 0,0-1 1 0 0,1 0 0 0 0,-1 0-1 0 0,0 0 1 0 0,1 0 0 0 0,-1 0-1 0 0,0 0 1 0 0,1 0-1 0 0,-1 0 1 0 0,0 0 0 0 0,0 0-1 0 0,1 0 1 0 0,-1 0-1 0 0,0 0 1 0 0,1-1 0 0 0,-1 1-1 0 0,0 0 1 0 0,1 0 0 0 0,-1-1-1 0 0,0 1 1 0 0,1 0-1 0 0,-1-1 1 0 0,1 1 0 0 0,-1-1-1 0 0,1 1 1 0 0,-1-1-1 0 0,1 1 1 0 0,-1-1 0 0 0,1 1-1 0 0,-1-1 1 0 0,0-1 0 0 0,0-4 15 0 0,0-1 0 0 0,0 0 0 0 0,1 0 0 0 0,-1 1 0 0 0,1-1-1 0 0,1 0 1 0 0,-1 0 0 0 0,1 1 0 0 0,1-1 0 0 0,3-13 0 0 0,-1 8-2 0 0,1 0 0 0 0,1 1 0 0 0,0-1 0 0 0,1 1 0 0 0,9-13-1 0 0,9-6-658 0 0,0 2 0 0 0,55-48 0 0 0,-69 68-172 0 0,-1-1 1 0 0,1 2-1 0 0,0-1 1 0 0,1 1-1 0 0,17-7 1 0 0,4 3-3846 0 0,2 8-4117 0 0,-10 3 1884 0 0</inkml:trace>
  <inkml:trace contextRef="#ctx0" brushRef="#br0" timeOffset="1">882 507 1008 0 0,'9'34'16995'0'0,"-7"-28"-15923"0"0,-2-2-565 0 0,1 0 0 0 0,-1-1 1 0 0,0 1-1 0 0,0 0 0 0 0,-1 6 0 0 0,-1 5-195 0 0,-1 0-1 0 0,0 0 0 0 0,-1 0 1 0 0,-1-1-1 0 0,0 1 1 0 0,-9 16-1 0 0,-49 80-794 0 0,55-98 271 0 0,-33 48-3909 0 0,11-24-4165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3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1245 3072 0 0,'0'0'10167'0'0,"3"1"-9483"0"0,-3-1-614 0 0,1 0 0 0 0,0 1 0 0 0,-1-1-1 0 0,1 0 1 0 0,0 1 0 0 0,-1-1 0 0 0,1 0 0 0 0,0 1-1 0 0,-1-1 1 0 0,1 0 0 0 0,-1 1 0 0 0,1-1 0 0 0,-1 1-1 0 0,1-1 1 0 0,-1 1 0 0 0,0 0 0 0 0,1-1-1 0 0,-1 1 1 0 0,1-1 0 0 0,-1 1 0 0 0,0 0 0 0 0,0-1-1 0 0,1 2 1 0 0,0 19 646 0 0,-2-17-645 0 0,1 0 0 0 0,0-1 1 0 0,0 1-1 0 0,1 0 0 0 0,-1 0 1 0 0,1 0-1 0 0,-1-1 0 0 0,3 7 1 0 0,-2-8-50 0 0,-1 1-1 0 0,1-1 1 0 0,0 0 0 0 0,0 0 0 0 0,0 0 0 0 0,0 0 0 0 0,0 0 0 0 0,0-1 0 0 0,1 1 0 0 0,-1 0 0 0 0,1 0 0 0 0,-1-1 0 0 0,1 1 0 0 0,-1-1 0 0 0,1 0 0 0 0,0 1 0 0 0,0-1-1 0 0,0 0 1 0 0,0 0 0 0 0,0 0 0 0 0,0 0 0 0 0,0 0 0 0 0,0 0 0 0 0,0-1 0 0 0,0 1 0 0 0,0-1 0 0 0,1 0 0 0 0,-1 1 0 0 0,0-1 0 0 0,0 0 0 0 0,4-1 0 0 0,12 0 15 0 0,-1-2 1 0 0,1 0 0 0 0,-1 0 0 0 0,0-2 0 0 0,0 0-1 0 0,32-16 1 0 0,-24 8-10 0 0,-1 0 1 0 0,-1-2-1 0 0,43-36 0 0 0,-30 18-32 0 0,-1-2 1 0 0,-3-1-1 0 0,-1-2 1 0 0,50-78-1 0 0,-41 47-76 0 0,-4 0 0 0 0,-3-3 0 0 0,36-112 0 0 0,-32 56-75 0 0,26-165 0 0 0,-44 151 128 0 0,-19 138 7 0 0,0 3 20 0 0,0 1 0 0 0,0 0 1 0 0,0 0-1 0 0,-1 0 0 0 0,1-1 0 0 0,0 1 0 0 0,0 0 0 0 0,0 0 0 0 0,0-1 0 0 0,0 1 0 0 0,0 0 1 0 0,-1 0-1 0 0,1 0 0 0 0,0-1 0 0 0,0 1 0 0 0,0 0 0 0 0,-1 0 0 0 0,1 0 0 0 0,0 0 0 0 0,0 0 1 0 0,0-1-1 0 0,-1 1 0 0 0,1 0 0 0 0,0 0 0 0 0,0 0 0 0 0,-1 0 0 0 0,1 0 0 0 0,0 0 0 0 0,0 0 1 0 0,-1 0-1 0 0,1 0 0 0 0,0 0 0 0 0,0 0 0 0 0,-1 0 0 0 0,1 0 0 0 0,0 0 0 0 0,0 0 0 0 0,-1 0 1 0 0,1 0-1 0 0,0 0 0 0 0,0 0 0 0 0,-1 1 0 0 0,1-1 0 0 0,0 0 0 0 0,0 0 0 0 0,0 0 0 0 0,-1 0 1 0 0,1 0-1 0 0,0 1 0 0 0,-8 7 1 0 0,8-8-1 0 0,-12 18 12 0 0,0 1-1 0 0,1 0 1 0 0,1 1-1 0 0,1 0 1 0 0,-7 22-1 0 0,1-4 14 0 0,-43 116 185 0 0,6 2 1 0 0,-42 217-1 0 0,67-198-53 0 0,25-149-117 0 0,1 1 1 0 0,1 0 0 0 0,2 0-1 0 0,6 41 1 0 0,-6-61-27 0 0,-1 0 0 0 0,1-1 0 0 0,0 1 0 0 0,1-1 1 0 0,0 1-1 0 0,0-1 0 0 0,0 0 0 0 0,0 0 0 0 0,1 0 0 0 0,0 0 0 0 0,1-1 1 0 0,-1 1-1 0 0,1-1 0 0 0,8 7 0 0 0,-6-8-56 0 0,-1 0 0 0 0,1 0-1 0 0,0-1 1 0 0,0 1 0 0 0,0-1-1 0 0,0-1 1 0 0,0 0 0 0 0,1 0-1 0 0,-1 0 1 0 0,1-1 0 0 0,-1 0-1 0 0,1 0 1 0 0,9-1 0 0 0,0 0-238 0 0,0-2-1 0 0,0 0 1 0 0,0 0 0 0 0,0-2 0 0 0,-1 0 0 0 0,0-1 0 0 0,1 0 0 0 0,14-8-1 0 0,-9 1-200 0 0,0 0 1 0 0,-1-1-1 0 0,0-1 0 0 0,35-32 0 0 0,-22 12-17 0 0,-1-1 1 0 0,-1-2 0 0 0,-3-2-1 0 0,0 0 1 0 0,22-46 0 0 0,-17 22 615 0 0,-3-1 0 0 0,-3-1 0 0 0,-3-2 1 0 0,-2-1-1 0 0,25-134 0 0 0,-28 2 3572 0 0,-17 161-2869 0 0,-5 16-342 0 0,2 23-472 0 0,0 0-1 0 0,0 0 1 0 0,0 0-1 0 0,-1 0 1 0 0,1 0-1 0 0,0 0 0 0 0,0 0 1 0 0,-1 0-1 0 0,1 0 1 0 0,0 0-1 0 0,0 0 0 0 0,0 0 1 0 0,-1 0-1 0 0,1 0 1 0 0,0 0-1 0 0,0 0 1 0 0,-1 0-1 0 0,1 0 0 0 0,0 0 1 0 0,0 0-1 0 0,0 0 1 0 0,-1 1-1 0 0,1-1 1 0 0,0 0-1 0 0,0 0 0 0 0,0 0 1 0 0,0 0-1 0 0,-1 0 1 0 0,1 1-1 0 0,0-1 0 0 0,0 0 1 0 0,0 0-1 0 0,0 0 1 0 0,0 0-1 0 0,0 1 1 0 0,-1-1-1 0 0,1 0 0 0 0,0 0 1 0 0,0 1-1 0 0,0-1 1 0 0,0 0-1 0 0,0 0 0 0 0,0 1 1 0 0,-3 5 42 0 0,-1 1 0 0 0,1 0 0 0 0,-3 13 0 0 0,-104 597 2119 0 0,71-350-1682 0 0,34-237-379 0 0,0-6 714 0 0,-2 46 0 0 0,21-85-627 0 0,57-76 35 0 0,-3 3-238 0 0,-38 56 14 0 0,58-50 0 0 0,-78 74-19 0 0,0 0 1 0 0,1 1 0 0 0,0 0 0 0 0,0 0 0 0 0,1 2 0 0 0,0-1 0 0 0,0 1-1 0 0,0 1 1 0 0,0 0 0 0 0,19-2 0 0 0,-28 5 10 0 0,0 1 0 0 0,1 0 0 0 0,-1 0 0 0 0,0 0 0 0 0,0 0 0 0 0,1 0 0 0 0,-1 1-1 0 0,0 0 1 0 0,0-1 0 0 0,0 1 0 0 0,0 1 0 0 0,0-1 0 0 0,0 0 0 0 0,0 1 0 0 0,0-1 0 0 0,0 1 0 0 0,-1 0 0 0 0,1 0 0 0 0,-1 0 0 0 0,1 0 0 0 0,-1 0 0 0 0,0 1 0 0 0,0-1 0 0 0,0 1 0 0 0,0-1-1 0 0,0 1 1 0 0,0 0 0 0 0,-1 0 0 0 0,1 0 0 0 0,0 4 0 0 0,2 2 24 0 0,-2 0 0 0 0,1 0 1 0 0,-1 0-1 0 0,-1 0 0 0 0,1 1 0 0 0,-2-1 0 0 0,1 0 0 0 0,-2 18 0 0 0,-5 9 71 0 0,-1-1 1 0 0,-2-1-1 0 0,-15 39 0 0 0,-3 12-28 0 0,26-84-69 0 0,1 0 0 0 0,-1 1-1 0 0,1-1 1 0 0,0 1 0 0 0,0-1 0 0 0,-1 0 0 0 0,1 1 0 0 0,0-1-1 0 0,0 0 1 0 0,1 1 0 0 0,-1-1 0 0 0,0 0 0 0 0,0 1 0 0 0,1-1-1 0 0,-1 1 1 0 0,0-1 0 0 0,1 0 0 0 0,-1 0 0 0 0,1 1 0 0 0,0-1-1 0 0,0 0 1 0 0,-1 0 0 0 0,1 0 0 0 0,0 0 0 0 0,0 0 0 0 0,0 0-1 0 0,0 0 1 0 0,0 0 0 0 0,0 0 0 0 0,0 0 0 0 0,0-1 0 0 0,1 1-1 0 0,-1 0 1 0 0,0-1 0 0 0,0 1 0 0 0,1-1 0 0 0,-1 1 0 0 0,0-1-1 0 0,1 1 1 0 0,-1-1 0 0 0,0 0 0 0 0,1 0 0 0 0,1 0 0 0 0,6 1-129 0 0,1 0 0 0 0,0-1 0 0 0,0 0 1 0 0,15-3-1 0 0,-25 3 122 0 0,34-6-317 0 0,-1-1 0 0 0,0-2 0 0 0,0-2 1 0 0,-1 0-1 0 0,0-2 0 0 0,-1-2 0 0 0,-1-1 0 0 0,0-1 0 0 0,-2-1 0 0 0,0-2 1 0 0,0-1-1 0 0,-2 0 0 0 0,24-27 0 0 0,-35 30 426 0 0,0 0 0 0 0,0-1 0 0 0,-2 0 0 0 0,-1-1-1 0 0,0-1 1 0 0,-1 0 0 0 0,-2 0 0 0 0,0-1 0 0 0,-1 0 0 0 0,-1-1-1 0 0,4-28 1 0 0,-9 40 135 0 0,-1 0 1 0 0,0-1-1 0 0,-1 1 0 0 0,-1 0 0 0 0,-2-20 0 0 0,3 30-223 0 0,-1 1 0 0 0,1-1-1 0 0,0 0 1 0 0,-1 0 0 0 0,1 0 0 0 0,0 0-1 0 0,-1 0 1 0 0,1 1 0 0 0,-1-1 0 0 0,1 0 0 0 0,-1 0-1 0 0,0 1 1 0 0,1-1 0 0 0,-1 0 0 0 0,0 1-1 0 0,1-1 1 0 0,-1 1 0 0 0,0-1 0 0 0,0 1 0 0 0,1-1-1 0 0,-1 1 1 0 0,0 0 0 0 0,0-1 0 0 0,0 1-1 0 0,0 0 1 0 0,0 0 0 0 0,0-1 0 0 0,1 1 0 0 0,-1 0-1 0 0,0 0 1 0 0,0 0 0 0 0,0 0 0 0 0,0 0-1 0 0,-1 1 1 0 0,-2-1 7 0 0,0 0 0 0 0,1 1 0 0 0,-1 0 0 0 0,1 0 0 0 0,0 0 0 0 0,-6 3 0 0 0,0 1 24 0 0,2 0 0 0 0,-1 1 0 0 0,1 0 0 0 0,-1 0 0 0 0,2 0 1 0 0,-12 15-1 0 0,-30 46 197 0 0,46-65-229 0 0,-21 35 144 0 0,-35 72-1 0 0,49-88-123 0 0,2-1 1 0 0,0 1-1 0 0,1 1 0 0 0,1-1 1 0 0,-4 34-1 0 0,9-50-29 0 0,-1 0 0 0 0,1 0 0 0 0,0 0 0 0 0,1 0 0 0 0,-1 1 0 0 0,1-1 0 0 0,0 0 0 0 0,0 0 0 0 0,0 0 0 0 0,1 0 0 0 0,0-1 0 0 0,0 1 0 0 0,0 0 0 0 0,1-1 0 0 0,-1 1 0 0 0,1-1 0 0 0,0 0 0 0 0,0 0 0 0 0,1 0 0 0 0,-1 0 0 0 0,1-1 0 0 0,0 1 0 0 0,0-1 0 0 0,0 0 0 0 0,0 0 0 0 0,0 0 0 0 0,1-1 0 0 0,-1 1 0 0 0,1-1 0 0 0,6 2 0 0 0,2 0-162 0 0,0-1-1 0 0,1 0 0 0 0,-1 0 1 0 0,1-2-1 0 0,0 1 0 0 0,0-2 1 0 0,-1 0-1 0 0,1 0 1 0 0,0-2-1 0 0,15-2 0 0 0,-5-2-213 0 0,-2-1 0 0 0,1 0-1 0 0,-1-2 1 0 0,0-1-1 0 0,-1 0 1 0 0,0-2 0 0 0,0 0-1 0 0,-1-1 1 0 0,-1-1-1 0 0,-1-1 1 0 0,0-1 0 0 0,25-28-1 0 0,-10 5 508 0 0,-1-1-1 0 0,-3-1 1 0 0,-2-2-1 0 0,43-87 1 0 0,-27 39 2392 0 0,-42 90-2410 0 0,-6 11 46 0 0,-40 98 838 0 0,-73 208 618 0 0,114-304-1501 0 0,0 3 323 0 0,17-28-234 0 0,36-54-132 0 0,70-87-17 0 0,-96 127-74 0 0,1 2 0 0 0,1 1 0 0 0,45-33 0 0 0,-54 45-5 0 0,0 2 0 0 0,1 0-1 0 0,18-8 1 0 0,-27 15 17 0 0,0 0-1 0 0,0 0 1 0 0,0 1 0 0 0,0 0-1 0 0,0 1 1 0 0,1-1-1 0 0,-1 2 1 0 0,0-1 0 0 0,13 2-1 0 0,-18-1 19 0 0,0 1 1 0 0,0-1-1 0 0,0 1 0 0 0,0 0 0 0 0,0 0 0 0 0,0 0 1 0 0,-1 0-1 0 0,1 1 0 0 0,0-1 0 0 0,-1 1 1 0 0,1-1-1 0 0,-1 1 0 0 0,0 0 0 0 0,1 0 0 0 0,-1 0 1 0 0,0 0-1 0 0,0 1 0 0 0,0-1 0 0 0,0 1 0 0 0,-1-1 1 0 0,1 1-1 0 0,-1-1 0 0 0,1 1 0 0 0,-1 0 1 0 0,0 0-1 0 0,0 0 0 0 0,0 0 0 0 0,0 4 0 0 0,1 4 158 0 0,-1-1-1 0 0,0 1 1 0 0,0-1-1 0 0,-1 1 1 0 0,0 0-1 0 0,-4 16 1 0 0,-9 29 527 0 0,-2 0 0 0 0,-2-2 0 0 0,-31 65 0 0 0,22-57-344 0 0,26-61-335 0 0,-1 0 0 0 0,1 0 0 0 0,-1 0 0 0 0,1 0 0 0 0,0 0 0 0 0,-1 0 0 0 0,1 0 0 0 0,0 0 0 0 0,0 1 0 0 0,-1-1 1 0 0,1 0-1 0 0,0 0 0 0 0,0 0 0 0 0,1 0 0 0 0,-1 1 0 0 0,0-1 0 0 0,0 0 0 0 0,0 0 0 0 0,1 0 0 0 0,-1 0 0 0 0,1 0 1 0 0,0 2-1 0 0,0-2-4 0 0,0 0 0 0 0,0 0 0 0 0,0-1 0 0 0,0 1 0 0 0,0 0 0 0 0,0-1 0 0 0,1 1 0 0 0,-1-1 0 0 0,0 1 0 0 0,0-1 0 0 0,0 0-1 0 0,1 1 1 0 0,-1-1 0 0 0,0 0 0 0 0,0 0 0 0 0,1 0 0 0 0,1 0 0 0 0,4-1-27 0 0,1 1-1 0 0,-1-2 1 0 0,0 1 0 0 0,1-1-1 0 0,12-5 1 0 0,7-6-780 0 0,-2 0 0 0 0,0-2-1 0 0,0-1 1 0 0,-1 0 0 0 0,22-22 0 0 0,-13 8-4401 0 0,31-36-1 0 0,-42 38-2126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26 3320 0 0,'-181'10'14460'0'0,"177"-10"-13833"0"0,-7 2 833 0 0,169-12-1394 0 0,-3 1-3348 0 0,1-3-4420 0 0,-75 5 1157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5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1193 1860 0 0,'-2'0'1998'0'0,"-1"1"-1637"0"0,0 0 1 0 0,0 0 0 0 0,0 0-1 0 0,0 1 1 0 0,1-1-1 0 0,-1 1 1 0 0,0-1 0 0 0,1 1-1 0 0,-1 0 1 0 0,1 0 0 0 0,0 0-1 0 0,0 1 1 0 0,0-1 0 0 0,0 0-1 0 0,0 1 1 0 0,0-1-1 0 0,0 1 1 0 0,1 0 0 0 0,-2 2-1 0 0,1 0-199 0 0,-1 1 0 0 0,1-1-1 0 0,0 0 1 0 0,1 1-1 0 0,-1-1 1 0 0,1 1-1 0 0,0-1 1 0 0,1 1 0 0 0,-1-1-1 0 0,1 12 1 0 0,1-15-164 0 0,3 20 707 0 0,-4-21-669 0 0,1-1-1 0 0,-1 1 0 0 0,1 0 1 0 0,-1 0-1 0 0,1 0 0 0 0,-1 0 1 0 0,1 0-1 0 0,0-1 0 0 0,-1 1 1 0 0,1 0-1 0 0,0 0 0 0 0,0-1 1 0 0,-1 1-1 0 0,1-1 0 0 0,0 1 1 0 0,0 0-1 0 0,0-1 0 0 0,0 0 1 0 0,0 1-1 0 0,0-1 0 0 0,0 0 1 0 0,0 1-1 0 0,0-1 0 0 0,1 0 1 0 0,12 0 45 0 0,0 0 1 0 0,0-1 0 0 0,0-1 0 0 0,-1 0-1 0 0,1-1 1 0 0,-1-1 0 0 0,0 0-1 0 0,0 0 1 0 0,25-14 0 0 0,-7 2-23 0 0,-1-2-1 0 0,54-41 1 0 0,-48 28-44 0 0,-1-2 0 0 0,-2-1 0 0 0,-1-2 0 0 0,-2-1 0 0 0,49-80 0 0 0,-33 37-29 0 0,-4-2-1 0 0,35-99 0 0 0,-43 85-20 0 0,-4-1-1 0 0,33-200 0 0 0,-60 273 57 0 0,2-32-1 0 0,-7 51-24 0 0,-9-2-4 0 0,7 7 9 0 0,1 0-1 0 0,0 1 1 0 0,-1 0 0 0 0,1-1-1 0 0,0 1 1 0 0,-1 0-1 0 0,1 0 1 0 0,0 1 0 0 0,0-1-1 0 0,0 1 1 0 0,0-1 0 0 0,0 1-1 0 0,1 0 1 0 0,-1 0-1 0 0,0 0 1 0 0,1 1 0 0 0,-1-1-1 0 0,-2 4 1 0 0,-8 9 17 0 0,-21 28-1 0 0,-13 29 106 0 0,2 2-1 0 0,4 2 0 0 0,3 2 0 0 0,3 1 0 0 0,4 2 0 0 0,4 1 0 0 0,-23 111 0 0 0,43-156-65 0 0,1 0 1 0 0,2 0-1 0 0,0 53 0 0 0,5-78-40 0 0,-1 0 0 0 0,1-1 0 0 0,1 1 0 0 0,0-1 0 0 0,1 0 0 0 0,0 1 0 0 0,0-1 0 0 0,1-1 0 0 0,1 1 0 0 0,0 0 0 0 0,0-1-1 0 0,1 0 1 0 0,0 0 0 0 0,1-1 0 0 0,9 11 0 0 0,-10-15-68 0 0,1 0 0 0 0,-1 0 0 0 0,1 0 0 0 0,0-1 0 0 0,0 0 0 0 0,0-1 0 0 0,1 1 0 0 0,-1-1 0 0 0,1 0 0 0 0,0-1 0 0 0,0 0 0 0 0,0 0-1 0 0,0-1 1 0 0,0 0 0 0 0,0-1 0 0 0,0 1 0 0 0,0-1 0 0 0,0-1 0 0 0,0 0 0 0 0,11-2 0 0 0,2-1-309 0 0,0-2-1 0 0,-1 0 1 0 0,1-1 0 0 0,-2-1-1 0 0,1-1 1 0 0,28-18 0 0 0,-16 5-101 0 0,-1-1 1 0 0,-1-1-1 0 0,-1-2 1 0 0,-1-1 0 0 0,-2-2-1 0 0,0 0 1 0 0,22-35-1 0 0,6-17-549 0 0,70-142-1 0 0,-86 146 1872 0 0,-3-1-1 0 0,-4-1 0 0 0,-3-2 1 0 0,28-133-1 0 0,-42 149 485 0 0,-14 63-1000 0 0,-1 2-334 0 0,1 0 0 0 0,-1-1 0 0 0,0 1 0 0 0,0 0 0 0 0,0 0 0 0 0,0 0 0 0 0,0 0 1 0 0,0 1-1 0 0,0-1 0 0 0,0 0 0 0 0,0 0 0 0 0,0 1 0 0 0,0-1 0 0 0,1 0 1 0 0,-1 1-1 0 0,0-1 0 0 0,0 0 0 0 0,0 1 0 0 0,1 0 0 0 0,-1-1 0 0 0,0 1 0 0 0,0-1 1 0 0,1 1-1 0 0,-1 0 0 0 0,0-1 0 0 0,1 1 0 0 0,-2 1 0 0 0,-15 24 88 0 0,16-25-89 0 0,-19 40 337 0 0,-27 70 0 0 0,24-52-12 0 0,-142 466 1888 0 0,154-481-2126 0 0,-14 52 74 0 0,-21 74 1402 0 0,46-168-1279 0 0,2-4-271 0 0,-1 0-1 0 0,1 0 1 0 0,0 0-1 0 0,-1 0 1 0 0,1-1-1 0 0,-1 1 1 0 0,1 0-1 0 0,0-4 1 0 0,-1 4 3 0 0,37-63 74 0 0,64-84 0 0 0,-82 124-107 0 0,1 1 1 0 0,0 1-1 0 0,2 1 1 0 0,1 1-1 0 0,52-35 1 0 0,-68 50-4 0 0,0 2 0 0 0,1-1 0 0 0,-1 1 0 0 0,1 1 0 0 0,0 0 0 0 0,0 0 0 0 0,0 0 0 0 0,0 1 0 0 0,1 1 0 0 0,15-2 0 0 0,-21 4 6 0 0,1-1 1 0 0,-1 0-1 0 0,0 1 1 0 0,0 0-1 0 0,0 0 1 0 0,0 0-1 0 0,0 0 1 0 0,0 1-1 0 0,0-1 1 0 0,0 1-1 0 0,-1 0 1 0 0,1 0-1 0 0,-1 1 1 0 0,1-1-1 0 0,-1 1 1 0 0,0 0 0 0 0,0-1-1 0 0,0 1 1 0 0,0 1-1 0 0,0-1 1 0 0,-1 0-1 0 0,1 1 1 0 0,-1-1-1 0 0,0 1 1 0 0,3 7-1 0 0,-1-1 18 0 0,-1 1 1 0 0,0-1-1 0 0,0 0 0 0 0,-1 1 0 0 0,-1-1 1 0 0,0 1-1 0 0,0 0 0 0 0,-1-1 0 0 0,0 1 1 0 0,-2 11-1 0 0,-4 14 65 0 0,-16 57 1 0 0,-1 1-17 0 0,20-80-54 0 0,1-11-11 0 0,1 0 0 0 0,0 0 0 0 0,1 0 0 0 0,-1 0-1 0 0,0 0 1 0 0,1 0 0 0 0,0 0 0 0 0,0 1 0 0 0,0-1 0 0 0,0 0 0 0 0,0 0 0 0 0,2 4 0 0 0,7-1-24 0 0,-5-5 13 0 0,1-1-1 0 0,-1 0 0 0 0,1 0 1 0 0,-1 0-1 0 0,1 0 0 0 0,-1-1 1 0 0,1 1-1 0 0,-1-1 0 0 0,0 0 0 0 0,1 0 1 0 0,6-4-1 0 0,50-23-376 0 0,-54 24 314 0 0,20-11-163 0 0,-1-1 1 0 0,0-2 0 0 0,-1 0-1 0 0,43-43 1 0 0,-32 23 80 0 0,-2-1 1 0 0,33-50-1 0 0,-55 72 253 0 0,-2 0 1 0 0,0-1-1 0 0,-2 0 1 0 0,0 0-1 0 0,0-1 1 0 0,-2 0-1 0 0,6-30 0 0 0,-11 49-90 0 0,-1-1 0 0 0,0 1 0 0 0,0-1 0 0 0,0 0-1 0 0,1 1 1 0 0,-1-1 0 0 0,0 0 0 0 0,0 1 0 0 0,0-1-1 0 0,0 0 1 0 0,0 1 0 0 0,0-1 0 0 0,0 0 0 0 0,0 1-1 0 0,0-1 1 0 0,0 0 0 0 0,-1 1 0 0 0,1-1 0 0 0,0 1-1 0 0,0-1 1 0 0,-1 0 0 0 0,1 1 0 0 0,0-1 0 0 0,-1 1-1 0 0,1-1 1 0 0,0 1 0 0 0,-1-1 0 0 0,1 1 0 0 0,-1-1-1 0 0,1 1 1 0 0,-1-1 0 0 0,1 1 0 0 0,-1 0 0 0 0,1-1-1 0 0,-1 1 1 0 0,0 0 0 0 0,1-1 0 0 0,-1 1 0 0 0,1 0-1 0 0,-1 0 1 0 0,0 0 0 0 0,1-1 0 0 0,-1 1-1 0 0,0 0 1 0 0,1 0 0 0 0,-1 0 0 0 0,0 0 0 0 0,1 0-1 0 0,-1 0 1 0 0,0 0 0 0 0,1 1 0 0 0,-1-1 0 0 0,0 0-1 0 0,1 0 1 0 0,-2 1 0 0 0,-2 0 0 0 0,0 0 0 0 0,0 1 0 0 0,1 0 0 0 0,-1-1 0 0 0,0 1 0 0 0,1 1 0 0 0,-6 3 0 0 0,-11 12 88 0 0,1 2-1 0 0,0 0 1 0 0,-24 36-1 0 0,-37 76 193 0 0,70-114-255 0 0,1 0 0 0 0,1 1 0 0 0,0 0-1 0 0,1 0 1 0 0,2 1 0 0 0,0 0 0 0 0,-4 33 0 0 0,9-49-19 0 0,-1 0 0 0 0,1 0-1 0 0,1-1 1 0 0,-1 1 0 0 0,0 0 0 0 0,1 0 0 0 0,0-1-1 0 0,0 1 1 0 0,0-1 0 0 0,0 1 0 0 0,1-1 0 0 0,-1 1-1 0 0,1-1 1 0 0,0 0 0 0 0,0 0 0 0 0,4 6-1 0 0,-2-5-12 0 0,0-1-1 0 0,0 0 0 0 0,0 0 0 0 0,0 0 1 0 0,1 0-1 0 0,-1 0 0 0 0,1-1 0 0 0,-1 0 1 0 0,1 0-1 0 0,9 2 0 0 0,7 1-188 0 0,1-2 0 0 0,-1-1 0 0 0,1 0 0 0 0,33-3 0 0 0,-53 1 166 0 0,43-2-600 0 0,0-2-1 0 0,-1-3 1 0 0,0-1 0 0 0,0-2 0 0 0,-1-2 0 0 0,0-2 0 0 0,-1-2-1 0 0,-1-1 1 0 0,0-3 0 0 0,-1-1 0 0 0,-2-2 0 0 0,0-1 0 0 0,-1-2-1 0 0,40-38 1 0 0,-60 46 1045 0 0,0 0 1 0 0,-2-1-1 0 0,0-1 0 0 0,20-34 1 0 0,36-89 5601 0 0,-70 140-5192 0 0,-2 7-708 0 0,0-1-1 0 0,0 0 1 0 0,-1 1 0 0 0,1-1 0 0 0,-1 0 0 0 0,0 0 0 0 0,-3 5-1 0 0,-3 5 224 0 0,-33 73 878 0 0,4 1-1 0 0,-35 126 1 0 0,70-208-1218 0 0,1 0 0 0 0,-1 1 0 0 0,1-1 0 0 0,1 0 0 0 0,-1 0 0 0 0,1 1 0 0 0,0-1 0 0 0,0 0 1 0 0,1 1-1 0 0,-1-1 0 0 0,1 0 0 0 0,2 6 0 0 0,-1-9-121 0 0,-1-1 0 0 0,1 1 0 0 0,0-1 0 0 0,0 1-1 0 0,0-1 1 0 0,0 0 0 0 0,0 0 0 0 0,0 0 0 0 0,0 0 0 0 0,0 0 0 0 0,0 0 0 0 0,0 0 0 0 0,1-1 0 0 0,-1 1 0 0 0,0-1 0 0 0,4 0 0 0 0,-6 1 82 0 0,8 0-590 0 0,1 0 0 0 0,-1 0 0 0 0,0-1 0 0 0,1 0 0 0 0,-1-1 0 0 0,15-2 0 0 0,43-13-6680 0 0,-28 4-50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6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549 714 168 0 0,'5'-30'7822'0'0,"0"3"-3241"0"0,-5 25-3877 0 0,5-6 1114 0 0,0 21-1268 0 0,-1 0 0 0 0,0 1 1 0 0,-2-1-1 0 0,1 1 1 0 0,-1 0-1 0 0,-1 23 0 0 0,-8 86 1728 0 0,3-102-1935 0 0,0 0 1 0 0,-1-1-1 0 0,0 0 1 0 0,-2 0 0 0 0,-1-1-1 0 0,0 1 1 0 0,-1-2-1 0 0,-1 1 1 0 0,-1-1 0 0 0,-1-1-1 0 0,0 0 1 0 0,-1-1-1 0 0,-20 20 1 0 0,31-35-283 0 0,1 0 1 0 0,0 0-1 0 0,-1 0 1 0 0,1 0-1 0 0,-1 0 1 0 0,1-1-1 0 0,-1 1 1 0 0,1 0-1 0 0,-1-1 0 0 0,1 1 1 0 0,-1-1-1 0 0,0 0 1 0 0,1 1-1 0 0,-1-1 1 0 0,0 0-1 0 0,1 0 0 0 0,-3 0 1 0 0,2 0-87 0 0,1 0 36 0 0,1-1 0 0 0,-1 1 0 0 0,1 0 0 0 0,-1 0-1 0 0,1 0 1 0 0,-1-1 0 0 0,1 1 0 0 0,0 0 0 0 0,-1-1-1 0 0,1 1 1 0 0,-1 0 0 0 0,1-1 0 0 0,0 1 0 0 0,-1 0-1 0 0,1-1 1 0 0,0 1 0 0 0,-1-1 0 0 0,1 1 0 0 0,0-1-1 0 0,-1 1 1 0 0,1-1 0 0 0,0 1 0 0 0,0-1 0 0 0,0 1-1 0 0,0-1 1 0 0,-1 1 0 0 0,1-1 0 0 0,0 1-1 0 0,0-1 1 0 0,0 1 0 0 0,0-1 0 0 0,0 0 0 0 0,1-16 47 0 0,-1 17-58 0 0,2-10 18 0 0,0 1 1 0 0,0 0 0 0 0,1-1-1 0 0,0 1 1 0 0,1 0 0 0 0,0 1-1 0 0,10-17 1 0 0,44-54-90 0 0,-52 71 49 0 0,18-20-75 0 0,2 1 0 0 0,0 1 0 0 0,2 1 1 0 0,40-29-1 0 0,135-69-5999 0 0,-174 105 1955 0 0</inkml:trace>
  <inkml:trace contextRef="#ctx0" brushRef="#br0" timeOffset="1">265 116 608 0 0,'-34'-13'6124'0'0,"0"-2"1"0"0,-41-24-1 0 0,19 6-3015 0 0,34 23-5948 0 0,-4 4-7074 0 0,9 6 2979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7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 2788 0 0,'-76'21'5579'0'0,"-34"13"1729"0"0,107-33-6766 0 0,8 0-116 0 0,47 3 78 0 0,60-3 0 0 0,-26 0-354 0 0,449 10-2155 0 0,-177-8-5553 0 0,-228-3 1724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8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81 380 0 0,'16'-19'3869'0'0,"21"-29"4047"0"0,-35 46-7453 0 0,-8-4 72 0 0,6 6-516 0 0,0-1 0 0 0,-1 1 0 0 0,1 0 0 0 0,-1-1 0 0 0,1 1 0 0 0,0-1 0 0 0,-1 1 0 0 0,1 0 0 0 0,-1-1 0 0 0,1 1 0 0 0,-1 0 0 0 0,1 0 0 0 0,-1-1 0 0 0,1 1 0 0 0,-1 0 0 0 0,1 0 0 0 0,-1 0 0 0 0,1 0 0 0 0,-1-1 0 0 0,1 1 0 0 0,-1 0 0 0 0,1 0 0 0 0,-1 0 0 0 0,1 0 0 0 0,-1 0 1 0 0,0 0-1 0 0,1 1 0 0 0,-1-1 0 0 0,1 0 0 0 0,-1 0 0 0 0,1 0 0 0 0,-1 0 0 0 0,1 1 0 0 0,-2-1 0 0 0,-25 10 162 0 0,0 0 1 0 0,0 1-1 0 0,1 2 1 0 0,-40 26-1 0 0,28-16-78 0 0,-44 29 109 0 0,-83 69 0 0 0,159-117-202 0 0,-7 6 1 0 0,0 0 1 0 0,1 1-1 0 0,-17 20 1 0 0,27-30 9 0 0,3 0-17 0 0,-1-1-1 0 0,0 1 1 0 0,0 0 0 0 0,0-1-1 0 0,0 1 1 0 0,0 0-1 0 0,1-1 1 0 0,-1 1 0 0 0,0 0-1 0 0,1-1 1 0 0,-1 1 0 0 0,0-1-1 0 0,1 1 1 0 0,-1-1 0 0 0,1 1-1 0 0,-1-1 1 0 0,1 1-1 0 0,-1-1 1 0 0,1 1 0 0 0,-1-1-1 0 0,1 1 1 0 0,-1-1 0 0 0,1 0-1 0 0,0 1 1 0 0,-1-1-1 0 0,1 0 1 0 0,0 0 0 0 0,-1 0-1 0 0,1 1 1 0 0,0-1 0 0 0,-1 0-1 0 0,1 0 1 0 0,0 0 0 0 0,1 0-1 0 0,29-2 16 0 0,-23 2-6 0 0,35-4 4 0 0,67 3 0 0 0,-94 2-18 0 0,1 1 1 0 0,-1 1-1 0 0,0 0 0 0 0,0 1 1 0 0,0 1-1 0 0,0 0 1 0 0,15 8-1 0 0,-24-10 92 0 0,-1 0 0 0 0,0 1 0 0 0,-1 0 0 0 0,1 0 0 0 0,0 0 0 0 0,-1 0 0 0 0,0 1 0 0 0,0 0 0 0 0,-1 0 0 0 0,1 0 0 0 0,-1 1 0 0 0,0-1 0 0 0,0 1-1 0 0,-1 0 1 0 0,0 0 0 0 0,0 1 0 0 0,0-1 0 0 0,-1 0 0 0 0,0 1 0 0 0,0 0 0 0 0,-1-1 0 0 0,0 1 0 0 0,0 0 0 0 0,0 0 0 0 0,-1 0 0 0 0,0 0 0 0 0,0 0 0 0 0,-1-1 0 0 0,0 1 0 0 0,0 0 0 0 0,-1 0 0 0 0,1-1 0 0 0,-1 1 0 0 0,-1-1 0 0 0,1 1 0 0 0,-1-1-1 0 0,-1 0 1 0 0,1 0 0 0 0,-1 0 0 0 0,0 0 0 0 0,0-1 0 0 0,0 0 0 0 0,-1 0 0 0 0,-8 7 0 0 0,4-5 102 0 0,0-1 1 0 0,0 0-1 0 0,0-1 0 0 0,-1 0 1 0 0,1 0-1 0 0,-1-1 0 0 0,-1-1 1 0 0,1 0-1 0 0,0 0 0 0 0,-1 0 1 0 0,1-2-1 0 0,-12 2 0 0 0,-15-2 192 0 0,0 0-1 0 0,-40-6 0 0 0,53 3-268 0 0,15 1-74 0 0,-41-8-438 0 0,47 8-66 0 0,-10 1-429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09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1 116 536 0 0,'39'-48'6689'0'0,"20"-20"2803"0"0,-60 86-8991 0 0,-2-1 0 0 0,0 0 0 0 0,-1-1 0 0 0,-1 1 0 0 0,-7 18 0 0 0,-4 15-161 0 0,14-44-312 0 0,-34 143 380 0 0,33-131-388 0 0,1 0-1 0 0,0 0 1 0 0,2 0 0 0 0,0 0 0 0 0,1 0 0 0 0,4 25 0 0 0,-4-38-24 0 0,0 0 1 0 0,1 0-1 0 0,0 0 1 0 0,-1-1 0 0 0,2 1-1 0 0,-1-1 1 0 0,0 1-1 0 0,1-1 1 0 0,0 0-1 0 0,0 0 1 0 0,0 0-1 0 0,1 0 1 0 0,-1-1-1 0 0,1 1 1 0 0,0-1-1 0 0,0 0 1 0 0,0 0-1 0 0,0 0 1 0 0,1-1 0 0 0,-1 1-1 0 0,1-1 1 0 0,-1 0-1 0 0,1 0 1 0 0,0-1-1 0 0,0 0 1 0 0,0 1-1 0 0,6-1 1 0 0,-2 0-57 0 0,0 0 0 0 0,1-1 0 0 0,-1 0 0 0 0,0 0 1 0 0,0-1-1 0 0,0-1 0 0 0,0 1 0 0 0,0-1 0 0 0,0-1 0 0 0,-1 0 1 0 0,1 0-1 0 0,-1-1 0 0 0,1 0 0 0 0,8-6 0 0 0,-4 1 13 0 0,-1-1 0 0 0,0-1 0 0 0,0 0 0 0 0,-2 0-1 0 0,1-1 1 0 0,-1-1 0 0 0,-1 1 0 0 0,9-18 0 0 0,8-18 11 0 0,20-52 0 0 0,-27 55 29 0 0,16-45 406 0 0,7-16 1017 0 0,-41 104-1210 0 0,-6 35 472 0 0,-23 87 335 0 0,6-34-588 0 0,-14 115 1 0 0,35-188-591 0 0,0 0-1 0 0,1 0 1 0 0,2 22 0 0 0,-2-31-103 0 0,1-1-1 0 0,0 0 1 0 0,-1 1 0 0 0,1-1 0 0 0,0 0 0 0 0,1 1 0 0 0,-1-1 0 0 0,0 0 0 0 0,1 0 0 0 0,0 0 0 0 0,0 0 0 0 0,0 0 0 0 0,0-1 0 0 0,0 1 0 0 0,0-1 0 0 0,1 1-1 0 0,-1-1 1 0 0,5 3 0 0 0,-4-4-318 0 0,-1 0 1 0 0,0 0-1 0 0,1 0 0 0 0,-1-1 0 0 0,0 1 0 0 0,1-1 0 0 0,-1 1 1 0 0,1-1-1 0 0,-1 0 0 0 0,0 0 0 0 0,1 0 0 0 0,-1-1 0 0 0,1 1 0 0 0,-1 0 1 0 0,4-2-1 0 0,11-4-5585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10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10 260 364 0 0,'36'-79'9163'0'0,"-7"13"-1848"0"0,-26 68-6895 0 0,-1 0-337 0 0,0 0 1 0 0,0 0-1 0 0,0 0 0 0 0,-1 1 0 0 0,1-1 1 0 0,-1 0-1 0 0,1 1 0 0 0,-1 0 0 0 0,0-1 0 0 0,0 1 1 0 0,0 0-1 0 0,0-1 0 0 0,0 1 0 0 0,-1 0 1 0 0,1 0-1 0 0,-1 0 0 0 0,0 0 0 0 0,0 3 1 0 0,1 15 371 0 0,-4 29 0 0 0,2-39-330 0 0,-6 68 564 0 0,-4 1 0 0 0,-26 99-1 0 0,37-177-588 0 0,-1 1 0 0 0,0-1 0 0 0,1 0 0 0 0,-1 0-1 0 0,0 1 1 0 0,0-1 0 0 0,0 0 0 0 0,-1 0 0 0 0,1 0 0 0 0,0 0-1 0 0,-3 2 1 0 0,4-4-79 0 0,-1 1 0 0 0,0-1 0 0 0,0 0 0 0 0,1 1 0 0 0,-1-1 0 0 0,0 0-1 0 0,1 1 1 0 0,-1-1 0 0 0,0 0 0 0 0,0 0 0 0 0,1 0 0 0 0,-1 0 0 0 0,0 0 0 0 0,0 1-1 0 0,0-1 1 0 0,1-1 0 0 0,-1 1 0 0 0,0 0 0 0 0,0 0 0 0 0,1 0 0 0 0,-1 0 0 0 0,0-1 0 0 0,0 1-1 0 0,1 0 1 0 0,-2-1 0 0 0,-2-4 63 0 0,2-8-81 0 0,1-1 1 0 0,1 1-1 0 0,0-1 1 0 0,1 1-1 0 0,1 0 1 0 0,-1-1-1 0 0,2 1 1 0 0,0 0-1 0 0,1 0 1 0 0,0 0-1 0 0,6-12 1 0 0,0 3-12 0 0,0 1-1 0 0,1 1 1 0 0,1 0 0 0 0,1 0 0 0 0,26-29 0 0 0,-27 36-12 0 0,1 1 1 0 0,-1 1 0 0 0,2 0-1 0 0,0 1 1 0 0,0 0 0 0 0,1 1-1 0 0,0 1 1 0 0,0 0 0 0 0,29-9-1 0 0,-36 14 15 0 0,0 1 0 0 0,0 1-1 0 0,0-1 1 0 0,0 1 0 0 0,0 1-1 0 0,0 0 1 0 0,0 0 0 0 0,0 0-1 0 0,15 3 1 0 0,-16-1 0 0 0,-1 0 1 0 0,-1 0-1 0 0,1 0 1 0 0,0 1-1 0 0,0 0 1 0 0,-1 0-1 0 0,0 0 1 0 0,0 1-1 0 0,0 0 1 0 0,0 0-1 0 0,0 0 1 0 0,-1 1-1 0 0,1-1 1 0 0,3 7-1 0 0,0 0 6 0 0,0 1 0 0 0,-1 0 1 0 0,0 1-1 0 0,-1-1 0 0 0,-1 1 0 0 0,0 0 0 0 0,5 22 0 0 0,-5-10 86 0 0,-1-1 0 0 0,-2 1 0 0 0,1 33 1 0 0,-3-56 85 0 0,4-20-145 0 0,4-14-46 0 0,2 0 0 0 0,1 1 1 0 0,2 1-1 0 0,1 0 0 0 0,1 0 0 0 0,2 2 0 0 0,0 0 1 0 0,2 1-1 0 0,1 0 0 0 0,1 2 0 0 0,45-42 1 0 0,-50 56-11 0 0,0 0 0 0 0,0 1 0 0 0,1 0 0 0 0,1 1 0 0 0,0 1 0 0 0,24-7 1 0 0,-31 11 5 0 0,-8 3 19 0 0,-1 1 0 0 0,1-1 0 0 0,0 1-1 0 0,-1 0 1 0 0,1 0 0 0 0,0 0 0 0 0,-1 0 0 0 0,1 0-1 0 0,-1 1 1 0 0,1-1 0 0 0,0 1 0 0 0,-1-1-1 0 0,1 1 1 0 0,-1 0 0 0 0,0 0 0 0 0,1 0-1 0 0,-1 1 1 0 0,0-1 0 0 0,1 1 0 0 0,-1-1-1 0 0,0 1 1 0 0,0 0 0 0 0,0-1 0 0 0,-1 1-1 0 0,1 0 1 0 0,0 0 0 0 0,-1 0 0 0 0,1 1-1 0 0,-1-1 1 0 0,0 0 0 0 0,1 0 0 0 0,-1 1-1 0 0,0-1 1 0 0,0 1 0 0 0,-1-1 0 0 0,1 1-1 0 0,-1-1 1 0 0,1 5 0 0 0,-1 4 18 0 0,0 0 1 0 0,0-1 0 0 0,-2 1-1 0 0,1 0 1 0 0,-6 19-1 0 0,-24 54 108 0 0,10-26 15 0 0,-16 41-14 0 0,36-97-166 0 0,0 0 1 0 0,0 0-1 0 0,0 0 0 0 0,1 0 1 0 0,-1 0-1 0 0,1 0 1 0 0,-1 0-1 0 0,1 1 0 0 0,0-1 1 0 0,0 0-1 0 0,0 0 0 0 0,0 0 1 0 0,0 0-1 0 0,1 1 1 0 0,-1-1-1 0 0,0 0 0 0 0,1 0 1 0 0,0 0-1 0 0,0 0 1 0 0,-1 0-1 0 0,1 0 0 0 0,0 0 1 0 0,0 0-1 0 0,1 0 0 0 0,-1-1 1 0 0,0 1-1 0 0,1 0 1 0 0,-1-1-1 0 0,1 1 0 0 0,-1-1 1 0 0,1 1-1 0 0,0-1 1 0 0,0 0-1 0 0,0 0 0 0 0,0 0 1 0 0,-1 0-1 0 0,1 0 0 0 0,0 0 1 0 0,1 0-1 0 0,-1-1 1 0 0,0 1-1 0 0,0-1 0 0 0,0 1 1 0 0,0-1-1 0 0,0 0 1 0 0,1 0-1 0 0,2 0 0 0 0,58-5-3896 0 0,-45 2 997 0 0,-1-1 0 0 0,18-6 0 0 0,-4-2-3825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11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16 1516 0 0,'0'0'1768'0'0,"21"-15"7285"0"0,-21 15-9026 0 0,0 0 1 0 0,0 0-1 0 0,0 0 0 0 0,0 0 0 0 0,0 0 1 0 0,0 1-1 0 0,0-1 0 0 0,0 0 0 0 0,0 0 1 0 0,0 0-1 0 0,0 0 0 0 0,0 0 0 0 0,0 0 1 0 0,0 1-1 0 0,0-1 0 0 0,0 0 0 0 0,0 0 1 0 0,0 0-1 0 0,0 0 0 0 0,0 0 0 0 0,1 0 1 0 0,-1 1-1 0 0,0-1 0 0 0,0 0 0 0 0,0 0 1 0 0,0 0-1 0 0,0 0 0 0 0,0 0 0 0 0,0 0 1 0 0,1 0-1 0 0,-1 0 0 0 0,0 0 0 0 0,0 0 1 0 0,0 0-1 0 0,0 0 0 0 0,0 1 0 0 0,0-1 1 0 0,1 0-1 0 0,-1 0 0 0 0,0 0 1 0 0,0 0-1 0 0,0 0 0 0 0,0 0 0 0 0,0 0 1 0 0,1 0-1 0 0,-1-1 0 0 0,0 1 0 0 0,0 0 1 0 0,0 0-1 0 0,0 0 0 0 0,0 0 0 0 0,1 0 1 0 0,-1 0-1 0 0,0 0 0 0 0,0 0 0 0 0,0 0 1 0 0,0 0-1 0 0,0 0 0 0 0,0 0 0 0 0,0-1 1 0 0,1 1-1 0 0,-1 0 0 0 0,0 0 0 0 0,0 0 1 0 0,0 0-1 0 0,0 0 0 0 0,0 0 0 0 0,0 0 1 0 0,0-1-1 0 0,-8 17 707 0 0,-20 19-161 0 0,-92 91 305 0 0,0 1-1783 0 0,46-37-5814 0 0,53-63 317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12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233 479 536 0 0,'8'-94'14071'0'0,"-8"96"-13579"0"0,-79 220 3276 0 0,-52 110-2623 0 0,121-309-1085 0 0,-6 20 423 0 0,13-33-260 0 0,1-11-69 0 0,6-17-43 0 0,86-219-54 0 0,123-272 46 0 0,-191 465-146 0 0,3 2 0 0 0,1 0 0 0 0,42-50 0 0 0,-65 89 24 0 0,-1 1-1 0 0,1-1 1 0 0,0 0-1 0 0,-1 1 0 0 0,1-1 1 0 0,0 1-1 0 0,1 0 1 0 0,-1 0-1 0 0,0 0 1 0 0,1 1-1 0 0,-1-1 0 0 0,1 1 1 0 0,3-1-1 0 0,-5 1 15 0 0,0 1 0 0 0,1 0 0 0 0,-1 0 0 0 0,0 0-1 0 0,0 0 1 0 0,0 0 0 0 0,0 1 0 0 0,0-1 0 0 0,0 1-1 0 0,0-1 1 0 0,1 1 0 0 0,-2 0 0 0 0,1 0 0 0 0,0 0 0 0 0,0 0-1 0 0,0 0 1 0 0,0 0 0 0 0,0 1 0 0 0,-1-1 0 0 0,1 0-1 0 0,-1 1 1 0 0,1-1 0 0 0,-1 1 0 0 0,1 0 0 0 0,0 2 0 0 0,5 6 13 0 0,0 1 1 0 0,-1 1 0 0 0,-1-1-1 0 0,0 1 1 0 0,0 0 0 0 0,-1 0-1 0 0,-1 1 1 0 0,3 16 0 0 0,7 105 378 0 0,-10-28 105 0 0,-17 150 1 0 0,-33 105-304 0 0,46-346-472 0 0,0 4-1771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13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100 479 156 0 0,'-4'0'3108'0'0,"-81"-14"10176"0"0,82 14-12578 0 0,0-1-158 0 0,-2 0 271 0 0,6 0-251 0 0,16-3-15 0 0,39-3-579 0 0,-30 4 177 0 0,205-21-2408 0 0,-76 18-6720 0 0,-111 6 2748 0 0</inkml:trace>
  <inkml:trace contextRef="#ctx0" brushRef="#br0" timeOffset="1">994 523 2976 0 0,'-21'15'14899'0'0,"21"-15"-14816"0"0,-1 0 0 0 0,1 1-1 0 0,0-1 1 0 0,-1 0 0 0 0,1 0 0 0 0,0 0-1 0 0,-1 1 1 0 0,1-1 0 0 0,0 0 0 0 0,-1 0 0 0 0,1 1-1 0 0,0-1 1 0 0,0 0 0 0 0,-1 1 0 0 0,1-1 0 0 0,0 0-1 0 0,0 1 1 0 0,0-1 0 0 0,0 0 0 0 0,-1 1-1 0 0,1-1 1 0 0,0 0 0 0 0,0 1 0 0 0,0-1 0 0 0,0 0-1 0 0,0 1 1 0 0,0-1 0 0 0,0 1 0 0 0,0 0 0 0 0,5 0 11 0 0,0 0 0 0 0,0 0 1 0 0,-1 0-1 0 0,1 0 0 0 0,0-1 1 0 0,0 0-1 0 0,10 0 0 0 0,44-8 156 0 0,-41 6-182 0 0,146-28-410 0 0,-130 21-2118 0 0,37-14 0 0 0,-42 5-4425 0 0</inkml:trace>
  <inkml:trace contextRef="#ctx0" brushRef="#br0" timeOffset="2">1380 173 1588 0 0,'-7'-10'3407'0'0,"-1"0"0"0"0,0 1 0 0 0,-10-10 0 0 0,13 15-1513 0 0,4 3-1764 0 0,0 0 0 0 0,1 1 1 0 0,-1-1-1 0 0,0 0 1 0 0,0 1-1 0 0,1-1 1 0 0,-1 1-1 0 0,0-1 1 0 0,0 1-1 0 0,0 0 0 0 0,0-1 1 0 0,0 1-1 0 0,0 0 1 0 0,0 0-1 0 0,1-1 1 0 0,-1 1-1 0 0,0 0 1 0 0,0 0-1 0 0,0 0 0 0 0,0 0 1 0 0,0 0-1 0 0,0 1 1 0 0,0-1-1 0 0,0 0 1 0 0,0 0-1 0 0,0 1 1 0 0,0-1-1 0 0,0 0 0 0 0,1 1 1 0 0,-1-1-1 0 0,0 1 1 0 0,0-1-1 0 0,-1 1 1 0 0,-7 24 662 0 0,0 0 1 0 0,2 0 0 0 0,1 0-1 0 0,-6 51 1 0 0,-2 7-305 0 0,-58 249-1040 0 0,70-320 8 0 0,-8 45-2750 0 0,9-23-3018 0 0</inkml:trace>
  <inkml:trace contextRef="#ctx0" brushRef="#br0" timeOffset="3">1808 114 740 0 0,'14'-32'5223'0'0,"-3"6"1915"0"0,17-29 1738 0 0,-27 57-8442 0 0,0 6-113 0 0,0 0-1 0 0,0-1 1 0 0,-1 1 0 0 0,0 0 0 0 0,0-1 0 0 0,0 1-1 0 0,-1 0 1 0 0,-1-1 0 0 0,-2 12 0 0 0,-2 15 454 0 0,-31 190 1380 0 0,17-117-1792 0 0,2-12-155 0 0,-1-1-2450 0 0,11-34-4744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15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1 270 1040 0 0,'2'-25'4349'0'0,"11"-39"0"0"0,-10 50-3450 0 0,2 0-1 0 0,0 0 1 0 0,0 0-1 0 0,9-14 0 0 0,-10 22-774 0 0,0-1 1 0 0,0 0-1 0 0,1 1 0 0 0,0 0 0 0 0,0 0 0 0 0,0 0 0 0 0,1 1 0 0 0,0 0 0 0 0,0 0 0 0 0,0 0 0 0 0,1 1 0 0 0,-1 0 0 0 0,1 0 0 0 0,0 1 0 0 0,0-1 0 0 0,1 2 0 0 0,-1-1 0 0 0,1 1 0 0 0,-1 0 0 0 0,16-2 1 0 0,-15 4-103 0 0,0-1 0 0 0,0 1 0 0 0,1 1 1 0 0,-1-1-1 0 0,0 1 0 0 0,0 1 0 0 0,0-1 1 0 0,0 1-1 0 0,0 1 0 0 0,0 0 0 0 0,14 6 1 0 0,-18-6 2 0 0,0-1 1 0 0,-1 1 0 0 0,1-1 0 0 0,0 1 0 0 0,-1 1 0 0 0,0-1 0 0 0,1 0 0 0 0,-1 1 0 0 0,-1-1 0 0 0,1 1 0 0 0,0 0-1 0 0,-1 0 1 0 0,0 0 0 0 0,0 0 0 0 0,0 1 0 0 0,0-1 0 0 0,-1 0 0 0 0,0 1 0 0 0,0-1 0 0 0,0 1 0 0 0,0 0-1 0 0,-1-1 1 0 0,1 7 0 0 0,-2 4 109 0 0,0 0 0 0 0,-1 0 0 0 0,0 0 0 0 0,-2-1 0 0 0,-6 23 0 0 0,-4-2 83 0 0,-18 35 1 0 0,23-54 329 0 0,-1 0 0 0 0,-1 0-1 0 0,0-1 1 0 0,-15 15 0 0 0,24-29-441 0 0,1 0-1 0 0,-1 1 1 0 0,0-1-1 0 0,1 0 1 0 0,-1 0-1 0 0,0-1 1 0 0,0 1 0 0 0,0 0-1 0 0,0-1 1 0 0,0 1-1 0 0,-3 0 1 0 0,3-1-128 0 0,0 1 156 0 0,-11-9 215 0 0,12 8-347 0 0,1-1 1 0 0,-1 0 0 0 0,1 1 0 0 0,0-1-1 0 0,-1 0 1 0 0,1 0 0 0 0,0 1-1 0 0,-1-1 1 0 0,1 0 0 0 0,0 0-1 0 0,0 0 1 0 0,0 1 0 0 0,0-1-1 0 0,0 0 1 0 0,0 0 0 0 0,0 0-1 0 0,0 0 1 0 0,0 1 0 0 0,0-1-1 0 0,0 0 1 0 0,1 0 0 0 0,-1 0-1 0 0,0 1 1 0 0,1-1 0 0 0,-1 0-1 0 0,0 1 1 0 0,1-2 0 0 0,0 1-5 0 0,0 0 1 0 0,1 1 0 0 0,-1-1-1 0 0,0 0 1 0 0,0 1 0 0 0,0-1-1 0 0,1 1 1 0 0,-1-1 0 0 0,0 1-1 0 0,1-1 1 0 0,-1 1 0 0 0,0 0-1 0 0,1 0 1 0 0,1 0 0 0 0,4-1-12 0 0,0 1 1 0 0,1 1 0 0 0,-1 0 0 0 0,10 2 0 0 0,-3 1-4 0 0,0 1 1 0 0,-1 0-1 0 0,0 1 0 0 0,0 0 1 0 0,-1 1-1 0 0,1 1 0 0 0,-1 0 1 0 0,-1 1-1 0 0,15 13 1 0 0,-17-13 12 0 0,0 0 0 0 0,0 0 1 0 0,-1 1-1 0 0,-1 0 0 0 0,0 0 1 0 0,0 1-1 0 0,-1 0 0 0 0,0 1 1 0 0,-1-1-1 0 0,7 23 0 0 0,-10-27 115 0 0,-1 1-1 0 0,0 0 0 0 0,0-1 1 0 0,-1 1-1 0 0,0 0 0 0 0,0 0 1 0 0,-1-1-1 0 0,0 1 0 0 0,0 0 1 0 0,-1-1-1 0 0,0 1 1 0 0,0-1-1 0 0,-1 1 0 0 0,0-1 1 0 0,0 0-1 0 0,-1 0 0 0 0,1 0 1 0 0,-8 9-1 0 0,5-9 28 0 0,0 0 1 0 0,0-1-1 0 0,0 0 0 0 0,0 0 0 0 0,-1 0 1 0 0,0-1-1 0 0,0 0 0 0 0,-1 0 0 0 0,1-1 1 0 0,-1 0-1 0 0,0 0 0 0 0,0-1 0 0 0,-1 0 1 0 0,1 0-1 0 0,-17 2 0 0 0,18-4-162 0 0,-1-1 0 0 0,1 1 0 0 0,0-2 0 0 0,-1 1 0 0 0,1-1 0 0 0,0 0 0 0 0,0 0 0 0 0,0-1-1 0 0,-12-4 1 0 0,-27-18-3223 0 0,44 22 2692 0 0,-1 0 0 0 0,1 0 0 0 0,0 0 0 0 0,0-1 0 0 0,0 1 0 0 0,0-1 0 0 0,0 1 1 0 0,0-1-1 0 0,1 0 0 0 0,0 0 0 0 0,-1 1 0 0 0,1-1 0 0 0,-1-5 0 0 0,-2-8-5949 0 0</inkml:trace>
  <inkml:trace contextRef="#ctx0" brushRef="#br0" timeOffset="1">2282 461 1716 0 0,'14'-26'6787'0'0,"5"-9"-1915"0"0,-19 33-4387 0 0,0 2-457 0 0,0 0 0 0 0,0-1-1 0 0,0 1 1 0 0,0 0 0 0 0,0 0 0 0 0,0 0-1 0 0,0-1 1 0 0,0 1 0 0 0,0 0 0 0 0,0 0 0 0 0,0 0-1 0 0,0-1 1 0 0,0 1 0 0 0,0 0 0 0 0,0 0 0 0 0,0 0-1 0 0,0-1 1 0 0,0 1 0 0 0,0 0 0 0 0,0 0-1 0 0,0 0 1 0 0,0-1 0 0 0,1 1 0 0 0,-1 0 0 0 0,0 0-1 0 0,0 0 1 0 0,0-1 0 0 0,0 1 0 0 0,0 0-1 0 0,1 0 1 0 0,-1 0 0 0 0,0 0 0 0 0,0 0 0 0 0,0 0-1 0 0,0-1 1 0 0,1 1 0 0 0,-1 0 0 0 0,0 0 0 0 0,0 0-1 0 0,0 0 1 0 0,1 0 0 0 0,-1 0 0 0 0,0 0-1 0 0,0 0 1 0 0,0 0 0 0 0,1 0 0 0 0,-1 0 0 0 0,0 0-1 0 0,1 0-13 0 0,-1 0-1 0 0,1 1 1 0 0,-1-1-1 0 0,0 0 1 0 0,1 1-1 0 0,-1-1 1 0 0,0 0-1 0 0,1 1 0 0 0,-1-1 1 0 0,0 0-1 0 0,0 1 1 0 0,1-1-1 0 0,-1 1 1 0 0,0-1-1 0 0,0 0 1 0 0,0 1-1 0 0,1-1 0 0 0,-1 1 1 0 0,0-1-1 0 0,0 1 1 0 0,0-1-1 0 0,0 1 1 0 0,-1 12 74 0 0,0-1 0 0 0,-1 1 0 0 0,0-1 0 0 0,-1 0 0 0 0,0 0 0 0 0,-8 19 1 0 0,6-18-34 0 0,-72 189 419 0 0,29-82-601 0 0,43-106-502 0 0,1 0-1 0 0,-4 18 1 0 0,8-27-171 0 0,-1-1 0 0 0,0 1 0 0 0,1 0 1 0 0,0 0-1 0 0,1 9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16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321 661 2060 0 0,'9'-13'2704'0'0,"-1"0"0"0"0,-1 0-1 0 0,10-26 1 0 0,-16 38-2632 0 0,-1 1 0 0 0,0-1-1 0 0,1 0 1 0 0,-1 0 0 0 0,0 0 0 0 0,0 1 0 0 0,0-1-1 0 0,0 0 1 0 0,1 0 0 0 0,-1 0 0 0 0,0 0-1 0 0,-1 1 1 0 0,1-1 0 0 0,0 0 0 0 0,0 0 0 0 0,0 0-1 0 0,0 0 1 0 0,-1 1 0 0 0,1-1 0 0 0,0 0-1 0 0,-1 0 1 0 0,1 1 0 0 0,0-1 0 0 0,-1 0-1 0 0,1 1 1 0 0,-1-1 0 0 0,0 0 0 0 0,1 1 0 0 0,-1-1-1 0 0,1 1 1 0 0,-1-1 0 0 0,0 1 0 0 0,1-1-1 0 0,-1 1 1 0 0,0-1 0 0 0,0 1 0 0 0,1 0 0 0 0,-1-1-1 0 0,0 1 1 0 0,0 0 0 0 0,0 0 0 0 0,1-1-1 0 0,-1 1 1 0 0,0 0 0 0 0,0 0 0 0 0,0 0-1 0 0,0 0 1 0 0,1 0 0 0 0,-1 0 0 0 0,0 0 0 0 0,0 1-1 0 0,0-1 1 0 0,-1 0 0 0 0,-7 3 42 0 0,0 0 1 0 0,1 0-1 0 0,-1 0 1 0 0,1 1-1 0 0,0 0 0 0 0,-1 1 1 0 0,-6 6-1 0 0,-53 42 154 0 0,60-45-226 0 0,-8 5 21 0 0,-21 24-1 0 0,33-31-53 0 0,-1-1 0 0 0,1 1 1 0 0,0 0-1 0 0,0 0 0 0 0,1 0 0 0 0,0 1 0 0 0,-5 11 0 0 0,8-16-8 0 0,0-1 1 0 0,0 0-1 0 0,0 1 0 0 0,0-1 0 0 0,1 0 0 0 0,-1 1 0 0 0,0-1 0 0 0,0 0 1 0 0,1 0-1 0 0,-1 1 0 0 0,1-1 0 0 0,-1 0 0 0 0,1 0 0 0 0,0 0 0 0 0,-1 0 1 0 0,1 0-1 0 0,1 2 0 0 0,13 14 3 0 0,-14-17-5 0 0,7 8 1 0 0,0-2 0 0 0,1 1 0 0 0,0-1 0 0 0,20 9-1 0 0,9 7-22 0 0,-33-18 53 0 0,57 42-135 0 0,-56-40 228 0 0,0-1 1 0 0,0 1 0 0 0,-1 1 0 0 0,0-1 0 0 0,0 1-1 0 0,8 13 1 0 0,-12-17 18 0 0,0 0 1 0 0,0 0-1 0 0,0 0 0 0 0,0 0 1 0 0,-1 1-1 0 0,1-1 0 0 0,-1 0 1 0 0,0 0-1 0 0,0 1 0 0 0,0-1 1 0 0,0 0-1 0 0,-1 0 0 0 0,1 0 1 0 0,-1 1-1 0 0,0-1 0 0 0,0 0 1 0 0,0 0-1 0 0,0 0 0 0 0,0 0 1 0 0,-1 0-1 0 0,1-1 0 0 0,-1 1 1 0 0,0 0-1 0 0,0-1 0 0 0,-2 4 1 0 0,-4 2 114 0 0,0 1 1 0 0,0-1 0 0 0,-1-1-1 0 0,0 0 1 0 0,-14 9 0 0 0,4-3-77 0 0,-1-1 1 0 0,0-2 0 0 0,-21 9 0 0 0,35-17-407 0 0,1 1-1 0 0,-1-2 1 0 0,1 1 0 0 0,-1-1 0 0 0,0 0 0 0 0,1 0 0 0 0,-1 0-1 0 0,0-1 1 0 0,0 0 0 0 0,1 0 0 0 0,-1-1 0 0 0,0 1 0 0 0,0-1 0 0 0,1-1-1 0 0,-1 1 1 0 0,0-1 0 0 0,-6-3 0 0 0,8 3-521 0 0,1-1 0 0 0,-1 0 0 0 0,1 0 0 0 0,0 0 0 0 0,0 0 0 0 0,1-1 0 0 0,-1 1 0 0 0,1-1 0 0 0,-1 0 0 0 0,1 1 0 0 0,0-1 0 0 0,1 0 0 0 0,-1 0 0 0 0,-1-8 0 0 0,-6-12-6546 0 0</inkml:trace>
  <inkml:trace contextRef="#ctx0" brushRef="#br0" timeOffset="1">160 136 1676 0 0,'-4'-70'11715'0'0,"2"37"-8197"0"0,1 2-3389 0 0,1 29-799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17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499 779 312 0 0,'8'-20'2139'0'0,"-2"-1"0"0"0,0 1 1 0 0,-1-1-1 0 0,-2 0 0 0 0,0 0 0 0 0,-1 0 0 0 0,-1-26 1 0 0,-1 46-2109 0 0,0-1 0 0 0,0 1 0 0 0,0 0 1 0 0,0 0-1 0 0,0 0 0 0 0,0-1 1 0 0,0 1-1 0 0,0 0 0 0 0,-1 0 1 0 0,1 0-1 0 0,0 0 0 0 0,-1 0 0 0 0,1 0 1 0 0,-1-1-1 0 0,1 1 0 0 0,-1 0 1 0 0,0 0-1 0 0,1 0 0 0 0,-1 1 0 0 0,0-1 1 0 0,0 0-1 0 0,1 0 0 0 0,-1 0 1 0 0,0 0-1 0 0,0 1 0 0 0,0-1 1 0 0,0 0-1 0 0,0 1 0 0 0,0-1 0 0 0,0 1 1 0 0,0 0-1 0 0,-1-1 0 0 0,1 1 1 0 0,0 0-1 0 0,0-1 0 0 0,0 1 0 0 0,0 0 1 0 0,-1 0-1 0 0,1 0 0 0 0,0 0 1 0 0,0 0-1 0 0,0 0 0 0 0,0 0 1 0 0,-1 1-1 0 0,1-1 0 0 0,0 0 0 0 0,0 1 1 0 0,-2 0-1 0 0,-5 1 6 0 0,0 1 0 0 0,0 0 0 0 0,-1 1 0 0 0,-12 8 0 0 0,-13 10 27 0 0,1 2 0 0 0,-59 55 0 0 0,-46 72 1 0 0,114-121-29 0 0,-40 64 0 0 0,55-78-27 0 0,1 0-1 0 0,1 0 1 0 0,0 1-1 0 0,1 0 1 0 0,0 0-1 0 0,-3 25 0 0 0,8-39-8 0 0,0 1 0 0 0,1-1 0 0 0,-1 1 0 0 0,1-1-1 0 0,0 1 1 0 0,0-1 0 0 0,1 1 0 0 0,-1-1-1 0 0,1 1 1 0 0,-1-1 0 0 0,1 1 0 0 0,0-1 0 0 0,1 0-1 0 0,-1 1 1 0 0,0-1 0 0 0,1 0 0 0 0,0 0-1 0 0,0 0 1 0 0,3 5 0 0 0,-2-6-6 0 0,0 0 0 0 0,0 0 0 0 0,1 0 0 0 0,-1 0 0 0 0,0 0 0 0 0,1 0 0 0 0,-1-1 0 0 0,1 0 0 0 0,-1 0 0 0 0,1 0 0 0 0,-1 0 0 0 0,1 0 0 0 0,0-1 0 0 0,0 1 0 0 0,-1-1 0 0 0,1 0 0 0 0,0-1 0 0 0,5 0 0 0 0,5-1-53 0 0,1-1 0 0 0,0 0 1 0 0,-1-1-1 0 0,0-1 0 0 0,0 0 1 0 0,0-1-1 0 0,0-1 0 0 0,-1 0 1 0 0,14-10-1 0 0,3-4-188 0 0,0-2-1 0 0,39-39 1 0 0,-33 24 12 0 0,-1-2 0 0 0,-2-2 0 0 0,-2-1 0 0 0,28-50 0 0 0,89-194-265 0 0,-137 263 484 0 0,63-163-108 0 0,-31 71 648 0 0,-23 59-271 0 0,-19 55-242 0 0,-4 6 4 0 0,1 0 0 0 0,-1 0 0 0 0,1 0-1 0 0,1 0 1 0 0,-1 0 0 0 0,0 1 0 0 0,1-1-1 0 0,-1 6 1 0 0,-2 4 57 0 0,-102 342 1556 0 0,80-251-1301 0 0,-18 155 1 0 0,41-223-262 0 0,1 62 1 0 0,3-86-41 0 0,0 1 0 0 0,1-1 0 0 0,0 0 0 0 0,1 0 1 0 0,1 0-1 0 0,0-1 0 0 0,0 1 0 0 0,8 13 0 0 0,-9-21-23 0 0,1-1-1 0 0,-1 1 1 0 0,1-1-1 0 0,-1 1 1 0 0,1-1-1 0 0,1-1 0 0 0,-1 1 1 0 0,0 0-1 0 0,1-1 1 0 0,0 0-1 0 0,0 0 0 0 0,0-1 1 0 0,0 1-1 0 0,0-1 1 0 0,0 0-1 0 0,1 0 1 0 0,-1-1-1 0 0,1 0 0 0 0,-1 1 1 0 0,1-2-1 0 0,0 1 1 0 0,10-1-1 0 0,-3 0-17 0 0,0-1 0 0 0,0-1 1 0 0,0 0-1 0 0,0 0 0 0 0,0-2 0 0 0,-1 1 0 0 0,1-2 0 0 0,20-9 0 0 0,-14 3-8 0 0,-1-1 0 0 0,0-1-1 0 0,-1 0 1 0 0,0-1 0 0 0,-2-1-1 0 0,1 0 1 0 0,-2-1-1 0 0,0-1 1 0 0,-1 0 0 0 0,0-1-1 0 0,18-37 1 0 0,-17 26 26 0 0,-1 0-1 0 0,-1-1 1 0 0,-2 0 0 0 0,-2-1 0 0 0,0 1 0 0 0,-2-2 0 0 0,4-49-1 0 0,-11 35 77 0 0,-4 27-34 0 0,0 16-38 0 0,3 2-1 0 0,1 1-6 0 0,1-1-1 0 0,-1 1 1 0 0,0-1 0 0 0,1 1-1 0 0,-1-1 1 0 0,0 1-1 0 0,0 0 1 0 0,1-1-1 0 0,-1 1 1 0 0,0 0 0 0 0,0 0-1 0 0,0 0 1 0 0,1 0-1 0 0,-1 0 1 0 0,0-1 0 0 0,0 1-1 0 0,0 1 1 0 0,1-1-1 0 0,-1 0 1 0 0,0 0 0 0 0,0 0-1 0 0,0 0 1 0 0,1 1-1 0 0,-1-1 1 0 0,-1 0 0 0 0,-16 9-8 0 0,17-8 8 0 0,-7 4-1 0 0,1 0-1 0 0,0 0 1 0 0,0 1 0 0 0,0 0-1 0 0,1 1 1 0 0,0-1 0 0 0,-8 12-1 0 0,-32 54 27 0 0,45-70-24 0 0,-23 41 44 0 0,-29 66-1 0 0,46-90-30 0 0,0 0-1 0 0,2 0 0 0 0,0 0 1 0 0,1 0-1 0 0,0 1 0 0 0,0 31 0 0 0,4-46-5 0 0,0 0-1 0 0,0 0 0 0 0,1-1 0 0 0,-1 1 0 0 0,1 0 0 0 0,0 0 1 0 0,1 0-1 0 0,-1-1 0 0 0,1 1 0 0 0,0-1 0 0 0,0 1 0 0 0,0-1 1 0 0,1 0-1 0 0,0 1 0 0 0,-1-1 0 0 0,1-1 0 0 0,1 1 0 0 0,-1 0 0 0 0,1-1 1 0 0,-1 0-1 0 0,1 1 0 0 0,7 3 0 0 0,-4-3-12 0 0,1 0-1 0 0,0-1 1 0 0,0 0-1 0 0,0-1 1 0 0,0 0-1 0 0,0 0 1 0 0,1 0-1 0 0,-1-1 1 0 0,1-1-1 0 0,-1 1 1 0 0,0-1-1 0 0,14-2 1 0 0,6-2-201 0 0,-1-1 0 0 0,1-2 0 0 0,-1 0 0 0 0,0-2 0 0 0,-1-1 0 0 0,0-1 0 0 0,-1-1 0 0 0,0-1 0 0 0,30-22 1 0 0,-18 9-335 0 0,-1-3 0 0 0,-1-1 1 0 0,-2-2-1 0 0,57-68 1 0 0,-46 41 252 0 0,-3-2 1 0 0,-2-2-1 0 0,-3-2 0 0 0,-2-1 1 0 0,32-96-1 0 0,-46 100 1686 0 0,-3 0-1 0 0,-3-1 0 0 0,12-121 0 0 0,-27 164-890 0 0,-4 27-227 0 0,-10 35-81 0 0,12-34-168 0 0,-23 83 610 0 0,-17 117 0 0 0,26-116-179 0 0,-194 878 4643 0 0,24-245-4066 0 0,158-590-1333 0 0,28-134 285 0 0,1 0 0 0 0,0 0 0 0 0,0 1 0 0 0,0-1 0 0 0,0 0 0 0 0,-1 0 0 0 0,2 1 1 0 0,-1-1-1 0 0,0 0 0 0 0,0 1 0 0 0,0-1 0 0 0,1 0 0 0 0,-1 0 0 0 0,0 1 0 0 0,1-1 0 0 0,-1 0 0 0 0,1 0 0 0 0,0 0 0 0 0,-1 0 0 0 0,1 0 0 0 0,1 1 0 0 0,-1-1-6 0 0,0 0 0 0 0,0-1 0 0 0,0 1 0 0 0,0-1 0 0 0,0 1 0 0 0,1-1 0 0 0,-1 1 0 0 0,0-1 0 0 0,0 0 0 0 0,0 0 0 0 0,1 0 0 0 0,-1 1 0 0 0,0-1 0 0 0,0 0 0 0 0,1 0 0 0 0,-1-1 0 0 0,2 1 0 0 0,4-2-93 0 0,-1 0 0 0 0,1 0 1 0 0,0 0-1 0 0,-1-1 0 0 0,11-6 1 0 0,0-1-101 0 0,-2-1 0 0 0,1-1 0 0 0,-2-1 1 0 0,0 0-1 0 0,18-21 0 0 0,55-81-474 0 0,-74 95 636 0 0,0-2 0 0 0,-1 0 0 0 0,-1 0 0 0 0,0-1 1 0 0,-2 0-1 0 0,-1-1 0 0 0,-1 0 0 0 0,-1 0 0 0 0,3-31 0 0 0,-7 36 31 0 0,-1 0 0 0 0,-1 0 1 0 0,-1 0-1 0 0,0 0 0 0 0,-2 0 0 0 0,0 0 0 0 0,-1 0 0 0 0,0 0 0 0 0,-2 1 0 0 0,0 0 0 0 0,-1 0 0 0 0,-16-27 0 0 0,9 22 25 0 0,-2 1 0 0 0,0 0 0 0 0,-1 2 0 0 0,-1 0 0 0 0,-1 0 0 0 0,-32-25 0 0 0,-140-84 118 0 0,165 112-97 0 0,1 1-79 0 0,-26-20 0 0 0,50 35 39 0 0,1 1 1 0 0,0 0 0 0 0,-1-1-1 0 0,1 1 1 0 0,0-1 0 0 0,-1 1 0 0 0,1 0-1 0 0,0-1 1 0 0,0 1 0 0 0,-1-1-1 0 0,1 1 1 0 0,0-1 0 0 0,0 1 0 0 0,0-1-1 0 0,0 1 1 0 0,0-1 0 0 0,0 1-1 0 0,0-1 1 0 0,0 1 0 0 0,0-1 0 0 0,0 1-1 0 0,0-1 1 0 0,0 1 0 0 0,0-1 0 0 0,0 1-1 0 0,0-1 1 0 0,0 1 0 0 0,0-1-1 0 0,1 1 1 0 0,-1-1 0 0 0,0 1 0 0 0,0-1-1 0 0,1 0 1 0 0,8-10-240 0 0,-8 11 242 0 0,8-7-248 0 0,0 1 0 0 0,1 0 0 0 0,-1 1 0 0 0,1 0 0 0 0,0 0 0 0 0,17-4 0 0 0,-2-1-287 0 0,249-117-6169 0 0,-101 22-1316 0 0,-133 76 3724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18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85 574 3588 0 0,'15'-20'1917'0'0,"0"0"0"0"0,-2-1 0 0 0,-1-1-1 0 0,0 0 1 0 0,8-25 0 0 0,-12 23 858 0 0,-10 19-1488 0 0,-5 11-850 0 0,0 3-152 0 0,0 0 0 0 0,1 0 0 0 0,0 1 0 0 0,1 0 0 0 0,0 1-1 0 0,-6 16 1 0 0,4-7 103 0 0,-68 181 2262 0 0,64-165-2359 0 0,2 1-1 0 0,1 1 1 0 0,-4 62-1 0 0,11-90-267 0 0,0 1-1 0 0,2-1 1 0 0,-1 1 0 0 0,1 0-1 0 0,4 16 1 0 0,-4-24-42 0 0,0 0 1 0 0,0 0 0 0 0,0-1-1 0 0,1 1 1 0 0,-1 0 0 0 0,1-1-1 0 0,-1 1 1 0 0,1-1 0 0 0,0 0-1 0 0,0 1 1 0 0,0-1 0 0 0,0 0-1 0 0,0 0 1 0 0,1 0 0 0 0,-1 0-1 0 0,0-1 1 0 0,1 1 0 0 0,0-1-1 0 0,-1 1 1 0 0,1-1 0 0 0,0 0-1 0 0,0 0 1 0 0,3 1 0 0 0,-4-2-61 0 0,1 1 0 0 0,-1-1 1 0 0,0 0-1 0 0,0 0 1 0 0,0 0-1 0 0,1 0 0 0 0,-1 0 1 0 0,0 0-1 0 0,0 0 0 0 0,0-1 1 0 0,1 1-1 0 0,2-2 0 0 0,4 0-168 0 0,1-1-258 0 0,1 1 0 0 0,-1-1 0 0 0,1-1 1 0 0,-1 0-1 0 0,0-1 0 0 0,-1 1 0 0 0,1-2 1 0 0,9-6-1 0 0,-2-1-2505 0 0,0-1 1 0 0,29-30 0 0 0,-14 9-5224 0 0</inkml:trace>
  <inkml:trace contextRef="#ctx0" brushRef="#br0" timeOffset="1">385 108 1492 0 0,'-85'-63'11958'0'0,"30"23"-7551"0"0,54 39-4437 0 0,-1 1-1 0 0,1-1 1 0 0,0 1-1 0 0,-1-1 1 0 0,1 1-1 0 0,-1-1 1 0 0,1 1-1 0 0,-1 0 1 0 0,1 0 0 0 0,-1-1-1 0 0,1 1 1 0 0,-1 0-1 0 0,1 1 1 0 0,-1-1-1 0 0,-1 0 1 0 0,2 0-282 0 0,0 0 0 0 0,0 1-1 0 0,1-1 1 0 0,-1 0 0 0 0,0 0 0 0 0,0 1 0 0 0,0-1-1 0 0,1 0 1 0 0,-1 1 0 0 0,0-1 0 0 0,0 1 0 0 0,-7 11-4683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20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4 839 1308 0 0,'-1'-3'1806'0'0,"0"-2"-1278"0"0,0 1 0 0 0,1-1 1 0 0,-1 0-1 0 0,1 0 0 0 0,0 0 0 0 0,0 1 0 0 0,1-1 0 0 0,0 0 0 0 0,-1 0 0 0 0,2 0 0 0 0,-1 1 0 0 0,0-1 1 0 0,1 1-1 0 0,0-1 0 0 0,0 1 0 0 0,0 0 0 0 0,1-1 0 0 0,-1 1 0 0 0,1 0 0 0 0,5-5 0 0 0,-2 3-212 0 0,-1 1 0 0 0,1 0 0 0 0,0 0-1 0 0,0 0 1 0 0,1 1 0 0 0,-1-1 0 0 0,1 2 0 0 0,0-1-1 0 0,0 1 1 0 0,0 0 0 0 0,0 1 0 0 0,14-4 0 0 0,-15 5-235 0 0,0 0 0 0 0,1 0 0 0 0,-1 1 0 0 0,0 0 1 0 0,1 0-1 0 0,-1 1 0 0 0,0-1 0 0 0,0 1 1 0 0,1 1-1 0 0,-1-1 0 0 0,0 1 0 0 0,0 0 0 0 0,0 0 1 0 0,-1 1-1 0 0,1 0 0 0 0,0 0 0 0 0,-1 0 0 0 0,0 1 1 0 0,0 0-1 0 0,0 0 0 0 0,0 0 0 0 0,-1 0 0 0 0,5 6 1 0 0,-2-1-39 0 0,0 1 0 0 0,-1 0 0 0 0,0 0 1 0 0,-1 0-1 0 0,0 1 0 0 0,-1 0 1 0 0,0 0-1 0 0,-1 0 0 0 0,0 1 1 0 0,-1-1-1 0 0,0 1 0 0 0,0-1 1 0 0,-1 1-1 0 0,-1 0 0 0 0,0-1 1 0 0,-1 1-1 0 0,0 0 0 0 0,-3 11 0 0 0,-1-1 195 0 0,-1-1-1 0 0,0 0 1 0 0,-2 0-1 0 0,-1 0 1 0 0,0-1-1 0 0,-1 0 0 0 0,-2-1 1 0 0,-19 27-1 0 0,12-31 733 0 0,18-15-962 0 0,1 0-1 0 0,0 1 1 0 0,-1-1 0 0 0,1 0-1 0 0,0 0 1 0 0,-1 1-1 0 0,1-1 1 0 0,0 0-1 0 0,-1 0 1 0 0,1 0-1 0 0,0 0 1 0 0,-1 0-1 0 0,1 0 1 0 0,-1 1-1 0 0,1-1 1 0 0,0 0-1 0 0,-1 0 1 0 0,1 0-1 0 0,-1 0 1 0 0,1 0-1 0 0,0-1 1 0 0,-1 1 0 0 0,1 0-1 0 0,0 0 1 0 0,-1 0-1 0 0,1 0 1 0 0,-1 0-1 0 0,1 0 1 0 0,0-1-1 0 0,-1 1 1 0 0,1 0-1 0 0,0 0 1 0 0,-1 0-1 0 0,1-1 1 0 0,0 1-1 0 0,0 0 1 0 0,-1-1-1 0 0,1 1 1 0 0,0 0-1 0 0,0-1 1 0 0,-1 1-1 0 0,1 0 1 0 0,0-1 0 0 0,0 1-1 0 0,0 0 1 0 0,0-1-1 0 0,-1 1 1 0 0,1 0-1 0 0,0-1 1 0 0,0 1-1 0 0,0-1 1 0 0,0 1-1 0 0,0 0 1 0 0,0-1-1 0 0,0 1 1 0 0,0-1-1 0 0,0 0 1 0 0,1-8 12 0 0,0-1 0 0 0,1 0-1 0 0,0 0 1 0 0,0 1 0 0 0,1 0 0 0 0,1-1-1 0 0,-1 1 1 0 0,1 0 0 0 0,1 0 0 0 0,6-9 0 0 0,7-10-36 0 0,38-43 1 0 0,-33 44-2 0 0,2 1 0 0 0,1 2-1 0 0,36-26 1 0 0,-41 34-37 0 0,0 2-1 0 0,2 1 1 0 0,0 0 0 0 0,0 2-1 0 0,28-10 1 0 0,-49 21 48 0 0,0-1 1 0 0,1 1-1 0 0,-1 0 0 0 0,0 0 1 0 0,1 0-1 0 0,-1 0 1 0 0,0 0-1 0 0,1 0 0 0 0,-1 1 1 0 0,0-1-1 0 0,0 1 1 0 0,1 0-1 0 0,-1 0 0 0 0,0-1 1 0 0,0 1-1 0 0,0 1 0 0 0,0-1 1 0 0,0 0-1 0 0,0 0 1 0 0,0 1-1 0 0,0-1 0 0 0,-1 1 1 0 0,1 0-1 0 0,0-1 1 0 0,-1 1-1 0 0,1 0 0 0 0,-1 0 1 0 0,0 0-1 0 0,0 0 1 0 0,2 4-1 0 0,-1 3 0 0 0,0 1 0 0 0,-1-1 0 0 0,0 0-1 0 0,-1 0 1 0 0,0 1 0 0 0,0-1 0 0 0,-1 0 0 0 0,0 0 0 0 0,-4 14 0 0 0,-4 9 3 0 0,-19 42-1 0 0,0 4-25 0 0,20-56 29 0 0,-8 32-6 0 0,15-52 5 0 0,1 1 0 0 0,-1-1 0 0 0,1 1 0 0 0,0-1 1 0 0,-1 1-1 0 0,1-1 0 0 0,0 1 0 0 0,0-1 0 0 0,1 1 0 0 0,-1-1 0 0 0,1 1 1 0 0,-1-1-1 0 0,1 1 0 0 0,0-1 0 0 0,1 5 0 0 0,1-5 1 0 0,-1 1 0 0 0,1-1 0 0 0,0 0 0 0 0,-1 0 0 0 0,1 0 1 0 0,0 0-1 0 0,0 0 0 0 0,0-1 0 0 0,1 1 0 0 0,-1-1 0 0 0,0 0 0 0 0,1 0 0 0 0,-1 0 0 0 0,0 0 0 0 0,1-1 0 0 0,-1 1 0 0 0,1-1 0 0 0,-1 0 0 0 0,1 0 0 0 0,-1 0 0 0 0,1-1 0 0 0,3 0 0 0 0,9-1-25 0 0,0-2 0 0 0,0 0 0 0 0,19-7-1 0 0,-12 1-6 0 0,1-1-1 0 0,-1-1 0 0 0,-1-1 1 0 0,0 0-1 0 0,-1-2 1 0 0,-1-1-1 0 0,0 0 0 0 0,19-21 1 0 0,-7 2-21 0 0,-1 0 1 0 0,-2-2-1 0 0,37-62 1 0 0,-52 72 42 0 0,20-51-1 0 0,-28 62 20 0 0,-5 15-10 0 0,-1 1 0 0 0,0 0 0 0 0,1-1 0 0 0,-1 1 0 0 0,0-1 0 0 0,0 1 0 0 0,1-1 0 0 0,-1 0 0 0 0,0 1 0 0 0,0-1 0 0 0,0 1 0 0 0,0-1 0 0 0,0 1 0 0 0,0-1 0 0 0,0 0 0 0 0,0 1 0 0 0,0-1 0 0 0,0 1 0 0 0,0-1 0 0 0,0 1 0 0 0,0-1 0 0 0,0 1 0 0 0,0-1 0 0 0,-1 0 0 0 0,1 1 0 0 0,0-1 0 0 0,0 1 0 0 0,-1-1 0 0 0,1 1 0 0 0,0-1 0 0 0,-1 1 0 0 0,1 0 0 0 0,0-1 0 0 0,-1 1 0 0 0,1-1 0 0 0,-1 1 0 0 0,1 0 0 0 0,-1-1 0 0 0,1 1 0 0 0,-1 0 0 0 0,1-1 0 0 0,-1 1 0 0 0,1 0 0 0 0,-1 0 0 0 0,1 0 0 0 0,-2-1-1 0 0,0 1 6 0 0,0 0 0 0 0,0 0-1 0 0,-1 0 1 0 0,1 0 0 0 0,0 0-1 0 0,-1 1 1 0 0,1-1 0 0 0,0 1-1 0 0,-3 0 1 0 0,-4 3 12 0 0,1 0 0 0 0,0 1 0 0 0,0 0 0 0 0,0 0 0 0 0,0 1 0 0 0,1 0 0 0 0,-12 12 0 0 0,-40 52 32 0 0,55-65-46 0 0,-13 18 10 0 0,1 0 0 0 0,1 1 1 0 0,-15 33-1 0 0,24-46-13 0 0,2 1-1 0 0,0-1 0 0 0,0 1 1 0 0,1 0-1 0 0,0 0 0 0 0,1 0 1 0 0,0 1-1 0 0,1-1 0 0 0,1 0 1 0 0,1 13-1 0 0,-1-20-48 0 0,1-1 0 0 0,0 1 1 0 0,0-1-1 0 0,0 0 0 0 0,1 0 0 0 0,-1 1 1 0 0,1-1-1 0 0,0 0 0 0 0,0-1 0 0 0,1 1 0 0 0,-1 0 1 0 0,1-1-1 0 0,4 5 0 0 0,-2-3-179 0 0,1 0 1 0 0,-1 0-1 0 0,1-1 0 0 0,0 0 1 0 0,1 0-1 0 0,-1 0 0 0 0,11 3 0 0 0,1 0-543 0 0,2-1-1 0 0,-1-2 0 0 0,0 1 0 0 0,1-2 0 0 0,21 1 1 0 0,-8-3-1487 0 0,0-1 1 0 0,1-1-1 0 0,57-11 1 0 0,-36-1-2850 0 0</inkml:trace>
  <inkml:trace contextRef="#ctx0" brushRef="#br0" timeOffset="1">1812 936 268 0 0,'15'-16'2477'0'0,"-2"-1"1"0"0,20-29-1 0 0,-30 42-2074 0 0,-1 0 1 0 0,1-1-1 0 0,-1 0 1 0 0,0 1-1 0 0,0-1 1 0 0,0 0-1 0 0,-1 0 1 0 0,0 0-1 0 0,0 0 1 0 0,0 0-1 0 0,-1-1 1 0 0,1 1-1 0 0,-1 0 1 0 0,0 0-1 0 0,-1 0 1 0 0,-1-8-1 0 0,2 12-327 0 0,-1-1 1 0 0,0 0-1 0 0,0 1 0 0 0,0 0 0 0 0,0-1 0 0 0,0 1 0 0 0,0-1 0 0 0,0 1 1 0 0,-1 0-1 0 0,1 0 0 0 0,0 0 0 0 0,-1 0 0 0 0,1 0 0 0 0,-1 0 0 0 0,1 0 0 0 0,-1 0 1 0 0,0 0-1 0 0,1 1 0 0 0,-1-1 0 0 0,0 1 0 0 0,1-1 0 0 0,-1 1 0 0 0,0 0 0 0 0,-3-1 1 0 0,-38 1 793 0 0,27 3-686 0 0,0 0 1 0 0,1 0-1 0 0,-1 1 1 0 0,1 1-1 0 0,0 1 1 0 0,1 0-1 0 0,-15 9 0 0 0,2 0 65 0 0,1 2 0 0 0,-37 31-1 0 0,38-26-98 0 0,1 1 0 0 0,0 1 0 0 0,-26 35-1 0 0,39-43-103 0 0,0-1-1 0 0,1 2 0 0 0,1 0 1 0 0,1 0-1 0 0,0 0 0 0 0,1 1 1 0 0,-5 22-1 0 0,10-36-28 0 0,2 0-1 0 0,-1 0 1 0 0,0-1 0 0 0,1 1 0 0 0,0 0-1 0 0,-1 0 1 0 0,2 0 0 0 0,-1 0 0 0 0,0 0-1 0 0,1 0 1 0 0,0-1 0 0 0,0 1 0 0 0,0 0-1 0 0,0 0 1 0 0,0-1 0 0 0,1 1 0 0 0,0-1-1 0 0,0 1 1 0 0,0-1 0 0 0,0 0 0 0 0,0 0-1 0 0,1 0 1 0 0,3 4 0 0 0,-1-3 1 0 0,1 0 1 0 0,-1 0-1 0 0,1-1 0 0 0,-1 1 1 0 0,1-2-1 0 0,0 1 1 0 0,0 0-1 0 0,1-1 0 0 0,-1-1 1 0 0,0 1-1 0 0,1-1 0 0 0,-1 0 1 0 0,9 1-1 0 0,3-2-9 0 0,0-1 0 0 0,1 0 1 0 0,-1-1-1 0 0,0-1 0 0 0,0-1 0 0 0,-1 0 0 0 0,1-1 0 0 0,-1-1 0 0 0,0-1 0 0 0,0 0 0 0 0,29-19 0 0 0,-13 5-83 0 0,0-2 0 0 0,-2-1-1 0 0,-1-2 1 0 0,39-42 0 0 0,-31 25-135 0 0,-2-2 0 0 0,-3-1 0 0 0,48-86 0 0 0,-41 53-73 0 0,51-141 1 0 0,-68 151 142 0 0,17-83 0 0 0,-34 121 187 0 0,-1 0-1 0 0,-2 0 1 0 0,-1 0-1 0 0,-1-1 1 0 0,-5-41-1 0 0,4 72-40 0 0,0-1 1 0 0,-1 0-1 0 0,1 0 0 0 0,0 0 0 0 0,-1 1 0 0 0,1-1 0 0 0,-1 0 1 0 0,0 0-1 0 0,0 1 0 0 0,1-1 0 0 0,-1 1 0 0 0,0-1 1 0 0,0 1-1 0 0,0-1 0 0 0,-1 1 0 0 0,1-1 0 0 0,0 1 1 0 0,-1 0-1 0 0,-1-2 0 0 0,1 3-5 0 0,1-1 0 0 0,0 1 1 0 0,-1 0-1 0 0,1 0 0 0 0,0-1 0 0 0,-1 1 0 0 0,1 0 1 0 0,0 0-1 0 0,-1 1 0 0 0,1-1 0 0 0,0 0 1 0 0,-1 0-1 0 0,1 1 0 0 0,0-1 0 0 0,-1 1 0 0 0,1-1 1 0 0,0 1-1 0 0,0-1 0 0 0,0 1 0 0 0,-1 0 0 0 0,1 0 1 0 0,0-1-1 0 0,0 1 0 0 0,0 0 0 0 0,0 0 1 0 0,0 0-1 0 0,0 0 0 0 0,-1 2 0 0 0,-13 16 111 0 0,1 0 0 0 0,0 0 1 0 0,1 1-1 0 0,1 1 0 0 0,1 0 0 0 0,-13 36 0 0 0,3 6 384 0 0,-15 72 0 0 0,23-74-188 0 0,-9 104 1 0 0,19-128-242 0 0,3 0 1 0 0,1 0 0 0 0,2 0 0 0 0,8 43-1 0 0,-8-68-194 0 0,0 0-1 0 0,1 1 0 0 0,0-2 1 0 0,0 1-1 0 0,2 0 0 0 0,-1-1 1 0 0,10 14-1 0 0,-10-19-397 0 0,0 0-1 0 0,0 0 1 0 0,0-1 0 0 0,0 1 0 0 0,10 6 0 0 0,-10-9-468 0 0,1 1 0 0 0,0-1 1 0 0,-1 0-1 0 0,1 0 1 0 0,0-1-1 0 0,0 0 1 0 0,8 2-1 0 0,7-1-6990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2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0 460 732 0 0,'0'0'3686'0'0,"5"13"1184"0"0,-7 22-2785 0 0,1-19-1131 0 0,1 33 0 0 0,0-47-696 0 0,3 2 287 0 0,-3-4-527 0 0,0 1 0 0 0,0-1-1 0 0,0 0 1 0 0,0 0 0 0 0,0 1 0 0 0,0-1-1 0 0,0 0 1 0 0,0 0 0 0 0,0 0 0 0 0,0 1-1 0 0,1-1 1 0 0,-1 0 0 0 0,0 0-1 0 0,0 1 1 0 0,0-1 0 0 0,0 0 0 0 0,0 0-1 0 0,0 0 1 0 0,1 0 0 0 0,-1 1 0 0 0,0-1-1 0 0,0 0 1 0 0,0 0 0 0 0,1 0-1 0 0,-1 0 1 0 0,0 0 0 0 0,0 0 0 0 0,0 1-1 0 0,1-1 1 0 0,-1 0 0 0 0,0 0 0 0 0,0 0-1 0 0,0 0 1 0 0,1 0 0 0 0,-1 0-1 0 0,0 0 1 0 0,0 0 0 0 0,1 0 0 0 0,-1 0-1 0 0,8-3 184 0 0,1 0-1 0 0,-1-1 1 0 0,-1 0-1 0 0,1 0 0 0 0,0-1 1 0 0,-1 0-1 0 0,11-10 1 0 0,46-48 133 0 0,-43 41-209 0 0,65-74 95 0 0,18-17-104 0 0,-83 92-105 0 0,98-92 41 0 0,-102 100-55 0 0,0 0 0 0 0,0 0 1 0 0,1 2-1 0 0,1 0 0 0 0,30-12 0 0 0,-45 22 1 0 0,-1-1 0 0 0,1 1 0 0 0,-1 0-1 0 0,1 0 1 0 0,0 0 0 0 0,0 1 0 0 0,-1 0 0 0 0,1-1-1 0 0,0 1 1 0 0,0 0 0 0 0,0 1 0 0 0,-1-1 0 0 0,1 1-1 0 0,0-1 1 0 0,0 1 0 0 0,-1 0 0 0 0,1 1 0 0 0,-1-1 0 0 0,1 1-1 0 0,-1-1 1 0 0,1 1 0 0 0,-1 0 0 0 0,0 0 0 0 0,0 0-1 0 0,0 1 1 0 0,5 4 0 0 0,0 2-16 0 0,0 0 0 0 0,-1 1-1 0 0,0 0 1 0 0,-1 0 0 0 0,8 17 0 0 0,6 8 71 0 0,-14-21 66 0 0,-6-9 11 0 0,-7-10 134 0 0,-39-55-164 0 0,30 39-80 0 0,-18-21-1 0 0,29 36-19 0 0,-1 0 0 0 0,-1 1 0 0 0,1 0 0 0 0,-1 0 0 0 0,0 0 0 0 0,0 1-1 0 0,-11-6 1 0 0,14 9 0 0 0,1 0-1 0 0,-1 0 0 0 0,0 1 1 0 0,1-1-1 0 0,-1 1 0 0 0,0 0 1 0 0,0 0-1 0 0,0 0 0 0 0,1 0 1 0 0,-1 1-1 0 0,0-1 0 0 0,0 1 1 0 0,1 0-1 0 0,-1 0 0 0 0,1 0 1 0 0,-7 3-1 0 0,-1 2 0 0 0,0 0 0 0 0,1 0 0 0 0,-16 13-1 0 0,3 0 2 0 0,1 2-1 0 0,1 0 1 0 0,1 1 0 0 0,1 1-1 0 0,1 1 1 0 0,1 1-1 0 0,1 1 1 0 0,1 0 0 0 0,1 1-1 0 0,2 0 1 0 0,0 1-1 0 0,2 0 1 0 0,2 1-1 0 0,0 0 1 0 0,-5 45 0 0 0,12-67 9 0 0,1 0 1 0 0,0-1 0 0 0,0 1 0 0 0,1 0 0 0 0,-1-1-1 0 0,2 1 1 0 0,-1 0 0 0 0,1-1 0 0 0,0 0 0 0 0,0 1-1 0 0,1-1 1 0 0,-1 0 0 0 0,2 0 0 0 0,-1 0 0 0 0,0-1-1 0 0,1 1 1 0 0,9 9 0 0 0,-7-9-6 0 0,1 0 0 0 0,0 0 0 0 0,0-1 1 0 0,1 0-1 0 0,0 0 0 0 0,0-1 0 0 0,0 0 0 0 0,0 0 1 0 0,1-1-1 0 0,-1 0 0 0 0,1 0 0 0 0,13 2 0 0 0,-8-3-9 0 0,-1-1 0 0 0,1 0 0 0 0,-1 0 0 0 0,1-1 0 0 0,-1-1 0 0 0,1-1 0 0 0,-1 0 0 0 0,0 0 0 0 0,1-1 0 0 0,-1-1 0 0 0,24-10 0 0 0,-21 6-3 0 0,-1 0 0 0 0,1-2 1 0 0,-1 0-1 0 0,-1 0 0 0 0,0-2 0 0 0,0 1 0 0 0,-2-2 0 0 0,18-20 1 0 0,10-20 37 0 0,-3-2 0 0 0,-2-2 0 0 0,-3-1 1 0 0,27-65-1 0 0,-40 87-139 0 0,-18 33 90 0 0,0 4-7 0 0,0 0 24 0 0,0-1-1 0 0,-1 1 0 0 0,1 0 0 0 0,-1-1 0 0 0,1 1 0 0 0,0 0 1 0 0,-1 0-1 0 0,1-1 0 0 0,-1 1 0 0 0,0 0 0 0 0,1 0 0 0 0,-1 0 1 0 0,1 0-1 0 0,-1-1 0 0 0,0 1 0 0 0,0 0 0 0 0,0 0 0 0 0,0 0 1 0 0,1 0-1 0 0,-1 0 0 0 0,0 0 0 0 0,-1 0 0 0 0,1 0 0 0 0,0 0 1 0 0,0 0-1 0 0,-1 1 0 0 0,1-1 3 0 0,-5 41 16 0 0,-1 0 1 0 0,-25 78-1 0 0,17-70 0 0 0,5-16-9 0 0,-14 54 48 0 0,21-76-67 0 0,1 0-1 0 0,0-1 1 0 0,0 1 0 0 0,1 0 0 0 0,2 18-1 0 0,-2-28-46 0 0,1 1-1 0 0,-1-1 0 0 0,1 1 1 0 0,0-1-1 0 0,-1 0 0 0 0,1 0 1 0 0,0 1-1 0 0,0-1 0 0 0,1 0 1 0 0,-1 0-1 0 0,0 0 0 0 0,1 0 1 0 0,-1 0-1 0 0,1 0 0 0 0,0-1 1 0 0,-1 1-1 0 0,1 0 0 0 0,0-1 1 0 0,0 1-1 0 0,0-1 0 0 0,0 0 1 0 0,0 0-1 0 0,0 0 0 0 0,1 0 1 0 0,-1 0-1 0 0,0 0 0 0 0,1 0 1 0 0,-1-1-1 0 0,0 1 0 0 0,1-1 1 0 0,-1 0-1 0 0,1 0 0 0 0,-1 0 1 0 0,5 0-1 0 0,7-4-141 0 0,-1-1 0 0 0,1 0 0 0 0,-1-1 0 0 0,0 0 0 0 0,-1-1 0 0 0,1 0 0 0 0,-1-1 0 0 0,-1 0 0 0 0,16-16-1 0 0,14-15-16 0 0,38-47 0 0 0,-59 63 158 0 0,162-203 17 0 0,-100 95 1537 0 0,-51 76-246 0 0,-30 55-1237 0 0,-1 0 0 0 0,1-1 0 0 0,-1 1 0 0 0,1-1 0 0 0,-1 1 0 0 0,0-1 0 0 0,1 0 1 0 0,-1 1-1 0 0,0-1 0 0 0,1 1 0 0 0,-1-1 0 0 0,0 0 0 0 0,0 1 0 0 0,0-1 0 0 0,0 0 0 0 0,0 1 0 0 0,1-1 0 0 0,-1 0 0 0 0,0 1 0 0 0,0-1 0 0 0,-1 0 0 0 0,1 1 0 0 0,0-1 0 0 0,0 1 0 0 0,0-1 0 0 0,0 0 0 0 0,0 1 1 0 0,-1-1-1 0 0,1 0 0 0 0,0 1 0 0 0,-1-1 0 0 0,1 1 0 0 0,0-1 0 0 0,-1 1 0 0 0,1-1 0 0 0,-1 1 0 0 0,1-1 0 0 0,-1 0 0 0 0,0 1-3 0 0,0-1 0 0 0,-1 1 0 0 0,1 0 0 0 0,0-1 0 0 0,0 1 0 0 0,0 0 0 0 0,0 0 0 0 0,-1 0 0 0 0,1 0 0 0 0,0 0-1 0 0,0 0 1 0 0,-1 0 0 0 0,1 0 0 0 0,0 0 0 0 0,-2 1 0 0 0,-7 4-8 0 0,0-1 0 0 0,1 2 0 0 0,0 0 0 0 0,0 0 0 0 0,0 0 0 0 0,1 1 0 0 0,-1 0-1 0 0,2 1 1 0 0,-1 0 0 0 0,1 0 0 0 0,1 1 0 0 0,-1 0 0 0 0,-5 10 0 0 0,11-15 0 0 0,-1-1-1 0 0,1 0 1 0 0,0 1 0 0 0,0-1 0 0 0,0 1 0 0 0,0-1-1 0 0,1 1 1 0 0,0 0 0 0 0,-1-1 0 0 0,1 1 0 0 0,0-1-1 0 0,1 1 1 0 0,-1-1 0 0 0,1 1 0 0 0,0 0 0 0 0,0-1-1 0 0,0 1 1 0 0,0-1 0 0 0,0 0 0 0 0,1 1 0 0 0,-1-1-1 0 0,4 5 1 0 0,6 7 4 0 0,1-1-1 0 0,0-1 1 0 0,1 0 0 0 0,1-1-1 0 0,0 0 1 0 0,20 13 0 0 0,34 30-11 0 0,-60-48 4 0 0,-1 1 0 0 0,0 0-1 0 0,0 0 1 0 0,-1 1 0 0 0,0-1 0 0 0,6 12 0 0 0,-11-17 101 0 0,1 1 0 0 0,-1-1 0 0 0,0 1 0 0 0,1-1 1 0 0,-1 1-1 0 0,-1 0 0 0 0,1 0 0 0 0,-1-1 0 0 0,1 1 0 0 0,-1 0 0 0 0,0 0 0 0 0,0-1 1 0 0,-1 1-1 0 0,1 0 0 0 0,-1 0 0 0 0,0-1 0 0 0,0 1 0 0 0,0 0 0 0 0,-2 3 1 0 0,0-2 129 0 0,0 1 1 0 0,0-1 0 0 0,-1 0-1 0 0,0 0 1 0 0,0 0 0 0 0,0-1-1 0 0,0 1 1 0 0,-1-1 0 0 0,0 0 0 0 0,0 0-1 0 0,-6 3 1 0 0,1-2-105 0 0,0 0 0 0 0,0 0 0 0 0,-1-1 0 0 0,0-1 0 0 0,1 0 0 0 0,-1 0 0 0 0,-1-1 0 0 0,1-1 0 0 0,0 0 0 0 0,0 0 0 0 0,-1-1 0 0 0,1 0 0 0 0,0-1 0 0 0,0-1 0 0 0,-1 0 0 0 0,1 0 0 0 0,0-1 0 0 0,-20-8 0 0 0,26 9-282 0 0,1-1 0 0 0,-1 1-1 0 0,1-1 1 0 0,0 0 0 0 0,0-1-1 0 0,0 1 1 0 0,0-1 0 0 0,1 1 0 0 0,-1-1-1 0 0,1 0 1 0 0,0 0 0 0 0,0-1 0 0 0,0 1-1 0 0,1 0 1 0 0,-3-7 0 0 0,4 7-743 0 0,0 0 0 0 0,0 0 1 0 0,0 0-1 0 0,0 0 1 0 0,1 0-1 0 0,-1 0 0 0 0,1-1 1 0 0,0 1-1 0 0,1 0 1 0 0,-1 0-1 0 0,2-9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22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51 947 2044 0 0,'-11'10'5970'0'0,"8"-5"-5456"0"0,-1 0 0 0 0,1 0 0 0 0,-1-1 0 0 0,1 2 0 0 0,1-1 0 0 0,-1 0 0 0 0,1 1 0 0 0,0-1 0 0 0,0 1 0 0 0,-1 6 0 0 0,0 2-173 0 0,1 0 0 0 0,0 0 0 0 0,1 18 0 0 0,0-30-311 0 0,1 0 1 0 0,0 0-1 0 0,0 0 0 0 0,0 0 0 0 0,1 0 1 0 0,-1 0-1 0 0,0 0 0 0 0,1 0 1 0 0,-1-1-1 0 0,1 1 0 0 0,0 0 0 0 0,-1 0 1 0 0,1 0-1 0 0,0-1 0 0 0,0 1 0 0 0,0 0 1 0 0,0-1-1 0 0,1 1 0 0 0,-1-1 0 0 0,2 2 1 0 0,-2-2-10 0 0,1 0 1 0 0,0 0-1 0 0,-1-1 1 0 0,1 1-1 0 0,0-1 1 0 0,0 1-1 0 0,-1-1 1 0 0,1 0-1 0 0,0 0 1 0 0,0 1-1 0 0,-1-1 1 0 0,1-1-1 0 0,0 1 0 0 0,0 0 1 0 0,0 0-1 0 0,-1 0 1 0 0,4-2-1 0 0,3-1 12 0 0,1 0 0 0 0,-1-1 0 0 0,0 0 0 0 0,0 0-1 0 0,0-1 1 0 0,-1 0 0 0 0,8-6 0 0 0,6-9-12 0 0,-1 0 1 0 0,0-1-1 0 0,-2-1 1 0 0,-1 0-1 0 0,0-2 1 0 0,12-24-1 0 0,4-14-3 0 0,31-82-1 0 0,-40 78-42 0 0,-2-1-1 0 0,-3-1 1 0 0,-3-1-1 0 0,-3-1 1 0 0,4-88-1 0 0,-16 156 19 0 0,-1-1 0 0 0,0 0 0 0 0,0 0 0 0 0,0 0-1 0 0,-1 1 1 0 0,1-1 0 0 0,0 0 0 0 0,-2-3-1 0 0,-5 2-23 0 0,-6 9 32 0 0,3 4 14 0 0,0 1 1 0 0,1 0-1 0 0,0 0 0 0 0,1 0 0 0 0,0 1 0 0 0,-10 19 1 0 0,1-4 59 0 0,-35 61 315 0 0,3 2 1 0 0,3 2 0 0 0,-41 121-1 0 0,71-165-295 0 0,-13 56 0 0 0,24-80-63 0 0,1 0 0 0 0,1 1 0 0 0,1 0 0 0 0,2 37 0 0 0,1-55-31 0 0,-1-1 0 0 0,1 1 0 0 0,0 0 0 0 0,0 0-1 0 0,1-1 1 0 0,0 1 0 0 0,0-1 0 0 0,0 1-1 0 0,1-1 1 0 0,0 0 0 0 0,0 0 0 0 0,0 0 0 0 0,0 0-1 0 0,1 0 1 0 0,0-1 0 0 0,0 1 0 0 0,0-1 0 0 0,0 0-1 0 0,1-1 1 0 0,-1 1 0 0 0,1-1 0 0 0,0 0 0 0 0,0 0-1 0 0,1 0 1 0 0,-1-1 0 0 0,0 1 0 0 0,7 0 0 0 0,2 1-110 0 0,0-1 1 0 0,1-1 0 0 0,-1 0 0 0 0,0-1 0 0 0,1 0 0 0 0,-1-1 0 0 0,1-1-1 0 0,-1-1 1 0 0,0 0 0 0 0,18-4 0 0 0,-5-2-146 0 0,1-1 1 0 0,-1-1 0 0 0,-1-1-1 0 0,0-1 1 0 0,0-1-1 0 0,-1-2 1 0 0,27-20-1 0 0,-21 10 47 0 0,-1-1-1 0 0,-1-1 0 0 0,-1-2 1 0 0,39-53-1 0 0,-25 21 93 0 0,-3-2 0 0 0,-3-2 0 0 0,-3-1 0 0 0,-2-2 0 0 0,24-83 0 0 0,-32 69 739 0 0,-3-1 0 0 0,9-89 0 0 0,-28 162-426 0 0,4-17 318 0 0,-3 19-353 0 0,-1 0-1 0 0,1-1 1 0 0,-1 1-1 0 0,-1-1 1 0 0,0-15-1 0 0,-3 25-140 0 0,1-1-1 0 0,0 2 1 0 0,0-1-1 0 0,0 0 1 0 0,0 0 0 0 0,0 1-1 0 0,0-1 1 0 0,-3 3-1 0 0,-6 11 20 0 0,1-1-1 0 0,0 1 0 0 0,2 1 1 0 0,-1 0-1 0 0,-5 17 1 0 0,0-4 40 0 0,-46 107 563 0 0,-52 176 1 0 0,-4 161-201 0 0,93-352-95 0 0,21-106-140 0 0,3-12-57 0 0,9-21-3 0 0,-1-1-158 0 0,52-104-128 0 0,-36 69 77 0 0,43-69-1 0 0,-38 78 32 0 0,45-52 0 0 0,-60 80 6 0 0,0 1 1 0 0,2 1-1 0 0,0 0 1 0 0,0 1-1 0 0,38-22 1 0 0,-49 33 8 0 0,0 0 0 0 0,1 0 0 0 0,-1 0 0 0 0,0 1 0 0 0,1 0 0 0 0,0 1 0 0 0,-1-1 0 0 0,1 1 0 0 0,0 1 1 0 0,0-1-1 0 0,0 1 0 0 0,-1 0 0 0 0,1 1 0 0 0,0-1 0 0 0,0 2 0 0 0,10 2 0 0 0,-13-2 11 0 0,-1 0-1 0 0,0 0 1 0 0,0 0-1 0 0,0 1 1 0 0,0-1-1 0 0,0 1 1 0 0,-1 0-1 0 0,1 0 1 0 0,-1 0 0 0 0,0 0-1 0 0,0 0 1 0 0,0 0-1 0 0,0 1 1 0 0,0-1-1 0 0,-1 1 1 0 0,1 0-1 0 0,-1-1 1 0 0,1 5-1 0 0,1 5-3 0 0,-1 0 0 0 0,0 0 0 0 0,0-1-1 0 0,-1 17 1 0 0,-5 29 20 0 0,-2 0 0 0 0,-3-1 0 0 0,-17 62 0 0 0,22-104-2 0 0,-2 21-7 0 0,5-31-10 0 0,0 16 8 0 0,1-21-2 0 0,0 1 0 0 0,0 0 0 0 0,1-1 0 0 0,-1 1 0 0 0,1 0 0 0 0,-1-1 0 0 0,0 1 0 0 0,1-1 0 0 0,-1 1 0 0 0,1-1 0 0 0,-1 1 0 0 0,1-1 0 0 0,0 1 0 0 0,-1-1 0 0 0,1 0 0 0 0,-1 1 0 0 0,1-1 0 0 0,0 0 0 0 0,-1 1 0 0 0,1-1 0 0 0,0 0 0 0 0,-1 0 0 0 0,1 0 0 0 0,0 1 0 0 0,-1-1 0 0 0,1 0 0 0 0,0 0 0 0 0,0 0 0 0 0,-1 0 0 0 0,1 0 0 0 0,0-1 0 0 0,1 1 0 0 0,17-3-13 0 0,1 0 0 0 0,-1-2-1 0 0,0 0 1 0 0,0-1 0 0 0,-1-1 0 0 0,31-16 0 0 0,106-68-293 0 0,-117 66 224 0 0,-1-2 0 0 0,-1-1 1 0 0,-1-2-1 0 0,-2-2 0 0 0,-1 0 0 0 0,-1-2 1 0 0,-2-2-1 0 0,43-69 0 0 0,-66 94 85 0 0,-1 1 0 0 0,-1-1 0 0 0,0 1 0 0 0,0-1 0 0 0,-1 0-1 0 0,3-19 1 0 0,-6 29-2 0 0,0 1 0 0 0,0 0-1 0 0,1-1 1 0 0,-1 1 0 0 0,0-1 0 0 0,0 1-1 0 0,0 0 1 0 0,0-1 0 0 0,0 1-1 0 0,-1-1 1 0 0,1 1 0 0 0,0 0-1 0 0,0-1 1 0 0,0 1 0 0 0,0 0-1 0 0,0-1 1 0 0,0 1 0 0 0,-1-1 0 0 0,1 1-1 0 0,0 0 1 0 0,0-1 0 0 0,-1 1-1 0 0,1 0 1 0 0,0 0 0 0 0,0-1-1 0 0,-1 1 1 0 0,1 0 0 0 0,0 0 0 0 0,-1-1-1 0 0,1 1 1 0 0,0 0 0 0 0,-1 0-1 0 0,1 0 1 0 0,0-1 0 0 0,-1 1-1 0 0,1 0 1 0 0,-1 0 0 0 0,1 0 0 0 0,0 0-1 0 0,-1 0 1 0 0,1 0 0 0 0,-1 0-1 0 0,1 0 1 0 0,0 0 0 0 0,-1 0-1 0 0,1 0 1 0 0,-1 0 0 0 0,0 0 0 0 0,-17 6 32 0 0,17-5-33 0 0,-9 4 32 0 0,1 1 1 0 0,0 0 0 0 0,0 0-1 0 0,0 1 1 0 0,1 0-1 0 0,0 1 1 0 0,1 0 0 0 0,-1 0-1 0 0,-6 12 1 0 0,1-5 47 0 0,-14 18 139 0 0,2 1 0 0 0,-24 40 0 0 0,38-54-146 0 0,0 1 0 0 0,2 0-1 0 0,0 1 1 0 0,1 0 0 0 0,-6 31 0 0 0,12-47-51 0 0,1 0 0 0 0,0 0 0 0 0,1 0 0 0 0,-1 0 0 0 0,1 0 0 0 0,1 0 0 0 0,-1 0 0 0 0,1 0 0 0 0,0 0 0 0 0,0 0 0 0 0,1 0 0 0 0,0 0 0 0 0,0 0 0 0 0,0-1 0 0 0,1 1 0 0 0,6 10 1 0 0,-5-11-9 0 0,0 0 1 0 0,1 0-1 0 0,0 0 1 0 0,0-1-1 0 0,0 0 1 0 0,1 0-1 0 0,-1 0 1 0 0,1 0-1 0 0,0-1 1 0 0,0 0-1 0 0,0 0 1 0 0,0-1-1 0 0,1 0 1 0 0,-1 0-1 0 0,8 1 1 0 0,5 1-360 0 0,0-1 0 0 0,1-2 0 0 0,-1 0 0 0 0,1-1 0 0 0,-1 0 0 0 0,1-2 1 0 0,-1 0-1 0 0,31-9 0 0 0,-28 5-1498 0 0,-2 0 1 0 0,1-2-1 0 0,-1-1 1 0 0,25-14-1 0 0,-6 0-3857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23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309 141 1764 0 0,'-78'3'4054'0'0,"-133"9"4889"0"0,191-9-8093 0 0,31-2-226 0 0,35-3-294 0 0,248-34-1302 0 0,-99 5-6191 0 0,-134 20 1137 0 0</inkml:trace>
  <inkml:trace contextRef="#ctx0" brushRef="#br0" timeOffset="1">3735 219 1684 0 0,'0'-7'914'0'0,"1"0"-1"0"0,0 0 1 0 0,0 0-1 0 0,0 0 1 0 0,1 0-1 0 0,0 1 1 0 0,6-13 0 0 0,-5 11-484 0 0,1 2 1 0 0,0-1 0 0 0,1 0-1 0 0,0 1 1 0 0,-1 0 0 0 0,2 0 0 0 0,5-6-1 0 0,-7 9-347 0 0,0-1 0 0 0,0 1 0 0 0,0 0 0 0 0,0 0-1 0 0,0 1 1 0 0,1-1 0 0 0,-1 1 0 0 0,1 0 0 0 0,-1 0 0 0 0,1 0-1 0 0,0 1 1 0 0,0 0 0 0 0,0-1 0 0 0,0 2 0 0 0,0-1 0 0 0,0 1-1 0 0,0 0 1 0 0,0 0 0 0 0,0 0 0 0 0,0 1 0 0 0,0-1 0 0 0,0 1 0 0 0,0 0-1 0 0,0 1 1 0 0,9 3 0 0 0,-10-3-53 0 0,1 0-1 0 0,-1 1 1 0 0,1 0 0 0 0,-1 0 0 0 0,0 0-1 0 0,0 0 1 0 0,0 1 0 0 0,-1-1-1 0 0,1 1 1 0 0,-1 0 0 0 0,0 0-1 0 0,0 0 1 0 0,0 1 0 0 0,3 6 0 0 0,-3-4 10 0 0,0 1 1 0 0,-1-1-1 0 0,0 1 1 0 0,0 0-1 0 0,-1-1 1 0 0,0 1-1 0 0,-1 0 1 0 0,0 14-1 0 0,-1-5 60 0 0,-1 1-1 0 0,-1-1 0 0 0,-1 1 1 0 0,-1-1-1 0 0,0 0 1 0 0,-1-1-1 0 0,-14 29 0 0 0,12-31 270 0 0,0-1 0 0 0,-1 0 0 0 0,-1 0 0 0 0,-18 19 0 0 0,26-31-322 0 0,0 0-1 0 0,1 0 1 0 0,-1 0 0 0 0,0 0 0 0 0,1 0 0 0 0,-1 0 0 0 0,0-1 0 0 0,0 1-1 0 0,0 0 1 0 0,0-1 0 0 0,1 0 0 0 0,-1 1 0 0 0,0-1 0 0 0,0 0 0 0 0,0 0 0 0 0,-3 0-1 0 0,3 0-60 0 0,1 0 21 0 0,0-1 0 0 0,1 1 0 0 0,-1 0 1 0 0,0 0-1 0 0,0-1 0 0 0,1 1 0 0 0,-1 0 1 0 0,0-1-1 0 0,1 1 0 0 0,-1-1 0 0 0,0 1 1 0 0,1-1-1 0 0,-1 1 0 0 0,1-1 0 0 0,-1 1 1 0 0,0-1-1 0 0,1 1 0 0 0,-1-1 0 0 0,1 0 1 0 0,0 1-1 0 0,-1-1 0 0 0,1 0 0 0 0,0 1 1 0 0,-1-1-1 0 0,1 0 0 0 0,0 0 0 0 0,0 0 0 0 0,0 1 1 0 0,-1-1-1 0 0,1 0 0 0 0,0 0 0 0 0,0 1 1 0 0,0-3-1 0 0,3-25 61 0 0,1 14-55 0 0,0 1 1 0 0,1 1-1 0 0,1-1 1 0 0,0 1-1 0 0,1 0 0 0 0,1 0 1 0 0,13-17-1 0 0,-7 13-12 0 0,1-1 0 0 0,0 2 0 0 0,1 0 0 0 0,19-13 0 0 0,-24 20-5 0 0,0 1 1 0 0,0 1 0 0 0,1-1-1 0 0,-1 2 1 0 0,1 0-1 0 0,0 0 1 0 0,1 1-1 0 0,-1 0 1 0 0,1 1 0 0 0,0 1-1 0 0,25-2 1 0 0,-29 4-2 0 0,-1 1 0 0 0,0-1 1 0 0,0 1-1 0 0,0 1 0 0 0,0-1 0 0 0,0 1 1 0 0,0 1-1 0 0,0 0 0 0 0,-1 0 1 0 0,1 0-1 0 0,-1 1 0 0 0,0 0 0 0 0,0 0 1 0 0,0 1-1 0 0,-1 0 0 0 0,1 0 1 0 0,-1 0-1 0 0,-1 1 0 0 0,11 13 0 0 0,-11-12 8 0 0,0 1-1 0 0,0 1 0 0 0,-1-1 0 0 0,0 1 0 0 0,0-1 0 0 0,-1 1 1 0 0,-1 0-1 0 0,1 0 0 0 0,-1 1 0 0 0,-1-1 0 0 0,0 0 1 0 0,0 1-1 0 0,-1-1 0 0 0,0 1 0 0 0,0-1 0 0 0,-1 0 0 0 0,-1 1 1 0 0,1-1-1 0 0,-2 0 0 0 0,1 0 0 0 0,-1 0 0 0 0,-7 15 0 0 0,-2-4 55 0 0,12-19-51 0 0,-1 0-1 0 0,1 0 1 0 0,-1 0 0 0 0,0 0 0 0 0,0 0-1 0 0,1 0 1 0 0,-1 0 0 0 0,0 0-1 0 0,0 0 1 0 0,0 0 0 0 0,0 0-1 0 0,0 0 1 0 0,0-1 0 0 0,-2 2-1 0 0,2-3-4 0 0,0 0-1 0 0,-1 0 1 0 0,1 0-1 0 0,0 0 1 0 0,1 0-1 0 0,-1 0 1 0 0,0 0-1 0 0,0 0 1 0 0,0 0-1 0 0,1-1 1 0 0,-1 1-1 0 0,0 0 1 0 0,1 0-1 0 0,-1-1 1 0 0,1 1-1 0 0,0 0 1 0 0,-1-1-1 0 0,1 1 1 0 0,0-1-1 0 0,0 1 1 0 0,0 0-1 0 0,0-1 1 0 0,0 1-1 0 0,0-1 1 0 0,1 1-1 0 0,-1-1 1 0 0,0 1-1 0 0,1 0 1 0 0,0-2-1 0 0,3-14 1 0 0,1 1 1 0 0,1-1-1 0 0,1 1 0 0 0,0 1 0 0 0,1-1 1 0 0,17-23-1 0 0,-5 11-2 0 0,2 1 0 0 0,32-33 0 0 0,-22 29-25 0 0,67-50 1 0 0,-81 68 19 0 0,1 1-1 0 0,0 2 1 0 0,0-1 0 0 0,1 2 0 0 0,39-12-1 0 0,-52 19-3 0 0,0 0 0 0 0,0 1 0 0 0,0-1 0 0 0,1 2 0 0 0,-1-1 0 0 0,1 1 0 0 0,-1 0 0 0 0,0 1 0 0 0,1 0 0 0 0,-1 0 0 0 0,0 0 0 0 0,11 4 0 0 0,-15-3 13 0 0,0 0 0 0 0,0 0-1 0 0,0 0 1 0 0,0 1 0 0 0,0-1 0 0 0,-1 1 0 0 0,1-1 0 0 0,-1 1 0 0 0,1 0 0 0 0,-1 0 0 0 0,0 0 0 0 0,0 0 0 0 0,-1 1-1 0 0,1-1 1 0 0,-1 0 0 0 0,1 1 0 0 0,-1-1 0 0 0,0 1 0 0 0,0-1 0 0 0,0 1 0 0 0,-1 0 0 0 0,1 3 0 0 0,0 5 22 0 0,-1 0 1 0 0,1-1 0 0 0,-2 1 0 0 0,0 0-1 0 0,-4 19 1 0 0,-4 4-63 0 0,-1-1 0 0 0,-1 0-1 0 0,-3-1 1 0 0,-31 58 0 0 0,43-89-303 0 0,1 1-1 0 0,0-1 1 0 0,0 1 0 0 0,0 0 0 0 0,0-1-1 0 0,0 1 1 0 0,0 0 0 0 0,0 0-1 0 0,1 0 1 0 0,0 0 0 0 0,0 0 0 0 0,-1 0-1 0 0,2 0 1 0 0,-1 4 0 0 0,0-7 201 0 0,1 1 1 0 0,-1-1 0 0 0,1 1-1 0 0,-1-1 1 0 0,0 1-1 0 0,1-1 1 0 0,-1 0 0 0 0,1 1-1 0 0,-1-1 1 0 0,1 1 0 0 0,-1-1-1 0 0,1 0 1 0 0,-1 0 0 0 0,1 1-1 0 0,-1-1 1 0 0,1 0 0 0 0,-1 0-1 0 0,1 1 1 0 0,0-1 0 0 0,-1 0-1 0 0,2 0 1 0 0,29-3-8453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25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502 964 2780 0 0,'7'-11'2299'0'0,"1"-1"0"0"0,6-16 0 0 0,-13 24-1713 0 0,1 0 0 0 0,0-1 0 0 0,-1 1 1 0 0,0-1-1 0 0,0 1 0 0 0,0-1 0 0 0,-1 1 0 0 0,0-1 1 0 0,0-8-1 0 0,0 12-542 0 0,0 0 1 0 0,-1 0-1 0 0,1 1 0 0 0,0-1 1 0 0,-1 0-1 0 0,1 0 0 0 0,-1 1 1 0 0,1-1-1 0 0,-1 0 1 0 0,1 1-1 0 0,-1-1 0 0 0,1 0 1 0 0,-1 1-1 0 0,0-1 0 0 0,1 1 1 0 0,-1-1-1 0 0,0 1 1 0 0,1-1-1 0 0,-1 1 0 0 0,0 0 1 0 0,0-1-1 0 0,1 1 1 0 0,-1 0-1 0 0,0 0 0 0 0,0-1 1 0 0,0 1-1 0 0,0 0 0 0 0,1 0 1 0 0,-1 0-1 0 0,-1 0 1 0 0,-24 2 326 0 0,-1 6-203 0 0,0 1 0 0 0,1 1 0 0 0,1 2 0 0 0,-38 21 0 0 0,-89 70 276 0 0,146-100-432 0 0,-18 16 56 0 0,-44 40 0 0 0,59-49-56 0 0,-1 0 0 0 0,1 1 0 0 0,1 0 0 0 0,0 0-1 0 0,1 0 1 0 0,-11 23 0 0 0,17-32-12 0 0,0 1-1 0 0,0 0 1 0 0,0 0-1 0 0,0 0 1 0 0,1 0-1 0 0,-1 0 1 0 0,1 0-1 0 0,0 0 1 0 0,-1 0-1 0 0,1 0 1 0 0,1 0 0 0 0,-1 0-1 0 0,0 0 1 0 0,2 3-1 0 0,-2-4 0 0 0,1 0-1 0 0,0 0 1 0 0,1-1-1 0 0,-1 1 0 0 0,0 0 1 0 0,0-1-1 0 0,1 1 1 0 0,-1-1-1 0 0,1 1 1 0 0,-1-1-1 0 0,1 0 0 0 0,-1 0 1 0 0,1 1-1 0 0,0-1 1 0 0,0 0-1 0 0,-1-1 1 0 0,1 1-1 0 0,0 0 1 0 0,0 0-1 0 0,0-1 0 0 0,0 0 1 0 0,3 1-1 0 0,4 0-5 0 0,-1 0 0 0 0,1-1 0 0 0,0 0 0 0 0,0 0 0 0 0,-1-1-1 0 0,1 0 1 0 0,0-1 0 0 0,-1 0 0 0 0,1 0 0 0 0,-1-1 0 0 0,0 0-1 0 0,14-7 1 0 0,-2-1-7 0 0,0 0-1 0 0,-1-2 1 0 0,31-25-1 0 0,-8 3 53 0 0,-3-3 1 0 0,-1-1-1 0 0,51-67 0 0 0,-30 31 1141 0 0,-57 73-1106 0 0,-2 3-62 0 0,1 1 15 0 0,0-1 0 0 0,0 1 0 0 0,0-1 0 0 0,0 1 0 0 0,-1-1 0 0 0,1 1-1 0 0,-1-1 1 0 0,1 1 0 0 0,-1 0 0 0 0,0-1 0 0 0,0 1 0 0 0,1 0 0 0 0,-1 0 0 0 0,0-1-1 0 0,0 1 1 0 0,-1 0 0 0 0,1-1 0 0 0,0 1 0 0 0,-1 0 0 0 0,1-1 0 0 0,-1 1 0 0 0,0 2 0 0 0,-32 90 1061 0 0,-10 36-480 0 0,37-109-547 0 0,1 1 0 0 0,1 0 1 0 0,1 0-1 0 0,1 25 1 0 0,1-45-58 0 0,1 1 0 0 0,0-1 0 0 0,0 0 0 0 0,1 1 0 0 0,-1-1 0 0 0,0 0 0 0 0,1 1 1 0 0,0-1-1 0 0,-1 0 0 0 0,1 0 0 0 0,0 0 0 0 0,0 0 0 0 0,0 1 0 0 0,0-1 0 0 0,1 0 0 0 0,-1-1 1 0 0,1 1-1 0 0,-1 0 0 0 0,1 0 0 0 0,3 2 0 0 0,-2-2-1 0 0,0 0-1 0 0,0-1 1 0 0,0 0 0 0 0,0 0-1 0 0,0 0 1 0 0,0 0 0 0 0,0 0-1 0 0,0-1 1 0 0,1 1 0 0 0,-1-1-1 0 0,0 0 1 0 0,0 0 0 0 0,5-1-1 0 0,4 0-37 0 0,1-2-1 0 0,-1 1 0 0 0,0-2 0 0 0,0 0 1 0 0,-1 0-1 0 0,22-11 0 0 0,-2-4-182 0 0,0-2 0 0 0,-1-1 0 0 0,-1-1 0 0 0,-1-2 0 0 0,47-53 0 0 0,-26 17-331 0 0,76-121 1 0 0,56-147-75 0 0,-138 235 504 0 0,51-165 0 0 0,-40 66 627 0 0,-53 191-487 0 0,-4 5 2 0 0,-8 13 19 0 0,0 0 0 0 0,2 0-1 0 0,0 1 1 0 0,-10 25-1 0 0,5-11 72 0 0,-271 678 2304 0 0,275-681-2346 0 0,-54 164 210 0 0,52-151-217 0 0,2 1 1 0 0,-7 70-1 0 0,16-104-56 0 0,1 0-1 0 0,0 0 1 0 0,0 0 0 0 0,1 0 0 0 0,-1 0 0 0 0,2 1 0 0 0,-1-1-1 0 0,1-1 1 0 0,4 10 0 0 0,-5-13-6 0 0,1-1 0 0 0,0 0-1 0 0,0 0 1 0 0,0 1 0 0 0,1-1 0 0 0,-1-1-1 0 0,1 1 1 0 0,-1 0 0 0 0,1-1 0 0 0,0 1 0 0 0,0-1-1 0 0,0 0 1 0 0,0 0 0 0 0,0 0 0 0 0,1 0-1 0 0,-1-1 1 0 0,1 1 0 0 0,-1-1 0 0 0,1 0 0 0 0,0 0-1 0 0,5 1 1 0 0,2-1-32 0 0,0 0-1 0 0,0-1 1 0 0,0 0 0 0 0,0-1-1 0 0,-1 0 1 0 0,1 0-1 0 0,0-1 1 0 0,-1-1 0 0 0,1 0-1 0 0,-1 0 1 0 0,11-6 0 0 0,0 0-99 0 0,-1-2 1 0 0,0 0-1 0 0,-1-1 1 0 0,22-18-1 0 0,-12 5 48 0 0,-1-1 0 0 0,-1-1-1 0 0,-2-1 1 0 0,-1-1 0 0 0,-1-1 0 0 0,-1-1 0 0 0,-2-1 0 0 0,-1-1-1 0 0,-2-1 1 0 0,24-63 0 0 0,-38 87 79 0 0,0 0-1 0 0,0 0 1 0 0,-1-1 0 0 0,0 1 0 0 0,-1-1 0 0 0,0 1-1 0 0,-1-1 1 0 0,0 0 0 0 0,0 1 0 0 0,-1-1-1 0 0,-1 1 1 0 0,-3-16 0 0 0,-4 10-3 0 0,3 13 4 0 0,4 3 0 0 0,1-1 2 0 0,-1 0 0 0 0,0 0 0 0 0,1 0 0 0 0,-1 1 0 0 0,0-1 0 0 0,0 1 0 0 0,0-1 0 0 0,1 1 0 0 0,-1 0 1 0 0,0 0-1 0 0,0 0 0 0 0,0 0 0 0 0,0 0 0 0 0,0 0 0 0 0,1 0 0 0 0,-1 1 0 0 0,-3 0 0 0 0,-27 12-35 0 0,27-10 41 0 0,1 0 0 0 0,0 0 0 0 0,0 0 0 0 0,0 1 0 0 0,0 0 0 0 0,0-1 0 0 0,1 1 0 0 0,-1 0 0 0 0,1 1 0 0 0,0-1 0 0 0,1 1 0 0 0,-1-1 0 0 0,1 1 0 0 0,0 0 0 0 0,0 0 0 0 0,0 0-1 0 0,1 0 1 0 0,-1 0 0 0 0,1 0 0 0 0,0 8 0 0 0,1-9-22 0 0,0 0 0 0 0,0 0 0 0 0,0 1-1 0 0,1-1 1 0 0,-1 0 0 0 0,1 1 0 0 0,0-1-1 0 0,1 0 1 0 0,-1 0 0 0 0,1 0 0 0 0,-1 0 0 0 0,1 0-1 0 0,1-1 1 0 0,-1 1 0 0 0,0 0 0 0 0,1-1-1 0 0,0 0 1 0 0,0 1 0 0 0,0-1 0 0 0,0 0-1 0 0,0-1 1 0 0,0 1 0 0 0,1 0 0 0 0,0-1-1 0 0,4 2 1 0 0,14 7-282 0 0,1-2 0 0 0,0 0 0 0 0,1-2-1 0 0,0-1 1 0 0,0 0 0 0 0,1-2 0 0 0,-1-1 0 0 0,1-1-1 0 0,0-1 1 0 0,0-1 0 0 0,0-1 0 0 0,-1-1 0 0 0,1-2 0 0 0,-1 0-1 0 0,36-12 1 0 0,-44 10 352 0 0,0-1 0 0 0,0-1 0 0 0,-1 0 1 0 0,-1-2-1 0 0,1 1 0 0 0,-2-2 0 0 0,1 0 0 0 0,-1 0 0 0 0,-1-1 0 0 0,0-1 0 0 0,-1 0 0 0 0,0-1 0 0 0,-1 0 0 0 0,11-21 1 0 0,-19 33 1 0 0,2-6 295 0 0,1 0 0 0 0,0 0 0 0 0,8-8 0 0 0,-11 14 21 0 0,-5 3-332 0 0,1-1 0 0 0,0 1 1 0 0,0-1-1 0 0,0 1 0 0 0,0 0 1 0 0,0 0-1 0 0,0-1 0 0 0,0 2 1 0 0,0-1-1 0 0,1 0 0 0 0,-1 0 1 0 0,0 0-1 0 0,1 1 0 0 0,-3 1 1 0 0,-23 28 428 0 0,15-17-207 0 0,-33 35 261 0 0,2 3-1 0 0,2 1 0 0 0,3 2 1 0 0,-49 92-1 0 0,84-140-500 0 0,0 0 0 0 0,0 1 0 0 0,0-1-1 0 0,1 1 1 0 0,0 0 0 0 0,0-1 0 0 0,1 1 0 0 0,-1 16-1 0 0,2-22-38 0 0,0 0 1 0 0,0 1-1 0 0,1-1 0 0 0,-1 0 0 0 0,1 0 0 0 0,-1 1 0 0 0,1-1 0 0 0,0 0 0 0 0,0 0 0 0 0,0 0 0 0 0,0 1 0 0 0,0-1 0 0 0,0 0 0 0 0,0-1 0 0 0,1 1 0 0 0,-1 0 0 0 0,1 0 0 0 0,0 0 0 0 0,-1-1 1 0 0,1 1-1 0 0,0-1 0 0 0,0 0 0 0 0,0 1 0 0 0,0-1 0 0 0,0 0 0 0 0,0 0 0 0 0,0 0 0 0 0,0 0 0 0 0,1-1 0 0 0,-1 1 0 0 0,0-1 0 0 0,1 1 0 0 0,-1-1 0 0 0,3 1 0 0 0,13 0-550 0 0,1-1-1 0 0,-1-1 0 0 0,0 0 1 0 0,0-1-1 0 0,0-1 1 0 0,0-1-1 0 0,-1-1 0 0 0,1 0 1 0 0,-1-1-1 0 0,0-1 0 0 0,24-13 1 0 0,-3-1-896 0 0,0-3 0 0 0,-2-1 0 0 0,53-47 0 0 0,-60 46 1444 0 0,-1-3 0 0 0,-2 0 0 0 0,36-51 1 0 0,-26 25 2728 0 0,37-78 0 0 0,-43 78 581 0 0,-48 80-1392 0 0,-30 61 80 0 0,4 2 0 0 0,-33 97 0 0 0,67-159-2236 0 0,2 1-1 0 0,-7 35 1 0 0,14-59 67 0 0,1-1-1 0 0,0 0 0 0 0,0 0 1 0 0,0 0-1 0 0,0 0 1 0 0,0 0-1 0 0,0 0 0 0 0,0 0 1 0 0,1 0-1 0 0,-1 0 1 0 0,1 0-1 0 0,0 0 0 0 0,-1 0 1 0 0,1 0-1 0 0,0 0 0 0 0,0 0 1 0 0,0 0-1 0 0,0 0 1 0 0,1-1-1 0 0,-1 1 0 0 0,0 0 1 0 0,1-1-1 0 0,-1 1 1 0 0,1-1-1 0 0,0 0 0 0 0,-1 0 1 0 0,1 1-1 0 0,0-1 1 0 0,3 1-1 0 0,2 1-989 0 0,-1 0-1 0 0,1-1 1 0 0,0 0 0 0 0,-1-1-1 0 0,1 0 1 0 0,0 0 0 0 0,10 0 0 0 0,12 0-6480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26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585 537 1056 0 0,'-24'-75'15025'0'0,"73"187"-7192"0"0,9 24-3229 0 0,14 27-2602 0 0,6-25-2466 0 0,-71-127-384 0 0,18-13-5451 0 0,-22 1 4947 0 0,0-1 1 0 0,22-16-8112 0 0</inkml:trace>
  <inkml:trace contextRef="#ctx0" brushRef="#br0" timeOffset="1">1156 487 2912 0 0,'-1'-3'2262'0'0,"-9"-42"7473"0"0,10 44-9607 0 0,0 1-1 0 0,-1-1 0 0 0,1 1 1 0 0,0-1-1 0 0,-1 1 0 0 0,1-1 0 0 0,0 1 1 0 0,-1 0-1 0 0,1-1 0 0 0,-1 1 0 0 0,1 0 1 0 0,0-1-1 0 0,-1 1 0 0 0,1 0 1 0 0,-1 0-1 0 0,1-1 0 0 0,-1 1 0 0 0,1 0 1 0 0,-1 0-1 0 0,1 0 0 0 0,-2 0 1 0 0,-69 61 6916 0 0,-34 40-3729 0 0,48-46-2457 0 0,-9 10-243 0 0,-80 102 0 0 0,126-142-797 0 0,-28 38-2220 0 0,22-20-2842 0 0,18-33 2929 0 0</inkml:trace>
  <inkml:trace contextRef="#ctx0" brushRef="#br0" timeOffset="2">37 0 656 0 0,'-2'1'4738'0'0,"-10"2"327"0"0,-3 4 890 0 0,12-6-6088 0 0,-2-1 312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27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0 2176 0 0,'-40'14'3951'0'0,"-45"14"5543"0"0,72-22-8368 0 0,17 0-219 0 0,20 2-415 0 0,162 3 26 0 0,-94-8-449 0 0,210 10-1809 0 0,-99-10-6202 0 0,-138-4 1295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28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19 1952 0 0,'0'0'1573'0'0,"12"-7"2855"0"0,5-5 634 0 0,-16 12-5045 0 0,-1 1 0 0 0,0-1 0 0 0,1 0 0 0 0,-1 0 0 0 0,1 0 0 0 0,-1 0 0 0 0,0 0 1 0 0,1 0-1 0 0,-1 1 0 0 0,1-1 0 0 0,-1 0 0 0 0,0 0 0 0 0,1 1 0 0 0,-1-1 1 0 0,0 0-1 0 0,1 0 0 0 0,-1 1 0 0 0,0-1 0 0 0,0 0 0 0 0,1 1 0 0 0,-1-1 0 0 0,0 1 1 0 0,0-1-1 0 0,0 0 0 0 0,1 1 0 0 0,-1-1 0 0 0,0 1 0 0 0,0-1 0 0 0,0 0 1 0 0,0 1-1 0 0,0-1 0 0 0,0 1 0 0 0,-6 13 91 0 0,-1 0 0 0 0,-1-1-1 0 0,0 1 1 0 0,-15 16 0 0 0,-46 50 25 0 0,32-41-106 0 0,-79 91-2367 0 0,73-83-1946 0 0,13-14-963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30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 1212 0 0,'-7'35'16798'0'0,"2"-17"-13883"0"0,5-17-2781 0 0,2 0-35 0 0,15 2-48 0 0,0-2 1 0 0,0 1-1 0 0,0-2 1 0 0,-1 0-1 0 0,1-1 1 0 0,23-5-1 0 0,-3 2-34 0 0,651-35-3638 0 0,-396 27-5473 0 0,-206 6 2678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31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487 639 2472 0 0,'26'12'16069'0'0,"-22"-7"-16843"0"0,-3-3 1133 0 0,0 1-212 0 0,-1 0-1 0 0,1 0 0 0 0,0 0 0 0 0,0 0 1 0 0,0 0-1 0 0,0 0 0 0 0,3 5 0 0 0,-2-3-72 0 0,0-3-40 0 0,1 0-1 0 0,-1 1 1 0 0,1-1 0 0 0,-1 0 0 0 0,1-1-1 0 0,0 1 1 0 0,-1 0 0 0 0,1-1 0 0 0,0 1-1 0 0,0-1 1 0 0,1 0 0 0 0,-1 0 0 0 0,0-1 0 0 0,0 1-1 0 0,0 0 1 0 0,1-1 0 0 0,-1 0 0 0 0,0 0-1 0 0,0 0 1 0 0,1 0 0 0 0,-1 0 0 0 0,0-1-1 0 0,0 1 1 0 0,5-2 0 0 0,4-1-7 0 0,-1-1 0 0 0,1 0 0 0 0,-1 0 0 0 0,0-1 0 0 0,13-8 1 0 0,-17 9-29 0 0,-1 0 0 0 0,-1 0 0 0 0,1-1 0 0 0,-1 0 1 0 0,1 0-1 0 0,-1 0 0 0 0,-1-1 0 0 0,1 0 0 0 0,-1 0 1 0 0,5-9-1 0 0,-6 10-3 0 0,-1 0 1 0 0,0 0 0 0 0,0 0 0 0 0,0 0-1 0 0,-1 0 1 0 0,1 0 0 0 0,-1 0-1 0 0,0-1 1 0 0,-1 1 0 0 0,0-1 0 0 0,0 1-1 0 0,0 0 1 0 0,0-1 0 0 0,-2-9 0 0 0,1 13-1 0 0,0 0 1 0 0,1 0-1 0 0,-1 0 1 0 0,0 0-1 0 0,0-1 1 0 0,0 1 0 0 0,-1 0-1 0 0,1 1 1 0 0,0-1-1 0 0,-1 0 1 0 0,1 0 0 0 0,-1 1-1 0 0,1-1 1 0 0,-1 0-1 0 0,0 1 1 0 0,0 0 0 0 0,-3-2-1 0 0,1 1-4 0 0,0 0 0 0 0,0 0 0 0 0,0 1 0 0 0,-1 0 0 0 0,1 0 1 0 0,0 0-1 0 0,-1 0 0 0 0,-6 1 0 0 0,-6 0-13 0 0,-1 1 0 0 0,1 1 1 0 0,-27 6-1 0 0,38-6 22 0 0,-24 5 26 0 0,0 2 1 0 0,1 1 0 0 0,1 1-1 0 0,-1 2 1 0 0,-51 32 0 0 0,31-12 103 0 0,1 2 1 0 0,-49 46 0 0 0,71-56-26 0 0,-43 51 0 0 0,58-62-66 0 0,1 1 1 0 0,0 0-1 0 0,1 1 1 0 0,1-1-1 0 0,-11 30 1 0 0,17-41-24 0 0,0-1 0 0 0,1 1 0 0 0,0 0 1 0 0,0 0-1 0 0,0 0 0 0 0,1 0 0 0 0,-1 0 0 0 0,1 0 1 0 0,0 0-1 0 0,0 0 0 0 0,0 0 0 0 0,1 0 0 0 0,-1 0 0 0 0,1 0 1 0 0,0 0-1 0 0,0 0 0 0 0,1 0 0 0 0,-1-1 0 0 0,1 1 0 0 0,-1 0 1 0 0,1-1-1 0 0,1 1 0 0 0,-1-1 0 0 0,0 0 0 0 0,1 0 1 0 0,-1 0-1 0 0,1 0 0 0 0,0 0 0 0 0,0 0 0 0 0,0-1 0 0 0,0 1 1 0 0,1-1-1 0 0,-1 0 0 0 0,1 0 0 0 0,-1 0 0 0 0,1-1 0 0 0,6 3 1 0 0,13 4 26 0 0,0-1 0 0 0,0-2-1 0 0,0 0 1 0 0,34 3 0 0 0,97-4-754 0 0,-109-6-763 0 0,0-2-1 0 0,56-12 1 0 0,-71 9-1441 0 0,1-1-1 0 0,30-14 1 0 0,-25 6-2801 0 0</inkml:trace>
  <inkml:trace contextRef="#ctx0" brushRef="#br0" timeOffset="1">1429 601 1860 0 0,'13'-20'2312'0'0,"-2"-1"-1"0"0,0 0 1 0 0,-1 0-1 0 0,-1-1 0 0 0,-1 0 1 0 0,7-34-1 0 0,-15 55-2262 0 0,1 0-1 0 0,-1 0 0 0 0,0 0 1 0 0,0 1-1 0 0,0-1 0 0 0,-1 0 0 0 0,1 0 1 0 0,0 0-1 0 0,0 0 0 0 0,0 0 1 0 0,-1 1-1 0 0,1-1 0 0 0,0 0 0 0 0,-1 0 1 0 0,1 0-1 0 0,-2-1 0 0 0,1 1 73 0 0,1 0-88 0 0,-1 0-1 0 0,1 0 1 0 0,-1 1 0 0 0,1-1-1 0 0,-1 0 1 0 0,1 1-1 0 0,-1-1 1 0 0,0 1-1 0 0,1-1 1 0 0,-1 1-1 0 0,0-1 1 0 0,0 1-1 0 0,1 0 1 0 0,-1-1-1 0 0,0 1 1 0 0,0 0-1 0 0,0-1 1 0 0,1 1 0 0 0,-1 0-1 0 0,0 0 1 0 0,0 0-1 0 0,0 0 1 0 0,0 0-1 0 0,0 0 1 0 0,1 0-1 0 0,-2 0 1 0 0,-21 3 210 0 0,22-3-227 0 0,-20 7 214 0 0,0 0 1 0 0,0 1 0 0 0,1 1-1 0 0,0 1 1 0 0,-29 19 0 0 0,41-24-165 0 0,-52 32 482 0 0,-90 74 0 0 0,118-83-446 0 0,1 2-1 0 0,1 0 1 0 0,-50 69 0 0 0,75-93-94 0 0,1 0 1 0 0,1 0 0 0 0,-1 0-1 0 0,1 1 1 0 0,0 0-1 0 0,1-1 1 0 0,0 1 0 0 0,0 0-1 0 0,0 0 1 0 0,-1 13-1 0 0,3-17-7 0 0,0 0 1 0 0,0 0-1 0 0,1-1 0 0 0,-1 1 0 0 0,1 0 0 0 0,-1 0 0 0 0,1-1 0 0 0,0 1 0 0 0,0 0 0 0 0,0-1 1 0 0,0 1-1 0 0,1-1 0 0 0,-1 1 0 0 0,1-1 0 0 0,-1 1 0 0 0,1-1 0 0 0,0 0 0 0 0,0 0 1 0 0,0 0-1 0 0,0 0 0 0 0,0 0 0 0 0,1-1 0 0 0,-1 1 0 0 0,0-1 0 0 0,1 1 0 0 0,-1-1 0 0 0,1 0 1 0 0,0 0-1 0 0,3 1 0 0 0,3 1-11 0 0,1 0 1 0 0,-1-1-1 0 0,0-1 1 0 0,1 1 0 0 0,-1-1-1 0 0,1-1 1 0 0,-1 0-1 0 0,1 0 1 0 0,0-1-1 0 0,9-2 1 0 0,-4 0-29 0 0,-1-1 0 0 0,1-1 0 0 0,-1 0 0 0 0,0-1 0 0 0,23-13 0 0 0,-8 0 14 0 0,-1-1-1 0 0,-1-1 0 0 0,-1-2 1 0 0,43-46-1 0 0,-6-13-106 0 0,-21 24 128 0 0,-1 9 106 0 0,-40 47-83 0 0,0 2-3 0 0,0 1-1 0 0,-1 0 0 0 0,1-1 0 0 0,0 1 0 0 0,-1 0 0 0 0,1 0 0 0 0,-1-1 0 0 0,1 1 1 0 0,-1 0-1 0 0,1 0 0 0 0,-1 0 0 0 0,0 0 0 0 0,1-1 0 0 0,-1 1 0 0 0,0 1 0 0 0,-5 30 57 0 0,-2-1-1 0 0,-19 51 0 0 0,4-16-15 0 0,19-55-124 0 0,-4 14-31 0 0,-9 48 0 0 0,15-68-277 0 0,1 1 0 0 0,-1 0 1 0 0,1-1-1 0 0,0 1 0 0 0,0 0 1 0 0,1-1-1 0 0,-1 1 0 0 0,1 0 1 0 0,1-1-1 0 0,-1 1 0 0 0,1-1 1 0 0,0 0-1 0 0,0 1 0 0 0,5 8 1 0 0,-5-12-308 0 0,-1-1 0 0 0,1 1 0 0 0,0 0 0 0 0,0-1 0 0 0,0 1 0 0 0,0-1 0 0 0,0 0 1 0 0,0 0-1 0 0,0 1 0 0 0,4 0 0 0 0</inkml:trace>
  <inkml:trace contextRef="#ctx0" brushRef="#br0" timeOffset="2">2235 588 2676 0 0,'8'-14'1592'0'0,"0"0"1"0"0,-1-1-1 0 0,0 0 0 0 0,5-20 0 0 0,-10 26-773 0 0,0-1 0 0 0,0 1 0 0 0,0 0 0 0 0,-1-1 0 0 0,-1 1-1 0 0,0-1 1 0 0,0 1 0 0 0,-3-18 0 0 0,3 26-754 0 0,0 0-1 0 0,-1-1 1 0 0,1 1-1 0 0,0 0 1 0 0,-1 0-1 0 0,1 0 1 0 0,-1 0 0 0 0,1-1-1 0 0,-1 1 1 0 0,0 0-1 0 0,1 0 1 0 0,-1 0-1 0 0,0 0 1 0 0,0 0 0 0 0,0 0-1 0 0,0 1 1 0 0,0-1-1 0 0,0 0 1 0 0,0 0 0 0 0,0 1-1 0 0,0-1 1 0 0,0 0-1 0 0,-1 0 1 0 0,-1 1-9 0 0,1-1-1 0 0,-1 1 1 0 0,1-1 0 0 0,-1 1-1 0 0,1 0 1 0 0,-1 0 0 0 0,0 0-1 0 0,1 1 1 0 0,-1-1 0 0 0,1 0-1 0 0,-3 2 1 0 0,-7 2 75 0 0,0 0-1 0 0,1 1 1 0 0,-18 10-1 0 0,28-15-120 0 0,-45 26 352 0 0,2 3 0 0 0,0 1 0 0 0,2 2 0 0 0,-44 44 1 0 0,64-54-306 0 0,0 1 0 0 0,2 1 0 0 0,0 1 1 0 0,2 1-1 0 0,0 1 0 0 0,2 0 0 0 0,2 1 1 0 0,-15 37-1 0 0,25-56-44 0 0,2 0 0 0 0,0 0 0 0 0,0 0 1 0 0,0 1-1 0 0,1-1 0 0 0,0 0 0 0 0,1 1 0 0 0,0-1 1 0 0,2 15-1 0 0,-1-19-19 0 0,0 0 0 0 0,0-1 1 0 0,1 1-1 0 0,-1-1 0 0 0,1 0 0 0 0,0 1 1 0 0,0-1-1 0 0,0 0 0 0 0,1 0 0 0 0,-1 0 1 0 0,1-1-1 0 0,0 1 0 0 0,0-1 1 0 0,0 1-1 0 0,1-1 0 0 0,-1 0 0 0 0,1 0 1 0 0,0 0-1 0 0,0-1 0 0 0,0 1 0 0 0,4 1 1 0 0,3 0-193 0 0,0 1 0 0 0,0-2 0 0 0,0 1 0 0 0,0-2 0 0 0,1 1 0 0 0,-1-2 0 0 0,1 1 0 0 0,-1-2 0 0 0,1 1 0 0 0,0-2 0 0 0,13-1 0 0 0,-9-1-173 0 0,0-1 1 0 0,0 0-1 0 0,0-1 0 0 0,-1-1 1 0 0,1 0-1 0 0,-1-1 1 0 0,15-10-1 0 0,5-7-384 0 0,0-1-1 0 0,-2-2 1 0 0,-1-2 0 0 0,-2-1-1 0 0,35-41 1 0 0,-21 15 504 0 0,-3-2-1 0 0,-2-2 1 0 0,-2-1 0 0 0,-4-2 0 0 0,-2-2-1 0 0,-3 0 1 0 0,33-118 0 0 0,-11-14 3908 0 0,-49 194-3439 0 0,-6 10-111 0 0,0 0 0 0 0,0 1 0 0 0,1 0 0 0 0,0 0 0 0 0,1 0 0 0 0,-1 0 0 0 0,2 1 0 0 0,-4 16 0 0 0,0-3 222 0 0,-104 381 3411 0 0,58-206-3008 0 0,40-143-595 0 0,7-32 191 0 0,-13 42-1 0 0,18-64-295 0 0,-1 1-1 0 0,1-1 0 0 0,0 1 0 0 0,-1-1 1 0 0,1 1-1 0 0,0-1 0 0 0,0 1 1 0 0,-1-1-1 0 0,1 1 0 0 0,0-1 0 0 0,0 1 1 0 0,0-1-1 0 0,0 1 0 0 0,0-1 1 0 0,0 1-1 0 0,0-1 0 0 0,0 1 0 0 0,0 0 1 0 0,0-1-1 0 0,0 1 0 0 0,0-1 1 0 0,0 1-1 0 0,0-1 0 0 0,0 1 0 0 0,0-1 1 0 0,1 1-1 0 0,-1-1 0 0 0,0 1 1 0 0,0-1-1 0 0,1 2 0 0 0,0-3-18 0 0,0 1 0 0 0,0 0-1 0 0,0 0 1 0 0,0 0 0 0 0,0 0-1 0 0,0-1 1 0 0,0 1 0 0 0,0 0-1 0 0,0-1 1 0 0,0 1 0 0 0,0-1-1 0 0,-1 1 1 0 0,1-1 0 0 0,1 0-1 0 0,32-27-21 0 0,20-27 75 0 0,2 3 0 0 0,83-58 0 0 0,-108 90-118 0 0,1 2 1 0 0,50-22-1 0 0,-81 39 52 0 0,1 0 0 0 0,-1 1 0 0 0,1-1 0 0 0,0 0 1 0 0,-1 1-1 0 0,1-1 0 0 0,0 1 0 0 0,0 0 0 0 0,-1-1 0 0 0,1 1 1 0 0,0 0-1 0 0,0 0 0 0 0,-1 0 0 0 0,1 1 0 0 0,0-1 0 0 0,0 0 1 0 0,-1 0-1 0 0,1 1 0 0 0,0-1 0 0 0,-1 1 0 0 0,1 0 0 0 0,0 0 0 0 0,-1-1 1 0 0,1 1-1 0 0,-1 0 0 0 0,1 0 0 0 0,-1 0 0 0 0,0 0 0 0 0,1 1 1 0 0,-1-1-1 0 0,0 0 0 0 0,0 1 0 0 0,0-1 0 0 0,0 0 0 0 0,0 1 1 0 0,0-1-1 0 0,0 1 0 0 0,1 3 0 0 0,0 0 36 0 0,0 1-1 0 0,-1 0 1 0 0,1 0-1 0 0,-1 0 1 0 0,0 0 0 0 0,-1 0-1 0 0,1 0 1 0 0,-1 0-1 0 0,-2 11 1 0 0,-7 33 269 0 0,-17 51 0 0 0,15-64-287 0 0,5-6 26 0 0,6-29-44 0 0,-1-1 0 0 0,1 1 0 0 0,0 0 1 0 0,0-1-1 0 0,0 1 0 0 0,0 0 1 0 0,0 0-1 0 0,0-1 0 0 0,0 1 0 0 0,1 0 1 0 0,-1 0-1 0 0,1-1 0 0 0,-1 1 0 0 0,1 0 1 0 0,1 2-1 0 0,14 8 4 0 0,-8-12-3 0 0,-6 0-2 0 0,6 0-110 0 0,0 0 0 0 0,0 0 0 0 0,0-1 0 0 0,0 0 0 0 0,0 0 0 0 0,0-1 0 0 0,0 0 0 0 0,0 0 0 0 0,0-1 0 0 0,11-6 0 0 0,2 1-418 0 0,133-56-4346 0 0,-53 15-3023 0 0,-59 26 952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33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218 594 2248 0 0,'0'0'6269'0'0,"3"13"-2892"0"0,0-4-3152 0 0,0 0 0 0 0,0 0-1 0 0,1 0 1 0 0,1 0 0 0 0,-1-1 0 0 0,1 1 0 0 0,1-1 0 0 0,-1-1 0 0 0,1 1 0 0 0,1-1 0 0 0,13 12 0 0 0,-18-17-181 0 0,0 0 1 0 0,0 0-1 0 0,1-1 1 0 0,-1 0-1 0 0,1 1 1 0 0,0-1-1 0 0,-1 0 1 0 0,1 0-1 0 0,0 0 1 0 0,0-1-1 0 0,-1 1 1 0 0,1-1-1 0 0,0 1 1 0 0,0-1-1 0 0,0 0 1 0 0,0 0-1 0 0,0 0 1 0 0,0-1-1 0 0,-1 1 1 0 0,1-1-1 0 0,0 1 1 0 0,0-1-1 0 0,0 0 1 0 0,2-2-1 0 0,1 1-17 0 0,0-1 0 0 0,-1 0 0 0 0,0 0 0 0 0,0-1-1 0 0,0 0 1 0 0,0 1 0 0 0,0-2 0 0 0,-1 1-1 0 0,0-1 1 0 0,1 1 0 0 0,-2-1 0 0 0,1 0 0 0 0,-1 0-1 0 0,0-1 1 0 0,4-7 0 0 0,-2 2-3 0 0,-1 0-1 0 0,1-1 1 0 0,-2 0 0 0 0,0 1 0 0 0,0-1-1 0 0,1-19 1 0 0,-4 24 7 0 0,-1 0-1 0 0,1 1 0 0 0,-1-1 1 0 0,0 0-1 0 0,-1 1 1 0 0,1-1-1 0 0,-1 1 1 0 0,-1-1-1 0 0,1 1 0 0 0,-1 0 1 0 0,0 0-1 0 0,-1 0 1 0 0,1 0-1 0 0,-1 1 0 0 0,-7-8 1 0 0,9 11-26 0 0,0 0 0 0 0,0 0 1 0 0,0 1-1 0 0,-1-1 0 0 0,1 1 0 0 0,0-1 1 0 0,-1 1-1 0 0,1 0 0 0 0,-1 0 1 0 0,0 0-1 0 0,1 1 0 0 0,-1-1 0 0 0,0 1 1 0 0,1-1-1 0 0,-1 1 0 0 0,0 0 0 0 0,0 0 1 0 0,1 0-1 0 0,-1 0 0 0 0,0 1 1 0 0,0-1-1 0 0,1 1 0 0 0,-1-1 0 0 0,0 1 1 0 0,1 0-1 0 0,-1 0 0 0 0,-4 3 0 0 0,-3 2-2 0 0,0 0-1 0 0,0 0 0 0 0,0 1 1 0 0,1 0-1 0 0,-10 10 0 0 0,-5 8 14 0 0,2 0-1 0 0,0 2 0 0 0,1 0 1 0 0,-29 53-1 0 0,20-23 43 0 0,-36 97 1 0 0,55-125-51 0 0,1 0 0 0 0,-8 45 1 0 0,16-66 2 0 0,1 0 1 0 0,0 0 0 0 0,1 0 0 0 0,-1 0 0 0 0,1 0 0 0 0,1 0 0 0 0,0 0-1 0 0,0 0 1 0 0,0 0 0 0 0,1 0 0 0 0,0 0 0 0 0,1 0 0 0 0,0-1-1 0 0,7 14 1 0 0,-7-17-4 0 0,0 0 1 0 0,1-1-1 0 0,-1 1 0 0 0,1-1 0 0 0,0 0 1 0 0,0 0-1 0 0,0 0 0 0 0,1 0 0 0 0,-1-1 0 0 0,1 1 1 0 0,0-1-1 0 0,-1-1 0 0 0,1 1 0 0 0,0-1 0 0 0,0 1 1 0 0,0-1-1 0 0,0-1 0 0 0,7 1 0 0 0,4 0 1 0 0,1 0 0 0 0,-1-2 0 0 0,0 0 1 0 0,25-5-1 0 0,-8-1-223 0 0,-1-1-1 0 0,1-2 1 0 0,-1-1 0 0 0,-1-2 0 0 0,0-1 0 0 0,-1-2 0 0 0,-1 0 0 0 0,0-2 0 0 0,39-33 0 0 0,-37 24-278 0 0,-1-1 0 0 0,-2-1 0 0 0,-1-2 0 0 0,-2-1 0 0 0,0-1 0 0 0,-2 0-1 0 0,29-60 1 0 0,-20 24 605 0 0,-2-2-1 0 0,-4-1 0 0 0,-2-1 1 0 0,-4-1-1 0 0,-4-1 0 0 0,10-97 0 0 0,-14 69 1768 0 0,-11 99-1699 0 0,-3 6-112 0 0,-1 1-45 0 0,0 0 0 0 0,0 1 0 0 0,1-1 0 0 0,-1 1 0 0 0,1-1-1 0 0,0 1 1 0 0,0 0 0 0 0,-3 8 0 0 0,-13 42 294 0 0,10-26-45 0 0,-108 355 2262 0 0,93-284-2108 0 0,-20 195 0 0 0,41-263-371 0 0,1 0 1 0 0,2-1-1 0 0,7 55 0 0 0,-6-76-35 0 0,-1 1 0 0 0,2-1-1 0 0,-1 1 1 0 0,1-1 0 0 0,1 0-1 0 0,0 0 1 0 0,0 0 0 0 0,0 0-1 0 0,1-1 1 0 0,1 0 0 0 0,-1 0-1 0 0,1 0 1 0 0,1 0 0 0 0,-1-1-1 0 0,15 11 1 0 0,-14-13-21 0 0,1-1 0 0 0,0 0-1 0 0,0 0 1 0 0,1-1 0 0 0,-1 0 0 0 0,1 0-1 0 0,0-1 1 0 0,-1-1 0 0 0,1 1 0 0 0,0-1 0 0 0,0 0-1 0 0,0-1 1 0 0,0 0 0 0 0,0-1 0 0 0,0 0-1 0 0,0 0 1 0 0,0-1 0 0 0,0 0 0 0 0,-1-1-1 0 0,14-5 1 0 0,-5 1-37 0 0,0-1 1 0 0,0 0-1 0 0,-1-2 0 0 0,0 0 0 0 0,0 0 0 0 0,-1-2 1 0 0,-1 0-1 0 0,26-27 0 0 0,-20 14 30 0 0,-1-1 1 0 0,-2 0-1 0 0,0-1 1 0 0,-2-1-1 0 0,0-1 0 0 0,-2 0 1 0 0,-2-1-1 0 0,0 0 0 0 0,-2-1 1 0 0,-2 0-1 0 0,0 0 1 0 0,-2-1-1 0 0,-2 0 0 0 0,0-38 1 0 0,-3 68 9 0 0,0 0 0 0 0,0 1 0 0 0,1-1 1 0 0,-2 0-1 0 0,1 1 0 0 0,0-1 0 0 0,0 1 0 0 0,0-1 1 0 0,-1 0-1 0 0,1 1 0 0 0,-1-1 0 0 0,1 1 1 0 0,-1-1-1 0 0,0 1 0 0 0,0-1 0 0 0,0 1 0 0 0,1-1 1 0 0,-1 1-1 0 0,-2-1 0 0 0,2 1-2 0 0,1 1-1 0 0,-1-1 1 0 0,0 1-1 0 0,0 0 1 0 0,0 0-1 0 0,0 0 1 0 0,0 0-1 0 0,0-1 1 0 0,0 1-1 0 0,0 0 1 0 0,0 0-1 0 0,0 1 1 0 0,1-1-1 0 0,-1 0 0 0 0,0 0 1 0 0,0 0-1 0 0,0 1 1 0 0,0-1-1 0 0,0 0 1 0 0,0 1-1 0 0,0-1 1 0 0,1 1-1 0 0,-2 0 1 0 0,-4 3 1 0 0,0 1 1 0 0,0-1-1 0 0,0 1 1 0 0,1 1 0 0 0,-7 7-1 0 0,-7 12-7 0 0,2 1 0 0 0,0 0-1 0 0,2 2 1 0 0,2 0 0 0 0,0 0 0 0 0,2 1 0 0 0,0 0-1 0 0,3 1 1 0 0,0 0 0 0 0,-5 48 0 0 0,11-63 6 0 0,1 0 1 0 0,1 0-1 0 0,0 0 0 0 0,1 0 1 0 0,1 0-1 0 0,6 26 1 0 0,-7-36-1 0 0,1 1 0 0 0,0-1 0 0 0,0 1 0 0 0,1-1 0 0 0,0 0 0 0 0,0 0 0 0 0,0 0 0 0 0,0 0 0 0 0,1-1 0 0 0,-1 1 0 0 0,1-1 0 0 0,0 0 0 0 0,1 0 0 0 0,-1 0 0 0 0,1-1 0 0 0,0 0 0 0 0,0 0 0 0 0,0 0 0 0 0,0 0 0 0 0,6 2 0 0 0,5 0-236 0 0,0 0-1 0 0,0-1 1 0 0,1-1 0 0 0,-1 0-1 0 0,1-1 1 0 0,0-1 0 0 0,0-1-1 0 0,-1 0 1 0 0,1-1 0 0 0,0-1-1 0 0,-1 0 1 0 0,1-2 0 0 0,-1 0-1 0 0,0 0 1 0 0,0-2 0 0 0,30-14-1 0 0,-23 8-191 0 0,-2-1 0 0 0,1-1 0 0 0,-1 0 0 0 0,-1-2 0 0 0,-1-1 0 0 0,0 0 0 0 0,-1-1 0 0 0,-1-1 0 0 0,-1-1 0 0 0,19-30 0 0 0,-10 4 1007 0 0,-2 0 1 0 0,-2-2-1 0 0,28-93 1 0 0,-30 83 874 0 0,-19 57-1442 0 0,0 0-1 0 0,0 0 1 0 0,1 0-1 0 0,-1 1 1 0 0,0-1-1 0 0,1 0 1 0 0,-1 0 0 0 0,0 1-1 0 0,1-1 1 0 0,-1 1-1 0 0,1-1 1 0 0,-1 0 0 0 0,1 1-1 0 0,0-1 1 0 0,-1 1-1 0 0,2-1 1 0 0,7 2 152 0 0,-8 1-149 0 0,0-1 0 0 0,1 1 0 0 0,-1-1-1 0 0,0 1 1 0 0,0-1 0 0 0,0 1-1 0 0,0 0 1 0 0,0-1 0 0 0,1 4 0 0 0,2 12 257 0 0,-1 0 0 0 0,0 0 0 0 0,-2 0 0 0 0,0 0 1 0 0,0 0-1 0 0,-2 1 0 0 0,-4 27 0 0 0,-1-3 267 0 0,-14 56 0 0 0,14-76-354 0 0,-1 0 1 0 0,-1-1 0 0 0,0 0-1 0 0,-16 25 1 0 0,4-20 277 0 0,19-25-453 0 0,0 0 0 0 0,1-1 1 0 0,-1 1-1 0 0,0-1 1 0 0,1 1-1 0 0,-1-1 0 0 0,0 1 1 0 0,0-1-1 0 0,1 0 1 0 0,-1 1-1 0 0,0-1 1 0 0,0 0-1 0 0,0 0 0 0 0,0 1 1 0 0,1-1-1 0 0,-1 0 1 0 0,0 0-1 0 0,0 0 0 0 0,0 0 1 0 0,0 0-1 0 0,0 0 1 0 0,1 0-1 0 0,-1-1 0 0 0,0 1 1 0 0,0 0-1 0 0,0 0 1 0 0,0-1-1 0 0,1 1 0 0 0,-1 0 1 0 0,0-1-1 0 0,0 1 1 0 0,0-1-1 0 0,0 0-6 0 0,0-1 0 0 0,0 1 1 0 0,0 0-1 0 0,0-1 0 0 0,1 1 0 0 0,-1-1 0 0 0,0 1 0 0 0,1-1 0 0 0,-1 1 0 0 0,1-1 1 0 0,-1 1-1 0 0,1-1 0 0 0,0 1 0 0 0,0-1 0 0 0,0 0 0 0 0,0 1 0 0 0,0-3 1 0 0,4-27 7 0 0,1 13-20 0 0,1 1-1 0 0,0 0 1 0 0,2 1-1 0 0,0-1 0 0 0,1 2 1 0 0,0-1-1 0 0,16-19 1 0 0,-15 23-7 0 0,-1 0 0 0 0,2 1 0 0 0,-1 1 0 0 0,2 0 0 0 0,-1 0 0 0 0,1 1 0 0 0,1 1 1 0 0,0 0-1 0 0,17-8 0 0 0,-23 13-2 0 0,1 0 1 0 0,-1 1-1 0 0,1 0 1 0 0,0 0-1 0 0,0 1 1 0 0,0 0-1 0 0,0 1 1 0 0,0 0 0 0 0,0 0-1 0 0,0 0 1 0 0,0 1-1 0 0,0 0 1 0 0,0 1-1 0 0,0 0 1 0 0,0 0-1 0 0,0 0 1 0 0,-1 1-1 0 0,0 1 1 0 0,1-1-1 0 0,12 9 1 0 0,-14-8 21 0 0,0 1 0 0 0,0 0 0 0 0,0 0 0 0 0,-1 0 0 0 0,1 1 0 0 0,-1 0 0 0 0,-1 0-1 0 0,1 0 1 0 0,-1 0 0 0 0,0 1 0 0 0,0 0 0 0 0,-1 0 0 0 0,0 0 0 0 0,0 0 0 0 0,-1 0 0 0 0,0 1 0 0 0,0-1 0 0 0,-1 1 0 0 0,1-1 0 0 0,-2 1 0 0 0,1-1 0 0 0,-1 9 0 0 0,-1-6 30 0 0,1 0 1 0 0,-1 0 0 0 0,-1 0-1 0 0,0 1 1 0 0,0-2 0 0 0,-1 1-1 0 0,0 0 1 0 0,-1 0-1 0 0,0-1 1 0 0,0 0 0 0 0,-1 0-1 0 0,0 0 1 0 0,-1-1 0 0 0,-7 10-1 0 0,12-18-29 0 0,1 1 0 0 0,-1 0 0 0 0,0 0 0 0 0,0 0 0 0 0,0 0 0 0 0,0 0 0 0 0,0-1 0 0 0,0 1 0 0 0,0 0 0 0 0,0-1 0 0 0,0 1 0 0 0,0-1 0 0 0,0 1 0 0 0,0-1 0 0 0,0 0 0 0 0,0 1 0 0 0,0-1-1 0 0,-1 0 1 0 0,1 0 0 0 0,0 0 0 0 0,0 0 0 0 0,-3 0 0 0 0,3 0-3 0 0,0-1-1 0 0,0 0 1 0 0,0 1 0 0 0,0-1-1 0 0,1 0 1 0 0,-1 0-1 0 0,0 1 1 0 0,0-1 0 0 0,0 0-1 0 0,1 0 1 0 0,-1 0 0 0 0,0 0-1 0 0,1 0 1 0 0,-1 0-1 0 0,1 0 1 0 0,-1 0 0 0 0,1 0-1 0 0,-1-2 1 0 0,-1-5 6 0 0,0 0 0 0 0,1 1 0 0 0,-1-2 0 0 0,1-14 0 0 0,2 12-14 0 0,0 1-1 0 0,0 0 1 0 0,1 0 0 0 0,0 0-1 0 0,1 0 1 0 0,0 0 0 0 0,1 0 0 0 0,0 0-1 0 0,6-11 1 0 0,2 1-9 0 0,1 1 0 0 0,0 1 1 0 0,18-21-1 0 0,-22 30-7 0 0,0 0 1 0 0,0 0 0 0 0,1 0-1 0 0,-1 1 1 0 0,2 1 0 0 0,-1 0-1 0 0,1 0 1 0 0,0 1 0 0 0,1 0-1 0 0,0 1 1 0 0,-1 1 0 0 0,2 0-1 0 0,-1 0 1 0 0,15-2 0 0 0,-23 5 14 0 0,-1 1 1 0 0,0-1 0 0 0,1 1 0 0 0,-1 0-1 0 0,1 0 1 0 0,-1 0 0 0 0,1 0-1 0 0,-1 0 1 0 0,0 1 0 0 0,1 0-1 0 0,-1 0 1 0 0,0 0 0 0 0,0 0-1 0 0,1 0 1 0 0,-1 0 0 0 0,0 1-1 0 0,0 0 1 0 0,0-1 0 0 0,0 1-1 0 0,-1 0 1 0 0,1 1 0 0 0,-1-1 0 0 0,1 0-1 0 0,-1 1 1 0 0,1-1 0 0 0,-1 1-1 0 0,0 0 1 0 0,0 0 0 0 0,-1 0-1 0 0,1 0 1 0 0,-1 0 0 0 0,1 0-1 0 0,-1 0 1 0 0,0 0 0 0 0,0 0-1 0 0,0 1 1 0 0,0 4 0 0 0,1 7 43 0 0,-1 1 0 0 0,-1 0 0 0 0,0 0 0 0 0,-1-1 0 0 0,0 1 0 0 0,-6 24 0 0 0,-19 67 54 0 0,-5 26-32 0 0,29-130-55 0 0,3 26 3 0 0,-1-28-8 0 0,0 1-1 0 0,0-1 0 0 0,0 1 0 0 0,0-1 0 0 0,1 1 0 0 0,-1-1 0 0 0,1 1 0 0 0,-1-1 1 0 0,1 1-1 0 0,-1-1 0 0 0,1 1 0 0 0,0-1 0 0 0,0 0 0 0 0,0 1 0 0 0,0-1 0 0 0,0 0 0 0 0,0 0 1 0 0,0 0-1 0 0,0 0 0 0 0,2 2 0 0 0,0-2 0 0 0,-1 0 1 0 0,1 0-1 0 0,-1 0 0 0 0,1 0 0 0 0,0 0 1 0 0,0 0-1 0 0,-1-1 0 0 0,1 1 1 0 0,0-1-1 0 0,5 0 0 0 0,6-1-3 0 0,0 0 0 0 0,0-2-1 0 0,24-6 1 0 0,-32 8-2 0 0,22-8-126 0 0,0-1-1 0 0,-1-1 0 0 0,0-1 0 0 0,-1-1 0 0 0,0-2 0 0 0,-1 0 0 0 0,-1-2 1 0 0,0-1-1 0 0,-1 0 0 0 0,-1-2 0 0 0,-1-1 0 0 0,-1 0 0 0 0,-1-1 1 0 0,-1-2-1 0 0,-1 0 0 0 0,28-52 0 0 0,-40 67 129 0 0,-1 0 0 0 0,0 0-1 0 0,-1-1 1 0 0,0 1 0 0 0,0-1 0 0 0,-1 0 0 0 0,0 0 0 0 0,-1 0 0 0 0,0 0-1 0 0,-1-15 1 0 0,0 24 5 0 0,0 0-1 0 0,0 0 0 0 0,-1 0 0 0 0,1 0 0 0 0,-1 0 1 0 0,1 0-1 0 0,-1 1 0 0 0,1-1 0 0 0,-1 0 1 0 0,1 0-1 0 0,-1 0 0 0 0,0 1 0 0 0,1-1 1 0 0,-1 0-1 0 0,0 1 0 0 0,0-1 0 0 0,1 1 1 0 0,-1-1-1 0 0,0 1 0 0 0,0-1 0 0 0,0 1 0 0 0,0-1 1 0 0,0 1-1 0 0,0 0 0 0 0,0-1 0 0 0,0 1 1 0 0,0 0-1 0 0,0 0 0 0 0,0 0 0 0 0,0 0 1 0 0,0 0-1 0 0,0 0 0 0 0,0 0 0 0 0,0 0 1 0 0,0 0-1 0 0,0 0 0 0 0,1 1 0 0 0,-1-1 0 0 0,0 0 1 0 0,-2 2-1 0 0,-7 5 6 0 0,0 1 1 0 0,0 0-1 0 0,1 0 0 0 0,0 1 1 0 0,1 0-1 0 0,0 1 0 0 0,1 0 1 0 0,-1 0-1 0 0,-8 19 0 0 0,7-12 5 0 0,0 1 0 0 0,2 0 0 0 0,0 1 0 0 0,1-1 0 0 0,-6 34 0 0 0,11-46-3 0 0,0 1-1 0 0,0 0 0 0 0,1-1 1 0 0,0 1-1 0 0,0 0 0 0 0,1 0 1 0 0,0-1-1 0 0,0 1 0 0 0,1 0 1 0 0,-1-1-1 0 0,1 1 0 0 0,4 6 1 0 0,-4-9-2 0 0,0 0 0 0 0,1 0 1 0 0,-1-1-1 0 0,1 1 0 0 0,0-1 1 0 0,0 1-1 0 0,0-1 0 0 0,1 0 1 0 0,-1-1-1 0 0,1 1 0 0 0,0 0 0 0 0,-1-1 1 0 0,1 0-1 0 0,0 0 0 0 0,0 0 1 0 0,1-1-1 0 0,-1 1 0 0 0,0-1 1 0 0,7 2-1 0 0,6-1-3 0 0,0 0 0 0 0,0-1 1 0 0,0-1-1 0 0,0 0 0 0 0,0-1 0 0 0,0-1 0 0 0,0-1 0 0 0,-1 0 1 0 0,1-1-1 0 0,-1-1 0 0 0,0-1 0 0 0,0 0 0 0 0,0-1 0 0 0,14-9 1 0 0,22-15 12 0 0,-1-3 1 0 0,73-63-1 0 0,-51 37-2 0 0,-3 5-5 0 0,-69 54-12 0 0,0 0-1 0 0,0 0 1 0 0,1 0-1 0 0,-1 0 1 0 0,0 0-1 0 0,0 1 1 0 0,0-1-1 0 0,1 0 1 0 0,-1 1-1 0 0,0-1 1 0 0,1 1-1 0 0,-1-1 1 0 0,0 1-1 0 0,1-1 1 0 0,2 1-1 0 0,0-1-8 0 0,-3 1 9 0 0,0 0 1 0 0,1 0-1 0 0,-1 0 0 0 0,1 0 1 0 0,-1 0-1 0 0,1 0 1 0 0,-1 0-1 0 0,1 0 1 0 0,-1 1-1 0 0,1-1 0 0 0,-1 1 1 0 0,0-1-1 0 0,1 1 1 0 0,-1-1-1 0 0,0 1 1 0 0,1 0-1 0 0,-1-1 0 0 0,0 1 1 0 0,0 0-1 0 0,0 0 1 0 0,0 0-1 0 0,1 0 1 0 0,-1 0-1 0 0,-1 0 1 0 0,1 1-1 0 0,2 1 0 0 0,0 1 17 0 0,0 1 0 0 0,0 0-1 0 0,-1 0 1 0 0,1 0-1 0 0,1 6 1 0 0,-1-1 31 0 0,-1 1-1 0 0,0 0 1 0 0,-1 0-1 0 0,0 0 1 0 0,-1 0 0 0 0,0-1-1 0 0,-3 19 1 0 0,0 16 254 0 0,3-42-260 0 0,-1 0 0 0 0,1 0 0 0 0,-1 0 0 0 0,0 0 0 0 0,0 0-1 0 0,0 0 1 0 0,-1 0 0 0 0,1 0 0 0 0,-4 4 0 0 0,0 2 155 0 0,4-8 127 0 0,-13-8-202 0 0,14 6-116 0 0,0 0 0 0 0,-1 0 0 0 0,1 1 0 0 0,0-1 1 0 0,-1 0-1 0 0,1 0 0 0 0,0 0 0 0 0,0 0 0 0 0,0 0 0 0 0,0 0 1 0 0,0 0-1 0 0,0 0 0 0 0,0 0 0 0 0,0 0 0 0 0,0 0 1 0 0,0 1-1 0 0,1-1 0 0 0,-1 0 0 0 0,1-1 0 0 0,1-8 0 0 0,0 1 0 0 0,1 0 0 0 0,0 0-1 0 0,1 0 1 0 0,0 0 0 0 0,0 0 0 0 0,1 1 0 0 0,0 0-1 0 0,0 0 1 0 0,8-9 0 0 0,7-5-26 0 0,42-38-1 0 0,-46 47 2 0 0,0 0-1 0 0,1 1 0 0 0,1 2 1 0 0,0-1-1 0 0,0 2 0 0 0,1 1 1 0 0,0 0-1 0 0,0 1 0 0 0,26-5 1 0 0,-42 11 12 0 0,1 0 0 0 0,0 1 0 0 0,0 0 0 0 0,-1 0 0 0 0,1 0 0 0 0,0 0-1 0 0,0 1 1 0 0,-1-1 0 0 0,1 1 0 0 0,0 0 0 0 0,4 2 0 0 0,-6-3 5 0 0,1 1 7 0 0,0 0 0 0 0,-1 0 0 0 0,1 0 0 0 0,0 0 0 0 0,-1 1 0 0 0,1-1 0 0 0,-1 1 0 0 0,1 0 0 0 0,-1-1 0 0 0,0 1 0 0 0,1 0 0 0 0,-1 0 0 0 0,0 1 0 0 0,-1-1 0 0 0,1 0 0 0 0,2 5 0 0 0,-1-3 49 0 0,-1 1-1 0 0,-1 0 1 0 0,1 0 0 0 0,-1 0 0 0 0,1 0 0 0 0,-1 0-1 0 0,-1 0 1 0 0,1 9 0 0 0,-1 6 171 0 0,-2 0 0 0 0,0-1-1 0 0,-10 37 1 0 0,11-50-213 0 0,-9 27 120 0 0,7-23-121 0 0,0-1 0 0 0,1 0 0 0 0,0 1 0 0 0,0 0 0 0 0,1-1 0 0 0,0 1 0 0 0,1 18 0 0 0,0-26-31 0 0,1-1 0 0 0,-1 1-1 0 0,1 0 1 0 0,-1-1 0 0 0,1 1-1 0 0,-1 0 1 0 0,1-1 0 0 0,0 1-1 0 0,0-1 1 0 0,0 1 0 0 0,0-1-1 0 0,0 0 1 0 0,0 1 0 0 0,0-1-1 0 0,0 0 1 0 0,0 0 0 0 0,1 0-1 0 0,-1 0 1 0 0,1 0 0 0 0,-1 0-1 0 0,1 0 1 0 0,-1 0 0 0 0,1 0-1 0 0,-1-1 1 0 0,1 1 0 0 0,0 0-1 0 0,-1-1 1 0 0,1 0 0 0 0,0 1 0 0 0,-1-1-1 0 0,1 0 1 0 0,3 0 0 0 0,3-1-155 0 0,0 0 0 0 0,-1 0 0 0 0,1 0 0 0 0,-1-1 0 0 0,1-1 0 0 0,-1 1 0 0 0,1-1-1 0 0,-1 0 1 0 0,0-1 0 0 0,10-6 0 0 0,3-4-686 0 0,37-33 0 0 0,-20 11 246 0 0,-1-1-1 0 0,-2-2 1 0 0,43-65 0 0 0,66-141-109 0 0,-52 43 1757 0 0,-39 65 2884 0 0,-33 88-2366 0 0,-18 46-1171 0 0,-2 5-341 0 0,0 0 0 0 0,0 0 0 0 0,0 0 0 0 0,0 0 0 0 0,0 0 1 0 0,0-1-1 0 0,0 2 0 0 0,1-1 0 0 0,-2 3 0 0 0,2-2 26 0 0,-137 435 5943 0 0,113-352-5189 0 0,4-15-72 0 0,-17 103 1 0 0,35-163-733 0 0,1 0 0 0 0,0-1 1 0 0,1 1-1 0 0,0 0 0 0 0,1 0 1 0 0,2 13-1 0 0,-3-22-95 0 0,1 0-1 0 0,0 0 0 0 0,-1 1 1 0 0,1-1-1 0 0,0 0 1 0 0,0 0-1 0 0,1 0 1 0 0,-1 0-1 0 0,0 0 1 0 0,1 0-1 0 0,-1 0 0 0 0,1 0 1 0 0,0-1-1 0 0,-1 1 1 0 0,1 0-1 0 0,0-1 1 0 0,0 0-1 0 0,0 1 0 0 0,0-1 1 0 0,0 0-1 0 0,1 0 1 0 0,-1 0-1 0 0,0 0 1 0 0,0-1-1 0 0,1 1 1 0 0,-1 0-1 0 0,0-1 0 0 0,1 0 1 0 0,-1 1-1 0 0,0-1 1 0 0,1 0-1 0 0,-1 0 1 0 0,4-1-1 0 0,8-1-693 0 0,-1 0 0 0 0,1 0-1 0 0,0-2 1 0 0,-1 0 0 0 0,0 0 0 0 0,18-9 0 0 0,72-43-7837 0 0,-95 52 7428 0 0,41-26-7711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34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33 800 0 0,'-294'58'20177'0'0,"290"-58"-19021"0"0,120-2-263 0 0,256-38-433 0 0,-136 13-369 0 0,-162 17-1305 0 0,-48 5-2744 0 0,0-2-4771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37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39 104 0 0,'5'-13'6311'0'0,"8"-13"1709"0"0,-15 41-8196 0 0,-23 87 1637 0 0,-5-2 0 0 0,-57 129 0 0 0,75-199-2186 0 0,1-1 0 0 0,-14 56 0 0 0,28-69-1211 0 0,-3-15 1738 0 0,0-1-1 0 0,0 1 1 0 0,0-1-1 0 0,0 1 1 0 0,29 1-10937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39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58 1952 0 0,'7'-7'1228'0'0,"0"0"946"0"0,0 0 0 0 0,0 0 0 0 0,9-16 1178 0 0,-16 23-3330 0 0,0 0 0 0 0,0 0 0 0 0,0-1 0 0 0,0 1 0 0 0,0 0 0 0 0,0-1 0 0 0,0 1 0 0 0,0 0 0 0 0,0 0 0 0 0,0-1 0 0 0,0 1 0 0 0,0 0 0 0 0,0 0 0 0 0,-1-1 0 0 0,1 1 0 0 0,0 0 0 0 0,0 0 0 0 0,0 0 0 0 0,0-1 0 0 0,-1 1 0 0 0,1 0 0 0 0,0 0 0 0 0,0 0 0 0 0,0 0 0 0 0,-1-1 0 0 0,1 1 0 0 0,0 0 0 0 0,0 0 0 0 0,-1 0 1 0 0,1 0-1 0 0,0 0 0 0 0,0 0 0 0 0,-1 0 0 0 0,1 0 0 0 0,0 0 0 0 0,0 0 0 0 0,-1 0 0 0 0,1 0 0 0 0,0 0 0 0 0,-1 0 0 0 0,1 0 0 0 0,0 0 0 0 0,0 0 0 0 0,-1 0 0 0 0,1 0 0 0 0,0 0 0 0 0,-1 0 0 0 0,-11 5 229 0 0,11-4-236 0 0,-28 14 272 0 0,2 1-1 0 0,0 1 0 0 0,-25 21 0 0 0,-81 85-122 0 0,132-122-152 0 0,-11 9 90 0 0,10-8-127 0 0,-6 7 258 0 0,8-9-229 0 0,0 0 0 0 0,0 1 0 0 0,0-1 1 0 0,0 0-1 0 0,0 0 0 0 0,0 1 0 0 0,0-1 0 0 0,0 0 1 0 0,0 0-1 0 0,0 1 0 0 0,0-1 0 0 0,0 0 0 0 0,0 0 1 0 0,0 1-1 0 0,0-1 0 0 0,0 0 0 0 0,0 0 0 0 0,1 1 1 0 0,-1-1-1 0 0,0 0 0 0 0,0 0 0 0 0,0 0 0 0 0,0 1 1 0 0,0-1-1 0 0,1 0 0 0 0,-1 0 0 0 0,0 0 0 0 0,0 1 1 0 0,0-1-1 0 0,0 0 0 0 0,1 0 0 0 0,-1 0 0 0 0,0 0 1 0 0,0 0-1 0 0,1 0 0 0 0,-1 1 0 0 0,0-1 1 0 0,0 0-1 0 0,1 0 0 0 0,-1 0 0 0 0,2 1 302 0 0,1-1-267 0 0,13 0 2623 0 0,-10 11-2850 0 0,34 12 188 0 0,-19-12-5 0 0,0 2 0 0 0,-1 0 0 0 0,0 1 0 0 0,24 22 0 0 0,-41-34 30 0 0,-1 1 1 0 0,1-1 0 0 0,-1 1-1 0 0,1 0 1 0 0,-1 0-1 0 0,0 0 1 0 0,0 0-1 0 0,0 0 1 0 0,0 0 0 0 0,-1 0-1 0 0,1 0 1 0 0,-1 1-1 0 0,0-1 1 0 0,0 1 0 0 0,0-1-1 0 0,0 1 1 0 0,-1-1-1 0 0,1 1 1 0 0,-1 0-1 0 0,0-1 1 0 0,0 1 0 0 0,0-1-1 0 0,-1 1 1 0 0,-1 5-1 0 0,0-3 47 0 0,-1 1-1 0 0,0-1 0 0 0,-1 0 0 0 0,0 0 0 0 0,0-1 0 0 0,0 1 0 0 0,-1-1 0 0 0,1 0 0 0 0,-11 9 1 0 0,2-3 129 0 0,0 0-1 0 0,-1 0 1 0 0,0-1 0 0 0,-1-1 0 0 0,-19 9 0 0 0,24-14-43 0 0,1 0-1 0 0,-1-1 0 0 0,0 0 0 0 0,0 0 0 0 0,0-1 0 0 0,0-1 1 0 0,0 1-1 0 0,0-2 0 0 0,-18 0 0 0 0,24 0-144 0 0,1-1 0 0 0,0 0 1 0 0,0 0-1 0 0,0 0 0 0 0,0 0 0 0 0,-1 0 0 0 0,1 0 0 0 0,1-1 0 0 0,-1 1 0 0 0,0-1 1 0 0,0 0-1 0 0,1 0 0 0 0,-1 0 0 0 0,1 0 0 0 0,-1-1 0 0 0,1 1 0 0 0,0-1 1 0 0,0 1-1 0 0,0-1 0 0 0,0 0 0 0 0,-1-3 0 0 0,0 0-229 0 0,0-1 0 0 0,0 1 0 0 0,0-1 0 0 0,1 0 0 0 0,0 0 0 0 0,1 0 0 0 0,-2-14 0 0 0,3 3-1969 0 0,1 1 1 0 0,0 0-1 0 0,6-26 1 0 0,-4 26-1594 0 0,0-1-2965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40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66 408 0 0,'-4'-11'4896'0'0,"-5"-4"-1987"0"0,1-1-1017 0 0,4 5-712 0 0,-2-1-624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41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1259 1612 0 0,'-2'2'2028'0'0,"-8"4"25"0"0,-25 22 2976 0 0,33-27-4913 0 0,1 1-1 0 0,-1-1 1 0 0,1 1 0 0 0,0 0 0 0 0,0-1 0 0 0,0 1 0 0 0,0 0-1 0 0,0 0 1 0 0,0 0 0 0 0,0 0 0 0 0,0 0 0 0 0,1 0 0 0 0,-1 0-1 0 0,1 0 1 0 0,0 0 0 0 0,-1 0 0 0 0,1 0 0 0 0,0 0 0 0 0,0 3 0 0 0,1-3-40 0 0,-1 0 1 0 0,0 1 0 0 0,1-1 0 0 0,-1 0 0 0 0,1 0 0 0 0,0 0 0 0 0,0 0-1 0 0,0 0 1 0 0,0 0 0 0 0,0 0 0 0 0,0 0 0 0 0,0 0 0 0 0,1 0 0 0 0,-1 0 0 0 0,1-1-1 0 0,-1 1 1 0 0,1-1 0 0 0,0 1 0 0 0,-1-1 0 0 0,1 0 0 0 0,0 1 0 0 0,0-1 0 0 0,0 0-1 0 0,0 0 1 0 0,0 0 0 0 0,3 0 0 0 0,7-1-3 0 0,0-1 1 0 0,0 0-1 0 0,1 0 0 0 0,-1-1 0 0 0,-1-1 1 0 0,1 0-1 0 0,0-1 0 0 0,-1 0 0 0 0,1-1 1 0 0,-1 0-1 0 0,10-7 0 0 0,15-9-4 0 0,-1-2-1 0 0,32-28 1 0 0,-22 13-28 0 0,-2-2 0 0 0,-1-3 0 0 0,-3 0 0 0 0,-1-3 0 0 0,51-80 0 0 0,-47 56-37 0 0,-4-2-1 0 0,-2-2 1 0 0,39-119-1 0 0,13-153-58 0 0,-79 301 48 0 0,15-61-45 0 0,-23 103 29 0 0,-1 4-17 0 0,-1 1 39 0 0,1-1-1 0 0,0 0 0 0 0,-1 1 1 0 0,1-1-1 0 0,-1 0 1 0 0,1 0-1 0 0,-1 1 1 0 0,0-1-1 0 0,0 0 0 0 0,-1 2 1 0 0,-2 4 0 0 0,-120 301 156 0 0,109-267-108 0 0,-19 50 11 0 0,3 1 0 0 0,-29 160 0 0 0,56-229-50 0 0,2-1-1 0 0,0 1 1 0 0,1-1 0 0 0,2 1 0 0 0,0 0 0 0 0,8 36-1 0 0,-7-50 1 0 0,0 0-1 0 0,1 0 0 0 0,0 0 0 0 0,1 0 0 0 0,0 0 0 0 0,0-1 1 0 0,1 1-1 0 0,0-1 0 0 0,1 0 0 0 0,-1-1 0 0 0,2 1 0 0 0,-1-1 1 0 0,1 0-1 0 0,0-1 0 0 0,0 0 0 0 0,1 0 0 0 0,0 0 0 0 0,9 4 1 0 0,-2-2-9 0 0,1-1 0 0 0,0-1 1 0 0,0-1-1 0 0,0 0 0 0 0,0-1 1 0 0,1-1-1 0 0,-1 0 0 0 0,1-2 1 0 0,27 1-1 0 0,-17-4-101 0 0,-1 0 1 0 0,1-2-1 0 0,0 0 0 0 0,-1-2 0 0 0,31-12 1 0 0,-35 10-38 0 0,0-2 0 0 0,-1-1 0 0 0,0-1 0 0 0,-1 0 0 0 0,0-2 0 0 0,-1 0 0 0 0,-1-1 0 0 0,0-1 0 0 0,17-19 0 0 0,0-6-115 0 0,-1-1 0 0 0,53-88 0 0 0,-45 55 90 0 0,-4-1 1 0 0,45-127-1 0 0,27-172 1254 0 0,-110 366-1010 0 0,-6 12 30 0 0,-7 14-16 0 0,-184 366 1952 0 0,146-268-1530 0 0,-51 173 1 0 0,83-219-353 0 0,-17 111 0 0 0,24-126 387 0 0,12-51-387 0 0,1-3-157 0 0,0 0 1 0 0,1-1-1 0 0,-1 1 1 0 0,0-1-1 0 0,1 1 0 0 0,-1-1 1 0 0,0 1-1 0 0,0-1 1 0 0,0 0-1 0 0,0 0 0 0 0,1 1 1 0 0,-1-1-1 0 0,0 0 1 0 0,0 0-1 0 0,-1 0 0 0 0,1 0 1 0 0,1-2-1 0 0,16-24 31 0 0,-10 15-16 0 0,46-68 50 0 0,58-79 25 0 0,-87 129-108 0 0,1 0 0 0 0,56-50 0 0 0,-78 76-2 0 0,-1 1 0 0 0,1 0 0 0 0,0 0 0 0 0,1 0 1 0 0,-1 1-1 0 0,0-1 0 0 0,1 1 0 0 0,-1 0 0 0 0,1 0 0 0 0,0 1 0 0 0,0-1 0 0 0,0 1 0 0 0,-1 0 0 0 0,1 0 0 0 0,0 1 0 0 0,6-1 0 0 0,-9 2 9 0 0,1-1-1 0 0,-1 0 0 0 0,0 1 0 0 0,0 0 0 0 0,0-1 0 0 0,1 1 1 0 0,-1 0-1 0 0,0 0 0 0 0,0 0 0 0 0,0 0 0 0 0,-1 1 0 0 0,1-1 1 0 0,0 0-1 0 0,0 1 0 0 0,-1-1 0 0 0,1 1 0 0 0,0 0 0 0 0,-1-1 1 0 0,0 1-1 0 0,1 0 0 0 0,-1 0 0 0 0,0 0 0 0 0,0 0 0 0 0,0 0 1 0 0,1 4-1 0 0,1 3-4 0 0,0 0 1 0 0,-1 0 0 0 0,0 0-1 0 0,2 14 1 0 0,-2 23-24 0 0,-5 78 0 0 0,-2-19 12 0 0,5-99 24 0 0,0 0-1 0 0,0 0 0 0 0,1 0 1 0 0,0 0-1 0 0,0 0 1 0 0,0 0-1 0 0,1 0 1 0 0,3 8-1 0 0,-4-12 3 0 0,0 0 0 0 0,1 0 0 0 0,-1 0 0 0 0,1 0 0 0 0,0 0 0 0 0,-1 0 0 0 0,1 0 0 0 0,0 0 0 0 0,0-1 0 0 0,1 1 0 0 0,-1-1 0 0 0,0 1 0 0 0,0-1 0 0 0,1 0 0 0 0,-1 0 0 0 0,0 0 0 0 0,1 0 0 0 0,-1 0 0 0 0,1-1 0 0 0,-1 1 0 0 0,1-1 0 0 0,3 0 0 0 0,6 1 7 0 0,1-1 0 0 0,0 0 1 0 0,0-1-1 0 0,0-1 0 0 0,0 0 1 0 0,-1-1-1 0 0,1 0 0 0 0,-1-1 1 0 0,0 0-1 0 0,0-1 1 0 0,0 0-1 0 0,18-12 0 0 0,-6 2 10 0 0,0-2 0 0 0,-1 0 0 0 0,-1-2-1 0 0,32-33 1 0 0,-33 29 25 0 0,-1 0 1 0 0,-1-1-1 0 0,-1-2 0 0 0,-1 0 0 0 0,-1 0 1 0 0,-1-1-1 0 0,-2-1 0 0 0,20-58 1 0 0,-32 82-17 0 0,0 0 1 0 0,0-1-1 0 0,-1 1 1 0 0,1 0-1 0 0,-1-1 1 0 0,0-6-1 0 0,0 10-27 0 0,0 0 0 0 0,0 0 0 0 0,-1 0 0 0 0,1 0-1 0 0,0 0 1 0 0,-1 0 0 0 0,1 0 0 0 0,-1 0-1 0 0,1 0 1 0 0,-1 0 0 0 0,1 0 0 0 0,-1 0 0 0 0,0 0-1 0 0,1 0 1 0 0,-1 0 0 0 0,0 0 0 0 0,0 1 0 0 0,1-1-1 0 0,-1 0 1 0 0,0 1 0 0 0,0-1 0 0 0,0 0-1 0 0,0 1 1 0 0,0-1 0 0 0,0 1 0 0 0,0 0 0 0 0,0-1-1 0 0,-2 1 1 0 0,2-1-4 0 0,0 1-1 0 0,-1 0 1 0 0,1 0-1 0 0,0 0 1 0 0,-1 0-1 0 0,1 0 1 0 0,0 1-1 0 0,-1-1 1 0 0,1 0-1 0 0,0 0 0 0 0,0 1 1 0 0,-1-1-1 0 0,1 1 1 0 0,0-1-1 0 0,0 1 1 0 0,-1 0-1 0 0,0 0 1 0 0,-2 1-1 0 0,-6 4 27 0 0,-1 1 0 0 0,1 0 0 0 0,1 0 0 0 0,-1 1 0 0 0,1 0 0 0 0,0 0 0 0 0,1 1 0 0 0,-9 12 0 0 0,12-15 3 0 0,-15 18 110 0 0,1 1 0 0 0,1 1 0 0 0,-20 36 1 0 0,30-47-88 0 0,1 1 1 0 0,0 0 0 0 0,2 0-1 0 0,-1 0 1 0 0,2 1 0 0 0,0 0-1 0 0,-2 28 1 0 0,5-39-33 0 0,1 0 0 0 0,0 1 1 0 0,0-1-1 0 0,1 0 0 0 0,0 0 0 0 0,0 0 0 0 0,0 0 0 0 0,1 0 1 0 0,0-1-1 0 0,0 1 0 0 0,1 0 0 0 0,-1-1 0 0 0,1 1 0 0 0,0-1 1 0 0,7 8-1 0 0,-6-8-10 0 0,1 0 0 0 0,1-1 0 0 0,-1 1 0 0 0,1-1 0 0 0,-1 0 0 0 0,1-1 0 0 0,0 1 0 0 0,0-1 1 0 0,1-1-1 0 0,-1 1 0 0 0,1-1 0 0 0,-1 0 0 0 0,13 2 0 0 0,-1-1-352 0 0,0-1-1 0 0,0-1 1 0 0,0-1 0 0 0,1 0-1 0 0,-1-2 1 0 0,0 0 0 0 0,0-1-1 0 0,28-7 1 0 0,-28 4-1451 0 0,0 0 1 0 0,0-2-1 0 0,0 0 1 0 0,25-16-1 0 0,-4-3-6095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42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57 2236 0 0,'-337'4'17220'0'0,"332"-4"-15873"0"0,11-1-1156 0 0,284-33-1721 0 0,-91 19-3702 0 0,-113 9 824 0 0,2 1-3012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4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93 663 1272 0 0,'-84'66'13497'0'0,"76"-61"-10744"0"0,19-19-2609 0 0,1 1 1 0 0,0 0-1 0 0,1 0 1 0 0,22-15-1 0 0,-4 2-62 0 0,467-457 264 0 0,-485 469-353 0 0,1 0-9 0 0,-1 0 0 0 0,-1-1-1 0 0,0 0 1 0 0,-1-1 0 0 0,15-27 0 0 0,-26 42 12 0 0,0 1-1 0 0,0 0 1 0 0,0 0 0 0 0,1-1-1 0 0,-1 1 1 0 0,0 0-1 0 0,0 0 1 0 0,0-1-1 0 0,0 1 1 0 0,1 0 0 0 0,-1-1-1 0 0,0 1 1 0 0,0 0-1 0 0,0-1 1 0 0,0 1-1 0 0,0 0 1 0 0,0 0-1 0 0,0-1 1 0 0,0 1 0 0 0,0 0-1 0 0,0-1 1 0 0,0 1-1 0 0,0 0 1 0 0,0-1-1 0 0,0 1 1 0 0,-1 0 0 0 0,1-1-1 0 0,0 1 1 0 0,0 0-1 0 0,0-1 1 0 0,0 1-1 0 0,0 0 1 0 0,-1 0-1 0 0,1-1 1 0 0,0 1 0 0 0,0 0-1 0 0,-1 0 1 0 0,1 0-1 0 0,0-1 1 0 0,-1 1-1 0 0,-14 4-42 0 0,-18 18 8 0 0,20-10 24 0 0,1 1 1 0 0,1 0-1 0 0,0 1 1 0 0,-17 28-1 0 0,25-36 14 0 0,1-1-1 0 0,-1 0 0 0 0,1 1 0 0 0,0-1 0 0 0,1 1 1 0 0,-1 0-1 0 0,1-1 0 0 0,0 1 0 0 0,1 0 0 0 0,-1 0 0 0 0,1 0 1 0 0,0 0-1 0 0,0 0 0 0 0,1-1 0 0 0,0 1 0 0 0,0 0 1 0 0,0 0-1 0 0,4 8 0 0 0,11 20-36 0 0,31 51 0 0 0,8 16-55 0 0,-53-98 114 0 0,-1 1-1 0 0,1-1 1 0 0,-1 1-1 0 0,0 0 1 0 0,0 0-1 0 0,-1-1 0 0 0,1 1 1 0 0,-1 0-1 0 0,1 0 1 0 0,-1 0-1 0 0,0 0 1 0 0,-1 0-1 0 0,1 0 0 0 0,-1 0 1 0 0,0-1-1 0 0,0 1 1 0 0,0 0-1 0 0,0 0 1 0 0,0-1-1 0 0,-1 1 1 0 0,0-1-1 0 0,0 1 0 0 0,-4 5 1 0 0,2-4 110 0 0,0-1 1 0 0,-1 0-1 0 0,1 1 0 0 0,-1-1 1 0 0,0-1-1 0 0,0 1 1 0 0,0-1-1 0 0,-1 0 0 0 0,1 0 1 0 0,-1-1-1 0 0,0 1 1 0 0,1-1-1 0 0,-1 0 0 0 0,-10 1 1 0 0,-2-1 48 0 0,0-1 1 0 0,0 0 0 0 0,0-2-1 0 0,0 0 1 0 0,0-1 0 0 0,0 0-1 0 0,0-2 1 0 0,0 0 0 0 0,0-1-1 0 0,1-1 1 0 0,-26-12-1 0 0,39 16-229 0 0,0 0-1 0 0,1 0 0 0 0,-1 0 0 0 0,1 0 0 0 0,0-1 0 0 0,-1 1 1 0 0,1-1-1 0 0,0 0 0 0 0,1 0 0 0 0,-5-5 0 0 0,6 6-63 0 0,1 1-1 0 0,-1 0 1 0 0,1-1-1 0 0,-1 1 0 0 0,1 0 1 0 0,-1-1-1 0 0,1 1 1 0 0,0 0-1 0 0,0-1 1 0 0,0 1-1 0 0,0-1 0 0 0,0 1 1 0 0,0 0-1 0 0,0-1 1 0 0,0 1-1 0 0,0-1 1 0 0,1 1-1 0 0,-1 0 0 0 0,1-1 1 0 0,-1 1-1 0 0,1 0 1 0 0,-1-1-1 0 0,1 1 1 0 0,0 0-1 0 0,0 0 0 0 0,-1 0 1 0 0,1 0-1 0 0,0 0 1 0 0,0 0-1 0 0,0 0 1 0 0,2-1-1 0 0,6-7-2270 0 0,0 2 0 0 0,1-1-1 0 0,18-10 1 0 0,-7 7-4146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45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69 848 0 0,'7'-7'2660'0'0,"-1"-1"0"0"0,0 0 0 0 0,-1 0 0 0 0,0 0 0 0 0,6-14 966 0 0,-7 19-2668 0 0,0-1 516 0 0,-10 15-360 0 0,-11 18-919 0 0,1 1 1 0 0,2 0 0 0 0,1 1-1 0 0,1 1 1 0 0,2 0-1 0 0,1 1 1 0 0,-9 65-1 0 0,16-82-175 0 0,1-1-1 0 0,0 1 0 0 0,1-1 1 0 0,1 1-1 0 0,4 23 1 0 0,-4-33-17 0 0,0-1 1 0 0,1 0-1 0 0,0 0 0 0 0,0 0 1 0 0,0 0-1 0 0,0 0 1 0 0,1-1-1 0 0,0 1 1 0 0,0-1-1 0 0,0 1 1 0 0,0-1-1 0 0,1 0 1 0 0,-1 0-1 0 0,1-1 1 0 0,0 1-1 0 0,1-1 1 0 0,-1 0-1 0 0,0 0 1 0 0,9 4-1 0 0,-6-4-9 0 0,0 0 1 0 0,0-1-1 0 0,0 1 0 0 0,0-2 1 0 0,0 1-1 0 0,1-1 0 0 0,-1 0 1 0 0,0-1-1 0 0,1 1 0 0 0,-1-1 0 0 0,14-2 1 0 0,-10-1-12 0 0,0 1-1 0 0,0-2 1 0 0,0 1 0 0 0,0-1 0 0 0,0-1 0 0 0,19-11-1 0 0,-8 1-11 0 0,-1-1-1 0 0,-1-1 1 0 0,0 0-1 0 0,-1-2 1 0 0,32-39-1 0 0,-14 6 10 0 0,-1-2-1 0 0,43-92 1 0 0,-30 53 201 0 0,-46 88-179 0 0,6-10-42 0 0,-7 17 22 0 0,-3 9 26 0 0,-2 3 36 0 0,0 0-1 0 0,-1 0 1 0 0,-7 16 0 0 0,-3 11 11 0 0,-12 41-23 0 0,-10 44 183 0 0,31-106-679 0 0,2 1-1 0 0,0-1 1 0 0,1 1 0 0 0,2 27-1 0 0,0-43 123 0 0,1 0 0 0 0,0-1 0 0 0,0 1-1 0 0,0-1 1 0 0,0 1 0 0 0,1-1 0 0 0,0 0 0 0 0,0 1-1 0 0,0-1 1 0 0,5 7 0 0 0,-5-8-575 0 0,0-1 0 0 0,0 1 0 0 0,0-1-1 0 0,1 1 1 0 0,0-1 0 0 0,-1 0 0 0 0,1 0 0 0 0,6 4 0 0 0</inkml:trace>
  <inkml:trace contextRef="#ctx0" brushRef="#br0" timeOffset="1">942 120 1636 0 0,'35'-94'12347'0'0,"-28"81"-11361"0"0,-7 13-955 0 0,1 0 0 0 0,-1 0 0 0 0,0 0-1 0 0,1-1 1 0 0,-1 1 0 0 0,0 0 0 0 0,1 0 0 0 0,-1 0 0 0 0,0 0 0 0 0,0 0 0 0 0,1 0 0 0 0,-1 1 0 0 0,0-1-1 0 0,1 0 1 0 0,-1 0 0 0 0,0 0 0 0 0,0 0 0 0 0,1 0 0 0 0,-1 0 0 0 0,0 0 0 0 0,0 1 0 0 0,1-1 0 0 0,-1 0 0 0 0,0 0-1 0 0,0 0 1 0 0,1 1 0 0 0,-1-1 0 0 0,11 20 629 0 0,-7 1-238 0 0,-1 0 0 0 0,0 0 0 0 0,-2 1 0 0 0,-1 33 0 0 0,-16 82 448 0 0,10-106-389 0 0,0 0 0 0 0,-2-1 0 0 0,-14 36 0 0 0,21-66-467 0 0,1 1-1 0 0,0-1 1 0 0,0 1-1 0 0,0-1 1 0 0,0 0-1 0 0,0 1 1 0 0,0-1 0 0 0,-1 1-1 0 0,1-1 1 0 0,0 1-1 0 0,0-1 1 0 0,-1 0 0 0 0,1 1-1 0 0,0-1 1 0 0,-1 1-1 0 0,1-1 1 0 0,0 0 0 0 0,-1 0-1 0 0,1 1 1 0 0,0-1-1 0 0,-1 0 1 0 0,1 1-1 0 0,-1-1 1 0 0,1 0 0 0 0,-1 0-1 0 0,1 0 1 0 0,-1 0-1 0 0,1 1 1 0 0,0-1 0 0 0,-1 0-1 0 0,1 0 1 0 0,-1 0-1 0 0,1 0 1 0 0,-1 0 0 0 0,1 0-1 0 0,-1 0 1 0 0,1 0-1 0 0,-1 0 1 0 0,1-1-1 0 0,-1 1 1 0 0,1 0 0 0 0,-1 0-1 0 0,1 0 1 0 0,-1 0-1 0 0,1-1 1 0 0,0 1 0 0 0,-1 0-1 0 0,1 0 1 0 0,-1-1-1 0 0,1 1 1 0 0,0 0 0 0 0,-1-1-1 0 0,1 1 1 0 0,-1-1-1 0 0,0 0-44 0 0,0 0 35 0 0,1 0 0 0 0,-1 0-1 0 0,1 0 1 0 0,0 1 0 0 0,-1-1 0 0 0,1 0-1 0 0,0 0 1 0 0,-1 0 0 0 0,1 0 0 0 0,0 0 0 0 0,0 0-1 0 0,0 0 1 0 0,0 0 0 0 0,0 0 0 0 0,0 0-1 0 0,0 0 1 0 0,0 0 0 0 0,1 0 0 0 0,-1 0-1 0 0,0-1 1 0 0,1 0 7 0 0,0-13 4 0 0,1 0-1 0 0,1 0 1 0 0,1 0 0 0 0,0 1 0 0 0,1-1-1 0 0,0 1 1 0 0,1 0 0 0 0,10-17-1 0 0,-7 15-43 0 0,1 0-1 0 0,1 1 0 0 0,1 0 1 0 0,0 0-1 0 0,1 1 0 0 0,18-15 1 0 0,-23 22 19 0 0,1 1-1 0 0,-1 1 1 0 0,1-1 0 0 0,0 1 0 0 0,1 1 0 0 0,-1 0 0 0 0,1 0 0 0 0,0 1 0 0 0,0 0-1 0 0,0 0 1 0 0,0 1 0 0 0,0 1 0 0 0,1 0 0 0 0,-1 0 0 0 0,16 2 0 0 0,-18-1 1 0 0,-1 1 1 0 0,1 0-1 0 0,-1 1 1 0 0,1 0 0 0 0,-1 0-1 0 0,0 1 1 0 0,1 0-1 0 0,-1 0 1 0 0,-1 0 0 0 0,1 1-1 0 0,0 0 1 0 0,-1 1 0 0 0,0-1-1 0 0,0 1 1 0 0,0 0-1 0 0,-1 1 1 0 0,0-1 0 0 0,0 1-1 0 0,0 0 1 0 0,-1 1-1 0 0,6 9 1 0 0,-7-10 7 0 0,0 1 1 0 0,-1-1-1 0 0,0 1 0 0 0,0 0 1 0 0,-1-1-1 0 0,1 1 1 0 0,-1 0-1 0 0,-1 0 0 0 0,0 0 1 0 0,0 0-1 0 0,0 0 0 0 0,-1 0 1 0 0,0 0-1 0 0,0 0 0 0 0,-2 7 1 0 0,-4 7 69 0 0,-1 1 0 0 0,0-1-1 0 0,-12 21 1 0 0,19-41-62 0 0,1 0 0 0 0,0-1-1 0 0,0 1 1 0 0,-1 0 0 0 0,1-1-1 0 0,-1 1 1 0 0,1 0 0 0 0,0-1-1 0 0,-1 1 1 0 0,1-1 0 0 0,-1 1-1 0 0,0-1 1 0 0,1 1 0 0 0,-1-1-1 0 0,1 1 1 0 0,-1-1 0 0 0,0 1-1 0 0,1-1 1 0 0,-1 0 0 0 0,0 1-1 0 0,1-1 1 0 0,-1 0 0 0 0,0 0 0 0 0,0 0-1 0 0,1 1 1 0 0,-1-1 0 0 0,0 0-1 0 0,0 0 1 0 0,1 0 0 0 0,-1 0-1 0 0,0 0 1 0 0,0 0 0 0 0,1-1-1 0 0,-2 1 1 0 0,0 0-20 0 0,1-1 16 0 0,1 0 0 0 0,-1 1 0 0 0,1-1 0 0 0,-1 1-1 0 0,1-1 1 0 0,-1 0 0 0 0,1 0 0 0 0,0 1 0 0 0,-1-1 0 0 0,1 0 0 0 0,0 0-1 0 0,0 1 1 0 0,0-1 0 0 0,-1 0 0 0 0,1 0 0 0 0,0 0 0 0 0,0 1 0 0 0,0-1 0 0 0,0 0-1 0 0,0 0 1 0 0,1 0 0 0 0,-1 0 0 0 0,0 0 0 0 0,2-17 12 0 0,0 6-10 0 0,0 1-1 0 0,1 0 1 0 0,0 0-1 0 0,1 0 1 0 0,1 0-1 0 0,-1 0 1 0 0,2 1-1 0 0,9-15 1 0 0,4-4-35 0 0,36-38 0 0 0,-36 45 25 0 0,2 2-1 0 0,0 0 1 0 0,1 1-1 0 0,45-28 0 0 0,-52 38-10 0 0,0 0-1 0 0,1 2 0 0 0,0-1 0 0 0,0 2 0 0 0,0 0 0 0 0,1 1 0 0 0,0 1 0 0 0,0 0 1 0 0,23-1-1 0 0,-35 5 11 0 0,-1 0 0 0 0,1 0 0 0 0,-1 0 1 0 0,1 0-1 0 0,0 1 0 0 0,-1 0 0 0 0,1 0 0 0 0,-1 0 1 0 0,1 0-1 0 0,-1 1 0 0 0,0-1 0 0 0,0 1 1 0 0,1 1-1 0 0,-1-1 0 0 0,-1 0 0 0 0,1 1 0 0 0,0 0 1 0 0,5 5-1 0 0,-6-5 21 0 0,0 1 0 0 0,-1 0 0 0 0,1 1 0 0 0,-1-1 0 0 0,0 0 0 0 0,0 1 1 0 0,0-1-1 0 0,0 1 0 0 0,-1 0 0 0 0,0 0 0 0 0,0-1 0 0 0,0 1 0 0 0,-1 0 0 0 0,1 0 0 0 0,-1 0 0 0 0,0 0 1 0 0,-1 7-1 0 0,-7 36 265 0 0,-3-1 0 0 0,-1 0 1 0 0,-34 85-1 0 0,35-86-243 0 0,11-46-36 0 0,0 1 0 0 0,0-1 0 0 0,0 1-1 0 0,0-1 1 0 0,0 0 0 0 0,0 1-1 0 0,0-1 1 0 0,1 1 0 0 0,-1-1-1 0 0,0 1 1 0 0,0-1 0 0 0,0 0-1 0 0,0 1 1 0 0,1-1 0 0 0,-1 1-1 0 0,0-1 1 0 0,0 0 0 0 0,1 1 0 0 0,-1-1-1 0 0,0 0 1 0 0,1 0 0 0 0,-1 1-1 0 0,0-1 1 0 0,1 0 0 0 0,-1 0-1 0 0,1 1 1 0 0,-1-1 0 0 0,0 0-1 0 0,1 0 1 0 0,-1 0 0 0 0,1 1-1 0 0,-1-1 1 0 0,0 0 0 0 0,1 0 0 0 0,-1 0-1 0 0,1 0 1 0 0,-1 0 0 0 0,1 0-1 0 0,-1 0 1 0 0,1 0 0 0 0,17-1-72 0 0,-18 1 59 0 0,22-4-843 0 0,1-2 0 0 0,-2 0 0 0 0,1-2 0 0 0,-1 0 0 0 0,31-17 0 0 0,-30 14-300 0 0,62-32-6488 0 0,-42 19 572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46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226 474 2024 0 0,'25'-117'12223'0'0,"-25"117"-12172"0"0,0 0-1 0 0,0-1 0 0 0,0 1 1 0 0,1 0-1 0 0,-1-1 0 0 0,0 1 0 0 0,0-1 1 0 0,0 1-1 0 0,0 0 0 0 0,0-1 1 0 0,0 1-1 0 0,0-1 0 0 0,0 1 0 0 0,0 0 1 0 0,0-1-1 0 0,0 1 0 0 0,0-1 1 0 0,0 1-1 0 0,0 0 0 0 0,0-1 1 0 0,0 1-1 0 0,0-1 0 0 0,-1 1 0 0 0,1 0 1 0 0,0-1-1 0 0,0 1 0 0 0,0 0 1 0 0,-1-1-1 0 0,1 1 0 0 0,0 0 1 0 0,-1-1-1 0 0,-11 6 304 0 0,-12 19-207 0 0,-21 46 362 0 0,-54 92-12 0 0,88-141-464 0 0,1 1 1 0 0,1 0 0 0 0,1 0-1 0 0,1 1 1 0 0,-7 43 0 0 0,13-62-13 0 0,1 0 0 0 0,0 0 0 0 0,0 0 0 0 0,0 0 0 0 0,1-1 0 0 0,-1 1 1 0 0,2 7-1 0 0,-1-10-12 0 0,-1 0-1 0 0,1 1 1 0 0,-1-1 0 0 0,1 0 0 0 0,0 0 0 0 0,-1 1 0 0 0,1-1 0 0 0,0 0 0 0 0,0 0-1 0 0,0 0 1 0 0,-1 0 0 0 0,1 0 0 0 0,1 0 0 0 0,-1 0 0 0 0,0 0 0 0 0,0 0 0 0 0,0-1-1 0 0,0 1 1 0 0,0 0 0 0 0,1-1 0 0 0,-1 1 0 0 0,0-1 0 0 0,1 1 0 0 0,-1-1 0 0 0,0 0-1 0 0,3 1 1 0 0,3-1 5 0 0,-1 0-1 0 0,1 0 0 0 0,-1 0 1 0 0,1-1-1 0 0,-1 0 1 0 0,0-1-1 0 0,1 1 0 0 0,-1-1 1 0 0,0 0-1 0 0,0-1 1 0 0,0 1-1 0 0,6-5 0 0 0,-3 1 6 0 0,1 0 0 0 0,-1-1-1 0 0,-1-1 1 0 0,1 1 0 0 0,-1-1-1 0 0,10-14 1 0 0,-5 5-6 0 0,-1-2 1 0 0,0 1-1 0 0,-2-1 0 0 0,0-1 1 0 0,-2 0-1 0 0,13-41 0 0 0,-16 44-17 0 0,-1-1 1 0 0,0 0-1 0 0,-2-1 0 0 0,0 1 0 0 0,-1-1 0 0 0,-1 1 0 0 0,0 0 1 0 0,-7-35-1 0 0,6 49 0 0 0,0 1 1 0 0,0-1-1 0 0,-1 1 0 0 0,0-1 1 0 0,1 1-1 0 0,-1 0 1 0 0,-1 0-1 0 0,1 0 1 0 0,-5-5-1 0 0,5 6-1 0 0,1 1 0 0 0,-1-1 0 0 0,0 1-1 0 0,1-1 1 0 0,-1 1 0 0 0,0 0 0 0 0,0 0 0 0 0,0 0 0 0 0,0 0 0 0 0,0 0-1 0 0,0 0 1 0 0,-1 1 0 0 0,1-1 0 0 0,0 1 0 0 0,0-1 0 0 0,0 1-1 0 0,-1 0 1 0 0,1 0 0 0 0,-3 0 0 0 0,-6 3-2 0 0,0 0 0 0 0,1 0 1 0 0,-1 1-1 0 0,1 0 0 0 0,0 1 0 0 0,0 0 0 0 0,1 1 1 0 0,-1 0-1 0 0,1 0 0 0 0,1 1 0 0 0,-1 0 0 0 0,1 1 1 0 0,-11 13-1 0 0,8-9-3 0 0,2 0 0 0 0,0 1-1 0 0,0 0 1 0 0,1 0 0 0 0,0 1 0 0 0,2 0 0 0 0,-1 0 0 0 0,2 0-1 0 0,-6 24 1 0 0,10-34 10 0 0,0 0 0 0 0,0 0 1 0 0,1 1-1 0 0,-1-1 0 0 0,1 0 0 0 0,0 0 0 0 0,0 1 0 0 0,1-1 0 0 0,-1 0 0 0 0,1 1 0 0 0,0-1 0 0 0,0 0 0 0 0,1 0 0 0 0,-1 0 0 0 0,1 0 0 0 0,0 0 1 0 0,2 3-1 0 0,-1-3 1 0 0,0-1 0 0 0,0 1 0 0 0,1-1 1 0 0,-1 0-1 0 0,1 0 0 0 0,0 0 1 0 0,0-1-1 0 0,0 1 0 0 0,0-1 1 0 0,0 0-1 0 0,0 0 0 0 0,0 0 0 0 0,1-1 1 0 0,-1 0-1 0 0,8 2 0 0 0,13 1-3 0 0,-1-1-1 0 0,1-1 1 0 0,-1-2-1 0 0,1 0 1 0 0,26-4-1 0 0,5-4 10 0 0,60-17-1 0 0,-79 16-14 0 0,1-3-1 0 0,-1 0 1 0 0,-1-3-1 0 0,-1-1 0 0 0,0-1 1 0 0,-1-3-1 0 0,0 0 1 0 0,-2-2-1 0 0,-1-1 1 0 0,-1-2-1 0 0,-1-1 0 0 0,-1-1 1 0 0,40-51-1 0 0,-25 17-11 0 0,-2-3-1 0 0,39-81 1 0 0,-42 71-5 0 0,-37 72 2 0 0,-3 6 22 0 0,-214 583 1841 0 0,65-169-935 0 0,95-267-688 0 0,-176 409 966 0 0,204-508-778 0 0,-54 77 1 0 0,65-106-35 0 0,-1-1 1 0 0,-1 0-1 0 0,-1-2 1 0 0,-1 0-1 0 0,-32 23 1 0 0,46-39-210 0 0,1 0-1 0 0,-1 0 1 0 0,0-1-1 0 0,0 0 1 0 0,0 0 0 0 0,-10 2-1 0 0,15-5-134 0 0,1 0-1 0 0,-1 0 1 0 0,0 1-1 0 0,1-1 1 0 0,-1 0-1 0 0,0 0 1 0 0,0-1-1 0 0,1 1 1 0 0,-1 0-1 0 0,0-1 1 0 0,1 1-1 0 0,-1-1 1 0 0,0 1-1 0 0,1-1 1 0 0,-3-1-1 0 0,0 0 38 0 0,0 1-38 0 0,0-1 0 0 0,1 0-1 0 0,0 0 1 0 0,-1 0 0 0 0,1-1 0 0 0,0 1 0 0 0,0-1 0 0 0,0 0 0 0 0,1 0-1 0 0,-1 0 1 0 0,0 0 0 0 0,1 0 0 0 0,0-1 0 0 0,0 1 0 0 0,0 0 0 0 0,0-1 0 0 0,1 0-1 0 0,-1 1 1 0 0,1-1 0 0 0,0 0 0 0 0,0 0 0 0 0,0-4 0 0 0,-1-4 1 0 0,0-1 0 0 0,1 1 0 0 0,1 0 0 0 0,0-1 0 0 0,3-20 0 0 0,1 10-14 0 0,2 0-1 0 0,0 0 1 0 0,1 1-1 0 0,2 0 1 0 0,0 0-1 0 0,1 1 1 0 0,2 0-1 0 0,16-23 1 0 0,-1 5 6 0 0,3 1 1 0 0,1 2 0 0 0,41-37 0 0 0,5 4-330 0 0,3 5 1 0 0,3 2-1 0 0,102-56 1 0 0,107-33-3995 0 0,-206 112 1441 0 0,-6 4-1803 0 0,-28 10-1627 0 0,-31 12 516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48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151 125 2300 0 0,'108'-118'15005'0'0,"-108"118"-14951"0"0,0 0 0 0 0,0-1 0 0 0,1 1 0 0 0,-1-1-1 0 0,0 1 1 0 0,1-1 0 0 0,-1 1 0 0 0,1 0 0 0 0,-1-1 0 0 0,0 1 0 0 0,1 0 0 0 0,-1-1 0 0 0,1 1-1 0 0,-1 0 1 0 0,1 0 0 0 0,-1 0 0 0 0,1-1 0 0 0,-1 1 0 0 0,1 0 0 0 0,-1 0 0 0 0,1 0 0 0 0,-1 0 0 0 0,1 0-1 0 0,-1 0 1 0 0,1 0 0 0 0,-1 0 0 0 0,1 0 0 0 0,-1 0 0 0 0,1 0 0 0 0,-1 0 0 0 0,1 0 0 0 0,0 1 0 0 0,0 0 29 0 0,0 0 1 0 0,0 0 0 0 0,-1 0-1 0 0,1 0 1 0 0,-1 0 0 0 0,1 0 0 0 0,-1 0-1 0 0,0 0 1 0 0,1 0 0 0 0,-1 1-1 0 0,0-1 1 0 0,0 0 0 0 0,1 2 0 0 0,-3 46 1335 0 0,2-46-1256 0 0,-6 47 1805 0 0,-21 88 0 0 0,-28 48-141 0 0,18-64-1008 0 0,10-30-391 0 0,-47 199 172 0 0,74-290-632 0 0,-1 0 1 0 0,1 0-1 0 0,0 0 1 0 0,-1 0-1 0 0,1 1 0 0 0,0-1 1 0 0,0 0-1 0 0,0 0 1 0 0,0 0-1 0 0,0 0 1 0 0,0 0-1 0 0,0 0 0 0 0,1 1 1 0 0,-1-1-1 0 0,0 0 1 0 0,1 0-1 0 0,-1 0 0 0 0,1 0 1 0 0,-1 0-1 0 0,1 0 1 0 0,-1 0-1 0 0,1 0 0 0 0,0 0 1 0 0,-1 0-1 0 0,1 0 1 0 0,0-1-1 0 0,0 1 1 0 0,0 0-1 0 0,0 0 0 0 0,-1-1 1 0 0,1 1-1 0 0,0-1 1 0 0,0 1-1 0 0,0 0 0 0 0,0-1 1 0 0,1 0-1 0 0,-1 1 1 0 0,0-1-1 0 0,0 0 0 0 0,0 1 1 0 0,0-1-1 0 0,0 0 1 0 0,0 0-1 0 0,1 0 1 0 0,0 0-1 0 0,4-1-312 0 0,0 1-1 0 0,-1-1 1 0 0,1 0-1 0 0,0 0 1 0 0,-1-1-1 0 0,1 0 1 0 0,9-4 0 0 0,2-4-970 0 0,0 0 1 0 0,0-1 0 0 0,-1 0 0 0 0,-1-2 0 0 0,0 0 0 0 0,21-24-1 0 0,10-19-5714 0 0,-28 29 413 0 0</inkml:trace>
  <inkml:trace contextRef="#ctx0" brushRef="#br0" timeOffset="1">176 253 756 0 0,'-148'-41'15045'0'0,"145"40"-14567"0"0,-1 1-115 0 0,-15 0 185 0 0,19 2-289 0 0,0-1-250 0 0,-1-1 1 0 0,1 1-1 0 0,0-1 0 0 0,0 1 0 0 0,0-1 0 0 0,0 0 0 0 0,0 1 0 0 0,-1-1 1 0 0,1 1-1 0 0,0-1 0 0 0,0 1 0 0 0,0-1 0 0 0,0 1 0 0 0,0-1 1 0 0,1 1-1 0 0,-1-1 0 0 0,0 1 0 0 0,0-1 0 0 0,0 1 0 0 0,0-1 1 0 0,0 1-1 0 0,1-1 0 0 0,-1 0 0 0 0,0 1 0 0 0,0-1 0 0 0,1 1 0 0 0,-1-1 1 0 0,10 7 49 0 0,1-1 0 0 0,-1 0 1 0 0,1-1-1 0 0,0 0 1 0 0,0-1-1 0 0,0 0 1 0 0,21 4-1 0 0,90 10 104 0 0,-110-16-147 0 0,227 13 17 0 0,-209-15-201 0 0,1-2 0 0 0,-1-1 0 0 0,1-2 0 0 0,-1 0 0 0 0,53-19 0 0 0,-59 14-10 0 0,-1-2 1 0 0,0 0-1 0 0,-1-2 1 0 0,-1 0 0 0 0,0-2-1 0 0,0 0 1 0 0,-2-1-1 0 0,0-1 1 0 0,32-41-1 0 0,-16 19 85 0 0,-33 38 74 0 0,3-1-5 0 0,-5 3 24 0 0,0 0-1 0 0,1 0 0 0 0,-1 0 1 0 0,0 0-1 0 0,0 0 1 0 0,0 0-1 0 0,0 0 1 0 0,0 0-1 0 0,0 0 0 0 0,0-1 1 0 0,0 1-1 0 0,0 0 1 0 0,0 0-1 0 0,1 0 1 0 0,-1 0-1 0 0,0 0 0 0 0,0 0 1 0 0,0 0-1 0 0,0 0 1 0 0,0 0-1 0 0,0 0 1 0 0,0 0-1 0 0,0 0 0 0 0,1 0 1 0 0,-1 0-1 0 0,0 0 1 0 0,0 0-1 0 0,0 0 1 0 0,0 0-1 0 0,0 0 0 0 0,0 0 1 0 0,0 0-1 0 0,0 0 1 0 0,1 0-1 0 0,-1 1 1 0 0,0-1-1 0 0,0 0 0 0 0,0 0 1 0 0,0 0-1 0 0,0 0 1 0 0,0 0-1 0 0,0 0 1 0 0,0 0-1 0 0,0 0 0 0 0,0 0 1 0 0,0 0-1 0 0,0 0 1 0 0,1 1-1 0 0,-1-1 1 0 0,0 0-1 0 0,0 0 0 0 0,0 0 1 0 0,0 0-1 0 0,0 0 1 0 0,0 0-1 0 0,0 0 1 0 0,0 0-1 0 0,0 1 0 0 0,0-1 1 0 0,0 0-1 0 0,0 0 1 0 0,0 0-1 0 0,-15 54 172 0 0,-25 59-1 0 0,6-16 378 0 0,-142 412 753 0 0,161-461-1206 0 0,-33 86 1204 0 0,47-131-826 0 0,11-18-293 0 0,21-27-118 0 0,1 0-1 0 0,3 3 1 0 0,1 0 0 0 0,55-44-1 0 0,-57 54-87 0 0,1 1 0 0 0,2 2-1 0 0,0 1 1 0 0,2 3 0 0 0,42-20 0 0 0,-75 40 14 0 0,0-1-1 0 0,0 1 1 0 0,0 1 0 0 0,0-1-1 0 0,0 1 1 0 0,0 0 0 0 0,1 0-1 0 0,-1 1 1 0 0,0-1 0 0 0,0 1-1 0 0,12 2 1 0 0,-15-1 9 0 0,-1 0-1 0 0,1 0 1 0 0,-1 0 0 0 0,1 0 0 0 0,-1 0-1 0 0,0 0 1 0 0,1 1 0 0 0,-1-1 0 0 0,0 1-1 0 0,0-1 1 0 0,0 1 0 0 0,0 0-1 0 0,-1 0 1 0 0,1 0 0 0 0,0 0 0 0 0,-1 0-1 0 0,0 0 1 0 0,1 1 0 0 0,-1-1-1 0 0,0 0 1 0 0,0 1 0 0 0,0-1 0 0 0,0 1-1 0 0,-1-1 1 0 0,1 1 0 0 0,0-1 0 0 0,-1 1-1 0 0,0 0 1 0 0,0-1 0 0 0,0 3-1 0 0,0 28-14 0 0,-2-1 0 0 0,-1 0 0 0 0,-1-1 0 0 0,-12 42 0 0 0,7-31-6 0 0,-7 68 0 0 0,15-100 27 0 0,0-5 5 0 0,1 1-1 0 0,0-1 1 0 0,-1 0-1 0 0,2 0 1 0 0,-1 1 0 0 0,1-1-1 0 0,0 0 1 0 0,0 0-1 0 0,0 0 1 0 0,3 7-1 0 0,-4-11-4 0 0,1-1 0 0 0,-1 1-1 0 0,1 0 1 0 0,0 0-1 0 0,-1 0 1 0 0,1-1-1 0 0,0 1 1 0 0,0 0-1 0 0,0-1 1 0 0,-1 1-1 0 0,1-1 1 0 0,0 1-1 0 0,0-1 1 0 0,0 1-1 0 0,0-1 1 0 0,1 1-1 0 0,0 0 6 0 0,-1-1-5 0 0,0 1-1 0 0,0-1 0 0 0,0 1 1 0 0,0 0-1 0 0,0-1 1 0 0,1 0-1 0 0,-1 1 1 0 0,0-1-1 0 0,0 0 0 0 0,0 0 1 0 0,0 1-1 0 0,0-1 1 0 0,1 0-1 0 0,-1 0 1 0 0,0 0-1 0 0,0 0 0 0 0,0-1 1 0 0,2 1-1 0 0,0-1 7 0 0,4 2 0 0 0,0-2 0 0 0,-1 1 0 0 0,1-1 0 0 0,0 0 0 0 0,-1 0 1 0 0,1-1-1 0 0,0 0 0 0 0,-1 0 0 0 0,0 0 0 0 0,1-1 0 0 0,-1 0 0 0 0,10-6 0 0 0,1-3-2 0 0,-1-1 0 0 0,25-23 0 0 0,-17 12 9 0 0,-1-1 0 0 0,-1-1 0 0 0,-2-1 0 0 0,0-1 0 0 0,-2 0 1 0 0,0-1-1 0 0,-3-1 0 0 0,0-1 0 0 0,12-38 0 0 0,-26 66-7 0 0,0-1 1 0 0,0 1-1 0 0,0-1 1 0 0,0 1-1 0 0,-1 0 0 0 0,0-1 1 0 0,1 1-1 0 0,-1-1 1 0 0,0 1-1 0 0,-1-1 1 0 0,1 1-1 0 0,-1-1 1 0 0,1 1-1 0 0,-1-1 0 0 0,0 1 1 0 0,0 0-1 0 0,-2-4 1 0 0,2 7-6 0 0,1-1 0 0 0,-1 1-1 0 0,0-1 1 0 0,1 1 0 0 0,-1-1 0 0 0,0 1 0 0 0,0 0 0 0 0,1-1 0 0 0,-1 1 0 0 0,0 0-1 0 0,0 0 1 0 0,1 0 0 0 0,-1-1 0 0 0,0 1 0 0 0,0 0 0 0 0,0 0 0 0 0,1 0 0 0 0,-1 0-1 0 0,0 1 1 0 0,-1-1 0 0 0,-2 0 9 0 0,1 0-1 0 0,-1 1 1 0 0,1-1 0 0 0,-1 1-1 0 0,1 0 1 0 0,-1 0 0 0 0,1 0-1 0 0,-1 0 1 0 0,1 1 0 0 0,0-1-1 0 0,0 1 1 0 0,-5 3-1 0 0,4-2 16 0 0,-13 8 35 0 0,1 0 0 0 0,0 2 1 0 0,1 0-1 0 0,0 1 1 0 0,1 0-1 0 0,1 1 1 0 0,0 0-1 0 0,1 1 0 0 0,1 1 1 0 0,0 0-1 0 0,2 0 1 0 0,0 1-1 0 0,0 1 1 0 0,-6 24-1 0 0,13-38-33 0 0,0 1 0 0 0,0 0 0 0 0,1-1 0 0 0,0 1 0 0 0,1 0 0 0 0,-1 0 0 0 0,1 0 0 0 0,0 0 1 0 0,1 0-1 0 0,-1-1 0 0 0,1 1 0 0 0,0 0 0 0 0,4 11 0 0 0,-3-13-7 0 0,0 0 0 0 0,1 1 0 0 0,-1-1-1 0 0,1 0 1 0 0,0 0 0 0 0,0-1 0 0 0,0 1 0 0 0,1 0 0 0 0,0-1 0 0 0,-1 0 0 0 0,1 0 0 0 0,0 0-1 0 0,0 0 1 0 0,1-1 0 0 0,-1 0 0 0 0,9 4 0 0 0,7 0-5 0 0,-1 0 0 0 0,1-1 1 0 0,0-1-1 0 0,0-1 0 0 0,0 0 0 0 0,28-1 0 0 0,-4-3-716 0 0,82-12 0 0 0,-87 6-705 0 0,0-2 0 0 0,55-20 0 0 0,-65 17-2451 0 0,49-26 1 0 0,-40 16-2692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49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74 1376 0 0,'-4'-14'4060'0'0,"-2"-2"-1200"0"0,6 14-2677 0 0,-1-1-1 0 0,1 1 1 0 0,-1 0-1 0 0,1 0 0 0 0,-1 0 1 0 0,0 0-1 0 0,0 0 1 0 0,0 0-1 0 0,0 0 0 0 0,0 0 1 0 0,0 1-1 0 0,-1-1 1 0 0,1 0-1 0 0,-1 1 0 0 0,1-1 1 0 0,-1 1-1 0 0,1-1 1 0 0,-1 1-1 0 0,0 0 0 0 0,0-1 1 0 0,0 1-1 0 0,0 0 1 0 0,0 0-1 0 0,0 1 0 0 0,0-1 1 0 0,-2 0-1 0 0,-5 1-8 0 0,0 0 0 0 0,0 1 0 0 0,1 0-1 0 0,-1 1 1 0 0,0 0 0 0 0,1 0 0 0 0,-1 1 0 0 0,1 0-1 0 0,0 0 1 0 0,0 1 0 0 0,0 0 0 0 0,-11 8 0 0 0,-3 3 51 0 0,1 0 1 0 0,1 2 0 0 0,-21 21 0 0 0,40-38-223 0 0,-25 26 185 0 0,-43 55 1 0 0,63-73-173 0 0,0 1-1 0 0,1-1 1 0 0,0 1 0 0 0,1 0 0 0 0,0 0 0 0 0,0 1 0 0 0,1-1-1 0 0,0 1 1 0 0,0 0 0 0 0,1 0 0 0 0,1 0 0 0 0,-1 11 0 0 0,2-17-11 0 0,0 0 1 0 0,0 0 0 0 0,1 0 0 0 0,0-1 0 0 0,-1 1-1 0 0,2 0 1 0 0,-1 0 0 0 0,0 0 0 0 0,1-1 0 0 0,-1 1 0 0 0,1-1-1 0 0,0 1 1 0 0,0-1 0 0 0,1 0 0 0 0,3 5 0 0 0,-1-3 0 0 0,1 0 1 0 0,-1-1 0 0 0,1 1-1 0 0,0-2 1 0 0,0 1-1 0 0,0 0 1 0 0,0-1 0 0 0,8 3-1 0 0,7 1-89 0 0,0-2-1 0 0,1 0 0 0 0,0 0 0 0 0,33 1 0 0 0,-29-5-398 0 0,-1 0 1 0 0,0-2-1 0 0,1-1 1 0 0,-1-1-1 0 0,0-1 1 0 0,37-11-1 0 0,-44 10 255 0 0,0-2 1 0 0,-1 0-1 0 0,1-1 1 0 0,-1-1-1 0 0,-1-1 0 0 0,0 0 1 0 0,0-1-1 0 0,-1-1 0 0 0,17-16 1 0 0,-8 4 427 0 0,-2-1 1 0 0,-1-1 0 0 0,-1-1 0 0 0,-1-1 0 0 0,-1-1-1 0 0,-2 0 1 0 0,17-41 0 0 0,-29 54 236 0 0,-4 16-425 0 0,0 0-1 0 0,0 0 1 0 0,0 0-1 0 0,0 0 1 0 0,0-1-1 0 0,0 1 1 0 0,0 0 0 0 0,0 0-1 0 0,0 0 1 0 0,0 0-1 0 0,0 0 1 0 0,0 0-1 0 0,0 0 1 0 0,0-1-1 0 0,0 1 1 0 0,0 0-1 0 0,0 0 1 0 0,0 0 0 0 0,0 0-1 0 0,0 0 1 0 0,0 0-1 0 0,0 0 1 0 0,0 0-1 0 0,-1 0 1 0 0,1-1-1 0 0,0 1 1 0 0,0 0 0 0 0,0 0-1 0 0,0 0 1 0 0,0 0-1 0 0,0 0 1 0 0,0 0-1 0 0,0 0 1 0 0,0 0-1 0 0,-1 0 1 0 0,1 0-1 0 0,0 0 1 0 0,0 0 0 0 0,0 0-1 0 0,0 0 1 0 0,0 0-1 0 0,0 0 1 0 0,-1 0-1 0 0,1 0 1 0 0,0 0-1 0 0,0 0 1 0 0,0 0 0 0 0,0 0-1 0 0,0 0 1 0 0,0 0-1 0 0,-20 16 585 0 0,8-2-447 0 0,0 1-1 0 0,1 0 0 0 0,0 1 0 0 0,1 0 1 0 0,1 1-1 0 0,-7 19 0 0 0,11-27-122 0 0,2 1 0 0 0,0 0 0 0 0,0-1 0 0 0,1 1 0 0 0,0 1 0 0 0,0-1 0 0 0,1 0 0 0 0,1 0 0 0 0,0 1 0 0 0,0-1 0 0 0,1 0 0 0 0,3 16 0 0 0,-3-22-10 0 0,0 0 0 0 0,1-1 1 0 0,0 1-1 0 0,-1 0 0 0 0,1-1 1 0 0,0 1-1 0 0,1-1 0 0 0,-1 0 1 0 0,1 0-1 0 0,-1 0 0 0 0,1 0 1 0 0,0 0-1 0 0,0-1 0 0 0,0 1 0 0 0,0-1 1 0 0,1 0-1 0 0,-1 0 0 0 0,1 0 1 0 0,-1 0-1 0 0,1-1 0 0 0,0 1 1 0 0,0-1-1 0 0,-1 0 0 0 0,1 0 1 0 0,0 0-1 0 0,0-1 0 0 0,6 1 1 0 0,0-1 12 0 0,0 0 0 0 0,-1 0 0 0 0,1-1 0 0 0,-1 0 0 0 0,1 0 0 0 0,-1-1 0 0 0,0-1 0 0 0,0 1 1 0 0,0-2-1 0 0,13-5 0 0 0,-11 2-17 0 0,-1 1 0 0 0,0-2 0 0 0,-1 1 0 0 0,1-1 0 0 0,-1-1 1 0 0,-1 0-1 0 0,0 0 0 0 0,0-1 0 0 0,-1 0 0 0 0,0 0 0 0 0,-1 0 0 0 0,0-1 0 0 0,6-15 0 0 0,-5 11-8 0 0,-2 0 0 0 0,0-1 0 0 0,-1 1 0 0 0,0-1-1 0 0,-1 0 1 0 0,-1 0 0 0 0,-1 0 0 0 0,0 0-1 0 0,-3-27 1 0 0,2 39-5 0 0,0 0 1 0 0,-1 1-1 0 0,0-1 0 0 0,0 0 0 0 0,0 1 0 0 0,0-1 1 0 0,0 0-1 0 0,-1 1 0 0 0,0-1 0 0 0,1 1 1 0 0,-1 0-1 0 0,-1 0 0 0 0,1 0 0 0 0,0 0 0 0 0,-1 0 1 0 0,1 0-1 0 0,-1 0 0 0 0,0 1 0 0 0,0 0 0 0 0,-3-3 1 0 0,1 3-3 0 0,1 0 1 0 0,-1 0-1 0 0,1 1 1 0 0,-1 0 0 0 0,1-1-1 0 0,-1 1 1 0 0,0 1-1 0 0,1-1 1 0 0,-1 1 0 0 0,0 0-1 0 0,0 0 1 0 0,0 0-1 0 0,1 1 1 0 0,-1-1 0 0 0,-7 3-1 0 0,-5 2 8 0 0,-1 0 0 0 0,1 1-1 0 0,0 1 1 0 0,0 0 0 0 0,-24 16 0 0 0,33-18-9 0 0,1 0-1 0 0,0 0 1 0 0,0 1 0 0 0,0 0 0 0 0,1 0 0 0 0,-1 1 0 0 0,2-1 0 0 0,-1 1 0 0 0,1 1 0 0 0,0-1 0 0 0,0 1 0 0 0,1 0 0 0 0,-5 12 0 0 0,8-18-27 0 0,0 1 1 0 0,0 0 0 0 0,1 0-1 0 0,-1 0 1 0 0,1 0 0 0 0,0 0 0 0 0,0-1-1 0 0,0 1 1 0 0,0 0 0 0 0,0 0-1 0 0,1 0 1 0 0,-1 0 0 0 0,1 0 0 0 0,0-1-1 0 0,-1 1 1 0 0,2 0 0 0 0,-1 0-1 0 0,0-1 1 0 0,0 1 0 0 0,1-1 0 0 0,-1 1-1 0 0,1-1 1 0 0,0 0 0 0 0,0 1-1 0 0,0-1 1 0 0,0 0 0 0 0,0 0 0 0 0,0-1-1 0 0,0 1 1 0 0,1 0 0 0 0,-1-1-1 0 0,1 1 1 0 0,-1-1 0 0 0,1 0 0 0 0,3 1-1 0 0,4 3-504 0 0,1-2 0 0 0,-1 0-1 0 0,1 0 1 0 0,-1 0-1 0 0,1-2 1 0 0,0 1-1 0 0,0-1 1 0 0,13-1 0 0 0,-12-1-611 0 0,-1 0 0 0 0,0 0 1 0 0,11-3-1 0 0,6-6-2780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51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2 195 316 0 0,'35'-49'6704'0'0,"-27"36"-4653"0"0,1 1 0 0 0,18-22 0 0 0,-26 33-1811 0 0,13 8 268 0 0,-8 3-358 0 0,-1 0 0 0 0,0 0 0 0 0,-1 1 0 0 0,0-1 0 0 0,0 1 0 0 0,-1 0 1 0 0,-1 0-1 0 0,0 1 0 0 0,0-1 0 0 0,-2 0 0 0 0,1 1 0 0 0,-2 11 0 0 0,0 5 402 0 0,-1 0 0 0 0,-2 0 0 0 0,-13 51 0 0 0,9-56 394 0 0,-1-1 0 0 0,-2 0 1 0 0,-23 40-1 0 0,34-61-873 0 0,-1 0 1 0 0,0 0-1 0 0,1 0 0 0 0,-1 1 0 0 0,0-1 0 0 0,0 0 0 0 0,0 0 1 0 0,0 0-1 0 0,0 0 0 0 0,0-1 0 0 0,0 1 0 0 0,-1 0 0 0 0,1 0 0 0 0,0-1 1 0 0,0 1-1 0 0,-1 0 0 0 0,1-1 0 0 0,0 0 0 0 0,-1 1 0 0 0,1-1 0 0 0,0 0 1 0 0,-1 1-1 0 0,1-1 0 0 0,0 0 0 0 0,-1 0 0 0 0,1 0 0 0 0,-1 0 0 0 0,1 0 1 0 0,0-1-1 0 0,-2 1 0 0 0,2-1-65 0 0,0 1 1 0 0,1 0 0 0 0,-1-1-1 0 0,1 1 1 0 0,-1 0-1 0 0,1-1 1 0 0,-1 1-1 0 0,1-1 1 0 0,-1 1-1 0 0,1-1 1 0 0,-1 1 0 0 0,1-1-1 0 0,0 1 1 0 0,-1-1-1 0 0,1 1 1 0 0,0-1-1 0 0,-1 0 1 0 0,1 1-1 0 0,0-1 1 0 0,0 1 0 0 0,-1-1-1 0 0,1 0 1 0 0,0 1-1 0 0,0-1 1 0 0,0 0-1 0 0,0 1 1 0 0,0-1 0 0 0,0 0-1 0 0,0 1 1 0 0,0-1-1 0 0,0 0 1 0 0,1-1-1 0 0,5-24 88 0 0,-4 22-71 0 0,2-8-46 0 0,1 0-1 0 0,0 0 1 0 0,1 0 0 0 0,0 0 0 0 0,1 1 0 0 0,1 1 0 0 0,-1-1 0 0 0,2 1 0 0 0,16-17 0 0 0,11-4-691 0 0,53-38 0 0 0,-59 47 259 0 0,50-31-1960 0 0,159-77 0 0 0,-238 130 2407 0 0,2-2-33 0 0,1 1-1 0 0,-1-1 1 0 0,0 1 0 0 0,1 0-1 0 0,-1 0 1 0 0,7-1-1 0 0,-9 2 45 0 0,2 0-42 0 0,8 11-32 0 0,-6 10 122 0 0,-2 0-1 0 0,-1 0 1 0 0,0 0-1 0 0,-3 29 1 0 0,-12 90 576 0 0,11-116-575 0 0,-2 6 1119 0 0,-13 55 1159 0 0,16-86-2318 0 0,0 1-1 0 0,0-1 1 0 0,0 1 0 0 0,0-1-1 0 0,1 1 1 0 0,-1-1-1 0 0,0 0 1 0 0,1 1 0 0 0,-1-1-1 0 0,0 0 1 0 0,1 0 0 0 0,-1 1-1 0 0,1-1 1 0 0,-1 0-1 0 0,1 0 1 0 0,-1 0 0 0 0,0-1-1 0 0,3-11-24 0 0,1-1 0 0 0,0 1 1 0 0,1 0-1 0 0,0 1 0 0 0,1-1 0 0 0,0 1 0 0 0,1 0 0 0 0,1 0 0 0 0,0 1 0 0 0,0-1 0 0 0,1 2 0 0 0,0-1 0 0 0,1 1 0 0 0,16-15 0 0 0,-8 11-47 0 0,-1 1 0 0 0,2 0-1 0 0,-1 2 1 0 0,2-1 0 0 0,0 2 0 0 0,0 1-1 0 0,0 0 1 0 0,37-10 0 0 0,-38 16 23 0 0,1 0 0 0 0,0 1 0 0 0,-1 1 0 0 0,1 1-1 0 0,32 4 1 0 0,-43-4 37 0 0,4 2 2 0 0,-1 0-1 0 0,0 0 1 0 0,12 5-1 0 0,-18-5 0 0 0,1-1-1 0 0,-1 1 1 0 0,0-1-1 0 0,0 0 0 0 0,1 0 1 0 0,-1 0-1 0 0,1-1 0 0 0,-1 0 1 0 0,1 0-1 0 0,-1 0 0 0 0,0 0 1 0 0,1-1-1 0 0,-1 0 1 0 0,7-3-1 0 0,-7 3-24 0 0,-1-2 1 0 0,0 1-1 0 0,0 0 1 0 0,0-1 0 0 0,0 0-1 0 0,-1 0 1 0 0,1 0-1 0 0,-1 0 1 0 0,0 0-1 0 0,1-1 1 0 0,-2 0-1 0 0,1 1 1 0 0,0-1-1 0 0,-1 0 1 0 0,0-1-1 0 0,1 1 1 0 0,-2 0-1 0 0,1 0 1 0 0,1-8-1 0 0,0 2-3 0 0,-1 0 0 0 0,0 0 0 0 0,-1-1 0 0 0,0 1 0 0 0,-1 0-1 0 0,0 0 1 0 0,-1-13 0 0 0,1 23 23 0 0,-1-1-1 0 0,1 1 0 0 0,0-1 0 0 0,0 1 1 0 0,0-1-1 0 0,0 1 0 0 0,-1-1 1 0 0,1 1-1 0 0,0-1 0 0 0,-1 1 0 0 0,1-1 1 0 0,0 1-1 0 0,-1-1 0 0 0,1 1 1 0 0,-1 0-1 0 0,1-1 0 0 0,0 1 1 0 0,-1 0-1 0 0,1-1 0 0 0,-1 1 0 0 0,1 0 1 0 0,-1 0-1 0 0,1-1 0 0 0,-1 1 1 0 0,1 0-1 0 0,-1 0 0 0 0,1 0 1 0 0,-1 0-1 0 0,0 0 0 0 0,1-1 0 0 0,-1 1 1 0 0,0 0-1 0 0,-16 2-44 0 0,16-1 51 0 0,-5 1-10 0 0,-1 0 1 0 0,1 1 0 0 0,0 0 0 0 0,0 1-1 0 0,1-1 1 0 0,-1 1 0 0 0,1 0 0 0 0,0 1 0 0 0,0-1-1 0 0,-9 11 1 0 0,9-10 1 0 0,-19 20 6 0 0,1 1 1 0 0,1 1 0 0 0,-23 38-1 0 0,35-49-1 0 0,1 1-1 0 0,0 1 1 0 0,1-1-1 0 0,1 1 0 0 0,0 1 1 0 0,2-1-1 0 0,-5 28 1 0 0,9-43 3 0 0,1 0 0 0 0,-1 0 0 0 0,1 1 0 0 0,0-1 0 0 0,1 0 0 0 0,-1 0 0 0 0,0 0 0 0 0,1 0 0 0 0,0 1 0 0 0,-1-1 0 0 0,1 0 0 0 0,0 0 0 0 0,1-1 1 0 0,-1 1-1 0 0,1 0 0 0 0,-1 0 0 0 0,4 4 0 0 0,-2-4-4 0 0,1 0-1 0 0,-1 0 1 0 0,0 0 0 0 0,1 0 0 0 0,0-1 0 0 0,0 0-1 0 0,-1 1 1 0 0,1-1 0 0 0,1-1 0 0 0,-1 1 0 0 0,6 1-1 0 0,4 0-146 0 0,0-1 0 0 0,0 0-1 0 0,0-1 1 0 0,0 0 0 0 0,0-1 0 0 0,0-1-1 0 0,15-2 1 0 0,-1-3-382 0 0,0 0-1 0 0,-1-2 1 0 0,1-1 0 0 0,-2-2-1 0 0,0 0 1 0 0,0-1 0 0 0,33-23-1 0 0,-32 17 268 0 0,-1-1-1 0 0,-1-1 1 0 0,0-1-1 0 0,-2-1 1 0 0,0-1-1 0 0,25-35 1 0 0,-38 45 476 0 0,-1-2 1 0 0,0 1-1 0 0,-1-1 1 0 0,-1 0-1 0 0,0-1 1 0 0,7-26 0 0 0,-14 41-205 0 0,1 0 0 0 0,-1 0 0 0 0,0 0 0 0 0,0 0 0 0 0,0 0 1 0 0,0 0-1 0 0,0 0 0 0 0,0 0 0 0 0,0 0 0 0 0,0 0 0 0 0,0 0 0 0 0,0 0 1 0 0,0 0-1 0 0,-1 0 0 0 0,1 0 0 0 0,0 0 0 0 0,-1 0 0 0 0,1 0 0 0 0,-1 0 1 0 0,1 0-1 0 0,-1 0 0 0 0,1 1 0 0 0,-1-1 0 0 0,0 0 0 0 0,1 0 0 0 0,-1 1 1 0 0,0-1-1 0 0,0 0 0 0 0,1 1 0 0 0,-1-1 0 0 0,0 1 0 0 0,0-1 1 0 0,0 1-1 0 0,0-1 0 0 0,0 1 0 0 0,0 0 0 0 0,0-1 0 0 0,0 1 0 0 0,0 0 1 0 0,-1 0-1 0 0,-1-1-4 0 0,1 1 0 0 0,-1 0 1 0 0,1 0-1 0 0,0 0 1 0 0,-1 0-1 0 0,1 1 0 0 0,-1-1 1 0 0,1 1-1 0 0,-1-1 1 0 0,1 1-1 0 0,0 0 0 0 0,0 0 1 0 0,-1 0-1 0 0,1 0 1 0 0,0 0-1 0 0,-2 2 0 0 0,2-1 2 0 0,-1 0 0 0 0,1 0 0 0 0,0 0-1 0 0,0 1 1 0 0,1-1 0 0 0,-1 0 0 0 0,0 1-1 0 0,1-1 1 0 0,0 1 0 0 0,-1 0 0 0 0,1 0-1 0 0,0-1 1 0 0,0 1 0 0 0,1 0 0 0 0,-2 6-1 0 0,2-4 6 0 0,0 0 0 0 0,0 1 0 0 0,0-1 0 0 0,1 0-1 0 0,0 1 1 0 0,0-1 0 0 0,0 0 0 0 0,3 7-1 0 0,4 7 23 0 0,1 0-1 0 0,1 0 1 0 0,19 26-1 0 0,-24-38-31 0 0,8 11-165 0 0,-4-5 273 0 0,0 0 1 0 0,-1 0-1 0 0,-1 1 0 0 0,0 0 0 0 0,6 18 0 0 0,-12-29 32 0 0,0 1 1 0 0,0 0-1 0 0,0 0 0 0 0,-1 0 1 0 0,1 0-1 0 0,-1 0 0 0 0,0 0 0 0 0,0 0 1 0 0,-1 0-1 0 0,1 0 0 0 0,-1 0 0 0 0,0 0 1 0 0,0 0-1 0 0,0-1 0 0 0,0 1 0 0 0,-1 0 1 0 0,0-1-1 0 0,0 1 0 0 0,0-1 1 0 0,0 1-1 0 0,0-1 0 0 0,0 0 0 0 0,-1 0 1 0 0,0 0-1 0 0,-5 4 0 0 0,0 0 115 0 0,0-1-1 0 0,0 0 1 0 0,-1-1-1 0 0,0 0 1 0 0,0 0-1 0 0,0-1 1 0 0,-1 0 0 0 0,1-1-1 0 0,-15 4 1 0 0,8-4 107 0 0,-1 0-1 0 0,1-1 1 0 0,0-1 0 0 0,-33-1 0 0 0,45-1-353 0 0,0 1 0 0 0,0-1 1 0 0,-1 0-1 0 0,1 0 0 0 0,0 0 0 0 0,0-1 0 0 0,0 1 1 0 0,0-1-1 0 0,1 0 0 0 0,-1 0 0 0 0,-5-4 1 0 0,8 5-91 0 0,0 0 0 0 0,0 1 1 0 0,0-1-1 0 0,1 0 0 0 0,-1 0 1 0 0,0 1-1 0 0,1-1 0 0 0,-1 0 1 0 0,1 0-1 0 0,-1 0 0 0 0,1 0 1 0 0,-1 0-1 0 0,1 0 0 0 0,0 0 1 0 0,-1 0-1 0 0,1 0 1 0 0,0 0-1 0 0,0 0 0 0 0,0 0 1 0 0,0 0-1 0 0,0 0 0 0 0,0 0 1 0 0,0-1-1 0 0,0 1 0 0 0,0 0 1 0 0,1 0-1 0 0,-1 0 0 0 0,0 0 1 0 0,0 0-1 0 0,1 0 0 0 0,-1 0 1 0 0,1 0-1 0 0,-1 1 1 0 0,1-1-1 0 0,0 0 0 0 0,0-1 1 0 0,2-2-343 0 0,0 0 1 0 0,0 1-1 0 0,1-1 1 0 0,-1 1-1 0 0,1 0 1 0 0,4-3-1 0 0,15-8-2536 0 0,1 0-1 0 0,27-10 1 0 0,-45 22 2027 0 0,30-15-5339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52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 80 40 0 0,'35'-71'17849'0'0,"-29"63"-14343"0"0,-125 303 3966 0 0,11 5-4847 0 0,-91 308-1799 0 0,190-579-675 0 0,-41 113-12 0 0,-6 23-879 0 0,39-137-3058 0 0</inkml:trace>
  <inkml:trace contextRef="#ctx0" brushRef="#br0" timeOffset="1">257 370 24 0 0,'24'-97'8329'0'0,"-21"88"-7677"0"0,0-1 1 0 0,1 1-1 0 0,0-1 0 0 0,1 1 1 0 0,0 0-1 0 0,0 1 1 0 0,12-14-1 0 0,-11 17-521 0 0,-1 0-1 0 0,2 1 1 0 0,-1-1 0 0 0,0 1 0 0 0,1 1-1 0 0,-1-1 1 0 0,1 1 0 0 0,0 0 0 0 0,0 1-1 0 0,1 0 1 0 0,-1 0 0 0 0,0 1-1 0 0,1-1 1 0 0,-1 1 0 0 0,1 1 0 0 0,-1 0-1 0 0,1 0 1 0 0,11 2 0 0 0,3 0 79 0 0,0 2 1 0 0,-1 0-1 0 0,1 1 1 0 0,-1 2-1 0 0,22 8 1 0 0,-29-9 65 0 0,0 0 0 0 0,0 1 0 0 0,-1 0-1 0 0,0 1 1 0 0,16 13 0 0 0,-26-19-183 0 0,-1 0-1 0 0,0 0 1 0 0,0 0-1 0 0,1 0 1 0 0,-1 0 0 0 0,-1 0-1 0 0,1 1 1 0 0,0-1-1 0 0,-1 1 1 0 0,1-1-1 0 0,-1 1 1 0 0,0 0 0 0 0,0 0-1 0 0,0 0 1 0 0,0-1-1 0 0,0 1 1 0 0,0 0-1 0 0,-1 0 1 0 0,0 0-1 0 0,0 0 1 0 0,1 0 0 0 0,-2 0-1 0 0,1 0 1 0 0,0 0-1 0 0,-1 0 1 0 0,1 0-1 0 0,-1 0 1 0 0,0 0 0 0 0,0 0-1 0 0,0 0 1 0 0,0-1-1 0 0,0 1 1 0 0,-4 4-1 0 0,0 2 28 0 0,-2-1-1 0 0,1 0 1 0 0,-1-1-1 0 0,0 1 1 0 0,-1-2-1 0 0,1 1 1 0 0,-1-1-1 0 0,-1 0 1 0 0,1 0-1 0 0,-12 5 1 0 0,-12 4 85 0 0,-55 18 1 0 0,56-22-96 0 0,22-8-488 0 0,0 0 0 0 0,1 0 0 0 0,-18 2 0 0 0,22-5-883 0 0,-2-3-942 0 0,-4 1 888 0 0</inkml:trace>
  <inkml:trace contextRef="#ctx0" brushRef="#br0" timeOffset="2">920 172 2848 0 0,'2'-1'2254'0'0,"1"-3"-1303"0"0,13-12 4155 0 0,-16 15-5036 0 0,0 1-1 0 0,1 0 0 0 0,-1 0 0 0 0,0-1 1 0 0,0 1-1 0 0,0 0 0 0 0,0 0 1 0 0,0 0-1 0 0,0 0 0 0 0,1-1 0 0 0,-1 1 1 0 0,0 0-1 0 0,0 0 0 0 0,0 0 0 0 0,1 0 1 0 0,-1-1-1 0 0,0 1 0 0 0,0 0 1 0 0,0 0-1 0 0,1 0 0 0 0,-1 0 0 0 0,0 0 1 0 0,0 0-1 0 0,0 0 0 0 0,1 0 1 0 0,-1 0-1 0 0,0 0 0 0 0,0 0 0 0 0,1 0 1 0 0,-1 0-1 0 0,0 0 0 0 0,0 0 0 0 0,1 0 1 0 0,-1 0-1 0 0,0 0 0 0 0,0 0 1 0 0,0 0-1 0 0,1 0 0 0 0,-1 0 0 0 0,0 0 1 0 0,0 1-1 0 0,0-1 0 0 0,1 0 1 0 0,-1 0-1 0 0,0 0 0 0 0,0 0 0 0 0,0 0 1 0 0,1 1-1 0 0,-1-1 0 0 0,0 0 1 0 0,0 0-1 0 0,0 0 0 0 0,0 1 0 0 0,0-1 1 0 0,0 0-1 0 0,0 0 0 0 0,1 0 0 0 0,-1 1 1 0 0,0-1-1 0 0,0 0 0 0 0,0 0 1 0 0,0 1-1 0 0,0-1 0 0 0,0 0 0 0 0,0 0 1 0 0,0 1-1 0 0,0-1 0 0 0,0 0 1 0 0,0 1-1 0 0,-1 1 57 0 0,0 1 1 0 0,1 0-1 0 0,-1-1 1 0 0,0 1-1 0 0,0-1 1 0 0,-1 1-1 0 0,1-1 1 0 0,-3 4-1 0 0,0 1 172 0 0,-7 13 332 0 0,-39 78 1118 0 0,43-82-1620 0 0,1 0 0 0 0,0 1 0 0 0,1 0 0 0 0,-3 21 0 0 0,7-33-77 0 0,1 0 1 0 0,-1 1 0 0 0,1-1 0 0 0,0 0 0 0 0,1 1-1 0 0,-1-1 1 0 0,1 0 0 0 0,3 10 0 0 0,-4-13-34 0 0,1 0 0 0 0,0 0 0 0 0,0 0 0 0 0,0 0 0 0 0,0-1 1 0 0,0 1-1 0 0,1 0 0 0 0,-1-1 0 0 0,0 1 0 0 0,1-1 0 0 0,-1 1 0 0 0,1-1 0 0 0,-1 0 1 0 0,1 0-1 0 0,0 0 0 0 0,0 0 0 0 0,0 0 0 0 0,-1 0 0 0 0,1 0 0 0 0,0 0 1 0 0,0-1-1 0 0,0 1 0 0 0,0-1 0 0 0,0 0 0 0 0,0 1 0 0 0,0-1 0 0 0,0 0 1 0 0,3 0-1 0 0,4-1 4 0 0,-1 0-1 0 0,1 0 1 0 0,-1-1 0 0 0,1 0 0 0 0,-1 0 0 0 0,0-1 0 0 0,0 0 0 0 0,0-1-1 0 0,0 1 1 0 0,-1-2 0 0 0,0 1 0 0 0,1-1 0 0 0,-2 0 0 0 0,1 0 0 0 0,7-8 0 0 0,-1 0-19 0 0,-1 0 0 0 0,0-1 0 0 0,-1 0 1 0 0,-1-1-1 0 0,0-1 0 0 0,11-23 0 0 0,-16 28-2 0 0,-1 1 0 0 0,0-1 0 0 0,0 0 1 0 0,-2 0-1 0 0,1 0 0 0 0,-1 0 0 0 0,-1 0 0 0 0,0-1 0 0 0,0 1 0 0 0,-1 0 0 0 0,-3-18 0 0 0,2 23-10 0 0,0 1 1 0 0,0-1 0 0 0,0 1-1 0 0,-1 0 1 0 0,0 0 0 0 0,0-1-1 0 0,-1 1 1 0 0,1 1 0 0 0,-1-1-1 0 0,0 0 1 0 0,0 1 0 0 0,-1-1-1 0 0,1 1 1 0 0,-1 0 0 0 0,0 0-1 0 0,0 1 1 0 0,-1-1-1 0 0,1 1 1 0 0,-1 0 0 0 0,1 0-1 0 0,-1 0 1 0 0,0 1 0 0 0,0-1-1 0 0,0 1 1 0 0,-8-2 0 0 0,3 2-4 0 0,0 0 0 0 0,0 1 0 0 0,0 0 0 0 0,0 1 0 0 0,-1 0 0 0 0,1 0 0 0 0,0 1 0 0 0,0 0 0 0 0,0 1 0 0 0,-14 4 0 0 0,16-4 4 0 0,0 1 0 0 0,1 0 0 0 0,-1 0 0 0 0,1 1 0 0 0,0 0-1 0 0,0 0 1 0 0,0 0 0 0 0,0 1 0 0 0,1 0 0 0 0,0 0 0 0 0,0 1 0 0 0,0 0 0 0 0,-7 10 0 0 0,12-15 6 0 0,0 0 0 0 0,0 1 0 0 0,0-1-1 0 0,0 1 1 0 0,0-1 0 0 0,0 1 0 0 0,0-1 0 0 0,1 1 0 0 0,-1-1 0 0 0,1 1 0 0 0,-1-1 0 0 0,1 1-1 0 0,0 0 1 0 0,-1 0 0 0 0,1-1 0 0 0,0 1 0 0 0,0 0 0 0 0,0-1 0 0 0,0 1 0 0 0,1 0-1 0 0,-1-1 1 0 0,0 1 0 0 0,1 0 0 0 0,-1-1 0 0 0,1 1 0 0 0,0-1 0 0 0,-1 1 0 0 0,1-1-1 0 0,0 1 1 0 0,0-1 0 0 0,0 1 0 0 0,0-1 0 0 0,0 0 0 0 0,0 1 0 0 0,0-1 0 0 0,1 0-1 0 0,-1 0 1 0 0,0 0 0 0 0,1 0 0 0 0,-1 0 0 0 0,1 0 0 0 0,-1 0 0 0 0,3 0 0 0 0,3 2-15 0 0,0 0 0 0 0,0-1-1 0 0,0 0 1 0 0,0 0 0 0 0,1 0 0 0 0,-1-1 0 0 0,0-1 0 0 0,15 1 0 0 0,-4-3-119 0 0,0 0-1 0 0,0-2 1 0 0,0 0-1 0 0,0 0 0 0 0,22-11 1 0 0,84-42-231 0 0,-66 28 236 0 0,61-29-101 0 0,-117 58 228 0 0,0-1-1 0 0,0 1 0 0 0,0-1 1 0 0,0 1-1 0 0,0 0 0 0 0,0-1 0 0 0,0 1 1 0 0,0 0-1 0 0,0 1 0 0 0,0-1 1 0 0,0 0-1 0 0,0 1 0 0 0,0-1 1 0 0,0 1-1 0 0,0-1 0 0 0,0 1 0 0 0,0 0 1 0 0,0 0-1 0 0,2 2 0 0 0,-1-2 4 0 0,0 2 1 0 0,0-1-1 0 0,0 0 0 0 0,-1 0 0 0 0,1 1 1 0 0,-1 0-1 0 0,1-1 0 0 0,-1 1 0 0 0,0 0 1 0 0,2 4-1 0 0,-1 2 23 0 0,0-1 0 0 0,0 1 0 0 0,-1-1 0 0 0,0 1 0 0 0,0 0 0 0 0,-1 0 0 0 0,-1 0 0 0 0,1-1 0 0 0,-1 1 0 0 0,-2 14 0 0 0,-3 12 131 0 0,-12 43 1 0 0,16-70-140 0 0,-8 19 145 0 0,0-1 0 0 0,-16 31 0 0 0,15-34 172 0 0,9-21-287 0 0,0-1 0 0 0,0 1 0 0 0,0 0 0 0 0,0 0 0 0 0,0-1 0 0 0,0 1 0 0 0,0 0 0 0 0,-1-1 0 0 0,1 1 0 0 0,-3 1 0 0 0,3-2-25 0 0,1-1 0 0 0,-1 0 0 0 0,0 1 0 0 0,1-1 0 0 0,-1 0 0 0 0,0 1 0 0 0,0-1 0 0 0,1 0 0 0 0,-1 0 0 0 0,0 0 0 0 0,0 0 0 0 0,0 0 0 0 0,1 0-1 0 0,-1 0 1 0 0,0 0 0 0 0,0 0 0 0 0,1 0 0 0 0,-3-1 0 0 0,3-1-9 0 0,-1 0-1 0 0,0 0 1 0 0,1 0 0 0 0,0 0-1 0 0,-1 0 1 0 0,1 0-1 0 0,0-1 1 0 0,0 1-1 0 0,0 0 1 0 0,0 0-1 0 0,2-4 1 0 0,-1-3-11 0 0,2 1 1 0 0,-1 0-1 0 0,1 0 1 0 0,0 0-1 0 0,1 0 1 0 0,0 1-1 0 0,6-11 1 0 0,39-45-69 0 0,-14 21 3 0 0,51-45 0 0 0,-64 68 30 0 0,0 1 0 0 0,1 1 0 0 0,1 1 1 0 0,30-15-1 0 0,-49 28 27 0 0,0 0 0 0 0,1 1 0 0 0,-1 0 0 0 0,1 0 0 0 0,-1 1 0 0 0,1 0 0 0 0,-1 0 0 0 0,1 0 0 0 0,0 0 0 0 0,0 1 1 0 0,-1 0-1 0 0,1 0 0 0 0,0 1 0 0 0,-1 0 0 0 0,10 1 0 0 0,-13-1 9 0 0,1 1-1 0 0,0-1 1 0 0,0 0 0 0 0,-1 1 0 0 0,1-1 0 0 0,-1 1-1 0 0,1 0 1 0 0,-1 0 0 0 0,0 0 0 0 0,1 0-1 0 0,-1 0 1 0 0,0 1 0 0 0,0-1 0 0 0,-1 1 0 0 0,1-1-1 0 0,-1 1 1 0 0,1 0 0 0 0,-1-1 0 0 0,0 1 0 0 0,0 0-1 0 0,0 0 1 0 0,0 0 0 0 0,0 0 0 0 0,-1 0-1 0 0,1 0 1 0 0,-1 0 0 0 0,0 0 0 0 0,0 5 0 0 0,0 2 18 0 0,-1 1 1 0 0,-1-1 0 0 0,1 0-1 0 0,-1 1 1 0 0,-1-1 0 0 0,0 0-1 0 0,-5 10 1 0 0,-5 8-25 0 0,-17 27 0 0 0,-1 0-1803 0 0,31-54 1478 0 0,-1 1 0 0 0,0-1 0 0 0,0 1 0 0 0,1-1 0 0 0,-1 1 0 0 0,1-1 0 0 0,-1 1 0 0 0,1-1 0 0 0,0 1 0 0 0,-1-1 0 0 0,1 1 0 0 0,0-1 0 0 0,0 1 0 0 0,0-1 0 0 0,0 1 0 0 0,0 0 0 0 0,1-1 0 0 0,-1 1 0 0 0,0-1 0 0 0,1 1 0 0 0,-1-1 0 0 0,1 1 0 0 0,0-1 0 0 0,-1 0 0 0 0,1 1 0 0 0,0-1 0 0 0,0 0 0 0 0,0 1 0 0 0,0-1 0 0 0,0 0 0 0 0,0 0 0 0 0,0 0 0 0 0,3 2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54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420 937 1776 0 0,'4'-22'4958'0'0,"-4"20"-4556"0"0,1-1 0 0 0,-1 0 1 0 0,0 0-1 0 0,0 0 1 0 0,0 0-1 0 0,-1 0 0 0 0,1 0 1 0 0,-1 0-1 0 0,1 0 1 0 0,-1 1-1 0 0,-2-6 0 0 0,2 7-281 0 0,-1 0-1 0 0,1 0 1 0 0,0 0 0 0 0,-1 0-1 0 0,1 0 1 0 0,-1 0-1 0 0,1 1 1 0 0,-1-1-1 0 0,1 1 1 0 0,-1-1-1 0 0,0 1 1 0 0,1-1-1 0 0,-1 1 1 0 0,1 0-1 0 0,-1 0 1 0 0,0-1 0 0 0,1 1-1 0 0,-3 1 1 0 0,-2-1 64 0 0,0 0-1 0 0,0 0 1 0 0,1 1 0 0 0,-1 0 0 0 0,0 0 0 0 0,1 1 0 0 0,-1-1 0 0 0,-9 6 0 0 0,-41 21 881 0 0,54-27-1007 0 0,-22 14 279 0 0,2 0-1 0 0,0 1 0 0 0,0 1 1 0 0,2 1-1 0 0,-31 34 0 0 0,37-36-219 0 0,1 1 0 0 0,1 0 0 0 0,0 0-1 0 0,2 1 1 0 0,0 1 0 0 0,1 0 0 0 0,-13 39-1 0 0,20-55-97 0 0,1 1 0 0 0,1-1-1 0 0,-1 0 1 0 0,0 1 0 0 0,1-1-1 0 0,0 1 1 0 0,-1-1 0 0 0,1 1-1 0 0,1-1 1 0 0,-1 1 0 0 0,0-1-1 0 0,1 0 1 0 0,0 1-1 0 0,0-1 1 0 0,0 1 0 0 0,0-1-1 0 0,0 0 1 0 0,1 0 0 0 0,-1 0-1 0 0,1 0 1 0 0,0 0 0 0 0,0 0-1 0 0,0 0 1 0 0,0-1-1 0 0,3 3 1 0 0,-1-2-3 0 0,0 0 0 0 0,0-1-1 0 0,1 1 1 0 0,-1-1 0 0 0,0 0 0 0 0,1-1-1 0 0,-1 1 1 0 0,1-1 0 0 0,0 0 0 0 0,-1 0-1 0 0,1 0 1 0 0,0 0 0 0 0,0-1 0 0 0,-1 0-1 0 0,1 0 1 0 0,0 0 0 0 0,7-2 0 0 0,2-1-43 0 0,0-1 1 0 0,0 0 0 0 0,0-1 0 0 0,-1-1-1 0 0,0 0 1 0 0,0-1 0 0 0,0 0 0 0 0,-1-1-1 0 0,0 0 1 0 0,-1-1 0 0 0,1 0 0 0 0,18-21-1 0 0,-1-3-479 0 0,-2 0-1 0 0,-2-2 1 0 0,24-40-1 0 0,-19 21 132 0 0,-2-2 0 0 0,-2 0 0 0 0,-3-2-1 0 0,-2-1 1 0 0,-3 0 0 0 0,-3-1 0 0 0,-2-1 0 0 0,-3 0-1 0 0,-2-1 1 0 0,-1-80 0 0 0,-8 102 476 0 0,-1 0 0 0 0,-2 0 0 0 0,-2 0 1 0 0,-21-76-1 0 0,26 114-88 0 0,0-1 0 0 0,0 1 1 0 0,0-1-1 0 0,0 1 1 0 0,0-1-1 0 0,0 1 0 0 0,-1 0 1 0 0,1 0-1 0 0,-1 0 1 0 0,0 0-1 0 0,0 0 0 0 0,0 0 1 0 0,0 0-1 0 0,0 0 0 0 0,0 1 1 0 0,0-1-1 0 0,0 1 1 0 0,-5-2-1 0 0,5 2 2 0 0,0 1 1 0 0,0-1-1 0 0,0 1 0 0 0,0 0 0 0 0,0-1 1 0 0,0 1-1 0 0,0 0 0 0 0,0 1 0 0 0,0-1 1 0 0,0 0-1 0 0,0 0 0 0 0,0 1 0 0 0,0-1 1 0 0,0 1-1 0 0,0 0 0 0 0,0 0 0 0 0,1-1 1 0 0,-1 1-1 0 0,0 0 0 0 0,0 1 0 0 0,1-1 1 0 0,-1 0-1 0 0,1 0 0 0 0,-1 1 0 0 0,-1 1 1 0 0,-10 12 182 0 0,1 0 0 0 0,0 1 0 0 0,1 0 0 0 0,0 0 0 0 0,2 1 0 0 0,-14 34 1 0 0,-33 117 585 0 0,47-136-581 0 0,-18 67 188 0 0,4 2 1 0 0,5 1 0 0 0,-9 200-1 0 0,27-281-373 0 0,0-1 0 0 0,2 0 0 0 0,0 0 0 0 0,1-1 0 0 0,1 1 0 0 0,0-1 0 0 0,13 33-1 0 0,-12-41-210 0 0,-1-1 0 0 0,2-1-1 0 0,-1 1 1 0 0,1-1-1 0 0,1 0 1 0 0,0 0 0 0 0,0 0-1 0 0,0-1 1 0 0,1 0-1 0 0,1-1 1 0 0,-1 0-1 0 0,1 0 1 0 0,0-1 0 0 0,1 0-1 0 0,13 6 1 0 0,-13-7-514 0 0,0-1 0 0 0,0 0 0 0 0,1-1 0 0 0,0 0 0 0 0,20 2 1 0 0,-24-4-136 0 0,0-1 1 0 0,0 0 0 0 0,-1-1 0 0 0,1 0 0 0 0,0 0 0 0 0,10-2 0 0 0,5-5-2827 0 0</inkml:trace>
  <inkml:trace contextRef="#ctx0" brushRef="#br0" timeOffset="1">737 1178 2344 0 0,'14'-33'3589'0'0,"0"0"-1"0"0,16-67 0 0 0,-13 42 1921 0 0,-26 70-4626 0 0,-3 8-411 0 0,2 1 0 0 0,1 0 0 0 0,1 1-1 0 0,0-1 1 0 0,-6 35 0 0 0,1-8-147 0 0,-14 74 207 0 0,14-59-132 0 0,13-63-395 0 0,0 1 0 0 0,0 0 0 0 0,-1 0 0 0 0,1-1 0 0 0,0 1 0 0 0,0 0 0 0 0,0 0 0 0 0,0-1 0 0 0,0 1 0 0 0,0 0 0 0 0,0 0 0 0 0,0-1 0 0 0,1 1 0 0 0,-1 0 0 0 0,0 0 0 0 0,0-1 0 0 0,1 1 0 0 0,0 1 0 0 0,-1-1-54 0 0,0-1 0 0 0,1 0 1 0 0,-1 0-1 0 0,1 1 0 0 0,-1-1 1 0 0,1 0-1 0 0,-1 0 0 0 0,0 1 0 0 0,1-1 1 0 0,-1 0-1 0 0,1 0 0 0 0,-1 0 1 0 0,1 0-1 0 0,-1 0 0 0 0,1 0 1 0 0,-1 0-1 0 0,1 0 0 0 0,-1 0 1 0 0,1 0-1 0 0,-1 0 0 0 0,1 0 1 0 0,2-1-232 0 0,0 1 1 0 0,-1-1 0 0 0,1 0 0 0 0,-1 0-1 0 0,0 0 1 0 0,1-1 0 0 0,3-2 0 0 0,1-1-1318 0 0,0-1 1 0 0,-1 0 0 0 0,0-1 0 0 0,0 1 0 0 0,5-9 0 0 0,4-7-6802 0 0</inkml:trace>
  <inkml:trace contextRef="#ctx0" brushRef="#br0" timeOffset="2">877 484 2312 0 0,'-10'-19'2044'0'0,"2"0"-407"0"0,1 6-225 0 0,-1-2-204 0 0,4 3-228 0 0,-3 6-248 0 0,3-5-148 0 0,-2 3 228 0 0,0-3-512 0 0,1 24-5180 0 0</inkml:trace>
  <inkml:trace contextRef="#ctx0" brushRef="#br0" timeOffset="3">926 857 2120 0 0,'0'0'2038'0'0,"1"14"3134"0"0,3-1-4282 0 0,32 110 3701 0 0,-32-105-4265 0 0,-1 0 1 0 0,-1 0-1 0 0,-1 1 1 0 0,0-1 0 0 0,-3 23-1 0 0,1-34-235 0 0,-1 19 214 0 0,-1 0 0 0 0,-1 0 1 0 0,-1-1-1 0 0,-12 34 0 0 0,16-56-205 0 0,0 0 0 0 0,0 0-1 0 0,0 0 1 0 0,-1-1 0 0 0,1 1 0 0 0,-1 0-1 0 0,1-1 1 0 0,-1 1 0 0 0,0-1 0 0 0,0 1-1 0 0,0-1 1 0 0,0 0 0 0 0,-1 0 0 0 0,1 0-1 0 0,-6 3 1 0 0,6-4 9 0 0,-3-10 131 0 0,5 8-233 0 0,-1 0 0 0 0,1 0-1 0 0,-1 1 1 0 0,1-1 0 0 0,-1 0-1 0 0,1 0 1 0 0,-1 0 0 0 0,1 1-1 0 0,0-1 1 0 0,-1 0 0 0 0,1 0-1 0 0,0 0 1 0 0,0 0-1 0 0,0 0 1 0 0,0 0 0 0 0,0 0-1 0 0,0 0 1 0 0,0 0 0 0 0,0 0-1 0 0,0-1 1 0 0,5-15 4 0 0,0 0 0 0 0,1 0 0 0 0,0 0 0 0 0,2 1 0 0 0,0 0 0 0 0,0 0 0 0 0,2 1 0 0 0,0 0 0 0 0,13-14 0 0 0,5-5-28 0 0,3 2-1 0 0,53-46 1 0 0,-66 64 0 0 0,31-19 1 0 0,-42 28 11 0 0,0 1 1 0 0,1 0-1 0 0,0 1 1 0 0,0 0-1 0 0,0 0 1 0 0,17-3-1 0 0,-21 5 5 0 0,0 0 0 0 0,0 1 0 0 0,0 0 0 0 0,0 0 0 0 0,0 0 0 0 0,0 0 0 0 0,0 1 0 0 0,0-1 0 0 0,0 1 0 0 0,0 0 0 0 0,0 0 0 0 0,0 1 0 0 0,0-1 0 0 0,-1 1 0 0 0,1 0 0 0 0,-1 0 0 0 0,1 0 0 0 0,-1 0 0 0 0,0 0 0 0 0,0 1 0 0 0,0 0 0 0 0,0 0 0 0 0,0-1 0 0 0,0 2 0 0 0,-1-1 0 0 0,1 0 0 0 0,-1 0 0 0 0,0 1 0 0 0,0-1 1 0 0,-1 1-1 0 0,1 0 0 0 0,-1 0 0 0 0,1-1 0 0 0,0 7 0 0 0,1 2 13 0 0,-1 0 1 0 0,-1 1-1 0 0,1 0 1 0 0,-2 0-1 0 0,0-1 1 0 0,-1 1 0 0 0,0 0-1 0 0,-1-1 1 0 0,-4 19-1 0 0,-5 4-131 0 0,-1 5-3462 0 0,11-35 1762 0 0,1 4 286 0 0</inkml:trace>
  <inkml:trace contextRef="#ctx0" brushRef="#br0" timeOffset="4">1893 1044 128 0 0,'2'-4'686'0'0,"0"0"-1"0"0,0 0 1 0 0,0 0 0 0 0,-1 0 0 0 0,1 0-1 0 0,-1-1 1 0 0,0 1 0 0 0,-1 0-1 0 0,1-1 1 0 0,-1 1 0 0 0,1 0 0 0 0,-1-1-1 0 0,-1 1 1 0 0,0-8 0 0 0,0 11-580 0 0,0-1 1 0 0,0 1-1 0 0,0-1 1 0 0,0 1 0 0 0,0-1-1 0 0,0 1 1 0 0,-1 0 0 0 0,1-1-1 0 0,0 1 1 0 0,-1 0-1 0 0,1 0 1 0 0,-1 0 0 0 0,1 0-1 0 0,-1 0 1 0 0,0 1-1 0 0,1-1 1 0 0,-1 0 0 0 0,0 1-1 0 0,-2-1 1 0 0,0 0-33 0 0,1 0 0 0 0,0 0 1 0 0,-1 1-1 0 0,1-1 0 0 0,0 1 0 0 0,-1 0 0 0 0,1 0 1 0 0,0 0-1 0 0,-1 1 0 0 0,1-1 0 0 0,-5 2 1 0 0,-1 0 119 0 0,-16 3 12 0 0,1 1 1 0 0,1 1-1 0 0,-1 1 0 0 0,1 1 0 0 0,1 1 1 0 0,0 2-1 0 0,0 0 0 0 0,1 1 0 0 0,1 1 0 0 0,0 0 1 0 0,1 2-1 0 0,-22 22 0 0 0,35-32-169 0 0,1 1-1 0 0,0-1 1 0 0,0 1-1 0 0,0 0 1 0 0,1 0-1 0 0,0 0 0 0 0,1 1 1 0 0,-1-1-1 0 0,1 1 1 0 0,-2 9-1 0 0,5-14-23 0 0,-1 0 0 0 0,1-1-1 0 0,0 1 1 0 0,-1 0 0 0 0,1-1-1 0 0,1 1 1 0 0,-1 0 0 0 0,0 0-1 0 0,1-1 1 0 0,-1 1 0 0 0,1-1-1 0 0,0 1 1 0 0,0 0-1 0 0,0-1 1 0 0,0 1 0 0 0,0-1-1 0 0,1 0 1 0 0,-1 1 0 0 0,1-1-1 0 0,-1 0 1 0 0,1 0 0 0 0,0 0-1 0 0,0 0 1 0 0,0 0 0 0 0,0 0-1 0 0,0-1 1 0 0,0 1 0 0 0,0-1-1 0 0,1 1 1 0 0,-1-1 0 0 0,1 0-1 0 0,-1 0 1 0 0,1 0 0 0 0,3 1-1 0 0,-1 0 0 0 0,0-1 0 0 0,0 0 0 0 0,0 0 0 0 0,0 0 0 0 0,1 0 0 0 0,-1-1 0 0 0,0 1 0 0 0,1-2 0 0 0,-1 1 0 0 0,1 0 0 0 0,-1-1 0 0 0,0 0 0 0 0,8-3 0 0 0,-4 1-4 0 0,-1 0 0 0 0,0-1 0 0 0,-1 0 0 0 0,1-1 0 0 0,-1 0 0 0 0,0 0-1 0 0,11-9 1 0 0,1-6-16 0 0,-1 0-1 0 0,0-2 0 0 0,-2 0 1 0 0,17-28-1 0 0,-10 10 180 0 0,10-16 580 0 0,-32 55-703 0 0,-1 3-5 0 0,-2 20 456 0 0,-1-1 0 0 0,-1 0 0 0 0,-9 32 0 0 0,3-16 59 0 0,-42 150 1684 0 0,-145 340 1 0 0,179-487-1931 0 0,-1 0-1 0 0,-2-2 1 0 0,-1 0 0 0 0,-2-1 0 0 0,-48 54 0 0 0,60-77-28 0 0,-2-1 0 0 0,1-1 0 0 0,-2-1 0 0 0,0 0-1 0 0,0 0 1 0 0,-31 14 0 0 0,33-19-71 0 0,1-1 0 0 0,-1-1 0 0 0,0 0 1 0 0,0-1-1 0 0,-1-1 0 0 0,1 0 0 0 0,0 0 0 0 0,-1-2 0 0 0,1 1 0 0 0,-20-3 0 0 0,28 1-168 0 0,0 1 0 0 0,0-1 0 0 0,0 0 0 0 0,0 0 0 0 0,0-1-1 0 0,0 1 1 0 0,1-1 0 0 0,-1 0 0 0 0,1-1 0 0 0,-1 1 0 0 0,1-1 0 0 0,0 0-1 0 0,0 0 1 0 0,-6-5 0 0 0,8 5-26 0 0,0 1 0 0 0,0-1 0 0 0,1 1 0 0 0,-1-1 0 0 0,1 0 1 0 0,0 0-1 0 0,0 0 0 0 0,0 0 0 0 0,0 0 0 0 0,0 0 0 0 0,1 0 0 0 0,-1 0 0 0 0,1 0 0 0 0,0 0 0 0 0,0 0 0 0 0,0 0 0 0 0,0 0 0 0 0,0 0 0 0 0,1 0 1 0 0,-1 0-1 0 0,1 0 0 0 0,0 0 0 0 0,0 0 0 0 0,0 0 0 0 0,3-4 0 0 0,3-8-98 0 0,1 0 0 0 0,1 0 0 0 0,0 1 0 0 0,1 0 0 0 0,23-24 0 0 0,68-55-846 0 0,-50 52-621 0 0,2 2 0 0 0,2 3 0 0 0,96-48 0 0 0,-38 34-3256 0 0,3 9-3352 0 0,-41 19-1670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57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368 661 1844 0 0,'-19'-7'11509'0'0,"21"9"-11391"0"0,0-1 0 0 0,0 0 0 0 0,0 0 1 0 0,0 0-1 0 0,0 0 0 0 0,0 0 0 0 0,0-1 0 0 0,4 1 0 0 0,6 1-55 0 0,0-1-1 0 0,0 0 1 0 0,0-1 0 0 0,0 0-1 0 0,15-3 1 0 0,-23 2-61 0 0,1 0-1 0 0,-1 0 1 0 0,1-1-1 0 0,-1 1 1 0 0,0-1 0 0 0,0 0-1 0 0,0-1 1 0 0,0 1-1 0 0,0-1 1 0 0,0 1 0 0 0,0-1-1 0 0,-1 0 1 0 0,1 0-1 0 0,-1-1 1 0 0,0 1 0 0 0,0-1-1 0 0,3-5 1 0 0,-3 5-39 0 0,-1 0 0 0 0,0-1 0 0 0,0 1 0 0 0,0-1 0 0 0,0 1 0 0 0,-1-1 0 0 0,0 0 0 0 0,0 0 0 0 0,0 0 0 0 0,0 1 0 0 0,-1-1 0 0 0,0 0 0 0 0,0 0 0 0 0,0 0 0 0 0,0 0 0 0 0,-1 0 0 0 0,-1-6 1 0 0,0 7 24 0 0,1 0 0 0 0,-1 1 0 0 0,1-1 0 0 0,-1 0 0 0 0,0 1 1 0 0,0 0-1 0 0,0-1 0 0 0,-1 1 0 0 0,1 0 0 0 0,-1 0 0 0 0,0 0 1 0 0,0 0-1 0 0,0 1 0 0 0,0-1 0 0 0,0 1 0 0 0,-1 0 0 0 0,1 0 1 0 0,-1 0-1 0 0,1 0 0 0 0,-1 1 0 0 0,-7-3 0 0 0,3 3 8 0 0,0-1 0 0 0,0 2-1 0 0,0-1 1 0 0,0 1 0 0 0,0 0 0 0 0,0 0-1 0 0,0 1 1 0 0,0 0 0 0 0,0 1-1 0 0,0 0 1 0 0,0 0 0 0 0,1 1 0 0 0,-1 0-1 0 0,1 0 1 0 0,-11 6 0 0 0,-10 8 59 0 0,1 0 0 0 0,-37 32 0 0 0,57-43-31 0 0,-16 13 1 0 0,1 2-1 0 0,2 0 1 0 0,0 2 0 0 0,1 0 0 0 0,1 1-1 0 0,2 1 1 0 0,0 0 0 0 0,2 1 0 0 0,0 1-1 0 0,-11 34 1 0 0,23-55-19 0 0,0 0 0 0 0,1 0 0 0 0,-1 1 0 0 0,1-1 1 0 0,0 0-1 0 0,1 1 0 0 0,0-1 0 0 0,0 1 0 0 0,0-1 0 0 0,1 1 0 0 0,-1-1 1 0 0,2 0-1 0 0,-1 1 0 0 0,1-1 0 0 0,3 8 0 0 0,-3-9 2 0 0,1 0 0 0 0,0 0 0 0 0,0-1 0 0 0,0 1 0 0 0,0-1 0 0 0,1 1 0 0 0,0-1 0 0 0,0 0 0 0 0,0-1 0 0 0,0 1 0 0 0,1-1 0 0 0,0 1 0 0 0,-1-1 0 0 0,1-1 0 0 0,0 1 0 0 0,0-1 0 0 0,9 3 0 0 0,2-1-17 0 0,1 0-1 0 0,0-1 1 0 0,-1-1-1 0 0,1 0 1 0 0,0-1-1 0 0,0-1 1 0 0,0-1-1 0 0,0-1 1 0 0,0 0 0 0 0,0-1-1 0 0,30-9 1 0 0,-21 3-178 0 0,1-1 0 0 0,-1-1 0 0 0,-1-1 1 0 0,0-1-1 0 0,0-1 0 0 0,30-25 0 0 0,-27 16-10 0 0,-2-2-1 0 0,-1 0 1 0 0,-1-2-1 0 0,-1-1 1 0 0,-1-1-1 0 0,-1 0 1 0 0,-2-2 0 0 0,18-38-1 0 0,-10 10 56 0 0,-2-2 1 0 0,-3-1-1 0 0,23-103 1 0 0,-12-74 2403 0 0,-29 201-1503 0 0,-2 28-639 0 0,-1-2 322 0 0,-7 19-129 0 0,-1 13 94 0 0,-1 0 1 0 0,2 0-1 0 0,-6 36 1 0 0,4-18 128 0 0,-93 510 2256 0 0,101-544-2787 0 0,-4 37 52 0 0,1 58-1 0 0,4-88-50 0 0,0 1 0 0 0,0-1 1 0 0,1 1-1 0 0,0-1 0 0 0,1 1 0 0 0,1-1 0 0 0,-1 0 0 0 0,2 0 1 0 0,10 19-1 0 0,-12-26-5 0 0,1 1 0 0 0,0-1 0 0 0,-1 0 0 0 0,1 0-1 0 0,1 0 1 0 0,-1-1 0 0 0,1 0 0 0 0,-1 1 0 0 0,1-1 0 0 0,0-1 0 0 0,0 1 0 0 0,0-1 0 0 0,0 0 0 0 0,0 0 0 0 0,1-1 0 0 0,-1 1 0 0 0,1-1 0 0 0,-1 0 0 0 0,1-1-1 0 0,-1 1 1 0 0,1-1 0 0 0,-1 0 0 0 0,1-1 0 0 0,7 0 0 0 0,7-2 1 0 0,0-1-1 0 0,0-1 1 0 0,0-1 0 0 0,-1-1-1 0 0,25-12 1 0 0,-14 4-9 0 0,0-2-1 0 0,-1-1 1 0 0,-1-1-1 0 0,-1-2 1 0 0,-1 0-1 0 0,-1-2 1 0 0,-1-1-1 0 0,0-1 1 0 0,-2 0-1 0 0,-1-2 1 0 0,-2-1-1 0 0,22-38 1 0 0,-30 42 14 0 0,12-40 1 0 0,-5 15 146 0 0,-18 48-149 0 0,1 0 0 0 0,-1 0-1 0 0,1 0 1 0 0,-1 0 0 0 0,1 0-1 0 0,-1 0 1 0 0,0 0 0 0 0,0 0 0 0 0,1 0-1 0 0,-1 0 1 0 0,0 0 0 0 0,0-1 0 0 0,0 1-1 0 0,0 0 1 0 0,0 0 0 0 0,-1 0-1 0 0,1 0 1 0 0,0-1 0 0 0,-1 2-4 0 0,1-1-1 0 0,-1 1 1 0 0,1 0 0 0 0,-1 0 0 0 0,1-1 0 0 0,0 1-1 0 0,-1 0 1 0 0,1 0 0 0 0,-1 0 0 0 0,1 0 0 0 0,-1 0-1 0 0,1-1 1 0 0,-1 1 0 0 0,1 0 0 0 0,-1 0-1 0 0,1 0 1 0 0,-1 1 0 0 0,1-1 0 0 0,0 0 0 0 0,-1 0-1 0 0,1 0 1 0 0,-1 0 0 0 0,1 0 0 0 0,-1 0-1 0 0,1 1 1 0 0,-1-1 0 0 0,-3 2-1 0 0,-1 0 0 0 0,1 1 1 0 0,0-1-1 0 0,0 1 0 0 0,-6 5 0 0 0,-4 7 5 0 0,1 0-1 0 0,0 0 1 0 0,1 1 0 0 0,1 1-1 0 0,0 0 1 0 0,1 1-1 0 0,1 0 1 0 0,1 0 0 0 0,1 1-1 0 0,0 0 1 0 0,1 0 0 0 0,-3 22-1 0 0,8-35-3 0 0,1 0 0 0 0,0 0-1 0 0,0 0 1 0 0,0 0 0 0 0,1 0-1 0 0,-1 0 1 0 0,1 0 0 0 0,1 0-1 0 0,-1 0 1 0 0,1 0 0 0 0,0 0-1 0 0,1-1 1 0 0,-1 1 0 0 0,1-1-1 0 0,0 1 1 0 0,4 4 0 0 0,-1-3-51 0 0,0 0 0 0 0,1-1 0 0 0,-1 0 1 0 0,1 0-1 0 0,0-1 0 0 0,1 0 0 0 0,-1 0 1 0 0,1-1-1 0 0,0 0 0 0 0,12 5 0 0 0,-4-3-416 0 0,0-1 0 0 0,1 0 0 0 0,0-1-1 0 0,-1-1 1 0 0,1-1 0 0 0,0 0 0 0 0,1-1 0 0 0,-1-1-1 0 0,0 0 1 0 0,0-1 0 0 0,23-5 0 0 0,-26 3 158 0 0,1-1 0 0 0,-1-1 0 0 0,0 0 0 0 0,-1 0 0 0 0,1-2 0 0 0,-1 0-1 0 0,-1 0 1 0 0,1-1 0 0 0,-1 0 0 0 0,0-1 0 0 0,-1-1 0 0 0,0 0 0 0 0,14-17 0 0 0,18-30 1288 0 0,52-91 0 0 0,-82 126-473 0 0,-12 20-472 0 0,1-1-1 0 0,0 1 1 0 0,-1 0 0 0 0,1 0-1 0 0,0 0 1 0 0,0 0 0 0 0,1 0-1 0 0,-1 1 1 0 0,0-1 0 0 0,1 1-1 0 0,-1 0 1 0 0,1-1-1 0 0,-1 1 1 0 0,1 0 0 0 0,-1 0-1 0 0,1 1 1 0 0,0-1 0 0 0,0 0-1 0 0,-1 1 1 0 0,1 0 0 0 0,0-1-1 0 0,3 1 1 0 0,-4 1-6 0 0,0 0 0 0 0,0 0 0 0 0,0-1 0 0 0,0 1 1 0 0,0 0-1 0 0,0 1 0 0 0,0-1 0 0 0,0 0 0 0 0,-1 1 0 0 0,1-1 0 0 0,0 0 1 0 0,-1 1-1 0 0,1 0 0 0 0,-1-1 0 0 0,3 5 0 0 0,14 28 385 0 0,-15-23-340 0 0,0 1 1 0 0,-1-1-1 0 0,0 0 1 0 0,-1 1-1 0 0,0 0 1 0 0,-1-1-1 0 0,0 1 1 0 0,-1-1-1 0 0,0 1 1 0 0,-4 14-1 0 0,-4 8 273 0 0,-1-1 0 0 0,-16 34-1 0 0,26-66-295 0 0,0 0-1 0 0,-1 0 0 0 0,1 1 0 0 0,-1-1 0 0 0,1 0 1 0 0,-1 0-1 0 0,0 0 0 0 0,1 0 0 0 0,-1 0 0 0 0,0 0 1 0 0,0 0-1 0 0,0 0 0 0 0,0 0 0 0 0,0 0 0 0 0,0 0 0 0 0,0-1 1 0 0,0 1-1 0 0,0 0 0 0 0,0-1 0 0 0,0 1 0 0 0,0-1 1 0 0,-1 1-1 0 0,1-1 0 0 0,0 1 0 0 0,0-1 0 0 0,0 0 1 0 0,-1 0-1 0 0,1 1 0 0 0,0-1 0 0 0,-1 0 0 0 0,1 0 1 0 0,0-1-1 0 0,0 1 0 0 0,-1 0 0 0 0,-1-1 0 0 0,2 1-42 0 0,0-1-1 0 0,1 0 1 0 0,-1 1-1 0 0,0-1 1 0 0,1 0-1 0 0,-1 0 0 0 0,1 1 1 0 0,-1-1-1 0 0,1 0 1 0 0,-1 0-1 0 0,1 0 1 0 0,-1 0-1 0 0,1 0 1 0 0,0 0-1 0 0,0 0 0 0 0,-1 0 1 0 0,1 0-1 0 0,0 0 1 0 0,0 0-1 0 0,0 0 1 0 0,0 1-1 0 0,0-1 1 0 0,0 0-1 0 0,0 0 0 0 0,1-2 1 0 0,4-24 70 0 0,0 12-68 0 0,0 1 0 0 0,1 0 1 0 0,0 0-1 0 0,1 1 0 0 0,1 0 1 0 0,0 0-1 0 0,1 1 0 0 0,18-20 1 0 0,-19 24-17 0 0,1 0 1 0 0,0 0-1 0 0,0 1 1 0 0,1 0 0 0 0,0 1-1 0 0,0 0 1 0 0,0 0 0 0 0,1 1-1 0 0,0 1 1 0 0,0-1 0 0 0,20-3-1 0 0,-24 6 3 0 0,1 1 0 0 0,0 1 0 0 0,-1-1 0 0 0,1 1 0 0 0,0 1 0 0 0,-1-1 0 0 0,1 1 0 0 0,-1 1 0 0 0,1-1 0 0 0,-1 1 0 0 0,1 1 0 0 0,-1-1 0 0 0,0 1 0 0 0,0 1 0 0 0,0-1 0 0 0,-1 1 0 0 0,1 0 0 0 0,-1 1 0 0 0,0-1 0 0 0,9 10 0 0 0,-7-7-3 0 0,-1 1 0 0 0,0 0 1 0 0,-1 1-1 0 0,0-1 0 0 0,0 1 1 0 0,-1 0-1 0 0,0 1 0 0 0,-1-1 1 0 0,0 1-1 0 0,0 0 0 0 0,-1 0 1 0 0,0 0-1 0 0,-1 1 0 0 0,2 15 1 0 0,-4-20 22 0 0,0-1 0 0 0,0 0 1 0 0,-1 1-1 0 0,0-1 0 0 0,1 0 1 0 0,-2 0-1 0 0,1 1 0 0 0,-1-1 1 0 0,-3 7-1 0 0,-25 40 1221 0 0,27-48-1097 0 0,2-2 32 0 0,-9-3 10 0 0,9 1-170 0 0,0 0 1 0 0,0 0-1 0 0,0 0 1 0 0,0 0-1 0 0,0 0 1 0 0,0 0-1 0 0,0 0 0 0 0,0 0 1 0 0,0 0-1 0 0,0-1 1 0 0,0 1-1 0 0,0-1 1 0 0,0 1-1 0 0,0 0 1 0 0,1-1-1 0 0,-1 0 0 0 0,0 1 1 0 0,0-1-1 0 0,0 1 1 0 0,0-1-1 0 0,1 0 1 0 0,-1 0-1 0 0,0 1 1 0 0,1-1-1 0 0,-1 0 0 0 0,1 0 1 0 0,-1 0-1 0 0,1 0 1 0 0,-1 0-1 0 0,1 0 1 0 0,-1 0-1 0 0,1 0 1 0 0,0 0-1 0 0,0 0 0 0 0,-1-2 1 0 0,-1-3 0 0 0,1-1 0 0 0,-1 0 0 0 0,1 0 0 0 0,1 0 0 0 0,-1 0 0 0 0,1 0-1 0 0,1 1 1 0 0,-1-1 0 0 0,1 0 0 0 0,0 0 0 0 0,1 0 0 0 0,1-7 0 0 0,1 4-7 0 0,1 0-1 0 0,-1 0 1 0 0,1 0-1 0 0,1 0 1 0 0,0 1 0 0 0,14-17-1 0 0,0 6-8 0 0,0 0 1 0 0,1 2-1 0 0,1 0 0 0 0,1 1 0 0 0,28-16 1 0 0,-39 26-16 0 0,1 1 1 0 0,-1 0 0 0 0,1 1 0 0 0,0 0-1 0 0,0 1 1 0 0,0 1 0 0 0,1 0 0 0 0,14-1 0 0 0,-25 4 9 0 0,-1 0 0 0 0,0 0 0 0 0,0 0 0 0 0,0 0 0 0 0,0 1 0 0 0,0-1 0 0 0,1 1 0 0 0,-1-1 0 0 0,0 1 0 0 0,0 0 0 0 0,0 0 0 0 0,0 0 0 0 0,-1 0 0 0 0,1 0 0 0 0,0 1 0 0 0,0-1 0 0 0,-1 1 0 0 0,1-1 0 0 0,2 4 1 0 0,-2-3 0 0 0,0 1 0 0 0,0-1 1 0 0,0 1-1 0 0,0 0 0 0 0,-1 0 1 0 0,0 0-1 0 0,1 0 1 0 0,-1 0-1 0 0,0 0 0 0 0,0 0 1 0 0,-1 1-1 0 0,2 3 0 0 0,-2 6 4 0 0,0 0 0 0 0,-1 0-1 0 0,0 0 1 0 0,-1-1 0 0 0,-5 19-1 0 0,-24 62-20 0 0,6-19 14 0 0,16-46 15 0 0,-7 28 22 0 0,15-51-25 0 0,0 0-1 0 0,0 0 1 0 0,1 0-1 0 0,0 0 1 0 0,0 0 0 0 0,0 0-1 0 0,1 1 1 0 0,-1-1-1 0 0,3 5 1 0 0,-2-7-1 0 0,0-1 0 0 0,0 0 0 0 0,1 1 1 0 0,-1-1-1 0 0,1 0 0 0 0,0 1 0 0 0,-1-1 0 0 0,1 0 0 0 0,0 0 1 0 0,0-1-1 0 0,1 1 0 0 0,-1 0 0 0 0,0-1 0 0 0,1 1 1 0 0,-1-1-1 0 0,1 0 0 0 0,-1 0 0 0 0,1 0 0 0 0,-1 0 0 0 0,1 0 1 0 0,0 0-1 0 0,3 0 0 0 0,3 1-2 0 0,0-1-1 0 0,1 0 1 0 0,-1-1 0 0 0,0 0-1 0 0,15-1 1 0 0,-1-3-23 0 0,-1-1 1 0 0,1-1-1 0 0,-1-1 1 0 0,-1-1-1 0 0,0-1 1 0 0,0 0-1 0 0,0-2 1 0 0,-1 0 0 0 0,36-29-1 0 0,-31 20-23 0 0,0-2 0 0 0,-2-1 0 0 0,0-1-1 0 0,-2-1 1 0 0,0 0 0 0 0,24-43 0 0 0,-41 62 40 0 0,0-1 1 0 0,0-1-1 0 0,-1 1 1 0 0,0 0 0 0 0,0-1-1 0 0,-1 0 1 0 0,0 1-1 0 0,-1-1 1 0 0,1 0-1 0 0,-1 0 1 0 0,-1 0 0 0 0,0 0-1 0 0,-1-13 1 0 0,1 20 3 0 0,0 1 1 0 0,0-1 0 0 0,0 1 0 0 0,-1-1-1 0 0,1 1 1 0 0,0-1 0 0 0,0 1 0 0 0,-1-1-1 0 0,1 1 1 0 0,0-1 0 0 0,-1 1 0 0 0,1 0-1 0 0,0-1 1 0 0,-1 1 0 0 0,1-1-1 0 0,0 1 1 0 0,-1 0 0 0 0,1-1 0 0 0,-1 1-1 0 0,1 0 1 0 0,-1 0 0 0 0,1-1 0 0 0,-1 1-1 0 0,1 0 1 0 0,-1 0 0 0 0,1 0-1 0 0,-1 0 1 0 0,1 0 0 0 0,-1 0 0 0 0,0 0-1 0 0,-18 3-46 0 0,5 5 45 0 0,0 1 0 0 0,0 0 0 0 0,1 1 0 0 0,0 1 0 0 0,1 0 0 0 0,1 1 0 0 0,-1 0 0 0 0,-13 20 0 0 0,13-15 4 0 0,1 0-1 0 0,1 0 0 0 0,0 1 1 0 0,1 0-1 0 0,1 1 0 0 0,-10 34 1 0 0,17-47 8 0 0,0-1 1 0 0,0 1-1 0 0,0-1 1 0 0,1 1-1 0 0,-1 0 1 0 0,1 0-1 0 0,1-1 1 0 0,-1 1-1 0 0,1 0 1 0 0,0-1 0 0 0,0 1-1 0 0,1-1 1 0 0,-1 1-1 0 0,1-1 1 0 0,0 1-1 0 0,1-1 1 0 0,-1 0-1 0 0,1 0 1 0 0,6 8-1 0 0,-3-7-2 0 0,0 0-1 0 0,0 0 1 0 0,0-1 0 0 0,0 0-1 0 0,1 0 1 0 0,0-1-1 0 0,0 0 1 0 0,0 0 0 0 0,1 0-1 0 0,-1-1 1 0 0,1 0-1 0 0,0-1 1 0 0,11 3-1 0 0,-8-2-67 0 0,1-2-1 0 0,-1 1 0 0 0,1-1 0 0 0,0-1 0 0 0,-1 0 0 0 0,1 0 0 0 0,0-2 1 0 0,-1 1-1 0 0,1-1 0 0 0,-1-1 0 0 0,21-7 0 0 0,-17 3-75 0 0,1 0 1 0 0,-1-2-1 0 0,-1 1 0 0 0,1-2 0 0 0,-2 0 1 0 0,1-1-1 0 0,18-19 0 0 0,78-96-220 0 0,-29 31 278 0 0,-74 86 73 0 0,-5 6 1 0 0,1-1-1 0 0,1 1 0 0 0,-1 0 0 0 0,0 0 1 0 0,1 0-1 0 0,-1 1 0 0 0,1-1 1 0 0,4-1-1 0 0,-5 1 4 0 0,-2 2 1 0 0,0 1 0 0 0,0-1 0 0 0,0 0 1 0 0,0 1-1 0 0,0-1 0 0 0,0 1 0 0 0,0-1 1 0 0,0 1-1 0 0,0-1 0 0 0,0 1 0 0 0,0 0 0 0 0,0-1 1 0 0,0 1-1 0 0,0 0 0 0 0,1 0 0 0 0,1-1 2 0 0,0 1 0 0 0,-1 0 0 0 0,1 0 0 0 0,-1 0 0 0 0,1 0 0 0 0,-1 0 0 0 0,1 0 0 0 0,-1 1 0 0 0,1-1 0 0 0,-1 1 0 0 0,1 0 0 0 0,-1-1-1 0 0,1 1 1 0 0,-1 1 0 0 0,0-1 0 0 0,1 0 0 0 0,-1 0 0 0 0,0 1 0 0 0,0-1 0 0 0,0 1 0 0 0,0 0 0 0 0,0 0 0 0 0,-1-1 0 0 0,1 1 0 0 0,-1 0 0 0 0,3 3 0 0 0,-2 0 23 0 0,0 0 0 0 0,0 0-1 0 0,0 0 1 0 0,0 0 0 0 0,-1 0 0 0 0,0 1 0 0 0,0-1 0 0 0,0 10 0 0 0,0-2 48 0 0,0 1 0 0 0,-2-1 0 0 0,0 0 0 0 0,0 1 0 0 0,-1-1 0 0 0,-1 0 0 0 0,0 0 0 0 0,-1 0 0 0 0,0 0 0 0 0,-1 0 0 0 0,-1-1 0 0 0,0 0 0 0 0,-10 15 0 0 0,10-18-31 0 0,3-4 38 0 0,0 0 0 0 0,0 0 0 0 0,0 0 1 0 0,-1-1-1 0 0,0 1 0 0 0,0-1 0 0 0,0 0 0 0 0,0 0 1 0 0,0 0-1 0 0,-1-1 0 0 0,0 0 0 0 0,0 0 0 0 0,-9 5 0 0 0,13-8-69 0 0,0 0-1 0 0,1 0 0 0 0,-1 0 0 0 0,0 0 0 0 0,0 1 0 0 0,1-1 0 0 0,-1 0 0 0 0,0-1 0 0 0,0 1 0 0 0,1 0 0 0 0,-1 0 1 0 0,0 0-1 0 0,0 0 0 0 0,1-1 0 0 0,-1 1 0 0 0,0 0 0 0 0,1 0 0 0 0,-1-1 0 0 0,0 1 0 0 0,1-1 0 0 0,-1 1 1 0 0,1 0-1 0 0,-1-1 0 0 0,1 0 0 0 0,-1 1 0 0 0,1-1 0 0 0,-1 1 0 0 0,1-1 0 0 0,-1 1 0 0 0,1-1 0 0 0,0 0 0 0 0,-1 1 1 0 0,1-1-1 0 0,-1-1 0 0 0,-4-22 72 0 0,5 15-78 0 0,1 0 0 0 0,0 1 0 0 0,0-1-1 0 0,1 1 1 0 0,0-1 0 0 0,1 1 0 0 0,0 0-1 0 0,0-1 1 0 0,0 2 0 0 0,1-1 0 0 0,5-8-1 0 0,2-1-15 0 0,0 1-1 0 0,1 0 1 0 0,24-23-1 0 0,-18 21 3 0 0,1 2 0 0 0,1 0 1 0 0,32-19-1 0 0,-39 27 3 0 0,1 1-1 0 0,0 0 1 0 0,0 0 0 0 0,0 2 0 0 0,1 0 0 0 0,27-5-1 0 0,-39 9 2 0 0,0 0 0 0 0,1 1 0 0 0,-1-1-1 0 0,1 1 1 0 0,-1 0 0 0 0,0 0 0 0 0,1 0-1 0 0,-1 1 1 0 0,1-1 0 0 0,-1 1 0 0 0,0 0-1 0 0,1 0 1 0 0,-1 0 0 0 0,0 0 0 0 0,0 1-1 0 0,0-1 1 0 0,0 1 0 0 0,4 2-1 0 0,-5-1 4 0 0,0 0-1 0 0,0-1 0 0 0,0 1 0 0 0,0 0 1 0 0,0 0-1 0 0,-1 0 0 0 0,1 1 0 0 0,-1-1 0 0 0,0 0 1 0 0,0 0-1 0 0,0 1 0 0 0,-1-1 0 0 0,1 0 1 0 0,-1 1-1 0 0,0-1 0 0 0,0 1 0 0 0,0 3 0 0 0,-1 10 3 0 0,0 0-1 0 0,-1 0 0 0 0,-1 0 0 0 0,-8 25 1 0 0,-28 66 26 0 0,18-54-16 0 0,16-41 8 0 0,-6 27 193 0 0,11-38-160 0 0,2-1-9 0 0,2 1-33 0 0,0-1 0 0 0,0 0-1 0 0,0 0 1 0 0,0-1 0 0 0,0 1 0 0 0,0-1-1 0 0,0 0 1 0 0,0 0 0 0 0,0 0 0 0 0,0-1-1 0 0,0 1 1 0 0,0-1 0 0 0,0 0 0 0 0,0 0-1 0 0,-1-1 1 0 0,5-1 0 0 0,11-4-11 0 0,-2-1 0 0 0,18-10 0 0 0,13-12-115 0 0,-2-1 1 0 0,-1-3-1 0 0,-1-1 0 0 0,-2-3 1 0 0,-2-1-1 0 0,39-49 0 0 0,-7-4-137 0 0,113-190 0 0 0,-162 242 341 0 0,-1-1 1 0 0,-3-1-1 0 0,-2 0 0 0 0,-1-2 1 0 0,14-64-1 0 0,-27 66 34 0 0,-4 42-118 0 0,1-1 0 0 0,0 1 0 0 0,-1-1 0 0 0,1 1 0 0 0,0 0 0 0 0,-1-1 1 0 0,1 1-1 0 0,-1-1 0 0 0,1 1 0 0 0,0 0 0 0 0,-1-1 0 0 0,1 1 0 0 0,-1 0 0 0 0,1 0 0 0 0,-1-1 0 0 0,1 1 1 0 0,-1 0-1 0 0,1 0 0 0 0,-1 0 0 0 0,1 0 0 0 0,-1 0 0 0 0,0-1 0 0 0,1 1 0 0 0,-1 0 0 0 0,1 0 1 0 0,-1 0-1 0 0,1 0 0 0 0,-1 1 0 0 0,1-1 0 0 0,-1 0 0 0 0,1 0 0 0 0,-1 0 0 0 0,1 0 0 0 0,-2 1 0 0 0,-9 9 6 0 0,0 0-1 0 0,0 0 0 0 0,1 1 0 0 0,1 1 0 0 0,-13 20 0 0 0,-39 72 291 0 0,46-77-139 0 0,-40 73 284 0 0,5 3 0 0 0,4 2 0 0 0,5 2 0 0 0,-39 159 0 0 0,56-121-167 0 0,24-142-258 0 0,-1 1 0 0 0,1-1 0 0 0,0 0 0 0 0,0 0 0 0 0,0 1 0 0 0,0-1 0 0 0,1 0 0 0 0,-1 0 0 0 0,1 1 0 0 0,0-1 0 0 0,0 0 0 0 0,0 0 0 0 0,0 0 0 0 0,0 0 0 0 0,1 0 0 0 0,-1 0 0 0 0,1-1 0 0 0,0 1 0 0 0,0 0 0 0 0,0-1 0 0 0,0 1 0 0 0,0-1 0 0 0,5 4 0 0 0,-3-4-2 0 0,0 0 0 0 0,0 0 0 0 0,0 0 0 0 0,0 0 0 0 0,0-1-1 0 0,1 0 1 0 0,-1 0 0 0 0,0 0 0 0 0,1 0 0 0 0,-1-1 0 0 0,1 0 0 0 0,-1 0-1 0 0,1 0 1 0 0,-1 0 0 0 0,0-1 0 0 0,1 1 0 0 0,4-2 0 0 0,14-5-12 0 0,0 0 1 0 0,-1-2 0 0 0,0 0-1 0 0,0-2 1 0 0,-1 0 0 0 0,35-25-1 0 0,-2-5-49 0 0,55-54 1 0 0,-76 63 22 0 0,-2 0 0 0 0,-2-3 0 0 0,-1 0 1 0 0,38-63-1 0 0,-65 97 20 0 0,-1 1 0 0 0,1-1 1 0 0,-1 0-1 0 0,0 0 0 0 0,1 0 1 0 0,-1 1-1 0 0,0-1 0 0 0,0 0 1 0 0,1 0-1 0 0,-1 0 0 0 0,0 0 1 0 0,0 0-1 0 0,0 1 0 0 0,0-1 0 0 0,0 0 1 0 0,0 0-1 0 0,0 0 0 0 0,-1 0 1 0 0,1 0-1 0 0,0 1 0 0 0,0-1 1 0 0,-1 0-1 0 0,1 0 0 0 0,0 0 1 0 0,-1 1-1 0 0,1-1 0 0 0,-1 0 1 0 0,1 0-1 0 0,-1 1 0 0 0,1-1 0 0 0,-1 0 1 0 0,0 1-1 0 0,1-1 0 0 0,-1 1 1 0 0,0-1-1 0 0,1 1 0 0 0,-2-1 1 0 0,0 0-4 0 0,1 0 0 0 0,-1 0 0 0 0,0 0 0 0 0,0 1 0 0 0,1-1 0 0 0,-1 1 0 0 0,0-1 0 0 0,0 1 0 0 0,0 0 0 0 0,0-1 1 0 0,1 1-1 0 0,-1 0 0 0 0,0 0 0 0 0,0 0 0 0 0,0 1 0 0 0,0-1 0 0 0,-2 1 0 0 0,-5 3 12 0 0,1-1 0 0 0,1 2 0 0 0,-1-1 0 0 0,1 1 0 0 0,-1 0 0 0 0,2 0 0 0 0,-1 1 0 0 0,0 0-1 0 0,1 0 1 0 0,0 1 0 0 0,1 0 0 0 0,-1 0 0 0 0,1 0 0 0 0,1 1 0 0 0,-1-1 0 0 0,1 1 0 0 0,1 0 0 0 0,-1 0 0 0 0,1 1 0 0 0,1-1 0 0 0,0 1 0 0 0,0-1-1 0 0,0 1 1 0 0,1 0 0 0 0,1 0 0 0 0,-1-1 0 0 0,1 1 0 0 0,1 0 0 0 0,0 0 0 0 0,0 0 0 0 0,0-1 0 0 0,1 1 0 0 0,1-1 0 0 0,0 1 0 0 0,0-1 0 0 0,0 0 0 0 0,7 12-1 0 0,63 78 201 0 0,-71-94-190 0 0,6 8 52 0 0,-7-10-33 0 0,1 0-1 0 0,-1 0 0 0 0,0 0 0 0 0,0 0 0 0 0,0 0 0 0 0,0 0 0 0 0,0 1 0 0 0,0-1 0 0 0,0 0 0 0 0,0 5 0 0 0,-2-5 69 0 0,1-1 0 0 0,-1 1 0 0 0,0 0-1 0 0,1 0 1 0 0,-1-1 0 0 0,0 1 0 0 0,0-1 0 0 0,0 1-1 0 0,-1-1 1 0 0,1 1 0 0 0,0-1 0 0 0,0 0 0 0 0,-1 0-1 0 0,1 1 1 0 0,-3 0 0 0 0,-1 2 36 0 0,0 0 0 0 0,0-1 1 0 0,0 1-1 0 0,-1-1 0 0 0,1-1 0 0 0,-1 1 0 0 0,0-1 0 0 0,1 0 1 0 0,-1 0-1 0 0,0-1 0 0 0,0 1 0 0 0,0-1 0 0 0,0-1 1 0 0,-1 1-1 0 0,1-1 0 0 0,0 0 0 0 0,0-1 0 0 0,0 1 1 0 0,0-1-1 0 0,0 0 0 0 0,-7-3 0 0 0,1 1-632 0 0,1-2 0 0 0,0 1 0 0 0,0-2-1 0 0,1 1 1 0 0,-1-1 0 0 0,1-1 0 0 0,0 0 0 0 0,1 0-1 0 0,0-1 1 0 0,-11-12 0 0 0,-23-27-4655 0 0,17 13-1669 0 0,9 9-1574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5:59:59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53 1784 0 0,'-101'-40'17802'0'0,"98"39"-16736"0"0,3 1-1030 0 0,0 0-1 0 0,0 0 1 0 0,-1 0 0 0 0,1 0 0 0 0,0 0 0 0 0,0 0-1 0 0,-1 0 1 0 0,1 0 0 0 0,0 0 0 0 0,0 0 0 0 0,-1-1 0 0 0,1 1-1 0 0,0 0 1 0 0,0 0 0 0 0,0 0 0 0 0,-1 0 0 0 0,1 0 0 0 0,0 0-1 0 0,0-1 1 0 0,0 1 0 0 0,0 0 0 0 0,-1 0 0 0 0,1 0-1 0 0,0 0 1 0 0,0-1 0 0 0,0 1 0 0 0,0 0 0 0 0,0 0 0 0 0,0 0-1 0 0,-1-1 1 0 0,1 1 0 0 0,0 0 0 0 0,0 0 0 0 0,0 0 0 0 0,0-1-1 0 0,0 1 1 0 0,0 0 0 0 0,0 0 0 0 0,0-1 0 0 0,16-1 161 0 0,0 0 1 0 0,0 1-1 0 0,0 0 1 0 0,0 1-1 0 0,0 1 0 0 0,17 3 1 0 0,5 0-48 0 0,557 61-1221 0 0,-527-57-446 0 0,-6 0-2648 0 0,-22 1-4772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01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349 807 376 0 0,'5'-19'1896'0'0,"-2"0"-1"0"0,-1 0 1 0 0,0-1 0 0 0,-1 0 0 0 0,-1 1-1 0 0,-4-26 1 0 0,4 43-1817 0 0,0 1-1 0 0,0-1 1 0 0,-1 0-1 0 0,1 1 1 0 0,0-1 0 0 0,-1 1-1 0 0,1-1 1 0 0,-1 1 0 0 0,0-1-1 0 0,0 1 1 0 0,1 0-1 0 0,-1-1 1 0 0,0 1 0 0 0,0 0-1 0 0,0 0 1 0 0,0-1 0 0 0,0 1-1 0 0,-1 0 1 0 0,1 0 0 0 0,0 0-1 0 0,0 0 1 0 0,-1 0-1 0 0,1 1 1 0 0,-3-2 0 0 0,2 1-27 0 0,-1 1 0 0 0,0 0-1 0 0,1 0 1 0 0,-1 0 0 0 0,0 0 0 0 0,1 0 0 0 0,-1 0 0 0 0,0 0 0 0 0,1 1 0 0 0,-1 0 0 0 0,1-1 0 0 0,-1 1 0 0 0,-3 2 0 0 0,-5 2 24 0 0,0 1 0 0 0,0 0 0 0 0,1 1 0 0 0,0 0 0 0 0,-11 9 1 0 0,2 2 25 0 0,1 0 0 0 0,0 2 0 0 0,-28 39 0 0 0,38-46-73 0 0,0 1 0 0 0,0 0-1 0 0,1 0 1 0 0,1 1 0 0 0,0 0-1 0 0,1 0 1 0 0,-5 25 0 0 0,10-36-17 0 0,-1-1 1 0 0,0 1 0 0 0,1 0-1 0 0,0 0 1 0 0,0-1 0 0 0,0 1 0 0 0,1 0-1 0 0,-1 0 1 0 0,1-1 0 0 0,0 1-1 0 0,0 0 1 0 0,0-1 0 0 0,0 1-1 0 0,1-1 1 0 0,-1 1 0 0 0,1-1 0 0 0,3 5-1 0 0,-2-5 3 0 0,1 1-1 0 0,-1-1 1 0 0,0 0-1 0 0,1-1 1 0 0,0 1-1 0 0,-1 0 1 0 0,1-1-1 0 0,0 0 1 0 0,0 0 0 0 0,0 0-1 0 0,1-1 1 0 0,7 3-1 0 0,-1-2 7 0 0,-1 0 0 0 0,1-1 0 0 0,0 0 1 0 0,0-1-1 0 0,0 0 0 0 0,0 0 0 0 0,-1-2 0 0 0,1 1 0 0 0,0-1 0 0 0,-1-1 0 0 0,15-5 0 0 0,-10 2-12 0 0,-2 0-1 0 0,1-1 1 0 0,-1-1-1 0 0,0-1 1 0 0,0 0-1 0 0,-1 0 0 0 0,0-1 1 0 0,-1-1-1 0 0,0 0 1 0 0,-1 0-1 0 0,0-1 1 0 0,-1 0-1 0 0,0-1 0 0 0,-1 0 1 0 0,0 0-1 0 0,-1-1 1 0 0,-1 0-1 0 0,0-1 1 0 0,-1 1-1 0 0,0-1 1 0 0,-2 0-1 0 0,1 0 0 0 0,-2 0 1 0 0,0 0-1 0 0,-1-1 1 0 0,0 1-1 0 0,-1 0 1 0 0,-1-1-1 0 0,-1 1 0 0 0,0 0 1 0 0,-5-19-1 0 0,4 23-12 0 0,-1 0 0 0 0,0 1 0 0 0,-1-1-1 0 0,0 1 1 0 0,0 0 0 0 0,-1 0 0 0 0,-1 0-1 0 0,0 1 1 0 0,0 0 0 0 0,-1 1 0 0 0,0-1-1 0 0,0 1 1 0 0,-1 1 0 0 0,-13-10 0 0 0,14 12 2 0 0,0 0 0 0 0,-1 1 1 0 0,1 0-1 0 0,-1 1 0 0 0,0 0 1 0 0,0 0-1 0 0,0 1 0 0 0,0 0 1 0 0,-1 1-1 0 0,1-1 0 0 0,0 2 1 0 0,-1 0-1 0 0,1 0 0 0 0,0 0 1 0 0,-1 1-1 0 0,1 1 0 0 0,0-1 1 0 0,-12 5-1 0 0,6-1 3 0 0,0 1-1 0 0,0 0 1 0 0,1 1 0 0 0,0 0-1 0 0,0 2 1 0 0,-20 15 0 0 0,27-19-3 0 0,1 1 1 0 0,0 0 0 0 0,0 0-1 0 0,0 0 1 0 0,1 1 0 0 0,0-1 0 0 0,0 1-1 0 0,1 1 1 0 0,-1-1 0 0 0,2 1-1 0 0,-1-1 1 0 0,1 1 0 0 0,0 0 0 0 0,-2 10-1 0 0,5-14 4 0 0,-1-1-1 0 0,1 1 1 0 0,-1-1 0 0 0,1 1-1 0 0,1-1 1 0 0,-1 1-1 0 0,0-1 1 0 0,1 1-1 0 0,0-1 1 0 0,-1 1 0 0 0,1-1-1 0 0,1 0 1 0 0,-1 0-1 0 0,0 1 1 0 0,1-1-1 0 0,0 0 1 0 0,0 0 0 0 0,0 0-1 0 0,0 0 1 0 0,0-1-1 0 0,0 1 1 0 0,1-1-1 0 0,-1 1 1 0 0,1-1-1 0 0,0 0 1 0 0,0 0 0 0 0,0 0-1 0 0,0 0 1 0 0,0 0-1 0 0,0-1 1 0 0,0 0-1 0 0,5 2 1 0 0,7 2 10 0 0,0-1 1 0 0,1 0-1 0 0,-1-1 0 0 0,1-1 0 0 0,31 1 1 0 0,-8-3 2 0 0,0-1 1 0 0,1-3-1 0 0,-1-1 1 0 0,-1-2-1 0 0,1-1 1 0 0,-1-2-1 0 0,0-2 0 0 0,53-24 1 0 0,-63 22-10 0 0,-1 0-1 0 0,-1-1 1 0 0,0-2 0 0 0,-1-1 0 0 0,-1-1 0 0 0,-1-1-1 0 0,-1 0 1 0 0,0-2 0 0 0,-2-1 0 0 0,0-1 0 0 0,23-37-1 0 0,-15 11-16 0 0,-3-1 0 0 0,22-62 0 0 0,-38 91-51 0 0,-13 38 12 0 0,-4 15 47 0 0,-57 296 682 0 0,-69 307 810 0 0,109-535-1348 0 0,-64 225 181 0 0,70-269-236 0 0,-2-1-1 0 0,-2-1 1 0 0,-54 88-1 0 0,57-112 80 0 0,-1-1 0 0 0,-1 0 0 0 0,-37 34 1 0 0,45-48 108 0 0,-1-1 0 0 0,-1 0 1 0 0,0-1-1 0 0,-1-1 0 0 0,-1-1 1 0 0,1-1-1 0 0,-29 12 0 0 0,40-19-182 0 0,1-1 0 0 0,0 1 0 0 0,-1-1 0 0 0,1 0 0 0 0,-1-1-1 0 0,1 1 1 0 0,-1-1 0 0 0,1 0 0 0 0,-1 0 0 0 0,1-1 0 0 0,-1 1 0 0 0,1-1-1 0 0,-1-1 1 0 0,1 1 0 0 0,0-1 0 0 0,-1 0 0 0 0,1 0 0 0 0,-8-5 0 0 0,9 4-63 0 0,0 1 1 0 0,0-2 0 0 0,1 1-1 0 0,-1 0 1 0 0,1-1 0 0 0,0 1 0 0 0,0-1-1 0 0,0 0 1 0 0,1 0 0 0 0,-1 0 0 0 0,1-1-1 0 0,0 1 1 0 0,0-1 0 0 0,0 1 0 0 0,1-1-1 0 0,-1 1 1 0 0,1-1 0 0 0,0 0 0 0 0,1 0-1 0 0,-1 1 1 0 0,1-9 0 0 0,1 2-16 0 0,0 0 1 0 0,1 0 0 0 0,0 0 0 0 0,1 0-1 0 0,0 0 1 0 0,1 1 0 0 0,0-1-1 0 0,0 1 1 0 0,13-19 0 0 0,0 3 25 0 0,1 0 1 0 0,28-31-1 0 0,-8 17-6 0 0,2 2 0 0 0,1 1 0 0 0,76-51 0 0 0,-42 39-246 0 0,124-57 0 0 0,71-4-3735 0 0,-226 94 2235 0 0,-24 8 259 0 0,24-8-2732 0 0,-16 2-2293 0 0</inkml:trace>
  <inkml:trace contextRef="#ctx0" brushRef="#br0" timeOffset="1">2393 1009 1776 0 0,'-2'2'1936'0'0,"-1"1"-1266"0"0,-7 4 836 0 0,0 2-1 0 0,1 0 0 0 0,1 0 0 0 0,-14 17 0 0 0,21-24-1081 0 0,-3 6 1000 0 0,11-6 225 0 0,18-10-456 0 0,-6-5-828 0 0,0 0-1 0 0,-1-1 0 0 0,-1-1 1 0 0,0-1-1 0 0,25-30 1 0 0,64-98-60 0 0,-97 132-253 0 0,213-351 225 0 0,-8 12-270 0 0,-200 330-4 0 0,-8 11-13 0 0,0 0 1 0 0,1 1-1 0 0,0 0 1 0 0,0 1-1 0 0,12-11 1 0 0,-18 18 7 0 0,0 1 1 0 0,0-1-1 0 0,1 1 1 0 0,-1-1-1 0 0,0 1 1 0 0,0-1-1 0 0,1 1 1 0 0,-1 0-1 0 0,0 0 1 0 0,1 0-1 0 0,-1-1 1 0 0,0 1-1 0 0,1 0 1 0 0,-1 1-1 0 0,0-1 0 0 0,1 0 1 0 0,-1 0-1 0 0,0 0 1 0 0,1 1-1 0 0,-1-1 1 0 0,0 1-1 0 0,0-1 1 0 0,1 1-1 0 0,-1 0 1 0 0,0-1-1 0 0,0 1 1 0 0,0 0-1 0 0,2 1 1 0 0,1 1-1 0 0,-1 0 0 0 0,1 0-1 0 0,-1 0 1 0 0,0 1 0 0 0,0-1 0 0 0,0 1 0 0 0,3 5 0 0 0,0 5 5 0 0,0 0 0 0 0,0 0 0 0 0,-2 0 0 0 0,0 1-1 0 0,0 0 1 0 0,2 30 0 0 0,0 94 46 0 0,-6-129-47 0 0,-7 136 124 0 0,-39 222 0 0 0,38-317-14 0 0,7-47-92 0 0,0-1-1 0 0,0 0 0 0 0,0 1 0 0 0,0-1 0 0 0,0 0 0 0 0,-4 6 0 0 0,5-8-17 0 0,0-1 1 0 0,-1 1-1 0 0,1 0 0 0 0,0-1 1 0 0,-1 1-1 0 0,1-1 0 0 0,-1 1 1 0 0,1-1-1 0 0,-1 1 0 0 0,1-1 1 0 0,-1 1-1 0 0,1-1 0 0 0,-1 1 1 0 0,0-1-1 0 0,1 0 0 0 0,-1 1 1 0 0,0-1-1 0 0,1 0 0 0 0,-1 0 1 0 0,0 0-1 0 0,1 1 0 0 0,-1-1 1 0 0,0 0-1 0 0,1 0 0 0 0,-1 0 1 0 0,0 0-1 0 0,0 0 0 0 0,1 0 1 0 0,-1 0-1 0 0,0 0 0 0 0,1 0 1 0 0,-1-1-1 0 0,0 1 0 0 0,1 0 1 0 0,-1 0-1 0 0,0-1 0 0 0,1 1 1 0 0,-1 0-1 0 0,1-1 1 0 0,-1 1-1 0 0,0 0 0 0 0,0-2 1 0 0,-21-17 0 0 0,1-2 1 0 0,1-1 0 0 0,-28-38 0 0 0,-27-31 9 0 0,40 55-11 0 0,-1 1 0 0 0,-2 2 0 0 0,-1 2 0 0 0,-48-28 0 0 0,70 48-6 0 0,-1 1 0 0 0,0 1 1 0 0,-1 1-1 0 0,0 1 0 0 0,0 0 1 0 0,-1 1-1 0 0,0 1 0 0 0,0 1 0 0 0,0 1 1 0 0,-1 1-1 0 0,1 1 0 0 0,-38 2 0 0 0,45 1 2 0 0,0 0 0 0 0,1 2 0 0 0,-1-1-1 0 0,1 2 1 0 0,0-1 0 0 0,0 2 0 0 0,0 0-1 0 0,1 0 1 0 0,0 1 0 0 0,-11 8 0 0 0,16-11 2 0 0,0 1 0 0 0,1 0 1 0 0,-1 0-1 0 0,1 0 0 0 0,0 1 1 0 0,0 0-1 0 0,1-1 1 0 0,-1 2-1 0 0,1-1 0 0 0,1 0 1 0 0,-1 1-1 0 0,1 0 0 0 0,0 0 1 0 0,1 0-1 0 0,-1 0 0 0 0,2 0 1 0 0,-1 0-1 0 0,-1 14 0 0 0,4-17 6 0 0,-1 0 0 0 0,1 1 0 0 0,0-1 0 0 0,0 0 0 0 0,0 0 0 0 0,0 0 0 0 0,1 1 0 0 0,0-2 0 0 0,0 1 0 0 0,0 0 0 0 0,0 0 0 0 0,1-1 0 0 0,-1 1 0 0 0,1-1 0 0 0,0 1 0 0 0,0-1 0 0 0,0 0 0 0 0,1-1 0 0 0,-1 1 0 0 0,1 0 0 0 0,-1-1 0 0 0,1 0 0 0 0,0 0 0 0 0,4 2-1 0 0,8 3 18 0 0,1 0 0 0 0,-1-1 0 0 0,1-1 1 0 0,25 4-1 0 0,2-2-1 0 0,-1-2 1 0 0,1-2 0 0 0,0-1 0 0 0,61-7-1 0 0,-49-2-77 0 0,1-2 0 0 0,104-30 0 0 0,-111 22-761 0 0,86-41 0 0 0,-105 42-3392 0 0,52-38 0 0 0,-72 44 916 0 0,0 1-1129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02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293 589 1116 0 0,'44'-32'4694'0'0,"-15"12"-800"0"0,52-48 0 0 0,-77 64-3622 0 0,2-2 318 0 0,0 1 0 0 0,-1-1 0 0 0,0 0 0 0 0,0 0 0 0 0,6-13 0 0 0,-11 19-577 0 0,0-1 0 0 0,1 1 0 0 0,-1 0 0 0 0,0-1 0 0 0,0 1 0 0 0,0 0 0 0 0,0-1 0 0 0,0 1 0 0 0,0 0 0 0 0,0-1 0 0 0,-1 1 0 0 0,1 0 0 0 0,0-1 0 0 0,0 1 0 0 0,0 0 0 0 0,0-1 0 0 0,0 1 0 0 0,0 0 0 0 0,-1-1 0 0 0,1 1 0 0 0,0 0 0 0 0,0 0 0 0 0,0-1 0 0 0,-1 1 0 0 0,1 0 0 0 0,0 0 0 0 0,0-1 0 0 0,-1 1 0 0 0,1 0 0 0 0,0 0 0 0 0,-1 0 1 0 0,1-1-1 0 0,0 1 0 0 0,-1 0 0 0 0,1 0 0 0 0,0 0 0 0 0,-1 0 0 0 0,1 0 0 0 0,0 0 0 0 0,-1 0 0 0 0,-19-2 177 0 0,1 8-163 0 0,1 0 0 0 0,-1 1 0 0 0,1 0 1 0 0,1 2-1 0 0,-1 0 0 0 0,1 1 1 0 0,1 0-1 0 0,-22 19 0 0 0,-8 10-7 0 0,-60 68 0 0 0,90-89-17 0 0,1 0 1 0 0,1 1-1 0 0,0 1 0 0 0,1 0 0 0 0,1 1 1 0 0,2 0-1 0 0,0 0 0 0 0,-10 32 0 0 0,18-47 4 0 0,1 0 1 0 0,0 0-1 0 0,0 0 0 0 0,0 1 0 0 0,1-1 0 0 0,0 0 0 0 0,0 0 0 0 0,1 1 0 0 0,0-1 0 0 0,1 7 0 0 0,-1-10-1 0 0,0 0 0 0 0,1 0-1 0 0,-1 0 1 0 0,0-1 0 0 0,1 1-1 0 0,0 0 1 0 0,-1-1 0 0 0,1 1-1 0 0,0-1 1 0 0,1 0-1 0 0,-1 1 1 0 0,0-1 0 0 0,1 0-1 0 0,-1-1 1 0 0,1 1 0 0 0,-1 0-1 0 0,1-1 1 0 0,0 1-1 0 0,0-1 1 0 0,-1 0 0 0 0,7 2-1 0 0,1-1 0 0 0,0 0-1 0 0,0-1 0 0 0,0 0 0 0 0,0 0 1 0 0,0-1-1 0 0,1-1 0 0 0,-1 0 0 0 0,0 0 0 0 0,0-1 1 0 0,-1 0-1 0 0,1-1 0 0 0,0 0 0 0 0,-1 0 1 0 0,1-1-1 0 0,-1 0 0 0 0,0-1 0 0 0,10-6 1 0 0,4-5-6 0 0,0-1 1 0 0,-1 0 0 0 0,-1-2-1 0 0,37-41 1 0 0,85-126 17 0 0,-141 183-12 0 0,15-18-62 0 0,-16 20 55 0 0,0 1-1 0 0,0-1 0 0 0,0 1 0 0 0,0-1 0 0 0,0 1 0 0 0,0-1 0 0 0,0 1 0 0 0,0 0 0 0 0,0 0 0 0 0,0-1 1 0 0,0 1-1 0 0,0 0 0 0 0,0 0 0 0 0,0 0 0 0 0,0 0 0 0 0,1 0 0 0 0,-1 0 0 0 0,0 1 0 0 0,1-1 0 0 0,-2 0 2 0 0,1 0 0 0 0,-1 1 0 0 0,0-1 0 0 0,1 0 0 0 0,-1 0 0 0 0,0 1 0 0 0,0-1 0 0 0,1 0 0 0 0,-1 0 0 0 0,0 1-1 0 0,0-1 1 0 0,1 0 0 0 0,-1 1 0 0 0,0-1 0 0 0,0 0 0 0 0,0 1 0 0 0,1-1 0 0 0,-1 0 0 0 0,0 1 0 0 0,0-1 0 0 0,0 0 0 0 0,0 1 0 0 0,0-1-1 0 0,0 1 1 0 0,0 0 0 0 0,0 5-1 0 0,2 26-3 0 0,-1-1 0 0 0,-2 1 0 0 0,-6 47 0 0 0,2-30 31 0 0,2-24 76 0 0,1 3 235 0 0,5-53-230 0 0,1 3-102 0 0,0 0-1 0 0,2 0 0 0 0,1 0 0 0 0,0 0 0 0 0,2 1 0 0 0,0 1 0 0 0,1-1 0 0 0,1 1 0 0 0,1 1 1 0 0,1 0-1 0 0,1 1 0 0 0,0 1 0 0 0,2 0 0 0 0,-1 1 0 0 0,2 0 0 0 0,29-21 0 0 0,-38 31-4 0 0,1 1 0 0 0,0 0 0 0 0,1 0 0 0 0,-1 1 0 0 0,1 0 0 0 0,0 0 0 0 0,-1 1 0 0 0,2 0 0 0 0,-1 1 0 0 0,0 0 0 0 0,0 1 0 0 0,1 0 0 0 0,-1 1 0 0 0,1 0 0 0 0,12 2 0 0 0,-15-1 1 0 0,-1 1 0 0 0,1 0 0 0 0,0 0 0 0 0,-1 1 1 0 0,1 0-1 0 0,-1 0 0 0 0,0 0 0 0 0,0 1 1 0 0,0 1-1 0 0,0-1 0 0 0,-1 1 0 0 0,0 0 0 0 0,0 0 1 0 0,0 1-1 0 0,-1 0 0 0 0,1 0 0 0 0,-2 0 0 0 0,1 1 1 0 0,0-1-1 0 0,3 10 0 0 0,-2-4 33 0 0,-2 1 0 0 0,1-1 0 0 0,-1 1 0 0 0,-1 0 0 0 0,0 1 0 0 0,-1-1 0 0 0,-1 0-1 0 0,0 1 1 0 0,0-1 0 0 0,-2 1 0 0 0,-2 23 0 0 0,0-18 26 0 0,-1-1 0 0 0,0-1 0 0 0,-1 1 0 0 0,-1-1 0 0 0,0 0 0 0 0,-1 0 0 0 0,-1 0 0 0 0,-12 17 1 0 0,18-30-6 0 0,-1-1 1 0 0,1 1-1 0 0,-1-1 1 0 0,1 0-1 0 0,-1 0 1 0 0,0 0-1 0 0,0 0 1 0 0,0-1-1 0 0,0 1 1 0 0,-1-1 0 0 0,1 0-1 0 0,-1 0 1 0 0,1 0-1 0 0,-1 0 1 0 0,-6 1-1 0 0,10-2-44 0 0,-1-1-1 0 0,0 0 0 0 0,0 0 0 0 0,0 0 1 0 0,0 0-1 0 0,0 0 0 0 0,0 0 1 0 0,1 0-1 0 0,-1 0 0 0 0,0 0 1 0 0,0-1-1 0 0,0 1 0 0 0,0 0 0 0 0,1 0 1 0 0,-1-1-1 0 0,0 1 0 0 0,0-1 1 0 0,1 1-1 0 0,-1-1 0 0 0,0 1 0 0 0,0-1 1 0 0,1 1-1 0 0,-1-1 0 0 0,1 1 1 0 0,-1-1-1 0 0,0 0 0 0 0,1 1 1 0 0,-1-1-1 0 0,1 0 0 0 0,0 0 0 0 0,-1-1 1 0 0,-1-1 5 0 0,1 0 0 0 0,0 0 0 0 0,0 0 0 0 0,0 0 1 0 0,0 0-1 0 0,0-6 0 0 0,1 2-10 0 0,0 0 0 0 0,1 0 0 0 0,0 0 0 0 0,0 0 1 0 0,0 0-1 0 0,1 0 0 0 0,0 0 0 0 0,1 1 0 0 0,0-1 0 0 0,3-7 0 0 0,7-9 21 0 0,20-28-1 0 0,-31 47-25 0 0,15-18-5 0 0,0 0 1 0 0,1 2-1 0 0,1 0 1 0 0,1 1-1 0 0,36-27 1 0 0,-18 19 3 0 0,2 2 1 0 0,61-29-1 0 0,-84 47 6 0 0,-1 2-1 0 0,28-6 1 0 0,-25 6 0 0 0,-15 5-8 0 0,0-1 0 0 0,1 1 0 0 0,-1 0 0 0 0,0 0 0 0 0,0 0 0 0 0,1 1-1 0 0,-1 0 1 0 0,0 0 0 0 0,6 1 0 0 0,-9-1 3 0 0,1-1 3 0 0,0 1-1 0 0,0 0 1 0 0,0 0 0 0 0,0 0 0 0 0,0 1-1 0 0,-1-1 1 0 0,1 0 0 0 0,0 1-1 0 0,-1-1 1 0 0,1 1 0 0 0,-1-1 0 0 0,1 1-1 0 0,-1 0 1 0 0,0-1 0 0 0,0 1-1 0 0,0 0 1 0 0,0 0 0 0 0,0 0 0 0 0,0 0-1 0 0,1 3 1 0 0,-1 1 18 0 0,1 0 1 0 0,-1 0-1 0 0,0 0 1 0 0,0 0-1 0 0,0 9 1 0 0,-2 4 12 0 0,-1 0 0 0 0,0-1 1 0 0,-1 1-1 0 0,-10 29 0 0 0,-31 72 40 0 0,36-101-68 0 0,6-14-43 0 0,0-1-77 0 0,1 0 1 0 0,-1 0-1 0 0,1 1 0 0 0,0-1 1 0 0,-1 7-1 0 0,2-9 42 0 0,0 0-1 0 0,0-1 0 0 0,0 1 1 0 0,0 0-1 0 0,1-1 1 0 0,-1 1-1 0 0,0 0 0 0 0,1-1 1 0 0,-1 1-1 0 0,1-1 1 0 0,0 1-1 0 0,0-1 0 0 0,0 1 1 0 0,-1-1-1 0 0,1 0 1 0 0,0 1-1 0 0,1-1 0 0 0,-1 0 1 0 0,2 2-1 0 0,3 1-309 0 0,-1 0-1 0 0,1 0 0 0 0,0-1 1 0 0,0 0-1 0 0,0 0 1 0 0,1 0-1 0 0,-1-1 0 0 0,1 0 1 0 0,-1 0-1 0 0,1-1 1 0 0,12 2-1 0 0,6-1-1638 0 0,48-3 0 0 0,-46-1-459 0 0,38-7 1 0 0,-13-5-1501 0 0</inkml:trace>
  <inkml:trace contextRef="#ctx0" brushRef="#br0" timeOffset="1">2104 780 3428 0 0,'30'-19'1416'0'0,"0"-2"-1"0"0,34-31 0 0 0,-50 40-628 0 0,-1-1-1 0 0,0-1 0 0 0,-2 0 1 0 0,1 0-1 0 0,-2-1 1 0 0,13-23-1 0 0,-22 36-653 0 0,0-1-1 0 0,1 1 0 0 0,-1 0 1 0 0,0-1-1 0 0,-1 0 1 0 0,1 1-1 0 0,0-1 1 0 0,-1 1-1 0 0,0-1 0 0 0,1 0 1 0 0,-1 1-1 0 0,0-1 1 0 0,0 0-1 0 0,-1 1 1 0 0,1-1-1 0 0,0 0 0 0 0,-2-4 1 0 0,1 5-44 0 0,-1 0 1 0 0,1 0-1 0 0,0 1 0 0 0,0-1 1 0 0,-1 0-1 0 0,1 1 0 0 0,-1-1 1 0 0,0 1-1 0 0,1 0 0 0 0,-1-1 1 0 0,0 1-1 0 0,0 0 0 0 0,1 0 1 0 0,-1 0-1 0 0,0 0 0 0 0,0 0 1 0 0,0 1-1 0 0,-1-1 0 0 0,1 1 1 0 0,0-1-1 0 0,0 1 0 0 0,-4-1 1 0 0,-6 1 93 0 0,0 0 1 0 0,0 0 0 0 0,-1 1-1 0 0,1 1 1 0 0,0 0 0 0 0,0 0-1 0 0,0 1 1 0 0,1 1 0 0 0,-1 0-1 0 0,1 0 1 0 0,-18 11 0 0 0,-5 4 35 0 0,2 1 0 0 0,-41 34 0 0 0,51-37-156 0 0,1 1 0 0 0,1 2 0 0 0,0 0 0 0 0,1 0 0 0 0,2 2 0 0 0,0 0 0 0 0,-26 47 0 0 0,41-66-44 0 0,1 1 0 0 0,-1-1 0 0 0,1 1 1 0 0,-1 0-1 0 0,1 0 0 0 0,0 0 0 0 0,1 0 0 0 0,-1 0 1 0 0,0 0-1 0 0,1 0 0 0 0,0 0 0 0 0,0 0 1 0 0,0 0-1 0 0,1 0 0 0 0,0 0 0 0 0,-1 0 1 0 0,1 0-1 0 0,2 4 0 0 0,-1-4-5 0 0,0-1 0 0 0,0 0 0 0 0,0 0 0 0 0,0 0 0 0 0,0-1 0 0 0,1 1 0 0 0,-1 0 0 0 0,1-1 0 0 0,0 1 0 0 0,0-1 0 0 0,0 0 0 0 0,0 0 0 0 0,0 0 0 0 0,0-1 0 0 0,0 1-1 0 0,1-1 1 0 0,-1 0 0 0 0,1 1 0 0 0,-1-1 0 0 0,5 0 0 0 0,4 1 2 0 0,0-1 1 0 0,0 0-1 0 0,0-1 0 0 0,0 0 0 0 0,1-1 0 0 0,-1 0 0 0 0,0-1 1 0 0,-1-1-1 0 0,1 0 0 0 0,0 0 0 0 0,16-8 0 0 0,1-2-13 0 0,-1-1 0 0 0,0-2 0 0 0,31-22 0 0 0,-29 15-34 0 0,-1-1-1 0 0,-1-2 1 0 0,36-40 0 0 0,60-97-322 0 0,-101 129 261 0 0,-2-2 1 0 0,-1 0-1 0 0,-2-1 0 0 0,20-59 0 0 0,-31 78 73 0 0,-2-1 0 0 0,0-1 0 0 0,-2 1 0 0 0,0 0 0 0 0,-1-1 1 0 0,-1 1-1 0 0,0-1 0 0 0,-2 0 0 0 0,0 1 0 0 0,-2-1 0 0 0,-7-31 0 0 0,10 48 19 0 0,-1 1-1 0 0,0-1 0 0 0,1 0 1 0 0,-1 1-1 0 0,0-1 1 0 0,0 1-1 0 0,0-1 0 0 0,-1 1 1 0 0,1-1-1 0 0,-1 1 0 0 0,1 0 1 0 0,-1-1-1 0 0,0 1 1 0 0,-3-3-1 0 0,-7 0-7 0 0,9 4 18 0 0,-1 1 0 0 0,1 0 0 0 0,0 0 0 0 0,0 1 0 0 0,0-1 0 0 0,0 1 0 0 0,-1 0 0 0 0,1 0 0 0 0,0 0 0 0 0,0 0 0 0 0,0 0 0 0 0,0 0 0 0 0,1 1 0 0 0,-1 0 0 0 0,0-1 0 0 0,1 1 0 0 0,-1 0 0 0 0,1 0 0 0 0,-1 1 0 0 0,1-1 0 0 0,0 0 0 0 0,0 1 0 0 0,-2 3 0 0 0,-4 5 130 0 0,0 0 0 0 0,1 1 0 0 0,0 0 0 0 0,-5 16 0 0 0,-8 23 711 0 0,3 0 1 0 0,2 2-1 0 0,-14 100 1 0 0,19-73-46 0 0,4 159 0 0 0,7-218-710 0 0,0 0 1 0 0,1 0-1 0 0,6 21 0 0 0,-7-38-286 0 0,0 1 0 0 0,0 0-1 0 0,1-1 1 0 0,-1 1 0 0 0,1-1-1 0 0,0 0 1 0 0,1 0 0 0 0,-1 0-1 0 0,1 0 1 0 0,-1 0 0 0 0,1 0-1 0 0,0 0 1 0 0,1-1 0 0 0,-1 0-1 0 0,1 1 1 0 0,-1-1 0 0 0,1-1-1 0 0,0 1 1 0 0,7 4 0 0 0,-7-6-327 0 0,-1 0 1 0 0,0 0-1 0 0,0 0 0 0 0,1 0 1 0 0,-1 0-1 0 0,0-1 0 0 0,1 1 1 0 0,-1-1-1 0 0,1 0 1 0 0,-1 0-1 0 0,0 0 0 0 0,1-1 1 0 0,-1 1-1 0 0,0-1 1 0 0,7-2-1 0 0,6-2-3610 0 0,9-5-4279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03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250 238 1920 0 0,'0'-140'13383'0'0,"0"138"-12505"0"0,-1 2-817 0 0,1 0 0 0 0,-1 0 0 0 0,0 1 0 0 0,0-1 0 0 0,1 1 1 0 0,-1-1-1 0 0,0 0 0 0 0,1 1 0 0 0,-1 0 0 0 0,0-1 0 0 0,1 1 0 0 0,-1-1 0 0 0,1 1 0 0 0,-1 0 1 0 0,1-1-1 0 0,-1 1 0 0 0,0 1 0 0 0,-113 350 2544 0 0,61-185-2294 0 0,38-122-12 0 0,15-45-296 0 0,0 1 1 0 0,0-1 0 0 0,0 1-1 0 0,0-1 1 0 0,-1 0-1 0 0,1 1 1 0 0,0-1-1 0 0,0 1 1 0 0,0-1-1 0 0,-1 1 1 0 0,1-1 0 0 0,0 1-1 0 0,0-1 1 0 0,-1 0-1 0 0,1 1 1 0 0,0-1-1 0 0,-1 1 1 0 0,1-1-1 0 0,0 0 1 0 0,-1 0 0 0 0,1 1-1 0 0,-1-1 1 0 0,1 0-1 0 0,-1 0 1 0 0,1 1-1 0 0,-1-1 1 0 0,1 0 0 0 0,0 0-1 0 0,-1 0 1 0 0,1 0-1 0 0,-1 0 1 0 0,1 0-1 0 0,-1 1 1 0 0,1-1-1 0 0,-1 0 1 0 0,1-1 0 0 0,-1 1-1 0 0,1 0 1 0 0,-1 0-1 0 0,1 0 1 0 0,-1 0-1 0 0,1 0 1 0 0,-1 0-1 0 0,1-1 1 0 0,-1 1 0 0 0,1 0-1 0 0,-1 0 1 0 0,1-1-1 0 0,0 1 1 0 0,-1 0-1 0 0,1 0 1 0 0,-1-1-1 0 0,-15-18 45 0 0,12 7-49 0 0,0 0 1 0 0,1-1-1 0 0,0 1 0 0 0,1-1 1 0 0,0 0-1 0 0,1 0 0 0 0,1 1 1 0 0,0-1-1 0 0,0 0 0 0 0,4-18 1 0 0,0 5-7 0 0,2 0 1 0 0,1 0-1 0 0,1 1 1 0 0,11-26 0 0 0,-7 26-6 0 0,1 1 1 0 0,1 1 0 0 0,1 0 0 0 0,1 1 0 0 0,0 0 0 0 0,2 2 0 0 0,1 0 0 0 0,0 1 0 0 0,2 0 0 0 0,29-20 0 0 0,-33 28-2 0 0,-1 0 1 0 0,2 0-1 0 0,-1 2 1 0 0,1 0-1 0 0,1 2 1 0 0,-1 0-1 0 0,1 0 0 0 0,1 2 1 0 0,-1 1-1 0 0,1 0 1 0 0,-1 1-1 0 0,1 1 1 0 0,0 1-1 0 0,37 3 1 0 0,-45 0 8 0 0,1 0 0 0 0,-1 1 0 0 0,-1 0 0 0 0,1 1 0 0 0,0 1 0 0 0,-1 0 0 0 0,0 0 0 0 0,0 1 0 0 0,0 0 0 0 0,16 14 0 0 0,-23-17 4 0 0,-1 0 1 0 0,1 0 0 0 0,-1 0-1 0 0,0 1 1 0 0,0-1 0 0 0,0 1-1 0 0,0 0 1 0 0,-1 0 0 0 0,1 0-1 0 0,-1 0 1 0 0,0 1 0 0 0,-1-1-1 0 0,1 1 1 0 0,-1-1 0 0 0,1 1-1 0 0,-1-1 1 0 0,-1 1 0 0 0,1 0-1 0 0,-1-1 1 0 0,0 1 0 0 0,0 0-1 0 0,0 0 1 0 0,0-1 0 0 0,-1 1-1 0 0,0 0 1 0 0,0-1 0 0 0,0 1-1 0 0,-1-1 1 0 0,1 1 0 0 0,-4 5-1 0 0,-2 3 3 0 0,-1 0 0 0 0,0-1 0 0 0,0 0 0 0 0,-2 0-1 0 0,1-1 1 0 0,-1-1 0 0 0,-1 1 0 0 0,0-2 0 0 0,-1 1 0 0 0,1-2 0 0 0,-26 15 0 0 0,-2-3 37 0 0,-1-2 0 0 0,-68 22 1 0 0,102-39-33 0 0,-9 1-4 0 0,8-3-7 0 0,-6-1 5 0 0,13 1-2 0 0,0 1 0 0 0,0 0 0 0 0,0 0 0 0 0,0 0-1 0 0,-1 0 1 0 0,1-1 0 0 0,0 1 0 0 0,0 0 0 0 0,0 0 0 0 0,0 0 0 0 0,0 0 0 0 0,0-1 0 0 0,-1 1 0 0 0,1 0 0 0 0,0 0-1 0 0,0-1 1 0 0,0 1 0 0 0,0 0 0 0 0,0 0 0 0 0,0 0 0 0 0,0-1 0 0 0,0 1 0 0 0,0 0 0 0 0,0 0 0 0 0,0-1 0 0 0,0 1 0 0 0,0 0-1 0 0,0 0 1 0 0,1 0 0 0 0,-1-1 0 0 0,0 1 0 0 0,0 0 0 0 0,0 0 0 0 0,0 0 0 0 0,0-1 0 0 0,0 1 0 0 0,0 0 0 0 0,1 0-1 0 0,-1 0 1 0 0,0 0 0 0 0,0-1 0 0 0,0 1 0 0 0,0 0 0 0 0,1 0 0 0 0,-1 0 0 0 0,0 0 0 0 0,0 0 0 0 0,0 0 0 0 0,1 0-1 0 0,-1-1 1 0 0,0 1 0 0 0,13-9-3 0 0,1 4 2 0 0,-1 1-1 0 0,1 1 1 0 0,-1 0 0 0 0,1 1-1 0 0,0 1 1 0 0,0 0 0 0 0,0 0 0 0 0,0 2-1 0 0,0 0 1 0 0,0 0 0 0 0,-1 1-1 0 0,1 1 1 0 0,0 0 0 0 0,-1 1 0 0 0,0 1-1 0 0,14 5 1 0 0,-15-4 5 0 0,1 0 1 0 0,-1 1-1 0 0,0 1 0 0 0,0-1 1 0 0,-1 2-1 0 0,0-1 0 0 0,-1 2 1 0 0,0-1-1 0 0,0 2 0 0 0,-1-1 1 0 0,0 1-1 0 0,-1 0 0 0 0,0 1 1 0 0,-1 0-1 0 0,0 0 1 0 0,6 16-1 0 0,-11-21 73 0 0,0-1 0 0 0,0 1-1 0 0,-1-1 1 0 0,0 1 0 0 0,0-1 0 0 0,-1 1 0 0 0,1 0 0 0 0,-2-1-1 0 0,1 1 1 0 0,-1 0 0 0 0,0-1 0 0 0,-2 10 0 0 0,0-7 130 0 0,0 0 0 0 0,-1 0 1 0 0,0 0-1 0 0,0 0 0 0 0,-1-1 1 0 0,-1 0-1 0 0,-10 14 0 0 0,3-7 250 0 0,-1-1 0 0 0,-1-1 0 0 0,0 0 1 0 0,0-1-1 0 0,-1-1 0 0 0,-1-1 0 0 0,-31 16 0 0 0,28-17 46 0 0,0-1 1 0 0,-1-1-1 0 0,1-1 1 0 0,-1-1-1 0 0,-41 5 1 0 0,51-9-368 0 0,-1-1 0 0 0,0 0 0 0 0,1 0 0 0 0,-1-1 0 0 0,0-1 0 0 0,1 0 0 0 0,-1 0 0 0 0,1-1 0 0 0,0-1 0 0 0,0 0 0 0 0,0 0 0 0 0,-15-10 1 0 0,17 8-114 0 0,0-1-1 0 0,0-1 1 0 0,1 0 0 0 0,0 0 0 0 0,1 0 0 0 0,0-1 0 0 0,0 0 0 0 0,1 0 0 0 0,0-1 0 0 0,1 0 0 0 0,-8-18 0 0 0,9 18-147 0 0,2 7-21 0 0,1 0 0 0 0,-1 0-1 0 0,1 0 1 0 0,0 0 0 0 0,1 0 0 0 0,-1 0-1 0 0,0 0 1 0 0,1 0 0 0 0,-1 0 0 0 0,1-5-1 0 0,0 4-534 0 0,0 2 338 0 0,0-1 1 0 0,0 1-1 0 0,0 0 0 0 0,0 0 1 0 0,0 0-1 0 0,1 0 0 0 0,-1 0 1 0 0,1-1-1 0 0,-1 1 0 0 0,1 0 1 0 0,1-2-1 0 0</inkml:trace>
  <inkml:trace contextRef="#ctx0" brushRef="#br0" timeOffset="1">1553 1055 2892 0 0,'3'-1'3287'0'0,"61"-13"10981"0"0,-61 13-13573 0 0,16-3-586 0 0,-7 3-3649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15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43 759 432 0 0,'-15'-8'5190'0'0,"-7"-5"2706"0"0,21 12-7578 0 0,0 2-241 0 0,0 0 0 0 0,1 0 0 0 0,-1 0-1 0 0,1 0 1 0 0,0 0 0 0 0,-1 0 0 0 0,1 0 0 0 0,0 0 0 0 0,-1 0 0 0 0,1 0-1 0 0,0 0 1 0 0,0 0 0 0 0,0 1 0 0 0,0-1 0 0 0,0 0 0 0 0,0 0 0 0 0,1 1-1 0 0,2 30 132 0 0,1-1 0 0 0,16 60 0 0 0,-17-78-170 0 0,-2-12-10 0 0,-1 1 0 0 0,0-1 0 0 0,1 1 0 0 0,-1-1 0 0 0,1 1 0 0 0,-1-1 0 0 0,1 1 1 0 0,0-1-1 0 0,-1 0 0 0 0,1 1 0 0 0,0-1 0 0 0,0 0 0 0 0,0 0 0 0 0,0 1 0 0 0,0-1 0 0 0,0 0 0 0 0,1 0 1 0 0,-1 0-1 0 0,0 0 0 0 0,0-1 0 0 0,3 2 0 0 0,-2-1-8 0 0,-1-1-1 0 0,1 0 1 0 0,0 0 0 0 0,-1 0 0 0 0,1 0-1 0 0,0 0 1 0 0,-1 0 0 0 0,1 0-1 0 0,0-1 1 0 0,0 1 0 0 0,-1 0 0 0 0,1-1-1 0 0,-1 0 1 0 0,1 1 0 0 0,-1-1-1 0 0,3-1 1 0 0,5-4 26 0 0,0 0 0 0 0,-1-1-1 0 0,0 0 1 0 0,13-14 0 0 0,15-19 1 0 0,-3-2 0 0 0,-1-2 1 0 0,33-59-1 0 0,66-151-1 0 0,-82 154-18 0 0,-7 11 2 0 0,-21 42-39 0 0,2 0 0 0 0,52-76 0 0 0,-74 122 9 0 0,1 0 0 0 0,-1 0 1 0 0,0 0-1 0 0,1 0 0 0 0,-1 0 0 0 0,1 0 0 0 0,0 0 1 0 0,-1 1-1 0 0,1-1 0 0 0,-1 1 0 0 0,1-1 1 0 0,0 1-1 0 0,0 0 0 0 0,-1 0 0 0 0,1-1 0 0 0,0 1 1 0 0,-1 0-1 0 0,4 1 0 0 0,-3-1 3 0 0,-1 0-2 0 0,0 1-1 0 0,1-1 1 0 0,-1 0 0 0 0,0 1 0 0 0,0-1 0 0 0,0 1 0 0 0,1-1 0 0 0,-1 1 0 0 0,0 0 0 0 0,0 0 0 0 0,0-1 0 0 0,0 1 0 0 0,0 0 0 0 0,0 0 0 0 0,0 0 0 0 0,-1 0 0 0 0,1 0 0 0 0,1 1 0 0 0,10 18 5 0 0,-5-3 94 0 0,-1 0-1 0 0,0 0 1 0 0,-1 0 0 0 0,0 0 0 0 0,-2 1 0 0 0,2 22 0 0 0,0 111 1025 0 0,-5-124-913 0 0,-34 371 1803 0 0,18-262-1693 0 0,14-114-274 0 0,-21 144 308 0 0,21-154-263 0 0,-2 5 767 0 0,4-17-852 0 0,0 0 0 0 0,-1 0 1 0 0,1 0-1 0 0,0 0 0 0 0,0 0 1 0 0,0 1-1 0 0,-1-1 0 0 0,1 0 0 0 0,0 0 1 0 0,0 0-1 0 0,0 0 0 0 0,-1 0 1 0 0,1 0-1 0 0,0 0 0 0 0,0 0 1 0 0,-1 0-1 0 0,1 0 0 0 0,0 0 1 0 0,0 0-1 0 0,-1 0 0 0 0,1 0 1 0 0,0 0-1 0 0,0 0 0 0 0,-1 0 1 0 0,1 0-1 0 0,0 0 0 0 0,0 0 0 0 0,0 0 1 0 0,-1 0-1 0 0,1 0 0 0 0,0 0 1 0 0,0-1-1 0 0,-1 1 0 0 0,1 0 1 0 0,0 0-1 0 0,0 0 0 0 0,0 0 1 0 0,0-1-1 0 0,-1 1 0 0 0,1 0 1 0 0,0 0-1 0 0,0 0 0 0 0,0 0 1 0 0,0-1-1 0 0,0 1 0 0 0,0 0 0 0 0,-1-1 1 0 0,1 1-3 0 0,-1-1-1 0 0,1 0 1 0 0,-1 0 0 0 0,1 0-1 0 0,0 0 1 0 0,-1 0 0 0 0,1 1-1 0 0,0-1 1 0 0,-1 0 0 0 0,1 0-1 0 0,0 0 1 0 0,0 0 0 0 0,0 0 0 0 0,0 0-1 0 0,0 0 1 0 0,0 0 0 0 0,0 0-1 0 0,1-1 1 0 0,-1-1 10 0 0,-6-147 135 0 0,-10-111-185 0 0,12 242 31 0 0,0 0-1 0 0,-1 1 1 0 0,0-1-1 0 0,-2 1 1 0 0,0 0-1 0 0,-11-19 1 0 0,15 33-6 0 0,1 0 1 0 0,-1 0-1 0 0,0 0 1 0 0,0 0-1 0 0,0 0 1 0 0,0 1-1 0 0,-1-1 1 0 0,1 1-1 0 0,-1 0 1 0 0,0 0-1 0 0,0 1 1 0 0,0-1-1 0 0,-1 1 1 0 0,1 0 0 0 0,0 0-1 0 0,-6-2 1 0 0,3 2-1 0 0,0 1 0 0 0,1 0 0 0 0,-1 1 0 0 0,0-1 1 0 0,0 1-1 0 0,1 1 0 0 0,-1-1 0 0 0,0 1 0 0 0,0 0 1 0 0,-8 3-1 0 0,-11 5-13 0 0,0 1 0 0 0,1 2 0 0 0,0 0 0 0 0,-34 24 0 0 0,51-31 16 0 0,-13 8-33 0 0,1 0 0 0 0,1 1 0 0 0,1 1 0 0 0,0 1 0 0 0,-24 27 0 0 0,41-42 39 0 0,0 0 0 0 0,0 0-1 0 0,0 0 1 0 0,0 0-1 0 0,0 0 1 0 0,1 0-1 0 0,-1 1 1 0 0,0-1 0 0 0,1 0-1 0 0,-1 1 1 0 0,0-1-1 0 0,1 0 1 0 0,0 1 0 0 0,-1-1-1 0 0,1 1 1 0 0,0-1-1 0 0,0 1 1 0 0,0-1-1 0 0,0 1 1 0 0,0-1 0 0 0,0 1-1 0 0,0-1 1 0 0,0 0-1 0 0,1 3 1 0 0,0-3-1 0 0,0 1 0 0 0,0-1 0 0 0,0 0 0 0 0,1 1 0 0 0,-1-1 0 0 0,0 0 1 0 0,1 0-1 0 0,-1 0 0 0 0,1 0 0 0 0,-1 0 0 0 0,1 0 0 0 0,-1 0 0 0 0,1-1 0 0 0,0 1 0 0 0,-1 0 0 0 0,3 0 0 0 0,6 1-3 0 0,-1 0 0 0 0,1-1 0 0 0,0 0 0 0 0,13 0 0 0 0,-23-1 4 0 0,53-3 7 0 0,1-3 1 0 0,-1-2 0 0 0,0-2-1 0 0,52-18 1 0 0,-85 22-8 0 0,259-79-78 0 0,-276 84-98 0 0,0 1-310 0 0,0-1 1 0 0,0 1 0 0 0,0-1 0 0 0,0 0-1 0 0,0 0 1 0 0,0-1 0 0 0,4-1 45 0 0,-4 2-750 0 0,0-1 443 0 0,-1 1 0 0 0,1 0 0 0 0,0 0 0 0 0,0 0 0 0 0,-1 0 0 0 0,1 1 0 0 0,5-1 0 0 0,15-4-8699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15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36 2092 0 0,'-12'16'19429'0'0,"13"-15"-19292"0"0,20-3 100 0 0,0-1 0 0 0,0-1 0 0 0,35-11-1 0 0,-26 7-1172 0 0,37-6-1 0 0,-52 12-533 0 0,27-2-2047 0 0,-10 5-4181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15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110 118 184 0 0,'-46'35'6409'0'0,"31"-24"-2865"0"0,-25 23 0 0 0,31-23-2134 0 0,11-8-931 0 0,10-4-477 0 0,67-21-1 0 0,84-37 1 0 0,-39 13-1781 0 0,55-17-4740 0 0,-116 42 1646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16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609 58 1840 0 0,'8'-10'6866'0'0,"16"-11"2229"0"0,-23 20-8865 0 0,-1 1-1 0 0,0-1 0 0 0,1 0 1 0 0,-1 1-1 0 0,0-1 1 0 0,0 1-1 0 0,1-1 0 0 0,-1 0 1 0 0,0 1-1 0 0,0-1 0 0 0,0 1 1 0 0,0-1-1 0 0,0 0 1 0 0,0 1-1 0 0,0-1 0 0 0,0 0 1 0 0,0 1-1 0 0,0-1 1 0 0,0 0-1 0 0,0 1 0 0 0,-1-1 1 0 0,1 0-1 0 0,-2 0-147 0 0,0-1-1 0 0,1 1 1 0 0,-1 1-1 0 0,0-1 1 0 0,0 0 0 0 0,0 0-1 0 0,0 1 1 0 0,0-1 0 0 0,0 1-1 0 0,0-1 1 0 0,0 1-1 0 0,0 0 1 0 0,-2 0 0 0 0,-35-2 46 0 0,-1 2 1 0 0,-43 5 0 0 0,73-4-151 0 0,-1 0-1 0 0,1 1 1 0 0,0 0 0 0 0,0 1 0 0 0,0 0 0 0 0,0 0 0 0 0,1 1 0 0 0,-1 1 0 0 0,1-1 0 0 0,0 2 0 0 0,0-1 0 0 0,1 1-1 0 0,-1 0 1 0 0,1 1 0 0 0,-9 11 0 0 0,10-8 6 0 0,0 0 1 0 0,1 0-1 0 0,0 1 0 0 0,1 0 1 0 0,0 1-1 0 0,1-1 0 0 0,0 1 0 0 0,1 0 1 0 0,0 0-1 0 0,-1 19 0 0 0,0 15 77 0 0,4 69-1 0 0,1-56 122 0 0,0 157 982 0 0,-12 522 390 0 0,-25-221-847 0 0,-46 157 1746 0 0,65-549-2376 0 0,2-8 106 0 0,-59 371 1615 0 0,73-481-1766 0 0,1 8-19 0 0,-1-10 1 0 0,1-1 0 0 0,0 0 1 0 0,0 1-1 0 0,1-1 0 0 0,-1 1 0 0 0,1-1 1 0 0,2 8-1 0 0,-2-10-8 0 0,0-1-1 0 0,0 1 1 0 0,0 0 0 0 0,0-1 0 0 0,0 1-1 0 0,0 0 1 0 0,0-1 0 0 0,0 1 0 0 0,1-1 0 0 0,-1 0-1 0 0,1 0 1 0 0,-1 1 0 0 0,2 0 0 0 0,2 0 1 0 0,-1 0 1 0 0,1-1-1 0 0,-1 1 1 0 0,1-1-1 0 0,0 0 1 0 0,0 0-1 0 0,-1-1 1 0 0,1 1-1 0 0,9-2 1 0 0,3 2-5 0 0,65 0-132 0 0,-1-4 1 0 0,103-16-1 0 0,-135 13-13 0 0,345-49-2615 0 0,-374 50 2254 0 0,-1 0 1 0 0,0-1 0 0 0,37-17-1 0 0,-54 22 223 0 0,-1 0-1 0 0,1 0 0 0 0,0 0 1 0 0,0-1-1 0 0,-1 1 0 0 0,1-1 1 0 0,-1 0-1 0 0,1 1 0 0 0,-1-1 1 0 0,2-2-1 0 0,12-30-10550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1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62 1632 0 0,'42'-62'17849'0'0,"-42"62"-17795"0"0,-3 22 343 0 0,1 0 1 0 0,-2-1-1 0 0,-11 34 0 0 0,1 0-118 0 0,9-35-213 0 0,-2 10 36 0 0,-4 41 0 0 0,10-64-84 0 0,1 1 1 0 0,-1-1-1 0 0,2 1 1 0 0,-1-1-1 0 0,1 0 1 0 0,0 1-1 0 0,0-1 1 0 0,1 0-1 0 0,0 1 1 0 0,0-1-1 0 0,4 7 1 0 0,-4-11-13 0 0,0 0 0 0 0,0 0 0 0 0,0 0 0 0 0,1 0 0 0 0,-1 0 0 0 0,1-1 0 0 0,-1 1 0 0 0,1-1 0 0 0,0 1 0 0 0,0-1 0 0 0,0 0 0 0 0,0 0 0 0 0,0-1 0 0 0,1 1 0 0 0,-1-1 0 0 0,1 1 0 0 0,-1-1 0 0 0,1 0 0 0 0,-1 0 0 0 0,1-1 0 0 0,-1 1 0 0 0,1-1 0 0 0,0 0 0 0 0,-1 0 0 0 0,6 0 0 0 0,5-2-59 0 0,0-1 1 0 0,0 0-1 0 0,0-1 0 0 0,-1 0 0 0 0,19-9 0 0 0,-13 2-27 0 0,-1 0 0 0 0,0-2-1 0 0,-1 0 1 0 0,-1-1 0 0 0,0 0 0 0 0,-1-1 0 0 0,21-27 0 0 0,-16 14 355 0 0,-1 0 1 0 0,-1-1-1 0 0,27-61 1 0 0,-44 87-191 0 0,12-22 1271 0 0,-13 25-1346 0 0,0 0 0 0 0,0 0 1 0 0,0 0-1 0 0,0 0 0 0 0,0 0 0 0 0,0 0 0 0 0,0 0 0 0 0,1 0 0 0 0,-1 0 0 0 0,0 0 0 0 0,0 0 1 0 0,0 0-1 0 0,0 0 0 0 0,0 0 0 0 0,0 0 0 0 0,0 0 0 0 0,0 0 0 0 0,0 0 0 0 0,1 0 1 0 0,-1 0-1 0 0,0 0 0 0 0,0 0 0 0 0,0 0 0 0 0,0 0 0 0 0,0 0 0 0 0,0 0 0 0 0,0 0 0 0 0,0 0 1 0 0,0 0-1 0 0,0 0 0 0 0,0 0 0 0 0,1 0 0 0 0,-1 1 0 0 0,0-1 0 0 0,0 0 0 0 0,0 0 0 0 0,0 0 1 0 0,0 0-1 0 0,0 0 0 0 0,0 0 0 0 0,0 0 0 0 0,0 0 0 0 0,0 0 0 0 0,0 0 0 0 0,0 1 0 0 0,0-1 1 0 0,0 0-1 0 0,0 0 0 0 0,0 0 0 0 0,0 0 0 0 0,0 0 0 0 0,0 0 0 0 0,0 0 0 0 0,0 0 0 0 0,0 0 1 0 0,0 1-1 0 0,0-1 0 0 0,1 17 367 0 0,-8 93 1413 0 0,3-72-1454 0 0,-7 186 873 0 0,4-73-804 0 0,1-50 119 0 0,3-77-860 0 0,3-22-249 0 0,-2-33-12891 0 0,3 27 12310 0 0,0 1-1 0 0,1 0 1 0 0,3-6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18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70 2104 0 0,'-19'-21'11736'0'0,"20"7"-9745"0"0,2 11-1885 0 0,0 0-1 0 0,0 0 1 0 0,0 1 0 0 0,0 0-1 0 0,0-1 1 0 0,0 1 0 0 0,1 0 0 0 0,-1 1-1 0 0,1-1 1 0 0,0 0 0 0 0,-1 1-1 0 0,1 0 1 0 0,6-1 0 0 0,1 0-5 0 0,1 0 0 0 0,24 1 0 0 0,-25 2-83 0 0,0 0 1 0 0,0 1-1 0 0,1 0 0 0 0,-1 1 0 0 0,0 1 0 0 0,-1 0 1 0 0,1 0-1 0 0,-1 1 0 0 0,0 0 0 0 0,0 0 0 0 0,0 2 1 0 0,-1-1-1 0 0,11 10 0 0 0,-12-10-2 0 0,-1 1 0 0 0,0 0 0 0 0,0 0 0 0 0,-1 0 1 0 0,0 1-1 0 0,0 0 0 0 0,-1 0 0 0 0,0 0 0 0 0,6 16 0 0 0,-8-17 56 0 0,-2-1 0 0 0,1 1 0 0 0,-1 0 0 0 0,1 0 0 0 0,-2 0 0 0 0,1-1 0 0 0,-1 1 0 0 0,0 0-1 0 0,-1 0 1 0 0,1 0 0 0 0,-2 0 0 0 0,1 0 0 0 0,-1-1 0 0 0,-3 10 0 0 0,0-2 201 0 0,-1-1 1 0 0,0 0-1 0 0,-1-1 0 0 0,-1 0 0 0 0,-16 21 1 0 0,-53 50 1260 0 0,7-9-351 0 0,-10 10-471 0 0,78-82-679 0 0,2-2-29 0 0,0 0 0 0 0,-1 1 1 0 0,1-1-1 0 0,-1 0 0 0 0,1 0 1 0 0,0 1-1 0 0,-1-1 0 0 0,1 0 1 0 0,0 0-1 0 0,-1 1 0 0 0,1-1 0 0 0,0 0 1 0 0,-1 1-1 0 0,1-1 0 0 0,0 1 1 0 0,0-1-1 0 0,0 0 0 0 0,-1 1 1 0 0,1-1-1 0 0,0 1 0 0 0,0-1 0 0 0,0 0 1 0 0,0 1-1 0 0,0-1 0 0 0,0 1 1 0 0,0-1-1 0 0,-1 1 0 0 0,1-1 1 0 0,1 0-1 0 0,-1 1 0 0 0,0-1 0 0 0,0 1 1 0 0,0-1-1 0 0,0 1 0 0 0,0-1 1 0 0,0 0-1 0 0,0 1 0 0 0,1-1 1 0 0,-1 1-1 0 0,0-1 0 0 0,0 0 0 0 0,0 1 1 0 0,1-1-1 0 0,-1 1 0 0 0,0-1 1 0 0,1 0-1 0 0,-1 0 0 0 0,0 1 1 0 0,1-1-1 0 0,-1 0 0 0 0,0 1 0 0 0,1-1 1 0 0,-1 0-1 0 0,1 0 0 0 0,-1 0 1 0 0,0 0-1 0 0,1 1 0 0 0,23 1 58 0 0,0 0-1 0 0,0-2 1 0 0,0 0 0 0 0,0-2-1 0 0,34-6 1 0 0,-11 2-36 0 0,233-36 154 0 0,-199 29-70 0 0,-25 3-2305 0 0,8-10-5034 0 0,-36 9 1291 0 0,-5 1-1442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20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41 2520 0 0,'43'-40'21362'0'0,"-42"42"-21289"0"0,0-1 1 0 0,0 1-1 0 0,0 0 0 0 0,-1 0 0 0 0,1 0 0 0 0,-1 0 1 0 0,1 0-1 0 0,-1 0 0 0 0,0 0 0 0 0,0 0 0 0 0,0 0 1 0 0,0 0-1 0 0,-1 3 0 0 0,-5 33 622 0 0,2-17-221 0 0,-84 463 3797 0 0,51-333-2588 0 0,34-137-1254 0 0,3-13-410 0 0,0 1 0 0 0,0-1 0 0 0,0 0 1 0 0,-1 1-1 0 0,1-1 0 0 0,-1 0 0 0 0,1 0 0 0 0,-1 1 0 0 0,1-1 0 0 0,-1 0 0 0 0,0 0 0 0 0,1 0 0 0 0,-1 0 0 0 0,0 0 0 0 0,-1 2 0 0 0,1-2-92 0 0,-13-3-3388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21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145 147 580 0 0,'0'0'2012'0'0,"-3"-15"3543"0"0,3 12-4924 0 0,-1-1 1 0 0,1 1-1 0 0,0-1 1 0 0,0 1-1 0 0,0-1 1 0 0,0 1-1 0 0,1-1 0 0 0,-1 1 1 0 0,1-1-1 0 0,0 1 1 0 0,0 0-1 0 0,0-1 1 0 0,2-3-1 0 0,0 3-531 0 0,-1 1 0 0 0,1-1 0 0 0,0 0 0 0 0,0 1 0 0 0,1 0 0 0 0,-1 0 0 0 0,1 0 0 0 0,-1 0 0 0 0,1 1 0 0 0,6-4 0 0 0,2-1-68 0 0,1 1 0 0 0,-1 1 0 0 0,1 0 0 0 0,0 0 1 0 0,1 1-1 0 0,-1 1 0 0 0,1 0 0 0 0,0 1 0 0 0,-1 1 0 0 0,1 0 0 0 0,15 1 0 0 0,-26 1-18 0 0,0-1 0 0 0,0 1 0 0 0,0 0 0 0 0,0 0 0 0 0,0 0 0 0 0,0 1 0 0 0,0-1 0 0 0,4 3 0 0 0,-1 0 25 0 0,-4-3-25 0 0,-1 0-1 0 0,0-1 1 0 0,0 1 0 0 0,1 0-1 0 0,-1 1 1 0 0,0-1-1 0 0,0 0 1 0 0,0 0 0 0 0,0 0-1 0 0,0 1 1 0 0,0-1 0 0 0,-1 0-1 0 0,1 1 1 0 0,0-1 0 0 0,-1 1-1 0 0,1-1 1 0 0,-1 1-1 0 0,1-1 1 0 0,-1 1 0 0 0,0-1-1 0 0,0 1 1 0 0,0 0 0 0 0,0-1-1 0 0,0 1 1 0 0,0 2 0 0 0,-1 2 30 0 0,1 0 1 0 0,-2 1-1 0 0,1-1 1 0 0,-4 9-1 0 0,0-4 11 0 0,0 0-1 0 0,-1 0 1 0 0,0-1-1 0 0,0 0 1 0 0,-15 16-1 0 0,-44 44 155 0 0,61-66-198 0 0,-18 16 39 0 0,15-14 70 0 0,0 0-1 0 0,0 1 0 0 0,1 0 0 0 0,-8 10 0 0 0,-1 1 305 0 0,15-18-418 0 0,0 0 0 0 0,-1 1 0 0 0,1-1 0 0 0,-1 0 0 0 0,1 1 0 0 0,-1-1-1 0 0,1 1 1 0 0,0-1 0 0 0,-1 0 0 0 0,1 1 0 0 0,0-1 0 0 0,-1 1 0 0 0,1-1-1 0 0,0 1 1 0 0,0-1 0 0 0,0 1 0 0 0,-1-1 0 0 0,1 1 0 0 0,0-1 0 0 0,0 1-1 0 0,0-1 1 0 0,0 1 0 0 0,0 0 0 0 0,0 0 0 0 0,1 1-2 0 0,1-1 1 0 0,0 1 0 0 0,-1-1-1 0 0,1 1 1 0 0,0-1-1 0 0,0 0 1 0 0,-1 0-1 0 0,1 0 1 0 0,0 0-1 0 0,4 1 1 0 0,18 11 2 0 0,-1 0 0 0 0,33 25 1 0 0,-46-29 24 0 0,1 0 1 0 0,-1 0 0 0 0,0 1-1 0 0,-1 0 1 0 0,0 1-1 0 0,-1 0 1 0 0,8 13 0 0 0,-14-21 103 0 0,0 0 0 0 0,-1 1 0 0 0,1 0 0 0 0,-1-1 1 0 0,0 1-1 0 0,0 0 0 0 0,0-1 0 0 0,-1 1 0 0 0,1 0 1 0 0,-1 0-1 0 0,0 0 0 0 0,0 0 0 0 0,0-1 0 0 0,0 1 1 0 0,-1 0-1 0 0,0 0 0 0 0,0 0 0 0 0,0-1 0 0 0,0 1 1 0 0,0 0-1 0 0,-1-1 0 0 0,1 1 0 0 0,-1-1 0 0 0,0 0 1 0 0,0 1-1 0 0,0-1 0 0 0,-1 0 0 0 0,1 0 0 0 0,-1-1 1 0 0,-4 5-1 0 0,0-1 115 0 0,1-1 0 0 0,-1-1 0 0 0,0 1 0 0 0,0-1 0 0 0,0 0 0 0 0,-1-1 0 0 0,1 1 0 0 0,-1-2 0 0 0,0 1-1 0 0,0-1 1 0 0,0 0 0 0 0,0-1 0 0 0,0 1 0 0 0,-13-1 0 0 0,-9-2 59 0 0,0-2-1 0 0,0-1 0 0 0,-56-15 1 0 0,72 15-417 0 0,0-2 1 0 0,-17-8 0 0 0,0-5-2900 0 0,30 19 2804 0 0,0-1 0 0 0,1 1 0 0 0,-1-1 0 0 0,1 0 0 0 0,-1 1 0 0 0,1-1 1 0 0,-1 0-1 0 0,1 0 0 0 0,0 1 0 0 0,-1-1 0 0 0,1 0 0 0 0,0 0 0 0 0,0 0 0 0 0,-1 1 0 0 0,1-1 0 0 0,0 0 1 0 0,0 0-1 0 0,0 0 0 0 0,0 1 0 0 0,0-1 0 0 0,0 0 0 0 0,0 0 0 0 0,0 0 0 0 0,1 0 0 0 0,-1 1 1 0 0,0-1-1 0 0,0 0 0 0 0,1 0 0 0 0,0-1 0 0 0,11-18-5112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25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49 1528 0 0,'1'-3'2150'0'0,"9"-17"4670"0"0,-3-5 3647 0 0,-7 46-6687 0 0,-6 56-3582 0 0,6-66 161 0 0,-32 306 1287 0 0,12-135-1362 0 0,-4-7-196 0 0,5-48 265 0 0,13-99-173 0 0,6-28-257 0 0,0 1 0 0 0,0-1 0 0 0,-1 1 0 0 0,1-1-1 0 0,0 1 1 0 0,0-1 0 0 0,0 1 0 0 0,0-1 0 0 0,0 0 0 0 0,-1 1 0 0 0,1-1-1 0 0,0 1 1 0 0,0-1 0 0 0,-1 0 0 0 0,1 1 0 0 0,0-1 0 0 0,0 0-1 0 0,-1 1 1 0 0,1-1 0 0 0,-1 0 0 0 0,1 1 0 0 0,0-1 0 0 0,-1 0-1 0 0,1 0 1 0 0,0 0 0 0 0,-1 1 0 0 0,1-1 0 0 0,-1 0 0 0 0,1 0 0 0 0,-1 0-1 0 0,1 0 1 0 0,-1 0 0 0 0,1 0 0 0 0,0 0 0 0 0,-1 0 0 0 0,1 0-1 0 0,-1 0 1 0 0,1 0 0 0 0,-1 0 0 0 0,0 0-202 0 0,0-1 0 0 0,0 1 0 0 0,0 0-1 0 0,1-1 1 0 0,-1 1 0 0 0,0-1 0 0 0,0 1 0 0 0,1-1 0 0 0,-1 0 0 0 0,0 0-280 0 0,0 0 280 0 0,1 1 0 0 0,-1-1 0 0 0,1 0 0 0 0,-1 0 0 0 0,1 1 0 0 0,0-1 0 0 0,-1 0-1 0 0,1 0 1 0 0,0 0 0 0 0,-1-1 0 0 0,-2-37-9482 0 0,5 21 3579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26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54 155 1536 0 0,'-2'-5'1654'0'0,"-7"-20"4170"0"0,7 20-5052 0 0,1 1 0 0 0,-1-1 0 0 0,1 0 0 0 0,0 0-1 0 0,0-7 1 0 0,2 9-667 0 0,0 0 0 0 0,0 0 0 0 0,0 1 1 0 0,0-1-1 0 0,1 1 0 0 0,-1-1 0 0 0,1 1 0 0 0,-1 0 0 0 0,1-1 0 0 0,0 1 0 0 0,0 0 0 0 0,0 0 0 0 0,0 0 0 0 0,0 0 0 0 0,0 1 0 0 0,4-3 0 0 0,5-3-7 0 0,1 1 1 0 0,0 0-1 0 0,0 1 0 0 0,1 0 0 0 0,-1 1 0 0 0,1 0 0 0 0,0 1 0 0 0,26-2 0 0 0,-18 3-58 0 0,0 1 1 0 0,-1 1-1 0 0,1 2 0 0 0,-1 0 1 0 0,24 5-1 0 0,-35-5-20 0 0,-1 0 0 0 0,1 0 0 0 0,-1 1-1 0 0,0 0 1 0 0,0 1 0 0 0,0 0 0 0 0,0 0-1 0 0,0 1 1 0 0,-1 0 0 0 0,0 0 0 0 0,0 0 0 0 0,0 1-1 0 0,-1 0 1 0 0,0 1 0 0 0,0 0 0 0 0,0-1-1 0 0,-1 2 1 0 0,0-1 0 0 0,-1 1 0 0 0,1-1 0 0 0,-1 1-1 0 0,-1 0 1 0 0,0 1 0 0 0,0-1 0 0 0,0 1-1 0 0,-1-1 1 0 0,-1 1 0 0 0,1 0 0 0 0,-1-1 0 0 0,-1 1-1 0 0,0 0 1 0 0,-1 13 0 0 0,-2-3 4 0 0,-1-1 1 0 0,-1 1-1 0 0,0-1 0 0 0,-2 0 1 0 0,0 0-1 0 0,-1-1 0 0 0,-18 30 1 0 0,10-22 226 0 0,-2-1 0 0 0,-1 0 1 0 0,-1-2-1 0 0,-27 25 0 0 0,-11-4 1840 0 0,56-42-2005 0 0,-1 0-1 0 0,1 0 1 0 0,0 0-1 0 0,0 0 1 0 0,-1 0-1 0 0,1-1 1 0 0,-1 1-1 0 0,1-1 0 0 0,0 0 1 0 0,-3 0-1 0 0,0 1 30 0 0,2-1 30 0 0,3 0-139 0 0,0 0 0 0 0,0 1 0 0 0,-1-1 0 0 0,1 0 0 0 0,0 0 0 0 0,0 0 0 0 0,0 0 0 0 0,0 0 0 0 0,0 1 0 0 0,-1-1 0 0 0,1 0-1 0 0,0 0 1 0 0,0 0 0 0 0,0 0 0 0 0,0 0 0 0 0,-1 0 0 0 0,1 0 0 0 0,0 0 0 0 0,0 0 0 0 0,0 0 0 0 0,0 0 0 0 0,-1 0 0 0 0,1 0 0 0 0,0 0 0 0 0,0 0 0 0 0,0 0 0 0 0,-1 0 0 0 0,1 0 0 0 0,0 0 0 0 0,0 0 0 0 0,0 0 0 0 0,0 0 0 0 0,-1 0 0 0 0,1 0 0 0 0,0 0 0 0 0,0 0 0 0 0,0 0 0 0 0,0-1 0 0 0,-1 1 0 0 0,1 0 0 0 0,0 0 0 0 0,0 0 0 0 0,0 0 0 0 0,0 0 0 0 0,0 0 0 0 0,0-1 0 0 0,-1 1 0 0 0,1 0 0 0 0,0 0 0 0 0,0 0 0 0 0,0 0 0 0 0,0-1 0 0 0,0 1 0 0 0,-7-12 150 0 0,6 11-171 0 0,0-2 41 0 0,1 2-23 0 0,1 0-1 0 0,-1 0 0 0 0,1 0 1 0 0,-1 0-1 0 0,1 0 0 0 0,0 0 0 0 0,-1 0 1 0 0,1 0-1 0 0,0 0 0 0 0,0 0 1 0 0,-1 1-1 0 0,1-1 0 0 0,0 0 1 0 0,0 0-1 0 0,0 1 0 0 0,0-1 0 0 0,0 1 1 0 0,2-2-1 0 0,24-9-48 0 0,-20 10 43 0 0,0 0 0 0 0,0 0 1 0 0,0 0-1 0 0,0 1 0 0 0,0 0 1 0 0,0 0-1 0 0,0 1 0 0 0,0-1 0 0 0,0 2 1 0 0,-1-1-1 0 0,1 1 0 0 0,9 3 1 0 0,-9-2-6 0 0,10 4 3 0 0,-1 1 0 0 0,0 0 0 0 0,-1 1 0 0 0,0 1 0 0 0,-1 1 0 0 0,1 0 0 0 0,-2 0 0 0 0,0 2 0 0 0,0-1 0 0 0,-2 2 0 0 0,1 0 0 0 0,15 25 0 0 0,-23-32 113 0 0,0 1 0 0 0,0-1 0 0 0,0 1 0 0 0,-1 0 0 0 0,-1 0 0 0 0,1 0 1 0 0,-1 0-1 0 0,-1 0 0 0 0,1 1 0 0 0,-1 15 0 0 0,-1-17 133 0 0,-1-1 1 0 0,0 1 0 0 0,0-1 0 0 0,0 0-1 0 0,-1 1 1 0 0,0-1 0 0 0,0 0 0 0 0,-1 0-1 0 0,0 0 1 0 0,0 0 0 0 0,0-1 0 0 0,0 1-1 0 0,-1-1 1 0 0,-8 9 0 0 0,5-7-30 0 0,-1 0 1 0 0,0 0-1 0 0,-1 0 0 0 0,1-1 1 0 0,-1 0-1 0 0,-1-1 0 0 0,1 0 1 0 0,-1-1-1 0 0,0 0 0 0 0,0 0 1 0 0,0-1-1 0 0,0 0 0 0 0,-14 1 1 0 0,-15 1 129 0 0,0-1-1 0 0,-50-3 1 0 0,63-1-194 0 0,-72-9 136 0 0,47 3-446 0 0,-3-4-2393 0 0,51 9 1573 0 0,-3-3-681 0 0,6 4 1549 0 0,0 0-1 0 0,-1 0 1 0 0,1 0 0 0 0,-1 0 0 0 0,1 0 0 0 0,0-1 0 0 0,-1 1 0 0 0,1 0 0 0 0,0 0 0 0 0,0 0 0 0 0,-1 0 0 0 0,1 0 0 0 0,0-1-1 0 0,-1 1 1 0 0,1 0 0 0 0,0 0 0 0 0,-2-2-570 0 0,2 2 570 0 0,0 0 0 0 0,0-1-1 0 0,0 1 1 0 0,0 0 0 0 0,0-1 0 0 0,-1 1 0 0 0,1 0 0 0 0,0-1 0 0 0,0 1 0 0 0,0 0 0 0 0,0-1 0 0 0,1-3-572 0 0,1 0 0 0 0,0 1 0 0 0,-1-1 0 0 0,1 1 0 0 0,1-1 0 0 0,-1 1 0 0 0,0 0 0 0 0,1 0 0 0 0,-1 0 0 0 0,1 0 0 0 0,0 0 0 0 0,0 1 0 0 0,0 0 0 0 0,1-1 0 0 0,5-2 0 0 0,3-4-2505 0 0,6-4-2459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26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99 644 0 0,'6'-32'14542'0'0,"-4"13"-7106"0"0,7 11-6242 0 0,1 6-918 0 0,-8 2-14 0 0,3 0-29 0 0,173-16 797 0 0,-60 5-2671 0 0,-4 3-5303 0 0,-68 5-2750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27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 2456 0 0,'-153'74'16824'0'0,"150"-73"-16446"0"0,-4 9 1401 0 0,9-8-1669 0 0,0-1 1 0 0,1 1 0 0 0,-1-1 0 0 0,0 0-1 0 0,0 1 1 0 0,1-1 0 0 0,-1-1-1 0 0,1 1 1 0 0,-1 0 0 0 0,1 0 0 0 0,0-1-1 0 0,-1 1 1 0 0,1-1 0 0 0,-1 0 0 0 0,6 0-1 0 0,47-2 343 0 0,-49 1-383 0 0,101-7 301 0 0,214-19-251 0 0,-269 20-1468 0 0,-7 1-3350 0 0,-34 2 1306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29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930 57 1028 0 0,'48'-31'13876'0'0,"-47"30"-13464"0"0,0 0 1 0 0,0 0-1 0 0,0-1 1 0 0,0 1-1 0 0,0 0 1 0 0,0 0-1 0 0,0 0 1 0 0,0-1-1 0 0,-1 1 1 0 0,1 0-1 0 0,0-1 0 0 0,0-1 1 0 0,-19 0-205 0 0,1 1 0 0 0,-1 0 1 0 0,1 1-1 0 0,-27 3 0 0 0,-74 11 176 0 0,76-7-308 0 0,-74 21 0 0 0,106-24-69 0 0,3 1-8 0 0,-11 7 5 0 0,13-8 16 0 0,0 1 1 0 0,0 0 0 0 0,0 0 0 0 0,1 0 0 0 0,-1 0 0 0 0,1 1-1 0 0,0-1 1 0 0,0 1 0 0 0,1 0 0 0 0,0 1 0 0 0,0-1 0 0 0,0 0-1 0 0,-3 8 1 0 0,1 3 379 0 0,1-1-1 0 0,0 1 1 0 0,-3 32-1 0 0,-13 270 3794 0 0,12-132-3021 0 0,-12 23-349 0 0,-74 321 0 0 0,-85 362 1164 0 0,132-643-1960 0 0,-8 39-27 0 0,21-87 0 0 0,24-150 0 0 0,8-33 0 0 0,-1-3 0 0 0,0-4 0 0 0,0 1 0 0 0,1 0 0 0 0,0 2 0 0 0,0-2 0 0 0,0-1 0 0 0,2 1 0 0 0,0-12 0 0 0,1 0 0 0 0,-1 1 0 0 0,0-1 0 0 0,1 1 0 0 0,-1-1 0 0 0,0 0 0 0 0,1 1 0 0 0,-1-1 0 0 0,1 0 0 0 0,-1 1 0 0 0,0-1 0 0 0,1 0 0 0 0,-1 0 0 0 0,1 1 0 0 0,-1-1 0 0 0,1 0 0 0 0,-1 0 0 0 0,1 0 0 0 0,-1 0 0 0 0,1 0 0 0 0,0 0 0 0 0,19 0 0 0 0,409-29 0 0 0,121 6 0 0 0,-347 14 0 0 0,-178 9 0 0 0,-1-2 0 0 0,-4 0 0 0 0,-4 1 0 0 0,14-2-1100 0 0,-21-2-1229 0 0,-6 2 1446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30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22 1768 0 0,'23'-17'14573'0'0,"-14"12"-12918"0"0,-7 7-1514 0 0,-1-1 1 0 0,1 1 0 0 0,-1-1-1 0 0,1 1 1 0 0,-1 0 0 0 0,0-1 0 0 0,0 1-1 0 0,1 0 1 0 0,-2 0 0 0 0,1 0-1 0 0,0 0 1 0 0,0 0 0 0 0,0 0-1 0 0,-1 0 1 0 0,1 0 0 0 0,-1 1-1 0 0,0-1 1 0 0,0 0 0 0 0,0 3 0 0 0,2 54 2318 0 0,-2-46-1854 0 0,-3 67 1168 0 0,-3 0 1 0 0,-4 0-1 0 0,-4-1 0 0 0,-36 122 0 0 0,44-175-1774 0 0,-14 49 0 0 0,15-60 0 0 0,0-2 0 0 0,1 2 0 0 0,0-6-136 0 0,29-45-14545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30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91 2176 0 0,'1'-11'3913'0'0,"0"-1"0"0"0,-2-17 0 0 0,0 1 2077 0 0,1 28-5882 0 0,0-1 1 0 0,0 0-1 0 0,-1 1 0 0 0,1-1 1 0 0,0 1-1 0 0,0-1 0 0 0,0 1 1 0 0,-1-1-1 0 0,1 0 0 0 0,0 1 1 0 0,-1-1-1 0 0,1 1 0 0 0,-1-1 1 0 0,1 1-1 0 0,0-1 0 0 0,-1 1 1 0 0,1 0-1 0 0,-2-2 0 0 0,0 2-63 0 0,-1 1-1 0 0,1-1 1 0 0,0 0 0 0 0,-1 0-1 0 0,1 1 1 0 0,0 0-1 0 0,-1-1 1 0 0,1 1-1 0 0,0 0 1 0 0,0 0 0 0 0,-1 0-1 0 0,1 0 1 0 0,0 0-1 0 0,0 1 1 0 0,-3 2-1 0 0,-30 29 169 0 0,34-31-202 0 0,-36 39 221 0 0,3 1 0 0 0,1 2-1 0 0,2 1 1 0 0,2 2 0 0 0,3 0 0 0 0,-39 97-1 0 0,63-140-223 0 0,-10 29 74 0 0,-11 47 1 0 0,21-71-38 0 0,0-1 0 0 0,1 1-1 0 0,0 0 1 0 0,0 0 0 0 0,1 0 0 0 0,0 0 0 0 0,1 0 0 0 0,0 0 0 0 0,0-1 0 0 0,6 18 0 0 0,-6-24-25 0 0,0 1 0 0 0,0 0 0 0 0,1-1 0 0 0,-1 1 1 0 0,1-1-1 0 0,0 0 0 0 0,0 0 0 0 0,-1 0 0 0 0,2 1 0 0 0,-1-2 0 0 0,0 1 0 0 0,0 0 0 0 0,0 0 1 0 0,1-1-1 0 0,2 2 0 0 0,0-1-7 0 0,0 1 1 0 0,1-2 0 0 0,-1 1-1 0 0,0-1 1 0 0,1 0-1 0 0,-1 0 1 0 0,8 1 0 0 0,2-2 1 0 0,-1-1 1 0 0,1 0 0 0 0,-1 0 0 0 0,1-2 0 0 0,14-4 0 0 0,-3 0 24 0 0,-1-2 0 0 0,0-2 1 0 0,-1 0-1 0 0,0-1 0 0 0,-1-1 0 0 0,0-1 0 0 0,-1-2 1 0 0,-1 0-1 0 0,21-20 0 0 0,-25 19 97 0 0,0 0 1 0 0,-2-1-1 0 0,0 0 0 0 0,-1-1 1 0 0,0-1-1 0 0,-2 0 0 0 0,0-1 1 0 0,-2-1-1 0 0,0 1 1 0 0,10-35-1 0 0,-18 47-66 0 0,0 0 1 0 0,0-1-1 0 0,-1 1 1 0 0,0-1-1 0 0,0 1 1 0 0,-1-1 0 0 0,0 1-1 0 0,-1-1 1 0 0,0 0-1 0 0,-1 1 1 0 0,0 0-1 0 0,0-1 1 0 0,-1 1-1 0 0,0 0 1 0 0,-5-9-1 0 0,4 11-61 0 0,0 0 1 0 0,-1 1-1 0 0,1-1 0 0 0,-1 1 0 0 0,-1 0 0 0 0,1 0 1 0 0,-1 1-1 0 0,0-1 0 0 0,0 1 0 0 0,-1 1 0 0 0,0-1 1 0 0,1 1-1 0 0,-1 0 0 0 0,-1 1 0 0 0,1 0 0 0 0,0 0 1 0 0,-1 0-1 0 0,-9-1 0 0 0,-17-3-362 0 0,-62-5 0 0 0,13 9-6411 0 0,80 3 5545 0 0,-6 1-48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31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85 184 0 0,'-7'-23'24798'0'0,"7"22"-24720"0"0,0 0 0 0 0,0 0-1 0 0,0 0 1 0 0,0 0-1 0 0,0 0 1 0 0,0 0 0 0 0,0 0-1 0 0,1 0 1 0 0,-1 0 0 0 0,0 0-1 0 0,0 1 1 0 0,1-1 0 0 0,-1 0-1 0 0,1 0 1 0 0,-1 0 0 0 0,1 0-1 0 0,-1 1 1 0 0,1-1-1 0 0,-1 0 1 0 0,1 0 0 0 0,0 1-1 0 0,-1-1 1 0 0,2 0 0 0 0,1-2 11 0 0,0 1 1 0 0,0 0 0 0 0,1 0 0 0 0,-1 0 0 0 0,1 1 0 0 0,4-2-1 0 0,9-3-66 0 0,33-5 0 0 0,-40 9 147 0 0,12-1-156 0 0,0 1-1 0 0,0 1 1 0 0,0 1 0 0 0,0 0-1 0 0,0 2 1 0 0,0 1 0 0 0,0 1-1 0 0,0 0 1 0 0,-1 2 0 0 0,0 0-1 0 0,0 2 1 0 0,0 0 0 0 0,30 18-1 0 0,-45-22-7 0 0,0-1 0 0 0,0 1 0 0 0,-1 0 0 0 0,0 1 0 0 0,0 0 0 0 0,0-1-1 0 0,0 1 1 0 0,-1 1 0 0 0,1-1 0 0 0,-1 1 0 0 0,-1 0 0 0 0,1 0 0 0 0,-1 0 0 0 0,0 0 0 0 0,-1 0-1 0 0,1 1 1 0 0,2 10 0 0 0,-4-7 28 0 0,0 0 0 0 0,0 0 0 0 0,-1 0 0 0 0,0 0-1 0 0,0 0 1 0 0,-1 0 0 0 0,-1 0 0 0 0,0 0 0 0 0,0 0 0 0 0,-1-1-1 0 0,-6 16 1 0 0,-5 6 224 0 0,-1-1 0 0 0,-2 0 0 0 0,-1-1-1 0 0,-1-1 1 0 0,-1-1 0 0 0,-24 24 0 0 0,-153 137 2125 0 0,139-137-2197 0 0,18-15-186 0 0,28-25 0 0 0,1-3 0 0 0,2 1 0 0 0,1-1 0 0 0,8-8 0 0 0,0 0 0 0 0,0 0 0 0 0,0 0 0 0 0,0 0 0 0 0,-1 0 0 0 0,1 0 0 0 0,0 1 0 0 0,0-1 0 0 0,0 0 0 0 0,0 0 0 0 0,0 0 0 0 0,0 0 0 0 0,0 0 0 0 0,-1 0 0 0 0,1 0 0 0 0,0 0 0 0 0,0 0 0 0 0,0 1 0 0 0,0-1 0 0 0,0 0 0 0 0,0 0 0 0 0,0 0 0 0 0,0 0 0 0 0,0 0 0 0 0,0 0 0 0 0,0 1 0 0 0,0-1 0 0 0,0 0 0 0 0,0 0 0 0 0,0 0 0 0 0,0 0 0 0 0,0 0 0 0 0,0 1 0 0 0,0-1 0 0 0,0 0 0 0 0,0 0 0 0 0,0 0 0 0 0,0 0 0 0 0,0 0 0 0 0,0 1 0 0 0,0-1 0 0 0,0 0 0 0 0,0 0 0 0 0,0 0 0 0 0,0 0 0 0 0,0 0 0 0 0,0 0 0 0 0,0 1 0 0 0,0-1 0 0 0,1 0 0 0 0,-1 0 0 0 0,0 0 0 0 0,0 0 0 0 0,0 0 0 0 0,0 0 0 0 0,0 0 0 0 0,1 0 0 0 0,17 0 0 0 0,0-1 0 0 0,34-6 0 0 0,-34 5 0 0 0,652-65 0 0 0,-613 61 0 0 0,46-3 0 0 0,-77 7 0 0 0,-4 0 0 0 0,0 0 0 0 0,12-2-77 0 0,-31 4-381 0 0,25-2-9242 0 0,-24 2 9135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33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46 126 1772 0 0,'-2'-1'5077'0'0,"-5"-3"-4407"0"0,3 2 795 0 0,-1 0 1 0 0,1-1-1 0 0,0 0 0 0 0,0 1 1 0 0,0-2-1 0 0,-7-5 0 0 0,10 8-1097 0 0,2-2-320 0 0,0 1 1 0 0,0-1 0 0 0,0 1 0 0 0,0-1-1 0 0,0 1 1 0 0,0 0 0 0 0,1 0 0 0 0,-1-1 0 0 0,1 1-1 0 0,-1 0 1 0 0,1 0 0 0 0,0 1 0 0 0,0-1-1 0 0,0 0 1 0 0,0 1 0 0 0,0-1 0 0 0,0 1-1 0 0,0-1 1 0 0,1 1 0 0 0,-1 0 0 0 0,4-1-1 0 0,7-4-6 0 0,0 1 0 0 0,22-7-1 0 0,0 3-7 0 0,1 2 1 0 0,45-4-1 0 0,-66 10-38 0 0,0 0 0 0 0,-1 2 0 0 0,1-1 0 0 0,-1 2 1 0 0,1 0-1 0 0,-1 1 0 0 0,0 0 0 0 0,22 9 0 0 0,-25-8-5 0 0,0 1 0 0 0,0 0 1 0 0,0 1-1 0 0,-1 0 0 0 0,16 13 0 0 0,-23-17 9 0 0,0 1 1 0 0,0 0-1 0 0,0 1 1 0 0,-1-1-1 0 0,1 0 0 0 0,-1 1 1 0 0,0-1-1 0 0,0 1 1 0 0,0 0-1 0 0,-1-1 0 0 0,1 1 1 0 0,-1 0-1 0 0,0 0 1 0 0,0 0-1 0 0,0 0 0 0 0,0 1 1 0 0,-1-1-1 0 0,0 0 1 0 0,1 0-1 0 0,-2 4 0 0 0,0 1 2 0 0,0 0-1 0 0,-1-1 1 0 0,0 0-1 0 0,-1 1 1 0 0,0-1-1 0 0,0 0 1 0 0,-1 0-1 0 0,0-1 1 0 0,0 1-1 0 0,-1-1 1 0 0,0 0-1 0 0,0 0 0 0 0,-7 7 1 0 0,-10 8 606 0 0,0 0 1 0 0,-32 22-1 0 0,36-30 412 0 0,12-9-675 0 0,-12 13 581 0 0,17-17-874 0 0,3 1-48 0 0,0-1 0 0 0,0 0-1 0 0,0 0 1 0 0,1 0-1 0 0,-1-1 1 0 0,0 1 0 0 0,0 0-1 0 0,0-1 1 0 0,3 1-1 0 0,23 7-32 0 0,-1 6 17 0 0,0 1 0 0 0,43 34 0 0 0,-56-37 19 0 0,0 0-1 0 0,-1 1 0 0 0,0 0 1 0 0,-1 1-1 0 0,-1 0 0 0 0,13 21 1 0 0,-22-31 103 0 0,0 0 0 0 0,0-1-1 0 0,0 1 1 0 0,-1 0 0 0 0,0 0 0 0 0,0 1 0 0 0,0-1 0 0 0,0 0-1 0 0,0 0 1 0 0,-1 0 0 0 0,0 1 0 0 0,0-1 0 0 0,0 0 0 0 0,0 0-1 0 0,-1 1 1 0 0,1-1 0 0 0,-1 0 0 0 0,0 0 0 0 0,-1 0 0 0 0,1 0 0 0 0,-3 4-1 0 0,2-3 124 0 0,-1 0-1 0 0,0 0 1 0 0,-1-1 0 0 0,1 1-1 0 0,-1-1 1 0 0,0 0-1 0 0,0 0 1 0 0,0 0-1 0 0,0-1 1 0 0,-1 0-1 0 0,1 1 1 0 0,-1-1-1 0 0,0-1 1 0 0,0 1 0 0 0,-9 3-1 0 0,-5 0 23 0 0,-1-1 0 0 0,1 0 0 0 0,-1-1 0 0 0,0-1 0 0 0,0-1 1 0 0,0-1-1 0 0,0 0 0 0 0,0-2 0 0 0,0 0 0 0 0,0-2 0 0 0,-30-6 0 0 0,45 7-255 0 0,-34-7-24 0 0,-56-22 0 0 0,74 22-1323 0 0,-3 0-1907 0 0,6-2-2228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34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156 168 536 0 0,'5'-16'2923'0'0,"0"-1"-1"0"0,3-19 1 0 0,-2 9-193 0 0,9-30 3051 0 0,-14 54-5078 0 0,0-8 3066 0 0,-74 256-35 0 0,33-99-2815 0 0,-36 139-324 0 0,72-267-813 0 0,1-6-4414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35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274 110 2460 0 0,'6'-18'4307'0'0,"0"0"0"0"0,-2 0 0 0 0,3-27 1983 0 0,-6 39-5664 0 0,-3 2-32 0 0,-10 22-283 0 0,1 0 1 0 0,0 1-1 0 0,-11 30 1 0 0,0-1 9 0 0,-37 75 275 0 0,-54 101 37 0 0,70-135 16 0 0,42-87-537 0 0,0 7 135 0 0,3 1-80 0 0,-1-8-114 0 0,3-2-38 0 0,44-1-171 0 0,0-3 0 0 0,0-1 0 0 0,-1-2 0 0 0,1-2-1 0 0,57-20 1 0 0,-89 23-9 0 0,0 0 1 0 0,0-2-1 0 0,-1 0 0 0 0,0 0 1 0 0,0-1-1 0 0,23-20 1 0 0,-29 21 178 0 0,-1 0 1 0 0,0-1 0 0 0,0 1-1 0 0,-1-2 1 0 0,0 1 0 0 0,-1-1-1 0 0,0 0 1 0 0,-1 0 0 0 0,0-1 0 0 0,7-21-1 0 0,-5 11 1084 0 0,-5 18-817 0 0,-1-1 1 0 0,0 1 0 0 0,0-1-1 0 0,0 0 1 0 0,0 1 0 0 0,-1-1 0 0 0,1-5-1 0 0,9-21 2504 0 0,-43 234-1876 0 0,5-42-552 0 0,-22 134-233 0 0,49-291-1102 0 0,-9 55 973 0 0,8-46-5777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36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991 89 2744 0 0,'-4'-18'22323'0'0,"4"18"-22225"0"0,1 0 1 0 0,20-5 1169 0 0,32 1-2139 0 0,-42 3 1315 0 0,242-24-347 0 0,-160 15-113 0 0,-14-1 56 0 0,-30 4-59 0 0,54 0 1 0 0,-102 7 12 0 0,0 0 1 0 0,1 0-1 0 0,-1 0 0 0 0,0 1 0 0 0,1-1 1 0 0,-1 0-1 0 0,0 1 0 0 0,1-1 0 0 0,-1 1 1 0 0,0-1-1 0 0,0 1 0 0 0,0 0 0 0 0,0-1 1 0 0,1 1-1 0 0,-1 0 0 0 0,0 0 1 0 0,0 0-1 0 0,0 0 0 0 0,-1 0 0 0 0,2 1 1 0 0,0 1 7 0 0,0 0 1 0 0,0 0-1 0 0,-1 0 1 0 0,1 1-1 0 0,-1-1 1 0 0,0 0-1 0 0,1 6 1 0 0,1 5 87 0 0,-2 1 0 0 0,1 26 0 0 0,-2-39-76 0 0,-32 636 3099 0 0,10-308-2654 0 0,-8 44 643 0 0,-151 722 0 0 0,60-606-484 0 0,113-463-618 0 0,-8 33 0 0 0,-34 82 0 0 0,33-108 0 0 0,10-20 0 0 0,1 1 0 0 0,1-3 0 0 0,-1-3 0 0 0,0 1 0 0 0,-1-1 0 0 0,1 1 0 0 0,1 1 0 0 0,-1-3 0 0 0,-3-1 0 0 0,-8-6 0 0 0,-2-5 0 0 0,2 0 0 0 0,-1 0 0 0 0,0 1 0 0 0,0 0 0 0 0,0 1 0 0 0,0 1 0 0 0,0 1 0 0 0,0 0 0 0 0,0 2 0 0 0,0 0 0 0 0,-18 4 0 0 0,5 0 0 0 0,-374 66-5909 0 0,22-2-5052 0 0,299-57-2532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41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82 1596 0 0,'-3'0'3228'0'0,"-32"-4"5782"0"0,16 0-4358 0 0,0-1-386 0 0,19 5-4251 0 0,0 0-1 0 0,0 0 1 0 0,0-1 0 0 0,1 1-1 0 0,-1 0 1 0 0,0 0 0 0 0,0 0-1 0 0,0 0 1 0 0,0 0 0 0 0,0 0-1 0 0,0-1 1 0 0,0 1 0 0 0,1 0-1 0 0,-1 0 1 0 0,0 0 0 0 0,0 0-1 0 0,0 0 1 0 0,0-1 0 0 0,0 1-1 0 0,0 0 1 0 0,0 0 0 0 0,0 0-1 0 0,0 0 1 0 0,0-1 0 0 0,0 1-1 0 0,0 0 1 0 0,0 0 0 0 0,0 0-1 0 0,0 0 1 0 0,0-1 0 0 0,0 1-1 0 0,0 0 1 0 0,0 0 0 0 0,0 0-1 0 0,0 0 1 0 0,-1-1-1 0 0,1 1 1 0 0,0 0 0 0 0,0 0-1 0 0,0 0 1 0 0,0 0 0 0 0,0 0-1 0 0,0 0 1 0 0,0-1 0 0 0,-1 1-1 0 0,1 0 1 0 0,0 0 0 0 0,0 0-1 0 0,0 0 1 0 0,0 0 0 0 0,0 0-1 0 0,-1 0 1 0 0,1 0 0 0 0,0 0-1 0 0,0 0 1 0 0,0 0 0 0 0,0 0-1 0 0,-1 0 1 0 0,1 0 0 0 0,0 0-1 0 0,0 0 1 0 0,0 0 0 0 0,0 0-1 0 0,-1 0 1 0 0,1 0 0 0 0,0 0-1 0 0,0 0 1 0 0,0 0 0 0 0,-1 0-1 0 0,21-8 314 0 0,32-4-219 0 0,192-20-1344 0 0,-161 27-3042 0 0,-2 1-4679 0 0,-59 3 1613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41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0 3320 0 0,'-197'114'17968'0'0,"194"-112"-17533"0"0,3-2-408 0 0,0 0 0 0 0,0 0 0 0 0,-1 0 0 0 0,1 0-1 0 0,0 1 1 0 0,0-1 0 0 0,0 0 0 0 0,0 0 0 0 0,0 1 0 0 0,-1-1 0 0 0,1 0-1 0 0,0 0 1 0 0,0 0 0 0 0,0 1 0 0 0,0-1 0 0 0,0 0 0 0 0,0 1-1 0 0,0-1 1 0 0,0 0 0 0 0,0 0 0 0 0,0 1 0 0 0,0-1 0 0 0,0 0-1 0 0,0 0 1 0 0,0 1 0 0 0,0-1 0 0 0,0 0 0 0 0,0 0 0 0 0,0 1-1 0 0,0-1 1 0 0,0 0 0 0 0,1 0 0 0 0,-1 1 0 0 0,0-1 0 0 0,0 0-1 0 0,31 1 211 0 0,1-1-1 0 0,55-8 0 0 0,-52 4-287 0 0,230-30-3988 0 0,-88 3-5239 0 0,-108 17 1652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43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1244 161 2140 0 0,'2'-1'1965'0'0,"49"-34"15691"0"0,-48 31-16824 0 0,-4 1-730 0 0,-1-1-1 0 0,1 1 0 0 0,-1 0 0 0 0,0 0 0 0 0,0 0 1 0 0,0 0-1 0 0,0 0 0 0 0,0 1 0 0 0,-1-1 0 0 0,1 1 1 0 0,-1-1-1 0 0,0 1 0 0 0,0 0 0 0 0,1 0 0 0 0,-2 0 0 0 0,1 0 1 0 0,0 0-1 0 0,0 1 0 0 0,-6-2 0 0 0,-13-6-57 0 0,-39-10 0 0 0,51 16 62 0 0,-43-11-29 0 0,-79-11 1 0 0,126 26-101 0 0,0-1 1 0 0,0 1-1 0 0,0 0 0 0 0,0 1 1 0 0,0 0-1 0 0,0 0 1 0 0,1 0-1 0 0,-1 1 1 0 0,0-1-1 0 0,1 1 1 0 0,0 0-1 0 0,-9 8 1 0 0,11-9 17 0 0,-4 3 0 0 0,1 0 1 0 0,0 0 0 0 0,0 1 0 0 0,0 0 0 0 0,1 0 0 0 0,0 1 0 0 0,0 0-1 0 0,-4 7 1 0 0,-29 62 10 0 0,31-61 8 0 0,-2 10 94 0 0,0-1 0 0 0,1 1 0 0 0,2 1 1 0 0,-4 25-1 0 0,-6 107 1604 0 0,15-146-1587 0 0,-22 384 3101 0 0,3-44-2260 0 0,-176 1207 581 0 0,141-1220-1547 0 0,-73 389 0 0 0,93-568 0 0 0,-12 59 0 0 0,13-78 0 0 0,10-49 0 0 0,3-11 0 0 0,-11 54 0 0 0,15-62 0 0 0,5-24 0 0 0,8-22 0 0 0,-9 29 0 0 0,8-40 0 0 0,2 1 0 0 0,-1-2 0 0 0,1 0 0 0 0,0-2 0 0 0,0 0 0 0 0,-1 1 0 0 0,1 0 0 0 0,-2 0 0 0 0,2 1 0 0 0,0 1 0 0 0,0-3 0 0 0,-1 0 0 0 0,2-1 0 0 0,0 0 0 0 0,-1 3 0 0 0,0-2 0 0 0,1-2 0 0 0,1 3 0 0 0,-1-3 0 0 0,4-1 0 0 0,5 0 0 0 0,9-6 0 0 0,5-4 0 0 0,0-2 0 0 0,0 0 0 0 0,31-7 0 0 0,11-2 0 0 0,23 0-223 0 0,211-28-3359 0 0,397-59-11261 0 0,-572 78 3128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45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1260 0 0,'0'0'10328'0'0,"-6"7"-10199"0"0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52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99 464 0 0,'0'0'9824'0'0,"-14"6"-4323"0"0,13-6-5358 0 0,0 0-1 0 0,0 0 1 0 0,0 0-1 0 0,0 0 1 0 0,0 0-1 0 0,1-1 1 0 0,-1 1-1 0 0,0 0 1 0 0,0 0-1 0 0,0-1 1 0 0,0 1-1 0 0,0-1 1 0 0,0 1-1 0 0,0 0 0 0 0,0-1 1 0 0,1 0-1 0 0,-1 1 1 0 0,0-1-1 0 0,0 1 1 0 0,1-1-1 0 0,-1 0 1 0 0,1 0-1 0 0,-1 1 1 0 0,0-1-1 0 0,1 0 1 0 0,-1 0-1 0 0,1 0 1 0 0,0 0-1 0 0,-1 0 1 0 0,1 0-1 0 0,0 1 0 0 0,-1-1 1 0 0,1 0-1 0 0,0-1 1 0 0,0-1-44 0 0,10-22 189 0 0,-3 15-272 0 0,-5 7-5 0 0,1 0 0 0 0,-1 0-1 0 0,0 1 1 0 0,1-1 0 0 0,-1 1 0 0 0,7-5 0 0 0,-4 4-5 0 0,0 1-1 0 0,0-1 1 0 0,1 1 0 0 0,-1 0 0 0 0,1 0 0 0 0,0 1 0 0 0,7-1 0 0 0,4-1-11 0 0,0 1 1 0 0,0 1-1 0 0,1 1 1 0 0,-1 0-1 0 0,0 1 0 0 0,0 1 1 0 0,21 5-1 0 0,-30-6 3 0 0,0 1 0 0 0,0 1 0 0 0,0-1 0 0 0,-1 1 0 0 0,1 1 0 0 0,-1 0 0 0 0,1 0 0 0 0,-1 0 0 0 0,0 1 0 0 0,-1-1 0 0 0,1 2 0 0 0,-1-1 0 0 0,0 1 0 0 0,0 0 0 0 0,-1 0 0 0 0,0 1 0 0 0,6 8 0 0 0,-9-11 4 0 0,0-1 1 0 0,-1 1 0 0 0,0 0-1 0 0,1-1 1 0 0,-1 1 0 0 0,0 0-1 0 0,-1 0 1 0 0,1 0 0 0 0,-1 0 0 0 0,0 0-1 0 0,0-1 1 0 0,0 1 0 0 0,0 0-1 0 0,-2 7 1 0 0,0-5 8 0 0,0 1 1 0 0,0-1-1 0 0,-1 0 0 0 0,0 0 0 0 0,0 0 0 0 0,0 0 1 0 0,-9 10-1 0 0,-1-1 16 0 0,0 0 1 0 0,-1-2-1 0 0,-1 1 1 0 0,-30 19-1 0 0,30-23 71 0 0,-1 0 1 0 0,0-2-1 0 0,0 0 0 0 0,-34 12 0 0 0,47-20-61 0 0,0 2-10 0 0,0-1 0 0 0,-1 0 0 0 0,1 0 0 0 0,-1-1 0 0 0,1 1 0 0 0,-1-1 0 0 0,-4 0 0 0 0,5 1 45 0 0,2-2-71 0 0,1 1 0 0 0,0 0 1 0 0,0 0-1 0 0,-1 0 0 0 0,1-1 0 0 0,0 1 0 0 0,-1 0 1 0 0,1 0-1 0 0,0 0 0 0 0,-1 0 0 0 0,1-1 1 0 0,0 1-1 0 0,-1 0 0 0 0,1 0 0 0 0,0 0 0 0 0,-1 0 1 0 0,1 0-1 0 0,0 0 0 0 0,-1 0 0 0 0,1 0 0 0 0,-1 0 1 0 0,1 0-1 0 0,0 0 0 0 0,-1 0 0 0 0,1 1 0 0 0,0-1 1 0 0,-1 0-1 0 0,1 0 0 0 0,-1 0 0 0 0,-14 5 83 0 0,14-5-71 0 0,-2 3 82 0 0,-1 0-1 0 0,1 0 0 0 0,1 0 1 0 0,-1 0-1 0 0,0 1 0 0 0,-2 5 1 0 0,3-7-41 0 0,-5 7 165 0 0,0-1 0 0 0,0 0-1 0 0,-1-1 1 0 0,0 1 0 0 0,-13 8 0 0 0,-19 17 788 0 0,39-31-915 0 0,-3-1-24 0 0,0 1 0 0 0,1 0 0 0 0,0 0 0 0 0,-1 0 0 0 0,1 1 0 0 0,0 0 0 0 0,-4 3-1 0 0,-1 1 270 0 0,7-6-293 0 0,36-3-17 0 0,37-6 0 0 0,4-1-15 0 0,457-4 24 0 0,-473 13-10 0 0,48 5 1431 0 0,-105-5-1251 0 0,9-3 1183 0 0,15 3-6167 0 0,-11-1 577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52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108 114 1348 0 0,'-39'-46'8443'0'0,"30"34"-5829"0"0,0 1 0 0 0,0 0 0 0 0,-20-17 0 0 0,27 27-2184 0 0,2 1-367 0 0,0-1-1 0 0,-1 1 0 0 0,1 0 1 0 0,0-1-1 0 0,-1 1 1 0 0,1 0-1 0 0,-1-1 0 0 0,1 1 1 0 0,0 0-1 0 0,-1 0 0 0 0,1-1 1 0 0,-1 1-1 0 0,1 0 1 0 0,-1 0-1 0 0,1 0 0 0 0,-1 0 1 0 0,1 0-1 0 0,-1 0 1 0 0,1 0-1 0 0,-1 0 0 0 0,1 0 1 0 0,-1 0-1 0 0,1 3 34 0 0,0 1 1 0 0,1 0-1 0 0,-1-1 1 0 0,1 1-1 0 0,0-1 0 0 0,0 0 1 0 0,0 1-1 0 0,1-1 1 0 0,-1 0-1 0 0,1 1 1 0 0,0-1-1 0 0,4 5 0 0 0,31 42 404 0 0,-31-43-445 0 0,183 216 483 0 0,-96-121-731 0 0,-72-87-2398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53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85 2068 0 0,'-4'-7'1134'0'0,"1"0"0"0"0,-1 0 0 0 0,-1 0-1 0 0,1 0 1 0 0,-1 1 0 0 0,0 0 0 0 0,-1 0 0 0 0,1 0 0 0 0,-1 1-1 0 0,0 0 1 0 0,-10-7 0 0 0,14 12-990 0 0,-1-1-1 0 0,1 0 1 0 0,-1 1 0 0 0,1-1-1 0 0,-1 1 1 0 0,1 0 0 0 0,-1-1-1 0 0,0 1 1 0 0,1 1 0 0 0,-1-1-1 0 0,1 0 1 0 0,-1 1 0 0 0,1-1-1 0 0,-1 1 1 0 0,1 0 0 0 0,-1-1-1 0 0,-2 3 1 0 0,-39 22 1376 0 0,37-21-1230 0 0,-21 16 928 0 0,0 1-1 0 0,-39 40 1 0 0,-42 56 645 0 0,-4 29-1181 0 0,86-109-704 0 0,6-6-1513 0 0,2-4-2947 0 0,16-17 2359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53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215 143 1872 0 0,'4'-12'2188'0'0,"17"-48"8035"0"0,-3 25-6690 0 0,-17 33-3440 0 0,1-1 0 0 0,-1 1 1 0 0,1 1-1 0 0,0-1 1 0 0,0 0-1 0 0,0 0 0 0 0,0 1 1 0 0,0-1-1 0 0,1 1 1 0 0,-1-1-1 0 0,0 1 0 0 0,1 0 1 0 0,-1 0-1 0 0,5-1 1 0 0,34-5 197 0 0,-33 6-183 0 0,34-2 126 0 0,-26 3-201 0 0,0 1 1 0 0,0 1-1 0 0,0 0 1 0 0,22 6-1 0 0,-34-7-25 0 0,0 0 0 0 0,0 0-1 0 0,0 0 1 0 0,0 1-1 0 0,0 0 1 0 0,0-1 0 0 0,-1 1-1 0 0,1 1 1 0 0,-1-1-1 0 0,1 0 1 0 0,-1 1 0 0 0,0 0-1 0 0,0 0 1 0 0,0 0-1 0 0,0 0 1 0 0,-1 0-1 0 0,1 0 1 0 0,-1 1 0 0 0,0-1-1 0 0,0 1 1 0 0,0 0-1 0 0,0 0 1 0 0,-1 0 0 0 0,2 5-1 0 0,-3-4 6 0 0,0-1 1 0 0,0 1-1 0 0,0-1 0 0 0,-1 0 0 0 0,1 1 1 0 0,-1-1-1 0 0,-1 1 0 0 0,1-1 0 0 0,0 0 1 0 0,-1 0-1 0 0,0 0 0 0 0,-3 5 0 0 0,-3 5 65 0 0,-18 24 0 0 0,10-20 331 0 0,0-1 0 0 0,-1-1 0 0 0,-25 18-1 0 0,19-15 1104 0 0,-7 6 906 0 0,29-23-2158 0 0,0-2-213 0 0,0 0 0 0 0,0 0-1 0 0,0 0 1 0 0,1 1 0 0 0,-1-1-1 0 0,0 0 1 0 0,0 0 0 0 0,0 1-1 0 0,1-1 1 0 0,-1 1 0 0 0,0-1-1 0 0,0 1 1 0 0,1-1 0 0 0,-1 1-1 0 0,0-1 1 0 0,0 2 0 0 0,1-1-41 0 0,-1-1 0 0 0,1 0 0 0 0,0 1 0 0 0,0-1 0 0 0,0 0 0 0 0,0 1 0 0 0,0-1 0 0 0,0 0 0 0 0,0 1 0 0 0,0-1 0 0 0,0 1 0 0 0,0-1 0 0 0,0 0 0 0 0,0 1 0 0 0,0-1 0 0 0,0 0 0 0 0,0 1 0 0 0,0-1 0 0 0,0 0 0 0 0,1 1 0 0 0,-1-1 0 0 0,0 0 0 0 0,0 1 0 0 0,0-1 0 0 0,0 0 0 0 0,1 1 0 0 0,-1-1 0 0 0,0 0 0 0 0,1 1 0 0 0,-1-1 0 0 0,0 0 0 0 0,0 0 0 0 0,1 0 0 0 0,-1 1 0 0 0,0-1 0 0 0,1 0 0 0 0,-1 0 0 0 0,0 0 0 0 0,1 0 0 0 0,-1 1 0 0 0,0-1 0 0 0,1 0 0 0 0,-1 0 0 0 0,1 0 0 0 0,-1 0 0 0 0,0 0 0 0 0,1 0 0 0 0,-1 0 0 0 0,1 0 0 0 0,12 4-3 0 0,1 1-1 0 0,-1 0 1 0 0,-1 1 0 0 0,1 0-1 0 0,-1 1 1 0 0,0 1 0 0 0,0 0-1 0 0,-1 0 1 0 0,0 1 0 0 0,-1 1-1 0 0,0-1 1 0 0,0 2 0 0 0,-1-1-1 0 0,-1 2 1 0 0,1-1 0 0 0,12 25-1 0 0,-18-28 69 0 0,1 0-1 0 0,-1 0 1 0 0,0 1-1 0 0,0 0 1 0 0,-1-1 0 0 0,-1 1-1 0 0,1 0 1 0 0,-1 0-1 0 0,-1 0 1 0 0,0 9-1 0 0,-1-11 103 0 0,0 0 0 0 0,-1 0 0 0 0,1 0 0 0 0,-2 0 0 0 0,1-1 0 0 0,-1 1 0 0 0,1-1 0 0 0,-2 1 0 0 0,1-1 0 0 0,-1 0 0 0 0,0-1 0 0 0,0 1 0 0 0,-8 7 0 0 0,3-4-14 0 0,-1 0 0 0 0,-1 0 0 0 0,0-1 0 0 0,0 0 0 0 0,0-1 0 0 0,-1-1-1 0 0,0 1 1 0 0,-1-2 0 0 0,1 0 0 0 0,-1 0 0 0 0,0-2 0 0 0,-25 5-1 0 0,2-2-171 0 0,0-3-1 0 0,-1-1 1 0 0,-55-4-1 0 0,31-4-2999 0 0,34 2-2660 0 0,-30-10 1 0 0,41 7-470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56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93 166 16 0 0,'-5'-12'4521'0'0,"-44"-68"6209"0"0,48 78-10126 0 0,1 1-502 0 0,-1 0-1 0 0,0 0 1 0 0,0-1 0 0 0,1 1 0 0 0,-1 0-1 0 0,1 0 1 0 0,-1-1 0 0 0,1 1 0 0 0,0 0-1 0 0,0-1 1 0 0,-1 1 0 0 0,1 0 0 0 0,0-1 0 0 0,0 1-1 0 0,0 0 1 0 0,0-1 0 0 0,0 1 0 0 0,1 0-1 0 0,-1-1 1 0 0,0 1 0 0 0,1 0 0 0 0,-1-1-1 0 0,1 1 1 0 0,0-1 0 0 0,4-3-74 0 0,1 1 0 0 0,0 0 0 0 0,0 1 0 0 0,0-1 0 0 0,0 1 0 0 0,1 0 0 0 0,-1 1 0 0 0,1-1 0 0 0,-1 1-1 0 0,1 1 1 0 0,0-1 0 0 0,0 1 0 0 0,0 0 0 0 0,0 1 0 0 0,11 0 0 0 0,-8 0-26 0 0,1 1-1 0 0,-1 0 0 0 0,1 0 1 0 0,-1 1-1 0 0,1 1 1 0 0,-1 0-1 0 0,0 0 1 0 0,0 1-1 0 0,18 9 0 0 0,-24-11 0 0 0,-1 1 0 0 0,1-1-1 0 0,-1 1 1 0 0,1 0 0 0 0,-1 0-1 0 0,0 0 1 0 0,0 0-1 0 0,0 1 1 0 0,-1-1 0 0 0,1 1-1 0 0,-1 0 1 0 0,0-1 0 0 0,0 1-1 0 0,0 0 1 0 0,0 0-1 0 0,1 8 1 0 0,-1-6 5 0 0,-2 1-1 0 0,1-1 1 0 0,-1 1-1 0 0,0 0 1 0 0,0-1-1 0 0,-1 1 1 0 0,0-1-1 0 0,0 1 0 0 0,0-1 1 0 0,-4 8-1 0 0,-2 5 24 0 0,-2 1-1 0 0,0-2 0 0 0,-1 1 0 0 0,-1-1 0 0 0,-24 30 0 0 0,0-4 474 0 0,-2-1 1 0 0,-79 70-1 0 0,109-106-312 0 0,0 0-1 0 0,0 0 1 0 0,1 0-1 0 0,-9 13 1 0 0,14-18-4 0 0,1-1-179 0 0,0-1 1 0 0,0 1 0 0 0,0-1 0 0 0,0 1 0 0 0,0-1-1 0 0,1 1 1 0 0,-1-1 0 0 0,0 1 0 0 0,1-1 0 0 0,-1 1-1 0 0,0-1 1 0 0,1 0 0 0 0,-1 1 0 0 0,0-1 0 0 0,1 0-1 0 0,-1 1 1 0 0,0-1 0 0 0,1 0 0 0 0,-1 1 0 0 0,1-1-1 0 0,-1 0 1 0 0,1 0 0 0 0,-1 1 0 0 0,1-1-1 0 0,-1 0 1 0 0,1 0 0 0 0,-1 0 0 0 0,2 0 0 0 0,19 2 105 0 0,257-44 98 0 0,-182 18-1970 0 0,-66 13-2586 0 0,-1-2-4253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56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26 138 688 0 0,'-14'-70'13378'0'0,"3"13"-6895"0"0,11 56-6160 0 0,-1 1-285 0 0,1-1 0 0 0,0 1 0 0 0,0 0 0 0 0,0-1 0 0 0,0 1 0 0 0,0 0 0 0 0,0 0 0 0 0,0-1 0 0 0,0 1 0 0 0,0 0 0 0 0,0-1 0 0 0,0 1 0 0 0,0 0 0 0 0,1-1 0 0 0,-1 1 0 0 0,0 0 0 0 0,0-1 0 0 0,0 1 0 0 0,0 0 0 0 0,0 0 0 0 0,1-1 0 0 0,-1 1 0 0 0,0 0 0 0 0,0-1 0 0 0,0 1 0 0 0,1 0 0 0 0,-1 0-1 0 0,0 0 1 0 0,0-1 0 0 0,1 1 0 0 0,-1 0 0 0 0,0 0 0 0 0,0 0 0 0 0,1 0 0 0 0,-1 0 0 0 0,0-1 0 0 0,1 1 0 0 0,9 3 195 0 0,-1 0-1 0 0,0 0 0 0 0,1 1 0 0 0,-1 0 1 0 0,13 9-1 0 0,47 34 338 0 0,-37-24-433 0 0,37 28 48 0 0,77 75 0 0 0,-94-78-2723 0 0,-22-18-5165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57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634 129 732 0 0,'-4'-29'6639'0'0,"-10"-31"0"0"0,10 45-5021 0 0,4 14-1432 0 0,0-1 0 0 0,-1 1 1 0 0,1 0-1 0 0,0-1 0 0 0,-1 1 0 0 0,1 0 0 0 0,-1-1 1 0 0,0 1-1 0 0,1 0 0 0 0,-1 0 0 0 0,0 0 0 0 0,0 0 1 0 0,0 0-1 0 0,0 0 0 0 0,0 0 0 0 0,0 0 0 0 0,0 0 1 0 0,0 0-1 0 0,-1-1 0 0 0,1 2-99 0 0,0 0 1 0 0,0-1-1 0 0,-1 1 0 0 0,1 0 1 0 0,0 0-1 0 0,0 0 0 0 0,0 0 1 0 0,0 0-1 0 0,0 0 0 0 0,0 0 1 0 0,0 1-1 0 0,0-1 0 0 0,-1 0 1 0 0,1 1-1 0 0,0-1 0 0 0,0 1 1 0 0,0-1-1 0 0,-1 2 0 0 0,-6 3 129 0 0,1 0-1 0 0,1 1 0 0 0,-1 0 0 0 0,-10 12 1 0 0,11-11 189 0 0,-384 420 3857 0 0,329-358-3889 0 0,18-19-1059 0 0,13-19-2727 0 0,67-33-10017 0 0,-19-5 6235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58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1 270 696 0 0,'47'-120'18680'0'0,"-46"118"-17921"0"0,-1-1-536 0 0,1 0 0 0 0,0 0 0 0 0,-1 0 0 0 0,1 0 0 0 0,0 1 0 0 0,0-1 0 0 0,0 0 1 0 0,1 1-1 0 0,-1-1 0 0 0,1 0 0 0 0,0 1 0 0 0,-1 0 0 0 0,1-1 0 0 0,0 1 1 0 0,3-3-1 0 0,2-1-56 0 0,1-1 0 0 0,-1 1 0 0 0,11-6 1 0 0,2 1-54 0 0,1 0 1 0 0,0 1-1 0 0,0 1 1 0 0,42-11 0 0 0,-52 17-115 0 0,0 1 0 0 0,-1 0 0 0 0,1 0 0 0 0,0 1 0 0 0,0 0 0 0 0,0 1 1 0 0,0 1-1 0 0,0 0 0 0 0,0 0 0 0 0,0 1 0 0 0,0 0 0 0 0,12 5 0 0 0,-19-6-6 0 0,0 1 0 0 0,-1 0 0 0 0,1-1 0 0 0,-1 1 0 0 0,1 1 0 0 0,-1-1 0 0 0,0 0 0 0 0,0 1 0 0 0,0 0 0 0 0,0 0 0 0 0,0 0 0 0 0,-1 0 0 0 0,1 0 0 0 0,-1 0 0 0 0,0 0 0 0 0,0 1 0 0 0,2 4 0 0 0,-3-3 2 0 0,1-1 0 0 0,-1 1 1 0 0,-1 0-1 0 0,1 0 0 0 0,-1 0 0 0 0,1 0 0 0 0,-1 0 1 0 0,-1 0-1 0 0,1-1 0 0 0,-1 1 0 0 0,0 0 0 0 0,-2 6 0 0 0,-3 7 6 0 0,-1 0 0 0 0,-1-1 0 0 0,-1 1 0 0 0,-1-2 0 0 0,-21 30 0 0 0,-12 13 170 0 0,13-19 872 0 0,29-38-751 0 0,4-1-188 0 0,41 2 111 0 0,-32-3-202 0 0,0 1-1 0 0,0 1 1 0 0,0-1 0 0 0,-1 2-1 0 0,17 5 1 0 0,-15-3-19 0 0,0 0 0 0 0,0 1-1 0 0,-1 0 1 0 0,18 13 0 0 0,-24-15 13 0 0,0 1 0 0 0,-1 0 0 0 0,1 0 0 0 0,-1 0 1 0 0,0 1-1 0 0,0 0 0 0 0,-1 0 0 0 0,0 0 0 0 0,0 0 0 0 0,4 9 0 0 0,-7-10 135 0 0,1 0 1 0 0,-1 0-1 0 0,0 1 1 0 0,0-1-1 0 0,0 1 0 0 0,-1-1 1 0 0,1 1-1 0 0,-1-1 1 0 0,-1 1-1 0 0,1-1 0 0 0,-1 0 1 0 0,0 1-1 0 0,0-1 0 0 0,-1 0 1 0 0,0 1-1 0 0,0-1 1 0 0,0 0-1 0 0,0 0 0 0 0,-1 0 1 0 0,-4 6-1 0 0,1-2 155 0 0,0 0 0 0 0,-1 0 0 0 0,0-1 0 0 0,-1 0 0 0 0,1 0-1 0 0,-2-1 1 0 0,1 0 0 0 0,-1 0 0 0 0,-11 6 0 0 0,2-3-298 0 0,7-3 0 0 0,0 0 0 0 0,-1-2 0 0 0,0 1 0 0 0,0-2 0 0 0,-1 1 0 0 0,1-2 0 0 0,-1 0 0 0 0,-18 3 0 0 0,8-3 0 0 0,-4-3 0 0 0,4 0 0 0 0,0-2 0 0 0,2 0 0 0 0,4-2 0 0 0,0-1 0 0 0,-6-2-1786 0 0,-1-3-5439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39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412 543 2044 0 0,'1'-3'1718'0'0,"4"-22"2987"0"0,-3 17-1598 0 0,-8 41-2477 0 0,-1-1 0 0 0,-2 0 0 0 0,-13 31 0 0 0,-45 94 910 0 0,34-84-1000 0 0,-93 189 555 0 0,36-79-770 0 0,47-104 649 0 0,42-76-736 0 0,0-3-213 0 0,1 1 0 0 0,0-1 0 0 0,0 1 1 0 0,-1-1-1 0 0,1 0 0 0 0,0 1 0 0 0,-1-1 0 0 0,1 0 0 0 0,-1 1 0 0 0,1-1 0 0 0,0 0 0 0 0,-1 0 0 0 0,1 1 0 0 0,-1-1 0 0 0,1 0 0 0 0,-1 0 0 0 0,1 0 0 0 0,0 0 0 0 0,-1 1 0 0 0,1-1 0 0 0,-2 0 0 0 0,0-10 33 0 0,1-1 0 0 0,-1 1-1 0 0,2 0 1 0 0,-1-1 0 0 0,2 1 0 0 0,1-18-1 0 0,16-68 21 0 0,-12 68-54 0 0,18-82-35 0 0,5 1 0 0 0,5 2 1 0 0,4 1-1 0 0,6 2 0 0 0,3 2 0 0 0,5 2 0 0 0,106-152 0 0 0,-129 213-3 0 0,48-51-1 0 0,-67 79 0 0 0,1 0 0 0 0,1 0 0 0 0,0 2 0 0 0,1-1 0 0 0,-1 2 0 0 0,2 0-1 0 0,-1 0 1 0 0,23-9 0 0 0,-32 16 10 0 0,-1 1 0 0 0,1-1 0 0 0,-1 0-1 0 0,1 1 1 0 0,0 0 0 0 0,-1 0 0 0 0,1 0 0 0 0,-1 0-1 0 0,1 1 1 0 0,0-1 0 0 0,-1 1 0 0 0,1 0 0 0 0,-1 0-1 0 0,0 0 1 0 0,1 0 0 0 0,-1 1 0 0 0,0-1 0 0 0,1 1-1 0 0,-1 0 1 0 0,0 0 0 0 0,0 0 0 0 0,-1 1 0 0 0,1-1-1 0 0,0 0 1 0 0,-1 1 0 0 0,4 5 0 0 0,1 1-2 0 0,0 0 0 0 0,-1 0 0 0 0,-1 1 0 0 0,1 0 0 0 0,-2 0 0 0 0,1 1-1 0 0,2 11 1 0 0,3 16 95 0 0,-2 1 0 0 0,-2-1 0 0 0,-1 2 0 0 0,-2-1 0 0 0,-4 65-1 0 0,-33 198 1250 0 0,27-248-1097 0 0,-51 311 733 0 0,45-286 1256 0 0,13-76-1792 0 0,-1-4-429 0 0,1 1 0 0 0,-1-1 1 0 0,1 1-1 0 0,-1-1 0 0 0,0 0 1 0 0,1 1-1 0 0,-1-1 0 0 0,1 1 0 0 0,0-1 1 0 0,-1 0-1 0 0,1 0 0 0 0,0 1 0 0 0,-1-1 1 0 0,1 0-1 0 0,0 0 0 0 0,0 1 0 0 0,-1-1 1 0 0,1 0-1 0 0,0 0 0 0 0,0 1 1 0 0,0-1-1 0 0,0 0 0 0 0,0-1 0 0 0,-1-17 27 0 0,1 19-35 0 0,-2-39-202 0 0,-2-1-1 0 0,-1 1 1 0 0,-3 0-1 0 0,-20-65 0 0 0,21 85 70 0 0,-1 1-1 0 0,-1 0 0 0 0,0 0 0 0 0,-1 1 0 0 0,-1 0 1 0 0,0 1-1 0 0,-2 0 0 0 0,1 1 0 0 0,-2 0 1 0 0,0 1-1 0 0,-21-15 0 0 0,17 15 47 0 0,-2 1-1 0 0,0 1 1 0 0,0 1 0 0 0,-1 1-1 0 0,0 1 1 0 0,0 0-1 0 0,-35-8 1 0 0,44 14 61 0 0,-1 1-1 0 0,1 0 1 0 0,0 0-1 0 0,-1 2 1 0 0,1-1-1 0 0,0 2 1 0 0,-1-1-1 0 0,1 2 1 0 0,0-1 0 0 0,0 2-1 0 0,-1 0 1 0 0,2 0-1 0 0,-1 1 1 0 0,0 1-1 0 0,-18 9 1 0 0,22-9 13 0 0,1 1 0 0 0,-1 0 0 0 0,1 1 0 0 0,0 0 0 0 0,0 0 0 0 0,1 0 0 0 0,0 1 0 0 0,0 0 0 0 0,1 0 0 0 0,0 0 0 0 0,1 1 0 0 0,0-1 0 0 0,0 1 0 0 0,-4 13 0 0 0,8-20 15 0 0,-1 0 1 0 0,1 0 0 0 0,-1 0-1 0 0,1 0 1 0 0,0 0-1 0 0,-1 0 1 0 0,1 0 0 0 0,0 0-1 0 0,0 0 1 0 0,1 0 0 0 0,-1 0-1 0 0,0 0 1 0 0,1 0 0 0 0,-1 0-1 0 0,1 0 1 0 0,0 0 0 0 0,-1 0-1 0 0,1 0 1 0 0,0 0 0 0 0,0-1-1 0 0,0 1 1 0 0,0 0-1 0 0,1-1 1 0 0,-1 1 0 0 0,0-1-1 0 0,1 1 1 0 0,-1-1 0 0 0,1 1-1 0 0,0-1 1 0 0,-1 0 0 0 0,1 0-1 0 0,0 0 1 0 0,0 0 0 0 0,-1 0-1 0 0,1 0 1 0 0,4 0 0 0 0,4 2 8 0 0,0 0 0 0 0,1-1 1 0 0,-1 0-1 0 0,1-1 1 0 0,13 0-1 0 0,72-2-1495 0 0,180-28 0 0 0,-211 21-285 0 0,53-11-2538 0 0,-39 2-1369 0 0,-40 9 1179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39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20 2172 0 0,'-18'18'9035'0'0,"16"-16"-8677"0"0,-20 21 8788 0 0,18-16-8697 0 0,4-6-433 0 0,1-1 0 0 0,0 1 0 0 0,0-1 1 0 0,0 1-1 0 0,-1-1 0 0 0,1 0 0 0 0,0 1 0 0 0,0-1 0 0 0,0 0 1 0 0,0 0-1 0 0,0 0 0 0 0,-1 0 0 0 0,1 0 0 0 0,0 0 0 0 0,0 0 0 0 0,0 0 1 0 0,0 0-1 0 0,1 0 0 0 0,13-1 61 0 0,360-51-1230 0 0,-371 51 653 0 0,0 0 0 0 0,-1 0 0 0 0,1 0 1 0 0,0 0-1 0 0,0 0 0 0 0,-1-1 0 0 0,1 0 1 0 0,-1 1-1 0 0,5-4 0 0 0,-1 0-2309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39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58 680 0 0,'-67'-50'16155'0'0,"63"47"-15292"0"0,4 3-821 0 0,-1 0 0 0 0,1-1 0 0 0,0 1 0 0 0,0 0 0 0 0,-1-1 0 0 0,1 1 0 0 0,0 0 0 0 0,0 0 0 0 0,-1-1 0 0 0,1 1 0 0 0,0 0 1 0 0,-1 0-1 0 0,1 0 0 0 0,-1-1 0 0 0,1 1 0 0 0,0 0 0 0 0,-1 0 0 0 0,1 0 0 0 0,0 0 0 0 0,-1 0 0 0 0,1 0 0 0 0,-1 0 0 0 0,1 0 0 0 0,0 0 0 0 0,-1 0 0 0 0,1 0 1 0 0,-1 0-1 0 0,1 0 0 0 0,-1 0 0 0 0,-2 2 141 0 0,1 0 0 0 0,0 1 1 0 0,-1-1-1 0 0,1 1 0 0 0,0-1 1 0 0,0 1-1 0 0,0 0 1 0 0,1 0-1 0 0,-1 0 0 0 0,1 0 1 0 0,-1 0-1 0 0,1 0 0 0 0,-1 7 1 0 0,-13 55 2160 0 0,9-33-1437 0 0,-92 429 2245 0 0,85-393-2901 0 0,0-15-220 0 0,7-29-6981 0 0,21-49-3801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40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76 1236 0 0,'12'-65'17991'0'0,"-11"63"-17338"0"0,2-7 1594 0 0,-9 33-1190 0 0,1-1-1 0 0,-3 28 1 0 0,0 5 168 0 0,-75 399 3441 0 0,75-411-4478 0 0,-33 150 400 0 0,27-142-2723 0 0,6-100-17925 0 0,9 30 12695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4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35 257 2340 0 0,'-7'-16'2495'0'0,"0"-1"0"0"0,2 1 0 0 0,0-1 0 0 0,-4-22 0 0 0,8 35-2340 0 0,1 0-1 0 0,-1-1 1 0 0,1 1-1 0 0,0 0 1 0 0,1 0-1 0 0,-1 0 1 0 0,1 0-1 0 0,-1 0 1 0 0,1 0-1 0 0,1 0 1 0 0,-1 0-1 0 0,0 0 1 0 0,1 0-1 0 0,3-6 1 0 0,-1 5-74 0 0,0 0 0 0 0,0 0 0 0 0,0 0 1 0 0,0 1-1 0 0,1-1 0 0 0,0 1 1 0 0,0 0-1 0 0,10-6 0 0 0,-4 4-63 0 0,-1 1 0 0 0,1 0-1 0 0,1 1 1 0 0,-1 0 0 0 0,0 0-1 0 0,1 1 1 0 0,0 1 0 0 0,0 0-1 0 0,19 0 1 0 0,-22 2-8 0 0,-1 0 1 0 0,1 1-1 0 0,0 0 1 0 0,0 1-1 0 0,0 0 1 0 0,-1 0-1 0 0,1 1 1 0 0,-1 0-1 0 0,1 0 1 0 0,-1 1-1 0 0,0 0 1 0 0,-1 0-1 0 0,1 1 1 0 0,-1 0-1 0 0,0 1 1 0 0,0 0-1 0 0,0 0 1 0 0,-1 0-1 0 0,0 1 0 0 0,0-1 1 0 0,-1 2-1 0 0,0-1 1 0 0,0 0-1 0 0,-1 1 1 0 0,1 0-1 0 0,-2 0 1 0 0,1 1-1 0 0,-1-1 1 0 0,-1 0-1 0 0,3 12 1 0 0,-3-4 13 0 0,0 0 1 0 0,-1-1-1 0 0,-1 1 0 0 0,-1 0 1 0 0,0-1-1 0 0,-1 1 1 0 0,-1 0-1 0 0,0-1 0 0 0,-1 0 1 0 0,0 0-1 0 0,-2 0 1 0 0,-7 15-1 0 0,-12 21 704 0 0,-2-2 0 0 0,-34 45-1 0 0,53-82-402 0 0,1-2 157 0 0,0 1 726 0 0,0 0 1 0 0,-13 12-1 0 0,10-8 257 0 0,11-13-886 0 0,5-3-614 0 0,-1-2 27 0 0,0 2 0 0 0,0-1-1 0 0,0 1 1 0 0,0 0 0 0 0,1 0 0 0 0,-1 0-1 0 0,0 0 1 0 0,0 1 0 0 0,1 0-1 0 0,5 1 1 0 0,49 9-77 0 0,-57-9 82 0 0,22 5-19 0 0,0 1-1 0 0,-1 2 0 0 0,0 0 0 0 0,0 2 0 0 0,26 16 0 0 0,-35-19 24 0 0,-1 2 0 0 0,-1-1 0 0 0,1 2 0 0 0,-2 0 0 0 0,1 0 0 0 0,-2 1 0 0 0,1 1 0 0 0,-2 0 0 0 0,10 14 0 0 0,-17-21 62 0 0,1 0-1 0 0,-1 1 0 0 0,0-1 1 0 0,-1 1-1 0 0,0-1 0 0 0,0 1 1 0 0,0 0-1 0 0,-1-1 1 0 0,0 1-1 0 0,0 0 0 0 0,-1 0 1 0 0,0 0-1 0 0,0 0 1 0 0,-2 13-1 0 0,0-10 118 0 0,-1-1 0 0 0,0 0-1 0 0,0 0 1 0 0,-1 0 0 0 0,0-1 0 0 0,-1 1 0 0 0,1-1 0 0 0,-2 0-1 0 0,1-1 1 0 0,-8 9 0 0 0,3-5 39 0 0,-2 1 1 0 0,0-2-1 0 0,0 1 1 0 0,0-2-1 0 0,-2 1 0 0 0,1-2 1 0 0,-1 0-1 0 0,0 0 0 0 0,-1-2 1 0 0,1 0-1 0 0,-1 0 1 0 0,-28 6-1 0 0,19-9-219 0 0,0 0 0 0 0,0-2 0 0 0,0 0 0 0 0,0-1 0 0 0,0-2 0 0 0,0-1 0 0 0,0 0 0 0 0,0-2 0 0 0,1-1 0 0 0,-35-13 0 0 0,38 11 0 0 0,0 0 0 0 0,-19-10-2492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04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1200 0 0,'6'11'19677'0'0,"2"-10"-19649"0"0,-1-1 1 0 0,0 1-1 0 0,1-1 0 0 0,-1-1 1 0 0,0 1-1 0 0,0-1 1 0 0,13-4-1 0 0,19-1 17 0 0,92-10 13 0 0,39-2-18 0 0,-64 8 86 0 0,-103 10-110 0 0,1-1 4 0 0,5 1-9 0 0,2-1 99 0 0,0 0 0 0 0,21-6 1 0 0,-29 6-84 0 0,3 0-109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05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1 996 0 0,'0'0'3464'0'0,"16"0"-3720"0"0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06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100 182 2068 0 0,'-3'-1'1673'0'0,"-68"-30"7297"0"0,69 29-8406 0 0,0 1-42 0 0,-6-1-264 0 0,-5-4 1666 0 0,13 6-1909 0 0,0-1 0 0 0,0 1 0 0 0,0 0 0 0 0,-1-1 0 0 0,1 1 0 0 0,0 0 0 0 0,0-1 0 0 0,0 1 0 0 0,0 0 0 0 0,0 0 1 0 0,0-1-1 0 0,0 1 0 0 0,0 0 0 0 0,0-1 0 0 0,1 1 0 0 0,-1 0 0 0 0,0-1 0 0 0,0 1 0 0 0,0 0 0 0 0,0-1 0 0 0,0 1 0 0 0,0 0 1 0 0,1 0-1 0 0,-1-1 0 0 0,0 1 0 0 0,0 0 0 0 0,0 0 0 0 0,1-1 0 0 0,-1 1 0 0 0,0 0 0 0 0,0 0 0 0 0,1 0 0 0 0,-1 0 0 0 0,0-1 0 0 0,1 1 1 0 0,-1 0-1 0 0,0 0 0 0 0,0 0 0 0 0,1 0 0 0 0,-1 0 0 0 0,0 0 0 0 0,1 0 0 0 0,0 0 0 0 0,9-6 77 0 0,2 2 0 0 0,-1 0 0 0 0,0 0 0 0 0,18-2 0 0 0,-10 1-36 0 0,403-89 178 0 0,-418 93-85 0 0,1 0-776 0 0,0 0 1 0 0,0 0-1 0 0,0 0 0 0 0,0 1 1 0 0,1-1-1 0 0,-1 1 0 0 0,0 0 1 0 0,6 2-1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07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49 424 0 0,'-29'-11'6925'0'0,"-40"-19"-1"0"0,67 29-6741 0 0,0 0 0 0 0,-1 0 0 0 0,1 0 0 0 0,0 0 0 0 0,0 0 0 0 0,0 1 0 0 0,-1-1 0 0 0,1 1 0 0 0,0-1 0 0 0,-1 1 0 0 0,1 0 0 0 0,0 0 0 0 0,-4 0 0 0 0,5 1-122 0 0,0-1 0 0 0,0 1 0 0 0,0-1 0 0 0,-1 1 0 0 0,1-1 0 0 0,0 1 1 0 0,0-1-1 0 0,0 1 0 0 0,0 0 0 0 0,0 0 0 0 0,0 0 0 0 0,0 0 0 0 0,0-1 0 0 0,0 1 0 0 0,1 0 0 0 0,-1 0 0 0 0,-1 3 0 0 0,-1 3-14 0 0,1 0 0 0 0,-1 0 0 0 0,2 0 0 0 0,-1 0 0 0 0,1 0-1 0 0,-1 13 1 0 0,-2 8 381 0 0,-12 67-87 0 0,3 1 0 0 0,0 135 0 0 0,13-230-331 0 0,0 0 0 0 0,0 0 0 0 0,0-1 0 0 0,0 1 0 0 0,0 0 0 0 0,0 0 0 0 0,0 0 0 0 0,1 0 0 0 0,-1-1 0 0 0,0 1 0 0 0,0 0-1 0 0,1 0 1 0 0,-1-1 0 0 0,0 1 0 0 0,1 0 0 0 0,-1 0 0 0 0,1-1 0 0 0,-1 1 0 0 0,1 0 0 0 0,-1-1 0 0 0,1 1 0 0 0,-1-1 0 0 0,1 1 0 0 0,0-1 0 0 0,-1 1 0 0 0,1-1 0 0 0,0 1 0 0 0,0-1-1 0 0,-1 0 1 0 0,1 1 0 0 0,0-1 0 0 0,0 0 0 0 0,-1 1 0 0 0,1-1 0 0 0,0 0 0 0 0,0 0 0 0 0,0 0 0 0 0,0 0 0 0 0,-1 0 0 0 0,1 0 0 0 0,0 0 0 0 0,0 0 0 0 0,0 0 0 0 0,-1 0 0 0 0,1-1 0 0 0,0 1-1 0 0,0 0 1 0 0,1-1 0 0 0,4-1 33 0 0,0 0 0 0 0,0-1 0 0 0,0 1 0 0 0,8-6 0 0 0,127-88 460 0 0,-104 70-467 0 0,-35 24-36 0 0,1 1 0 0 0,-1-1 0 0 0,1 0 0 0 0,0 1 0 0 0,0 0 0 0 0,-1 0 0 0 0,1-1 1 0 0,0 2-1 0 0,0-1 0 0 0,0 0 0 0 0,0 1 0 0 0,0-1 0 0 0,0 1 0 0 0,0 0 0 0 0,0 0 0 0 0,1 0 0 0 0,-1 0 0 0 0,0 1 0 0 0,0-1 1 0 0,0 1-1 0 0,0 0 0 0 0,0 0 0 0 0,-1 0 0 0 0,5 1 0 0 0,-1 2 4 0 0,0 0 0 0 0,-1 0 0 0 0,1 1-1 0 0,-1-1 1 0 0,0 1 0 0 0,0 0 0 0 0,0 0 0 0 0,0 1 0 0 0,5 9 0 0 0,3 6 71 0 0,-2-1 0 0 0,0 2 0 0 0,-1-1 0 0 0,-2 2-1 0 0,0-1 1 0 0,-1 1 0 0 0,-1 0 0 0 0,-1 1 0 0 0,-2-1 0 0 0,2 42 0 0 0,-5-52 319 0 0,0 1 0 0 0,-2-1-1 0 0,1 1 1 0 0,-2-1 0 0 0,0 0-1 0 0,-1 0 1 0 0,0 0 0 0 0,-1 0 0 0 0,0 0-1 0 0,-1-1 1 0 0,0 0 0 0 0,-1-1-1 0 0,0 1 1 0 0,-17 19 0 0 0,14-21-38 0 0,-1 0 0 0 0,0 0 0 0 0,0-1 0 0 0,-1 0 0 0 0,0-1 0 0 0,-1 0 0 0 0,1-1 0 0 0,-2-1 0 0 0,1 0 0 0 0,-1-1 0 0 0,1 0 0 0 0,-1-1 0 0 0,-23 4 0 0 0,14-5-341 0 0,-1 0 0 0 0,1-2 0 0 0,-25-1 1 0 0,-90-16-19 0 0,114 13 3 0 0,1 0 0 0 0,-6-5 14 0 0,21 3-169 0 0,-13-8-2586 0 0,14 4-1102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09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150 171 744 0 0,'4'-10'12186'0'0,"-10"-1"-10086"0"0,4 9-2021 0 0,1 1-1 0 0,0-1 1 0 0,0 0 0 0 0,1 1-1 0 0,-1-1 1 0 0,0 0 0 0 0,0 1 0 0 0,1-1-1 0 0,-1 0 1 0 0,1 0 0 0 0,0 1-1 0 0,-1-1 1 0 0,1 0 0 0 0,0 0 0 0 0,0 0-1 0 0,0 0 1 0 0,0 0 0 0 0,1 1-1 0 0,-1-1 1 0 0,0 0 0 0 0,1 0-1 0 0,-1 0 1 0 0,1 1 0 0 0,1-4 0 0 0,2-2-69 0 0,0 0 1 0 0,1 0 0 0 0,0 0 0 0 0,0 1 0 0 0,1-1 0 0 0,0 1 0 0 0,0 1-1 0 0,0-1 1 0 0,0 1 0 0 0,1 0 0 0 0,0 0 0 0 0,0 1 0 0 0,0 0 0 0 0,1 0-1 0 0,0 1 1 0 0,13-4 0 0 0,-14 5-4 0 0,-1 0 0 0 0,1 1 0 0 0,-1 0 0 0 0,1 0 0 0 0,0 1 0 0 0,-1 0 0 0 0,1 0 0 0 0,0 1 0 0 0,-1-1 0 0 0,1 1 0 0 0,-1 1 0 0 0,1-1-1 0 0,-1 1 1 0 0,0 0 0 0 0,1 1 0 0 0,-1 0 0 0 0,0 0 0 0 0,-1 0 0 0 0,1 0 0 0 0,0 1 0 0 0,9 9 0 0 0,-9-7-3 0 0,0 1 0 0 0,0 0 0 0 0,0 1 0 0 0,-1-1 0 0 0,0 1 0 0 0,-1 0 0 0 0,0 0 0 0 0,0 1 0 0 0,0-1 0 0 0,-1 1 0 0 0,-1 0 0 0 0,0 0 0 0 0,0 0 0 0 0,0 0 0 0 0,-1 0 0 0 0,-1 0 0 0 0,1 1-1 0 0,-1-1 1 0 0,-1 0 0 0 0,-2 13 0 0 0,-2 6 13 0 0,-1 0-1 0 0,-2-1 1 0 0,0 0-1 0 0,-2 0 1 0 0,-18 34-1 0 0,-1-5 431 0 0,-3-1 0 0 0,-47 61 0 0 0,-89 91 1962 0 0,137-169-1503 0 0,-21 24 2271 0 0,51-61-2977 0 0,-2 3 26 0 0,2-3-171 0 0,0 0-1 0 0,0 1 0 0 0,0-1 1 0 0,0 0-1 0 0,1 0 1 0 0,-1 0-1 0 0,0 1 0 0 0,1-1 1 0 0,-1 0-1 0 0,1 1 1 0 0,-1 2-1 0 0,18-2-33 0 0,-1-1 1 0 0,1 0-1 0 0,0-1 0 0 0,17-3 1 0 0,8 1-7 0 0,377-1 36 0 0,-255 4-13 0 0,-49 3 294 0 0,-111-4-317 0 0,-1 0-1 0 0,9 0-4 0 0,-9 0 7 0 0,1 0-49 0 0,8-2-82 0 0,-9 2-187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12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213 255 804 0 0,'-6'-12'14159'0'0,"-41"-24"-9486"0"0,-74-43-3863 0 0,88 60-796 0 0,27 17-15 0 0,8-2 0 0 0,15 1-3 0 0,-7 2 6 0 0,1 0 0 0 0,0 0 1 0 0,17 2-1 0 0,-5 0 0 0 0,94-7-2 0 0,183-32 0 0 0,-261 29 188 0 0,0-1 0 0 0,45-20 0 0 0,-82 29-66 0 0,1 0 6 0 0,0 0 80 0 0,1 0 0 0 0,0 1 0 0 0,0-1 0 0 0,0 1 0 0 0,0-1 0 0 0,0 1 0 0 0,0 1 0 0 0,8 0 0 0 0,-12 0-186 0 0,0-1-1 0 0,1 1 0 0 0,-1 0 0 0 0,0 0 0 0 0,0-1 0 0 0,1 1 0 0 0,-1 0 0 0 0,0 0 0 0 0,0 0 0 0 0,0 0 1 0 0,0-1-1 0 0,0 1 0 0 0,0 0 0 0 0,0 0 0 0 0,0 0 0 0 0,-1-1 0 0 0,1 1 0 0 0,0 0 0 0 0,-1 1 0 0 0,-1 8 248 0 0,0 0 0 0 0,-8 19-1 0 0,1-4 75 0 0,-17 46 708 0 0,-57 112-1 0 0,68-151-858 0 0,-152 291 1055 0 0,133-253-1055 0 0,-45 84 330 0 0,43-90 1069 0 0,35-63-1357 0 0,-13 19-655 0 0,-19-9-12461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12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0 572 0 0,'0'0'2220'0'0,"6"9"-1752"0"0,2-3-352 0 0,9-2-1932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1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5 652 0 0,'0'0'8818'0'0,"-7"-5"-8703"0"0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15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66 852 0 0,'24'-46'9111'0'0,"-23"44"-8337"0"0,0 0-200 0 0,-1 0 0 0 0,1 1 1 0 0,0-1-1 0 0,0 0 0 0 0,0 0 0 0 0,1 1 0 0 0,-1-1 1 0 0,2-1-1 0 0,-2 6-400 0 0,-1 1-1 0 0,1-1 1 0 0,-1 0 0 0 0,0 1 0 0 0,0-1 0 0 0,0 0 0 0 0,0 1 0 0 0,-1-1-1 0 0,0 1 1 0 0,1-1 0 0 0,-1 0 0 0 0,-2 4 0 0 0,-18 47 805 0 0,14-37-722 0 0,-154 409 965 0 0,156-413-1212 0 0,0 1 0 0 0,-4 27 0 0 0,8-38 4 0 0,4 1 2 0 0,-3-4-17 0 0,0 0 1 0 0,0 1 0 0 0,0-1 0 0 0,0 0 0 0 0,0 0 0 0 0,0 1 0 0 0,0-1 0 0 0,0 0 0 0 0,1 1-1 0 0,-1-1 1 0 0,0 0 0 0 0,0 0 0 0 0,0 1 0 0 0,0-1 0 0 0,0 0 0 0 0,1 0 0 0 0,-1 1-1 0 0,0-1 1 0 0,0 0 0 0 0,0 0 0 0 0,1 0 0 0 0,-1 1 0 0 0,0-1 0 0 0,0 0 0 0 0,1 0-1 0 0,-1 0 1 0 0,0 0 0 0 0,0 0 0 0 0,1 1 0 0 0,-1-1 0 0 0,0 0 0 0 0,1 0 0 0 0,-1 0-1 0 0,0 0 1 0 0,1 0 0 0 0,-1 0 0 0 0,0 0 0 0 0,1 0 0 0 0,4 1 3 0 0,0-1 0 0 0,0 1 1 0 0,0-1-1 0 0,0 0 0 0 0,-1 0 0 0 0,1 0 1 0 0,0-1-1 0 0,0 0 0 0 0,0 0 0 0 0,0 0 0 0 0,6-3 1 0 0,4-1-1 0 0,356-121 4 0 0,-359 120-6 0 0,0 0 1 0 0,0-1 0 0 0,-1 0 0 0 0,21-17-1 0 0,-26 18 0 0 0,1 0 0 0 0,-1 0 0 0 0,0-1 0 0 0,-1 1-1 0 0,0-1 1 0 0,0-1 0 0 0,0 1 0 0 0,5-12 0 0 0,-2-2 11 0 0,-3 11 53 0 0,-1-1-1 0 0,0 1 0 0 0,3-17 1 0 0,-4 1 1070 0 0,-5 21-808 0 0,-5 14-277 0 0,-1 8 81 0 0,2-1-1 0 0,0 1 1 0 0,-6 26 0 0 0,3-8 82 0 0,-102 402 1152 0 0,93-338-1276 0 0,-12 49 45 0 0,18-87 181 0 0,11-58-291 0 0,68-91-15351 0 0,-39 52 7870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16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11 316 0 0,'0'0'4220'0'0,"15"-4"-2411"0"0,1 2-1617 0 0,3-3-4325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16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64 0 0,'0'0'1364'0'0,"15"-7"1824"0"0,-17 20-5400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17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36 740 0 0,'8'-10'4756'0'0,"-2"1"-2614"0"0,-5 7-1554 0 0,0 1 1 0 0,1-1-1 0 0,-1 0 0 0 0,0 1 0 0 0,0 0 0 0 0,1-1 0 0 0,-1 1 1 0 0,1 0-1 0 0,2-2 0 0 0,1 7 1531 0 0,-2 13-1111 0 0,-1 16-81 0 0,-3-1 0 0 0,-7 63 0 0 0,-21 62-404 0 0,25-140-423 0 0,-27 133 478 0 0,31-148-538 0 0,1 27 86 0 0,0-28-121 0 0,1 1 1 0 0,0 0 0 0 0,1-1 0 0 0,-1 1-1 0 0,0-1 1 0 0,0 1 0 0 0,1-1 0 0 0,-1 0 0 0 0,1 0-1 0 0,-1 0 1 0 0,1-1 0 0 0,2 2 0 0 0,33 4 41 0 0,20-4-39 0 0,1-3 0 0 0,0-2 0 0 0,104-20 0 0 0,-144 20-11 0 0,0-1-1 0 0,0 0 1 0 0,-1-2-1 0 0,0 0 0 0 0,0-2 1 0 0,0 0-1 0 0,29-18 1 0 0,-40 21 18 0 0,-1 0 0 0 0,1 0 1 0 0,-1 0-1 0 0,-1-1 0 0 0,1 1 0 0 0,-1-2 1 0 0,0 1-1 0 0,0 0 0 0 0,-1-1 0 0 0,1 0 1 0 0,-2 0-1 0 0,1 0 0 0 0,-1-1 0 0 0,0 1 1 0 0,0-1-1 0 0,-1 0 0 0 0,0 0 1 0 0,-1 0-1 0 0,0 0 0 0 0,0 0 0 0 0,0-8 1 0 0,-1-66 3429 0 0,0 80-3260 0 0,0-1-32 0 0,-1-2 146 0 0,-2 7-61 0 0,-5 18 117 0 0,-6 29 308 0 0,-42 187 926 0 0,29-132-1249 0 0,-126 462 149 0 0,135-511-625 0 0,-3 15-361 0 0,15-48-3945 0 0,1 0-3781 0 0,9-39 2872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18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0 178 344 0 0,'15'-93'25364'0'0,"-4"82"-24936"0"0,45-3-176 0 0,93-11 0 0 0,-52 11-1060 0 0,-12-1-5142 0 0,-74 10 3236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19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0 1648 0 0,'-5'1'1908'0'0,"-14"0"188"0"0,7-1-425 0 0,1 1 0 0 0,-1 0 0 0 0,-18 5-1 0 0,25-4-1292 0 0,0 0-1 0 0,0 0 0 0 0,0 0 1 0 0,1 1-1 0 0,-1-1 0 0 0,1 1 1 0 0,0 0-1 0 0,-1 0 1 0 0,1 1-1 0 0,1-1 0 0 0,-1 1 1 0 0,-3 4-1 0 0,-5 9 103 0 0,1 1 0 0 0,1 1 0 0 0,0-1 0 0 0,2 2 0 0 0,0-1 1 0 0,1 1-1 0 0,1 0 0 0 0,0 0 0 0 0,2 1 0 0 0,1 0 0 0 0,-1 21 0 0 0,2-26-314 0 0,2 0 0 0 0,2 25 1 0 0,-1-36-114 0 0,0 1 0 0 0,0-1 1 0 0,1 0-1 0 0,-1 0 1 0 0,1 0-1 0 0,0 0 1 0 0,0 0-1 0 0,1 0 0 0 0,0 0 1 0 0,6 8-1 0 0,-7-12-37 0 0,0 0-1 0 0,0 1 0 0 0,1-1 1 0 0,-1-1-1 0 0,0 1 0 0 0,1 0 1 0 0,-1-1-1 0 0,1 1 0 0 0,-1-1 1 0 0,1 0-1 0 0,-1 0 0 0 0,1 0 1 0 0,2 0-1 0 0,9 0 1 0 0,1 0-1 0 0,-1-1 1 0 0,1 0 0 0 0,-1-1 0 0 0,0-1-1 0 0,22-7 1 0 0,9-2-12 0 0,-16 6 4 0 0,0 0 0 0 0,0 2-1 0 0,44 0 1 0 0,-64 4 20 0 0,0 0-1 0 0,-1 1 0 0 0,1 1 1 0 0,0-1-1 0 0,-1 1 0 0 0,1 1 1 0 0,-1 0-1 0 0,0 0 1 0 0,0 0-1 0 0,0 1 0 0 0,0 1 1 0 0,0-1-1 0 0,-1 1 1 0 0,0 0-1 0 0,12 12 0 0 0,-12-11 116 0 0,-1 1 0 0 0,-1 0 0 0 0,1 1 0 0 0,-1-1-1 0 0,0 1 1 0 0,-1 0 0 0 0,0 1 0 0 0,0-1 0 0 0,-1 0 0 0 0,0 1 0 0 0,0 0-1 0 0,-1 0 1 0 0,2 12 0 0 0,-3-14 70 0 0,-1 0-1 0 0,0 0 1 0 0,0 0-1 0 0,-1 0 1 0 0,1 0 0 0 0,-2 0-1 0 0,1 0 1 0 0,-1-1-1 0 0,0 1 1 0 0,0 0 0 0 0,-1-1-1 0 0,1 1 1 0 0,-2-1-1 0 0,1 0 1 0 0,-1 0 0 0 0,0 0-1 0 0,-9 10 1 0 0,4-6-101 0 0,0 0 1 0 0,-1-1 0 0 0,0 0-1 0 0,-1-1 1 0 0,0 0 0 0 0,0-1-1 0 0,0 0 1 0 0,-1-1 0 0 0,-18 7-1 0 0,9-7 43 0 0,0-1 0 0 0,0 0-1 0 0,-1-2 1 0 0,0-1-1 0 0,-42 0 1 0 0,40-3-155 0 0,-6-2 0 0 0,2 0 0 0 0,-12-5-280 0 0,28 3-176 0 0,-34-14-5248 0 0,30 8 89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22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15 1868 0 0,'-4'0'2407'0'0,"-77"-6"10621"0"0,78 6-11840 0 0,-9 0 1832 0 0,473-4-809 0 0,-457 4-1909 0 0,0 0 4 0 0,35-2 459 0 0,-36 2-556 0 0,1 0-151 0 0,10 0 26 0 0,-11 0-74 0 0,0-1-380 0 0,8 0-170 0 0,-8 1-341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22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71 1184 0 0,'35'-45'14947'0'0,"-22"19"-5630"0"0,-22 29-9254 0 0,1-1 0 0 0,0 1 0 0 0,0 0-1 0 0,0 1 1 0 0,1 0 0 0 0,-1 0 0 0 0,1 1 0 0 0,0 0-1 0 0,0 0 1 0 0,0 1 0 0 0,-8 9 0 0 0,-69 80 147 0 0,75-84-184 0 0,-12 16-2 0 0,0 0 0 0 0,3 1 1 0 0,0 1-1 0 0,2 1 0 0 0,1 0 1 0 0,1 1-1 0 0,2 0 0 0 0,1 2 1 0 0,-9 41-1 0 0,19-64-7 0 0,0 0 0 0 0,1 0 0 0 0,0 1 0 0 0,0-1 0 0 0,1 0-1 0 0,1 0 1 0 0,-1 0 0 0 0,2 0 0 0 0,-1 0 0 0 0,1-1 0 0 0,1 1 0 0 0,0-1 0 0 0,0 1 0 0 0,11 15 0 0 0,-11-18-12 0 0,1 0 0 0 0,0 0 0 0 0,1 0 0 0 0,0-1 0 0 0,0 0 0 0 0,0 0 0 0 0,1-1 0 0 0,0 1 1 0 0,0-1-1 0 0,0-1 0 0 0,0 1 0 0 0,1-1 0 0 0,0-1 0 0 0,0 0 0 0 0,0 0 0 0 0,0 0 0 0 0,13 2 0 0 0,-15-4 12 0 0,-1 0-1 0 0,1-1 1 0 0,-1 0-1 0 0,1 0 0 0 0,-1 0 1 0 0,1 0-1 0 0,-1-1 0 0 0,1 0 1 0 0,-1 0-1 0 0,0-1 0 0 0,0 1 1 0 0,1-1-1 0 0,-1 0 1 0 0,0-1-1 0 0,0 1 0 0 0,-1-1 1 0 0,1 0-1 0 0,0 0 0 0 0,-1 0 1 0 0,0-1-1 0 0,0 0 0 0 0,0 0 1 0 0,0 0-1 0 0,-1 0 1 0 0,6-8-1 0 0,-8 10-14 0 0,0 0 0 0 0,0 0-1 0 0,0 0 1 0 0,0 0 0 0 0,0 0 0 0 0,0 0 0 0 0,-1 0 0 0 0,1 0 0 0 0,-1-1 0 0 0,1 1 0 0 0,-1 0-1 0 0,0 0 1 0 0,0-1 0 0 0,0 1 0 0 0,0 0 0 0 0,0 0 0 0 0,-1-1 0 0 0,1 1 0 0 0,-1 0-1 0 0,1 0 1 0 0,-1 0 0 0 0,0-1 0 0 0,0 1 0 0 0,0 0 0 0 0,0 0 0 0 0,0 0 0 0 0,0 0 0 0 0,-1 1-1 0 0,1-1 1 0 0,-1 0 0 0 0,1 1 0 0 0,-1-1 0 0 0,0 0 0 0 0,1 1 0 0 0,-1 0 0 0 0,0-1 0 0 0,0 1-1 0 0,-3-1 1 0 0,-3-3-7 0 0,-1 1-1 0 0,1 0 0 0 0,-1 0 0 0 0,0 1 0 0 0,0 0 1 0 0,-1 1-1 0 0,-15-2 0 0 0,23 3-11 0 0,-64-3-458 0 0,59 5-131 0 0,1-1 0 0 0,-1 0-1 0 0,1 1 1 0 0,-1 1 0 0 0,1-1 0 0 0,-1 1 0 0 0,1 0 0 0 0,0 0-1 0 0,-6 4 1 0 0,6-4 651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0:23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625 9 908 0 0,'-12'-9'11953'0'0,"45"15"-2064"0"0,50-1-8354 0 0,9 0-1620 0 0,160 18 311 0 0,118 12 540 0 0,-327-30 635 0 0,46 3 1646 0 0,-86-8-2878 0 0,12 4 238 0 0,-14-4-402 0 0,0 0 0 0 0,0 0 0 0 0,1 0 1 0 0,-1 0-1 0 0,0 0 0 0 0,0 1 1 0 0,0-1-1 0 0,0 0 0 0 0,1 1 0 0 0,-1-1 1 0 0,0 1-1 0 0,0-1 0 0 0,1 2 0 0 0,-1 1 1 0 0,-1 1 0 0 0,1-1 0 0 0,-1 0 0 0 0,0 1 0 0 0,0-1 0 0 0,-1 1 0 0 0,1-1 0 0 0,-1 0-1 0 0,-2 7 1 0 0,-13 37 298 0 0,3-12-153 0 0,-20 80 688 0 0,-21 137-1 0 0,-41 589-620 0 0,47-351-149 0 0,18-299-69 0 0,-57 192 0 0 0,31-153 0 0 0,0 41 0 0 0,51-252 0 0 0,2-1 0 0 0,2-5 0 0 0,-1 0 0 0 0,-1-1 0 0 0,2 1 0 0 0,0-1 0 0 0,-2-1 0 0 0,1 0 0 0 0,0 3 0 0 0,2-13 0 0 0,0-1 0 0 0,0 0 0 0 0,0 1 0 0 0,0-1 0 0 0,0 0 0 0 0,0 1 0 0 0,0-1 0 0 0,0 0 0 0 0,0 1 0 0 0,0-1 0 0 0,-1 1 0 0 0,1-1 0 0 0,0 0 0 0 0,0 1 0 0 0,0-1 0 0 0,0 0 0 0 0,-1 0 0 0 0,1 1 0 0 0,0-1 0 0 0,0 0 0 0 0,0 1 0 0 0,-1-1 0 0 0,1 0 0 0 0,0 0 0 0 0,-1 1 0 0 0,1-1 0 0 0,-20 1 0 0 0,-444 6-5548 0 0,1 31-5480 0 0,442-36 10524 0 0,-103 11-12779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18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1 788 0 0,'0'0'5461'0'0,"15"4"-9306"0"0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20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75 1764 0 0,'0'0'1764'0'0,"-15"-5"3402"0"0,14 5-4860 0 0,0 0-1 0 0,0 0 1 0 0,0 0 0 0 0,0 0-1 0 0,0-1 1 0 0,0 1 0 0 0,0 0-1 0 0,0-1 1 0 0,0 1-1 0 0,0-1 1 0 0,0 1 0 0 0,0-1-1 0 0,0 0 1 0 0,1 1 0 0 0,-1-1-1 0 0,-1-1 1 0 0,17-1 2894 0 0,6 0-3256 0 0,231-40 1232 0 0,-248 42-1168 0 0,15-2 3 0 0,-15 2 4 0 0,-1 1-5 0 0,27-4 14 0 0,-27 4-24 0 0,28-4-4737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20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185 120 764 0 0,'-20'-41'10350'0'0,"0"0"-4800"0"0,20 39-5068 0 0,-1 1-58 0 0,1 0-389 0 0,-1 0 0 0 0,1 0 1 0 0,0 1-1 0 0,-1-1 0 0 0,1 0 0 0 0,0 0 1 0 0,0 0-1 0 0,0 0 0 0 0,0 0 0 0 0,-1 1 0 0 0,1-1 1 0 0,0 0-1 0 0,1 0 0 0 0,-1 0 0 0 0,0-1 1 0 0,3 0 29 0 0,0 0 0 0 0,0 0 0 0 0,1 0 0 0 0,-1 0 0 0 0,1 0 0 0 0,-1 1 0 0 0,1-1 0 0 0,-1 1 0 0 0,1 0 0 0 0,0 0 0 0 0,0 0 0 0 0,-1 1 0 0 0,1 0 0 0 0,0-1 1 0 0,0 1-1 0 0,0 1 0 0 0,0-1 0 0 0,-1 0 0 0 0,1 1 0 0 0,0 0 0 0 0,0 0 0 0 0,6 2 0 0 0,-5-1-48 0 0,0 0 0 0 0,0 0 1 0 0,0 0-1 0 0,-1 0 0 0 0,1 1 0 0 0,-1 0 0 0 0,1 0 1 0 0,-1 0-1 0 0,0 0 0 0 0,0 1 0 0 0,0 0 1 0 0,-1 0-1 0 0,1 0 0 0 0,-1 0 0 0 0,0 0 0 0 0,0 1 1 0 0,2 4-1 0 0,-1 2 8 0 0,-1 0-1 0 0,0 0 1 0 0,-1 0 0 0 0,0 1-1 0 0,-1-1 1 0 0,0 1 0 0 0,-1-1-1 0 0,-1 0 1 0 0,1 1 0 0 0,-2-1 0 0 0,-3 17-1 0 0,-3 3 13 0 0,0-2 0 0 0,-3 1-1 0 0,-13 28 1 0 0,0-8 199 0 0,-60 88 1 0 0,-44 37 2261 0 0,122-169-2399 0 0,3-1-36 0 0,-1-1 0 0 0,1 1 0 0 0,0 0 0 0 0,0-1 0 0 0,-2 7 0 0 0,4-10-53 0 0,1 0 0 0 0,0 0 0 0 0,0-1 0 0 0,0 1 0 0 0,0 0-1 0 0,0 0 1 0 0,0 0 0 0 0,1 0 0 0 0,-1-1 0 0 0,0 1 0 0 0,0 0 0 0 0,0 0 0 0 0,1 0 0 0 0,-1-1 0 0 0,1 1 0 0 0,-1 0 0 0 0,0 0 0 0 0,1-1 0 0 0,-1 1 0 0 0,1 0 0 0 0,-1-1-1 0 0,1 1 1 0 0,0-1 0 0 0,-1 1 0 0 0,1 0 0 0 0,0-1 0 0 0,-1 0 0 0 0,1 1 0 0 0,0-1 0 0 0,0 1 0 0 0,-1-1 0 0 0,1 0 0 0 0,0 1 0 0 0,0-1 0 0 0,0 0 0 0 0,-1 0 0 0 0,1 0-1 0 0,0 0 1 0 0,0 0 0 0 0,0 0 0 0 0,1 0 0 0 0,81 1 178 0 0,152-18 0 0 0,-55 2-63 0 0,-155 14-60 0 0,-10 0-20 0 0,0 0 1 0 0,21-4 0 0 0,2 0-705 0 0,-34 5-263 0 0,0-4-910 0 0,2 2 534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22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1737 6 1160 0 0,'-4'-6'16069'0'0,"46"11"-15305"0"0,1-2 1 0 0,59-4-1 0 0,-33 0-515 0 0,421 3 255 0 0,-441 3-334 0 0,-48-5-152 0 0,0 1-1 0 0,0-1 1 0 0,0 0-1 0 0,0 0 1 0 0,0 1 0 0 0,0-1-1 0 0,0 0 1 0 0,0 1-1 0 0,0-1 1 0 0,0 1-1 0 0,0-1 1 0 0,0 1 0 0 0,-1 0-1 0 0,1-1 1 0 0,0 1-1 0 0,0 0 1 0 0,-1 0-1 0 0,1-1 1 0 0,0 2-1 0 0,1 0 47 0 0,0 0-18 0 0,0 0-1 0 0,-1 0 1 0 0,1 0 0 0 0,0 0 0 0 0,-1 0-1 0 0,0 0 1 0 0,1 0 0 0 0,-1 1 0 0 0,0-1-1 0 0,0 0 1 0 0,0 1 0 0 0,-1-1 0 0 0,1 1 0 0 0,0-1-1 0 0,-1 1 1 0 0,1 3 0 0 0,-2 41 499 0 0,0-40-441 0 0,-14 106 1318 0 0,-33 126-1 0 0,31-163-974 0 0,-78 337 1816 0 0,-45 216-222 0 0,-146 982-680 0 0,227-1258-1166 0 0,11-105 418 0 0,11-68 93 0 0,14-80-695 0 0,19-84-11 0 0,1-1 0 0 0,-1-3 0 0 0,1 0 0 0 0,0 0 0 0 0,-1-1 0 0 0,0 0 0 0 0,-1-1 0 0 0,-1 0 0 0 0,-3-5 0 0 0,-3 1 0 0 0,0 0 0 0 0,2 1 0 0 0,1-1 0 0 0,0 2 0 0 0,-1 1 0 0 0,2 1 0 0 0,1-2 0 0 0,-1 0 0 0 0,-2 1 0 0 0,1 0 0 0 0,1-1 0 0 0,-6-3 0 0 0,2 0 0 0 0,-1 1 0 0 0,-1 3 0 0 0,-2-2 0 0 0,-7 4 0 0 0,-2-2 0 0 0,1 0 0 0 0,-1-2 0 0 0,0-1 0 0 0,-33 4 0 0 0,-426 48 0 0 0,306-38 0 0 0,-272 19 0 0 0,361-32 0 0 0,58-5 0 0 0,4 0 0 0 0,4-1 0 0 0,2 0 0 0 0,0 1 0 0 0,1 0 0 0 0,-1-1 0 0 0,-2-2-242 0 0,19-2-560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1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626 83 1660 0 0,'27'-75'11361'0'0,"-22"67"-8585"0"0,-4 15-563 0 0,-1 0-2681 0 0,0 26 879 0 0,-1-1 0 0 0,-10 54 0 0 0,5-39-195 0 0,-105 528 1051 0 0,70-428-900 0 0,-111 259 0 0 0,127-352 268 0 0,-38 63-1 0 0,62-115-596 0 0,0-1 1 0 0,0 1-1 0 0,0-1 0 0 0,-1 1 0 0 0,1-1 0 0 0,0 0 0 0 0,-1 1 0 0 0,1-1 0 0 0,-1 0 1 0 0,1 0-1 0 0,-1 0 0 0 0,0 0 0 0 0,1 0 0 0 0,-1-1 0 0 0,0 1 0 0 0,1 0 0 0 0,-1-1 0 0 0,0 1 1 0 0,0-1-1 0 0,0 0 0 0 0,0 1 0 0 0,1-1 0 0 0,-1 0 0 0 0,0 0 0 0 0,0 0 0 0 0,0-1 1 0 0,0 1-1 0 0,0 0 0 0 0,1-1 0 0 0,-1 1 0 0 0,0-1 0 0 0,0 0 0 0 0,0 1 0 0 0,-2-2 0 0 0,0-1-22 0 0,-1 0-1 0 0,1 0 0 0 0,0 0 0 0 0,-1 0 0 0 0,1-1 1 0 0,1 0-1 0 0,-1 0 0 0 0,1 0 0 0 0,-1 0 1 0 0,-2-5-1 0 0,-25-49 11 0 0,27 50-22 0 0,-17-40-49 0 0,3 0 0 0 0,2-1 1 0 0,2 0-1 0 0,2-1 0 0 0,2-1 1 0 0,2 0-1 0 0,3 0 0 0 0,2-1 0 0 0,2 1 1 0 0,3-1-1 0 0,2 1 0 0 0,19-96 0 0 0,-14 111 8 0 0,2 1 0 0 0,1 0 0 0 0,1 1-1 0 0,3 0 1 0 0,0 1 0 0 0,30-42-1 0 0,-28 48 13 0 0,1 2 0 0 0,2 0 0 0 0,0 1 0 0 0,2 1 0 0 0,1 1 0 0 0,0 2 0 0 0,44-29 0 0 0,-50 39 22 0 0,0 0 0 0 0,1 1 0 0 0,0 2 0 0 0,1 0 0 0 0,-1 1-1 0 0,2 0 1 0 0,-1 2 0 0 0,0 1 0 0 0,1 0 0 0 0,-1 1 0 0 0,1 2 0 0 0,0 0 0 0 0,-1 1 0 0 0,1 1-1 0 0,-1 0 1 0 0,1 2 0 0 0,-1 1 0 0 0,0 0 0 0 0,0 2 0 0 0,-1 0 0 0 0,0 1 0 0 0,0 1 0 0 0,-1 0-1 0 0,0 2 1 0 0,-1 0 0 0 0,0 1 0 0 0,-1 1 0 0 0,0 0 0 0 0,20 23 0 0 0,-31-31 19 0 0,0 1 1 0 0,0 0-1 0 0,-1 1 1 0 0,0-1-1 0 0,-1 1 1 0 0,1-1-1 0 0,-1 1 1 0 0,0 0 0 0 0,-1 0-1 0 0,0 0 1 0 0,0 1-1 0 0,-1-1 1 0 0,1 1-1 0 0,-1 12 1 0 0,-1-10 3 0 0,-1 0 1 0 0,0 1-1 0 0,-1-1 1 0 0,0 0 0 0 0,-1 0-1 0 0,0 0 1 0 0,0 0-1 0 0,-1-1 1 0 0,-9 17-1 0 0,2-9 2 0 0,0 0 0 0 0,-1-1 0 0 0,-1 0 0 0 0,0-1 0 0 0,-1 0 0 0 0,-1-1 0 0 0,0-1 0 0 0,-1-1 0 0 0,0 0 0 0 0,-28 15 0 0 0,11-12-7 0 0,-1-2-1 0 0,0-1 1 0 0,-69 13-1 0 0,12-2-80 0 0,75-21-517 0 0,-16 5-1827 0 0,31-7 2184 0 0,0 0 0 0 0,0 1 0 0 0,0-1 0 0 0,0 1 0 0 0,0-1 0 0 0,0 1-1 0 0,0-1 1 0 0,1 1 0 0 0,-1-1 0 0 0,0 1 0 0 0,0 0 0 0 0,1-1 0 0 0,-1 1 0 0 0,0 0 0 0 0,1 0 0 0 0,-1-1 0 0 0,1 1 0 0 0,-1 0 0 0 0,1 0 0 0 0,-1 0 0 0 0,1 0 0 0 0,-1 0 0 0 0,1 0 0 0 0,0 0-1 0 0,0 0 1 0 0,0 0 0 0 0,-1 1 0 0 0,0 6-911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2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96 452 0 0,'-6'-3'1187'0'0,"0"0"-1"0"0,0 0 1 0 0,0 0-1 0 0,0-1 1 0 0,1 1 0 0 0,-1-1-1 0 0,1-1 1 0 0,0 1-1 0 0,0-1 1 0 0,1 0 0 0 0,-1 0-1 0 0,1 0 1 0 0,0-1-1 0 0,-5-10 1 0 0,8 14-780 0 0,0-2-107 0 0,1 4-283 0 0,0-1 0 0 0,0 1-1 0 0,0-1 1 0 0,0 1 0 0 0,0-1 0 0 0,-1 1-1 0 0,1-1 1 0 0,0 1 0 0 0,0-1-1 0 0,0 1 1 0 0,0-1 0 0 0,0 1-1 0 0,0-1 1 0 0,1 1 0 0 0,-1-1 0 0 0,0 1-1 0 0,0 0 1 0 0,0-1 0 0 0,0 1-1 0 0,1-1 1 0 0,-1 1 0 0 0,0-1 0 0 0,0 1-1 0 0,1 0 1 0 0,-1-1 0 0 0,0 1-1 0 0,1 0 1 0 0,-1-1 0 0 0,0 1-1 0 0,1 0 1 0 0,-1-1 0 0 0,0 1 0 0 0,1 0-1 0 0,-1 0 1 0 0,1-1 0 0 0,-1 1-1 0 0,1 0 1 0 0,-1 0 0 0 0,0 0 0 0 0,1 0-1 0 0,-1-1 1 0 0,1 1 0 0 0,-1 0-1 0 0,1 0 1 0 0,-1 0 0 0 0,1 0-1 0 0,-1 0 1 0 0,1 0 0 0 0,-1 0 0 0 0,1 1-1 0 0,-1-1 1 0 0,1 0 0 0 0,-1 0-1 0 0,1 0 1 0 0,-1 0 0 0 0,1 1-1 0 0,9 2 65 0 0,0 1 0 0 0,0 0-1 0 0,-1 0 1 0 0,1 1-1 0 0,-1 1 1 0 0,-1-1-1 0 0,1 1 1 0 0,-1 1-1 0 0,0 0 1 0 0,0 0-1 0 0,9 11 1 0 0,-3-2 36 0 0,-1 0 0 0 0,-1 1 1 0 0,0 0-1 0 0,17 38 0 0 0,-23-43-43 0 0,-1 0-1 0 0,-1 1 0 0 0,0-1 1 0 0,-1 1-1 0 0,-1 0 0 0 0,0 1 1 0 0,0-1-1 0 0,-1 0 1 0 0,-2 23-1 0 0,0-27-28 0 0,0 1-1 0 0,-1-1 1 0 0,0 0 0 0 0,0 1 0 0 0,-1-1-1 0 0,-1-1 1 0 0,1 1 0 0 0,-1 0 0 0 0,-1-1-1 0 0,0 0 1 0 0,0 0 0 0 0,0 0 0 0 0,-1-1-1 0 0,-8 9 1 0 0,0-8 51 0 0,11-6-77 0 0,0 0 26 0 0,-1-3 14 0 0,1 1-56 0 0,1-1-1 0 0,0 1 0 0 0,0-1 1 0 0,-1 0-1 0 0,1 0 0 0 0,0 0 1 0 0,0 0-1 0 0,0 0 0 0 0,0 0 1 0 0,0 0-1 0 0,0-1 0 0 0,0 1 0 0 0,1-1 1 0 0,-1 1-1 0 0,0-1 0 0 0,1 0 1 0 0,-1 0-1 0 0,1 1 0 0 0,0-1 1 0 0,0 0-1 0 0,-1 0 0 0 0,1 0 1 0 0,0-1-1 0 0,1 1 0 0 0,-1 0 1 0 0,0 0-1 0 0,0-5 0 0 0,0-3-23 0 0,0 0 0 0 0,0 0 0 0 0,1 0 0 0 0,1 0 0 0 0,-1 0-1 0 0,2 0 1 0 0,-1 0 0 0 0,1 0 0 0 0,1 1 0 0 0,6-16 0 0 0,-1 4-14 0 0,2 0 0 0 0,1 0 1 0 0,21-29-1 0 0,-17 29 17 0 0,0 2-1 0 0,2 0 1 0 0,0 0 0 0 0,24-18 0 0 0,-29 27 6 0 0,0 1 1 0 0,1 0 0 0 0,0 1 0 0 0,0 0 0 0 0,1 1-1 0 0,0 1 1 0 0,30-10 0 0 0,-42 15 18 0 0,1 0-1 0 0,0 1 1 0 0,0-1 0 0 0,0 1-1 0 0,0 0 1 0 0,-1-1 0 0 0,1 1-1 0 0,0 0 1 0 0,0 1 0 0 0,0-1-1 0 0,0 0 1 0 0,0 1 0 0 0,-1 0-1 0 0,1-1 1 0 0,0 1 0 0 0,0 0-1 0 0,-1 1 1 0 0,1-1 0 0 0,3 2-1 0 0,-4-1 6 0 0,0 1 0 0 0,0-1 1 0 0,1 1-1 0 0,-1-1 0 0 0,-1 1 0 0 0,1 0 0 0 0,0 0 0 0 0,-1 0 0 0 0,1 0 1 0 0,-1 0-1 0 0,0 0 0 0 0,0 0 0 0 0,0 0 0 0 0,0 5 0 0 0,1 9 28 0 0,-1 0 0 0 0,-1 1-1 0 0,0-1 1 0 0,-6 34 0 0 0,6-47-45 0 0,-15 84 63 0 0,8-55-39 0 0,1 0 0 0 0,2 0 0 0 0,1 52 0 0 0,3-80-24 0 0,0 0 1 0 0,1-1 0 0 0,-1 1-1 0 0,1 0 1 0 0,0-1 0 0 0,1 1-1 0 0,-1-1 1 0 0,1 1 0 0 0,0-1-1 0 0,0 0 1 0 0,0 0 0 0 0,1 0-1 0 0,-1 0 1 0 0,6 6 0 0 0,-6-8 1 0 0,1 0 0 0 0,0 1 1 0 0,0-1-1 0 0,0 0 1 0 0,1-1-1 0 0,-1 1 1 0 0,0 0-1 0 0,1-1 1 0 0,-1 0-1 0 0,1 0 1 0 0,-1 0-1 0 0,1 0 1 0 0,-1-1-1 0 0,1 1 0 0 0,0-1 1 0 0,-1 0-1 0 0,1 0 1 0 0,0 0-1 0 0,3-1 1 0 0,8-2 4 0 0,0 0 0 0 0,-1-1 0 0 0,0 0 1 0 0,1-1-1 0 0,-2-1 0 0 0,1 0 0 0 0,0-1 1 0 0,-1 0-1 0 0,-1-1 0 0 0,1-1 0 0 0,-1 0 0 0 0,-1 0 1 0 0,0-2-1 0 0,0 1 0 0 0,14-19 0 0 0,-15 17 8 0 0,-2 0 0 0 0,0-1-1 0 0,0 0 1 0 0,-1 0 0 0 0,-1 0 0 0 0,10-29-1 0 0,-13 32 6 0 0,-1 0 0 0 0,0-1-1 0 0,0 1 1 0 0,-1-1 0 0 0,0 1 0 0 0,-1-1-1 0 0,0 0 1 0 0,-1 1 0 0 0,0-1-1 0 0,-4-12 1 0 0,4 17-5 0 0,-1-1 0 0 0,0 0 0 0 0,-1 1 0 0 0,1-1 0 0 0,-1 1 0 0 0,-1 0 1 0 0,1 0-1 0 0,-1 0 0 0 0,0 0 0 0 0,0 1 0 0 0,-1-1 0 0 0,0 1 0 0 0,0 0 0 0 0,0 0 0 0 0,0 1 0 0 0,-1 0 0 0 0,1 0 0 0 0,-1 0 0 0 0,0 1 0 0 0,-1-1 0 0 0,1 2 0 0 0,0-1 0 0 0,-1 1 0 0 0,0-1 0 0 0,1 2 1 0 0,-1-1-1 0 0,0 1 0 0 0,0 0 0 0 0,0 1 0 0 0,0-1 0 0 0,0 1 0 0 0,0 1 0 0 0,0-1 0 0 0,0 1 0 0 0,0 1 0 0 0,0-1 0 0 0,-7 3 0 0 0,-5 4-9 0 0,0 0 1 0 0,1 1-1 0 0,0 1 0 0 0,0 1 0 0 0,-30 24 0 0 0,40-29-1 0 0,1 0 0 0 0,0 1 0 0 0,0 0 0 0 0,1 0 0 0 0,0 1 0 0 0,0 0-1 0 0,1 0 1 0 0,0 0 0 0 0,0 0 0 0 0,1 1 0 0 0,0 0 0 0 0,0 0 0 0 0,1 0 0 0 0,-3 16 0 0 0,6-21-107 0 0,-1 0 0 0 0,1 0 0 0 0,0 0 0 0 0,0 0 0 0 0,1 0 1 0 0,-1 0-1 0 0,1-1 0 0 0,0 1 0 0 0,0 0 0 0 0,0 0 0 0 0,1-1 1 0 0,-1 1-1 0 0,1-1 0 0 0,0 1 0 0 0,0-1 0 0 0,0 0 0 0 0,0 0 1 0 0,1 0-1 0 0,-1 0 0 0 0,1 0 0 0 0,0 0 0 0 0,0-1 1 0 0,0 1-1 0 0,0-1 0 0 0,0 0 0 0 0,0 0 0 0 0,1 0 0 0 0,-1 0 1 0 0,1 0-1 0 0,3 0 0 0 0,7 3-662 0 0,-1 0 0 0 0,1-2 0 0 0,-1 0-1 0 0,1 0 1 0 0,0-1 0 0 0,27 0 0 0 0,-11-4-1296 0 0,-1-1 0 0 0,0-1 0 0 0,53-15 0 0 0,-32 3-2355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3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340 248 392 0 0,'3'-22'1788'0'0,"0"1"-1"0"0,-2-1 1 0 0,-1 1 0 0 0,-1-1-1 0 0,0 1 1 0 0,-8-35 0 0 0,-5-4 1847 0 0,14 57-2616 0 0,-2 3-947 0 0,1 1 0 0 0,-1-1 0 0 0,1 1-1 0 0,0-1 1 0 0,-1 1 0 0 0,1-1 0 0 0,0 1-1 0 0,0 0 1 0 0,0 0 0 0 0,-1-1 0 0 0,1 1-1 0 0,0 0 1 0 0,0 0 0 0 0,0 0 0 0 0,0 0-1 0 0,0 1 1 0 0,1-1 0 0 0,-1 0 0 0 0,0 0-1 0 0,0 0 1 0 0,1 1 0 0 0,-1-1 0 0 0,1 0-1 0 0,-1 3 1 0 0,-12 41 1047 0 0,10-31-709 0 0,-12 53 834 0 0,3-1-1 0 0,-3 75 1 0 0,7-62-510 0 0,-23 440 1567 0 0,25-342-1993 0 0,0 37 29 0 0,3-115-131 0 0,-4 0 1 0 0,-27 128-1 0 0,17-153 30 0 0,15-66-193 0 0,-1 0 0 0 0,1 0 0 0 0,-2-1 0 0 0,1 1 0 0 0,-1-1 0 0 0,-8 11 0 0 0,12-17-41 0 0,-1-1-1 0 0,1 1 1 0 0,-1-1 0 0 0,0 1-1 0 0,1 0 1 0 0,-1-1 0 0 0,0 1-1 0 0,0-1 1 0 0,1 0 0 0 0,-1 1-1 0 0,0-1 1 0 0,0 0 0 0 0,1 1-1 0 0,-1-1 1 0 0,0 0 0 0 0,0 0-1 0 0,0 0 1 0 0,0 1 0 0 0,0-1-1 0 0,1 0 1 0 0,-1 0 0 0 0,0 0-1 0 0,0-1 1 0 0,0 1 0 0 0,0 0-1 0 0,0 0 1 0 0,1 0 0 0 0,-1-1-1 0 0,0 1 1 0 0,0 0 0 0 0,0-1-1 0 0,1 1 1 0 0,-1 0 0 0 0,0-1-1 0 0,0 1 1 0 0,1-1 0 0 0,-1 0-1 0 0,1 1 1 0 0,-2-2 0 0 0,-1-1-13 0 0,0 0 1 0 0,0 0-1 0 0,0 0 0 0 0,1-1 1 0 0,-1 1-1 0 0,-2-6 1 0 0,-1-5-46 0 0,0-1 1 0 0,1 1 0 0 0,1-1 0 0 0,0 0 0 0 0,-2-20 0 0 0,-3-79-174 0 0,9 103 217 0 0,-2-58-18 0 0,3-1 1 0 0,3 0 0 0 0,25-128-1 0 0,-17 145-5 0 0,2 1-1 0 0,2 0 1 0 0,3 1-1 0 0,2 1 1 0 0,42-73-1 0 0,-50 101 9 0 0,2 1 1 0 0,0 0 0 0 0,2 2-1 0 0,0-1 1 0 0,1 2-1 0 0,22-17 1 0 0,-29 26 12 0 0,0 0 1 0 0,1 1-1 0 0,0 1 1 0 0,0 0-1 0 0,1 0 1 0 0,0 2 0 0 0,0-1-1 0 0,1 2 1 0 0,-1 0-1 0 0,1 0 1 0 0,0 1-1 0 0,21-1 1 0 0,-25 4 21 0 0,0 0 1 0 0,1 1-1 0 0,-1 0 1 0 0,1 1-1 0 0,-1 0 1 0 0,0 1-1 0 0,0 0 0 0 0,0 0 1 0 0,-1 1-1 0 0,1 0 1 0 0,-1 1-1 0 0,0 0 1 0 0,0 1-1 0 0,9 6 0 0 0,-12-7 2 0 0,0 0 0 0 0,0 1 0 0 0,-1-1-1 0 0,0 1 1 0 0,0 0 0 0 0,0 1-1 0 0,0-1 1 0 0,-1 1 0 0 0,0 0-1 0 0,-1 0 1 0 0,1 1 0 0 0,-1-1-1 0 0,-1 0 1 0 0,0 1 0 0 0,0 0 0 0 0,0 0-1 0 0,-1-1 1 0 0,1 17 0 0 0,-3-13 13 0 0,0 0 0 0 0,0 0 0 0 0,-1 0 0 0 0,-1 0 0 0 0,0 0 1 0 0,0-1-1 0 0,-1 1 0 0 0,0-1 0 0 0,-1 0 0 0 0,0 0 0 0 0,-1-1 1 0 0,-13 19-1 0 0,10-17-16 0 0,0-1 0 0 0,-1 1 0 0 0,-1-1 0 0 0,1-1 0 0 0,-2 0 0 0 0,1-1 0 0 0,-1 0 0 0 0,0 0 0 0 0,-24 9 0 0 0,28-14 34 0 0,0 0 0 0 0,-1-1 0 0 0,1 0 0 0 0,-1-1 0 0 0,0 0 0 0 0,1 0 0 0 0,-1-1-1 0 0,0 0 1 0 0,0-1 0 0 0,-9-1 0 0 0,6 0-396 0 0,-1-1 0 0 0,1 0 0 0 0,-1-1-1 0 0,1 0 1 0 0,0-1 0 0 0,-12-7 0 0 0,23 12 109 0 0,0-1 1 0 0,0 1-1 0 0,-1-1 0 0 0,1 1 1 0 0,0-1-1 0 0,0 0 1 0 0,0 0-1 0 0,0 1 0 0 0,0-1 1 0 0,0 0-1 0 0,0 0 1 0 0,0 0-1 0 0,0 0 0 0 0,1 0 1 0 0,-1 0-1 0 0,0-1 1 0 0,1 1-1 0 0,-1 0 0 0 0,0 0 1 0 0,1 0-1 0 0,0-1 1 0 0,-1 1-1 0 0,1 0 0 0 0,0 0 1 0 0,-1-1-1 0 0,1 1 0 0 0,0 0 1 0 0,0-1-1 0 0,0 1 1 0 0,0 0-1 0 0,0-1 0 0 0,1 1 1 0 0,-1-2-1 0 0,2 0-857 0 0,0-1 0 0 0,0 0 0 0 0,0 1 0 0 0,0-1 1 0 0,1 1-1 0 0,-1 0 0 0 0,1 0 0 0 0,4-4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4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170 991 224 0 0,'-2'-1'3028'0'0,"-22"-10"5750"0"0,9 5-2192 0 0,14 7-6505 0 0,0-1 1 0 0,1 0-1 0 0,-1 0 0 0 0,0 1 0 0 0,0-1 0 0 0,1 1 0 0 0,-1-1 0 0 0,0 1 0 0 0,1-1 0 0 0,-1 1 0 0 0,0-1 0 0 0,1 1 0 0 0,-1 0 0 0 0,1-1 0 0 0,-1 1 0 0 0,1 0 0 0 0,-1-1 0 0 0,1 2 1 0 0,-1 0 87 0 0,0 0 0 0 0,1 0 0 0 0,0 1 1 0 0,0-1-1 0 0,-1 0 0 0 0,1 0 1 0 0,1 0-1 0 0,-1 1 0 0 0,0 2 0 0 0,2 1-101 0 0,-1 0 0 0 0,1-1 0 0 0,-1 1-1 0 0,2 0 1 0 0,-1-1 0 0 0,1 1 0 0 0,0-1 0 0 0,0 1-1 0 0,0-1 1 0 0,0 0 0 0 0,1-1 0 0 0,0 1-1 0 0,0 0 1 0 0,1-1 0 0 0,-1 0 0 0 0,1 0 0 0 0,0-1-1 0 0,0 1 1 0 0,0-1 0 0 0,0 0 0 0 0,1 0-1 0 0,-1-1 1 0 0,1 1 0 0 0,0-1 0 0 0,0-1 0 0 0,-1 1-1 0 0,1-1 1 0 0,0 0 0 0 0,1 0 0 0 0,-1-1-1 0 0,8 0 1 0 0,-11 0-63 0 0,0 0-1 0 0,0 0 0 0 0,0-1 1 0 0,1 0-1 0 0,-1 0 1 0 0,0 0-1 0 0,0 0 0 0 0,0 0 1 0 0,-1 0-1 0 0,1-1 1 0 0,0 1-1 0 0,0-1 1 0 0,-1 0-1 0 0,1 0 0 0 0,-1 0 1 0 0,0 0-1 0 0,1 0 1 0 0,-1-1-1 0 0,0 1 0 0 0,0-1 1 0 0,0 1-1 0 0,-1-1 1 0 0,1 0-1 0 0,-1 1 0 0 0,2-5 1 0 0,1-2-7 0 0,0-1 0 0 0,-1 0 0 0 0,0-1 0 0 0,-1 1 0 0 0,2-19 0 0 0,-3 15 1 0 0,0 0 0 0 0,-1 0 0 0 0,-1 0 0 0 0,0 0 0 0 0,-1 0 1 0 0,-5-18-1 0 0,6 26 5 0 0,-1-1-1 0 0,-1 1 1 0 0,1-1 0 0 0,-1 1 0 0 0,0 0 0 0 0,0 0 0 0 0,-1 0-1 0 0,0 0 1 0 0,0 1 0 0 0,0-1 0 0 0,-1 1 0 0 0,0 0 0 0 0,0 0-1 0 0,-7-5 1 0 0,10 9-2 0 0,0 0 0 0 0,0 1-1 0 0,0-1 1 0 0,0 1 0 0 0,0-1 0 0 0,0 1-1 0 0,0 0 1 0 0,0 0 0 0 0,0 0 0 0 0,0 0-1 0 0,0 0 1 0 0,0 0 0 0 0,0 0 0 0 0,0 1-1 0 0,0-1 1 0 0,-3 2 0 0 0,0-1-8 0 0,0 1 1 0 0,0 0-1 0 0,0 0 1 0 0,0 1-1 0 0,-5 2 1 0 0,-5 7 11 0 0,0 1 0 0 0,0 0 1 0 0,1 1-1 0 0,1 1 0 0 0,0 0 1 0 0,1 1-1 0 0,-19 33 0 0 0,18-26 17 0 0,1 1-1 0 0,2 0 1 0 0,0 1 0 0 0,1 0-1 0 0,-7 38 1 0 0,14-51-24 0 0,0 0 1 0 0,1 0 0 0 0,0 1-1 0 0,1-1 1 0 0,0 0-1 0 0,1 1 1 0 0,1-1-1 0 0,0 0 1 0 0,0 0 0 0 0,8 21-1 0 0,-8-27 6 0 0,1 0 0 0 0,0 0-1 0 0,1 0 1 0 0,-1 0 0 0 0,1 0 0 0 0,0-1 0 0 0,0 1-1 0 0,1-1 1 0 0,0 0 0 0 0,-1-1 0 0 0,2 1-1 0 0,-1-1 1 0 0,0 0 0 0 0,1 0 0 0 0,0-1-1 0 0,0 1 1 0 0,0-1 0 0 0,0-1 0 0 0,1 1-1 0 0,11 2 1 0 0,-4-2 10 0 0,0-1 0 0 0,0-1 0 0 0,1 0 1 0 0,-1-1-1 0 0,0-1 0 0 0,0 0 0 0 0,0-1 0 0 0,28-7 0 0 0,-14 1-5 0 0,0-1-1 0 0,-1-2 1 0 0,35-18 0 0 0,-36 14-23 0 0,0-1-1 0 0,0-1 1 0 0,-2-1 0 0 0,0-2 0 0 0,-2 0-1 0 0,0-1 1 0 0,31-40 0 0 0,-30 30 5 0 0,-1 0 0 0 0,-2-2 0 0 0,-2 0-1 0 0,0-1 1 0 0,20-62 0 0 0,-32 78 59 0 0,-1 0 0 0 0,-1 0 0 0 0,-1 0 0 0 0,-1 0-1 0 0,0-24 1 0 0,-1 31 15 0 0,-2 0 0 0 0,1 1-1 0 0,-2-1 1 0 0,1 0-1 0 0,-1 1 1 0 0,-1-1 0 0 0,0 1-1 0 0,-1 0 1 0 0,1 0-1 0 0,-8-12 1 0 0,11 21-61 0 0,-1 0 0 0 0,1 0 1 0 0,-1 0-1 0 0,1 0 0 0 0,-1 0 0 0 0,0 0 0 0 0,0 0 0 0 0,0 1 1 0 0,0-1-1 0 0,1 0 0 0 0,-1 0 0 0 0,0 1 0 0 0,0-1 0 0 0,0 0 0 0 0,0 1 1 0 0,-1-1-1 0 0,1 1 0 0 0,0-1 0 0 0,0 1 0 0 0,0 0 0 0 0,0-1 1 0 0,0 1-1 0 0,-3 0 0 0 0,3 0-3 0 0,-1 1 1 0 0,0-1-1 0 0,0 0 1 0 0,1 1-1 0 0,-1 0 0 0 0,0-1 1 0 0,1 1-1 0 0,-1 0 1 0 0,0 0-1 0 0,1 0 0 0 0,-1 0 1 0 0,1 0-1 0 0,-3 3 1 0 0,-1 1-1 0 0,0 1 0 0 0,0 0 1 0 0,0 1-1 0 0,1-1 0 0 0,-7 14 0 0 0,8-16-5 0 0,2 1 0 0 0,-1-1 0 0 0,1 0 0 0 0,-1 1 0 0 0,1-1 0 0 0,0 1 0 0 0,1-1 0 0 0,-1 1 0 0 0,1 0 0 0 0,0-1 0 0 0,0 1 0 0 0,0-1 0 0 0,1 1 0 0 0,0 0 0 0 0,-1-1 0 0 0,2 1 0 0 0,-1-1 0 0 0,0 0 0 0 0,1 1-1 0 0,0-1 1 0 0,0 0 0 0 0,0 0 0 0 0,1 0 0 0 0,-1 0 0 0 0,1-1 0 0 0,0 1 0 0 0,0-1 0 0 0,4 4 0 0 0,2 1-76 0 0,-1-1 1 0 0,1 0-1 0 0,1-1 0 0 0,0 0 1 0 0,0-1-1 0 0,0 1 0 0 0,0-2 0 0 0,1 0 1 0 0,-1 0-1 0 0,17 3 0 0 0,14 1-275 0 0,1-2 1 0 0,1-2-1 0 0,-1-1 0 0 0,0-2 0 0 0,1-3 0 0 0,-1-1 0 0 0,52-10 0 0 0,-88 11 335 0 0,1 1 0 0 0,0-1 0 0 0,0 0 0 0 0,-1-1 0 0 0,1 0 0 0 0,-1 0 0 0 0,0 0 0 0 0,0-1 0 0 0,0 0 0 0 0,0 0-1 0 0,-1 0 1 0 0,8-8 0 0 0,-10 9 46 0 0,0-1 1 0 0,-1 0-1 0 0,1 0 0 0 0,-1 1 0 0 0,0-1 0 0 0,0-1 0 0 0,0 1 0 0 0,0 0 0 0 0,-1 0 0 0 0,0-1 1 0 0,0 1-1 0 0,0-1 0 0 0,0 1 0 0 0,-1-1 0 0 0,1 1 0 0 0,-1-1 0 0 0,0 1 0 0 0,-1-1 0 0 0,1 0 1 0 0,-3-7-1 0 0,3 11-6 0 0,-6-22 271 0 0,6 22-279 0 0,-1 0-1 0 0,1 0 1 0 0,0 0 0 0 0,0 1 0 0 0,-1-1 0 0 0,1 0 0 0 0,0 0 0 0 0,-1 1-1 0 0,1-1 1 0 0,-1 0 0 0 0,1 1 0 0 0,-1-1 0 0 0,1 1 0 0 0,-1-1 0 0 0,0 0-1 0 0,1 1 1 0 0,-1-1 0 0 0,0 1 0 0 0,1 0 0 0 0,-1-1 0 0 0,0 1 0 0 0,0 0-1 0 0,1-1 1 0 0,-1 1 0 0 0,0 0 0 0 0,0 0 0 0 0,1-1 0 0 0,-1 1 0 0 0,-1 0-1 0 0,-4 2 46 0 0,0 0 0 0 0,0 0-1 0 0,0 1 1 0 0,1 0 0 0 0,-1 0-1 0 0,1 0 1 0 0,0 1 0 0 0,0 0-1 0 0,0 0 1 0 0,0 0 0 0 0,1 0-1 0 0,-1 1 1 0 0,1 0-1 0 0,-6 8 1 0 0,-8 14 511 0 0,-24 44 0 0 0,36-60-443 0 0,-107 221 1397 0 0,102-204-1438 0 0,1 1 0 0 0,2 0 1 0 0,1 1-1 0 0,1 0 0 0 0,1 0 1 0 0,-1 44-1 0 0,6-69-96 0 0,0-1 0 0 0,0 1 0 0 0,0 0 1 0 0,0 0-1 0 0,1 0 0 0 0,0 0 0 0 0,0-1 0 0 0,1 1 1 0 0,-1 0-1 0 0,1-1 0 0 0,0 1 0 0 0,0-1 0 0 0,0 0 1 0 0,1 1-1 0 0,0-1 0 0 0,-1 0 0 0 0,1-1 0 0 0,1 1 1 0 0,-1 0-1 0 0,1-1 0 0 0,-1 0 0 0 0,1 0 0 0 0,0 0 1 0 0,0 0-1 0 0,0-1 0 0 0,0 1 0 0 0,1-1 0 0 0,-1 0 1 0 0,1 0-1 0 0,-1-1 0 0 0,1 1 0 0 0,0-1 0 0 0,9 1 0 0 0,3 0-283 0 0,1-1-1 0 0,-1-1 0 0 0,1-1 0 0 0,-1 0 0 0 0,1-1 0 0 0,-1-1 0 0 0,28-8 0 0 0,-15 1-304 0 0,-1-1-1 0 0,-1-1 0 0 0,40-22 1 0 0,-37 14 26 0 0,-1 0 0 0 0,-1-2 0 0 0,-1-1 0 0 0,-1-2 1 0 0,-1 0-1 0 0,34-45 0 0 0,-20 17-94 0 0,-3-2 1 0 0,52-99-1 0 0,-50 72 605 0 0,-3-1-1 0 0,34-120 1 0 0,-53 143 780 0 0,-4-1 0 0 0,-1 0 0 0 0,-4-1 0 0 0,1-83 0 0 0,-5 8 1457 0 0,-6 128-1603 0 0,-4 16-362 0 0,-5 17 156 0 0,-15 58 1792 0 0,-24 145 0 0 0,31-134-1317 0 0,-50 291 1783 0 0,53-265-2338 0 0,1 152-1 0 0,15-254-373 0 0,0-1 0 0 0,2 1 0 0 0,0-1 0 0 0,0 1 0 0 0,2-1 0 0 0,0 0 0 0 0,6 16 0 0 0,-8-27-85 0 0,0-1-1 0 0,0 0 1 0 0,1 1 0 0 0,-1-1 0 0 0,1 0 0 0 0,0 0-1 0 0,0 0 1 0 0,0 0 0 0 0,0-1 0 0 0,1 1 0 0 0,0-1-1 0 0,-1 0 1 0 0,1 0 0 0 0,0 0 0 0 0,1-1 0 0 0,-1 1-1 0 0,0-1 1 0 0,1 0 0 0 0,-1 0 0 0 0,1-1-1 0 0,0 1 1 0 0,0-1 0 0 0,-1 0 0 0 0,1 0 0 0 0,0-1-1 0 0,0 1 1 0 0,9-1 0 0 0,-2-2-203 0 0,0 0 1 0 0,0 0-1 0 0,-1-1 0 0 0,0 0 0 0 0,1-1 1 0 0,-1 0-1 0 0,0-1 0 0 0,-1 0 1 0 0,1-1-1 0 0,-1 0 0 0 0,0-1 1 0 0,9-7-1 0 0,-3 1 46 0 0,0-1 0 0 0,-2-1 1 0 0,1 0-1 0 0,-2-1 0 0 0,0 0 1 0 0,12-21-1 0 0,-9 9 564 0 0,-2-1 0 0 0,0 0 0 0 0,-2-1 0 0 0,-2-1-1 0 0,0 0 1 0 0,-2 0 0 0 0,-1-1 0 0 0,3-39 0 0 0,4-69 6498 0 0,-15 142-6241 0 0,-14 51 1157 0 0,1 1 0 0 0,-10 91 0 0 0,22-131-1532 0 0,-4 31-111 0 0,1 0 0 0 0,2 0 0 0 0,2 0 0 0 0,2 1 0 0 0,10 68 0 0 0,-2-87-5 0 0,3-10-45 0 0,-6-15-160 0 0,-4-1-34 0 0,0 0 2 0 0,1 0 0 0 0,-1 0-1 0 0,0-1 1 0 0,1 1 0 0 0,-1 0 0 0 0,1-1-1 0 0,-1 0 1 0 0,0 1 0 0 0,1-1 0 0 0,-1 0-1 0 0,1 0 1 0 0,-1 0 0 0 0,1-1 0 0 0,2 0-1 0 0,1 0-326 0 0,0 0-1 0 0,0-1 1 0 0,0 0-1 0 0,8-4 1 0 0,-4 0-853 0 0,1-1-1 0 0,-1 0 1 0 0,0 0-1 0 0,17-17 1 0 0,11-17-6404 0 0,-16 14-764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4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106 196 1892 0 0,'-44'-90'11795'0'0,"-3"4"-6103"0"0,33 67-5712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5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 2700 0 0,'-245'20'17731'0'0,"214"-13"-16674"0"0,31-7-1049 0 0,0-1-1 0 0,0 1 0 0 0,0 0 1 0 0,0 0-1 0 0,0 0 1 0 0,-1 0-1 0 0,1 0 1 0 0,0 0-1 0 0,0 1 0 0 0,0-1 1 0 0,0 0-1 0 0,0 0 1 0 0,0 0-1 0 0,-1 0 1 0 0,1 0-1 0 0,0 0 0 0 0,0 0 1 0 0,0 0-1 0 0,0 0 1 0 0,0 0-1 0 0,0 0 1 0 0,-1 0-1 0 0,1 0 1 0 0,0 1-1 0 0,0-1 0 0 0,0 0 1 0 0,0 0-1 0 0,0 0 1 0 0,0 0-1 0 0,0 0 1 0 0,0 0-1 0 0,0 0 0 0 0,0 1 1 0 0,0-1-1 0 0,0 0 1 0 0,0 0-1 0 0,0 0 1 0 0,0 0-1 0 0,0 0 0 0 0,0 1 1 0 0,0-1-1 0 0,0 0 1 0 0,0 0-1 0 0,0 0 1 0 0,0 0-1 0 0,0 0 0 0 0,0 1 1 0 0,15 2 170 0 0,184-2-2387 0 0,-19-1-3426 0 0,-80 5-769 0 0,-45-3 1033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5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436 126 2448 0 0,'-3'2'636'0'0,"-12"5"3166"0"0,0 1 0 0 0,-24 18 0 0 0,35-24-3398 0 0,1 2 1 0 0,-1-1-1 0 0,1 0 0 0 0,-1 1 0 0 0,1-1 1 0 0,0 1-1 0 0,0 0 0 0 0,1 0 1 0 0,-1 0-1 0 0,1 1 0 0 0,0-1 1 0 0,0 1-1 0 0,1-1 0 0 0,-3 8 1 0 0,0 7 593 0 0,3-14-835 0 0,0 0 0 0 0,0 0 0 0 0,0-1 0 0 0,1 1 0 0 0,0 0 0 0 0,0 0 0 0 0,0 0 0 0 0,1 7-1 0 0,0-10-122 0 0,-1 0 0 0 0,1-1 0 0 0,0 1 0 0 0,0 0 0 0 0,0 0-1 0 0,0-1 1 0 0,0 1 0 0 0,0 0 0 0 0,0-1 0 0 0,0 1 0 0 0,0-1-1 0 0,1 1 1 0 0,-1-1 0 0 0,1 0 0 0 0,-1 0 0 0 0,1 1 0 0 0,0-1-1 0 0,-1 0 1 0 0,1-1 0 0 0,0 1 0 0 0,0 0 0 0 0,-1 0 0 0 0,1-1 0 0 0,0 1-1 0 0,0-1 1 0 0,2 1 0 0 0,1 0-2 0 0,0 0 1 0 0,0 0-1 0 0,0-1 0 0 0,0 0 0 0 0,0 0 1 0 0,0 0-1 0 0,0 0 0 0 0,7-2 1 0 0,-7 0-20 0 0,1 0-1 0 0,0 0 1 0 0,-1 0 0 0 0,1-1 0 0 0,-1 0 0 0 0,0 0 0 0 0,0-1 0 0 0,0 1 0 0 0,0-1 0 0 0,-1 0 0 0 0,1 0 0 0 0,-1-1 0 0 0,0 1 0 0 0,-1-1 0 0 0,1 0 0 0 0,-1 0-1 0 0,0 0 1 0 0,0-1 0 0 0,0 1 0 0 0,-1-1 0 0 0,0 1 0 0 0,0-1 0 0 0,0 0 0 0 0,1-11 0 0 0,-1 6-18 0 0,-1 1 1 0 0,0-1-1 0 0,-1 1 0 0 0,0-1 1 0 0,-1 0-1 0 0,0 1 0 0 0,0-1 0 0 0,-1 1 1 0 0,-1 0-1 0 0,0-1 0 0 0,0 1 1 0 0,-7-13-1 0 0,8 18 2 0 0,-1 0 0 0 0,0 0 0 0 0,-1 1 1 0 0,1-1-1 0 0,-1 1 0 0 0,0-1 0 0 0,0 1 0 0 0,0 0 0 0 0,0 1 0 0 0,-1-1 0 0 0,1 1 1 0 0,-1 0-1 0 0,0 0 0 0 0,0 0 0 0 0,-1 1 0 0 0,1-1 0 0 0,0 1 0 0 0,-1 1 1 0 0,1-1-1 0 0,-1 1 0 0 0,1 0 0 0 0,-1 0 0 0 0,0 1 0 0 0,-7-1 0 0 0,1 2 58 0 0,1 0-1 0 0,0 1 0 0 0,0 0 1 0 0,0 1-1 0 0,0 0 0 0 0,1 1 1 0 0,-1 0-1 0 0,1 1 0 0 0,0 0 1 0 0,0 0-1 0 0,1 1 0 0 0,-14 10 1 0 0,1 2 296 0 0,0 1 1 0 0,2 1 0 0 0,-32 37 0 0 0,41-42-253 0 0,0-1 1 0 0,1 2 0 0 0,1-1-1 0 0,0 1 1 0 0,1 1-1 0 0,1-1 1 0 0,0 1 0 0 0,1 1-1 0 0,1-1 1 0 0,1 1-1 0 0,0 0 1 0 0,-1 36 0 0 0,5-47-155 0 0,0 0 0 0 0,1 0 0 0 0,-1-1 0 0 0,2 1 0 0 0,-1 0 0 0 0,1-1 0 0 0,0 0 0 0 0,0 1 0 0 0,1-1 0 0 0,0 0 0 0 0,0 0 1 0 0,0 0-1 0 0,1 0 0 0 0,0-1 0 0 0,0 1 0 0 0,0-1 0 0 0,1 0 0 0 0,-1-1 0 0 0,1 1 0 0 0,0-1 0 0 0,1 0 0 0 0,-1 0 0 0 0,1 0 0 0 0,0-1 1 0 0,7 4-1 0 0,0-2-632 0 0,0 0-1 0 0,0-1 1 0 0,1 0 0 0 0,-1-1 0 0 0,1 0 0 0 0,0-2 0 0 0,0 1 0 0 0,0-2 0 0 0,0 1 0 0 0,0-2 0 0 0,17-2 0 0 0,-6-2-1717 0 0,-2 0-1 0 0,1-1 1 0 0,27-12 0 0 0,-6 0-4757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5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424 172 2080 0 0,'3'-4'599'0'0,"43"-67"7545"0"0,-42 64-6864 0 0,0-1 0 0 0,0-1 0 0 0,-1 1-1 0 0,0-1 1 0 0,0 1 0 0 0,2-18 0 0 0,-5 25-1191 0 0,0 0 0 0 0,0 1 0 0 0,0-1 0 0 0,0 0 0 0 0,0 0 1 0 0,-1 0-1 0 0,1 0 0 0 0,0 0 0 0 0,-1 0 0 0 0,1 1 0 0 0,0-1 0 0 0,-1 0 0 0 0,1 0 1 0 0,-1 0-1 0 0,1 1 0 0 0,-1-1 0 0 0,0 0 0 0 0,1 1 0 0 0,-1-1 0 0 0,0 1 1 0 0,1-1-1 0 0,-1 0 0 0 0,0 1 0 0 0,0 0 0 0 0,0-1 0 0 0,1 1 0 0 0,-1-1 0 0 0,0 1 1 0 0,0 0-1 0 0,0 0 0 0 0,0-1 0 0 0,0 1 0 0 0,1 0 0 0 0,-1 0 0 0 0,-2 0 0 0 0,-28-1 1591 0 0,22 3-1368 0 0,-1-1 0 0 0,1 2 0 0 0,0-1 0 0 0,0 1 0 0 0,0 0 0 0 0,0 1 0 0 0,0 0 0 0 0,-12 9 0 0 0,7-4-75 0 0,1 0 0 0 0,1 1 0 0 0,-1 1-1 0 0,-11 14 1 0 0,21-22-219 0 0,1 0 0 0 0,-1-1 0 0 0,1 1-1 0 0,0 0 1 0 0,0 0 0 0 0,0 0 0 0 0,1 1 0 0 0,-1-1 0 0 0,1 0 0 0 0,0 1 0 0 0,0-1-1 0 0,0 1 1 0 0,0-1 0 0 0,0 1 0 0 0,1 0 0 0 0,0-1 0 0 0,0 5 0 0 0,0-3-4 0 0,1-1 1 0 0,0 1-1 0 0,1 0 0 0 0,-1-1 1 0 0,1 1-1 0 0,0-1 1 0 0,0 0-1 0 0,0 1 0 0 0,0-1 1 0 0,1 0-1 0 0,4 5 1 0 0,7 6 8 0 0,0 0 0 0 0,2-1-1 0 0,-1-1 1 0 0,31 20 0 0 0,-41-30-19 0 0,60 37 73 0 0,-35-23-85 0 0,38 30-1 0 0,-60-41 74 0 0,-1 0-1 0 0,0 1 0 0 0,0 0 0 0 0,0 0 0 0 0,-1 1 1 0 0,0-1-1 0 0,-1 2 0 0 0,0-1 0 0 0,7 14 0 0 0,-11-20-35 0 0,0 0 0 0 0,-1 1 0 0 0,1-1 0 0 0,0 1 0 0 0,-1-1-1 0 0,0 1 1 0 0,1-1 0 0 0,-1 1 0 0 0,0-1 0 0 0,0 1 0 0 0,0-1-1 0 0,-1 1 1 0 0,1-1 0 0 0,-1 1 0 0 0,1-1 0 0 0,-1 1 0 0 0,-1 1 0 0 0,0 0 66 0 0,0 0-1 0 0,0-1 1 0 0,0 1 0 0 0,-1-1 0 0 0,0 1 0 0 0,1-1 0 0 0,-1 0 0 0 0,0 0 0 0 0,-5 3 0 0 0,-2 1 94 0 0,0-1 0 0 0,-1 0-1 0 0,0 0 1 0 0,0-1 0 0 0,0-1-1 0 0,-14 4 1 0 0,-1-2-365 0 0,0-1 0 0 0,0-1 1 0 0,0-1-1 0 0,0-2 0 0 0,-1 0 0 0 0,1-2 0 0 0,-1-1 0 0 0,1-1 0 0 0,0-1 1 0 0,0-2-1 0 0,1 0 0 0 0,-1-2 0 0 0,1 0 0 0 0,-37-19 0 0 0,55 23-676 0 0,0 0-1 0 0,0 0 1 0 0,1-1-1 0 0,-1 1 0 0 0,-9-10 1 0 0,-1-10-4165 0 0,16 21 4024 0 0,0 0-1 0 0,0 1 1 0 0,0-1-1 0 0,1 0 1 0 0,-1 0-1 0 0,0 0 1 0 0,1 1-1 0 0,0-5 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7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353 806 1760 0 0,'-6'-120'10882'0'0,"3"91"-9525"0"0,-1 0 0 0 0,-2 0 0 0 0,-1 1 0 0 0,-12-33-1 0 0,18 60-1339 0 0,1 0 1 0 0,0 0-1 0 0,-1 0 0 0 0,1 0 0 0 0,-1 1 0 0 0,1-1 0 0 0,-1 0 0 0 0,1 0 0 0 0,-1 0 0 0 0,0 1 0 0 0,1-1 0 0 0,-1 0 0 0 0,0 1 0 0 0,0-1 0 0 0,1 0 0 0 0,-1 1 0 0 0,0-1 0 0 0,0 1 0 0 0,0-1 0 0 0,0 1 0 0 0,0 0 0 0 0,0-1 0 0 0,0 1 0 0 0,0 0 0 0 0,0 0 0 0 0,0-1 0 0 0,0 1 0 0 0,0 0 0 0 0,0 0 0 0 0,0 0 0 0 0,0 0 0 0 0,0 0 0 0 0,0 1 0 0 0,1-1 0 0 0,-1 0 0 0 0,0 0 0 0 0,0 1 0 0 0,0-1 0 0 0,0 0 1 0 0,0 1-1 0 0,0-1 0 0 0,0 1 0 0 0,0-1 0 0 0,1 1 0 0 0,-1 0 0 0 0,0-1 0 0 0,0 2 0 0 0,-6 3 1 0 0,1 0 0 0 0,0 0 0 0 0,0 1 0 0 0,-7 9 0 0 0,-21 26 36 0 0,3 2 0 0 0,1 2 0 0 0,1 0 0 0 0,3 2 0 0 0,-39 99 0 0 0,61-135-43 0 0,1-1-1 0 0,0 1 1 0 0,1 0-1 0 0,1-1 1 0 0,-1 1 0 0 0,1 0-1 0 0,1 0 1 0 0,0 0 0 0 0,4 21-1 0 0,-3-27-5 0 0,0 0 0 0 0,0-1 0 0 0,0 1 0 0 0,1-1 1 0 0,0 0-1 0 0,0 1 0 0 0,0-1 0 0 0,1 0 0 0 0,-1 0 0 0 0,1 0 0 0 0,0-1 0 0 0,0 1 0 0 0,0-1 0 0 0,1 1 0 0 0,-1-1 0 0 0,1 0 0 0 0,0-1 0 0 0,0 1 0 0 0,0 0 1 0 0,0-1-1 0 0,0 0 0 0 0,1 0 0 0 0,-1 0 0 0 0,0-1 0 0 0,7 2 0 0 0,2-1 0 0 0,-1 0 0 0 0,1 0-1 0 0,0-1 1 0 0,0-1 0 0 0,0 0 0 0 0,0-1 0 0 0,0-1 0 0 0,0 0 0 0 0,-1 0-1 0 0,1-1 1 0 0,-1-1 0 0 0,1 0 0 0 0,-1-1 0 0 0,0 0 0 0 0,-1-1 0 0 0,1 0-1 0 0,11-9 1 0 0,-8 4-9 0 0,1 0 1 0 0,-2-2-1 0 0,1 0 0 0 0,-2 0 0 0 0,0-1 0 0 0,0-1 1 0 0,-2 0-1 0 0,1-1 0 0 0,-2 0 0 0 0,16-34 0 0 0,-18 30 0 0 0,0 0-1 0 0,-2-1 1 0 0,0 0-1 0 0,-1 0 1 0 0,-2 0-1 0 0,3-43 1 0 0,-6 54 0 0 0,0 0 1 0 0,0 0-1 0 0,-1 0 1 0 0,0 0-1 0 0,-1 0 0 0 0,0 0 1 0 0,-1 1-1 0 0,0-1 1 0 0,0 1-1 0 0,-1-1 0 0 0,-1 1 1 0 0,1 0-1 0 0,-1 1 1 0 0,-1-1-1 0 0,0 1 0 0 0,0 0 1 0 0,-7-7-1 0 0,9 11-4 0 0,0 1 0 0 0,0 0-1 0 0,0 0 1 0 0,0 0 0 0 0,0 0-1 0 0,-1 1 1 0 0,1-1 0 0 0,-1 1-1 0 0,1 1 1 0 0,-1-1 0 0 0,0 1-1 0 0,0-1 1 0 0,0 1 0 0 0,0 0-1 0 0,-6 0 1 0 0,5 2 0 0 0,-1-1 1 0 0,1 1-1 0 0,-1 0 1 0 0,1 0-1 0 0,-1 1 1 0 0,1 0-1 0 0,0 0 0 0 0,-1 0 1 0 0,1 1-1 0 0,-7 4 1 0 0,-3 4-6 0 0,0 0 0 0 0,1 1 1 0 0,1 0-1 0 0,0 1 0 0 0,1 1 1 0 0,-23 30-1 0 0,21-24 2 0 0,2 0-1 0 0,0 1 1 0 0,-15 36 0 0 0,23-46 16 0 0,1 1 0 0 0,0 0 0 0 0,0 0 0 0 0,2 0 1 0 0,-1 1-1 0 0,2-1 0 0 0,-1 1 0 0 0,2 24 0 0 0,1-33-1 0 0,-1 1-1 0 0,1-1 1 0 0,0 1-1 0 0,0-1 1 0 0,0 1-1 0 0,1-1 1 0 0,0 0-1 0 0,-1 0 1 0 0,2 1-1 0 0,-1-1 1 0 0,0-1-1 0 0,1 1 1 0 0,0 0-1 0 0,0-1 1 0 0,3 5-1 0 0,-1-4 1 0 0,0 0 0 0 0,0-1 0 0 0,1 0 0 0 0,-1 1 0 0 0,1-2 0 0 0,-1 1 0 0 0,1 0 0 0 0,0-1 0 0 0,0 0 0 0 0,6 1 0 0 0,7-1 8 0 0,-1 1 1 0 0,1-2 0 0 0,0-1 0 0 0,-1 0-1 0 0,1-1 1 0 0,29-6 0 0 0,-10 0-9 0 0,0-2 0 0 0,0-2 0 0 0,-1-1 0 0 0,-1-2 0 0 0,0-1 0 0 0,-1-2 0 0 0,-1-2 0 0 0,-1-1 1 0 0,0-1-1 0 0,-1-2 0 0 0,-2-1 0 0 0,0-1 0 0 0,-2-2 0 0 0,-1-1 0 0 0,-1-1 0 0 0,-1-1 0 0 0,-2-1 0 0 0,32-57 0 0 0,-35 48 19 0 0,-1-1 1 0 0,-1-1-1 0 0,-3-1 0 0 0,-2 0 0 0 0,-1-1 1 0 0,-3 0-1 0 0,8-88 0 0 0,-16 121 28 0 0,0 0 1 0 0,-1 1-1 0 0,0-1 0 0 0,-1 0 0 0 0,0 1 0 0 0,-6-19 0 0 0,7 28-48 0 0,0 1-1 0 0,0-1 1 0 0,0 1-1 0 0,0-1 1 0 0,-1 1-1 0 0,1 0 1 0 0,0-1-1 0 0,0 1 1 0 0,-1-1-1 0 0,1 1 1 0 0,0 0-1 0 0,-1-1 1 0 0,1 1-1 0 0,0 0 1 0 0,-1-1-1 0 0,1 1 1 0 0,0 0-1 0 0,-1 0 1 0 0,1-1-1 0 0,-1 1 1 0 0,1 0-1 0 0,-1 0 0 0 0,1 0 1 0 0,-1 0-1 0 0,1 0 1 0 0,0 0-1 0 0,-1-1 1 0 0,1 1-1 0 0,-1 0 1 0 0,1 0-1 0 0,-1 0 1 0 0,1 0-1 0 0,-1 1 1 0 0,1-1-1 0 0,-1 0 1 0 0,1 0-1 0 0,-1 0 1 0 0,1 0-1 0 0,0 0 1 0 0,-1 1-1 0 0,1-1 1 0 0,-1 0-1 0 0,-15 12 70 0 0,15-11-69 0 0,-7 9 63 0 0,1-1-1 0 0,0 1 1 0 0,1 1 0 0 0,0-1-1 0 0,0 1 1 0 0,1 0-1 0 0,0 0 1 0 0,1 1-1 0 0,-3 15 1 0 0,4-18-16 0 0,-30 106 1055 0 0,-20 127 0 0 0,-1 124 1116 0 0,40-265-1785 0 0,-27 218 759 0 0,-97 583 849 0 0,82-682-1634 0 0,45-187-219 0 0,-1-2 0 0 0,-1 0 0 0 0,-2 0 0 0 0,-31 47 0 0 0,40-70-133 0 0,1 0 0 0 0,-2 0 1 0 0,1-1-1 0 0,-1 0 0 0 0,0 0 0 0 0,0-1 0 0 0,-1 0 0 0 0,0 0 0 0 0,0-1 0 0 0,-16 8 0 0 0,19-11-42 0 0,-1 0-1 0 0,1 0 1 0 0,-1-1-1 0 0,1 0 0 0 0,-1 0 1 0 0,1 0-1 0 0,-1-1 1 0 0,0 0-1 0 0,0 0 1 0 0,1 0-1 0 0,-1-1 0 0 0,0 0 1 0 0,1 0-1 0 0,-1 0 1 0 0,1-1-1 0 0,-1 1 0 0 0,1-1 1 0 0,0-1-1 0 0,-8-3 1 0 0,0-3-8 0 0,0 0 1 0 0,1 0 0 0 0,0-1-1 0 0,0-1 1 0 0,1 0 0 0 0,1 0-1 0 0,0-1 1 0 0,0 0 0 0 0,1-1-1 0 0,1 0 1 0 0,0-1 0 0 0,-7-16-1 0 0,5 6-9 0 0,0 0 1 0 0,2-1-1 0 0,0 0 0 0 0,2 0 0 0 0,1-1 0 0 0,-3-40 0 0 0,8 43-13 0 0,0-1 0 0 0,1 1 1 0 0,1-1-1 0 0,2 1 0 0 0,0 0 1 0 0,13-41-1 0 0,-6 34-11 0 0,1 1 0 0 0,2 1 0 0 0,0 0 0 0 0,30-41 1 0 0,-13 28-42 0 0,3 1 0 0 0,1 1 0 0 0,1 2 1 0 0,2 2-1 0 0,2 2 0 0 0,44-29 1 0 0,-15 17-811 0 0,3 2 0 0 0,122-51 0 0 0,-49 35-2225 0 0,0 1-5693 0 0,-107 37-164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8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266 487 956 0 0,'1'-2'333'0'0,"8"-31"4812"0"0,25-63 1 0 0,-5 30-75 0 0,-22 55-3540 0 0,-12 23 159 0 0,-1 5-1245 0 0,-237 646 3698 0 0,179-505-3704 0 0,64-157-436 0 0,0-1 0 0 0,0 0-1 0 0,0 1 1 0 0,0-1 0 0 0,0 1 0 0 0,-1-1 0 0 0,1 0 0 0 0,0 1 0 0 0,0-1-1 0 0,0 1 1 0 0,0-1 0 0 0,-1 0 0 0 0,1 1 0 0 0,0-1 0 0 0,0 0 0 0 0,-1 1-1 0 0,1-1 1 0 0,0 0 0 0 0,-1 0 0 0 0,1 1 0 0 0,0-1 0 0 0,-1 0-1 0 0,1 0 1 0 0,0 1 0 0 0,-1-1 0 0 0,1 0 0 0 0,-1 0 0 0 0,1 0 0 0 0,0 0-1 0 0,-1 0 1 0 0,1 0 0 0 0,-1 0 0 0 0,1 0 0 0 0,0 0 0 0 0,-1 0-1 0 0,1 0 1 0 0,-1 0 0 0 0,1 0 0 0 0,-1 0 0 0 0,1 0 0 0 0,0 0 0 0 0,-1 0-1 0 0,1 0 1 0 0,-1 0 0 0 0,1-1 0 0 0,0 1 0 0 0,-1 0 0 0 0,0-1-1 0 0,0 0 1 0 0,0 0 0 0 0,0 0 0 0 0,0 0-1 0 0,0 0 1 0 0,1-1 0 0 0,-1 1 0 0 0,0 0-1 0 0,1 0 1 0 0,-1 0 0 0 0,1-1 0 0 0,-1 1-1 0 0,1 0 1 0 0,-1-3 0 0 0,0-20-118 0 0,1-1 0 0 0,0 1 0 0 0,2 0 1 0 0,9-44-1 0 0,-3 21-56 0 0,11-72-196 0 0,4 1 0 0 0,78-224 0 0 0,-87 306 310 0 0,2 0 1 0 0,30-47-1 0 0,-36 67 26 0 0,2-1 0 0 0,0 2 0 0 0,0-1 0 0 0,1 2 0 0 0,1 0 0 0 0,26-20 0 0 0,-35 30 22 0 0,0 0-1 0 0,1 1 0 0 0,-1-1 1 0 0,1 1-1 0 0,0 1 1 0 0,0-1-1 0 0,0 1 1 0 0,0 0-1 0 0,1 0 1 0 0,-1 1-1 0 0,0 0 1 0 0,1 0-1 0 0,-1 0 0 0 0,1 1 1 0 0,8 1-1 0 0,-8 0 7 0 0,0 0 0 0 0,0 1-1 0 0,0 1 1 0 0,-1-1-1 0 0,1 1 1 0 0,-1 0 0 0 0,1 0-1 0 0,-1 1 1 0 0,0 0 0 0 0,0 0-1 0 0,-1 0 1 0 0,1 1-1 0 0,9 10 1 0 0,0 3 6 0 0,0 0-1 0 0,-1 1 1 0 0,-1 1 0 0 0,-1 0-1 0 0,0 1 1 0 0,10 28 0 0 0,-4-2 43 0 0,23 96 0 0 0,-22-48 125 0 0,13 187-1 0 0,-30-264-91 0 0,-1-14-48 0 0,-1 0 0 0 0,0 1-1 0 0,1-1 1 0 0,-2 0 0 0 0,1 1-1 0 0,0-1 1 0 0,-2 7 0 0 0,1-9 49 0 0,-1-4-58 0 0,1 0-22 0 0,-1-1 0 0 0,1 1 1 0 0,0-1-1 0 0,0 0 0 0 0,0 1 0 0 0,0-1 1 0 0,1 0-1 0 0,-1 0 0 0 0,0 1 0 0 0,1-1 1 0 0,0-4-1 0 0,1-40-7 0 0,0 23 1 0 0,-1-24-22 0 0,3 1 1 0 0,1-1 0 0 0,3 1-1 0 0,2 0 1 0 0,2 1 0 0 0,2 0-1 0 0,35-82 1 0 0,-34 99 7 0 0,2 2 0 0 0,0-1-1 0 0,2 2 1 0 0,2 0 0 0 0,21-23 0 0 0,-31 39 1 0 0,0 0 0 0 0,1 0 0 0 0,0 1 0 0 0,0 0 0 0 0,1 1 0 0 0,0 0 0 0 0,1 1 0 0 0,-1 0 0 0 0,2 1 0 0 0,-1 1 0 0 0,0 0 0 0 0,1 0 0 0 0,20-3 0 0 0,-27 7 13 0 0,0 1 1 0 0,0-1 0 0 0,0 1-1 0 0,0 0 1 0 0,0 1 0 0 0,0 0-1 0 0,-1 0 1 0 0,1 0-1 0 0,0 1 1 0 0,-1 0 0 0 0,1 0-1 0 0,-1 1 1 0 0,1 0 0 0 0,10 6-1 0 0,-10-3 31 0 0,0-1 0 0 0,0 1 1 0 0,-1 1-1 0 0,0-1 0 0 0,0 1 0 0 0,0 0 0 0 0,-1 0 0 0 0,0 1 1 0 0,0-1-1 0 0,4 11 0 0 0,0 4 208 0 0,-1 0 0 0 0,-2 1 0 0 0,0-1 0 0 0,-1 1 0 0 0,-1 1 0 0 0,-1-1 1 0 0,0 42-1 0 0,-4-14 467 0 0,-3-1 0 0 0,-13 64 0 0 0,-32 97 628 0 0,39-171-1179 0 0,-1-3-26 0 0,6-22-69 0 0,1 1 0 0 0,-4 27 0 0 0,5-23-44 0 0,2-17-194 0 0,0 1 1 0 0,1 0-1 0 0,0 0 1 0 0,-1 0 0 0 0,1 0-1 0 0,0-1 1 0 0,1 1 0 0 0,-1 0-1 0 0,1 0 1 0 0,0 4-1 0 0,0-6-588 0 0,2-1-134 0 0,0 0 511 0 0,0 1 1 0 0,1-1 0 0 0,-1-1-1 0 0,1 1 1 0 0,-1 0 0 0 0,1-1-1 0 0,-1 0 1 0 0,1 0 0 0 0,0 0-1 0 0,-1 0 1 0 0,1 0 0 0 0,-1-1-1 0 0,6-1 1 0 0,56-17-4217 0 0,-45 12 3188 0 0,44-18-4557 0 0,-29 9 775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49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1095 2524 0 0,'8'-10'1034'0'0,"0"0"1"0"0,-1-1-1 0 0,0 0 0 0 0,-1 0 0 0 0,0-1 0 0 0,-1 0 0 0 0,0 0 1 0 0,-1 0-1 0 0,0-1 0 0 0,-1 1 0 0 0,0-1 0 0 0,-1 0 1 0 0,-1 0-1 0 0,0 0 0 0 0,-2-25 0 0 0,1 37-1007 0 0,0 0-1 0 0,0 0 1 0 0,0 0-1 0 0,0 0 1 0 0,-1 0-1 0 0,1 0 1 0 0,0 0-1 0 0,-1 0 1 0 0,1 0 0 0 0,-1 1-1 0 0,1-1 1 0 0,-1 0-1 0 0,1 0 1 0 0,-1 1-1 0 0,1-1 1 0 0,-1 0-1 0 0,0 1 1 0 0,0-1 0 0 0,1 0-1 0 0,-1 1 1 0 0,0-1-1 0 0,0 1 1 0 0,1-1-1 0 0,-1 1 1 0 0,0 0-1 0 0,0-1 1 0 0,0 1 0 0 0,0 0-1 0 0,0 0 1 0 0,0-1-1 0 0,0 1 1 0 0,0 0-1 0 0,0 0 1 0 0,-1 0-1 0 0,-28 4 390 0 0,21 0-318 0 0,0-1 0 0 0,0 1 0 0 0,1 0 1 0 0,0 1-1 0 0,0 0 0 0 0,0 0 0 0 0,0 1 0 0 0,-8 8 1 0 0,-52 56 312 0 0,63-64-371 0 0,-23 26 91 0 0,3 0 1 0 0,-40 66 0 0 0,55-81-105 0 0,1 0 0 0 0,1 1 0 0 0,1 0 0 0 0,1 0 0 0 0,0 0 1 0 0,1 1-1 0 0,1 0 0 0 0,-2 25 0 0 0,6-40-30 0 0,-1-1 0 0 0,1 1 1 0 0,0-1-1 0 0,0 1 0 0 0,1-1 0 0 0,-1 1 0 0 0,1-1 1 0 0,0 1-1 0 0,0-1 0 0 0,0 1 0 0 0,0-1 1 0 0,0 0-1 0 0,1 1 0 0 0,0-1 0 0 0,-1 0 0 0 0,1 0 1 0 0,0 0-1 0 0,1 0 0 0 0,-1-1 0 0 0,0 1 0 0 0,1 0 1 0 0,-1-1-1 0 0,1 0 0 0 0,0 0 0 0 0,0 0 0 0 0,0 0 1 0 0,0 0-1 0 0,0 0 0 0 0,1-1 0 0 0,3 2 0 0 0,-5-2-16 0 0,0-1-1 0 0,-1 0 0 0 0,1 1 0 0 0,-1-1 0 0 0,1 0 0 0 0,-1 0 0 0 0,1 0 1 0 0,0 0-1 0 0,-1-1 0 0 0,1 1 0 0 0,-1 0 0 0 0,1-1 0 0 0,-1 1 1 0 0,3-1-1 0 0,2-1-53 0 0,4 0-36 0 0,-1-1 1 0 0,1 0-1 0 0,-1 0 1 0 0,0-1 0 0 0,0 0-1 0 0,0-1 1 0 0,-1 0-1 0 0,1 0 1 0 0,-1 0-1 0 0,-1-1 1 0 0,1-1-1 0 0,-1 1 1 0 0,0-1 0 0 0,9-12-1 0 0,5-8-108 0 0,-2-2 1 0 0,28-52-1 0 0,-39 67 177 0 0,10-24 271 0 0,26-77 0 0 0,-43 104-121 0 0,1 0-4 0 0,15-25 69 0 0,-16 35-158 0 0,-2 3 14 0 0,1 1 0 0 0,0-1 0 0 0,0 0 0 0 0,-1 1 0 0 0,0-1 0 0 0,1 0 0 0 0,-1 0 0 0 0,0 0 0 0 0,-2 5 0 0 0,0 0 100 0 0,-17 52 489 0 0,-14 66 1 0 0,28-94-548 0 0,1 1 0 0 0,2 0 0 0 0,0-1 0 0 0,3 34 0 0 0,0-62-74 0 0,0 0 1 0 0,1 1 0 0 0,-1-1-1 0 0,1 0 1 0 0,-1 1 0 0 0,1-1-1 0 0,0 0 1 0 0,1 0 0 0 0,-1 0 0 0 0,0 0-1 0 0,1 0 1 0 0,0 0 0 0 0,0 0-1 0 0,-1 0 1 0 0,2-1 0 0 0,-1 1-1 0 0,0-1 1 0 0,0 1 0 0 0,1-1-1 0 0,0 0 1 0 0,-1 0 0 0 0,6 3-1 0 0,-3-3-67 0 0,-1 0-1 0 0,1-1 0 0 0,0 1 0 0 0,0-1 1 0 0,0 0-1 0 0,-1-1 0 0 0,1 1 0 0 0,0-1 1 0 0,0 0-1 0 0,0 0 0 0 0,0 0 0 0 0,0-1 0 0 0,0 0 1 0 0,9-2-1 0 0,1-2-166 0 0,-1-1 0 0 0,1 0 0 0 0,-1-1 0 0 0,-1-1 0 0 0,1 0 0 0 0,-2-1 0 0 0,1 0 0 0 0,-1-1 0 0 0,0 0 0 0 0,18-23 0 0 0,-1-1-309 0 0,-1-2-1 0 0,33-58 1 0 0,11-38-37 0 0,-6-3 1 0 0,75-217 0 0 0,-96 217 2454 0 0,41-205 0 0 0,-70 251-616 0 0,-15 87-1214 0 0,-8 19 24 0 0,-19 62 650 0 0,-17 94 1 0 0,33-131-572 0 0,-128 685 2191 0 0,135-707-2311 0 0,-4 28 76 0 0,-1 51 0 0 0,7-86-86 0 0,1 0 0 0 0,1 0 0 0 0,0 0 0 0 0,1 0 0 0 0,1 0-1 0 0,0 0 1 0 0,0 0 0 0 0,11 22 0 0 0,-11-29-63 0 0,0 0 1 0 0,1-1-1 0 0,0 0 0 0 0,0 0 0 0 0,0 0 0 0 0,1 0 0 0 0,0-1 0 0 0,0 0 0 0 0,0 0 0 0 0,0 0 1 0 0,1 0-1 0 0,-1-1 0 0 0,1 0 0 0 0,0 0 0 0 0,0-1 0 0 0,0 0 0 0 0,1 0 0 0 0,-1 0 1 0 0,0 0-1 0 0,1-1 0 0 0,-1 0 0 0 0,1-1 0 0 0,12 0 0 0 0,-9 0-65 0 0,1 0 0 0 0,-1-1 0 0 0,0-1 1 0 0,1 0-1 0 0,-1 0 0 0 0,0-1 0 0 0,0 0 0 0 0,0-1 0 0 0,-1 0 0 0 0,1-1 1 0 0,-1 0-1 0 0,0 0 0 0 0,0-1 0 0 0,10-9 0 0 0,-4 1 54 0 0,-2-1 0 0 0,0 0 1 0 0,-1-1-1 0 0,0 0 0 0 0,-2-1 0 0 0,0-1 0 0 0,-1 0 0 0 0,0 0 0 0 0,-2 0 1 0 0,10-36-1 0 0,-5 6 156 0 0,-3-1 0 0 0,-2 0 0 0 0,2-61 0 0 0,-8 90 13 0 0,1-14 263 0 0,-5-60 0 0 0,3 92-385 0 0,0 0 0 0 0,-1 0 0 0 0,1 0 0 0 0,0 0 0 0 0,-1 0 0 0 0,1 0 0 0 0,-1 0 0 0 0,0 0 0 0 0,0 0-1 0 0,-1-2 1 0 0,2 4 10 0 0,0 0-1 0 0,0-1 0 0 0,-1 1 0 0 0,1 0 0 0 0,0 0 0 0 0,0 0 0 0 0,0 0 0 0 0,-1 0 0 0 0,1 0 0 0 0,0 0 0 0 0,0 0 0 0 0,0-1 0 0 0,-1 1 0 0 0,1 0 0 0 0,0 0 0 0 0,0 0 0 0 0,-1 0 0 0 0,1 0 0 0 0,0 0 0 0 0,0 1 0 0 0,-1-1 0 0 0,1 0 0 0 0,0 0 0 0 0,0 0 0 0 0,0 0 0 0 0,-1 0 1 0 0,1 0-1 0 0,0 0 0 0 0,0 0 0 0 0,0 0 0 0 0,-1 1 0 0 0,1-1 0 0 0,0 0 0 0 0,0 0 0 0 0,0 0 0 0 0,-1 0 0 0 0,1 1 0 0 0,0-1 0 0 0,0 0 0 0 0,0 0 0 0 0,0 1 0 0 0,-11 20-24 0 0,11-21 22 0 0,-2 4 3 0 0,1 0 1 0 0,-1 0-1 0 0,1 0 0 0 0,0 1 0 0 0,1-1 0 0 0,-1 0 1 0 0,1 1-1 0 0,0-1 0 0 0,0 0 0 0 0,0 1 1 0 0,0-1-1 0 0,1 0 0 0 0,0 0 0 0 0,0 1 1 0 0,0-1-1 0 0,0 0 0 0 0,1 0 0 0 0,-1 0 1 0 0,1 0-1 0 0,0 0 0 0 0,0-1 0 0 0,1 1 1 0 0,-1-1-1 0 0,1 1 0 0 0,0-1 0 0 0,0 0 0 0 0,0 0 1 0 0,4 4-1 0 0,1-1-35 0 0,-1-1-1 0 0,0 0 1 0 0,1-1 0 0 0,0 1 0 0 0,0-1-1 0 0,1-1 1 0 0,-1 1 0 0 0,1-2 0 0 0,-1 1-1 0 0,1-1 1 0 0,0 0 0 0 0,13 0 0 0 0,-2-1-24 0 0,0-2 0 0 0,1 0 0 0 0,-1-2 1 0 0,0 0-1 0 0,0-1 0 0 0,-1-1 0 0 0,33-12 1 0 0,-38 11 66 0 0,0 0 0 0 0,0-1-1 0 0,-1 0 1 0 0,0-2 0 0 0,0 1 0 0 0,0-1 0 0 0,-2-1 0 0 0,1-1 0 0 0,-1 1 0 0 0,17-22 0 0 0,-24 25 69 0 0,0 0 1 0 0,0 0-1 0 0,-1 0 0 0 0,0 0 0 0 0,0-1 1 0 0,-1 1-1 0 0,0-1 0 0 0,2-14 0 0 0,-4 21-76 0 0,1 1 0 0 0,-1 0 0 0 0,0-1 0 0 0,0 1 0 0 0,0 0-1 0 0,0-1 1 0 0,0 1 0 0 0,0 0 0 0 0,0-1 0 0 0,0 1 0 0 0,0 0 0 0 0,0-1-1 0 0,0 1 1 0 0,0-1 0 0 0,0 1 0 0 0,-1 0 0 0 0,1-1 0 0 0,0 1-1 0 0,0 0 1 0 0,0-1 0 0 0,0 1 0 0 0,-1 0 0 0 0,1 0 0 0 0,0-1 0 0 0,0 1-1 0 0,-1 0 1 0 0,1-1 0 0 0,0 1 0 0 0,0 0 0 0 0,-1 0 0 0 0,1 0-1 0 0,0-1 1 0 0,-1 1 0 0 0,1 0 0 0 0,0 0 0 0 0,-1 0 0 0 0,0 0-1 0 0,0-1 2 0 0,0 1 0 0 0,1 1-1 0 0,-1-1 1 0 0,0 0-1 0 0,0 0 1 0 0,0 0-1 0 0,0 0 1 0 0,0 1-1 0 0,0-1 1 0 0,0 0-1 0 0,0 1 1 0 0,1-1-1 0 0,-1 1 1 0 0,0-1-1 0 0,0 1 1 0 0,0 0-1 0 0,-16 13 64 0 0,2 0 0 0 0,0 2 0 0 0,1-1 0 0 0,0 2 0 0 0,1 0 1 0 0,-16 29-1 0 0,13-17 4 0 0,2 0 0 0 0,1 1 1 0 0,-17 55-1 0 0,24-66-21 0 0,1 1 0 0 0,1 0-1 0 0,1 0 1 0 0,-1 33 0 0 0,4-49-62 0 0,-1 1-1 0 0,2-1 1 0 0,-1 1 0 0 0,0-1-1 0 0,1 0 1 0 0,0 1 0 0 0,0-1 0 0 0,0 0-1 0 0,1 1 1 0 0,0-1 0 0 0,-1 0-1 0 0,1 0 1 0 0,1 0 0 0 0,-1-1 0 0 0,0 1-1 0 0,1 0 1 0 0,0-1 0 0 0,0 1-1 0 0,0-1 1 0 0,0 0 0 0 0,1 0 0 0 0,-1-1-1 0 0,1 1 1 0 0,-1 0 0 0 0,1-1-1 0 0,0 0 1 0 0,5 2 0 0 0,3 0-165 0 0,0-1 0 0 0,1-1 0 0 0,-1 0 0 0 0,0 0 0 0 0,1-2 0 0 0,-1 1 0 0 0,1-2 0 0 0,-1 1 0 0 0,1-2 0 0 0,-1 1 0 0 0,13-5 0 0 0,9-3-654 0 0,0-1 0 0 0,54-26 0 0 0,-54 20 245 0 0,-1-2 0 0 0,0-1 0 0 0,45-35 1 0 0,-59 39 595 0 0,-1-1 1 0 0,0-1 0 0 0,-2-1 0 0 0,0 0 0 0 0,0-1 0 0 0,19-32 0 0 0,-29 38 439 0 0,0 0-1 0 0,-1-1 1 0 0,0 1 0 0 0,-1-1 0 0 0,-1 0 0 0 0,0 0 0 0 0,-1 0-1 0 0,0 0 1 0 0,-1 0 0 0 0,-1 0 0 0 0,-3-29 0 0 0,-3-4 1254 0 0,6 44-1586 0 0,-2-1 68 0 0,2 3-157 0 0,0 1 0 0 0,0 0 0 0 0,0 0 0 0 0,0-1 0 0 0,0 1 0 0 0,0 0-1 0 0,0-1 1 0 0,0 1 0 0 0,0 0 0 0 0,0-1 0 0 0,0 1 0 0 0,-1 0 0 0 0,1 0-1 0 0,0-1 1 0 0,0 1 0 0 0,0 0 0 0 0,0 0 0 0 0,0-1 0 0 0,-1 1 0 0 0,1 0-1 0 0,0 0 1 0 0,0-1 0 0 0,-1 1 0 0 0,1 0 0 0 0,0 0 0 0 0,0 0 0 0 0,-1 0-1 0 0,1-1 1 0 0,-3 3 171 0 0,1-1-1 0 0,-1 1 0 0 0,1 0 1 0 0,0 0-1 0 0,-1 0 0 0 0,1 0 0 0 0,0 0 1 0 0,0 1-1 0 0,1-1 0 0 0,-1 1 1 0 0,0-1-1 0 0,1 1 0 0 0,-3 5 1 0 0,-16 46 2065 0 0,11-29-1293 0 0,-19 54-367 0 0,4 1 0 0 0,3 1-1 0 0,-17 132 1 0 0,36-195-603 0 0,-7 69 0 0 0,9-79 0 0 0,0 1 0 0 0,0-1 0 0 0,1 0 0 0 0,1 1 0 0 0,-1-1 0 0 0,1 1 0 0 0,5 14 0 0 0,-6-22-158 0 0,-1 0-1 0 0,1 1 1 0 0,-1-1-1 0 0,1 0 1 0 0,-1 1-1 0 0,1-1 1 0 0,0 0 0 0 0,-1 0-1 0 0,1 1 1 0 0,0-1-1 0 0,0 0 1 0 0,0 0-1 0 0,0 0 1 0 0,0 0 0 0 0,0 0-1 0 0,0 0 1 0 0,1 0-1 0 0,-1-1 1 0 0,0 1-1 0 0,0 0 1 0 0,1-1 0 0 0,-1 1-1 0 0,0-1 1 0 0,1 1-1 0 0,-1-1 1 0 0,0 0-1 0 0,1 1 1 0 0,-1-1 0 0 0,1 0-1 0 0,-1 0 1 0 0,1 0-1 0 0,-1 0 1 0 0,0 0-1 0 0,1 0 1 0 0,-1-1-1 0 0,1 1 1 0 0,-1 0 0 0 0,0-1-1 0 0,2 0 1 0 0,3-2-995 0 0,0 0 0 0 0,-1-1 0 0 0,0 0 0 0 0,0 0 0 0 0,0 0 0 0 0,7-7 0 0 0,-11 9 1012 0 0,29-33-8219 0 0,-10 15 906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0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99 1848 0 0,'-19'-73'15155'0'0,"8"48"-4665"0"0,25 55-9410 0 0,2-1 1 0 0,0 0 0 0 0,34 43 0 0 0,-7-10-130 0 0,34 48-1348 0 0,136 153 1 0 0,-196-246-1703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0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744 79 684 0 0,'-5'-11'2411'0'0,"0"1"1"0"0,0 0-1 0 0,-1 0 0 0 0,-8-9 1 0 0,13 17-2104 0 0,-1 1 0 0 0,0-1 1 0 0,0 0-1 0 0,0 1 0 0 0,0 0 1 0 0,0-1-1 0 0,-1 1 1 0 0,1 0-1 0 0,0 0 0 0 0,0 0 1 0 0,-1 0-1 0 0,1 1 0 0 0,-1-1 1 0 0,1 1-1 0 0,-1-1 1 0 0,1 1-1 0 0,0 0 0 0 0,-1 0 1 0 0,1 0-1 0 0,-1 0 1 0 0,1 1-1 0 0,-1-1 0 0 0,1 0 1 0 0,-1 1-1 0 0,1 0 0 0 0,-1 0 1 0 0,1 0-1 0 0,0 0 1 0 0,-3 1-1 0 0,-8 4 733 0 0,-1 1 1 0 0,1 1-1 0 0,0 0 0 0 0,1 1 1 0 0,-22 19-1 0 0,-49 58 2281 0 0,69-70-2891 0 0,-71 79-173 0 0,4 4 0 0 0,-80 128 0 0 0,46-27-2803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0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47 564 0 0,'-28'-21'17864'0'0,"23"15"-15403"0"0,-7-4-18 0 0,3 1-3958 0 0,-46 9-17898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0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 2484 0 0,'-421'60'17838'0'0,"408"-56"-16945"0"0,19 0-355 0 0,23-1-170 0 0,115-3 30 0 0,396-1-1665 0 0,-181-3-4335 0 0,-242 1 386 0 0,-13 1-2814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2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1331 2176 0 0,'-2'13'5326'0'0,"5"50"283"0"0,-1-47-5104 0 0,0-1-1 0 0,1 1 1 0 0,1-1 0 0 0,8 21 0 0 0,9 11 59 0 0,-18-40-468 0 0,-2-5-22 0 0,1 1 0 0 0,-1-1 0 0 0,0 0 0 0 0,1 1-1 0 0,-1-1 1 0 0,1 0 0 0 0,0 0 0 0 0,3 3 0 0 0,-4-5-60 0 0,0 0-1 0 0,-1 1 0 0 0,1-1 1 0 0,0 0-1 0 0,0 1 1 0 0,0-1-1 0 0,0 0 0 0 0,0 0 1 0 0,0 0-1 0 0,0 0 1 0 0,0 0-1 0 0,0 0 0 0 0,0 0 1 0 0,0 0-1 0 0,0 0 1 0 0,0-1-1 0 0,0 1 0 0 0,0 0 1 0 0,-1-1-1 0 0,1 1 1 0 0,0 0-1 0 0,0-1 0 0 0,0 1 1 0 0,0-1-1 0 0,-1 1 1 0 0,1-1-1 0 0,0 0 0 0 0,0 1 1 0 0,0-2-1 0 0,15-12 24 0 0,-1-1-1 0 0,-1-1 1 0 0,0 0 0 0 0,-2 0-1 0 0,17-28 1 0 0,46-97-102 0 0,-72 135 64 0 0,193-460-52 0 0,-54 116 25 0 0,-96 249-66 0 0,82-130 1 0 0,-119 214 53 0 0,1 2 0 0 0,1-1 1 0 0,1 1-1 0 0,0 1 0 0 0,0 0 1 0 0,2 1-1 0 0,0 0 1 0 0,28-19-1 0 0,-39 30 34 0 0,0 1 0 0 0,-1 0 0 0 0,1-1 0 0 0,0 1 0 0 0,0 1 0 0 0,0-1 0 0 0,0 0 0 0 0,0 1 0 0 0,0-1 0 0 0,0 1 0 0 0,0 0 0 0 0,0 0-1 0 0,0 0 1 0 0,0 0 0 0 0,0 1 0 0 0,0-1 0 0 0,0 1 0 0 0,0 0 0 0 0,0 0 0 0 0,0 0 0 0 0,0 0 0 0 0,-1 0 0 0 0,1 1 0 0 0,0-1 0 0 0,-1 1 0 0 0,1 0 0 0 0,-1 0 0 0 0,0 0 0 0 0,1 0 0 0 0,2 3 0 0 0,1 2 19 0 0,0 0-1 0 0,0 1 1 0 0,0 0-1 0 0,-1 0 1 0 0,0 0 0 0 0,-1 1-1 0 0,0-1 1 0 0,5 14 0 0 0,0 11 123 0 0,-2 1 0 0 0,-1 0 0 0 0,-1 0 1 0 0,-2 1-1 0 0,-1 50 0 0 0,-24 173 535 0 0,-37 91-111 0 0,18-132-274 0 0,21-120-32 0 0,9-58 76 0 0,11-36-189 0 0,-1-3-139 0 0,0 0 0 0 0,1-1 0 0 0,-1 1-1 0 0,1 0 1 0 0,-1-1 0 0 0,1 1 0 0 0,0-1 0 0 0,-1 1-1 0 0,1-1 1 0 0,-1 1 0 0 0,1-1 0 0 0,0 1-1 0 0,-1-1 1 0 0,1 1 0 0 0,0-1 0 0 0,-1 1 0 0 0,1-1-1 0 0,0 1 1 0 0,0-1 0 0 0,0 0 0 0 0,0 1 0 0 0,-1-1-1 0 0,1 1 1 0 0,0-2 0 0 0,-2-16-6 0 0,2 16 6 0 0,-7-67-20 0 0,-3 1-1 0 0,-30-103 1 0 0,30 139 8 0 0,-1 0-1 0 0,-2 1 1 0 0,-1 1 0 0 0,-2 0 0 0 0,0 1 0 0 0,-2 1-1 0 0,-29-35 1 0 0,36 50-2 0 0,-1 0 1 0 0,0 2-1 0 0,-1-1 1 0 0,0 1-1 0 0,-1 1 0 0 0,0 0 1 0 0,-1 1-1 0 0,0 1 0 0 0,0 0 1 0 0,-28-9-1 0 0,31 13-2 0 0,1 1 0 0 0,0 1 1 0 0,-1 0-1 0 0,0 0 0 0 0,1 1 1 0 0,-1 1-1 0 0,0 0 0 0 0,0 0 0 0 0,1 2 1 0 0,-1-1-1 0 0,0 1 0 0 0,1 1 1 0 0,0 0-1 0 0,-1 1 0 0 0,1 0 0 0 0,-14 7 1 0 0,12-3 1 0 0,0-1 0 0 0,0 2 0 0 0,1 0 0 0 0,0 0 0 0 0,1 1 0 0 0,0 1 0 0 0,0 0 0 0 0,-11 15 0 0 0,17-19 10 0 0,0 1 0 0 0,0-1 0 0 0,0 1-1 0 0,1 0 1 0 0,1 1 0 0 0,-1-1-1 0 0,1 0 1 0 0,0 1 0 0 0,1 0 0 0 0,0 0-1 0 0,1 0 1 0 0,-1 0 0 0 0,2 0-1 0 0,-1 0 1 0 0,2 9 0 0 0,-1-13 5 0 0,1-1 1 0 0,0 1-1 0 0,0-1 1 0 0,0 0-1 0 0,1 1 1 0 0,0-1-1 0 0,-1 0 0 0 0,2 0 1 0 0,-1 0-1 0 0,0 0 1 0 0,1 0-1 0 0,-1-1 1 0 0,7 8-1 0 0,-3-6 4 0 0,0-1-1 0 0,-1 1 0 0 0,1-1 0 0 0,1 0 1 0 0,-1-1-1 0 0,1 1 0 0 0,13 4 1 0 0,0-2 2 0 0,1-1 1 0 0,0 0-1 0 0,0-2 1 0 0,0-1-1 0 0,24 0 1 0 0,15-3 7 0 0,1-2-1 0 0,-1-3 1 0 0,100-24 0 0 0,-125 22-374 0 0,-1-2 0 0 0,0-1 1 0 0,0-1-1 0 0,49-26 0 0 0,-80 35-171 0 0,0 1 1 0 0,1 0-1 0 0,-1 1 1 0 0,1-1-1 0 0,-1 0 0 0 0,1 1 1 0 0,0 0-1 0 0,-1 0 1 0 0,1 0-1 0 0,0 0 0 0 0,0 1 1 0 0,0-1-1 0 0,0 1 1 0 0,-1 0-1 0 0,8 1 1 0 0,11 6-6345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2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631 883 1316 0 0,'5'-4'689'0'0,"-1"-1"0"0"0,0 1 0 0 0,-1-1 1 0 0,1 0-1 0 0,-1 0 0 0 0,0-1 0 0 0,0 1 0 0 0,-1 0 0 0 0,0-1 0 0 0,1 0 0 0 0,-2 0 0 0 0,1 0 1 0 0,-1 1-1 0 0,1-10 0 0 0,-2 8-304 0 0,0 0 0 0 0,0-1 0 0 0,0 1 0 0 0,-1 0-1 0 0,-1 0 1 0 0,1-1 0 0 0,-1 1 0 0 0,0 0 0 0 0,-1 1 0 0 0,0-1 0 0 0,-3-6 0 0 0,2 5-291 0 0,0 1 1 0 0,-1 0-1 0 0,0 0 1 0 0,0 0-1 0 0,-1 1 0 0 0,0 0 1 0 0,0 0-1 0 0,0 0 1 0 0,-1 1-1 0 0,1 0 0 0 0,-1 0 1 0 0,-1 0-1 0 0,1 1 1 0 0,-1 0-1 0 0,1 1 1 0 0,-1 0-1 0 0,0 0 0 0 0,0 0 1 0 0,-1 1-1 0 0,1 1 1 0 0,-11-2-1 0 0,4 4-82 0 0,-1 0 0 0 0,1 0-1 0 0,0 2 1 0 0,-1 0 0 0 0,1 1 0 0 0,1 0-1 0 0,-1 1 1 0 0,0 1 0 0 0,1 0 0 0 0,0 1 0 0 0,1 0-1 0 0,-17 12 1 0 0,4 0-9 0 0,0 1 1 0 0,2 1-1 0 0,0 1 1 0 0,-39 47-1 0 0,42-42 13 0 0,0 1 1 0 0,-28 53-1 0 0,44-71-1 0 0,0 0-1 0 0,0 0 1 0 0,1 1-1 0 0,0 0 1 0 0,1 0 0 0 0,1 0-1 0 0,-1 0 1 0 0,2 1-1 0 0,0-1 1 0 0,0 1 0 0 0,1-1-1 0 0,1 14 1 0 0,0-21-6 0 0,-1 0 1 0 0,1-1-1 0 0,0 1 0 0 0,0 0 1 0 0,1-1-1 0 0,-1 1 0 0 0,1-1 1 0 0,0 1-1 0 0,0-1 1 0 0,0 0-1 0 0,0 1 0 0 0,0-1 1 0 0,1 0-1 0 0,-1-1 1 0 0,1 1-1 0 0,0 0 0 0 0,5 3 1 0 0,-3-3-2 0 0,0 0 0 0 0,0-1 1 0 0,1 0-1 0 0,-1 0 0 0 0,1 0 1 0 0,-1-1-1 0 0,1 1 0 0 0,0-1 1 0 0,-1-1-1 0 0,12 1 0 0 0,-2-1-9 0 0,0-1-1 0 0,0-1 1 0 0,0-1 0 0 0,0 0-1 0 0,-1-1 1 0 0,1 0-1 0 0,-1-1 1 0 0,18-8 0 0 0,-6-2-29 0 0,0 0 0 0 0,-1-2-1 0 0,0 0 1 0 0,-2-2 0 0 0,31-30 0 0 0,-23 16-20 0 0,-2-1 0 0 0,50-76 0 0 0,-21 10-10 0 0,83-205-1 0 0,2-102 1029 0 0,-135 377-990 0 0,-9 26-23 0 0,-7 19 84 0 0,-72 176 1337 0 0,-80 288-1 0 0,107-261-1061 0 0,47-186-703 0 0,2 1 0 0 0,1 0 0 0 0,2 0 0 0 0,5 60 0 0 0,-3-88 83 0 0,0 1 0 0 0,0-1 1 0 0,0 1-1 0 0,1-1 0 0 0,0 1 1 0 0,0-1-1 0 0,0 0 0 0 0,1 0 1 0 0,0 0-1 0 0,0 0 0 0 0,0 0 0 0 0,0 0 1 0 0,1-1-1 0 0,0 0 0 0 0,5 5 1 0 0,-3-4-483 0 0,0-1 0 0 0,1 0 0 0 0,-1 0 0 0 0,1 0 0 0 0,0-1 0 0 0,0 0 0 0 0,1 0 1 0 0,-1 0-1 0 0,1-1 0 0 0,11 2 0 0 0,12 2-3864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3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573 1049 1056 0 0,'6'-15'1579'0'0,"-2"-1"0"0"0,0 0-1 0 0,0 0 1 0 0,-2 0 0 0 0,0 0 0 0 0,-1-25-1 0 0,-1 35-1331 0 0,0-1 0 0 0,0 1-1 0 0,-1 1 1 0 0,0-1 0 0 0,0 0-1 0 0,0 0 1 0 0,-1 0 0 0 0,0 0-1 0 0,0 1 1 0 0,-1-1 0 0 0,1 1-1 0 0,-1 0 1 0 0,0-1-1 0 0,-1 1 1 0 0,1 1 0 0 0,-1-1-1 0 0,0 0 1 0 0,0 1 0 0 0,-1 0-1 0 0,-8-7 1 0 0,9 9-165 0 0,-1 0-1 0 0,0 0 1 0 0,0 1 0 0 0,0-1 0 0 0,0 1-1 0 0,0 0 1 0 0,0 0 0 0 0,0 1 0 0 0,0 0 0 0 0,0 0-1 0 0,0 0 1 0 0,0 0 0 0 0,0 1 0 0 0,0 0-1 0 0,0 0 1 0 0,0 0 0 0 0,0 1 0 0 0,0-1-1 0 0,-8 5 1 0 0,-7 4 108 0 0,0 0 1 0 0,1 1-1 0 0,-20 16 0 0 0,3-1-62 0 0,0 3 0 0 0,2 0 0 0 0,2 2 0 0 0,0 2 0 0 0,2 1 0 0 0,-35 52 0 0 0,53-67-81 0 0,0 1 0 0 0,1 1 0 0 0,-9 25 0 0 0,18-41-32 0 0,-1 1-1 0 0,2 0 0 0 0,-1-1 1 0 0,1 1-1 0 0,0 0 0 0 0,0 0 1 0 0,0 0-1 0 0,1 0 0 0 0,0 0 1 0 0,0 0-1 0 0,1 0 0 0 0,-1-1 1 0 0,1 1-1 0 0,1 0 0 0 0,-1 0 1 0 0,1 0-1 0 0,4 9 0 0 0,-4-11-17 0 0,1-1 1 0 0,0 0-1 0 0,0 1 0 0 0,0-1 0 0 0,0 0 1 0 0,1-1-1 0 0,-1 1 0 0 0,1-1 0 0 0,0 1 1 0 0,-1-1-1 0 0,1 0 0 0 0,0 0 0 0 0,0-1 0 0 0,1 1 1 0 0,-1-1-1 0 0,0 0 0 0 0,0 0 0 0 0,1 0 1 0 0,-1-1-1 0 0,7 1 0 0 0,4 0-126 0 0,0-2-1 0 0,1 1 1 0 0,-1-2-1 0 0,25-5 1 0 0,-18 1-46 0 0,1-1 0 0 0,-1-1 1 0 0,0-2-1 0 0,-1 0 0 0 0,0-1 0 0 0,-1-1 1 0 0,0-1-1 0 0,-1 0 0 0 0,0-2 0 0 0,25-25 1 0 0,-3-3-169 0 0,-1-2 1 0 0,65-97 0 0 0,-53 60 332 0 0,-3-3 1 0 0,-5-2-1 0 0,-3-1 0 0 0,-4-2 1 0 0,-4-2-1 0 0,23-107 1 0 0,-40 128 1391 0 0,11-112 1 0 0,-27 181-1373 0 0,0 0 1 0 0,0 0 0 0 0,0 0 0 0 0,-1 0-1 0 0,1 0 1 0 0,0 0 0 0 0,-1 0 0 0 0,0 0 0 0 0,1 0-1 0 0,-2-2 1 0 0,1 4-9 0 0,-1 1-1 0 0,1-1 1 0 0,0 1 0 0 0,0-1-1 0 0,0 1 1 0 0,0-1 0 0 0,0 1-1 0 0,0-1 1 0 0,0 1 0 0 0,0 0-1 0 0,0 0 1 0 0,-2 1-1 0 0,3-2 1 0 0,-11 10 19 0 0,0 0 0 0 0,1 1 0 0 0,0 0 0 0 0,1 1 0 0 0,-11 18 0 0 0,-35 69 279 0 0,53-94-283 0 0,-58 121 474 0 0,5 3 0 0 0,7 2 1 0 0,-57 238-1 0 0,95-320-358 0 0,-7 76 0 0 0,16-105-174 0 0,0 1 0 0 0,2 0 0 0 0,0-1 0 0 0,1 1-1 0 0,1-1 1 0 0,8 29 0 0 0,-9-44-93 0 0,-1 0 0 0 0,1 0 0 0 0,0 0-1 0 0,0-1 1 0 0,1 1 0 0 0,-1-1 0 0 0,1 1 0 0 0,0-1 0 0 0,0 0-1 0 0,0 0 1 0 0,1 0 0 0 0,0-1 0 0 0,-1 1 0 0 0,1-1 0 0 0,0 0 0 0 0,1 0-1 0 0,-1 0 1 0 0,0-1 0 0 0,1 1 0 0 0,0-1 0 0 0,-1 0 0 0 0,1-1-1 0 0,0 1 1 0 0,0-1 0 0 0,0 0 0 0 0,0 0 0 0 0,0 0 0 0 0,0-1-1 0 0,0 1 1 0 0,1-1 0 0 0,-1-1 0 0 0,0 1 0 0 0,0-1 0 0 0,0 0-1 0 0,7-2 1 0 0,9-3-175 0 0,1-2-1 0 0,-1 0 0 0 0,-1-1 0 0 0,0-1 0 0 0,0-1 1 0 0,-1-1-1 0 0,0 0 0 0 0,-1-2 0 0 0,-1 0 0 0 0,26-27 1 0 0,-17 13 502 0 0,-1-1 0 0 0,-2-2 0 0 0,-1 0 1 0 0,-1-2-1 0 0,23-48 0 0 0,13-63 4119 0 0,-53 131-3749 0 0,-11 19 375 0 0,-12 18 53 0 0,2 7-397 0 0,1 0-1 0 0,1 1 1 0 0,2 0 0 0 0,1 1 0 0 0,-14 66-1 0 0,25-90-550 0 0,-5 18 143 0 0,-3 41 0 0 0,8-61-165 0 0,1 0 0 0 0,0 0 0 0 0,0 0 0 0 0,1 0 0 0 0,0 0 0 0 0,0 0 0 0 0,0 0 0 0 0,1 0 0 0 0,0 0 0 0 0,1 0 0 0 0,3 7 0 0 0,-4-11-142 0 0,1 0 0 0 0,-1 0 0 0 0,1-1 0 0 0,0 1 0 0 0,-1-1 0 0 0,1 1 0 0 0,0-1 0 0 0,1 0 0 0 0,-1 0 0 0 0,0 0 0 0 0,1 0 0 0 0,-1-1 0 0 0,0 1 0 0 0,1-1 0 0 0,0 0 0 0 0,-1 0 0 0 0,1-1 0 0 0,0 1 0 0 0,0-1 0 0 0,-1 1 1 0 0,1-1-1 0 0,0 0 0 0 0,0 0 0 0 0,3-1 0 0 0,6-1-731 0 0,-1 0 1 0 0,1 0 0 0 0,-1-1 0 0 0,1-1 0 0 0,21-9 0 0 0,-14 4-1443 0 0,-1 0 1 0 0,0-2 0 0 0,31-23-1 0 0,-14 4-4548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126 173 932 0 0,'-74'-105'12472'0'0,"24"40"-8860"0"0,48 63-3844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4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340 129 1504 0 0,'-1'-35'10913'0'0,"-8"-58"962"0"0,7 95-11593 0 0,0 1-1 0 0,0 0 1 0 0,1-1-1 0 0,-1 1 0 0 0,1 0 1 0 0,0 0-1 0 0,-1 4 1 0 0,-108 373 2720 0 0,-17 55 219 0 0,107-373-4128 0 0,3-16-1567 0 0,3 1-1 0 0,-14 86 1 0 0,28-109-384 0 0,1-21 1812 0 0,-1-1-1 0 0,0 1 1 0 0,1-1-1 0 0,0 1 0 0 0,0-1 1 0 0,7 13-4187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4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1296 0 0,'81'-133'18729'0'0,"-80"131"-18290"0"0,-1 2-392 0 0,0 0 0 0 0,0-1 0 0 0,0 1 0 0 0,0 0 0 0 0,0 0 0 0 0,0-1 0 0 0,0 1 0 0 0,1 0 0 0 0,-1-1-1 0 0,0 1 1 0 0,0 0 0 0 0,0 0 0 0 0,0-1 0 0 0,1 1 0 0 0,-1 0 0 0 0,0 0 0 0 0,0 0 0 0 0,0-1 0 0 0,1 1 0 0 0,-1 0 0 0 0,0 0 0 0 0,0 0 0 0 0,1 0 0 0 0,-1-1 0 0 0,0 1 0 0 0,0 0 0 0 0,1 0 0 0 0,-1 0 0 0 0,1 0 0 0 0,-1 0 31 0 0,0 0 1 0 0,1 0 0 0 0,-1 0-1 0 0,0 1 1 0 0,1-1 0 0 0,-1 0-1 0 0,0 0 1 0 0,0 0 0 0 0,1 1-1 0 0,-1-1 1 0 0,0 0 0 0 0,0 0-1 0 0,1 1 1 0 0,-1-1 0 0 0,0 0-1 0 0,0 1 1 0 0,0-1-1 0 0,0 0 1 0 0,1 1 0 0 0,-1-1-1 0 0,0 0 1 0 0,0 1 0 0 0,0-1-1 0 0,0 0 1 0 0,0 1 0 0 0,0-1-1 0 0,0 0 1 0 0,0 1 0 0 0,0-1-1 0 0,0 0 1 0 0,0 1 0 0 0,0-1-1 0 0,0 0 1 0 0,0 1 0 0 0,0-1-1 0 0,0 0 1 0 0,-1 1 0 0 0,1-1-1 0 0,-34 223 4804 0 0,16-117-5119 0 0,10-66-736 0 0,-4 33-2482 0 0,11-65 2335 0 0,0-1 1 0 0,1 1 0 0 0,1-1 0 0 0,-1 0 0 0 0,1 1 0 0 0,0-1 0 0 0,3 10-1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5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1 321 3036 0 0,'18'-27'8672'0'0,"12"-9"-2302"0"0,-29 37-6186 0 0,-1 0 0 0 0,1 0 0 0 0,0 1 0 0 0,-1-1 0 0 0,0 0 0 0 0,1 1 0 0 0,-1-1 0 0 0,0 0 0 0 0,0 1 0 0 0,1-1 0 0 0,-1 1 0 0 0,0-1 0 0 0,-1 3 0 0 0,1-3-111 0 0,-21 94 3081 0 0,15-73-2865 0 0,0 0 1 0 0,2 0 0 0 0,0 0-1 0 0,2 1 1 0 0,0 40-1 0 0,2-60-264 0 0,0 0 0 0 0,1 0 0 0 0,0 0 0 0 0,0 0 0 0 0,0 0 0 0 0,0-1 0 0 0,0 1 0 0 0,1 0-1 0 0,-1-1 1 0 0,1 1 0 0 0,0-1 0 0 0,-1 0 0 0 0,1 1 0 0 0,0-1 0 0 0,1 0 0 0 0,3 3 0 0 0,-5-4-20 0 0,0 0-1 0 0,0-1 1 0 0,0 1 0 0 0,0-1 0 0 0,0 1 0 0 0,0-1-1 0 0,1 1 1 0 0,-1-1 0 0 0,0 0 0 0 0,0 0 0 0 0,1 1-1 0 0,-1-1 1 0 0,0 0 0 0 0,0 0 0 0 0,0 0 0 0 0,3-1-1 0 0,-2 1 9 0 0,5 1-3 0 0,-1-1-1 0 0,1 0 1 0 0,-1 0 0 0 0,0-1-1 0 0,1 1 1 0 0,-1-1-1 0 0,0-1 1 0 0,1 1-1 0 0,-1-1 1 0 0,0 0-1 0 0,0-1 1 0 0,9-4 0 0 0,-4 1 1 0 0,0-1 1 0 0,0-1 0 0 0,-1 0 0 0 0,18-17 0 0 0,-15 12-29 0 0,-1-1 0 0 0,0-1-1 0 0,-1 0 1 0 0,-1-1 0 0 0,0 0-1 0 0,-2 0 1 0 0,1-1 0 0 0,-2 0-1 0 0,0-1 1 0 0,4-19 0 0 0,-8 28-7 0 0,-1-1 1 0 0,0 0-1 0 0,-1 0 1 0 0,0 0-1 0 0,0 0 0 0 0,-1-1 1 0 0,0 1-1 0 0,-1 0 1 0 0,0 0-1 0 0,-1 0 1 0 0,0 0-1 0 0,-1 0 1 0 0,0 1-1 0 0,0-1 1 0 0,-1 1-1 0 0,0 0 1 0 0,-1 0-1 0 0,0 0 1 0 0,0 0-1 0 0,-8-8 1 0 0,-11-10-148 0 0,-2 1-1 0 0,-28-23 1 0 0,53 49 149 0 0,1 0 1 0 0,0 0-1 0 0,-1 0 0 0 0,1 0 0 0 0,0-1 0 0 0,0 1 0 0 0,-1 0 0 0 0,1 0 0 0 0,0 0 0 0 0,0-1 1 0 0,0 1-1 0 0,-1 0 0 0 0,1 0 0 0 0,0-1 0 0 0,0 1 0 0 0,0 0 0 0 0,0-1 0 0 0,-1 1 1 0 0,1 0-1 0 0,0 0 0 0 0,0-1 0 0 0,0 1 0 0 0,0 0 0 0 0,0-1 0 0 0,0 1 0 0 0,0 0 1 0 0,0-1-1 0 0,0 1 0 0 0,0 0 0 0 0,0-1 0 0 0,0 1 0 0 0,0 0 0 0 0,0 0 0 0 0,0-1 0 0 0,0 1 1 0 0,1 0-1 0 0,-1-1 0 0 0,12-5-182 0 0,10 2 225 0 0,-1 3-83 0 0,0 1 0 0 0,0 0 1 0 0,0 1-1 0 0,29 7 1 0 0,-32-6 42 0 0,15 3-8 0 0,0 1-1 0 0,0 2 1 0 0,43 16-1 0 0,-66-20 21 0 0,0 0-1 0 0,0 0 1 0 0,-1 1 0 0 0,1 0-1 0 0,-1 1 1 0 0,-1 0-1 0 0,1 1 1 0 0,-1 0 0 0 0,0 0-1 0 0,0 0 1 0 0,-1 1-1 0 0,0 0 1 0 0,0 1 0 0 0,8 14-1 0 0,-12-15 16 0 0,1 0 1 0 0,-2-1-1 0 0,1 1 0 0 0,-1 0 1 0 0,0 0-1 0 0,-1 1 0 0 0,0-1 1 0 0,0 0-1 0 0,-1 0 0 0 0,0 1 1 0 0,0-1-1 0 0,-2 12 0 0 0,-2-4 54 0 0,0 1 0 0 0,-1-1 0 0 0,0 0 0 0 0,-1-1 0 0 0,-9 17 0 0 0,12-26 13 0 0,-10 15 137 0 0,13-20-199 0 0,-1-1 1 0 0,1 1 0 0 0,-1-1-1 0 0,1 1 1 0 0,-1-1-1 0 0,1 0 1 0 0,-1 1 0 0 0,0-1-1 0 0,1 0 1 0 0,-1 1-1 0 0,0-1 1 0 0,1 0 0 0 0,-1 0-1 0 0,0 0 1 0 0,1 1-1 0 0,-1-1 1 0 0,0 0 0 0 0,1 0-1 0 0,-1 0 1 0 0,0 0-1 0 0,1 0 1 0 0,-1 0 0 0 0,0 0-1 0 0,1-1 1 0 0,-1 1-1 0 0,0 0 1 0 0,1 0 0 0 0,-1 0-1 0 0,0-1 1 0 0,0 0-1 0 0,1 1-12 0 0,0 0-1 0 0,0 0 0 0 0,0 0 1 0 0,-1 0-1 0 0,1 0 0 0 0,0 0 1 0 0,0 0-1 0 0,0 0 1 0 0,0 0-1 0 0,0 0 0 0 0,0 0 1 0 0,0 0-1 0 0,0 0 0 0 0,0 0 1 0 0,0 0-1 0 0,-1 0 0 0 0,1 0 1 0 0,0-1-1 0 0,0 1 1 0 0,0 0-1 0 0,0 0 0 0 0,0 0 1 0 0,0 0-1 0 0,0 0 0 0 0,0 0 1 0 0,0 0-1 0 0,0 0 0 0 0,0 0 1 0 0,0-1-1 0 0,0 1 1 0 0,0 0-1 0 0,0 0 0 0 0,0 0 1 0 0,0 0-1 0 0,0 0 0 0 0,0 0 1 0 0,0 0-1 0 0,0 0 0 0 0,0-1 1 0 0,0 1-1 0 0,0 0 1 0 0,0 0-1 0 0,0 0 0 0 0,0 0 1 0 0,0 0-1 0 0,1 0 0 0 0,-1 0 1 0 0,0 0-1 0 0,0 0 0 0 0,0 0 1 0 0,0 0-1 0 0,0-1 1 0 0,0 1-1 0 0,0 0 0 0 0,12-24 24 0 0,2 0 0 0 0,0 1 0 0 0,1 1 0 0 0,33-38 0 0 0,-19 29-112 0 0,2 0-1 0 0,49-36 1 0 0,-64 54 50 0 0,2 0 0 0 0,-1 2 0 0 0,2 0-1 0 0,-1 1 1 0 0,1 1 0 0 0,29-9 0 0 0,-43 16 63 0 0,0 0 0 0 0,1 1 0 0 0,-1 0 0 0 0,1 0 0 0 0,0 0 0 0 0,-1 1 0 0 0,1 0 0 0 0,0 0 0 0 0,-1 0 0 0 0,1 1 0 0 0,0 0-1 0 0,-1 0 1 0 0,1 0 0 0 0,-1 1 0 0 0,0 0 0 0 0,1 0 0 0 0,-1 0 0 0 0,0 1 0 0 0,0-1 0 0 0,0 1 0 0 0,0 0 0 0 0,-1 1 0 0 0,1-1 0 0 0,-1 1 0 0 0,0 0 0 0 0,0 0 0 0 0,0 0 0 0 0,5 9 0 0 0,-4-5 57 0 0,0 1 0 0 0,0 0 0 0 0,-1 0 0 0 0,-1 0 0 0 0,1 0 1 0 0,-2 0-1 0 0,1 1 0 0 0,-1-1 0 0 0,0 1 0 0 0,-1 0 0 0 0,0 19 0 0 0,-2-3 65 0 0,-2 0-1 0 0,0 0 0 0 0,-9 32 0 0 0,0 6-6 0 0,12-62-275 0 0,0 8-444 0 0,12-15-3998 0 0,-8 1 3676 0 0,0 1 1 0 0,0-1-1 0 0,0 0 1 0 0,0 0-1 0 0,4-7 1 0 0,6-9-4784 0 0,-3 0-2324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5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2180 104 2524 0 0,'-97'-32'8851'0'0,"-58"-17"4172"0"0,114 34-12752 0 0,23 7-4497 0 0</inkml:trace>
  <inkml:trace contextRef="#ctx0" brushRef="#br0" timeOffset="1">239 121 3200 0 0,'-14'2'963'0'0,"-51"6"6488"0"0,-86 21 1 0 0,151-29-7404 0 0,-1 0 0 0 0,1 0 0 0 0,0 0 1 0 0,-1 0-1 0 0,1 0 0 0 0,0 0 0 0 0,-1 0 1 0 0,1 0-1 0 0,0 0 0 0 0,-1 0 0 0 0,1 0 1 0 0,0 0-1 0 0,-1 1 0 0 0,1-1 0 0 0,0 0 1 0 0,0 0-1 0 0,-1 0 0 0 0,1 0 0 0 0,0 1 1 0 0,0-1-1 0 0,-1 0 0 0 0,1 0 0 0 0,0 0 1 0 0,0 1-1 0 0,0-1 0 0 0,-1 0 0 0 0,1 0 0 0 0,0 1 1 0 0,0-1-1 0 0,0 0 0 0 0,0 1 0 0 0,0-1 1 0 0,-1 0-1 0 0,1 0 0 0 0,0 1 0 0 0,12 4 453 0 0,27 2-280 0 0,-38-7-180 0 0,255 25 48 0 0,1-9-3801 0 0,-241-15 3292 0 0,90 3-5416 0 0,7 0-3446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7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68 1248 0 0,'-17'-50'15525'0'0,"17"48"-15239"0"0,-1 1 0 0 0,0 0-1 0 0,1-1 1 0 0,-1 1 0 0 0,0 0 0 0 0,0 0 0 0 0,0 0 0 0 0,0 0 0 0 0,0 0-1 0 0,0 0 1 0 0,0 0 0 0 0,-1 0 0 0 0,1 0 0 0 0,-2 0 0 0 0,-12 23 238 0 0,0 1 0 0 0,1 1 1 0 0,-11 29-1 0 0,-13 22 300 0 0,-148 271-446 0 0,174-330-4038 0 0,8-55-8049 0 0,5 35 11075 0 0,2-15-5319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7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0 239 2648 0 0,'4'-48'6138'0'0,"-2"0"-1"0"0,-5-48 1 0 0,4 64-5304 0 0,4 18-5183 0 0,-3 14 4102 0 0,9 0-1749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8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3208 0 0,'2'-2'2780'0'0,"21"-35"10846"0"0,2 52-12249 0 0,-8 5-780 0 0,0 1 1 0 0,-1 1 0 0 0,22 39 0 0 0,-30-48-462 0 0,23 38 228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1:59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587 1 76 0 0,'-3'0'3117'0'0,"-13"0"1740"0"0,13 0-4106 0 0,-15 0 5271 0 0,15 0-5648 0 0,2 0-329 0 0,1 0 0 0 0,-1 0-1 0 0,0 0 1 0 0,0 0 0 0 0,1 0 0 0 0,-1 0 0 0 0,0 0 0 0 0,1 0 0 0 0,-1 1 0 0 0,0-1 0 0 0,1 0-1 0 0,-1 0 1 0 0,0 1 0 0 0,1-1 0 0 0,-1 0 0 0 0,0 1 0 0 0,1-1 0 0 0,-1 1 0 0 0,1-1 0 0 0,-2 1 0 0 0,2 0-35 0 0,0 0 1 0 0,0-1-1 0 0,0 1 1 0 0,0 0-1 0 0,-1 0 1 0 0,1 0-1 0 0,0 0 1 0 0,1 0-1 0 0,-1-1 1 0 0,0 1 0 0 0,0 0-1 0 0,0 0 1 0 0,0 0-1 0 0,1 0 1 0 0,-1-1-1 0 0,0 1 1 0 0,1 0-1 0 0,-1 0 1 0 0,0-1-1 0 0,1 1 1 0 0,0 1 0 0 0,35 64 151 0 0,-3 1 1 0 0,-3 3-1 0 0,36 123 1 0 0,-51-123-91 0 0,-3 0 1 0 0,-2 1-1 0 0,-4 0 0 0 0,-3 1 1 0 0,-4-1-1 0 0,-2 1 1 0 0,-3-1-1 0 0,-4-1 1 0 0,-2 1-1 0 0,-30 92 1 0 0,21-96-28 0 0,-4-1 1 0 0,-2-1-1 0 0,-3-2 1 0 0,-2 0-1 0 0,-4-2 1 0 0,-2-2-1 0 0,-2-2 1 0 0,-3-1-1 0 0,-3-2 1 0 0,-79 72-1 0 0,90-96-536 0 0,-1-2-1 0 0,-70 40 1 0 0,105-67 371 0 0,0 0-1 0 0,0-1 1 0 0,0 1 0 0 0,0-1 0 0 0,0 0-1 0 0,0 1 1 0 0,0-1 0 0 0,0 0 0 0 0,0 0-1 0 0,0 1 1 0 0,0-1 0 0 0,0 0 0 0 0,0 0-1 0 0,0 0 1 0 0,0 0 0 0 0,-2-1 0 0 0,0 1-294 0 0,2 0 289 0 0,1-1-1 0 0,-1 1 0 0 0,1-1 0 0 0,-1 1 1 0 0,1 0-1 0 0,-1-1 0 0 0,1 1 0 0 0,-1-1 1 0 0,1 1-1 0 0,0-1 0 0 0,-1 1 0 0 0,1-1 1 0 0,0 0-1 0 0,0 1 0 0 0,-1-1 0 0 0,1 1 1 0 0,0-1-1 0 0,0 1 0 0 0,0-1 0 0 0,0 0 1 0 0,0 1-1 0 0,0-1 0 0 0,0 0 0 0 0,0 1 1 0 0,0-1-1 0 0,0 1 0 0 0,0-2 0 0 0,4-13-3387 0 0,5-4-1436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0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775 299 1748 0 0,'-6'-126'8718'0'0,"3"109"-7731"0"0,0-1 0 0 0,-1 1-1 0 0,-1-1 1 0 0,0 2 0 0 0,-9-18 0 0 0,12 28-713 0 0,-1 0 1 0 0,0 1-1 0 0,0 0 1 0 0,-1-1-1 0 0,-5-5 1 0 0,8 9-251 0 0,0 1 1 0 0,0 0-1 0 0,0 0 1 0 0,-1 0-1 0 0,1 0 1 0 0,0 0 0 0 0,0 1-1 0 0,-1-1 1 0 0,1 0-1 0 0,-1 0 1 0 0,1 1-1 0 0,0-1 1 0 0,-1 1-1 0 0,1 0 1 0 0,-1-1-1 0 0,1 1 1 0 0,-1 0-1 0 0,0 0 1 0 0,1 0-1 0 0,-1 0 1 0 0,1 0-1 0 0,-1 0 1 0 0,1 0-1 0 0,-1 0 1 0 0,1 1-1 0 0,-1-1 1 0 0,-1 1-1 0 0,-6 3 9 0 0,1 1-1 0 0,-1-1 0 0 0,1 2 1 0 0,1-1-1 0 0,-1 1 1 0 0,-9 9-1 0 0,-39 45 63 0 0,39-41-54 0 0,-56 67 83 0 0,3 2 0 0 0,5 4-1 0 0,3 2 1 0 0,5 3 0 0 0,4 2-1 0 0,-41 110 1 0 0,81-176-86 0 0,3 0-1 0 0,0 2 1 0 0,2-1 0 0 0,-6 69-1 0 0,13-87-142 0 0,0 0 1 0 0,2 0-1 0 0,-1 1 0 0 0,2-1 1 0 0,0 0-1 0 0,1 0 0 0 0,1-1 1 0 0,0 1-1 0 0,1-1 0 0 0,1 1 1 0 0,0-1-1 0 0,17 27 0 0 0,-18-34-154 0 0,1-1 1 0 0,1 1-1 0 0,0-1 0 0 0,0 0 0 0 0,0 0 0 0 0,1-1 0 0 0,-1 0 0 0 0,2-1 0 0 0,-1 1 0 0 0,18 7 0 0 0,-12-8-135 0 0,-1 0-1 0 0,1-1 1 0 0,0 0 0 0 0,0-1-1 0 0,0-1 1 0 0,0-1-1 0 0,15 1 1 0 0,-6-2-125 0 0,-1-2 1 0 0,1 0-1 0 0,-1-1 1 0 0,0-1-1 0 0,0-2 1 0 0,-1 0-1 0 0,1-1 1 0 0,-1-1-1 0 0,31-17 1 0 0,-39 18 562 0 0,-1-1-1 0 0,0 0 1 0 0,0-1 0 0 0,-1 0 0 0 0,-1-1-1 0 0,1-1 1 0 0,-1 1 0 0 0,-1-2 0 0 0,0 1-1 0 0,-1-1 1 0 0,0 0 0 0 0,8-20-1 0 0,-9 17 486 0 0,-1-2-1 0 0,0 1 1 0 0,-2-1-1 0 0,0 0 1 0 0,-1 0-1 0 0,0 0 1 0 0,-1 0-1 0 0,-1 0 1 0 0,-1-1-1 0 0,-2-20 1 0 0,-1 17 366 0 0,0 0 0 0 0,-1 1 0 0 0,0 0 0 0 0,-15-37 0 0 0,18 55-778 0 0,-14 7 95 0 0,12-3-178 0 0,-1 0 1 0 0,1 0 0 0 0,1 1 0 0 0,-1-1 0 0 0,0 1-1 0 0,1 0 1 0 0,-1 0 0 0 0,1 0 0 0 0,0 0-1 0 0,-4 6 1 0 0,-16 39 124 0 0,17-35-138 0 0,-7 14 24 0 0,2 0 1 0 0,2 0 0 0 0,0 1-1 0 0,-6 47 1 0 0,12-62-31 0 0,1 0 0 0 0,0-1 0 0 0,1 1 0 0 0,1 0 1 0 0,0 0-1 0 0,0-1 0 0 0,1 1 0 0 0,1-1 0 0 0,0 1 1 0 0,1-1-1 0 0,1 0 0 0 0,10 22 0 0 0,-11-28-17 0 0,0-1 0 0 0,0 1 1 0 0,0-1-1 0 0,0 0 0 0 0,1-1 0 0 0,0 1 0 0 0,0-1 0 0 0,0 1 0 0 0,1-2 1 0 0,0 1-1 0 0,-1-1 0 0 0,1 1 0 0 0,10 3 0 0 0,-6-4-6 0 0,0-1 1 0 0,0 1-1 0 0,0-1 0 0 0,0-1 1 0 0,0 0-1 0 0,0 0 0 0 0,0-1 1 0 0,15-2-1 0 0,-10 1 0 0 0,-1-2 0 0 0,0 1 0 0 0,0-2 0 0 0,0 0 0 0 0,0-1 0 0 0,-1 0 0 0 0,0-1 0 0 0,0 0 0 0 0,0-2 0 0 0,-1 1 0 0 0,0-1 0 0 0,20-18 0 0 0,-24 18 20 0 0,-1 0 0 0 0,0 0 0 0 0,-1-1 0 0 0,1 0 0 0 0,-2 0-1 0 0,1-1 1 0 0,-1 1 0 0 0,-1-1 0 0 0,0-1 0 0 0,0 1 0 0 0,2-13 0 0 0,-3 9 9 0 0,-1 1 0 0 0,-1-1 0 0 0,0 0-1 0 0,-1 0 1 0 0,-1 1 0 0 0,0-1 0 0 0,-1 0 0 0 0,-5-19-1 0 0,3 15 114 0 0,-2 1-1 0 0,0 0 1 0 0,0 0-1 0 0,-2 1 1 0 0,-17-28-1 0 0,21 37-102 0 0,-1 0 0 0 0,0 0 0 0 0,0 1 0 0 0,0 0 0 0 0,-1 0 0 0 0,0 0 0 0 0,0 1 0 0 0,-1 0 0 0 0,0 0 0 0 0,1 1 0 0 0,-1 0 0 0 0,-1 0 1 0 0,1 0-1 0 0,-15-4 0 0 0,19 7-29 0 0,-1 1 0 0 0,1 0 1 0 0,-1 0-1 0 0,1 0 1 0 0,-1 1-1 0 0,0-1 0 0 0,1 1 1 0 0,-1 0-1 0 0,1 0 1 0 0,0 0-1 0 0,-1 0 0 0 0,-4 3 1 0 0,6-3-3 0 0,-8 4-247 0 0,1 0-1 0 0,0 1 1 0 0,0 0 0 0 0,1 0-1 0 0,-1 1 1 0 0,2 0 0 0 0,-1 1 0 0 0,1-1-1 0 0,0 2 1 0 0,0-1 0 0 0,1 1-1 0 0,0 0 1 0 0,1 0 0 0 0,0 0-1 0 0,0 1 1 0 0,1 0 0 0 0,1 0 0 0 0,-1 0-1 0 0,1 0 1 0 0,-1 12 0 0 0,2-11-230 0 0,0 0 1 0 0,1 1 0 0 0,1-1 0 0 0,0 0 0 0 0,0 1 0 0 0,1-1-1 0 0,0 0 1 0 0,5 16 0 0 0,-4-19 210 0 0,1 0 1 0 0,-1-1 0 0 0,2 1-1 0 0,-1-1 1 0 0,1 0-1 0 0,0 0 1 0 0,0 0-1 0 0,1 0 1 0 0,0-1-1 0 0,0 0 1 0 0,1 0 0 0 0,7 7-1 0 0,6 0-5590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0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0 181 660 0 0,'4'-157'15016'0'0,"-4"156"-14962"0"0,1 0 1 0 0,-1 0-1 0 0,0 0 0 0 0,0 0 0 0 0,0-1 0 0 0,1 1 1 0 0,-1 0-1 0 0,1 0 0 0 0,-1 0 0 0 0,1 0 1 0 0,-1 0-1 0 0,1 0 0 0 0,-1 0 0 0 0,1 0 1 0 0,0 0-1 0 0,0 0 0 0 0,-1 0 0 0 0,1 0 1 0 0,1 0-1 0 0,-1 0-35 0 0,-1 1-1 0 0,1 0 1 0 0,-1 0 0 0 0,1-1 0 0 0,0 1 0 0 0,-1 0 0 0 0,1 0 0 0 0,-1 0 0 0 0,1-1-1 0 0,0 1 1 0 0,-1 0 0 0 0,1 0 0 0 0,0 0 0 0 0,-1 0 0 0 0,1 0 0 0 0,-1 0 0 0 0,1 0-1 0 0,0 1 1 0 0,-1-1 0 0 0,1 0 0 0 0,0 0 0 0 0,-1 0 0 0 0,1 1 0 0 0,-1-1 0 0 0,1 0-1 0 0,-1 0 1 0 0,1 1 0 0 0,-1-1 0 0 0,1 1 0 0 0,-1-1 0 0 0,1 0 0 0 0,-1 1-1 0 0,1-1 1 0 0,-1 1 0 0 0,0-1 0 0 0,1 2 0 0 0,11 14 143 0 0,-2 0 0 0 0,0 1-1 0 0,0 0 1 0 0,-2 1 0 0 0,12 33 0 0 0,-14-33-120 0 0,-1 0 0 0 0,0 1 0 0 0,-1-1 0 0 0,-1 1 0 0 0,-1 0 1 0 0,-1 0-1 0 0,0 0 0 0 0,-1 0 0 0 0,-1 0 0 0 0,-1 0 0 0 0,-1 0 1 0 0,-7 24-1 0 0,10-42-32 0 0,0 1-1 0 0,-1 0 1 0 0,1-1 0 0 0,-1 1 0 0 0,0-1 0 0 0,1 1-1 0 0,-1-1 1 0 0,0 0 0 0 0,0 1 0 0 0,0-1 0 0 0,0 0 0 0 0,0 0-1 0 0,0 1 1 0 0,0-1 0 0 0,0 0 0 0 0,-1 0 0 0 0,1 0-1 0 0,0 0 1 0 0,-1-1 0 0 0,1 1 0 0 0,-1 0 0 0 0,1-1 0 0 0,-1 1-1 0 0,1 0 1 0 0,-1-1 0 0 0,1 0 0 0 0,-1 1 0 0 0,1-1-1 0 0,-1 0 1 0 0,0 0 0 0 0,1 0 0 0 0,-1 0 0 0 0,1 0-1 0 0,-1 0 1 0 0,-2-1 0 0 0,2 0-7 0 0,1 0 0 0 0,0 0 0 0 0,0-1 0 0 0,0 1-1 0 0,0 0 1 0 0,0 0 0 0 0,0-1 0 0 0,0 1 0 0 0,0-1 0 0 0,0 1 0 0 0,1-1-1 0 0,-1 1 1 0 0,0-1 0 0 0,1 1 0 0 0,0-1 0 0 0,-1 0 0 0 0,1 1 0 0 0,0-3-1 0 0,-2-30 39 0 0,4 23-50 0 0,0 1-1 0 0,0-1 1 0 0,1 0 0 0 0,0 1 0 0 0,1-1 0 0 0,0 1-1 0 0,1 0 1 0 0,0 1 0 0 0,0-1 0 0 0,1 1 0 0 0,1 0-1 0 0,-1 0 1 0 0,11-10 0 0 0,-8 10-2 0 0,0 0 0 0 0,1 0 0 0 0,0 1 0 0 0,0 1 0 0 0,1 0 0 0 0,0 0 0 0 0,0 1 0 0 0,0 0 0 0 0,1 1 0 0 0,0 0 0 0 0,14-3 0 0 0,-19 6 6 0 0,0 1 0 0 0,0 1 0 0 0,0 0 0 0 0,0 0 0 0 0,0 0 0 0 0,0 0-1 0 0,0 1 1 0 0,0 1 0 0 0,0-1 0 0 0,0 1 0 0 0,-1 0 0 0 0,1 0 0 0 0,-1 1 0 0 0,1 0 0 0 0,11 7 0 0 0,-11-5 17 0 0,-1 0 1 0 0,1-1 0 0 0,-1 2-1 0 0,0-1 1 0 0,0 1-1 0 0,-1 0 1 0 0,1 0 0 0 0,-2 1-1 0 0,1-1 1 0 0,-1 1 0 0 0,1 0-1 0 0,-2 0 1 0 0,5 12-1 0 0,-6-11 41 0 0,0-1 0 0 0,-1 1-1 0 0,0 0 1 0 0,0 0 0 0 0,0 0-1 0 0,-1 0 1 0 0,-1-1-1 0 0,-1 10 1 0 0,0 1 269 0 0,-2-1 0 0 0,-7 23 1 0 0,10-39-280 0 0,1 0 0 0 0,0 0 1 0 0,-1 0-1 0 0,1 0 1 0 0,-1 1-1 0 0,1-1 0 0 0,-1 0 1 0 0,1 0-1 0 0,-1 0 1 0 0,0 0-1 0 0,0 0 0 0 0,1-1 1 0 0,-1 1-1 0 0,0 0 1 0 0,-2 1-1 0 0,3-2-29 0 0,-1 0 0 0 0,1 1-1 0 0,0-1 1 0 0,-1 0 0 0 0,1 0 0 0 0,-1 0-1 0 0,1 0 1 0 0,-1 0 0 0 0,1 0 0 0 0,0 0-1 0 0,-1 0 1 0 0,1-1 0 0 0,-1 1-1 0 0,1 0 1 0 0,0 0 0 0 0,-1 0 0 0 0,1 0-1 0 0,-1-1 1 0 0,1 1 0 0 0,0 0 0 0 0,-1 0-1 0 0,1 0 1 0 0,0-1 0 0 0,-1 1 0 0 0,1 0-1 0 0,0-1 1 0 0,-1 0 0 0 0,0-1 2 0 0,-1 1 0 0 0,1-1 0 0 0,0-1 0 0 0,0 1 1 0 0,0 0-1 0 0,0 0 0 0 0,0 0 0 0 0,0-1 0 0 0,0 1 1 0 0,1 0-1 0 0,-1-1 0 0 0,1-2 0 0 0,1-7-8 0 0,0 0-1 0 0,1 0 1 0 0,0 1-1 0 0,1-1 1 0 0,0 0-1 0 0,1 1 1 0 0,0 0-1 0 0,1 0 1 0 0,0 0-1 0 0,1 1 1 0 0,10-16-1 0 0,-6 12-16 0 0,0 2-1 0 0,0-1 1 0 0,1 2 0 0 0,1-1 0 0 0,0 2-1 0 0,0-1 1 0 0,1 2 0 0 0,15-10 0 0 0,-24 17-2 0 0,1-1 0 0 0,0 1 1 0 0,0 0-1 0 0,0 0 0 0 0,0 1 1 0 0,0 0-1 0 0,0 0 0 0 0,0 0 1 0 0,1 0-1 0 0,-1 1 0 0 0,0 0 1 0 0,9 0-1 0 0,-11 1 28 0 0,0-1-1 0 0,-1 1 1 0 0,1-1-1 0 0,-1 1 1 0 0,1 0-1 0 0,-1 0 1 0 0,1 1-1 0 0,-1-1 1 0 0,1 0 0 0 0,-1 1-1 0 0,0-1 1 0 0,0 1-1 0 0,0 0 1 0 0,0-1-1 0 0,0 1 1 0 0,0 0-1 0 0,0 1 1 0 0,-1-1-1 0 0,1 0 1 0 0,-1 0-1 0 0,0 1 1 0 0,1-1 0 0 0,-1 0-1 0 0,0 1 1 0 0,0-1-1 0 0,1 6 1 0 0,1 8 68 0 0,0-1-1 0 0,-1 1 1 0 0,-1 0 0 0 0,-1 0 0 0 0,-1 19 0 0 0,-14 78 415 0 0,8-77-3936 0 0,-2 69 0 0 0,9-103 2850 0 0,0 0 1 0 0,0 0-1 0 0,0 0 0 0 0,0 0 0 0 0,0-1 1 0 0,1 1-1 0 0,-1 0 0 0 0,1 0 0 0 0,-1 0 1 0 0,1 0-1 0 0,0-1 0 0 0,0 1 1 0 0,0 0-1 0 0,2 2 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1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2252 0 0,'12'-43'8196'0'0,"11"-73"-1"0"0,-23 116-8132 0 0,0 0 0 0 0,0 0 1 0 0,0-1-1 0 0,0 1 0 0 0,0 0 0 0 0,0-1 1 0 0,0 1-1 0 0,0 0 0 0 0,0-1 0 0 0,0 1 0 0 0,0 0 1 0 0,0-1-1 0 0,0 1 0 0 0,1 0 0 0 0,-1-1 0 0 0,0 1 1 0 0,0 0-1 0 0,0 0 0 0 0,0-1 0 0 0,0 1 0 0 0,1 0 1 0 0,-1 0-1 0 0,0-1 0 0 0,0 1 0 0 0,0 0 0 0 0,1 0 1 0 0,-1-1-1 0 0,0 1 0 0 0,1 0 0 0 0,-1 0 1 0 0,0 0-1 0 0,1-1 0 0 0,5 10 635 0 0,2 14-262 0 0,-1 33 244 0 0,-3 1 1 0 0,-2-1-1 0 0,-8 78 0 0 0,4-106-558 0 0,1 4-20 0 0,1-13 135 0 0,-5 31 0 0 0,5-48-195 0 0,-4-13-152 0 0,-1-17-154 0 0,6 9 148 0 0,0 1 1 0 0,1-1 0 0 0,1 0 0 0 0,1 0-1 0 0,0 1 1 0 0,2 0 0 0 0,0 0 0 0 0,11-23 0 0 0,-10 28 71 0 0,1-1 0 0 0,0 1 0 0 0,0 1 0 0 0,1-1 0 0 0,1 1 0 0 0,0 1 1 0 0,1 0-1 0 0,0 0 0 0 0,0 1 0 0 0,25-15 0 0 0,-34 23 37 0 0,1 1-1 0 0,-1-1 0 0 0,1 1 1 0 0,0 0-1 0 0,0 0 0 0 0,-1 0 1 0 0,1 0-1 0 0,0 0 0 0 0,0 0 1 0 0,0 1-1 0 0,0 0 0 0 0,0 0 1 0 0,0-1-1 0 0,0 2 1 0 0,0-1-1 0 0,0 0 0 0 0,0 1 1 0 0,0-1-1 0 0,0 1 0 0 0,0 0 1 0 0,-1 0-1 0 0,1 0 0 0 0,0 0 1 0 0,0 0-1 0 0,-1 1 0 0 0,1-1 1 0 0,-1 1-1 0 0,1 0 1 0 0,-1 0-1 0 0,0 0 0 0 0,1 0 1 0 0,1 3-1 0 0,2 2 3 0 0,-1 0 0 0 0,0 0 0 0 0,0 0 0 0 0,-1 1 0 0 0,0-1 0 0 0,0 1-1 0 0,-1 0 1 0 0,0 0 0 0 0,0 1 0 0 0,1 9 0 0 0,1 9 49 0 0,-2 0 0 0 0,-1 1-1 0 0,-2-1 1 0 0,-4 46 0 0 0,4-67-11 0 0,-1-1 0 0 0,0 0 0 0 0,0 1 0 0 0,0-1 0 0 0,-1 0 0 0 0,-2 7-1 0 0,3-12-33 0 0,1 0 0 0 0,0 0-1 0 0,-1 0 1 0 0,1 0 0 0 0,-1 0-1 0 0,1 0 1 0 0,0 0-1 0 0,-1 0 1 0 0,1 0 0 0 0,0 0-1 0 0,0 0 1 0 0,-1 0 0 0 0,1-1-1 0 0,0 1 1 0 0,-1 0-1 0 0,1 0 1 0 0,0 0 0 0 0,-1 0-1 0 0,1-1 1 0 0,0 1 0 0 0,0 0-1 0 0,0 0 1 0 0,-1-1-1 0 0,1 1 1 0 0,0 0 0 0 0,0-1-1 0 0,0 1 1 0 0,-1 0 0 0 0,1-1-1 0 0,0 1 1 0 0,0 0-1 0 0,0-1 1 0 0,0 1 0 0 0,0 0-1 0 0,0-1 1 0 0,0 1 0 0 0,0 0-1 0 0,0-1 1 0 0,0 1-1 0 0,0 0 1 0 0,0-1 0 0 0,0 1-1 0 0,0 0 1 0 0,0-1 0 0 0,0 1-1 0 0,0-1 1 0 0,1-15-23 0 0,4-2-63 0 0,1 0 0 0 0,1 0 0 0 0,1 0-1 0 0,0 1 1 0 0,19-28 0 0 0,-5 12-28 0 0,48-51 0 0 0,-50 62 68 0 0,0 2 1 0 0,28-20-1 0 0,-37 32 28 0 0,0 0 0 0 0,1 0-1 0 0,0 1 1 0 0,1 1 0 0 0,0 0 0 0 0,17-5-1 0 0,-27 10 22 0 0,0 0 0 0 0,0 1 0 0 0,1-1 0 0 0,-1 1 0 0 0,0 0 0 0 0,0 0 0 0 0,1 0 0 0 0,-1 0 0 0 0,0 1-1 0 0,0-1 1 0 0,0 1 0 0 0,1 0 0 0 0,-1 0 0 0 0,0 0 0 0 0,0 0 0 0 0,0 0 0 0 0,0 1 0 0 0,-1 0 0 0 0,1-1 0 0 0,0 1-1 0 0,-1 0 1 0 0,1 0 0 0 0,-1 1 0 0 0,0-1 0 0 0,1 0 0 0 0,-1 1 0 0 0,0-1 0 0 0,0 1 0 0 0,-1 0 0 0 0,1 0 0 0 0,2 5 0 0 0,1 3 66 0 0,-1-1 0 0 0,0 1 0 0 0,0 0 0 0 0,-1 0 0 0 0,-1 0 0 0 0,0 1 0 0 0,1 17 0 0 0,-3 24 79 0 0,-3 1 0 0 0,-11 64 1 0 0,3-34-2750 0 0,10-82 2168 0 0,1-1-1 0 0,0 1 1 0 0,0-1-1 0 0,0 0 1 0 0,0 1 0 0 0,0-1-1 0 0,0 0 1 0 0,0 1-1 0 0,1-1 1 0 0,-1 0-1 0 0,0 1 1 0 0,1-1-1 0 0,0 2 1 0 0,-1-2 324 0 0,1-1-1 0 0,-1 0 1 0 0,0 0-1 0 0,0 1 1 0 0,1-1-1 0 0,-1 0 1 0 0,0 0 0 0 0,1 0-1 0 0,-1 1 1 0 0,0-1-1 0 0,1 0 1 0 0,-1 0-1 0 0,0 0 1 0 0,1 0 0 0 0,-1 0-1 0 0,1 0 1 0 0,-1 0-1 0 0,0 0 1 0 0,1 0-1 0 0,-1 0 1 0 0,1 0 0 0 0,-1 0-1 0 0,0 0 1 0 0,1 0-1 0 0,-1 0 1 0 0,0 0-1 0 0,1 0 1 0 0,-1 0 0 0 0,1-1-1 0 0,3-1-593 0 0,0 0 0 0 0,-1 0-1 0 0,1 0 1 0 0,-1-1 0 0 0,6-5 0 0 0,-6 6-262 0 0,12-11-2945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1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1 313 2684 0 0,'19'-53'8227'0'0,"23"-108"0"0"0,-32 111-5792 0 0,-10 47-1406 0 0,-4 21-502 0 0,-9 40 693 0 0,4-25-946 0 0,2 0 0 0 0,1 1 0 0 0,2 1 0 0 0,-1 61 0 0 0,6-91-326 0 0,-1 0 0 0 0,1 0 0 0 0,-1 0 0 0 0,2 0 0 0 0,-1 0 0 0 0,0 0-1 0 0,1 0 1 0 0,0-1 0 0 0,4 9 0 0 0,-4-11-27 0 0,0 1 0 0 0,0-1-1 0 0,0 0 1 0 0,1 1 0 0 0,-1-1 0 0 0,1 0-1 0 0,-1 0 1 0 0,1 0 0 0 0,0-1 0 0 0,-1 1-1 0 0,1-1 1 0 0,0 1 0 0 0,0-1 0 0 0,0 0-1 0 0,4 1 1 0 0,-5-2 41 0 0,1 0 0 0 0,-1 0 0 0 0,0 0 1 0 0,0 0-1 0 0,0 0 0 0 0,0-1 0 0 0,1 1 0 0 0,-1-1 0 0 0,0 1 0 0 0,0-1 0 0 0,0 0 0 0 0,0 1 0 0 0,0-1 1 0 0,0 0-1 0 0,2-2 0 0 0,1 0-97 0 0,3-1 79 0 0,-1-1-1 0 0,0 0 0 0 0,0 0 0 0 0,-1 0 0 0 0,0-1 0 0 0,0 0 0 0 0,0 0 0 0 0,0-1 0 0 0,-1 1 0 0 0,0-1 0 0 0,-1 0 0 0 0,5-9 1 0 0,5-12 13 0 0,19-54 1 0 0,19-90 546 0 0,-36 114 108 0 0,-15 55-339 0 0,1 37 313 0 0,-11 52-86 0 0,0 18-222 0 0,9-89-325 0 0,0 0 0 0 0,1-1 0 0 0,1 1 0 0 0,0-1 0 0 0,5 15 0 0 0,-6-25-43 0 0,1 0 1 0 0,-1 0-1 0 0,1 0 1 0 0,0-1-1 0 0,0 1 0 0 0,0-1 1 0 0,0 1-1 0 0,1-1 1 0 0,-1 0-1 0 0,1 0 1 0 0,0 0-1 0 0,0 0 1 0 0,0-1-1 0 0,6 5 1 0 0,-3-4-140 0 0,0 0-1 0 0,0 0 1 0 0,0 0 0 0 0,0-1 0 0 0,1 0 0 0 0,-1 0 0 0 0,1-1 0 0 0,7 2-1 0 0,6-2-520 0 0,-1-1 0 0 0,0 0 0 0 0,0-1-1 0 0,1-1 1 0 0,23-6 0 0 0,-18 2-557 0 0,-1-1 1 0 0,0-1-1 0 0,-1-1 1 0 0,0-1-1 0 0,0-2 0 0 0,28-18 1 0 0,-3-3-4073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2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190 653 1920 0 0,'43'-516'14319'0'0,"-42"486"-13167"0"0,1 7-212 0 0,-2 0 1 0 0,-3-38-1 0 0,3 65-864 0 0,-1 0 1 0 0,1 0-1 0 0,-1 0 1 0 0,1 0-1 0 0,-1 0 1 0 0,-2 5-1 0 0,-2 12 136 0 0,-94 516 2388 0 0,-18 143-1902 0 0,114-656-1333 0 0,2 1 1 0 0,0-1 0 0 0,1 1-1 0 0,2 0 1 0 0,8 46-1 0 0,-8-63 155 0 0,1-1 0 0 0,-1 1 0 0 0,1-1 0 0 0,0 0 0 0 0,1 0 0 0 0,0 0 0 0 0,0 0 0 0 0,0 0 0 0 0,10 9 0 0 0,-10-12-65 0 0,1 0 1 0 0,-1 0-1 0 0,1-1 0 0 0,0 1 0 0 0,0-1 1 0 0,0-1-1 0 0,0 1 0 0 0,0-1 0 0 0,1 1 1 0 0,0-1-1 0 0,-1-1 0 0 0,1 1 0 0 0,0-1 0 0 0,9 1 1 0 0,18-1-4531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3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285 342 288 0 0,'13'-21'2652'0'0,"-2"-1"0"0"0,0 0 0 0 0,15-46 0 0 0,-21 54-1670 0 0,-2-1-1 0 0,0 0 1 0 0,-1 0 0 0 0,0 0-1 0 0,-1 0 1 0 0,-1-1-1 0 0,-2-23 1 0 0,1 34-778 0 0,0-1-1 0 0,0 1 1 0 0,0 0-1 0 0,-1 0 1 0 0,0 1 0 0 0,0-1-1 0 0,0 0 1 0 0,-1 0-1 0 0,1 1 1 0 0,-5-5 0 0 0,6 8-174 0 0,0 0 0 0 0,-1 1-1 0 0,1-1 1 0 0,-1 0 0 0 0,1 1 0 0 0,-1-1 0 0 0,1 1 0 0 0,-1 0 0 0 0,0-1 0 0 0,1 1 0 0 0,-1 0 0 0 0,1 0 0 0 0,-1 0 0 0 0,0 0 0 0 0,1 0 0 0 0,-1 0 0 0 0,0 1 0 0 0,1-1 0 0 0,-4 1 0 0 0,-29 13 263 0 0,11 2-224 0 0,1 0 1 0 0,1 1-1 0 0,0 1 1 0 0,1 2-1 0 0,1-1 1 0 0,1 2-1 0 0,1 1 1 0 0,1 0 0 0 0,1 1-1 0 0,0 1 1 0 0,2 0-1 0 0,-14 36 1 0 0,23-50-65 0 0,0 1 0 0 0,1 1 0 0 0,0-1 0 0 0,1 0 0 0 0,0 1 0 0 0,1-1 0 0 0,0 1 0 0 0,1-1 0 0 0,0 1 1 0 0,3 15-1 0 0,-2-21-68 0 0,0 0 1 0 0,0 0-1 0 0,1 0 0 0 0,0 0 1 0 0,0-1-1 0 0,1 1 1 0 0,0-1-1 0 0,0 1 1 0 0,0-1-1 0 0,0 0 1 0 0,1 0-1 0 0,0 0 1 0 0,0-1-1 0 0,0 1 0 0 0,1-1 1 0 0,-1 0-1 0 0,1 0 1 0 0,0-1-1 0 0,0 1 1 0 0,0-1-1 0 0,8 3 1 0 0,-5-2-91 0 0,1-1 1 0 0,0 0 0 0 0,0 0-1 0 0,0-1 1 0 0,0 0 0 0 0,0-1-1 0 0,1 0 1 0 0,-1 0 0 0 0,0-1 0 0 0,1-1-1 0 0,-1 1 1 0 0,0-1 0 0 0,0-1-1 0 0,1 0 1 0 0,-1 0 0 0 0,0 0-1 0 0,-1-1 1 0 0,1-1 0 0 0,0 0-1 0 0,10-6 1 0 0,-8 3 84 0 0,0-1 1 0 0,-1 1-1 0 0,0-2 0 0 0,0 0 0 0 0,-1 0 1 0 0,0-1-1 0 0,0 0 0 0 0,-1 0 0 0 0,-1-1 0 0 0,0 0 1 0 0,0 0-1 0 0,-1-1 0 0 0,-1 1 0 0 0,5-14 1 0 0,-2 0 567 0 0,-2 1 0 0 0,0-1 0 0 0,-1 0 1 0 0,-2 0-1 0 0,1-29 0 0 0,-5 48-96 0 0,-2 7-96 0 0,-4 16 101 0 0,-6 31 161 0 0,12-45-567 0 0,-5 24 169 0 0,1 0 0 0 0,1 0 0 0 0,1 1 0 0 0,1 41 0 0 0,2-62-263 0 0,1 0-1 0 0,0 0 1 0 0,0 0 0 0 0,1 0-1 0 0,0-1 1 0 0,0 1 0 0 0,0 0 0 0 0,1-1-1 0 0,0 1 1 0 0,0-1 0 0 0,1 0-1 0 0,0 0 1 0 0,0 0 0 0 0,0 0 0 0 0,1-1-1 0 0,-1 0 1 0 0,1 0 0 0 0,1 0-1 0 0,-1 0 1 0 0,1-1 0 0 0,-1 0-1 0 0,1 0 1 0 0,7 3 0 0 0,0-1-525 0 0,0-1-1 0 0,0 0 1 0 0,0-1 0 0 0,0-1 0 0 0,0 0-1 0 0,17 1 1 0 0,-15-2-1685 0 0,1-2 0 0 0,27-1 1 0 0,-3-5-4694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3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294 575 1500 0 0,'9'-108'6012'0'0,"-4"0"-1"0"0,-17-190 1 0 0,11 281-5579 0 0,1 12-298 0 0,0 1 1 0 0,-1-1-1 0 0,1 0 1 0 0,-1 0-1 0 0,0 1 1 0 0,-1-1-1 0 0,-1-6 1 0 0,2 12-122 0 0,0-1 1 0 0,1 0-1 0 0,-1 1 0 0 0,0-1 1 0 0,1 0-1 0 0,-1 1 1 0 0,1-1-1 0 0,-1 1 0 0 0,1 0 1 0 0,-1-1-1 0 0,1 1 0 0 0,-1-1 1 0 0,1 1-1 0 0,0-1 1 0 0,-1 2-1 0 0,-5 13 57 0 0,1 0-1 0 0,0 0 1 0 0,2 0 0 0 0,-5 30-1 0 0,3-12 43 0 0,-26 138 557 0 0,-77 369-17 0 0,70-383-462 0 0,-26 227 1 0 0,64-378-214 0 0,-5 77-484 0 0,5-73 95 0 0,0 1 0 0 0,1-1-1 0 0,1 1 1 0 0,0 0-1 0 0,5 16 1 0 0,-7-26 202 0 0,1 1-1 0 0,-1 0 1 0 0,1 0-1 0 0,0-1 1 0 0,0 1 0 0 0,0 0-1 0 0,0-1 1 0 0,0 1 0 0 0,0-1-1 0 0,0 1 1 0 0,0-1 0 0 0,0 0-1 0 0,1 0 1 0 0,-1 1 0 0 0,1-1-1 0 0,-1 0 1 0 0,1 0 0 0 0,-1 0-1 0 0,1 0 1 0 0,0-1 0 0 0,3 2-1 0 0,-3-1-18 0 0,1-1 0 0 0,-1 0-1 0 0,1 0 1 0 0,0 0 0 0 0,-1 0 0 0 0,1-1-1 0 0,-1 1 1 0 0,1-1 0 0 0,-1 1 0 0 0,1-1-1 0 0,-1 0 1 0 0,1 0 0 0 0,3-3 0 0 0,3-1-154 0 0,-1 0 0 0 0,0-1 1 0 0,0 0-1 0 0,-1-1 0 0 0,0 1 1 0 0,0-2-1 0 0,8-10 1 0 0,18-33 513 0 0,-3-1 1 0 0,44-105 0 0 0,-49 103 681 0 0,52-143 5480 0 0,-54 134-2793 0 0,-19 64-3141 0 0,-2 1-284 0 0,0-1 0 0 0,1 1 1 0 0,-1 0-1 0 0,0 0 0 0 0,0 0 0 0 0,0 0 0 0 0,0 0 0 0 0,-1 0 0 0 0,1 0 0 0 0,-1 1 0 0 0,1-1 0 0 0,-1 1 1 0 0,0-1-1 0 0,0 1 0 0 0,0-1 0 0 0,0 1 0 0 0,0 0 0 0 0,0 3 0 0 0,3 11 330 0 0,2 32-1 0 0,-4-25-268 0 0,10 110 493 0 0,-8-67-994 0 0,23 111 0 0 0,-26-174 195 0 0,-1 0 40 0 0,1-1 0 0 0,-1 0-1 0 0,1 1 1 0 0,0-1-1 0 0,0 0 1 0 0,0 0 0 0 0,1 0-1 0 0,-1 0 1 0 0,1 0 0 0 0,0 0-1 0 0,-1 0 1 0 0,1 0 0 0 0,1-1-1 0 0,-1 1 1 0 0,5 3 0 0 0,-5-4 38 0 0,0-1 0 0 0,1 0 0 0 0,-1 0 1 0 0,0 0-1 0 0,1-1 0 0 0,-1 1 0 0 0,1 0 1 0 0,-1-1-1 0 0,1 0 0 0 0,-1 0 1 0 0,1 1-1 0 0,-1-1 0 0 0,1-1 0 0 0,-1 1 1 0 0,1 0-1 0 0,-1-1 0 0 0,5 0 0 0 0,-3-1 24 0 0,0 0-1 0 0,0 0 1 0 0,0-1-1 0 0,0 1 1 0 0,0-1-1 0 0,0 1 1 0 0,-1-1-1 0 0,1-1 1 0 0,3-3-1 0 0,6-9 14 0 0,-1 0-1 0 0,-1-1 1 0 0,16-29-1 0 0,-20 32-31 0 0,36-69 257 0 0,-24 45 347 0 0,0 1-1 0 0,29-39 1 0 0,-47 75-510 0 0,0 0 0 0 0,-1 0 1 0 0,1 0-1 0 0,0 0 0 0 0,0 1 1 0 0,0-1-1 0 0,0 0 0 0 0,-1 0 1 0 0,1 1-1 0 0,0-1 0 0 0,0 1 1 0 0,0-1-1 0 0,0 1 0 0 0,0-1 1 0 0,1 1-1 0 0,-1-1 0 0 0,0 1 0 0 0,0 0 1 0 0,0 0-1 0 0,0 0 0 0 0,0-1 1 0 0,0 1-1 0 0,3 1 0 0 0,-2-1 8 0 0,1 1 0 0 0,-1 0 0 0 0,0-1-1 0 0,0 1 1 0 0,1 0 0 0 0,-1 1-1 0 0,0-1 1 0 0,0 0 0 0 0,0 1 0 0 0,3 2-1 0 0,3 4 35 0 0,0 0-1 0 0,-1 0 1 0 0,11 17 0 0 0,-2 2 14 0 0,-1 1 0 0 0,14 39 1 0 0,-18-40 4 0 0,2 0 0 0 0,26 43 0 0 0,-30-56-62 0 0,-5-9 44 0 0,-1 1 0 0 0,1 0 0 0 0,1-1 0 0 0,8 9 0 0 0,-10-12-23 0 0,1-2 9 0 0,1-2-31 0 0,0 1-1 0 0,0 0 1 0 0,0-1-1 0 0,0 0 1 0 0,0 0 0 0 0,-1 0-1 0 0,1-1 1 0 0,-1 0-1 0 0,1 0 1 0 0,-1 0 0 0 0,0 0-1 0 0,0 0 1 0 0,0-1-1 0 0,-1 0 1 0 0,1 0 0 0 0,4-7-1 0 0,7-10 7 0 0,0-2 0 0 0,11-24-1 0 0,-21 38-3 0 0,5-10 6 0 0,62-108 62 0 0,-57 103-129 0 0,1 1-1 0 0,2 0 1 0 0,21-21 0 0 0,-36 41 43 0 0,0 0 1 0 0,-1 0 0 0 0,1 1 0 0 0,0 0 0 0 0,0 0 0 0 0,1 0-1 0 0,-1 0 1 0 0,0 0 0 0 0,1 0 0 0 0,-1 1 0 0 0,1 0 0 0 0,0 0-1 0 0,-1 0 1 0 0,1 0 0 0 0,6-1 0 0 0,1 3 6 0 0,-1 0 0 0 0,1 1 0 0 0,-1 0 0 0 0,1 0 0 0 0,-1 1 0 0 0,0 0 0 0 0,18 9 0 0 0,4 2-1 0 0,-12-7 47 0 0,1 0 1 0 0,0-2-1 0 0,1 0 1 0 0,25 2-1 0 0,-40-7-29 0 0,0 1-1 0 0,1-1 0 0 0,-1 0 0 0 0,0-1 0 0 0,1 0 1 0 0,-1 0-1 0 0,0 0 0 0 0,0-1 0 0 0,0 0 1 0 0,0-1-1 0 0,0 1 0 0 0,0-1 0 0 0,-1-1 0 0 0,1 1 1 0 0,-1-1-1 0 0,10-8 0 0 0,-13 9-10 0 0,0-1-1 0 0,-1 1 1 0 0,1-1-1 0 0,0 0 1 0 0,-1 0-1 0 0,0 0 1 0 0,0 0-1 0 0,0 0 1 0 0,-1-1 0 0 0,1 1-1 0 0,-1 0 1 0 0,0-1-1 0 0,-1 1 1 0 0,1-1-1 0 0,-1 0 1 0 0,1 1-1 0 0,-2-7 1 0 0,1 7-11 0 0,0 1 1 0 0,0-1-1 0 0,-1 0 1 0 0,1 1-1 0 0,-1-1 0 0 0,0 0 1 0 0,0 1-1 0 0,0-1 1 0 0,-1 1-1 0 0,1-1 0 0 0,-1 1 1 0 0,0 0-1 0 0,0-1 1 0 0,0 1-1 0 0,0 0 0 0 0,-1 1 1 0 0,1-1-1 0 0,-1 0 0 0 0,0 1 1 0 0,1-1-1 0 0,-5-2 1 0 0,3 4 18 0 0,1-1 0 0 0,-1 1 0 0 0,0 0 1 0 0,0 0-1 0 0,0 0 0 0 0,-1 1 0 0 0,1-1 1 0 0,0 1-1 0 0,0 0 0 0 0,0 0 0 0 0,0 0 1 0 0,0 1-1 0 0,0-1 0 0 0,-8 3 1 0 0,1 1 155 0 0,0-1 0 0 0,1 1 0 0 0,-1 1 0 0 0,-15 9 0 0 0,7-1 17 0 0,1 0-1 0 0,0 2 1 0 0,1 0-1 0 0,1 0 1 0 0,1 2-1 0 0,0 0 1 0 0,1 0-1 0 0,0 2 1 0 0,2 0-1 0 0,0 0 0 0 0,1 1 1 0 0,1 0-1 0 0,1 1 1 0 0,1 0-1 0 0,1 1 1 0 0,0-1-1 0 0,-5 40 1 0 0,12-55-149 0 0,-1 0 0 0 0,1 0 0 0 0,0 0 0 0 0,0 0 0 0 0,1-1 0 0 0,0 1 0 0 0,0 0 0 0 0,0 0 0 0 0,1 0 0 0 0,0-1 0 0 0,0 1 0 0 0,4 7 0 0 0,-4-10-18 0 0,0 0-1 0 0,0 0 1 0 0,1-1 0 0 0,-1 1 0 0 0,1 0-1 0 0,-1-1 1 0 0,1 0 0 0 0,0 1 0 0 0,0-1-1 0 0,0 0 1 0 0,0 0 0 0 0,0-1-1 0 0,0 1 1 0 0,1-1 0 0 0,-1 1 0 0 0,1-1-1 0 0,-1 0 1 0 0,1-1 0 0 0,-1 1 0 0 0,1 0-1 0 0,5-1 1 0 0,3 0-329 0 0,1-1 1 0 0,-1 0-1 0 0,0-1 1 0 0,0 0-1 0 0,0-1 0 0 0,0 0 1 0 0,-1-1-1 0 0,1 0 1 0 0,-1-1-1 0 0,0 0 0 0 0,18-13 1 0 0,-13 8-1351 0 0,0-1 0 0 0,21-21 0 0 0,-24 20-1328 0 0,-1-1 0 0 0,17-24 0 0 0,-14 14-3640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4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1454 154 2652 0 0,'-7'-2'742'0'0,"-251"-104"19099"0"0,227 91-18429 0 0,-2-1-1992 0 0,5 1-4691 0 0</inkml:trace>
  <inkml:trace contextRef="#ctx0" brushRef="#br0" timeOffset="1">80 98 872 0 0,'-80'42'13008'0'0,"96"-31"-11275"0"0,-10-10-1571 0 0,1 1 0 0 0,-1-1 0 0 0,1 0 0 0 0,-1 0 0 0 0,1 0-1 0 0,0-1 1 0 0,11-1 0 0 0,8 1 95 0 0,290-2 376 0 0,-181-1-2243 0 0,-18-2-1398 0 0,-41-2-1731 0 0,-18 0-1298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5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 3044 0 0,'-257'14'16216'0'0,"252"-13"-15075"0"0,10-1-1264 0 0,117-1-3754 0 0,5 0-3867 0 0,-62 0 1491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6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421 796 844 0 0,'-3'-1'4437'0'0,"-2"0"-4414"0"0,-27-2 8747 0 0,34-11-6671 0 0,23-12-1277 0 0,2 1-1 0 0,51-38 0 0 0,-21 17-642 0 0,-19 12-139 0 0,-3-2 1 0 0,-1-2-1 0 0,-1-1 1 0 0,-2-1-1 0 0,-3-2 1 0 0,48-89-1 0 0,-50 77 0 0 0,30-87 1 0 0,-34 81-300 0 0,-21 58 188 0 0,-1 4 15 0 0,-2 19 23 0 0,0 0 0 0 0,-2-1 0 0 0,0 1 0 0 0,-9 20 0 0 0,2 0 11 0 0,-37 156 47 0 0,-76 262 121 0 0,107-413-122 0 0,-2 0 1 0 0,-2-2 0 0 0,-2 0-1 0 0,-1-1 1 0 0,-53 68 0 0 0,58-87 68 0 0,0-2 0 0 0,-2 0 0 0 0,-1-1 1 0 0,0-1-1 0 0,-2-1 0 0 0,0-2 0 0 0,-1 0 0 0 0,0-1 1 0 0,-2-2-1 0 0,-46 19 0 0 0,64-29-65 0 0,0-2-1 0 0,-1 1 1 0 0,0-1-1 0 0,0-1 1 0 0,1 0 0 0 0,-1 0-1 0 0,0-1 1 0 0,0 0-1 0 0,0-1 1 0 0,0 0 0 0 0,0 0-1 0 0,1-1 1 0 0,-1-1-1 0 0,-10-3 1 0 0,14 4-12 0 0,0-1-1 0 0,0 0 1 0 0,0 0 0 0 0,0-1 0 0 0,1 0 0 0 0,-1 1-1 0 0,1-2 1 0 0,0 1 0 0 0,0-1 0 0 0,1 0 0 0 0,-1 0 0 0 0,1 0-1 0 0,0 0 1 0 0,0-1 0 0 0,1 1 0 0 0,0-1 0 0 0,0 0-1 0 0,0-1 1 0 0,1 1 0 0 0,-1 0 0 0 0,-1-10 0 0 0,2 4-20 0 0,0 1 1 0 0,1-1 0 0 0,1 0 0 0 0,-1 1 0 0 0,2-1 0 0 0,0 0-1 0 0,0 0 1 0 0,1 1 0 0 0,0-1 0 0 0,7-16 0 0 0,-4 14-7 0 0,1 0 0 0 0,1 0 1 0 0,0 1-1 0 0,1 0 0 0 0,1 0 0 0 0,0 1 1 0 0,15-17-1 0 0,-7 12-1 0 0,0 2 0 0 0,1 0 0 0 0,1 1 0 0 0,0 0 0 0 0,1 2 0 0 0,0 0 0 0 0,1 1 0 0 0,0 1 0 0 0,1 1 0 0 0,35-9 0 0 0,-35 13-7 0 0,0 0 1 0 0,0 2 0 0 0,1 0-1 0 0,-1 2 1 0 0,1 0 0 0 0,0 2 0 0 0,-1 0-1 0 0,30 6 1 0 0,-35-3 13 0 0,-1 0-1 0 0,1 1 1 0 0,-1 1 0 0 0,0 1-1 0 0,0 0 1 0 0,-1 1 0 0 0,0 0-1 0 0,-1 2 1 0 0,1-1 0 0 0,-2 2 0 0 0,20 18-1 0 0,-10-3 55 0 0,-1 1 0 0 0,27 44 0 0 0,-27-37-731 0 0,39 45 0 0 0,-53-69 52 0 0,1-2 0 0 0,0 1 0 0 0,1-1 0 0 0,-1 0-1 0 0,2-1 1 0 0,-1 0 0 0 0,1-1 0 0 0,0 0-1 0 0,12 4 1 0 0,-12-6-802 0 0,0-1-1 0 0,0 0 1 0 0,12 0-1 0 0,9 2-3205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09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257 108 1144 0 0,'10'-12'3069'0'0,"29"-23"2018"0"0,-38 33-4407 0 0,9-10 2302 0 0,-9 11-2789 0 0,0 0 1 0 0,-1 0-1 0 0,1-1 1 0 0,0 1-1 0 0,-1 0 1 0 0,1 0-1 0 0,-1-1 1 0 0,1 1-1 0 0,-1 0 0 0 0,1-1 1 0 0,-1-3 776 0 0,0 4-944 0 0,0 1 0 0 0,1-1 0 0 0,-1 1 0 0 0,0-1 0 0 0,0 0 0 0 0,0 1 0 0 0,0-1 0 0 0,0 1 0 0 0,0-1 0 0 0,0 1 0 0 0,0-1 0 0 0,0 1 0 0 0,0-1 0 0 0,-1 0 0 0 0,1 1 0 0 0,0-1 0 0 0,0 1 0 0 0,0-1 0 0 0,-1 1 0 0 0,1-1 0 0 0,0 1-1 0 0,-1-1 1 0 0,1 1 0 0 0,0-1 0 0 0,-1 1 0 0 0,1 0 0 0 0,0-1 0 0 0,-1 1 0 0 0,1 0 0 0 0,-1-1 0 0 0,1 1 0 0 0,-2-1 0 0 0,1 0-2 0 0,0 0 1 0 0,0 0-1 0 0,-1 0 0 0 0,1 0 1 0 0,-1 0-1 0 0,1 0 0 0 0,-1 1 0 0 0,1-1 1 0 0,-1 0-1 0 0,1 1 0 0 0,-1-1 1 0 0,-2 1-1 0 0,-2 0-27 0 0,0 2-1 0 0,1-1 1 0 0,-1 1 0 0 0,0 0-1 0 0,1 0 1 0 0,0 0 0 0 0,-1 1-1 0 0,1 0 1 0 0,0 0 0 0 0,0 0 0 0 0,1 1-1 0 0,-1-1 1 0 0,1 1 0 0 0,-7 8-1 0 0,-7 6-18 0 0,2 2 0 0 0,-16 22 0 0 0,2 1-26 0 0,-38 71 0 0 0,61-99 37 0 0,-1 1 1 0 0,2 1-1 0 0,0-1 1 0 0,1 1-1 0 0,0 0 0 0 0,2 0 1 0 0,0 1-1 0 0,-1 25 1 0 0,4-40 3 0 0,0 0 0 0 0,0 0 0 0 0,0 0 0 0 0,0 0 0 0 0,0 0 0 0 0,1 0 0 0 0,0 0 0 0 0,0 0 0 0 0,-1 0 1 0 0,2 0-1 0 0,-1 0 0 0 0,0-1 0 0 0,0 1 0 0 0,1 0 0 0 0,0-1 0 0 0,-1 1 0 0 0,1-1 0 0 0,0 0 0 0 0,0 0 1 0 0,5 4-1 0 0,-4-4 1 0 0,1 0 0 0 0,-1-1 0 0 0,1 1 0 0 0,-1-1 1 0 0,1 0-1 0 0,0 0 0 0 0,0 0 0 0 0,0-1 0 0 0,0 1 0 0 0,0-1 1 0 0,-1 0-1 0 0,1 0 0 0 0,0 0 0 0 0,0 0 0 0 0,6-2 1 0 0,2-1-1 0 0,0 0 1 0 0,-1-1-1 0 0,1 0 1 0 0,-1-1 0 0 0,0 0-1 0 0,-1-1 1 0 0,1 0 0 0 0,-1-1-1 0 0,0 0 1 0 0,-1-1 0 0 0,1 0-1 0 0,-1 0 1 0 0,12-16 0 0 0,-2 1 27 0 0,-2 0 1 0 0,0-2-1 0 0,-2 0 1 0 0,18-38 0 0 0,-24 43 5 0 0,3-4 11 0 0,11-33 1 0 0,-23 54-96 0 0,6-4-125 0 0,-18 60 167 0 0,3-10 59 0 0,-9 76 1 0 0,17-107-55 0 0,1 0 0 0 0,0 0-1 0 0,0 0 1 0 0,2 0 0 0 0,-1 0 0 0 0,1 0-1 0 0,1 0 1 0 0,0-1 0 0 0,1 1 0 0 0,0-1-1 0 0,8 14 1 0 0,-9-19-184 0 0,1-1 0 0 0,-1 0-1 0 0,1-1 1 0 0,0 1 0 0 0,0-1-1 0 0,1 1 1 0 0,-1-1 0 0 0,1-1-1 0 0,0 1 1 0 0,0-1 0 0 0,1 1-1 0 0,-1-1 1 0 0,0-1 0 0 0,1 1-1 0 0,0-1 1 0 0,0 0 0 0 0,-1-1-1 0 0,1 1 1 0 0,0-1 0 0 0,8 1-1 0 0,-2-1-501 0 0,0-1 0 0 0,0 0-1 0 0,0-1 1 0 0,-1 0 0 0 0,1-1-1 0 0,0 0 1 0 0,0-1 0 0 0,-1-1-1 0 0,16-6 1 0 0,5-4-2450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0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1 456 372 0 0,'16'-38'2985'0'0,"-1"-1"-1"0"0,-2 0 0 0 0,12-63 1 0 0,-25 100-2847 0 0,6-17 1106 0 0,-4 14-1045 0 0,-1 1 0 0 0,1-1-1 0 0,-1 0 1 0 0,0 0 0 0 0,0 0 0 0 0,-1 0 0 0 0,1 0-1 0 0,-1 0 1 0 0,0-6 0 0 0,-6 27-7 0 0,1-2-90 0 0,-3 21 90 0 0,-26 136 218 0 0,32-152-378 0 0,0 0 0 0 0,1 0 0 0 0,1 0 0 0 0,1 1 0 0 0,1-1 0 0 0,9 37 0 0 0,-11-52-17 0 0,2 0-1 0 0,-1-1 1 0 0,0 1 0 0 0,1 0 0 0 0,0-1 0 0 0,0 1 0 0 0,0-1 0 0 0,0 0 0 0 0,0 1 0 0 0,1-1 0 0 0,-1 0 0 0 0,1-1 0 0 0,0 1 0 0 0,5 3 0 0 0,-5-4-5 0 0,0 0 0 0 0,0-1 0 0 0,0 1 0 0 0,1-1 0 0 0,-1 0 0 0 0,0 0 0 0 0,1-1 0 0 0,-1 1 0 0 0,1-1 0 0 0,-1 1 0 0 0,1-1 0 0 0,-1 0 0 0 0,1 0 0 0 0,-1-1 0 0 0,1 1 0 0 0,5-2 0 0 0,0-1 4 0 0,1 0 0 0 0,-1-1 0 0 0,1 0 0 0 0,-1 0-1 0 0,0-1 1 0 0,-1 0 0 0 0,1-1 0 0 0,-1 1 0 0 0,0-2 0 0 0,-1 1-1 0 0,12-13 1 0 0,0-2 16 0 0,-2-1-1 0 0,27-44 0 0 0,-24 32 476 0 0,-1-1 0 0 0,-2-1-1 0 0,21-68 1 0 0,-19 53-104 0 0,-18 49-435 0 0,0 5-60 0 0,1 6 80 0 0,0 1 0 0 0,-1-1 0 0 0,0 1 0 0 0,-1 0 0 0 0,0-1 0 0 0,-1 13 0 0 0,1 20-14 0 0,0-16 31 0 0,2 1-1 0 0,1 0 1 0 0,2-1 0 0 0,12 43-1 0 0,-15-62 7 0 0,1 1-1 0 0,0-1 1 0 0,1 0 0 0 0,-1 0-1 0 0,1-1 1 0 0,1 1 0 0 0,-1-1-1 0 0,1 0 1 0 0,0 0-1 0 0,1 0 1 0 0,0-1 0 0 0,-1 1-1 0 0,2-2 1 0 0,-1 1 0 0 0,0-1-1 0 0,1 0 1 0 0,0 0 0 0 0,0 0-1 0 0,0-1 1 0 0,11 3-1 0 0,-5-2 2 0 0,0-1 0 0 0,-1 0 0 0 0,2-1 0 0 0,-1 0 0 0 0,0-2 0 0 0,0 1-1 0 0,0-1 1 0 0,0-1 0 0 0,0-1 0 0 0,1 1 0 0 0,-2-2 0 0 0,1 0-1 0 0,0-1 1 0 0,0 0 0 0 0,-1-1 0 0 0,0 0 0 0 0,0-1 0 0 0,-1 0-1 0 0,1-1 1 0 0,-1 0 0 0 0,-1-1 0 0 0,1 0 0 0 0,-1 0 0 0 0,-1-2-1 0 0,1 1 1 0 0,-2-1 0 0 0,1 0 0 0 0,8-16 0 0 0,-6 8-1 0 0,-2 0 0 0 0,-1-1 1 0 0,0 0-1 0 0,-1 0 0 0 0,-1-1 1 0 0,-1 0-1 0 0,4-33 0 0 0,-6 23-13 0 0,-2 0 0 0 0,-1-1 0 0 0,-1 1 0 0 0,-9-46 1 0 0,7 61-46 0 0,-1 1 1 0 0,-10-25-1 0 0,13 36 21 0 0,-1 0 0 0 0,1 0 0 0 0,-1 0 0 0 0,0 0 0 0 0,0 1 0 0 0,0-1 0 0 0,-4-2-1 0 0,5 3-13 0 0,-3 3 4 0 0,1 0 26 0 0,2-1 6 0 0,-1 1 0 0 0,0-1-1 0 0,0 0 1 0 0,1 1 0 0 0,-1 0 0 0 0,1-1 0 0 0,-1 1 0 0 0,1 0 0 0 0,-1 0 0 0 0,1-1-1 0 0,-1 1 1 0 0,1 0 0 0 0,0 1 0 0 0,-1-1 0 0 0,1 0 0 0 0,0 0 0 0 0,0 1 0 0 0,0-1-1 0 0,0 0 1 0 0,0 1 0 0 0,0-1 0 0 0,0 1 0 0 0,1-1 0 0 0,-1 1 0 0 0,0 0 0 0 0,1-1-1 0 0,-1 1 1 0 0,1-1 0 0 0,0 1 0 0 0,-1 0 0 0 0,1 3 0 0 0,0-2 12 0 0,0 1 1 0 0,0 0 0 0 0,0 0-1 0 0,1 0 1 0 0,-1 0-1 0 0,1-1 1 0 0,0 1-1 0 0,0 0 1 0 0,0-1 0 0 0,0 1-1 0 0,1 0 1 0 0,0-1-1 0 0,-1 0 1 0 0,1 1-1 0 0,4 4 1 0 0,-1-3-38 0 0,-1 0 1 0 0,1-1-1 0 0,0 0 0 0 0,0 0 1 0 0,0 0-1 0 0,0-1 1 0 0,1 0-1 0 0,10 5 0 0 0,4-1-445 0 0,0 0-1 0 0,0-2 0 0 0,1 0 0 0 0,37 3 0 0 0,77-3-3693 0 0,-46-9-1438 0 0,-42 0 855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1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1192 0 0,'-2'0'3847'0'0,"-10"2"-333"0"0,9-1-3015 0 0,-9 2 2783 0 0,-16 7 2536 0 0,23-4-5812 0 0,4-5 127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1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0 348 0 0,'0'3'2795'0'0,"-1"37"6667"0"0,2-29-10729 0 0,-1 1-3564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5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1361 732 0 0,'0'0'12365'0'0,"12"6"-9037"0"0,-20 27-3308 0 0,8-30-13 0 0,-1 0-5 0 0,1 0-1 0 0,-1 0 0 0 0,1 0 1 0 0,0 0-1 0 0,-1 0 0 0 0,2 0 1 0 0,-1 0-1 0 0,0 0 0 0 0,1 3 1 0 0,0 3 0 0 0,-1-6 30 0 0,0-1 0 0 0,0 1 1 0 0,0 0-1 0 0,0 0 0 0 0,1 0 1 0 0,-1 0-1 0 0,1 0 1 0 0,2 4-1 0 0,-3-6-10 0 0,0-1 1 0 0,1 0-1 0 0,-1 1 0 0 0,0-1 0 0 0,0 0 1 0 0,0 0-1 0 0,1 1 0 0 0,-1-1 0 0 0,0 0 1 0 0,0 0-1 0 0,1 0 0 0 0,-1 1 1 0 0,0-1-1 0 0,1 0 0 0 0,-1 0 0 0 0,0 0 1 0 0,1 0-1 0 0,-1 0 0 0 0,0 1 0 0 0,1-1 1 0 0,-1 0-1 0 0,0 0 0 0 0,1 0 1 0 0,-1 0-1 0 0,0 0 0 0 0,1 0 0 0 0,-1 0 1 0 0,1-1-1 0 0,15-10 281 0 0,25-40-79 0 0,65-105 1 0 0,-45 62-212 0 0,161-226-29 0 0,96-143-68 0 0,-109 160 56 0 0,-156 229-154 0 0,-52 72 135 0 0,-1 2 44 0 0,0 0 1 0 0,0-1-1 0 0,0 1 0 0 0,0 0 1 0 0,0 0-1 0 0,1-1 0 0 0,-1 1 1 0 0,0 0-1 0 0,0-1 0 0 0,1 1 1 0 0,-1 0-1 0 0,0 0 0 0 0,0 0 1 0 0,1-1-1 0 0,-1 1 0 0 0,0 0 1 0 0,1 0-1 0 0,-1 0 0 0 0,0 0 1 0 0,1 0-1 0 0,-1-1 0 0 0,0 1 1 0 0,1 0-1 0 0,-1 0 1 0 0,0 0-1 0 0,1 0 0 0 0,-1 0 1 0 0,0 0-1 0 0,1 0 0 0 0,-1 0 1 0 0,0 0-1 0 0,1 0 0 0 0,-1 0 1 0 0,0 1-1 0 0,1-1 0 0 0,-1 0 1 0 0,0 0-1 0 0,1 0 0 0 0,0 1 2 0 0,0-1 0 0 0,0 0 0 0 0,0 0 0 0 0,1 1 0 0 0,-1-1 0 0 0,0 1-1 0 0,0-1 1 0 0,0 1 0 0 0,0 0 0 0 0,-1-1 0 0 0,1 1 0 0 0,0 0 0 0 0,1 1 0 0 0,4 8 54 0 0,0 0 0 0 0,-1 1 1 0 0,-1 0-1 0 0,0 0 1 0 0,0 1-1 0 0,-1-1 0 0 0,2 19 1 0 0,6 90 565 0 0,-10-96-578 0 0,-1 327 1063 0 0,-4-145-816 0 0,-9 336 3971 0 0,7-567-3927 0 0,-6-85-118 0 0,2 11-266 0 0,6 73 20 0 0,-30-156-60 0 0,26 148 19 0 0,-2 0 0 0 0,-1 1 0 0 0,-21-41 0 0 0,29 67 34 0 0,-1 0 1 0 0,0 1-1 0 0,0 0 1 0 0,-1 0 0 0 0,0 0-1 0 0,0 0 1 0 0,0 1-1 0 0,-1-1 1 0 0,0 1 0 0 0,0 1-1 0 0,0-1 1 0 0,0 1 0 0 0,-9-4-1 0 0,5 4-2 0 0,0 0-1 0 0,0 0 0 0 0,-1 1 1 0 0,1 1-1 0 0,-1-1 1 0 0,0 2-1 0 0,1 0 1 0 0,-17 0-1 0 0,2 2-7 0 0,1 1-1 0 0,-1 2 1 0 0,1 0 0 0 0,0 2 0 0 0,0 0 0 0 0,0 2-1 0 0,-32 15 1 0 0,9 1-18 0 0,1 3 0 0 0,-52 38 0 0 0,31-19-127 0 0,65-45 194 0 0,1-1-2 0 0,0 1-1 0 0,0-1 0 0 0,0 1 0 0 0,0 0 1 0 0,0-1-1 0 0,0 1 0 0 0,0-1 0 0 0,1 1 1 0 0,-1 0-1 0 0,0 0 0 0 0,0 0 0 0 0,1 0 0 0 0,-1-1 1 0 0,0 1-1 0 0,1 0 0 0 0,-1 0 0 0 0,1 0 1 0 0,-1 0-1 0 0,1 0 0 0 0,-1 0 0 0 0,1 0 1 0 0,0 1-1 0 0,0-1 0 0 0,-1 0 0 0 0,1 2 0 0 0,8 3 4 0 0,-2-4 3 0 0,-1 0-2 0 0,-1-1 0 0 0,1 1 0 0 0,0-1 0 0 0,0 0 0 0 0,0-1-1 0 0,0 1 1 0 0,10-2 0 0 0,-2 2-2 0 0,462-15-6 0 0,-325 5 56 0 0,-59 3 90 0 0,-88 6-124 0 0,13-2-8 0 0,-13 2-8 0 0,1 0 5 0 0,0-1 4 0 0,36-2-312 0 0,-25 3-2377 0 0,27 1-14912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5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63 800 0 0,'-3'0'4876'0'0,"-3"1"-4002"0"0,-11 0 4610 0 0,-3 0 152 0 0,10 0-3031 0 0,12 1-2285 0 0,1-1-247 0 0,0 1 0 0 0,0 0 0 0 0,0-1 0 0 0,0 0-1 0 0,1 0 1 0 0,-1 0 0 0 0,0 0 0 0 0,1 0 0 0 0,-1-1 0 0 0,1 1 0 0 0,-1-1-1 0 0,6 0 1 0 0,52-4 233 0 0,-43 2-240 0 0,79-5 116 0 0,132-17-28 0 0,-122 7-326 0 0,-42 8-1605 0 0,-5-2-3328 0 0,-45 4-552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87 2640 0 0,'-10'-6'2605'0'0,"0"-1"-1"0"0,0 0 1 0 0,-13-12-1 0 0,-16-12 3620 0 0,33 26-5256 0 0,-10-6 144 0 0,15 11-1095 0 0,1 0 1 0 0,-1 0-1 0 0,1-1 1 0 0,-1 1-1 0 0,1 0 1 0 0,-1 0-1 0 0,1 0 1 0 0,-1 0-1 0 0,1 0 1 0 0,-1 0-1 0 0,1 0 1 0 0,-1 0-1 0 0,1 0 1 0 0,-1 0-1 0 0,1 1 0 0 0,-1-1 1 0 0,1 0-1 0 0,-1 0 1 0 0,1 0-1 0 0,0 1 1 0 0,-1-1-1 0 0,1 0 1 0 0,-1 0-1 0 0,1 1 1 0 0,-1-1-1 0 0,1 0 1 0 0,0 1-1 0 0,-1-1 1 0 0,1 0-1 0 0,0 1 1 0 0,-1-1-1 0 0,1 1 0 0 0,0-1 1 0 0,-1 2-1 0 0,-14 27 411 0 0,2 1 0 0 0,0 1 0 0 0,2 0 0 0 0,-11 52 0 0 0,-16 136 4 0 0,36-199-405 0 0,-16 132-687 0 0,17-126-1483 0 0,4 48 0 0 0,-2-69 1570 0 0,-1 0-1 0 0,1 0 1 0 0,1 0-1 0 0,-1-1 1 0 0,3 7-1 0 0,-3-9-198 0 0,0-1 0 0 0,0 1 0 0 0,0 0 0 0 0,9 9-3089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6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179 233 1348 0 0,'17'-161'16670'0'0,"-11"100"-13231"0"0,-6 58-3239 0 0,-3-5 1473 0 0,-9 50 926 0 0,-6 46 0 0 0,1-4-1626 0 0,-44 221 564 0 0,15-69-1125 0 0,34-179-388 0 0,-20 77-765 0 0,31-132 321 0 0,1 1-131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7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322 319 1888 0 0,'-9'-30'4613'0'0,"-5"-39"0"0"0,12 58-4059 0 0,1 0 0 0 0,0 1 0 0 0,1-1 0 0 0,0 0 0 0 0,1 1 0 0 0,0-1 0 0 0,4-15-1 0 0,-3 20-462 0 0,1 0 0 0 0,-1 1-1 0 0,1-1 1 0 0,1 1-1 0 0,-1-1 1 0 0,1 1-1 0 0,0 0 1 0 0,0 0-1 0 0,1 1 1 0 0,-1-1 0 0 0,1 1-1 0 0,0 0 1 0 0,0 0-1 0 0,1 1 1 0 0,-1 0-1 0 0,1 0 1 0 0,6-3-1 0 0,1 0-14 0 0,1 0-1 0 0,0 2 0 0 0,0-1 0 0 0,0 2 1 0 0,1 0-1 0 0,19-2 0 0 0,-12 4-39 0 0,0 1 0 0 0,0 0-1 0 0,0 2 1 0 0,0 0 0 0 0,-1 1-1 0 0,1 2 1 0 0,40 13 0 0 0,-53-15-25 0 0,0 1 0 0 0,0 0 1 0 0,0 1-1 0 0,-1 0 0 0 0,0 0 0 0 0,0 0 1 0 0,0 1-1 0 0,0 1 0 0 0,-1-1 0 0 0,0 1 1 0 0,-1 0-1 0 0,1 1 0 0 0,-1 0 0 0 0,-1 0 1 0 0,1 0-1 0 0,-2 0 0 0 0,1 1 1 0 0,-1 0-1 0 0,0 0 0 0 0,3 11 0 0 0,-6-10 51 0 0,1-1-1 0 0,-2 0 0 0 0,1 0 0 0 0,-1 0 1 0 0,0 0-1 0 0,-1 1 0 0 0,0-1 1 0 0,-1 0-1 0 0,0 0 0 0 0,0 0 0 0 0,-1-1 1 0 0,0 1-1 0 0,-6 10 0 0 0,0 0 101 0 0,-1 0-1 0 0,-1-1 1 0 0,-1-1-1 0 0,-24 29 1 0 0,8-17 1000 0 0,-52 41 1 0 0,54-49 696 0 0,4-9-256 0 0,19-11-1599 0 0,1 0 730 0 0,-14-6-519 0 0,22 0-228 0 0,0 1 1 0 0,-1 0-1 0 0,2 0 1 0 0,-1 0-1 0 0,0 1 1 0 0,1 0-1 0 0,-1 0 1 0 0,1 1-1 0 0,0 0 1 0 0,0 0-1 0 0,0 0 1 0 0,10 0-1 0 0,-1 0-18 0 0,0 1 0 0 0,0 0 0 0 0,1 1 0 0 0,-1 1 0 0 0,0 1 0 0 0,0 0 0 0 0,0 1 1 0 0,0 0-1 0 0,0 2 0 0 0,0 0 0 0 0,-1 0 0 0 0,0 2 0 0 0,0 0 0 0 0,-1 0 0 0 0,0 2 0 0 0,0 0 0 0 0,-1 0 0 0 0,0 1 0 0 0,-1 1 0 0 0,0 0 0 0 0,21 25 0 0 0,-15-12 8 0 0,0 1 0 0 0,-2 1 0 0 0,14 28 0 0 0,-25-43 157 0 0,0 0 0 0 0,-1 1 0 0 0,0-1 0 0 0,-1 1-1 0 0,0 0 1 0 0,-1-1 0 0 0,0 1 0 0 0,-1 0-1 0 0,0 0 1 0 0,-1 19 0 0 0,-1-23-61 0 0,-1 0 0 0 0,1 0 0 0 0,-1 0 0 0 0,-1-1 1 0 0,1 1-1 0 0,-1-1 0 0 0,-1 1 0 0 0,1-1 0 0 0,-1 0 0 0 0,-1 0 1 0 0,1-1-1 0 0,-1 1 0 0 0,-8 7 0 0 0,5-6 139 0 0,-1 0 0 0 0,0-1 0 0 0,-1-1 0 0 0,1 1 1 0 0,-1-2-1 0 0,0 1 0 0 0,-1-1 0 0 0,-16 5 0 0 0,-1-2 169 0 0,-1-1 0 0 0,0-2 0 0 0,0 0 1 0 0,-1-2-1 0 0,1-2 0 0 0,-43-2 0 0 0,-125-17-3464 0 0,109 8-1020 0 0,-153 3-1 0 0,103 16-5491 0 0,64-4 117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9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72 180 2720 0 0,'9'-21'3315'0'0,"0"-1"-1"0"0,-1 1 1 0 0,-2-2-1 0 0,8-38 0 0 0,-8 29-994 0 0,-8 52-1869 0 0,-4 35 649 0 0,0 60 1 0 0,1-15-7 0 0,-11 141 628 0 0,-41 402 0 0 0,51-601-1829 0 0,-2 22 512 0 0,5-21-4309 0 0,-9-60-3075 0 0,11 11 5261 0 0,0 0-1 0 0,1-1 1 0 0,0 1-1 0 0,0-7 1 0 0,4-7-5503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20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25 266 1000 0 0,'-7'-24'5764'0'0,"-6"-34"-1"0"0,8 25-3429 0 0,5 31-2241 0 0,0-1 0 0 0,0 0 0 0 0,0 0 0 0 0,1 1 0 0 0,-1-1 0 0 0,1 1 1 0 0,0-1-1 0 0,0 0 0 0 0,-1 1 0 0 0,2-1 0 0 0,-1 1 0 0 0,0 0 0 0 0,0-1 1 0 0,1 1-1 0 0,-1 0 0 0 0,1 0 0 0 0,0 0 0 0 0,0 0 0 0 0,3-3 0 0 0,3-2 181 0 0,1 0-1 0 0,-1 1 0 0 0,14-7 1 0 0,-20 12-228 0 0,18-9 95 0 0,0 0 0 0 0,1 2 0 0 0,0 0-1 0 0,0 1 1 0 0,1 1 0 0 0,-1 1 0 0 0,45-3 0 0 0,-29 5-106 0 0,1 3 0 0 0,0 1 1 0 0,70 11-1 0 0,-87-7-39 0 0,0 0 0 0 0,0 0 0 0 0,-1 2 0 0 0,26 12 0 0 0,-36-14 15 0 0,1 1 0 0 0,-1 0 1 0 0,0 0-1 0 0,-1 1 1 0 0,1 0-1 0 0,-1 1 1 0 0,-1 0-1 0 0,1 0 1 0 0,9 13-1 0 0,-15-16 21 0 0,0 0 0 0 0,-1 0 0 0 0,1 0-1 0 0,-1 1 1 0 0,0-1 0 0 0,0 1 0 0 0,-1-1 0 0 0,1 1 0 0 0,-1 0-1 0 0,0-1 1 0 0,-1 1 0 0 0,0 0 0 0 0,0 0 0 0 0,0-1-1 0 0,0 1 1 0 0,-1 0 0 0 0,0 0 0 0 0,0-1 0 0 0,-1 1 0 0 0,1-1-1 0 0,-1 1 1 0 0,-1-1 0 0 0,1 0 0 0 0,-4 7 0 0 0,-6 8 50 0 0,-1 0 1 0 0,-1-1 0 0 0,-1 0 0 0 0,-26 26 0 0 0,0-5 188 0 0,-1-2 0 0 0,-1-1 0 0 0,-71 44 0 0 0,45-35 2434 0 0,68-45-2531 0 0,0 0-160 0 0,1-1 0 0 0,-1 0-1 0 0,1 0 1 0 0,0 1 0 0 0,-1-1-1 0 0,1 0 1 0 0,0 0-1 0 0,-1 1 1 0 0,1-1 0 0 0,0 0-1 0 0,0 1 1 0 0,-1-1 0 0 0,1 0-1 0 0,0 1 1 0 0,0-1 0 0 0,0 1-1 0 0,-1-1 1 0 0,1 0 0 0 0,0 1-1 0 0,0-1 1 0 0,0 1 0 0 0,0-1-1 0 0,0 0 1 0 0,0 2 0 0 0,48 5-111 0 0,-31-5 91 0 0,0 1-1 0 0,-1 1 1 0 0,23 6 0 0 0,4 7-89 0 0,-1 2 1 0 0,72 44 0 0 0,-100-54 202 0 0,0 0 0 0 0,-1 2 1 0 0,0-1-1 0 0,0 2 0 0 0,-2 0 0 0 0,1 0 1 0 0,-1 1-1 0 0,-1 0 0 0 0,-1 1 0 0 0,0 0 0 0 0,10 20 1 0 0,-16-28 109 0 0,0 0-1 0 0,-1 0 1 0 0,0 0 0 0 0,0 0 0 0 0,0 1 0 0 0,-1-1-1 0 0,0 1 1 0 0,0-1 0 0 0,-1 1 0 0 0,0-1 0 0 0,0 0 0 0 0,0 1-1 0 0,-1-1 1 0 0,1 1 0 0 0,-2-1 0 0 0,1 1 0 0 0,-1-1-1 0 0,0 0 1 0 0,-5 11 0 0 0,1-5-111 0 0,-1-1 0 0 0,0 1 0 0 0,-1-1 0 0 0,0-1 0 0 0,-1 1 0 0 0,0-1 1 0 0,0-1-1 0 0,-1 0 0 0 0,0 0 0 0 0,-1-1 0 0 0,0 0 0 0 0,0-1 0 0 0,-22 10 0 0 0,16-10 21 0 0,-1 0 0 0 0,1-2-1 0 0,-1 0 1 0 0,0-1 0 0 0,0-1 0 0 0,-1-1 0 0 0,1 0-1 0 0,-1-1 1 0 0,-27-3 0 0 0,-3-2-128 0 0,1-3 0 0 0,-1-2 0 0 0,1-2 0 0 0,-70-25 0 0 0,98 30 0 0 0,17 5-103 0 0,0 1 1 0 0,0-1-1 0 0,1 0 0 0 0,-1 0 0 0 0,0 0 1 0 0,1 0-1 0 0,-1 0 0 0 0,1 0 0 0 0,-1-1 1 0 0,1 1-1 0 0,-1-1 0 0 0,-2-2 0 0 0,0-1-591 0 0,5 4 426 0 0,-1 0-1 0 0,0 1 0 0 0,0-1 0 0 0,0 0 1 0 0,0 0-1 0 0,1 0 0 0 0,-1 0 0 0 0,0 0 0 0 0,1 0 1 0 0,-1 0-1 0 0,1 0 0 0 0,-1 0 0 0 0,1-1 0 0 0,0 1 1 0 0,-1 0-1 0 0,1 0 0 0 0,0 0 0 0 0,0 0 0 0 0,0-1 1 0 0,0 1-1 0 0,0 0 0 0 0,0 0 0 0 0,0 0 1 0 0,0-1-1 0 0,1 1 0 0 0,-1 0 0 0 0,0 0 0 0 0,1 0 1 0 0,-1 0-1 0 0,1 0 0 0 0,-1-1 0 0 0,1 1 0 0 0,-1 0 1 0 0,1 0-1 0 0,0 0 0 0 0,-1 1 0 0 0,1-1 0 0 0,1-1 1 0 0,3-4-1587 0 0,0 0 1 0 0,1 1-1 0 0,0 0 1 0 0,8-6-1 0 0,6-4-6723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20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0 464 1744 0 0,'1'-2'6101'0'0,"1"-9"-2933"0"0,2-11 5944 0 0,3 10-7456 0 0,-6 11-1100 0 0,3 1 61 0 0,80-4 981 0 0,99-18 0 0 0,-43 4-1324 0 0,-45 0-917 0 0,-41 7-2079 0 0,-53 11 2633 0 0,0 0 1 0 0,0 0-1 0 0,0 0 1 0 0,0 0-1 0 0,0 0 1 0 0,0 0-1 0 0,0-1 1 0 0,-1 1-1 0 0,1 0 1 0 0,0-1-1 0 0,0 1 0 0 0,0-1 1 0 0,0 1-1 0 0,-1-1 1 0 0,1 1-1 0 0,0-1 1 0 0,0 0-1 0 0,12-7-1905 0 0,10-7-1233 0 0,0-7-5032 0 0</inkml:trace>
  <inkml:trace contextRef="#ctx0" brushRef="#br0" timeOffset="1">445 45 1748 0 0,'-2'-2'2504'0'0,"-42"-32"9905"0"0,40 31-11456 0 0,4 3-880 0 0,0 0-1 0 0,0-1 0 0 0,-1 1 0 0 0,1 0 1 0 0,0-1-1 0 0,0 1 0 0 0,-1 0 0 0 0,1-1 1 0 0,0 1-1 0 0,-1 0 0 0 0,1 0 1 0 0,0-1-1 0 0,0 1 0 0 0,-1 0 0 0 0,1 0 1 0 0,-1 0-1 0 0,1-1 0 0 0,0 1 1 0 0,-1 0-1 0 0,1 0 0 0 0,0 0 0 0 0,-1 0 1 0 0,1 0-1 0 0,-1 0 0 0 0,1 0 1 0 0,-1 0-1 0 0,0 0-5 0 0,0 0 0 0 0,1 0 0 0 0,-1 0 0 0 0,0 1 1 0 0,0-1-1 0 0,1 0 0 0 0,-1 0 0 0 0,0 1 0 0 0,1-1 0 0 0,-1 1 1 0 0,0-1-1 0 0,1 0 0 0 0,-1 1 0 0 0,1-1 0 0 0,-1 1 0 0 0,1 0 1 0 0,-1-1-1 0 0,1 1 0 0 0,-1-1 0 0 0,1 1 0 0 0,-1 0 0 0 0,1 0 0 0 0,-6 21 1597 0 0,-10 136 3220 0 0,2-21-4418 0 0,8-93-561 0 0,-12 109-747 0 0,13-54-5536 0 0,5-98 6020 0 0,-1 0 0 0 0,1 1 0 0 0,0-1 0 0 0,0 0 1 0 0,0 0-1 0 0,0 0 0 0 0,0 0 0 0 0,1 0 0 0 0,-1 0 0 0 0,0 0 1 0 0,0 0-1 0 0,1 0 0 0 0,-1 0 0 0 0,1 0 0 0 0,-1 0 1 0 0,1 0-1 0 0,-1-1 0 0 0,1 1 0 0 0,-1 0 0 0 0,10 7-3220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21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287 544 2720 0 0,'64'-126'18151'0'0,"-63"124"-17634"0"0,6-5 883 0 0,-9 26-484 0 0,-1 0 0 0 0,0-1-1 0 0,-8 25 1 0 0,4-14-176 0 0,-127 386 3452 0 0,112-357-4013 0 0,-63 159 197 0 0,39-107-652 0 0,22-60 363 0 0,23-48-150 0 0,0-2-50 0 0,0 0 92 0 0,0-1 0 0 0,0 1 0 0 0,0-1 0 0 0,0 1 0 0 0,0-1 0 0 0,1 0 0 0 0,-1 1 0 0 0,0-1 0 0 0,0 0 0 0 0,1 0 0 0 0,-1 1 0 0 0,0-1 0 0 0,1 0 0 0 0,-1 0 0 0 0,1 0 0 0 0,-1 0 0 0 0,1 0 0 0 0,-1 0 0 0 0,1 0 0 0 0,0 1 0 0 0,0-1 0 0 0,-1 0 0 0 0,1-1 0 0 0,0 0 0 0 0,-4-27-365 0 0,4 6 105 0 0,2 0 0 0 0,1 1-1 0 0,10-37 1 0 0,25-65-83 0 0,-26 87 274 0 0,51-136-207 0 0,6 3 0 0 0,93-161 1 0 0,-121 255 152 0 0,4 3 0 0 0,74-96 0 0 0,-110 160 85 0 0,0 0-1 0 0,0 0 0 0 0,1 1 1 0 0,14-10-1 0 0,-22 17 57 0 0,0 0 0 0 0,0 0 0 0 0,-1 1 0 0 0,1-1 0 0 0,0 1 0 0 0,0-1 0 0 0,0 1-1 0 0,0 0 1 0 0,0 0 0 0 0,0 0 0 0 0,0 0 0 0 0,-1 0 0 0 0,1 0 0 0 0,0 0 0 0 0,0 1 0 0 0,0-1 0 0 0,0 1 0 0 0,0-1-1 0 0,-1 1 1 0 0,1 0 0 0 0,0 0 0 0 0,0 0 0 0 0,2 2 0 0 0,2 0 68 0 0,-1 1 0 0 0,0-1 0 0 0,0 1 1 0 0,0 1-1 0 0,6 7 0 0 0,0 3 190 0 0,0 1 0 0 0,-1 0 0 0 0,-1 0 0 0 0,-1 1 0 0 0,12 30 0 0 0,21 94 1421 0 0,-33-110-1402 0 0,32 146 228 0 0,-8 2 1 0 0,10 220-1 0 0,-35-189-502 0 0,-7-207-57 0 0,0 1 0 0 0,0-1 0 0 0,0 1 0 0 0,0-1 0 0 0,0 1 0 0 0,1-1 1 0 0,-1 0-1 0 0,1 1 0 0 0,1 2 0 0 0,0 1-491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22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10715 66 3180 0 0,'-69'-19'6202'0'0,"-83"-20"6593"0"0,134 33-12189 0 0,15 5 327 0 0,7 1-843 0 0,280 18 180 0 0,-92-10-3363 0 0,-165-7 2126 0 0,15-1-1390 0 0,12-2-6423 0 0</inkml:trace>
  <inkml:trace contextRef="#ctx0" brushRef="#br0" timeOffset="1">1 1654 304 0 0,'17'-6'-108'0'0,"12"-2"36"0"0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23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13 24 0 0,'0'0'3164'0'0,"-12"-8"-1052"0"0,1 4-2060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23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0 496 0 0,'0'0'4020'0'0,"-15"5"-1247"0"0,0-3-2437 0 0,21 6-2260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24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1652 0 0,'0'0'5753'0'0,"3"0"-5405"0"0,-2 0-408 0 0,0 0 1 0 0,0-1-1 0 0,-1 1 1 0 0,1 0 0 0 0,0 0-1 0 0,0 0 1 0 0,0 0-1 0 0,0 0 1 0 0,-1 0-1 0 0,1 1 1 0 0,0-1 0 0 0,0 0-1 0 0,0 0 1 0 0,0 0-1 0 0,-1 1 1 0 0,1-1 0 0 0,0 1-1 0 0,0-1 1 0 0,-1 0-1 0 0,1 1 1 0 0,0-1-1 0 0,-1 1 1 0 0,1 0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7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0 1364 0 0,'-16'4'2249'0'0,"-35"6"9692"0"0,49-9-10967 0 0,-25 8 2618 0 0,19-2-2088 0 0,8-6-1493 0 0,1-1 0 0 0,-1 1 0 0 0,1-1 0 0 0,-1 0 1 0 0,0 1-1 0 0,1-1 0 0 0,-1 0 0 0 0,1 1 0 0 0,-1-1 1 0 0,1 0-1 0 0,-1 0 0 0 0,1 1 0 0 0,0-1 1 0 0,-1 0-1 0 0,1 0 0 0 0,-1 0 0 0 0,1 0 0 0 0,-1 0 1 0 0,1 0-1 0 0,0 0 0 0 0,-1 0 0 0 0,1 0 0 0 0,1 0 1 0 0,119 4-21 0 0,148-14 1 0 0,-175 5-1639 0 0,-65 2 4 0 0,10-1-2150 0 0,-16 6-3264 0 0,-9 1 1725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18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0 3060 0 0,'-68'24'4348'0'0,"-145"55"12056"0"0,213-78-16351 0 0,0-1 1 0 0,0 1-1 0 0,1 0 0 0 0,-1-1 1 0 0,0 1-1 0 0,0-1 0 0 0,1 1 0 0 0,-1-1 1 0 0,0 1-1 0 0,1-1 0 0 0,-1 1 1 0 0,0-1-1 0 0,1 1 0 0 0,-1-1 0 0 0,1 1 1 0 0,-1-1-1 0 0,1 1 0 0 0,-1-1 1 0 0,1 0-1 0 0,-1 1 0 0 0,1-1 0 0 0,0 0 1 0 0,-1 0-1 0 0,1 1 0 0 0,-1-1 0 0 0,1 0 1 0 0,0 0-1 0 0,-1 0 0 0 0,1 0 1 0 0,0 0-1 0 0,0 0 0 0 0,23 1 348 0 0,-21-1-358 0 0,296-16 1354 0 0,-131 4-1216 0 0,260-21 252 0 0,-333 23-1227 0 0,-93 9 246 0 0,2 1-125 0 0,10-1-201 0 0,-11 0-224 0 0,0 1-200 0 0,5-1-518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25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7 140 0 0,'-14'-4'13315'0'0,"2"2"-13008"0"0,9 2 937 0 0,-1 0-1046 0 0,-27 4 1445 0 0,28-4-1282 0 0,0 0-202 0 0,-38 10 865 0 0,39-10-375 0 0,-17 3 1598 0 0,19-1-2231 0 0,7-1 0 0 0,23 1 14 0 0,42-1 13 0 0,57 0-15 0 0,137-2 35 0 0,-238-1-27 0 0,35 2 36 0 0,-25-1-26 0 0,43 2-114 0 0,-78-1 10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30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 1680 0 0,'0'0'9690'0'0,"0"0"-9540"0"0,-3-5 1948 0 0,2 5-1948 0 0,1-1 0 0 0,0 1 0 0 0,-1 0 0 0 0,1 0 0 0 0,0 0 0 0 0,-1 0 0 0 0,1-1-1 0 0,-1 1 1 0 0,0 2-128 0 0,0-1-1 0 0,0 1 1 0 0,0 0-1 0 0,0 0 0 0 0,0 0 1 0 0,0-1-1 0 0,1 1 0 0 0,-1 0 1 0 0,1 0-1 0 0,0 0 1 0 0,-1 0-1 0 0,1 0 0 0 0,0 2 1 0 0,1 33 299 0 0,0-19-198 0 0,-6 70 63 0 0,-3 1-1 0 0,-23 100 0 0 0,27-145-2684 0 0,5-16-4274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30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86 568 0 0,'40'-78'20097'0'0,"-36"70"-19775"0"0,-7 73-165 0 0,3-44-88 0 0,-1 0 0 0 0,-3 20 0 0 0,-6 32-192 0 0,7-39-3323 0 0,-14 55 0 0 0,7-62-2793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31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32 135 2476 0 0,'1'-20'2943'0'0,"-2"1"1"0"0,-1 0-1 0 0,0 0 0 0 0,-8-28 0 0 0,10 45-2634 0 0,0 2-300 0 0,-1 0 1 0 0,1-1 0 0 0,0 1-1 0 0,0 0 1 0 0,0 0-1 0 0,0 0 1 0 0,0-1-1 0 0,0 1 1 0 0,0 0-1 0 0,0 0 1 0 0,0 0 0 0 0,0-1-1 0 0,0 1 1 0 0,0 0-1 0 0,0 0 1 0 0,0 0-1 0 0,0-1 1 0 0,0 1-1 0 0,0 0 1 0 0,0 0 0 0 0,0 0-1 0 0,0-1 1 0 0,0 1-1 0 0,0 0 1 0 0,0 0-1 0 0,0 0 1 0 0,0-1-1 0 0,0 1 1 0 0,0 0 0 0 0,0 0-1 0 0,1 0 1 0 0,-1 0-1 0 0,0-1 1 0 0,0 1-1 0 0,0 0 1 0 0,0 0-1 0 0,0 0 1 0 0,1 0-1 0 0,-1 0 1 0 0,0-1 0 0 0,0 1-1 0 0,0 0 1 0 0,1 0-1 0 0,-1 0 1 0 0,0 0-1 0 0,0 0 1 0 0,0 0-1 0 0,1 0 1 0 0,-1 0 0 0 0,0 0-1 0 0,0 0 1 0 0,0 0-1 0 0,1 0 1 0 0,-1 0-1 0 0,0 0 1 0 0,0 0-1 0 0,0 0 1 0 0,1 0-1 0 0,14 12 84 0 0,15 23-164 0 0,21 36 62 0 0,-4 2 1 0 0,-4 2-1 0 0,-2 2 1 0 0,31 86 0 0 0,-41-85 57 0 0,-4 2 0 0 0,27 130 1 0 0,-42-146-10 0 0,-4 1 0 0 0,-2 0 1 0 0,-6 126-1 0 0,-9-98 49 0 0,-4 0 0 0 0,-4 0 0 0 0,-49 152 0 0 0,23-123-738 0 0,-6-2-1 0 0,-73 129 1 0 0,51-120-1694 0 0,23-43-3584 0 0,27-49-160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32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1191 660 0 0,'-3'-1'2284'0'0,"-27"-10"3051"0"0,27 10-4533 0 0,0 1-173 0 0,-23 0 967 0 0,24 0-1345 0 0,1 3 34 0 0,0 1-134 0 0,0 1 0 0 0,1-1-1 0 0,0 1 1 0 0,0-1 0 0 0,0 1 0 0 0,0-1 0 0 0,1 0 0 0 0,-1 1 0 0 0,1-1 0 0 0,0 1-1 0 0,1-1 1 0 0,1 5 0 0 0,0 0 56 0 0,1-1 0 0 0,0 0 0 0 0,1 0 0 0 0,10 14 0 0 0,-14-21-155 0 0,0 1 0 0 0,0-1-1 0 0,0 0 1 0 0,0 0 0 0 0,0 0 0 0 0,0 0-1 0 0,0 0 1 0 0,0-1 0 0 0,1 1 0 0 0,-1 0-1 0 0,0 0 1 0 0,1-1 0 0 0,-1 1 0 0 0,0-1-1 0 0,1 1 1 0 0,-1-1 0 0 0,1 1 0 0 0,-1-1-1 0 0,1 0 1 0 0,2 0 0 0 0,-2 0-4 0 0,0-1 0 0 0,1 1-1 0 0,-1-1 1 0 0,0 0 0 0 0,1 1 0 0 0,-1-1 0 0 0,0 0 0 0 0,0 0-1 0 0,0-1 1 0 0,0 1 0 0 0,3-3 0 0 0,5-5 49 0 0,-1 0 0 0 0,0 0 1 0 0,14-21-1 0 0,-15 19-22 0 0,34-50 67 0 0,-3-2-1 0 0,47-104 1 0 0,-73 139-126 0 0,159-372-6 0 0,-10 19-91 0 0,-151 357 47 0 0,-5 10-17 0 0,0 0-1 0 0,1 1 0 0 0,1-1 0 0 0,0 2 0 0 0,18-22 0 0 0,-25 33 46 0 0,0 0 1 0 0,-1 1-1 0 0,1-1 0 0 0,0 1 1 0 0,0-1-1 0 0,0 1 0 0 0,0-1 0 0 0,0 1 1 0 0,0-1-1 0 0,0 1 0 0 0,0 0 0 0 0,0 0 1 0 0,0-1-1 0 0,0 1 0 0 0,0 0 1 0 0,0 0-1 0 0,0 0 0 0 0,0 0 0 0 0,0 0 1 0 0,0 0-1 0 0,0 1 0 0 0,0-1 0 0 0,0 0 1 0 0,0 0-1 0 0,1 2 0 0 0,1-1 6 0 0,-1 0 0 0 0,1 0-1 0 0,-1 0 1 0 0,0 1 0 0 0,0 0-1 0 0,0-1 1 0 0,0 1 0 0 0,4 3-1 0 0,0 4 78 0 0,0 0 0 0 0,0 0-1 0 0,-1 1 1 0 0,0 0 0 0 0,-1 0 0 0 0,0 0-1 0 0,5 20 1 0 0,-2 0 345 0 0,5 48 0 0 0,-3 44 597 0 0,-6 0 0 0 0,-20 208 0 0 0,-2-180-718 0 0,-4 44-367 0 0,20-172 7 0 0,2-6-2543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33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131 214 2544 0 0,'-87'-6'11779'0'0,"84"5"-10915"0"0,-1 1-174 0 0,-11 0-161 0 0,11 0 197 0 0,0 0-479 0 0,-9-1-12 0 0,20 2 224 0 0,27-1-164 0 0,176-16-1233 0 0,80-7-8929 0 0,-231 18 4708 0 0</inkml:trace>
  <inkml:trace contextRef="#ctx0" brushRef="#br0" timeOffset="1">1315 113 876 0 0,'7'-15'7581'0'0,"-7"15"-7576"0"0,1-5 984 0 0,0 1 1 0 0,0 0-1 0 0,-1-1 0 0 0,1 1 0 0 0,-1 0 0 0 0,0-1 0 0 0,0 1 0 0 0,-2-9 0 0 0,1 9-517 0 0,0-1 0 0 0,0 1 0 0 0,-1 0 0 0 0,1 0 0 0 0,-1 0 0 0 0,0 0-1 0 0,-5-6 1 0 0,6 9-433 0 0,0 0-1 0 0,0 0 0 0 0,0 0 0 0 0,-1 0 1 0 0,1 1-1 0 0,0-1 0 0 0,-1 0 0 0 0,1 1 1 0 0,0-1-1 0 0,-1 0 0 0 0,1 1 1 0 0,-1 0-1 0 0,1-1 0 0 0,-1 1 0 0 0,1 0 1 0 0,-1 0-1 0 0,1 0 0 0 0,-1 0 1 0 0,0 0-1 0 0,1 0 0 0 0,-1 0 0 0 0,1 1 1 0 0,-1-1-1 0 0,1 0 0 0 0,0 1 0 0 0,-3 0 1 0 0,-5 3-18 0 0,-1 0 0 0 0,1 1 0 0 0,0-1 0 0 0,1 2 0 0 0,-1-1 1 0 0,1 1-1 0 0,-13 13 0 0 0,-50 55 7 0 0,51-51-15 0 0,5-5-31 0 0,1 0-1 0 0,1 1 1 0 0,1 0-1 0 0,1 1 1 0 0,0 0-1 0 0,-10 28 0 0 0,20-45 16 0 0,0 0 0 0 0,0 0 0 0 0,0 0 0 0 0,0-1 0 0 0,1 1 0 0 0,-1 0-1 0 0,1 0 1 0 0,0 0 0 0 0,0 0 0 0 0,0 0 0 0 0,0 0 0 0 0,1 0 0 0 0,1 6-1 0 0,-2-7 6 0 0,1-1 0 0 0,0 1 0 0 0,0 0-1 0 0,1-1 1 0 0,-1 1 0 0 0,0-1 0 0 0,1 1-1 0 0,-1-1 1 0 0,0 0 0 0 0,1 0 0 0 0,0 1-1 0 0,-1-1 1 0 0,1 0 0 0 0,0 0 0 0 0,-1 0-1 0 0,1-1 1 0 0,4 2 0 0 0,-1-1-5 0 0,0 0 1 0 0,1 0-1 0 0,-1-1 0 0 0,10 0 1 0 0,-7 0-1 0 0,12 0-30 0 0,0 1 0 0 0,0 0 0 0 0,0 1 0 0 0,-1 2 0 0 0,1 0 0 0 0,28 10-1 0 0,-41-12 44 0 0,-1 1 0 0 0,1 0 0 0 0,-1 1-1 0 0,1-1 1 0 0,-1 1 0 0 0,0 0 0 0 0,-1 1-1 0 0,1 0 1 0 0,-1 0 0 0 0,0 0 0 0 0,0 0-1 0 0,0 1 1 0 0,-1-1 0 0 0,0 1 0 0 0,0 0-1 0 0,0 1 1 0 0,-1-1 0 0 0,0 1-1 0 0,0 0 1 0 0,-1-1 0 0 0,0 1 0 0 0,2 7-1 0 0,-4-5 290 0 0,1-1 0 0 0,-1 0 0 0 0,0 0 0 0 0,0 0 0 0 0,-1 0 0 0 0,-1 0 0 0 0,1 0 0 0 0,-1 0 0 0 0,0 0 0 0 0,-1 0 0 0 0,0-1 0 0 0,0 1 0 0 0,-1-1 0 0 0,0 0 0 0 0,0 0 0 0 0,0 0 0 0 0,-1 0 0 0 0,0-1-1 0 0,-1 0 1 0 0,1 0 0 0 0,-1 0 0 0 0,-13 9 0 0 0,12-11-128 0 0,0 1-1 0 0,-1-2 1 0 0,0 1-1 0 0,0-1 0 0 0,0 0 1 0 0,0 0-1 0 0,0-1 1 0 0,0 0-1 0 0,-1-1 1 0 0,1 0-1 0 0,-1 0 0 0 0,1-1 1 0 0,-15-1-1 0 0,8 0-163 0 0,0-1 0 0 0,1-1 0 0 0,-1 0-1 0 0,1-1 1 0 0,-1-1 0 0 0,-25-12 0 0 0,28 10-585 0 0,0 0 0 0 0,-20-18 0 0 0,13 11-1665 0 0,18 13 2055 0 0,0 0 1 0 0,1 0 0 0 0,-1 0-1 0 0,0 0 1 0 0,0 0-1 0 0,1 0 1 0 0,-1 0 0 0 0,1 0-1 0 0,-1 0 1 0 0,1 0 0 0 0,-1-1-1 0 0,1 1 1 0 0,-1 0-1 0 0,1 0 1 0 0,0 0 0 0 0,0-1-1 0 0,0 1 1 0 0,0 0-1 0 0,0 0 1 0 0,0-1 0 0 0,0 1-1 0 0,0 0 1 0 0,0 0-1 0 0,1 0 1 0 0,-1-1 0 0 0,0 1-1 0 0,1 0 1 0 0,-1 0-1 0 0,1 0 1 0 0,0-2 0 0 0,1 0-433 0 0,0-1 0 0 0,0 1 0 0 0,0 0 1 0 0,0 0-1 0 0,0 0 0 0 0,1 0 0 0 0,-1 0 1 0 0,6-4-1 0 0,22-15-6447 0 0,-10 11 375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34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212 180 60 0 0,'5'-4'1144'0'0,"-1"-1"0"0"0,0 1 0 0 0,0-1 0 0 0,0-1 0 0 0,-1 1 0 0 0,0 0 0 0 0,0-1 0 0 0,0 1 0 0 0,-1-1 1 0 0,3-8-1 0 0,-1 0 1558 0 0,0-1 0 0 0,2-28 0 0 0,-5 42-2631 0 0,-1-1-1 0 0,0 1 1 0 0,0-1-1 0 0,0 1 0 0 0,0-1 1 0 0,0 1-1 0 0,0-1 1 0 0,0 1-1 0 0,0-1 0 0 0,-1 1 1 0 0,1-1-1 0 0,-1 1 1 0 0,1-1-1 0 0,-1 1 1 0 0,1 0-1 0 0,-1-1 0 0 0,0 1 1 0 0,0 0-1 0 0,1 0 1 0 0,-1-1-1 0 0,0 1 1 0 0,0 0-1 0 0,0 0 0 0 0,-1 0 1 0 0,1 0-1 0 0,0 0 1 0 0,0 0-1 0 0,0 0 1 0 0,-1 1-1 0 0,1-1 0 0 0,0 0 1 0 0,-1 1-1 0 0,1-1 1 0 0,-1 1-1 0 0,1-1 1 0 0,-1 1-1 0 0,1 0 0 0 0,-1 0 1 0 0,-1-1-1 0 0,-3 1-49 0 0,1 0 0 0 0,-1 0 0 0 0,0 1 0 0 0,1 0 0 0 0,-1 0 0 0 0,0 0-1 0 0,1 0 1 0 0,-11 5 0 0 0,5-1-39 0 0,0 1-1 0 0,0 0 1 0 0,1 1 0 0 0,0 0-1 0 0,-16 15 1 0 0,20-16-5 0 0,-1 0 0 0 0,2 1 0 0 0,-1 0 0 0 0,1 0 0 0 0,0 0 0 0 0,0 0 0 0 0,1 1 0 0 0,-7 15 0 0 0,10-18 19 0 0,-1 0 0 0 0,2 0-1 0 0,-1 0 1 0 0,1 0-1 0 0,-1 0 1 0 0,2 0 0 0 0,-1 0-1 0 0,0 0 1 0 0,1 0-1 0 0,0-1 1 0 0,0 1 0 0 0,0 0-1 0 0,1 0 1 0 0,0-1-1 0 0,-1 1 1 0 0,2-1 0 0 0,-1 1-1 0 0,0-1 1 0 0,1 0-1 0 0,0 0 1 0 0,6 7 0 0 0,7 6-6 0 0,1 0 0 0 0,0-1 0 0 0,27 18 0 0 0,-19-14 3 0 0,-5-4 47 0 0,-2-2-79 0 0,-1 1 0 0 0,20 20-1 0 0,-33-31 83 0 0,-1 0 0 0 0,1 1 0 0 0,-1-1-1 0 0,0 1 1 0 0,0 0 0 0 0,-1-1-1 0 0,1 1 1 0 0,-1 0 0 0 0,0 1-1 0 0,0-1 1 0 0,-1 0 0 0 0,0 0-1 0 0,0 1 1 0 0,1 8 0 0 0,-2-8 142 0 0,-1-1 0 0 0,1 1 0 0 0,-1 0 0 0 0,-1-1 0 0 0,1 1 0 0 0,-1-1 0 0 0,0 0 0 0 0,0 1 0 0 0,0-1 0 0 0,-1 0-1 0 0,1 0 1 0 0,-1 0 0 0 0,-1-1 0 0 0,1 1 0 0 0,-1-1 0 0 0,1 0 0 0 0,-1 1 0 0 0,-8 5 0 0 0,5-5 20 0 0,-1 0 1 0 0,1 0-1 0 0,-1-1 0 0 0,0 0 0 0 0,0 0 0 0 0,0-1 1 0 0,-1 0-1 0 0,1 0 0 0 0,-1-1 0 0 0,0 0 0 0 0,-13 1 0 0 0,11-2-40 0 0,0 0-1 0 0,1-1 0 0 0,-23-3 0 0 0,28 2-278 0 0,0 0 0 0 0,0-1 0 0 0,0 1 0 0 0,0-1 0 0 0,0 0 0 0 0,1 0 0 0 0,-1-1 0 0 0,1 1 0 0 0,-1-1-1 0 0,1 0 1 0 0,0 0 0 0 0,-5-5 0 0 0,7 6-198 0 0,0 0-1 0 0,0 0 1 0 0,0 0 0 0 0,1-1-1 0 0,-1 1 1 0 0,1 0-1 0 0,-1-1 1 0 0,1 1 0 0 0,0-1-1 0 0,0 1 1 0 0,0-1-1 0 0,0 0 1 0 0,1 1-1 0 0,-1-1 1 0 0,1 0 0 0 0,0 0-1 0 0,-1 0 1 0 0,1 1-1 0 0,0-1 1 0 0,1 0-1 0 0,-1 0 1 0 0,0 1 0 0 0,1-1-1 0 0,0 0 1 0 0,-1 0-1 0 0,1 1 1 0 0,0-1-1 0 0,0 1 1 0 0,1-1 0 0 0,-1 1-1 0 0,0-1 1 0 0,1 1-1 0 0,0 0 1 0 0,-1 0-1 0 0,1 0 1 0 0,2-2 0 0 0,4-5-1541 0 0,0 1 1 0 0,1 1 0 0 0,0-1-1 0 0,10-5 1 0 0,4-3-3932 0 0</inkml:trace>
  <inkml:trace contextRef="#ctx0" brushRef="#br0" timeOffset="1">949 191 24 0 0,'3'-3'915'0'0,"-1"0"0"0"0,1 0 0 0 0,-1 0 1 0 0,1 0-1 0 0,-1 0 0 0 0,0-1 0 0 0,0 1 0 0 0,-1-1 0 0 0,1 1 0 0 0,-1-1 0 0 0,1 0 1 0 0,-1 1-1 0 0,0-1 0 0 0,-1 0 0 0 0,1 0 0 0 0,-1 0 0 0 0,1 0 0 0 0,-1 0 0 0 0,0 0 1 0 0,-2-7-1 0 0,2 10-844 0 0,0 0 0 0 0,-1 1 0 0 0,1-1 0 0 0,-1 0 0 0 0,1 1 0 0 0,-1-1 0 0 0,1 0 0 0 0,-1 1 0 0 0,0-1 0 0 0,1 1 0 0 0,-1-1 0 0 0,1 1 1 0 0,-1-1-1 0 0,0 1 0 0 0,0 0 0 0 0,1-1 0 0 0,-1 1 0 0 0,0 0 0 0 0,0-1 0 0 0,0 1 0 0 0,1 0 0 0 0,-1 0 0 0 0,0 0 0 0 0,0 0 0 0 0,0 0 0 0 0,1 0 0 0 0,-1 0 0 0 0,0 0 1 0 0,0 0-1 0 0,0 0 0 0 0,0 0 0 0 0,1 0 0 0 0,-1 1 0 0 0,-1-1 0 0 0,1 0-89 0 0,-5 3 145 0 0,0 0-1 0 0,-1 0 0 0 0,1 0 0 0 0,0 0 1 0 0,0 1-1 0 0,1 0 0 0 0,-1 0 1 0 0,1 1-1 0 0,-8 8 0 0 0,2-3 6 0 0,-9 9-52 0 0,1 2 0 0 0,1 0 0 0 0,1 1-1 0 0,1 1 1 0 0,1 1 0 0 0,1 0 0 0 0,1 0 0 0 0,1 2 0 0 0,1 0 0 0 0,1 0-1 0 0,-9 42 1 0 0,16-58-65 0 0,2-1 0 0 0,-1 0-1 0 0,1 1 1 0 0,1 0 0 0 0,0-1-1 0 0,0 1 1 0 0,1-1 0 0 0,0 1 0 0 0,0-1-1 0 0,1 1 1 0 0,6 14 0 0 0,-6-18-1 0 0,0-1-1 0 0,1 0 1 0 0,0 0 0 0 0,0 0 0 0 0,0-1 0 0 0,0 1-1 0 0,1-1 1 0 0,0 0 0 0 0,0 0 0 0 0,0 0 0 0 0,0 0 0 0 0,1-1-1 0 0,0 1 1 0 0,-1-1 0 0 0,1 0 0 0 0,0-1 0 0 0,1 1-1 0 0,-1-1 1 0 0,0 0 0 0 0,11 2 0 0 0,-3-2 2 0 0,0 0 0 0 0,1-1 1 0 0,-1 0-1 0 0,1-1 0 0 0,-1-1 0 0 0,0 0 0 0 0,1 0 1 0 0,-1-2-1 0 0,0 0 0 0 0,0 0 0 0 0,0-1 0 0 0,0-1 1 0 0,-1 0-1 0 0,1-1 0 0 0,-1 0 0 0 0,22-15 1 0 0,-13 5-5 0 0,0 0 0 0 0,-2-1 0 0 0,1-1 0 0 0,-2 0 0 0 0,0-2 0 0 0,-2 0 0 0 0,27-41 0 0 0,-36 48 14 0 0,0 0 1 0 0,0 0-1 0 0,-2 0 0 0 0,1-1 1 0 0,-2 0-1 0 0,0 0 0 0 0,0 0 0 0 0,-1-1 1 0 0,0-15-1 0 0,-2 21 19 0 0,-1-1-1 0 0,0 1 0 0 0,-1-1 1 0 0,0 1-1 0 0,-1-1 1 0 0,0 1-1 0 0,0 0 1 0 0,-1 0-1 0 0,0 0 0 0 0,-1 0 1 0 0,0 0-1 0 0,0 1 1 0 0,-1-1-1 0 0,0 1 1 0 0,-6-7-1 0 0,3 6-34 0 0,0 0-1 0 0,0 1 1 0 0,-1 0 0 0 0,0 1-1 0 0,0 0 1 0 0,0 0-1 0 0,-1 1 1 0 0,0 0 0 0 0,-1 1-1 0 0,1 0 1 0 0,-1 1 0 0 0,0 0-1 0 0,-18-4 1 0 0,23 6-229 0 0,-1 1 0 0 0,0 0 1 0 0,0 0-1 0 0,0 1 0 0 0,0 0 0 0 0,0 0 1 0 0,0 1-1 0 0,0 0 0 0 0,0 0 1 0 0,0 0-1 0 0,0 1 0 0 0,0 0 0 0 0,1 1 1 0 0,-1-1-1 0 0,1 1 0 0 0,-1 0 1 0 0,1 1-1 0 0,0 0 0 0 0,0 0 0 0 0,1 0 1 0 0,-1 0-1 0 0,1 1 0 0 0,-8 9 1 0 0,11-12-151 0 0,0 1 1 0 0,0 0-1 0 0,0 0 1 0 0,0 0-1 0 0,1 0 0 0 0,-1 0 1 0 0,1 0-1 0 0,0 0 1 0 0,0 0-1 0 0,0 1 1 0 0,0-1-1 0 0,0 0 1 0 0,0 5-1 0 0,1-5-235 0 0,0 0 0 0 0,1-1 0 0 0,-1 1 0 0 0,0-1 0 0 0,1 1 0 0 0,0-1 0 0 0,-1 0 0 0 0,1 1 0 0 0,0-1 0 0 0,0 1 0 0 0,1-1 0 0 0,1 3 0 0 0,6 7-4743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35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551 391 872 0 0,'7'-4'1177'0'0,"-1"-1"0"0"0,0 1 0 0 0,0-1-1 0 0,-1-1 1 0 0,0 1 0 0 0,0-1 0 0 0,0 0 0 0 0,0 0-1 0 0,-1 0 1 0 0,0-1 0 0 0,0 1 0 0 0,-1-1 0 0 0,3-8 0 0 0,-6 12-835 0 0,0 0 0 0 0,0 1 0 0 0,0-1 0 0 0,0 0 1 0 0,-1 0-1 0 0,0 0 0 0 0,1 1 0 0 0,-1-1 0 0 0,0 0 1 0 0,-2-3-1 0 0,1 1 105 0 0,2 4-396 0 0,0 1 0 0 0,-1-1-1 0 0,1 0 1 0 0,-1 0 0 0 0,1 0-1 0 0,-1 1 1 0 0,0-1 0 0 0,1 0-1 0 0,-1 0 1 0 0,0 1 0 0 0,1-1-1 0 0,-1 1 1 0 0,0-1 0 0 0,0 1-1 0 0,0-1 1 0 0,1 1 0 0 0,-1-1-1 0 0,0 1 1 0 0,0 0 0 0 0,-1-1-1 0 0,1 1 80 0 0,-3-2-35 0 0,0 1-1 0 0,0-1 1 0 0,0 1-1 0 0,0 0 0 0 0,0 1 1 0 0,0-1-1 0 0,0 1 0 0 0,0 0 1 0 0,0 0-1 0 0,0 0 0 0 0,0 0 1 0 0,-5 2-1 0 0,5-2-73 0 0,-8 1 30 0 0,1 1-1 0 0,0 1 1 0 0,0 0 0 0 0,0 0 0 0 0,0 1 0 0 0,0 0-1 0 0,1 1 1 0 0,0 0 0 0 0,-18 12 0 0 0,21-12-58 0 0,0 0-1 0 0,0 1 1 0 0,0 0 0 0 0,1 0 0 0 0,-1 1 0 0 0,2 0 0 0 0,-1 0-1 0 0,1 0 1 0 0,0 1 0 0 0,0 0 0 0 0,1 0 0 0 0,-5 12 0 0 0,7-15 9 0 0,1 1 0 0 0,0 0 0 0 0,0 0 0 0 0,0-1 0 0 0,1 1 0 0 0,0 0 0 0 0,0 0 0 0 0,0 0 0 0 0,1 0 0 0 0,2 10 0 0 0,0-5 16 0 0,0-1-1 0 0,1 0 1 0 0,0 0-1 0 0,1 0 1 0 0,8 13 0 0 0,3-1 23 0 0,1 1 0 0 0,1-2 0 0 0,35 33 0 0 0,23 28-146 0 0,-48-51 58 0 0,-26-28 131 0 0,1-1-1 0 0,-1 1 0 0 0,1 0 1 0 0,-1 0-1 0 0,0 0 0 0 0,0 0 1 0 0,-1 0-1 0 0,1 1 0 0 0,-1-1 1 0 0,1 0-1 0 0,-1 1 0 0 0,0-1 1 0 0,0 1-1 0 0,-1-1 0 0 0,1 1 1 0 0,-1 0-1 0 0,0-1 0 0 0,0 1 1 0 0,0 0-1 0 0,0-1 0 0 0,0 1 1 0 0,-1-1-1 0 0,0 1 0 0 0,0 0 1 0 0,0-1-1 0 0,0 0 0 0 0,0 1 1 0 0,-1-1-1 0 0,1 0 0 0 0,-1 1 1 0 0,0-1-1 0 0,0 0 0 0 0,0 0 1 0 0,-5 4-1 0 0,0 1 205 0 0,-2 0 0 0 0,1-1 0 0 0,-1 1 0 0 0,0-2-1 0 0,0 1 1 0 0,-1-2 0 0 0,0 1 0 0 0,0-1 0 0 0,0-1 0 0 0,-12 4-1 0 0,2-2-45 0 0,-1-1-1 0 0,1-1 1 0 0,-1-1-1 0 0,0-1 1 0 0,0-1-1 0 0,0-1 1 0 0,0-1-1 0 0,-39-6 0 0 0,34 2-506 0 0,0-1-1 0 0,0-2 0 0 0,1 0 0 0 0,0-2 1 0 0,0 0-1 0 0,-33-21 0 0 0,57 31 84 0 0,0-1-1 0 0,0 0 1 0 0,0 1-1 0 0,-1-1 1 0 0,1 0 0 0 0,0 1-1 0 0,0-1 1 0 0,0 0-1 0 0,0 0 1 0 0,0 0-1 0 0,1 0 1 0 0,-1 0-1 0 0,0 0 1 0 0,0 0 0 0 0,1 0-1 0 0,-1 0 1 0 0,0-1-1 0 0,1 1 1 0 0,-1 0-1 0 0,1 0 1 0 0,0-1-1 0 0,-1 1 1 0 0,1 0 0 0 0,0 0-1 0 0,0-1 1 0 0,0 1-1 0 0,0 0 1 0 0,0-1-1 0 0,0 1 1 0 0,0 0 0 0 0,0 0-1 0 0,1-1 1 0 0,-1 1-1 0 0,0 0 1 0 0,1 0-1 0 0,-1-1 1 0 0,1 1-1 0 0,-1 0 1 0 0,1 0 0 0 0,0 0-1 0 0,-1 0 1 0 0,2-2-1 0 0,1-1-474 0 0,1 1 0 0 0,-1-1-1 0 0,1 0 1 0 0,0 1 0 0 0,0 0-1 0 0,0 0 1 0 0,0 0 0 0 0,1 0-1 0 0,5-2 1 0 0,33-10-6439 0 0,-18 7 62 0 0</inkml:trace>
  <inkml:trace contextRef="#ctx0" brushRef="#br0" timeOffset="1">1156 557 3348 0 0,'5'-6'1594'0'0,"-1"-1"0"0"0,1 0 0 0 0,-1 0 0 0 0,0 0 0 0 0,-1 0 0 0 0,0-1 0 0 0,0 1 0 0 0,2-9-1 0 0,-4 10-927 0 0,1 1 0 0 0,-1 0 0 0 0,-1-1 0 0 0,1 1 0 0 0,-1 0 0 0 0,0-1 0 0 0,0 1 0 0 0,-1 0 0 0 0,0-1 0 0 0,0 1 0 0 0,0 0 0 0 0,-2-6 0 0 0,3 10-635 0 0,-1 0 0 0 0,1 1 0 0 0,-1-1 0 0 0,1 1 0 0 0,-1-1-1 0 0,0 1 1 0 0,1-1 0 0 0,-1 1 0 0 0,1-1 0 0 0,-1 1 0 0 0,0 0 0 0 0,1-1 0 0 0,-1 1 0 0 0,0 0-1 0 0,0-1 1 0 0,1 1 0 0 0,-1 0 0 0 0,0 0 0 0 0,0 0 0 0 0,1 0 0 0 0,-1 0 0 0 0,0 0-1 0 0,0 0 1 0 0,0 0 0 0 0,1 0 0 0 0,-1 0 0 0 0,0 0 0 0 0,-1 1 0 0 0,-20 4 171 0 0,13-1-150 0 0,-1 1-1 0 0,1 0 1 0 0,0 0-1 0 0,1 1 1 0 0,-1 0-1 0 0,-13 13 1 0 0,-43 48 159 0 0,53-54-149 0 0,-27 31 39 0 0,2 2 0 0 0,-42 67 1 0 0,66-93-140 0 0,2 1 0 0 0,0 1 0 0 0,1-1 0 0 0,2 2 0 0 0,0-1 0 0 0,1 1 0 0 0,1 0 0 0 0,-4 40 0 0 0,9-56-134 0 0,1 0 1 0 0,0 0 0 0 0,0 1-1 0 0,1-1 1 0 0,0 0-1 0 0,0 0 1 0 0,1 0 0 0 0,0 0-1 0 0,0 0 1 0 0,0 0 0 0 0,1 0-1 0 0,0-1 1 0 0,5 7 0 0 0,-5-7-154 0 0,1-1 0 0 0,0 0 0 0 0,1-1 0 0 0,-1 1 0 0 0,1-1 0 0 0,0 0 0 0 0,0 0 0 0 0,0 0 1 0 0,0-1-1 0 0,1 0 0 0 0,0 0 0 0 0,-1 0 0 0 0,1-1 0 0 0,0 0 0 0 0,8 2 0 0 0,9 0-1162 0 0,0-1 0 0 0,0-1-1 0 0,0-1 1 0 0,0-1 0 0 0,0-1-1 0 0,0-1 1 0 0,35-7 0 0 0,8-3-4658 0 0</inkml:trace>
  <inkml:trace contextRef="#ctx0" brushRef="#br0" timeOffset="2">1668 878 876 0 0,'5'-9'1572'0'0,"0"0"1"0"0,-1-1-1 0 0,0 0 0 0 0,-1 0 1 0 0,1 0-1 0 0,-2 0 0 0 0,0 0 1 0 0,0 0-1 0 0,-1-1 0 0 0,1-18 1 0 0,-3-5 4177 0 0,-9-62-1 0 0,10 94-5041 0 0,-3 3-516 0 0,0 2-117 0 0,0-1 0 0 0,-1 1 0 0 0,1 0 0 0 0,0 0 0 0 0,1 0 0 0 0,-1 0 0 0 0,0 1 0 0 0,1-1 0 0 0,0 1 0 0 0,0-1 0 0 0,-2 6 0 0 0,-19 50 563 0 0,14-33-521 0 0,-5 13-108 0 0,1 0 0 0 0,2 2-1 0 0,2-1 1 0 0,2 1 0 0 0,1 0-1 0 0,3 1 1 0 0,1 49 0 0 0,2-86-111 0 0,1 0-1 0 0,-1 0 1 0 0,1 0 0 0 0,0-1 0 0 0,1 1 0 0 0,-1 0 0 0 0,1-1 0 0 0,0 1 0 0 0,0-1 0 0 0,3 4 0 0 0,-4-6-60 0 0,0 0 1 0 0,1 0 0 0 0,0 0-1 0 0,-1 0 1 0 0,1 0 0 0 0,0-1-1 0 0,0 1 1 0 0,0-1 0 0 0,0 1-1 0 0,0-1 1 0 0,0 0 0 0 0,0 0-1 0 0,0 0 1 0 0,1 0 0 0 0,-1 0-1 0 0,0 0 1 0 0,1-1 0 0 0,-1 1-1 0 0,0-1 1 0 0,1 0 0 0 0,3 1-1 0 0,5-2-1150 0 0,1-1-1 0 0,-1 1 1 0 0,0-2 0 0 0,0 1-1 0 0,0-1 1 0 0,0-1-1 0 0,-1 0 1 0 0,1-1 0 0 0,-1 0-1 0 0,0 0 1 0 0,15-13-1 0 0,15-8-8157 0 0</inkml:trace>
  <inkml:trace contextRef="#ctx0" brushRef="#br0" timeOffset="3">1991 148 2404 0 0,'-99'-66'10415'0'0,"-10"-7"-3176"0"0,109 72-7348 0 0,-1 1 1 0 0,1-1-1 0 0,-1 0 0 0 0,0 1 1 0 0,0-1-1 0 0,1 0 0 0 0,-1 1 1 0 0,0-1-1 0 0,0 1 0 0 0,0 0 1 0 0,1-1-1 0 0,-1 1 0 0 0,0-1 1 0 0,0 1-1 0 0,0 0 0 0 0,0 0 1 0 0,0 0-1 0 0,0 0 0 0 0,0-1 1 0 0,0 1-1 0 0,0 0 0 0 0,0 1 1 0 0,0-1-1 0 0,-1 0 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37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1349 1620 0 0,'-3'-26'2749'0'0,"2"0"0"0"0,1 0-1 0 0,5-31 1 0 0,-1-22 3086 0 0,-3 74-5548 0 0,-1 0-1 0 0,0 1 1 0 0,-1-1 0 0 0,1 0 0 0 0,-1 1 0 0 0,0-1-1 0 0,0 0 1 0 0,0 1 0 0 0,0-1 0 0 0,-1 1 0 0 0,0 0 0 0 0,0-1-1 0 0,0 1 1 0 0,-5-7 0 0 0,6 10-273 0 0,0 0-1 0 0,1 1 1 0 0,-1-1-1 0 0,0 1 1 0 0,0-1-1 0 0,1 1 1 0 0,-1-1-1 0 0,0 1 1 0 0,0-1-1 0 0,0 1 1 0 0,1-1-1 0 0,-1 1 1 0 0,0 0-1 0 0,0 0 1 0 0,0-1-1 0 0,0 1 1 0 0,0 0-1 0 0,0 0 1 0 0,0 0-1 0 0,-1 0 1 0 0,1 0 18 0 0,-3-1-14 0 0,-1 1 1 0 0,1-1-1 0 0,-1 1 0 0 0,1 0 1 0 0,-1 0-1 0 0,1 0 0 0 0,-1 0 1 0 0,1 1-1 0 0,-1 0 0 0 0,1 0 1 0 0,0 0-1 0 0,-7 3 0 0 0,-1 1-6 0 0,0 1-1 0 0,-20 13 1 0 0,10-4-8 0 0,2 1 1 0 0,0 1 0 0 0,1 0-1 0 0,1 2 1 0 0,1 0 0 0 0,-24 34-1 0 0,21-24-6 0 0,2 1 0 0 0,1 0 0 0 0,2 2 0 0 0,-16 44 0 0 0,27-64 12 0 0,0 0 1 0 0,1 0-1 0 0,0 1 0 0 0,2-1 0 0 0,-1 0 0 0 0,1 1 0 0 0,1-1 0 0 0,0 1 0 0 0,2 13 0 0 0,-1-22-37 0 0,0 1 1 0 0,0-1 0 0 0,0 1 0 0 0,0-1-1 0 0,1 1 1 0 0,0-1 0 0 0,0 0 0 0 0,0 0-1 0 0,0 0 1 0 0,1 0 0 0 0,-1 0 0 0 0,1-1-1 0 0,0 1 1 0 0,0-1 0 0 0,0 0 0 0 0,1 1-1 0 0,-1-1 1 0 0,1-1 0 0 0,0 1 0 0 0,-1-1-1 0 0,1 1 1 0 0,1-1 0 0 0,-1 0 0 0 0,0 0-1 0 0,0-1 1 0 0,1 1 0 0 0,5 0 0 0 0,-2 0-72 0 0,-1-1 1 0 0,1-1-1 0 0,-1 1 1 0 0,1-1-1 0 0,-1 0 0 0 0,1-1 1 0 0,-1 1-1 0 0,1-2 1 0 0,-1 1-1 0 0,0-1 1 0 0,1 0-1 0 0,7-4 1 0 0,-5 2 4 0 0,-1-1 1 0 0,1-1-1 0 0,-1 0 1 0 0,0 0-1 0 0,-1-1 1 0 0,1 0 0 0 0,11-14-1 0 0,-4 3 20 0 0,-2-1 1 0 0,0 0-1 0 0,-1-1 0 0 0,-1-1 0 0 0,-1 0 1 0 0,16-45-1 0 0,-15 22 519 0 0,-2 0-1 0 0,-1-1 1 0 0,-3 0 0 0 0,1-51 0 0 0,-7 20 530 0 0,-10 99-784 0 0,-8 49 307 0 0,-10 82-1 0 0,26-130-461 0 0,0-1 0 0 0,2 1 1 0 0,0-1-1 0 0,1 0 1 0 0,2 1-1 0 0,0-1 1 0 0,13 42-1 0 0,-15-61-85 0 0,1 0 0 0 0,-1 0 1 0 0,1 0-1 0 0,0 0 0 0 0,0-1 0 0 0,0 1 1 0 0,0-1-1 0 0,1 1 0 0 0,0-1 0 0 0,-1 0 1 0 0,1 0-1 0 0,0 0 0 0 0,1 0 0 0 0,-1-1 1 0 0,0 1-1 0 0,1-1 0 0 0,-1 0 0 0 0,1 0 0 0 0,0 0 1 0 0,7 2-1 0 0,-5-3-164 0 0,0 1 0 0 0,1-2 0 0 0,-1 1 1 0 0,1-1-1 0 0,-1 0 0 0 0,1 0 0 0 0,-1 0 0 0 0,0-1 0 0 0,1 0 0 0 0,-1-1 1 0 0,0 1-1 0 0,1-1 0 0 0,7-4 0 0 0,5-3-402 0 0,0-1 0 0 0,0 0-1 0 0,-1-2 1 0 0,0 0 0 0 0,-1-1 0 0 0,0-1 0 0 0,-1-1 0 0 0,23-26 0 0 0,-2-5-1152 0 0,62-100 0 0 0,-45 53 1084 0 0,-4-2 0 0 0,69-187 1 0 0,-88 188 1712 0 0,-4-1 0 0 0,-4-1 0 0 0,12-127 0 0 0,-24-57 5378 0 0,-11 279-6398 0 0,0 1 0 0 0,0-1 1 0 0,0 1-1 0 0,0-1 1 0 0,0 0-1 0 0,0 1 0 0 0,0-1 1 0 0,0 1-1 0 0,0-1 1 0 0,-1 1-1 0 0,1-1 1 0 0,0 0-1 0 0,0 1 0 0 0,0-1 1 0 0,-1 1-1 0 0,1-1 1 0 0,0 1-1 0 0,0-1 1 0 0,-1 1-1 0 0,0-1 0 0 0,-7 4 111 0 0,-6 19 15 0 0,-7 31 624 0 0,2 1-1 0 0,-21 107 1 0 0,30-118-401 0 0,-84 419 2855 0 0,41 4-1758 0 0,52-427-1589 0 0,1 1 0 0 0,2-1-1 0 0,1 0 1 0 0,17 72 0 0 0,-18-103-54 0 0,0 0 0 0 0,1 0 0 0 0,0 0 0 0 0,0-1 0 0 0,1 1 0 0 0,0-1 0 0 0,0 0 0 0 0,1 0-1 0 0,0 0 1 0 0,6 6 0 0 0,-8-10 27 0 0,0-1 0 0 0,0 1 0 0 0,0-1 0 0 0,0 0 0 0 0,1 0 0 0 0,-1 0 0 0 0,0-1 0 0 0,1 1 0 0 0,0-1 0 0 0,-1 0 0 0 0,1 0 0 0 0,0 0 0 0 0,-1 0 0 0 0,1-1 0 0 0,0 1 0 0 0,0-1 0 0 0,-1 0 0 0 0,1 0 0 0 0,0-1 0 0 0,0 1 0 0 0,0-1 0 0 0,-1 0 0 0 0,7-2 0 0 0,1-1-222 0 0,-1 0 0 0 0,0-1 0 0 0,0 0 0 0 0,-1-1 0 0 0,1 0 0 0 0,-1 0 0 0 0,15-15 0 0 0,-1-2-369 0 0,29-35-1 0 0,-28 27 581 0 0,-2-1 0 0 0,-1-1 0 0 0,33-69 0 0 0,-36 58 1678 0 0,-2-1 0 0 0,21-87 0 0 0,-13 25 2362 0 0,-23 104-3497 0 0,1 27 484 0 0,-28 152 1375 0 0,-1 17-2353 0 0,26-166-982 0 0,1 42-1 0 0,1-61 510 0 0,0 0 0 0 0,0 0 0 0 0,1 0 0 0 0,0 0 0 0 0,0 0 0 0 0,1 0-1 0 0,0-1 1 0 0,0 1 0 0 0,8 11 0 0 0,-9-17 159 0 0,0 0-1 0 0,0 0 1 0 0,0 0-1 0 0,0 0 1 0 0,0-1-1 0 0,1 1 1 0 0,-1-1-1 0 0,0 1 1 0 0,1-1-1 0 0,-1 0 1 0 0,1 0 0 0 0,0 0-1 0 0,-1-1 1 0 0,1 1-1 0 0,0 0 1 0 0,-1-1-1 0 0,1 0 1 0 0,0 1-1 0 0,0-1 1 0 0,-1-1-1 0 0,1 1 1 0 0,0 0-1 0 0,0 0 1 0 0,-1-1-1 0 0,1 0 1 0 0,3-1-1 0 0,15-7-5413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38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1186 886 2484 0 0,'30'-97'9942'0'0,"-15"43"-4504"0"0,-15 52-5312 0 0,1 1 0 0 0,-1-1-1 0 0,1 0 1 0 0,-1 1 0 0 0,1-1-1 0 0,0 1 1 0 0,0-1 0 0 0,-1 1-1 0 0,1-1 1 0 0,0 1 0 0 0,2-2-1 0 0,-3 3-94 0 0,0 0 0 0 0,1 0 0 0 0,-1 0 0 0 0,0 0 0 0 0,0 0 0 0 0,1-1 0 0 0,-1 1 0 0 0,0 0 0 0 0,1 0 0 0 0,-1 0 0 0 0,0 0 0 0 0,0 0 0 0 0,1 0 0 0 0,-1 0 0 0 0,0 0 0 0 0,1 0 0 0 0,-1 0 0 0 0,0 0 0 0 0,0 1 0 0 0,1-1 0 0 0,-1 0 0 0 0,0 0 0 0 0,1 0 0 0 0,-1 0 0 0 0,0 0 0 0 0,0 0 0 0 0,1 1 0 0 0,-1-1 0 0 0,0 0 0 0 0,0 0 0 0 0,0 0 0 0 0,1 1 0 0 0,-1-1 0 0 0,0 0 0 0 0,0 0 0 0 0,0 1 0 0 0,3 3 158 0 0,0 1-1 0 0,-1 0 0 0 0,0 0 1 0 0,0 0-1 0 0,2 8 0 0 0,41 181 1999 0 0,-19-69-1726 0 0,-21-106-365 0 0,0 0-1 0 0,1 0 1 0 0,0-1-1 0 0,16 28 1 0 0,-22-45-95 0 0,1 0 0 0 0,0 0 0 0 0,-1 0 0 0 0,1 0 1 0 0,0 0-1 0 0,0 0 0 0 0,0 0 0 0 0,0 0 0 0 0,0 0 0 0 0,0 0 0 0 0,0 0 0 0 0,0 0 0 0 0,0-1 1 0 0,0 1-1 0 0,1 0 0 0 0,-1-1 0 0 0,0 1 0 0 0,0-1 0 0 0,1 1 0 0 0,-1-1 0 0 0,0 0 1 0 0,1 0-1 0 0,1 1 0 0 0,0-2-32 0 0,-1 1 0 0 0,1-1 0 0 0,-1 1 0 0 0,0-1 0 0 0,1 0 0 0 0,-1 0 0 0 0,0 0 0 0 0,1 0 0 0 0,-1 0 0 0 0,0 0 0 0 0,4-4 0 0 0,2-2-125 0 0,0 0 0 0 0,-1 0 0 0 0,0-1 0 0 0,12-17 0 0 0,104-177-677 0 0,-10 13 560 0 0,-92 164 124 0 0,-20 24 144 0 0,0 0-1 0 0,0 0 1 0 0,1 0-1 0 0,-1 0 0 0 0,0 0 1 0 0,0 1-1 0 0,1-1 0 0 0,-1 0 1 0 0,0 1-1 0 0,1-1 1 0 0,-1 1-1 0 0,0-1 0 0 0,1 1 1 0 0,-1 0-1 0 0,1 0 1 0 0,-1-1-1 0 0,0 1 0 0 0,1 0 1 0 0,-1 0-1 0 0,1 0 1 0 0,1 1-1 0 0,6 2-7 0 0,-1 0-1 0 0,0 1 1 0 0,-1 0-1 0 0,1 0 1 0 0,-1 1-1 0 0,12 8 1 0 0,41 42-14 0 0,-44-38 63 0 0,2 0 1 0 0,27 19-1 0 0,-40-33-11 0 0,0 0 0 0 0,0 0 0 0 0,1 0 0 0 0,-1 0 0 0 0,1-1 0 0 0,0 0 0 0 0,0 0 0 0 0,8 1 0 0 0,-11-2-16 0 0,0-1 1 0 0,1 0 0 0 0,-1 0-1 0 0,0 0 1 0 0,1-1 0 0 0,-1 1-1 0 0,0-1 1 0 0,0 1-1 0 0,1-1 1 0 0,-1 0 0 0 0,0-1-1 0 0,0 1 1 0 0,0-1 0 0 0,0 1-1 0 0,0-1 1 0 0,0 0-1 0 0,4-4 1 0 0,1-1-8 0 0,0-1 0 0 0,-1 0-1 0 0,-1 0 1 0 0,1 0 0 0 0,-1-1-1 0 0,-1 0 1 0 0,7-12 0 0 0,-4 4-6 0 0,-1-1-1 0 0,-1 0 1 0 0,6-22 0 0 0,-10 30 15 0 0,0-1 0 0 0,-1 1 0 0 0,0-1 1 0 0,0 0-1 0 0,-3-20 0 0 0,2 30-6 0 0,0-1 0 0 0,0 1 0 0 0,-1 0 0 0 0,1-1 0 0 0,-1 1 0 0 0,1 0 0 0 0,-1-1-1 0 0,1 1 1 0 0,-1 0 0 0 0,0 0 0 0 0,0 0 0 0 0,1-1 0 0 0,-1 1 0 0 0,0 0 0 0 0,0 0 0 0 0,0 0 0 0 0,0 0 0 0 0,0 1 0 0 0,0-1-1 0 0,-1 0 1 0 0,1 0 0 0 0,0 1 0 0 0,0-1 0 0 0,-1 0 0 0 0,1 1 0 0 0,0-1 0 0 0,-1 1 0 0 0,1 0 0 0 0,0-1 0 0 0,-1 1 0 0 0,1 0 0 0 0,-1 0-1 0 0,1 0 1 0 0,0 0 0 0 0,-1 0 0 0 0,1 0 0 0 0,0 1 0 0 0,-1-1 0 0 0,1 0 0 0 0,-3 1 0 0 0,-2 1 61 0 0,0 0 0 0 0,0 0 0 0 0,0 0 0 0 0,0 1 0 0 0,0 0 0 0 0,1 0 0 0 0,-9 5-1 0 0,-4 8 158 0 0,1 0-1 0 0,0 0 0 0 0,1 2 0 0 0,1 0 0 0 0,0 1 1 0 0,2 0-1 0 0,0 1 0 0 0,1 0 0 0 0,1 1 0 0 0,1 1 1 0 0,1-1-1 0 0,1 2 0 0 0,1-1 0 0 0,1 1 0 0 0,0 0 0 0 0,2 0 1 0 0,1 1-1 0 0,1-1 0 0 0,1 28 0 0 0,1-43-166 0 0,1 0-1 0 0,0 0 1 0 0,1 1-1 0 0,0-1 1 0 0,0 0-1 0 0,0-1 1 0 0,1 1-1 0 0,0 0 1 0 0,1-1-1 0 0,0 0 1 0 0,0 0-1 0 0,0 0 1 0 0,11 13-1 0 0,-11-16-218 0 0,0 0 1 0 0,0-1-1 0 0,1 1 0 0 0,-1-1 0 0 0,1 0 1 0 0,0 0-1 0 0,-1-1 0 0 0,1 1 0 0 0,1-1 1 0 0,-1 0-1 0 0,0 0 0 0 0,0-1 0 0 0,1 1 1 0 0,-1-1-1 0 0,1-1 0 0 0,-1 1 0 0 0,1-1 1 0 0,-1 0-1 0 0,1 0 0 0 0,0 0 0 0 0,7-2 1 0 0,1-1-1059 0 0,0 0 1 0 0,-1-1 0 0 0,0 0-1 0 0,20-10 1 0 0,-20 7-1524 0 0,1 0 0 0 0,13-12 0 0 0,6-6-5610 0 0</inkml:trace>
  <inkml:trace contextRef="#ctx0" brushRef="#br0" timeOffset="1">1531 126 3664 0 0,'-214'-85'18002'0'0,"126"48"-16410"0"0,73 33-3630 0 0,11 4 525 0 0,0 1-1 0 0,0-1 1 0 0,1 1 0 0 0,-1 0 0 0 0,0 0-1 0 0,-5 2 1 0 0,6-2 456 0 0</inkml:trace>
  <inkml:trace contextRef="#ctx0" brushRef="#br0" timeOffset="2">112 242 1236 0 0,'-108'38'13116'0'0,"105"-36"-12350"0"0,41 3 770 0 0,319 8-1342 0 0,-118-7-4990 0 0,-145-6 805 0 0,0-1-1666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39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435 680 2700 0 0,'-36'-19'10192'0'0,"34"18"-9059"0"0,-10-3-219 0 0,10 3-181 0 0,-13-6 1188 0 0,15 7-1893 0 0,-1-1 0 0 0,1 1 0 0 0,0 0 0 0 0,-1 0 0 0 0,1-1 0 0 0,-1 1 0 0 0,1 0 0 0 0,0 0 0 0 0,-1-1 0 0 0,1 1 0 0 0,0 0-1 0 0,0-1 1 0 0,-1 1 0 0 0,1 0 0 0 0,0-1 0 0 0,0 1 0 0 0,-1-1 0 0 0,1 1 0 0 0,0 0 0 0 0,0-1 0 0 0,0 1 0 0 0,0-1 0 0 0,0 1 0 0 0,-1-1 0 0 0,1 1 0 0 0,0 0 0 0 0,0-1 0 0 0,0 1 0 0 0,0-1 0 0 0,0 1 0 0 0,1-1 0 0 0,10-12 278 0 0,35-11-389 0 0,-30 17 202 0 0,12-9-100 0 0,0 0-1 0 0,-2-2 0 0 0,0-1 1 0 0,-1-1-1 0 0,-1-2 0 0 0,-1 0 1 0 0,-1-1-1 0 0,0-1 0 0 0,-2-1 1 0 0,-2-1-1 0 0,0-1 0 0 0,-1 0 0 0 0,-2-1 1 0 0,-1-1-1 0 0,-1 0 0 0 0,11-38 1 0 0,-10 24-25 0 0,-9 29-29 0 0,0 0 0 0 0,0-1 0 0 0,-2 0 0 0 0,0 1 0 0 0,2-25 0 0 0,-19 53-53 0 0,-1 7 61 0 0,0 1 0 0 0,2 0 0 0 0,1 1 0 0 0,-15 37 0 0 0,4-8 27 0 0,-156 349 401 0 0,-65 131 60 0 0,237-519-396 0 0,-12 25 466 0 0,-32 44 1 0 0,45-73-340 0 0,0 0 0 0 0,-1-1 1 0 0,-1 0-1 0 0,1 0 0 0 0,-1 0 0 0 0,-1-1 1 0 0,1-1-1 0 0,-1 1 0 0 0,0-1 1 0 0,-13 6-1 0 0,20-11-159 0 0,0 0 0 0 0,-1 0-1 0 0,1-1 1 0 0,0 1 0 0 0,-1-1 0 0 0,1 1 0 0 0,0-1-1 0 0,-1 0 1 0 0,1 0 0 0 0,-1 0 0 0 0,1 0-1 0 0,-1 0 1 0 0,1 0 0 0 0,-1-1 0 0 0,1 1 0 0 0,0-1-1 0 0,-1 0 1 0 0,-3-1 0 0 0,3 0-10 0 0,-1 0 1 0 0,1-1-1 0 0,0 1 0 0 0,0-1 1 0 0,0 1-1 0 0,0-1 0 0 0,1 0 1 0 0,-1 0-1 0 0,1 0 0 0 0,-4-7 1 0 0,0-1-10 0 0,1 0 0 0 0,0-1 0 0 0,1 1 1 0 0,0-1-1 0 0,1 0 0 0 0,-3-17 1 0 0,5 20-32 0 0,0 1 0 0 0,0-1 1 0 0,1 0-1 0 0,0 1 1 0 0,1-1-1 0 0,0 0 1 0 0,0 0-1 0 0,1 1 1 0 0,0-1-1 0 0,1 1 1 0 0,-1 0-1 0 0,2-1 0 0 0,-1 1 1 0 0,1 1-1 0 0,6-11 1 0 0,-5 12-1 0 0,-1 1 0 0 0,1-1 0 0 0,0 1 0 0 0,0 1 0 0 0,0-1 0 0 0,1 0 0 0 0,-1 1 0 0 0,1 0 0 0 0,0 1-1 0 0,0-1 1 0 0,1 1 0 0 0,-1 1 0 0 0,1-1 0 0 0,0 1 0 0 0,-1 0 0 0 0,1 0 0 0 0,0 1 0 0 0,0 0 0 0 0,10-1 0 0 0,-3 2 6 0 0,0 1 1 0 0,0 0-1 0 0,0 0 0 0 0,0 1 0 0 0,-1 1 0 0 0,1 1 1 0 0,-1 0-1 0 0,0 0 0 0 0,0 1 0 0 0,0 1 0 0 0,0 0 1 0 0,21 15-1 0 0,2 6-1 0 0,-1 1 0 0 0,51 54 1 0 0,17 14-513 0 0,-95-90 53 0 0,0 0-1 0 0,0 0 1 0 0,1-1-1 0 0,0 0 1 0 0,0-1-1 0 0,1 0 0 0 0,-1 0 1 0 0,1-1-1 0 0,13 3 1 0 0,-13-5-962 0 0,1 1 1 0 0,-1-2-1 0 0,0 1 1 0 0,1-1-1 0 0,14-3 1 0 0,7-2-5337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40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377 397 1116 0 0,'9'-18'1965'0'0,"0"-1"0"0"0,-2 0-1 0 0,0-1 1 0 0,-2 1 0 0 0,0-1 0 0 0,-1 0 0 0 0,-1-1-1 0 0,1-25 1 0 0,-4 45-1935 0 0,0 0-1 0 0,0 0 1 0 0,0 0 0 0 0,0 1-1 0 0,0-1 1 0 0,0 0 0 0 0,0 0-1 0 0,0 0 1 0 0,-1 0 0 0 0,1 0-1 0 0,0 0 1 0 0,-1 0-1 0 0,1 0 1 0 0,0 1 0 0 0,-1-1-1 0 0,1 0 1 0 0,-1 0 0 0 0,1 1-1 0 0,-1-1 1 0 0,0 0 0 0 0,1 0-1 0 0,-1 1 1 0 0,0-1 0 0 0,1 1-1 0 0,-1-1 1 0 0,0 1-1 0 0,0-1 1 0 0,1 1 0 0 0,-1-1-1 0 0,0 1 1 0 0,0 0 0 0 0,0-1-1 0 0,0 1 1 0 0,0 0 0 0 0,0 0-1 0 0,0 0 1 0 0,1-1 0 0 0,-1 1-1 0 0,0 0 1 0 0,0 0 0 0 0,0 1-1 0 0,0-1 1 0 0,0 0-1 0 0,0 0 1 0 0,0 0 0 0 0,0 0-1 0 0,0 1 1 0 0,1-1 0 0 0,-2 1-1 0 0,-5 1 22 0 0,1 1 0 0 0,-1-1-1 0 0,1 1 1 0 0,0 1 0 0 0,-7 4-1 0 0,-23 18 185 0 0,1 1 0 0 0,1 2 0 0 0,1 1-1 0 0,-49 61 1 0 0,65-70-208 0 0,1 0 0 0 0,1 2 0 0 0,1 0 0 0 0,1 0 0 0 0,2 1-1 0 0,0 1 1 0 0,1 0 0 0 0,2 1 0 0 0,-7 30 0 0 0,14-49-23 0 0,-1 0 1 0 0,2 0-1 0 0,-1 0 0 0 0,1 0 0 0 0,0 0 0 0 0,1 1 1 0 0,0-1-1 0 0,0 0 0 0 0,0 0 0 0 0,1 0 1 0 0,0-1-1 0 0,5 12 0 0 0,-5-14-73 0 0,0 0 0 0 0,0 0 0 0 0,1-1 0 0 0,0 1 0 0 0,0-1 0 0 0,0 1 0 0 0,0-1 0 0 0,1 0 0 0 0,-1 0 0 0 0,1-1 0 0 0,0 1 0 0 0,-1-1 0 0 0,1 0 0 0 0,0 0 0 0 0,1 0 0 0 0,-1 0 0 0 0,0-1 0 0 0,0 1 1 0 0,1-1-1 0 0,7 1 0 0 0,-2-1-205 0 0,-1 0 0 0 0,0-1 0 0 0,1 0 0 0 0,-1 0 1 0 0,1-1-1 0 0,-1 0 0 0 0,0-1 0 0 0,1 0 1 0 0,-1-1-1 0 0,14-5 0 0 0,-10 2 51 0 0,0 0-1 0 0,-1-2 1 0 0,0 1 0 0 0,0-1 0 0 0,-1-1 0 0 0,14-14-1 0 0,0-3 101 0 0,-2-1 0 0 0,-1-1-1 0 0,-1-1 1 0 0,29-55-1 0 0,34-95 3080 0 0,-75 157-2176 0 0,18-42 548 0 0,-26 62-1274 0 0,-1 2-53 0 0,0 0 0 0 0,1 1 0 0 0,-1-1 0 0 0,1 0 0 0 0,-1 1-1 0 0,0-1 1 0 0,1 0 0 0 0,-1 1 0 0 0,0-1 0 0 0,1 0 0 0 0,-1 1 0 0 0,0-1-1 0 0,0 1 1 0 0,1-1 0 0 0,-1 1 0 0 0,0-1 0 0 0,0 1 0 0 0,0-1 0 0 0,0 1 0 0 0,1-1-1 0 0,-1 1 1 0 0,0-1 0 0 0,0 1 0 0 0,0-1 0 0 0,0 1 0 0 0,0 0 0 0 0,0 14 28 0 0,0-14-26 0 0,-10 113 245 0 0,1-3-130 0 0,9-96-326 0 0,0 1-1 0 0,1-1 0 0 0,1 0 0 0 0,0 0 1 0 0,1 0-1 0 0,9 26 0 0 0,-10-36-169 0 0,1 0 0 0 0,-1 0-1 0 0,1-1 1 0 0,0 0 0 0 0,0 1 0 0 0,0-1-1 0 0,0 0 1 0 0,1 0 0 0 0,7 6-1 0 0,-7-7-234 0 0,0-1-1 0 0,1 1 0 0 0,-1-1 1 0 0,0 0-1 0 0,1 0 0 0 0,-1 0 1 0 0,1-1-1 0 0,0 1 0 0 0,0-1 0 0 0,0 0 1 0 0,-1-1-1 0 0,7 1 0 0 0,12-1-4743 0 0</inkml:trace>
  <inkml:trace contextRef="#ctx0" brushRef="#br0" timeOffset="1">1215 351 76 0 0,'47'-126'18139'0'0,"-46"124"-17828"0"0,-1 2-272 0 0,0-1-1 0 0,0 0 0 0 0,1 1 0 0 0,-1-1 0 0 0,0 1 1 0 0,0-1-1 0 0,1 1 0 0 0,-1-1 0 0 0,0 1 1 0 0,1 0-1 0 0,-1-1 0 0 0,1 1 0 0 0,-1-1 0 0 0,0 1 1 0 0,1 0-1 0 0,-1-1 0 0 0,1 1 0 0 0,0-1 0 0 0,2 15 133 0 0,0-1-1 0 0,-1 0 0 0 0,0 1 0 0 0,-1-1 0 0 0,-1 1 1 0 0,0-1-1 0 0,-2 15 0 0 0,1 15 39 0 0,2-3-102 0 0,2 0 0 0 0,10 43 0 0 0,-12-76-87 0 0,1 0-1 0 0,0 0 1 0 0,0 0 0 0 0,0-1 0 0 0,1 1 0 0 0,0-1-1 0 0,1 1 1 0 0,-1-1 0 0 0,7 7 0 0 0,-7-9 0 0 0,0-1 0 0 0,0 1 1 0 0,0-1-1 0 0,1 0 0 0 0,-1 0 0 0 0,1-1 1 0 0,0 1-1 0 0,0-1 0 0 0,0 1 1 0 0,0-1-1 0 0,0 0 0 0 0,0-1 0 0 0,0 1 1 0 0,7 1-1 0 0,-9-3-15 0 0,-1 0 1 0 0,1 1-1 0 0,0-1 1 0 0,-1 0-1 0 0,1 0 0 0 0,0 0 1 0 0,-1 0-1 0 0,1-1 1 0 0,0 1-1 0 0,-1 0 0 0 0,1-1 1 0 0,-1 1-1 0 0,1-1 1 0 0,2-1-1 0 0,2 0 9 0 0,2-1-2 0 0,-1 0 0 0 0,1 0 0 0 0,0-1 0 0 0,-1 0 0 0 0,0 0 0 0 0,0-1 0 0 0,0 0 1 0 0,-1 0-1 0 0,1-1 0 0 0,8-10 0 0 0,2-4 13 0 0,28-43 1 0 0,83-170 223 0 0,-115 208-156 0 0,-2 0-248 0 0,-10 23 100 0 0,2 4-51 0 0,-1-1 100 0 0,-1 0-1 0 0,1 1 1 0 0,-1-1-1 0 0,1 1 1 0 0,-1-1-1 0 0,1 1 1 0 0,-1 0-1 0 0,0 0 1 0 0,0-1-1 0 0,0 1 1 0 0,0 0-1 0 0,0 0 1 0 0,0 0-1 0 0,0 0 1 0 0,-1 0-1 0 0,1 3 1 0 0,6 44-62 0 0,-3-12 50 0 0,3 5-17 0 0,-4-24 57 0 0,0-1-1 0 0,1 1 0 0 0,11 30 0 0 0,-14-43-9 0 0,1-1-1 0 0,1 0 1 0 0,-1 0-1 0 0,0 0 1 0 0,1 0-1 0 0,0 0 1 0 0,0 0-1 0 0,0-1 1 0 0,0 0-1 0 0,1 1 1 0 0,-1-1-1 0 0,1 0 0 0 0,0-1 1 0 0,0 1-1 0 0,0-1 1 0 0,0 1-1 0 0,1-1 1 0 0,-1 0-1 0 0,7 1 1 0 0,2 0-2 0 0,0-1 1 0 0,0 0 0 0 0,1-1-1 0 0,-1-1 1 0 0,0 0 0 0 0,1-1-1 0 0,-1 0 1 0 0,0-1 0 0 0,0-1 0 0 0,0 0-1 0 0,0 0 1 0 0,0-1 0 0 0,16-8-1 0 0,-1-2 15 0 0,1 0 0 0 0,-2-2-1 0 0,0-1 1 0 0,36-31-1 0 0,-49 37-7 0 0,0-1-1 0 0,-1-1 1 0 0,-1 0-1 0 0,0-1 1 0 0,-1 0-1 0 0,0-1 1 0 0,-1 0-1 0 0,12-25 1 0 0,-19 32-10 0 0,1-1 0 0 0,-1 1 0 0 0,-1-1 0 0 0,1 1 0 0 0,-1-1 0 0 0,-1 0 0 0 0,0 0 0 0 0,0 0 0 0 0,-1 0 0 0 0,0 0 1 0 0,0 0-1 0 0,-1 0 0 0 0,0 0 0 0 0,-1 0 0 0 0,0 0 0 0 0,0 1 0 0 0,-1-1 0 0 0,-7-15 0 0 0,7 17-33 0 0,-1 0 0 0 0,0 0 0 0 0,0 0 0 0 0,-1 1 1 0 0,0-1-1 0 0,0 1 0 0 0,0 0 0 0 0,-1 1 0 0 0,0 0 0 0 0,0-1 0 0 0,0 2 0 0 0,-1-1 0 0 0,1 1 0 0 0,-12-6 0 0 0,16 10-19 0 0,-2 0-8 0 0,-13 0 6 0 0,17 3 64 0 0,0-3-15 0 0,-1 1-1 0 0,1-1 1 0 0,0 1 0 0 0,0-1-1 0 0,0 1 1 0 0,0-1-1 0 0,0 1 1 0 0,0-1 0 0 0,0 0-1 0 0,0 1 1 0 0,0-1 0 0 0,0 1-1 0 0,0-1 1 0 0,1 1 0 0 0,-1-1-1 0 0,0 1 1 0 0,0-1-1 0 0,0 1 1 0 0,1-1 0 0 0,-1 0-1 0 0,0 1 1 0 0,1 0 0 0 0,5 2 6 0 0,0 0-1 0 0,1 0 1 0 0,0 0 0 0 0,-1-1 0 0 0,1 0 0 0 0,0 0 0 0 0,0-1 0 0 0,13 2 0 0 0,66-1-932 0 0,-59-3 205 0 0,111-6-3718 0 0,-45-3-1477 0 0,-79 9 4645 0 0,44-6-5246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41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2244 0 0,'11'-3'29665'0'0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43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253 315 1232 0 0,'53'-92'13679'0'0,"-52"89"-13236"0"0,6-4 2852 0 0,-6 14-2930 0 0,0-1 0 0 0,-1 1 0 0 0,0 0 0 0 0,0 0 0 0 0,0 0 0 0 0,-1 0 0 0 0,-3 13 0 0 0,-18 54 1158 0 0,15-49-1108 0 0,-37 118 753 0 0,-174 590 1039 0 0,214-718-2178 0 0,-8 27 183 0 0,8-30 30 0 0,4-16 131 0 0,34-158-715 0 0,-16 87 114 0 0,114-407-758 0 0,-101 395 894 0 0,4 1 0 0 0,4 2 0 0 0,70-112 0 0 0,-95 175 38 0 0,0 0 1 0 0,2 0-1 0 0,1 2 1 0 0,35-34-1 0 0,-50 52 42 0 0,-1-1 0 0 0,1 1-1 0 0,0 0 1 0 0,-1 0 0 0 0,1-1 0 0 0,0 1-1 0 0,0 1 1 0 0,0-1 0 0 0,0 0-1 0 0,0 0 1 0 0,0 1 0 0 0,0-1-1 0 0,0 1 1 0 0,1 0 0 0 0,-1-1 0 0 0,0 1-1 0 0,0 0 1 0 0,0 0 0 0 0,0 1-1 0 0,4-1 1 0 0,-4 1 5 0 0,1 1 0 0 0,0-1 0 0 0,-1 0 0 0 0,1 1 0 0 0,0-1 0 0 0,-1 1 0 0 0,0 0 0 0 0,1 0 0 0 0,-1 0 0 0 0,0 0 0 0 0,0 0 0 0 0,3 5 0 0 0,2 4 53 0 0,0 0 1 0 0,-1 0-1 0 0,-1 1 0 0 0,0 0 1 0 0,5 17-1 0 0,-1 7 432 0 0,-1 0 0 0 0,-1 1 0 0 0,2 68 0 0 0,-12 115 1228 0 0,0-136-1274 0 0,-17 225 720 0 0,13-211-923 0 0,-12 74 110 0 0,9-113-356 0 0,10-57-224 0 0,1-18-5761 0 0,-1 13 5490 0 0,-1 0-1 0 0,0-3 0 0 0,0-10-1646 0 0,3-26-3072 0 0,-3 14-1183 0 0,0 7-825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43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65 184 0 0,'-82'-12'13998'0'0,"10"2"-7551"0"0,69 9-5923 0 0,45 7-51 0 0,402-36 145 0 0,-278 13-679 0 0,-164 16-355 0 0,25 1-4060 0 0,10 1-4562 0 0,-12 0 3189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44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89 3296 0 0,'-4'-1'2865'0'0,"-32"-5"3801"0"0,-47-8 3804 0 0,80 14-9931 0 0,-12-2 224 0 0,11 2-163 0 0,-4-3-60 0 0,20 3-426 0 0,22 0 29 0 0,145-19 348 0 0,-64 5-1332 0 0,-3-4-6585 0 0,-109 17 6292 0 0,1 0-1 0 0,-1 0 1 0 0,0 0-1 0 0,1 0 0 0 0,-1-1 1 0 0,6-3-1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45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191 113 956 0 0,'-3'-1'2772'0'0,"-57"-35"11024"0"0,31 23-9557 0 0,27 14-3630 0 0,-1 2-304 0 0,0-1 0 0 0,1 0 0 0 0,-1 0 0 0 0,1 1 0 0 0,0-1 0 0 0,0 1 1 0 0,0 0-1 0 0,0 0 0 0 0,0 0 0 0 0,1 0 0 0 0,-1 0 0 0 0,1 0 0 0 0,0 0 0 0 0,0 0 0 0 0,-1 7 0 0 0,-2 9 872 0 0,-2 32-1 0 0,2-21-317 0 0,-33 316 1443 0 0,29-288-5038 0 0,1 61 0 0 0,7-119 2560 0 0,0 1 0 0 0,0-1 0 0 0,0 1 0 0 0,0-1 0 0 0,0 1 0 0 0,0-1 1 0 0,0 1-1 0 0,0-1 0 0 0,0 1 0 0 0,0-1 0 0 0,0 1 0 0 0,1-1 1 0 0,-1 1-1 0 0,0-1 0 0 0,0 1 0 0 0,0-1 0 0 0,1 1 0 0 0,-1-1 1 0 0,0 0-1 0 0,7 5-2638 0 0,-6-5 2638 0 0,16-3-4526 0 0,-13 1 5190 0 0,26-11-6081 0 0,-21 8 3531 0 0,12-6-4453 0 0</inkml:trace>
  <inkml:trace contextRef="#ctx0" brushRef="#br0" timeOffset="1">871 128 1940 0 0,'8'-43'8741'0'0,"-5"33"-6437"0"0,-1-1 1 0 0,0 1 0 0 0,-1-1-1 0 0,0 1 1 0 0,0-1-1 0 0,-2-11 1 0 0,-3 27-1581 0 0,4-5-697 0 0,0 0-1 0 0,-1 0 1 0 0,1 0-1 0 0,0 1 1 0 0,0-1-1 0 0,-1 0 0 0 0,1 0 1 0 0,0 1-1 0 0,-1-1 1 0 0,1 0-1 0 0,0 0 1 0 0,0 1-1 0 0,-1-1 1 0 0,1 0-1 0 0,0 1 0 0 0,0-1 1 0 0,0 0-1 0 0,0 1 1 0 0,0-1-1 0 0,-1 0 1 0 0,1 1-1 0 0,0-1 1 0 0,0 0-1 0 0,0 1 0 0 0,0-1 1 0 0,0 0-1 0 0,0 1 1 0 0,0-1-1 0 0,0 1 1 0 0,-18 104 2643 0 0,5-36-1895 0 0,-92 557 115 0 0,97-586-2433 0 0,0-2-4203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46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38 329 536 0 0,'-4'-10'1795'0'0,"-4"-13"1153"0"0,1 1 0 0 0,1-1 0 0 0,-5-45 1 0 0,10 62-2777 0 0,1 0 1 0 0,0 0 0 0 0,0 0 0 0 0,0 0 0 0 0,1 0-1 0 0,0 0 1 0 0,0 0 0 0 0,1 0 0 0 0,-1 1 0 0 0,1-1-1 0 0,1 0 1 0 0,-1 1 0 0 0,1-1 0 0 0,0 1 0 0 0,0 0-1 0 0,0 0 1 0 0,1 0 0 0 0,0 1 0 0 0,0-1 0 0 0,8-6-1 0 0,-2 3-125 0 0,1 1 0 0 0,1 0 0 0 0,0 1-1 0 0,0 0 1 0 0,0 1 0 0 0,0 1-1 0 0,1-1 1 0 0,-1 2 0 0 0,1 0 0 0 0,0 1-1 0 0,0 0 1 0 0,1 0 0 0 0,-1 2 0 0 0,0 0-1 0 0,18 2 1 0 0,-12-1-23 0 0,0 2-1 0 0,0 0 1 0 0,-1 2 0 0 0,0 0-1 0 0,0 0 1 0 0,0 2-1 0 0,0 0 1 0 0,-1 1 0 0 0,-1 1-1 0 0,19 13 1 0 0,-29-18 51 0 0,-1 0 1 0 0,1 0-1 0 0,-1 1 1 0 0,0 0-1 0 0,-1 0 1 0 0,1 0-1 0 0,-1 0 1 0 0,0 1-1 0 0,-1-1 1 0 0,1 1-1 0 0,-1 0 1 0 0,5 12-1 0 0,-7-12-12 0 0,0 0 0 0 0,0 0-1 0 0,0-1 1 0 0,-1 1 0 0 0,1 0-1 0 0,-1 0 1 0 0,-1 0-1 0 0,1 0 1 0 0,-1 0 0 0 0,0-1-1 0 0,0 1 1 0 0,-1 0-1 0 0,0-1 1 0 0,0 1 0 0 0,-3 5-1 0 0,-5 8 1 0 0,0-1-1 0 0,-2 0 0 0 0,0 0 0 0 0,-1-1 1 0 0,0-1-1 0 0,-29 27 0 0 0,-3-4 661 0 0,-55 38 0 0 0,91-71-125 0 0,14-8-505 0 0,25-7-206 0 0,-16 8 94 0 0,-1 1 0 0 0,1 1 0 0 0,-1 0 0 0 0,1 1 1 0 0,-1 0-1 0 0,0 1 0 0 0,0 1 0 0 0,0 0 0 0 0,0 1 0 0 0,-1 0 1 0 0,1 1-1 0 0,20 13 0 0 0,-19-10 104 0 0,0 1 1 0 0,-1 0 0 0 0,0 2-1 0 0,-1-1 1 0 0,0 1-1 0 0,-1 1 1 0 0,0 0-1 0 0,-1 0 1 0 0,-1 1-1 0 0,11 19 1 0 0,-16-23 37 0 0,0 0 0 0 0,0 0 0 0 0,-1 0 0 0 0,0 0-1 0 0,-1 0 1 0 0,0 0 0 0 0,-1 1 0 0 0,0-1 0 0 0,0 1 0 0 0,-1-1 0 0 0,-2 19 0 0 0,-1-15 215 0 0,0 0-1 0 0,0-1 1 0 0,-1 1-1 0 0,-1-1 1 0 0,0 1 0 0 0,-1-1-1 0 0,0-1 1 0 0,-10 15-1 0 0,7-13-64 0 0,-1-1-1 0 0,0 0 0 0 0,-1 0 0 0 0,-1-1 0 0 0,0 0 0 0 0,0-1 1 0 0,-1-1-1 0 0,-1 0 0 0 0,1-1 0 0 0,-2 0 0 0 0,1-1 0 0 0,-1 0 1 0 0,0-1-1 0 0,-1-1 0 0 0,-21 5 0 0 0,21-8-267 0 0,0-1-1 0 0,0 0 1 0 0,0-1-1 0 0,0-1 1 0 0,0-1-1 0 0,0 0 1 0 0,-24-6-1 0 0,28 4-20 0 0,0 0-1 0 0,1 0 1 0 0,0-1-1 0 0,0 0 1 0 0,0-1-1 0 0,0-1 1 0 0,1 0-1 0 0,0 0 1 0 0,0-1-1 0 0,-17-14 1 0 0,25 19-264 0 0,1 0 1 0 0,-1 0-1 0 0,0-1 1 0 0,1 1-1 0 0,-1 0 1 0 0,1-1-1 0 0,-1 1 1 0 0,1-1-1 0 0,0 1 1 0 0,0-1-1 0 0,0 0 1 0 0,1 1 0 0 0,-1-1-1 0 0,1 0 1 0 0,-1 0-1 0 0,1 1 1 0 0,0-1-1 0 0,0 0 1 0 0,0 0-1 0 0,0 0 1 0 0,1 1-1 0 0,-1-1 1 0 0,1 0-1 0 0,0 1 1 0 0,0-1-1 0 0,0 0 1 0 0,0 1-1 0 0,0-1 1 0 0,0 1 0 0 0,3-4-1 0 0,2-3-1566 0 0,0 0 0 0 0,1 1 0 0 0,0-1 1 0 0,0 2-1 0 0,1-1 0 0 0,13-10 0 0 0,4-1-6787 0 0</inkml:trace>
  <inkml:trace contextRef="#ctx0" brushRef="#br0" timeOffset="1">1236 686 2648 0 0,'-36'-25'18733'0'0,"17"15"-14785"0"0,68 18-3143 0 0,0-2 0 0 0,55-1 0 0 0,104-10-507 0 0,-188 5-225 0 0,2-1-118 0 0,23 0-1650 0 0,79-13 1 0 0,-120 13 1245 0 0,-1 0 0 0 0,1 0 0 0 0,-1 0 0 0 0,1-1 0 0 0,-1 0-1 0 0,1 0 1 0 0,3-2 0 0 0,-1 0-622 0 0,5-14-6738 0 0,-11 17 7398 0 0,0-1 0 0 0,0 1 0 0 0,0 0 0 0 0,0-1 0 0 0</inkml:trace>
  <inkml:trace contextRef="#ctx0" brushRef="#br0" timeOffset="2">1543 382 932 0 0,'-73'-30'10143'0'0,"23"11"-3289"0"0,48 18-6684 0 0,0 0 1 0 0,0 1-1 0 0,0-1 1 0 0,0 1-1 0 0,0 0 0 0 0,-1 0 1 0 0,1 0-1 0 0,0 0 1 0 0,0 0-1 0 0,0 0 0 0 0,0 0 1 0 0,0 0-1 0 0,0 1 1 0 0,0-1-1 0 0,0 1 0 0 0,0 0 1 0 0,0 0-1 0 0,0-1 1 0 0,0 1-1 0 0,0 1 0 0 0,1-1 1 0 0,-1 0-1 0 0,0 0 1 0 0,1 0-1 0 0,-1 1 0 0 0,1-1 1 0 0,-1 1-1 0 0,1 0 1 0 0,0-1-1 0 0,-2 3 0 0 0,-3 4 577 0 0,0 1 0 0 0,1-1 0 0 0,0 1 0 0 0,-5 15 0 0 0,-1 7 345 0 0,1 0 1 0 0,1 1-1 0 0,-7 50 0 0 0,-1 101 106 0 0,15-162-1093 0 0,-5 221 44 0 0,7-224-149 0 0,0 11-134 0 0,0-26-171 0 0,1 13-2507 0 0,38-29-10476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48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3039 165 2316 0 0,'11'-10'1482'0'0,"10"-8"2913"0"0,0-1 1 0 0,-2 0-1 0 0,0-2 1 0 0,28-39 806 0 0,-48 54-4318 0 0,1 5-862 0 0,0 1-1 0 0,0 0 1 0 0,0-1 0 0 0,0 1 0 0 0,0 0 0 0 0,0-1-1 0 0,0 1 1 0 0,0 0 0 0 0,0-1 0 0 0,0 1-1 0 0,0 0 1 0 0,0-1 0 0 0,-1 1 0 0 0,1 0 0 0 0,0 0-1 0 0,0-1 1 0 0,0 1 0 0 0,0 0 0 0 0,0-1 0 0 0,-1 1-1 0 0,1 0 1 0 0,0 0 0 0 0,0-1 0 0 0,-1 1 0 0 0,1 0-1 0 0,0 0 1 0 0,0 0 0 0 0,-1-1 0 0 0,1 1-1 0 0,0 0 1 0 0,-1 0 0 0 0,1 0 0 0 0,-1-1 0 0 0,-7 0 158 0 0,0 1 1 0 0,-1-1 0 0 0,1 1 0 0 0,-1 1 0 0 0,1-1 0 0 0,0 1-1 0 0,-1 1 1 0 0,1 0 0 0 0,0 0 0 0 0,-15 6 0 0 0,-8 5 344 0 0,-41 23 0 0 0,35-14-430 0 0,0 1 0 0 0,2 2 1 0 0,0 2-1 0 0,2 1 1 0 0,1 2-1 0 0,2 1 0 0 0,1 1 1 0 0,-29 41-1 0 0,38-45-34 0 0,2 1-1 0 0,0 1 0 0 0,2 1 0 0 0,1 0 1 0 0,2 1-1 0 0,1 1 0 0 0,2 0 0 0 0,0 0 1 0 0,3 1-1 0 0,-6 59 0 0 0,12-81-60 0 0,1 1 0 0 0,0 0 0 0 0,1 0 0 0 0,0-1 0 0 0,1 1 0 0 0,1-1 0 0 0,0 1 0 0 0,1-1 0 0 0,7 17 0 0 0,-7-20 0 0 0,1 0 0 0 0,0 0 0 0 0,1-1 0 0 0,0 0 0 0 0,0 0 0 0 0,1 0 0 0 0,0-1 0 0 0,0 0 0 0 0,1 0 0 0 0,0-1 0 0 0,0 0 0 0 0,13 7 0 0 0,4-1 0 0 0,1 0 0 0 0,0-2 0 0 0,1-1 0 0 0,-1-1 0 0 0,2-1 0 0 0,-1-2 0 0 0,1 0 0 0 0,0-2 0 0 0,0-1 0 0 0,0-2 0 0 0,0 0 0 0 0,0-2 0 0 0,31-6 0 0 0,-42 4 0 0 0,6-3 0 0 0,16-8-544 0 0,-22 8-3110 0 0</inkml:trace>
  <inkml:trace contextRef="#ctx0" brushRef="#br0" timeOffset="1">47 1375 1220 0 0,'-3'2'4196'0'0,"-21"15"4674"0"0,19-12-6881 0 0,-10 4-55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49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 1802 1632 0 0,'0'0'3659'0'0,"5"12"753"0"0,-2 2-1765 0 0,-3-13-2657 0 0,-1-1 0 0 0,1 1 0 0 0,0-1 1 0 0,-1 0-1 0 0,1 1 0 0 0,0-1 1 0 0,-1 1-1 0 0,1-1 0 0 0,0 0 0 0 0,-1 1 1 0 0,1-1-1 0 0,0 0 0 0 0,-1 0 0 0 0,1 1 1 0 0,-1-1-1 0 0,1 0 0 0 0,-1 0 1 0 0,1 0-1 0 0,-1 0 0 0 0,1 1 0 0 0,-1-1 1 0 0,1 0-1 0 0,-1 0 0 0 0,1 0 1 0 0,-1 0-1 0 0,0 0 0 0 0,-1 0-887 0 0,-14-2-3670 0 0</inkml:trace>
  <inkml:trace contextRef="#ctx0" brushRef="#br0" timeOffset="1">1139 83 652 0 0,'-6'-15'4225'0'0,"1"-1"0"0"0,-5-18 848 0 0,0 19-2564 0 0,4 12-1279 0 0,7 17-813 0 0,61 201 2507 0 0,19 75-694 0 0,-19 4-1273 0 0,-54-234-859 0 0,-1 0 0 0 0,-4 0-1 0 0,-2 1 1 0 0,-2-1 0 0 0,-4 0-1 0 0,-1 0 1 0 0,-30 115 0 0 0,18-121-133 0 0,-2 0 0 0 0,-2-1 0 0 0,-3-2 0 0 0,-2 0 0 0 0,-2-2 0 0 0,-2-1 0 0 0,-3-2 0 0 0,-67 74 0 0 0,40-59-804 0 0,-2-3 1 0 0,-2-3-1 0 0,-3-2 0 0 0,-2-4 0 0 0,-91 48 0 0 0,102-66-1298 0 0,-105 38 0 0 0,7-19-4197 0 0,53-22-530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50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1 668 0 0,'44'25'19024'0'0,"-47"-12"-18623"0"0,-12 36 28 0 0,-12 68 0 0 0,20-81-236 0 0,-98 640 2501 0 0,95-527-2303 0 0,6 0 1 0 0,24 237-1 0 0,-14-334-307 0 0,2 0 0 0 0,25 88 0 0 0,-28-124-84 0 0,1 0-1 0 0,1 0 1 0 0,0-1-1 0 0,1 0 1 0 0,0 0-1 0 0,1-1 1 0 0,1 0 0 0 0,0 0-1 0 0,1-2 1 0 0,1 1-1 0 0,0-1 1 0 0,20 15-1 0 0,-5-9-263 0 0,0-1 0 0 0,1-2-1 0 0,33 14 1 0 0,92 25-3702 0 0,-125-43 2102 0 0,-8-3-976 0 0,0-1-3772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51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1324 0 0,'0'10'6345'0'0,"4"3"-6997"0"0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52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15 320 0 0,'0'0'3616'0'0,"-19"0"-2091"0"0,-2-4-1405 0 0,8 0-657 0 0,-10-2-2103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53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68 2028 0 0,'0'0'2480'0'0,"-4"0"-1622"0"0,-11 0-170 0 0,11 0 897 0 0,1 0-1197 0 0,-29 0-277 0 0,29 0-850 0 0</inkml:trace>
  <inkml:trace contextRef="#ctx0" brushRef="#br0" timeOffset="1">3332 5 1588 0 0,'36'-3'4626'0'0,"-32"2"-3525"0"0,-1 1-713 0 0,10 0-93 0 0,-10 0 142 0 0,0 0-266 0 0,27 0 301 0 0,-27 0-248 0 0,0 1-163 0 0,7 0 70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54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110 128 2264 0 0,'-14'-14'4395'0'0,"-21"-19"3232"0"0,25 23-5994 0 0,0 1 0 0 0,-22-14 1 0 0,30 22-1500 0 0,2 1-126 0 0,-1 0 0 0 0,1 0-1 0 0,0 0 1 0 0,0 0-1 0 0,0 1 1 0 0,-1-1-1 0 0,1 0 1 0 0,0 0 0 0 0,0 0-1 0 0,0 0 1 0 0,-1 0-1 0 0,1-1 1 0 0,0 1-1 0 0,0 0 1 0 0,0 0 0 0 0,-1 0-1 0 0,1 0 1 0 0,0 0-1 0 0,0 0 1 0 0,0 0-1 0 0,-1 0 1 0 0,1 0 0 0 0,0 0-1 0 0,0-1 1 0 0,0 1-1 0 0,0 0 1 0 0,-1 0 0 0 0,1 0-1 0 0,0 0 1 0 0,0 0-1 0 0,0-1 1 0 0,0 1-1 0 0,0 0 1 0 0,0 0 0 0 0,0 0-1 0 0,-1-1 1 0 0,1 1-1 0 0,0 0 1 0 0,0 0-1 0 0,0 0 1 0 0,0-1 0 0 0,0 1-1 0 0,0 0 1 0 0,0 0-1 0 0,0 0 1 0 0,0-1-1 0 0,0 1 1 0 0,0 0 0 0 0,0 0-1 0 0,0 0 1 0 0,0-1-1 0 0,1 1 1 0 0,-1-1-2 0 0,1 1 1 0 0,-1-1-1 0 0,1 1 1 0 0,-1-1-1 0 0,1 1 1 0 0,0-1-1 0 0,-1 1 1 0 0,1-1-1 0 0,0 1 0 0 0,0 0 1 0 0,-1-1-1 0 0,1 1 1 0 0,0 0-1 0 0,0 0 1 0 0,-1 0-1 0 0,1 0 1 0 0,0-1-1 0 0,0 1 0 0 0,0 0 1 0 0,-1 0-1 0 0,2 1 1 0 0,196-12 142 0 0,-110 5-162 0 0,101-1-2643 0 0,-67 5-7282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55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49 652 0 0,'-110'71'16010'0'0,"63"-37"-10589"0"0,46-32-5226 0 0,1-1-191 0 0,0-1 1 0 0,0 0-1 0 0,0 0 1 0 0,0 0-1 0 0,0 0 0 0 0,0 1 1 0 0,0-1-1 0 0,-1 0 1 0 0,1 0-1 0 0,0 0 1 0 0,0 0-1 0 0,0 1 1 0 0,0-1-1 0 0,0 0 0 0 0,0 0 1 0 0,0 0-1 0 0,0 0 1 0 0,0 1-1 0 0,0-1 1 0 0,0 0-1 0 0,0 0 0 0 0,0 0 1 0 0,0 1-1 0 0,0-1 1 0 0,0 0-1 0 0,0 0 1 0 0,0 0-1 0 0,0 1 1 0 0,1-1-1 0 0,-1 0 0 0 0,0 0 1 0 0,0 0-1 0 0,0 0 1 0 0,0 0-1 0 0,0 1 1 0 0,0-1-1 0 0,0 0 0 0 0,1 0 1 0 0,-1 0-1 0 0,0 0 1 0 0,0 0-1 0 0,0 0 1 0 0,0 1-1 0 0,1-1 0 0 0,-1 0 1 0 0,0 0-1 0 0,0 0 1 0 0,0 0-1 0 0,0 0 1 0 0,1 0-1 0 0,-1 0 1 0 0,0 0-1 0 0,0 0 0 0 0,60-4 34 0 0,-2-2-1 0 0,69-17 1 0 0,-44 7-409 0 0,241-37-2995 0 0,-38 6-6108 0 0,-200 32 2459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57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361 256 372 0 0,'24'-33'14490'0'0,"-20"26"-12292"0"0,-5 23-1221 0 0,-4 21-282 0 0,-1 0 0 0 0,-17 53 0 0 0,9-41-389 0 0,-59 209 459 0 0,-149 351-1 0 0,207-571-661 0 0,-7 15 1271 0 0,21-50-1168 0 0,0-4-189 0 0,1 0 0 0 0,-1 1 0 0 0,0-1 0 0 0,1 0 0 0 0,-1 1 0 0 0,1-1 0 0 0,0 0 0 0 0,-1 1 0 0 0,1-1 0 0 0,0 0 0 0 0,-1 0 0 0 0,1 0 0 0 0,0 1 0 0 0,0-1 0 0 0,-1 0 0 0 0,1 0 0 0 0,0 0 1 0 0,0 0-1 0 0,0 0 0 0 0,0 1 0 0 0,0-1 0 0 0,1-1 0 0 0,-1-18 65 0 0,5-13-45 0 0,1 1-1 0 0,10-32 0 0 0,-3 12-93 0 0,25-92-184 0 0,94-233 0 0 0,110-116-29 0 0,-151 345-77 0 0,-89 145 329 0 0,-1 1-1 0 0,1 0 0 0 0,0 0 0 0 0,0 0 0 0 0,0 0 0 0 0,0 0 0 0 0,4-2 0 0 0,-5 3 14 0 0,0 1 0 0 0,-1-1 0 0 0,1 1 0 0 0,0-1 0 0 0,0 1-1 0 0,-1 0 1 0 0,1 0 0 0 0,0-1 0 0 0,0 1 0 0 0,0 0 0 0 0,-1 0 0 0 0,1 0 0 0 0,0 0-1 0 0,0 0 1 0 0,0 0 0 0 0,0 0 0 0 0,-1 0 0 0 0,1 0 0 0 0,0 0 0 0 0,0 0 0 0 0,0 1 0 0 0,-1-1-1 0 0,1 0 1 0 0,0 1 0 0 0,0-1 0 0 0,-1 0 0 0 0,1 1 0 0 0,0-1 0 0 0,0 1 0 0 0,0 0-1 0 0,4 4 12 0 0,-2 0 0 0 0,1 0 0 0 0,0 1 0 0 0,-1-1 0 0 0,0 1 0 0 0,0-1 0 0 0,-1 1 0 0 0,0 0 0 0 0,0 0 0 0 0,2 10 0 0 0,1 10 208 0 0,2 34 0 0 0,-3-25 8 0 0,35 463 1768 0 0,-33-389-1852 0 0,-1-13-1305 0 0,-1 128 4041 0 0,-4-155-4941 0 0,0-1-3349 0 0,0-2-3902 0 0</inkml:trace>
  <inkml:trace contextRef="#ctx0" brushRef="#br0" timeOffset="1">349 824 1068 0 0,'-130'-26'12892'0'0,"104"22"-10167"0"0,-33 1 0 0 0,56 3-2426 0 0,-15 0 150 0 0,15 0-268 0 0,2 8 108 0 0,1-8-283 0 0,0 1 0 0 0,-1-1 0 0 0,1 0 0 0 0,0 1 0 0 0,0-1 0 0 0,0 1 0 0 0,0-1 0 0 0,1 0 0 0 0,-1 1 0 0 0,0-1 0 0 0,0 0 0 0 0,0 1 0 0 0,0-1 0 0 0,0 0 0 0 0,0 1 0 0 0,0-1 0 0 0,1 0 0 0 0,-1 1-1 0 0,0-1 1 0 0,0 0 0 0 0,0 0 0 0 0,1 1 0 0 0,-1-1 0 0 0,0 0 0 0 0,0 0 0 0 0,1 1 0 0 0,-1-1 0 0 0,0 0 0 0 0,1 0 0 0 0,-1 0 0 0 0,0 0 0 0 0,1 1 0 0 0,-1-1 0 0 0,0 0 0 0 0,1 0 0 0 0,-1 0 0 0 0,0 0 0 0 0,1 0 0 0 0,-1 0 0 0 0,0 0 0 0 0,1 0 0 0 0,0 0 0 0 0,9 3 43 0 0,1 0 0 0 0,0-1 0 0 0,0 0 0 0 0,0-1 0 0 0,0 0 0 0 0,0-1 1 0 0,0 0-1 0 0,14-2 0 0 0,-15 1-26 0 0,290-23-1649 0 0,-170 12-2185 0 0,1 2-3856 0 0,-82 8 1825 0 0</inkml:trace>
  <inkml:trace contextRef="#ctx0" brushRef="#br0" timeOffset="2">1419 791 2356 0 0,'-33'3'18382'0'0,"24"-3"-14997"0"0,4 1-4377 0 0,2-1 1738 0 0,17 2-427 0 0,-2-2-240 0 0,0 1-1 0 0,0-2 1 0 0,1 0-1 0 0,-1 0 1 0 0,15-5-1 0 0,12 0-35 0 0,-19 3-208 0 0,94-14-1678 0 0,-99 14 621 0 0,0-1 1 0 0,-1 0-1 0 0,1-1 0 0 0,-1-1 0 0 0,19-10 0 0 0,-6-8-5751 0 0</inkml:trace>
  <inkml:trace contextRef="#ctx0" brushRef="#br0" timeOffset="3">1725 440 1864 0 0,'-35'-22'10217'0'0,"-12"-7"-1296"0"0,45 28-8306 0 0,-1 1-68 0 0,2 1-409 0 0,-1-1 1 0 0,0 0-1 0 0,1 1 0 0 0,-1-1 1 0 0,1 1-1 0 0,-1 0 1 0 0,1-1-1 0 0,0 1 0 0 0,-1 0 1 0 0,1 0-1 0 0,0 0 0 0 0,-1 0 1 0 0,1 0-1 0 0,0 0 0 0 0,0 1 1 0 0,-2 1-1 0 0,1 1 217 0 0,-1 0-1 0 0,0 0 1 0 0,1 1 0 0 0,0-1-1 0 0,-2 7 1 0 0,-1 8 644 0 0,0-1 1 0 0,-2 19-1 0 0,-81 640 2126 0 0,85-618-6835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58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1114 3036 0 0,'30'-129'20662'0'0,"-26"117"-18296"0"0,-4 19-111 0 0,-1 5-1921 0 0,-20 301 3780 0 0,18-277-4114 0 0,-40 333 0 0 0,20-218-132 0 0,23-148-733 0 0</inkml:trace>
  <inkml:trace contextRef="#ctx0" brushRef="#br0" timeOffset="1">81 1196 420 0 0,'-6'-19'2950'0'0,"0"-1"0"0"0,2 0-1 0 0,0 0 1 0 0,-1-32 0 0 0,4 47-2786 0 0,1 0 0 0 0,1 1 0 0 0,-1-1-1 0 0,0 0 1 0 0,1 0 0 0 0,0 1 0 0 0,0-1 0 0 0,1 1 0 0 0,-1-1 0 0 0,1 1-1 0 0,0-1 1 0 0,0 1 0 0 0,0 0 0 0 0,1 0 0 0 0,-1 0 0 0 0,1 0-1 0 0,0 0 1 0 0,0 1 0 0 0,1-1 0 0 0,-1 1 0 0 0,1 0 0 0 0,0 0 0 0 0,-1 0-1 0 0,1 1 1 0 0,7-4 0 0 0,3 0-99 0 0,0 0 0 0 0,1 1 0 0 0,0 1 0 0 0,0 1 1 0 0,0 0-1 0 0,1 1 0 0 0,-1 0 0 0 0,0 1 0 0 0,1 1 0 0 0,28 3 0 0 0,-26 0-41 0 0,0 0 0 0 0,0 1 0 0 0,-1 1 0 0 0,1 1 0 0 0,-1 0 0 0 0,0 2 0 0 0,0-1 0 0 0,28 20 0 0 0,-40-24 13 0 0,0 1 0 0 0,0-1 0 0 0,-1 1 1 0 0,1 0-1 0 0,-1 0 0 0 0,0 1 1 0 0,0-1-1 0 0,0 1 0 0 0,-1 0 1 0 0,1 0-1 0 0,-1 0 0 0 0,0 0 0 0 0,-1 1 1 0 0,1-1-1 0 0,-1 1 0 0 0,0-1 1 0 0,-1 1-1 0 0,1 0 0 0 0,-1 0 1 0 0,-1 0-1 0 0,1 0 0 0 0,-1 0 0 0 0,0 0 1 0 0,0 0-1 0 0,0 0 0 0 0,-1 0 1 0 0,0 0-1 0 0,0 0 0 0 0,-1-1 1 0 0,1 1-1 0 0,-1 0 0 0 0,0-1 0 0 0,-1 1 1 0 0,-3 6-1 0 0,-4 3 17 0 0,0 0 1 0 0,-1-1-1 0 0,-1 0 0 0 0,0-1 1 0 0,0 0-1 0 0,-20 15 0 0 0,1-5 1147 0 0,-61 36 0 0 0,81-55-717 0 0,11-7-105 0 0,1 2-374 0 0,0 0-1 0 0,0 0 1 0 0,0 1 0 0 0,0-1 0 0 0,1 0-1 0 0,-1 1 1 0 0,0-1 0 0 0,0 1-1 0 0,1-1 1 0 0,-1 1 0 0 0,1-1-1 0 0,-1 1 1 0 0,0 0 0 0 0,1 0 0 0 0,2 0-1 0 0,8 0 92 0 0,-1 1-1 0 0,1 1 1 0 0,-1 0-1 0 0,0 0 1 0 0,1 1 0 0 0,-1 1-1 0 0,0-1 1 0 0,-1 2-1 0 0,1 0 1 0 0,-1 0-1 0 0,17 12 1 0 0,-15-8 186 0 0,0 0 0 0 0,-1 1 0 0 0,0 0 0 0 0,0 1 0 0 0,-1 0 0 0 0,-1 1 0 0 0,0 0 0 0 0,14 24 0 0 0,-18-25-71 0 0,0-1 1 0 0,0 1 0 0 0,-1 0 0 0 0,0 0-1 0 0,-1 0 1 0 0,-1 1 0 0 0,0-1 0 0 0,0 1-1 0 0,-1-1 1 0 0,0 1 0 0 0,-2 17 0 0 0,0-20-140 0 0,-1 1 0 0 0,0-1 0 0 0,0 0 0 0 0,-1 0 1 0 0,0 0-1 0 0,-1-1 0 0 0,0 1 0 0 0,0-1 0 0 0,-1 0 1 0 0,0 0-1 0 0,0 0 0 0 0,-1-1 0 0 0,0 1 1 0 0,0-1-1 0 0,-12 9 0 0 0,8-8-70 0 0,-1-1 0 0 0,0 0-1 0 0,0 0 1 0 0,0-1 0 0 0,-1-1 0 0 0,1 0-1 0 0,-1-1 1 0 0,-1 0 0 0 0,1-1 0 0 0,-1 0-1 0 0,1-1 1 0 0,-1 0 0 0 0,0-1 0 0 0,-20 0-1 0 0,16-2-13 0 0,0 0 0 0 0,0-1 0 0 0,0-1 0 0 0,1 0 0 0 0,0-1 0 0 0,-1-1 0 0 0,2-1 0 0 0,-1 0 0 0 0,1-1 0 0 0,-26-15 0 0 0,38 20-399 0 0,0 0 0 0 0,1 0-1 0 0,-1-1 1 0 0,1 1 0 0 0,-1 0 0 0 0,1-1 0 0 0,0 0 0 0 0,0 1-1 0 0,0-1 1 0 0,0 0 0 0 0,1 0 0 0 0,-1 0 0 0 0,1 0-1 0 0,-1 0 1 0 0,1 0 0 0 0,0-1 0 0 0,1 1 0 0 0,-2-5-1 0 0,2 0-1504 0 0,0 0-1 0 0,0 0 1 0 0,0 1-1 0 0,1-1 1 0 0,1 0-1 0 0,3-14 0 0 0,2-4-7111 0 0</inkml:trace>
  <inkml:trace contextRef="#ctx0" brushRef="#br0" timeOffset="2">918 86 2440 0 0,'-8'-27'4667'0'0,"6"19"-2544"0"0,-1-1-1 0 0,1 1 1 0 0,1 0 0 0 0,-2-18 0 0 0,7 28-1341 0 0,0 0-591 0 0,0 0 1 0 0,1 1-1 0 0,-1 0 1 0 0,0 0-1 0 0,-1 0 0 0 0,1 0 1 0 0,0 1-1 0 0,4 6 1 0 0,28 39 976 0 0,-29-39-935 0 0,42 61 903 0 0,-4 2 0 0 0,-3 2 0 0 0,-4 2 1 0 0,-2 1-1 0 0,-4 2 0 0 0,-4 1 1 0 0,34 162-1 0 0,-46-154-941 0 0,-5 1 0 0 0,-4 1 1 0 0,-3 0-1 0 0,-5-1 0 0 0,-13 102 0 0 0,7-140-115 0 0,-3 0 0 0 0,-2-1 0 0 0,-2 0 0 0 0,-2-1 0 0 0,-3-1 0 0 0,-1 0 0 0 0,-3-2-1 0 0,-2 0 1 0 0,-1-2 0 0 0,-41 53 0 0 0,37-61-549 0 0,-2-1 1 0 0,-1-2-1 0 0,-55 45 0 0 0,60-58 11 0 0,-1-1 0 0 0,-1-1 0 0 0,-1-1 0 0 0,0-2 1 0 0,-46 17-1 0 0,30-17-1827 0 0,-1-3 0 0 0,-85 14 0 0 0,-23-14-7249 0 0,73-10 182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2:59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657 70 864 0 0,'0'-11'1363'0'0,"1"4"428"0"0,-1 0 0 0 0,0 0-1 0 0,-1 1 1 0 0,0-1 0 0 0,-2-9 1033 0 0,3 16-2721 0 0,0-1 1 0 0,0 1 0 0 0,0 0 0 0 0,0-1 0 0 0,0 1 0 0 0,0 0 0 0 0,0-1-1 0 0,0 1 1 0 0,0 0 0 0 0,0-1 0 0 0,0 1 0 0 0,0 0 0 0 0,-1-1 0 0 0,1 1-1 0 0,0 0 1 0 0,0 0 0 0 0,0-1 0 0 0,-1 1 0 0 0,1 0 0 0 0,0-1-1 0 0,0 1 1 0 0,0 0 0 0 0,-1 0 0 0 0,1 0 0 0 0,0-1 0 0 0,-1 1 0 0 0,1 0-1 0 0,0 0 1 0 0,0 0 0 0 0,-1 0 0 0 0,1-1 0 0 0,0 1 0 0 0,-1 0 0 0 0,1 0-1 0 0,0 0 1 0 0,-1 0 0 0 0,0 0 0 0 0,-3 2 38 0 0,0 1 0 0 0,0-1 0 0 0,0 1 0 0 0,0 0 1 0 0,1 0-1 0 0,-1 1 0 0 0,1-1 0 0 0,-1 1 0 0 0,1 0 0 0 0,-2 3 0 0 0,-31 51 1016 0 0,27-43-915 0 0,-90 161 2472 0 0,7 4 1 0 0,8 4 0 0 0,-116 381 0 0 0,175-471-2469 0 0,5 2 1 0 0,4 1-1 0 0,-4 100 0 0 0,18-157-326 0 0,3 0 0 0 0,1 0 0 0 0,2 0 0 0 0,2 0 0 0 0,1 0-1 0 0,2-1 1 0 0,2 0 0 0 0,2-1 0 0 0,1 0 0 0 0,22 41 0 0 0,-25-60-573 0 0,2 1 1 0 0,0-2-1 0 0,1 0 1 0 0,1 0-1 0 0,0-1 1 0 0,1-1-1 0 0,1-1 1 0 0,0 0-1 0 0,36 22 0 0 0,-31-24-1975 0 0,1-1 0 0 0,1-1 0 0 0,-1-2 0 0 0,50 15 0 0 0,-23-12-7215 0 0</inkml:trace>
  <inkml:trace contextRef="#ctx0" brushRef="#br0" timeOffset="1">4904 1106 2932 0 0,'-25'-41'21792'0'0,"40"48"-20864"0"0,36 4-487 0 0,0-3 0 0 0,80 3-1 0 0,-74-7-330 0 0,230 5 323 0 0,-278-9-719 0 0,0-1 1 0 0,0 0-1 0 0,-1 0 1 0 0,13-3 0 0 0,-18 3-65 0 0,0 0 1 0 0,0-1-1 0 0,-1 1 1 0 0,1 0-1 0 0,-1-1 1 0 0,1 1-1 0 0,-1-1 1 0 0,0 0 0 0 0,0 0-1 0 0,3-2 1 0 0,-1 1-451 0 0,4-10-4650 0 0,-8 11 4845 0 0,1 1-1 0 0,-1-1 1 0 0,0 1-1 0 0,1-1 1 0 0,-1 0-1 0 0,0 1 1 0 0,0-1-1 0 0,0-1 1 0 0</inkml:trace>
  <inkml:trace contextRef="#ctx0" brushRef="#br0" timeOffset="2">5294 834 32 0 0,'-42'-21'10165'0'0,"4"3"-2226"0"0,14 8-4722 0 0,4 14-2001 0 0,19-3-1070 0 0,-1 0 0 0 0,1 0-1 0 0,0 0 1 0 0,0 1 0 0 0,-1-1 0 0 0,1 0-1 0 0,0 1 1 0 0,0-1 0 0 0,0 1-1 0 0,0-1 1 0 0,1 1 0 0 0,-1 0-1 0 0,0-1 1 0 0,1 1 0 0 0,-1 0 0 0 0,1-1-1 0 0,-1 1 1 0 0,1 2 0 0 0,-1-2 158 0 0,-7 38 1023 0 0,2 0 0 0 0,2 0-1 0 0,0 64 1 0 0,3-51-877 0 0,-6 342 741 0 0,7-371-1215 0 0,0-4-516 0 0,0 0 1 0 0,4 25 0 0 0,-3-43-168 0 0,-1-2 546 0 0,-1 1 0 0 0,1-1 0 0 0,0 0-1 0 0,0 1 1 0 0,0-1 0 0 0,0 1-1 0 0,0-1 1 0 0,0 0 0 0 0,0 1 0 0 0,1-1-1 0 0,-1 1 1 0 0,0-1 0 0 0,0 0 0 0 0,0 1-1 0 0,0-1 1 0 0,25 4-7996 0 0,-23-4 8637 0 0,0-1-1242 0 0,1 0 0 0 0,0 0 1 0 0,0 0-1 0 0,-1 0 0 0 0,1-1 0 0 0,0 1 1 0 0,-1-1-1 0 0,4-2 0 0 0,-2 1-1102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00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594 156 2456 0 0,'7'-10'2847'0'0,"1"-1"0"0"0,-1 0 0 0 0,-1 0 0 0 0,0-1 0 0 0,-1 0 0 0 0,7-23 0 0 0,-8 22-513 0 0,-3 11-1788 0 0,0-1-1 0 0,0 1 1 0 0,-1-1 0 0 0,1 1 0 0 0,-1-1 0 0 0,1 0-1 0 0,-1 1 1 0 0,0-1 0 0 0,0 1 0 0 0,0-1-1 0 0,-1-3 1 0 0,0 4-126 0 0,1 2-402 0 0,0 0 0 0 0,0 0 1 0 0,0-1-1 0 0,0 1 1 0 0,0 0-1 0 0,0 0 1 0 0,0-1-1 0 0,-1 1 1 0 0,1 0-1 0 0,0 0 0 0 0,0-1 1 0 0,0 1-1 0 0,0 0 1 0 0,-1 0-1 0 0,1 0 1 0 0,0-1-1 0 0,0 1 1 0 0,0 0-1 0 0,-1 0 1 0 0,1 0-1 0 0,0 0 0 0 0,0 0 1 0 0,-1 0-1 0 0,1-1 1 0 0,0 1-1 0 0,-1 0 1 0 0,1 0-1 0 0,0 0 1 0 0,0 0-1 0 0,-1 0 0 0 0,1 0 1 0 0,0 0-1 0 0,0 0 1 0 0,-1 0-1 0 0,1 0 1 0 0,0 0-1 0 0,-1 0 1 0 0,1 1-1 0 0,0-1 0 0 0,0 0 1 0 0,-1 0-1 0 0,1 0 1 0 0,0 0-1 0 0,0 0 1 0 0,0 0-1 0 0,-1 1 1 0 0,-17 2 183 0 0,17-3-214 0 0,-19 9 17 0 0,0 1 0 0 0,1 0-1 0 0,1 1 1 0 0,-25 19 0 0 0,14-9-7 0 0,-18 14 2 0 0,1 2 0 0 0,3 1 0 0 0,0 3 0 0 0,3 1 0 0 0,-64 88 0 0 0,80-96 0 0 0,2 2 0 0 0,1 1 0 0 0,-17 42 0 0 0,29-57 0 0 0,1 1 0 0 0,1 0 0 0 0,1 0 0 0 0,1 0 0 0 0,1 1 0 0 0,-2 46 0 0 0,6-58 0 0 0,0-1 0 0 0,1 1 0 0 0,1-1 0 0 0,0 1 0 0 0,1-1 0 0 0,0 0 0 0 0,1 1 0 0 0,0-2 0 0 0,0 1 0 0 0,1 0 0 0 0,1-1 0 0 0,0 0 0 0 0,0 0 0 0 0,1-1 0 0 0,11 12 0 0 0,-6-8 0 0 0,2-1 0 0 0,-1 0 0 0 0,2-1 0 0 0,0-1 0 0 0,0 0 0 0 0,0-1 0 0 0,1-1 0 0 0,1 0 0 0 0,21 6 0 0 0,-6-3 0 0 0,0-2 0 0 0,1-2 0 0 0,0 0 0 0 0,48 1 0 0 0,-17-6 0 0 0,111-12 0 0 0,-152 8 0 0 0,0 0 0 0 0,-4 0 0 0 0,-2 0 0 0 0,-12 2-924 0 0,-1 0 0 0 0,0-1-1 0 0,1 1 1 0 0,-1-1 0 0 0,0 0 0 0 0,0 0-1 0 0,5-2 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18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872 278 580 0 0,'0'0'5675'0'0,"1"18"1669"0"0,14-46-7136 0 0,13-34 1 0 0,-10 21-238 0 0,-4 11 94 0 0,-1 0 1 0 0,10-39-1 0 0,-22 66-38 0 0,-1 3-26 0 0,0-1 0 0 0,1 0 1 0 0,-1 0-1 0 0,0 1 1 0 0,0-1-1 0 0,0 0 0 0 0,0 0 1 0 0,0 1-1 0 0,0-1 1 0 0,0 0-1 0 0,0 0 1 0 0,0 1-1 0 0,0-1 0 0 0,0 0 1 0 0,0 0-1 0 0,0 1 1 0 0,-1-1-1 0 0,1 0 0 0 0,0 0 1 0 0,-1 0-1 0 0,0-1-6 0 0,0 1-1 0 0,1 0 1 0 0,-1 0-1 0 0,0 0 0 0 0,0 0 1 0 0,0 0-1 0 0,0 0 1 0 0,0 0-1 0 0,0 1 0 0 0,0-1 1 0 0,0 0-1 0 0,0 0 1 0 0,-1 1-1 0 0,1-1 1 0 0,0 1-1 0 0,0-1 0 0 0,-1 1 1 0 0,1 0-1 0 0,0-1 1 0 0,-1 1-1 0 0,1 0 0 0 0,0 0 1 0 0,-2 0-1 0 0,-25 6-25 0 0,24-5 27 0 0,-9 4-8 0 0,0 0 0 0 0,1 1-1 0 0,-1 1 1 0 0,-21 15 0 0 0,-44 39 52 0 0,67-51-34 0 0,-77 65-129 0 0,-100 111 0 0 0,143-131 15 0 0,41-49 97 0 0,-1 0 1 0 0,2 1-1 0 0,-1-1 0 0 0,1 1 1 0 0,0 0-1 0 0,0 0 1 0 0,-1 8-1 0 0,3-12 10 0 0,1 0 0 0 0,0 0 0 0 0,0-1-1 0 0,0 1 1 0 0,0 0 0 0 0,1 0 0 0 0,-1-1 0 0 0,1 1 0 0 0,0 0 0 0 0,-1-1 0 0 0,1 1 0 0 0,0 0 0 0 0,1-1-1 0 0,-1 1 1 0 0,0-1 0 0 0,1 0 0 0 0,2 4 0 0 0,3 3-6 0 0,1-1 1 0 0,0 0-1 0 0,9 7 1 0 0,-10-9 4 0 0,55 46-11 0 0,59 56-49 0 0,-104-92 85 0 0,-1 2 0 0 0,-1 0 0 0 0,-1 0-1 0 0,21 38 1 0 0,-31-49 59 0 0,-1-1 0 0 0,0 2 0 0 0,0-1 0 0 0,-1 0 0 0 0,0 0 0 0 0,0 1 0 0 0,-1-1 0 0 0,0 1 0 0 0,0 0 0 0 0,0-1 1 0 0,-1 1-1 0 0,-1 0 0 0 0,1-1 0 0 0,-3 11 0 0 0,1-9 87 0 0,-1 0 1 0 0,0 0 0 0 0,-1 0 0 0 0,0 0 0 0 0,0 0-1 0 0,-1-1 1 0 0,0 0 0 0 0,-1 0 0 0 0,0 0 0 0 0,-9 9-1 0 0,4-5 68 0 0,-2-1 0 0 0,0 0 0 0 0,0-1 0 0 0,-1-1 0 0 0,0 0 0 0 0,0 0 0 0 0,-1-2 0 0 0,0 0 0 0 0,-1 0-1 0 0,0-2 1 0 0,0 0 0 0 0,-30 6 0 0 0,17-8-63 0 0,0-2 0 0 0,-1 0-1 0 0,1-2 1 0 0,-1-1 0 0 0,1-1 0 0 0,0-2 0 0 0,-42-12-1 0 0,41 8-122 0 0,-9-1-114 0 0,1-3 0 0 0,-53-24 0 0 0,90 37-85 0 0,0 0 0 0 0,1-1-1 0 0,-1 1 1 0 0,0-1 0 0 0,0 1-1 0 0,0-1 1 0 0,0 0 0 0 0,1 1-1 0 0,-1-1 1 0 0,0 0-1 0 0,0 1 1 0 0,1-1 0 0 0,-1 0-1 0 0,1 0 1 0 0,-2-1 0 0 0,2 1 52 0 0,0 1 1 0 0,0 0-1 0 0,0-1 0 0 0,0 1 1 0 0,0-1-1 0 0,0 1 1 0 0,0 0-1 0 0,0-1 0 0 0,0 1 1 0 0,0 0-1 0 0,1-1 1 0 0,-1 1-1 0 0,0 0 1 0 0,0-1-1 0 0,0 1 0 0 0,0 0 1 0 0,1-1-1 0 0,-1 1 1 0 0,0 0-1 0 0,0 0 0 0 0,0-1 1 0 0,1 1-1 0 0,-1 0 1 0 0,0 0-1 0 0,1-1 0 0 0,-1 1 1 0 0,0 0-1 0 0,0 0 1 0 0,1-1-1 0 0,17-5-3438 0 0,1 3-1628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0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1500 0 0,'2'-3'1421'0'0,"51"-66"6778"0"0,-51 67-7963 0 0,3 0 163 0 0,-4 2-386 0 0,-1 0-1 0 0,0 0 1 0 0,1-1-1 0 0,-1 1 1 0 0,0 0-1 0 0,1 0 1 0 0,-1 0-1 0 0,0 0 1 0 0,1-1-1 0 0,-1 1 1 0 0,0 0-1 0 0,1 0 1 0 0,-1 0 0 0 0,0 0-1 0 0,1 0 1 0 0,-1 0-1 0 0,1 0 1 0 0,-1 0-1 0 0,0 0 1 0 0,1 0-1 0 0,-1 0 1 0 0,0 0-1 0 0,1 1 1 0 0,-1-1-1 0 0,0 0 1 0 0,1 0-1 0 0,-1 0 1 0 0,0 0-1 0 0,1 1 1 0 0,-1-1-1 0 0,0 0 1 0 0,1 0-1 0 0,-1 1 1 0 0,0-1-1 0 0,0 0 1 0 0,1 0-1 0 0,-1 1 1 0 0,0-1-1 0 0,0 0 1 0 0,0 1-1 0 0,1-1 1 0 0,-1 0-1 0 0,0 1 1 0 0,0-1-1 0 0,0 0 1 0 0,0 1-1 0 0,0-1 1 0 0,0 0-1 0 0,0 1 1 0 0,0-1-1 0 0,0 1 1 0 0,4 11 141 0 0,-1-1-1 0 0,-1 1 1 0 0,0 0 0 0 0,0-1-1 0 0,-1 1 1 0 0,-1 12 0 0 0,-7 76 189 0 0,7-97-333 0 0,-12 95 158 0 0,4-43 0 0 0,-1 62-1 0 0,15-90-17 0 0,-6-26-144 0 0,0 1 0 0 0,1-1 0 0 0,-1-1 0 0 0,1 1 0 0 0,-1 0 0 0 0,1 0 0 0 0,0 0 0 0 0,-1 0 0 0 0,1 0 0 0 0,0 0 0 0 0,-1-1 0 0 0,1 1 0 0 0,0 0 0 0 0,0 0 1 0 0,0-1-1 0 0,0 1 0 0 0,0-1 0 0 0,0 1 0 0 0,0-1 0 0 0,0 1 0 0 0,0-1 0 0 0,2 1 0 0 0,4-1-13 0 0,1-1 1 0 0,-1 1-1 0 0,1-2 1 0 0,-1 1-1 0 0,0-1 1 0 0,1 0-1 0 0,-1 0 1 0 0,0-1-1 0 0,0 0 1 0 0,-1 0-1 0 0,1 0 1 0 0,0-1-1 0 0,-1 0 1 0 0,0-1-1 0 0,8-6 1 0 0,13-13-140 0 0,44-49 0 0 0,-65 67 135 0 0,12-17 150 0 0,0 0 1 0 0,-2 0-1 0 0,0-2 1 0 0,-2 0-1 0 0,-1-1 1 0 0,0 0-1 0 0,13-45 0 0 0,-18 36 689 0 0,-5 25-749 0 0,-4 12-141 0 0,-6 19-1 0 0,-7 60 12 0 0,6-40 77 0 0,1 1 0 0 0,2 0 0 0 0,1 72-1 0 0,4-109-125 0 0,0 0 0 0 0,1-1 0 0 0,-1 1 0 0 0,1-1 0 0 0,0 1 0 0 0,1-1 0 0 0,-1 0 0 0 0,1 0 0 0 0,-1 1 0 0 0,1-1 0 0 0,0 0 0 0 0,4 4 0 0 0,-5-6-63 0 0,1-1 0 0 0,0 1 0 0 0,-1-1 0 0 0,1 0-1 0 0,0 0 1 0 0,0 0 0 0 0,0 0 0 0 0,0 0 0 0 0,0 0 0 0 0,0 0 0 0 0,1-1 0 0 0,-1 1 0 0 0,0-1-1 0 0,0 1 1 0 0,0-1 0 0 0,0 0 0 0 0,1 0 0 0 0,-1 0 0 0 0,0 0 0 0 0,0 0 0 0 0,1-1 0 0 0,-1 1-1 0 0,0-1 1 0 0,0 1 0 0 0,0-1 0 0 0,4-1 0 0 0,-2 0-340 0 0,1 0 0 0 0,-1 0 0 0 0,1 0 0 0 0,-1-1 0 0 0,0 1 0 0 0,0-1 0 0 0,0 0 0 0 0,6-6 1 0 0,12-13-3033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0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98 206 196 0 0,'4'-28'2011'0'0,"11"-149"8830"0"0,-26 249-9543 0 0,-21 231 220 0 0,-13 91-1125 0 0,25-245 111 0 0,17-122 1008 0 0,3-24-538 0 0,-1-4-942 0 0,0-1 0 0 0,1 0 0 0 0,-1 1 0 0 0,0-1-1 0 0,1 1 1 0 0,0-1 0 0 0,-1 0 0 0 0,1 0 0 0 0,0 1 0 0 0,0-1 0 0 0,0 0 0 0 0,0 1-1 0 0,0-1 1 0 0,1-3 0 0 0,-1 3-23 0 0,5-39 82 0 0,2 1 0 0 0,13-45 0 0 0,-16 74-114 0 0,0-1 0 0 0,1 1 0 0 0,0 0 0 0 0,0 0 0 0 0,1 1 0 0 0,1-1 0 0 0,-1 1 0 0 0,2 0 1 0 0,-1 1-1 0 0,2 0 0 0 0,17-16 0 0 0,-21 22 11 0 0,0 0 1 0 0,0-1-1 0 0,0 1 1 0 0,0 1-1 0 0,1-1 1 0 0,-1 1-1 0 0,1 0 1 0 0,0 0-1 0 0,0 1 1 0 0,-1 0-1 0 0,1 0 1 0 0,10 0-1 0 0,-7 1 0 0 0,0 0 0 0 0,0 1 0 0 0,0 0 0 0 0,-1 1 0 0 0,1 0 0 0 0,0 1 0 0 0,14 5 0 0 0,-7 0 3 0 0,-1 0 1 0 0,0 1-1 0 0,-1 0 0 0 0,0 1 1 0 0,0 0-1 0 0,-1 1 1 0 0,-1 1-1 0 0,17 19 0 0 0,-20-20 12 0 0,-1 1 0 0 0,0-1 0 0 0,-1 1 0 0 0,0 1 0 0 0,0-1 0 0 0,-2 1-1 0 0,1 0 1 0 0,4 23 0 0 0,-8-28 67 0 0,0 0-1 0 0,-1 0 1 0 0,-1 0 0 0 0,1 0-1 0 0,-1 0 1 0 0,-1 0 0 0 0,1 0-1 0 0,-1 0 1 0 0,-1 0-1 0 0,1 0 1 0 0,-1 0 0 0 0,-1-1-1 0 0,1 1 1 0 0,-2-1 0 0 0,1 1-1 0 0,-7 9 1 0 0,7-10 80 0 0,-1-1 1 0 0,-1 0-1 0 0,1 0 1 0 0,-1 0-1 0 0,0 0 1 0 0,0-1-1 0 0,-1 0 0 0 0,1 0 1 0 0,-1 0-1 0 0,0-1 1 0 0,-1 0-1 0 0,1 0 1 0 0,-1-1-1 0 0,1 1 1 0 0,-1-1-1 0 0,0-1 1 0 0,-1 1-1 0 0,1-1 0 0 0,0-1 1 0 0,0 1-1 0 0,-1-1 1 0 0,-8 0-1 0 0,-3-1-11 0 0,1 0 0 0 0,0-1-1 0 0,0-1 1 0 0,-29-7 0 0 0,-65-25-55 0 0,108 33-94 0 0,-12-4-549 0 0,13 4 239 0 0,1 1 0 0 0,-1-1-1 0 0,1 0 1 0 0,-1 0 0 0 0,1 0 0 0 0,-1-1 0 0 0,1 1-1 0 0,-4-3 1 0 0,-2-7-4505 0 0,8 10 4607 0 0,0 0 0 0 0,21-22-7739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1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86 139 2416 0 0,'3'-17'3697'0'0,"0"0"0"0"0,0-22 1 0 0,2-12 1594 0 0,-4 49-4897 0 0,-2-10 669 0 0,-2 31-767 0 0,0 0 0 0 0,2 0-1 0 0,0 24 1 0 0,-1 24 470 0 0,-19 179 542 0 0,-27 231-190 0 0,37-386-1017 0 0,1 109-1 0 0,10-199-110 0 0,0 0-1 0 0,0 0 0 0 0,0 0 0 0 0,0-1 1 0 0,1 1-1 0 0,-1 0 0 0 0,0 0 0 0 0,0 0 1 0 0,1 0-1 0 0,-1-1 0 0 0,0 1 0 0 0,1 0 1 0 0,-1 0-1 0 0,1-1 0 0 0,-1 1 0 0 0,1 0 1 0 0,-1-1-1 0 0,1 1 0 0 0,0-1 0 0 0,-1 1 1 0 0,1 0-1 0 0,0-1 0 0 0,-1 1 0 0 0,1-1 1 0 0,0 0-1 0 0,0 1 0 0 0,-1-1 0 0 0,1 0 1 0 0,0 1-1 0 0,0-1 0 0 0,0 0 0 0 0,0 0 1 0 0,-1 0-1 0 0,1 0 0 0 0,0 0 0 0 0,0 0 1 0 0,0 0-1 0 0,0 0 0 0 0,0 0 0 0 0,-1 0 1 0 0,1 0-1 0 0,0 0 0 0 0,0-1 0 0 0,1 1 1 0 0,21-10-952 0 0,0-1 0 0 0,-1 0 0 0 0,-1-2 0 0 0,0 0 0 0 0,22-18 0 0 0,-13 6-2603 0 0,-1-1 1 0 0,44-50-1 0 0,-46 44-1981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1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192 103 568 0 0,'-27'-2'3071'0'0,"-114"-13"10492"0"0,139 15-13229 0 0,-2 0-86 0 0,-10-2-74 0 0,11 2 296 0 0,10-9-326 0 0,-1 6-124 0 0,0 0 0 0 0,0 1 0 0 0,0 0 1 0 0,0 0-1 0 0,0 0 0 0 0,0 1 0 0 0,13-1 0 0 0,-3-1 6 0 0,274-38-2588 0 0,-96 27-6988 0 0,-170 14 5307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1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0 1320 0 0,'-5'15'5841'0'0,"4"-9"-5257"0"0,0-1 0 0 0,0 0 1 0 0,0 1-1 0 0,1-1 0 0 0,0 1 0 0 0,0 0 0 0 0,0-1 0 0 0,2 9 0 0 0,13 50 1578 0 0,-4-20-1075 0 0,2 20-465 0 0,12 80 754 0 0,-22-123-925 0 0,-2 0-1 0 0,-1 0 0 0 0,-1 0 1 0 0,0 0-1 0 0,-5 21 0 0 0,5-33 152 0 0,-1 0 0 0 0,0 0-1 0 0,0-1 1 0 0,-1 1 0 0 0,0-1-1 0 0,-1 1 1 0 0,0-1 0 0 0,-6 9-1 0 0,10-16-535 0 0,-1-1 1 0 0,0 1-1 0 0,0 0 0 0 0,0-1 0 0 0,0 1 0 0 0,0-1 0 0 0,0 1 0 0 0,0-1 0 0 0,0 0 0 0 0,0 1 1 0 0,0-1-1 0 0,0 0 0 0 0,0 0 0 0 0,0 0 0 0 0,0 0 0 0 0,0 1 0 0 0,0-1 0 0 0,-1-1 0 0 0,1 1 1 0 0,0 0-1 0 0,0 0 0 0 0,-1-1 0 0 0,0 1-8 0 0,-1-1-1 0 0,1 1 1 0 0,0-1-1 0 0,0 0 1 0 0,0 0 0 0 0,0 0-1 0 0,0 0 1 0 0,0 0-1 0 0,0 0 1 0 0,-2-3 0 0 0,1 2-53 0 0,0 0 1 0 0,1-1 0 0 0,-1 1-1 0 0,1-1 1 0 0,0 0-1 0 0,0 0 1 0 0,0 0 0 0 0,0 0-1 0 0,0 0 1 0 0,1 0 0 0 0,-1 0-1 0 0,1 0 1 0 0,0-1 0 0 0,0 1-1 0 0,0-1 1 0 0,1 1 0 0 0,-1-1-1 0 0,1 1 1 0 0,-1-1 0 0 0,1 1-1 0 0,0-1 1 0 0,1 1 0 0 0,-1-1-1 0 0,2-5 1 0 0,2-2-344 0 0,0-1 0 0 0,1 1 0 0 0,0 0 0 0 0,1 0 1 0 0,0 0-1 0 0,0 1 0 0 0,2 0 0 0 0,-1 0 0 0 0,1 1 0 0 0,0 0 0 0 0,15-13 0 0 0,-7 9-1041 0 0,1 0-1 0 0,1 1 0 0 0,0 0 1 0 0,0 1-1 0 0,38-15 0 0 0,17 3-6702 0 0,-48 16 2823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91 1464 0 0,'1'-15'7117'0'0,"-2"10"-5881"0"0,0-1 0 0 0,-1 1 0 0 0,1 0 0 0 0,-1 0-1 0 0,0 0 1 0 0,-6-8 0 0 0,7 10-1005 0 0,-1 0 0 0 0,0 1 0 0 0,0-1 1 0 0,0 1-1 0 0,0 0 0 0 0,0 0 0 0 0,0 0 0 0 0,-1 0 1 0 0,1 0-1 0 0,-1 0 0 0 0,1 1 0 0 0,-1-1 0 0 0,-4-1 1 0 0,5 2-62 0 0,-2 2-46 0 0,-5 0-96 0 0,0 1 0 0 0,1 1-1 0 0,-1 0 1 0 0,1 0 0 0 0,0 0-1 0 0,0 1 1 0 0,0 0 0 0 0,0 1 0 0 0,1 0-1 0 0,-1 0 1 0 0,1 0 0 0 0,-9 11-1 0 0,-1 0-21 0 0,0 2 0 0 0,1 0 0 0 0,-22 34 0 0 0,23-29-3 0 0,2 1 0 0 0,-19 42 0 0 0,28-54 0 0 0,-1 0-1 0 0,2 0 0 0 0,0 0 0 0 0,0 0 0 0 0,1 1 0 0 0,1 0 1 0 0,0-1-1 0 0,1 14 0 0 0,0-22-58 0 0,0-1-1 0 0,1 0 1 0 0,-1 1 0 0 0,1-1-1 0 0,-1 0 1 0 0,1 0 0 0 0,0 1-1 0 0,0-1 1 0 0,1 0-1 0 0,-1 0 1 0 0,1 0 0 0 0,-1 0-1 0 0,1 0 1 0 0,0 0 0 0 0,0-1-1 0 0,0 1 1 0 0,1-1 0 0 0,-1 1-1 0 0,1-1 1 0 0,-1 0 0 0 0,1 0-1 0 0,0 0 1 0 0,0 0 0 0 0,0 0-1 0 0,0-1 1 0 0,0 1 0 0 0,0-1-1 0 0,0 0 1 0 0,0 0 0 0 0,0 0-1 0 0,1 0 1 0 0,-1-1 0 0 0,5 1-1 0 0,0-1-205 0 0,0 0 1 0 0,0 0-1 0 0,0-1 0 0 0,0 0 0 0 0,0 0 0 0 0,0-1 1 0 0,0 0-1 0 0,-1 0 0 0 0,1-1 0 0 0,-1 0 0 0 0,1-1 1 0 0,13-8-1 0 0,-11 5 126 0 0,1-1 1 0 0,-1-1-1 0 0,0 1 1 0 0,0-2-1 0 0,-1 1 0 0 0,-1-1 1 0 0,13-19-1 0 0,-12 13 716 0 0,0 0-1 0 0,-1-1 1 0 0,-1 1-1 0 0,9-36 1 0 0,6-28 2437 0 0,-21 78-2996 0 0,0-6-172 0 0,1 21 173 0 0,-1 0 0 0 0,0 1 0 0 0,0-1 0 0 0,-1 1 0 0 0,-4 20 0 0 0,2-3 30 0 0,-2 12-17 0 0,2-26-183 0 0,0 0 1 0 0,2 0-1 0 0,0 0 0 0 0,4 34 1 0 0,-2-41-417 0 0,-1-3 5 0 0,0-1 1 0 0,1 0-1 0 0,-1 0 1 0 0,1 0-1 0 0,1 0 1 0 0,3 7-1 0 0,-5-11 213 0 0,0-1-1 0 0,0 1 1 0 0,1 0-1 0 0,-1-1 1 0 0,1 1-1 0 0,-1-1 1 0 0,1 0-1 0 0,0 1 1 0 0,0-1-1 0 0,-1 0 1 0 0,1 0-1 0 0,0 0 1 0 0,0 0-1 0 0,0 0 1 0 0,0-1-1 0 0,0 1 1 0 0,0-1-1 0 0,1 1 1 0 0,-1-1-1 0 0,0 0 1 0 0,0 1-1 0 0,0-1 0 0 0,3-1 1 0 0,15 0-4498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360 166 1040 0 0,'4'-8'1256'0'0,"-1"0"0"0"0,0-1 0 0 0,-1 1 0 0 0,0-1 0 0 0,0 0 0 0 0,0 0-1 0 0,-1 0 1 0 0,-1 0 0 0 0,0 0 0 0 0,0 0 0 0 0,0 1 0 0 0,-4-16 0 0 0,3 15-421 0 0,-4-11 356 0 0,5 19-1167 0 0,-1 1-1 0 0,1-1 0 0 0,0 1 1 0 0,-1-1-1 0 0,1 1 1 0 0,-1-1-1 0 0,1 1 0 0 0,0-1 1 0 0,-1 1-1 0 0,1-1 0 0 0,-1 1 1 0 0,0 0-1 0 0,1-1 1 0 0,-1 1-1 0 0,1 0 0 0 0,-1 0 1 0 0,0-1-1 0 0,1 1 0 0 0,-1 0 1 0 0,1 0-1 0 0,-1 0 1 0 0,0 0-1 0 0,1 0 0 0 0,-1 0 1 0 0,0 0-1 0 0,1 0 0 0 0,-1 0 1 0 0,0 0-1 0 0,-8 2 57 0 0,0 0-1 0 0,0 0 1 0 0,0 1-1 0 0,1 0 1 0 0,-1 1 0 0 0,1-1-1 0 0,0 2 1 0 0,0-1-1 0 0,0 1 1 0 0,-11 10-1 0 0,-8 8 49 0 0,-33 37 0 0 0,48-47-106 0 0,-6 7-8 0 0,1 1 0 0 0,0 0 0 0 0,2 1 0 0 0,1 0 0 0 0,-19 39 0 0 0,27-47-41 0 0,0 0 1 0 0,1 0-1 0 0,1 0 0 0 0,0 1 1 0 0,0-1-1 0 0,2 1 1 0 0,0 0-1 0 0,1 0 0 0 0,0 0 1 0 0,1 0-1 0 0,3 21 1 0 0,-3-32-97 0 0,1 0 0 0 0,0 0 0 0 0,0-1 0 0 0,0 1 0 0 0,0 0 0 0 0,1 0 0 0 0,-1-1 0 0 0,1 1 0 0 0,0 0 0 0 0,0-1 0 0 0,1 0 0 0 0,-1 0 1 0 0,1 1-1 0 0,0-1 0 0 0,-1-1 0 0 0,1 1 0 0 0,0 0 0 0 0,1-1 0 0 0,-1 1 0 0 0,0-1 0 0 0,1 0 0 0 0,-1 0 0 0 0,6 1 0 0 0,-1 0-665 0 0,-1-2 0 0 0,0 1-1 0 0,1-1 1 0 0,-1 0 0 0 0,1-1-1 0 0,0 1 1 0 0,-1-2 0 0 0,1 1-1 0 0,-1-1 1 0 0,1 0-1 0 0,12-4 1 0 0,14-5-5386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3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284 189 2400 0 0,'-4'-19'1805'0'0,"-15"-85"8102"0"0,14 86-8026 0 0,-10-27-1 0 0,14 42-1566 0 0,-15 8 139 0 0,13-1-332 0 0,0 0 0 0 0,0 0 0 0 0,0 0 0 0 0,0 0 0 0 0,0 0 0 0 0,1 1 0 0 0,0-1 0 0 0,0 1 0 0 0,0 0 0 0 0,0-1 0 0 0,-1 9 0 0 0,-2 2 172 0 0,-14 45 1188 0 0,-21 106 0 0 0,4 66 569 0 0,34-212-1881 0 0,-27 172 693 0 0,-16 143-280 0 0,39-288-702 0 0,-4 69-1078 0 0,10-101-506 0 0,0-1 0 0 0,5 29-1 0 0,-5-42 1553 0 0,1 0-1 0 0,-1-1 1 0 0,0 1-1 0 0,0 0 1 0 0,0-1-1 0 0,1 1 1 0 0,-1-1-1 0 0,0 1 1 0 0,1 0-1 0 0,-1-1 1 0 0,0 1-1 0 0,1-1 1 0 0,-1 1-1 0 0,1-1 1 0 0,-1 1-1 0 0,1-1 1 0 0,-1 1 0 0 0,1-1-1 0 0,0 0 1 0 0,-1 1-1 0 0,1-1 1 0 0,-1 0-1 0 0,1 1 1 0 0,0-1-1 0 0,-1 0 1 0 0,1 0-1 0 0,0 0 1 0 0,-1 0-1 0 0,1 1 1 0 0,0-1-1 0 0,-1 0 1 0 0,1 0-1 0 0,0 0 1 0 0,-1 0-1 0 0,2-1 1 0 0,22-6-6033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3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41 146 1188 0 0,'43'-129'19129'0'0,"-37"112"-15354"0"0,-15 54-1389 0 0,5-20-2126 0 0,-16 62 739 0 0,-21 103-492 0 0,26-59-5130 0 0,15-116 3919 0 0,0 0-1 0 0,0 1 1 0 0,1-1 0 0 0,1 7-1 0 0,5 6-2720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3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158 155 1608 0 0,'11'-44'17088'0'0,"-16"61"-15371"0"0,4-15-1731 0 0,-43 156 4181 0 0,37-126-3967 0 0,2 0 1 0 0,1 0-1 0 0,0 35 1 0 0,4-62-177 0 0,0 1 1 0 0,1-1-1 0 0,-1 1 1 0 0,1-1-1 0 0,1 1 1 0 0,-1-1-1 0 0,1 0 1 0 0,0 0-1 0 0,0 0 1 0 0,0 0 0 0 0,1 0-1 0 0,3 6 1 0 0,-3-9-6 0 0,-1 1 0 0 0,0 0 0 0 0,1-1 0 0 0,-1 1 0 0 0,1-1 0 0 0,0 0 0 0 0,0 0 0 0 0,0 0 0 0 0,0 0 0 0 0,0 0 0 0 0,0-1 0 0 0,1 1 0 0 0,-1-1 0 0 0,0 0 0 0 0,1 0 0 0 0,-1 0 0 0 0,1-1 1 0 0,-1 1-1 0 0,1-1 0 0 0,0 0 0 0 0,5 0 0 0 0,1-1-8 0 0,0 0-1 0 0,0-1 1 0 0,0 0 0 0 0,-1-1 0 0 0,1 0 0 0 0,-1 0-1 0 0,0-1 1 0 0,0 0 0 0 0,0-1 0 0 0,0 0 0 0 0,12-9 0 0 0,-10 5-6 0 0,0-1 0 0 0,0 0 1 0 0,-1-1-1 0 0,0 0 1 0 0,-1-1-1 0 0,0 0 1 0 0,10-20-1 0 0,-11 18-23 0 0,0-2-1 0 0,-1 1 1 0 0,-1-1-1 0 0,-1 0 1 0 0,0 0-1 0 0,-1-1 1 0 0,-1 1-1 0 0,0-1 1 0 0,-1 0 0 0 0,-1 0-1 0 0,-1 1 1 0 0,0-1-1 0 0,-1 0 1 0 0,-7-32-1 0 0,6 40 3 0 0,-1 1-1 0 0,0 0 0 0 0,0 0 0 0 0,-1 0 1 0 0,0 1-1 0 0,0-1 0 0 0,-1 1 0 0 0,0 0 1 0 0,-10-11-1 0 0,11 14 11 0 0,0 0 0 0 0,0 1 0 0 0,0-1 1 0 0,-1 1-1 0 0,1 0 0 0 0,-1 1 0 0 0,0-1 0 0 0,0 1 0 0 0,0 0 1 0 0,0 0-1 0 0,0 0 0 0 0,0 1 0 0 0,0-1 0 0 0,-1 1 0 0 0,1 1 1 0 0,-9-1-1 0 0,2 1-12 0 0,1 2 1 0 0,0-1-1 0 0,1 1 1 0 0,-1 1-1 0 0,0 0 0 0 0,0 0 1 0 0,1 1-1 0 0,0 1 1 0 0,0-1-1 0 0,0 2 1 0 0,1-1-1 0 0,-17 14 1 0 0,9-6-26 0 0,1 2 1 0 0,0 0-1 0 0,1 1 1 0 0,1 0-1 0 0,-20 30 1 0 0,27-35-297 0 0,0 1-1 0 0,1 1 1 0 0,0-1-1 0 0,1 1 1 0 0,0 0 0 0 0,1 0-1 0 0,-4 19 1 0 0,7-24-374 0 0,0 0 0 0 0,1 1 0 0 0,-1-1 0 0 0,2 0-1 0 0,1 15 1 0 0,-1-17-180 0 0,0-1-1 0 0,1 0 1 0 0,-1 0-1 0 0,1 1 1 0 0,0-1-1 0 0,1-1 1 0 0,-1 1-1 0 0,1 0 1 0 0,5 6-1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4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74 2104 0 0,'0'-4'2579'0'0,"-2"-43"7630"0"0,2 50-9682 0 0,-23 248 4195 0 0,2-98-4047 0 0,21-145-565 0 0,0-4-17 0 0,0-1 0 0 0,-1 1 0 0 0,1-1 0 0 0,-1 1 0 0 0,1-1 0 0 0,-1 1 0 0 0,0-1 0 0 0,0 0 0 0 0,-1 1 0 0 0,1-1 0 0 0,-1 0 0 0 0,-2 4 0 0 0,3-6 34 0 0,-8-17 116 0 0,7 6-236 0 0,0 0 1 0 0,1-1-1 0 0,0 1 1 0 0,1-1-1 0 0,0 1 1 0 0,0 0-1 0 0,1-1 1 0 0,1 1-1 0 0,0 0 1 0 0,0 0 0 0 0,5-12-1 0 0,0 1-36 0 0,1-1 0 0 0,2 1 0 0 0,0 1 1 0 0,15-24-1 0 0,-10 23-3 0 0,0 1 1 0 0,1 0-1 0 0,1 1 1 0 0,29-25-1 0 0,-33 33-1 0 0,0 1-1 0 0,1 0 1 0 0,0 1-1 0 0,0 1 0 0 0,1 0 1 0 0,0 1-1 0 0,27-9 1 0 0,-38 15 24 0 0,0 0 0 0 0,0 0 1 0 0,0 1-1 0 0,0-1 0 0 0,0 1 0 0 0,0 0 1 0 0,0 0-1 0 0,-1 0 0 0 0,1 0 1 0 0,0 1-1 0 0,0 0 0 0 0,0 0 1 0 0,0 0-1 0 0,0 0 0 0 0,-1 0 0 0 0,1 1 1 0 0,0 0-1 0 0,-1-1 0 0 0,0 1 1 0 0,7 5-1 0 0,-5-2 9 0 0,-1-1-1 0 0,1 1 1 0 0,-1 0 0 0 0,0 0 0 0 0,0 1 0 0 0,0-1-1 0 0,-1 1 1 0 0,0 0 0 0 0,0 0 0 0 0,0 0 0 0 0,2 9-1 0 0,-2-3 76 0 0,-1 0-1 0 0,1 0 0 0 0,-2 1 1 0 0,0-1-1 0 0,0 1 0 0 0,-1-1 1 0 0,-2 16-1 0 0,-20 88 569 0 0,8-49-527 0 0,-9 41-18 0 0,23-101-80 0 0,-1 30 320 0 0,15-41-668 0 0,-6-2-357 0 0,0 1 0 0 0,0-1 0 0 0,-1-1 0 0 0,0 1 1 0 0,0-1-1 0 0,-1 0 0 0 0,7-9 0 0 0,19-31-6623 0 0,-11 11-798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4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55 2204 0 0,'-221'-41'19105'0'0,"186"35"-18443"0"0,33 5-844 0 0,-10-3-496 0 0,1 3-3154 0 0,6 0 3304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4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0 3016 0 0,'-121'31'13887'0'0,"118"-30"-12406"0"0,89 2-677 0 0,126-8-3922 0 0,-71 3-3661 0 0,-74 2-108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7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497 569 1684 0 0,'15'-20'2292'0'0,"-10"15"-1420"0"0,-1-1-1 0 0,1 0 0 0 0,-1 0 0 0 0,-1 0 0 0 0,1 0 0 0 0,-1-1 0 0 0,0 1 0 0 0,0-1 1 0 0,-1 0-1 0 0,0 0 0 0 0,2-11 0 0 0,-4 14-647 0 0,0 1-1 0 0,0-1 1 0 0,0 1-1 0 0,-1 0 1 0 0,1-1 0 0 0,-1 1-1 0 0,0 0 1 0 0,0-1-1 0 0,0 1 1 0 0,0 0 0 0 0,0 0-1 0 0,-4-6 1 0 0,4 8-96 0 0,-3 1-45 0 0,0 1-74 0 0,-1 0 1 0 0,0 1 0 0 0,1-1-1 0 0,0 1 1 0 0,-1 0 0 0 0,1 0-1 0 0,0 0 1 0 0,0 1 0 0 0,0-1 0 0 0,0 1-1 0 0,1 0 1 0 0,-1 0 0 0 0,1 1-1 0 0,-5 4 1 0 0,-8 11-6 0 0,-21 33 0 0 0,22-30 3 0 0,-16 22-20 0 0,3 2 0 0 0,-39 83 0 0 0,57-107 15 0 0,1 1 1 0 0,1 0-1 0 0,2 0 0 0 0,0 1 0 0 0,1 0 0 0 0,1 0 0 0 0,2 0 0 0 0,0 34 0 0 0,2-53 10 0 0,1 1-1 0 0,-1-1 0 0 0,1 0 0 0 0,0 0 1 0 0,1 1-1 0 0,-1-1 0 0 0,1 0 1 0 0,0 0-1 0 0,1 0 0 0 0,-1-1 0 0 0,5 8 1 0 0,-5-10-6 0 0,0 1 1 0 0,0-1-1 0 0,1 0 0 0 0,-1 1 1 0 0,1-1-1 0 0,-1 0 1 0 0,1-1-1 0 0,0 1 0 0 0,-1 0 1 0 0,1-1-1 0 0,0 1 1 0 0,0-1-1 0 0,0 0 0 0 0,0 0 1 0 0,1 0-1 0 0,-1-1 1 0 0,0 1-1 0 0,0-1 1 0 0,0 1-1 0 0,4-1 0 0 0,3-1 4 0 0,0 1 0 0 0,1-1 1 0 0,-1-1-1 0 0,-1 0 0 0 0,1 0 0 0 0,0-1 0 0 0,0 0 0 0 0,-1-1 0 0 0,0 0 0 0 0,11-6 0 0 0,-8 2 1 0 0,1-1-1 0 0,-1 0 1 0 0,-1-1-1 0 0,0 0 0 0 0,0 0 1 0 0,12-16-1 0 0,-7 3 3 0 0,0 0-1 0 0,-1-1 1 0 0,-1-1-1 0 0,-2 0 1 0 0,0-1-1 0 0,15-49 1 0 0,-18 42-2 0 0,-2-1 1 0 0,0 1 0 0 0,2-54-1 0 0,-9 67-17 0 0,0-1 0 0 0,-1 1-1 0 0,-1-1 1 0 0,-1 1-1 0 0,0 0 1 0 0,-2 0-1 0 0,-8-24 1 0 0,11 41-5 0 0,1-1 1 0 0,-1 0-1 0 0,0 1 0 0 0,1 0 1 0 0,-1-1-1 0 0,-1 1 0 0 0,1 0 1 0 0,0 0-1 0 0,-1 0 0 0 0,0 0 1 0 0,1 1-1 0 0,-1-1 0 0 0,0 1 1 0 0,-1 0-1 0 0,1-1 0 0 0,-5-1 1 0 0,-1 3-30 0 0,0 3 23 0 0,-1 1-1 0 0,1 0 1 0 0,0 0-1 0 0,0 0 0 0 0,0 1 1 0 0,0 1-1 0 0,1-1 1 0 0,0 1-1 0 0,-14 12 0 0 0,7-5 4 0 0,2 1-1 0 0,0 0 1 0 0,0 1-1 0 0,1 1 1 0 0,1 0 0 0 0,1 0-1 0 0,0 1 1 0 0,1 1-1 0 0,0 0 1 0 0,2 0-1 0 0,0 0 1 0 0,1 1-1 0 0,0 0 1 0 0,2 0-1 0 0,-4 28 1 0 0,7-41 18 0 0,1 1 1 0 0,0-1 0 0 0,0 0-1 0 0,0 1 1 0 0,0-1-1 0 0,1 0 1 0 0,0 0-1 0 0,1 1 1 0 0,-1-1-1 0 0,1 0 1 0 0,0 0-1 0 0,0 0 1 0 0,0-1-1 0 0,0 1 1 0 0,1 0-1 0 0,0-1 1 0 0,0 0-1 0 0,1 0 1 0 0,-1 0-1 0 0,1 0 1 0 0,7 6 0 0 0,-3-4 3 0 0,0-1 0 0 0,0-1 0 0 0,1 1 0 0 0,0-2 0 0 0,0 1 0 0 0,0-1 0 0 0,0 0 0 0 0,0-1 0 0 0,1 0 0 0 0,-1-1 0 0 0,12 1 0 0 0,9-1 3 0 0,-1-1 0 0 0,0-2 0 0 0,0 0 1 0 0,0-2-1 0 0,0-2 0 0 0,38-11 0 0 0,-28 4 0 0 0,-1-2 0 0 0,-1-1 0 0 0,-1-1 0 0 0,37-25 0 0 0,-46 24-5 0 0,-1-1 0 0 0,-1-2 1 0 0,0 0-1 0 0,-2-2 0 0 0,0 0 1 0 0,-2-2-1 0 0,0-1 0 0 0,-2 0 1 0 0,16-29-1 0 0,-16 19 7 0 0,0-1-1 0 0,-3-1 0 0 0,-1 0 1 0 0,-2-1-1 0 0,-1-1 1 0 0,10-69-1 0 0,-18 81 2 0 0,1-37 0 0 0,-5 65-15 0 0,0-1-1 0 0,0 1 0 0 0,0 0 0 0 0,0 0 0 0 0,0 0 1 0 0,0-1-1 0 0,0 1 0 0 0,0 0 0 0 0,0 0 0 0 0,0-1 0 0 0,0 1 1 0 0,0 0-1 0 0,0 0 0 0 0,0-1 0 0 0,0 1 0 0 0,-1 0 1 0 0,1 0-1 0 0,0 0 0 0 0,0-1 0 0 0,0 1 0 0 0,0 0 1 0 0,0 0-1 0 0,-1 0 0 0 0,1 0 0 0 0,0-1 0 0 0,0 1 1 0 0,0 0-1 0 0,0 0 0 0 0,-1 0 0 0 0,1 0 0 0 0,0 0 1 0 0,0-1-1 0 0,0 1 0 0 0,-1 0 0 0 0,1 0 0 0 0,0 0 1 0 0,-1 0-1 0 0,-8 4-33 0 0,-6 7 12 0 0,5 1 19 0 0,1 1-1 0 0,0 0 1 0 0,1 0-1 0 0,0 1 1 0 0,1 0-1 0 0,1 0 1 0 0,-6 20 0 0 0,5-16 2 0 0,-24 66-4 0 0,-23 105-1 0 0,-5 94 105 0 0,39-181 5 0 0,-68 391 421 0 0,-10 47-215 0 0,-38-10 94 0 0,110-451 37 0 0,-44 92-1 0 0,54-138-188 0 0,-2 0 0 0 0,-2 0-1 0 0,0-2 1 0 0,-3-1 0 0 0,-26 29 0 0 0,42-51-153 0 0,-2 0 0 0 0,1 0 0 0 0,-1-1 0 0 0,0 0 0 0 0,-1 0 0 0 0,1-1 0 0 0,-1-1 0 0 0,0 0 0 0 0,-1 0 0 0 0,-12 4 0 0 0,15-7-31 0 0,-1 0 0 0 0,0-1 0 0 0,0 1 0 0 0,-1-2 1 0 0,1 1-1 0 0,0-1 0 0 0,0-1 0 0 0,0 1 0 0 0,0-2 0 0 0,0 1 0 0 0,0-1 0 0 0,-17-6 0 0 0,12 2 9 0 0,0-1-1 0 0,0 0 0 0 0,0 0 0 0 0,0-2 1 0 0,2 1-1 0 0,-1-2 0 0 0,1 0 0 0 0,0 0 1 0 0,1-1-1 0 0,0 0 0 0 0,1-1 0 0 0,0-1 1 0 0,1 1-1 0 0,0-1 0 0 0,1-1 0 0 0,1 0 1 0 0,-6-15-1 0 0,5 10-37 0 0,1-1 0 0 0,2-1 0 0 0,0 1 0 0 0,1-1 0 0 0,0 0 0 0 0,2 0 0 0 0,1 0 0 0 0,0 0 0 0 0,2 0 0 0 0,0 0 0 0 0,2 0 0 0 0,6-26 0 0 0,2 7-49 0 0,2 1 1 0 0,1 0 0 0 0,2 1-1 0 0,2 1 1 0 0,2 1 0 0 0,1 0-1 0 0,1 2 1 0 0,2 0-1 0 0,2 2 1 0 0,48-49 0 0 0,-25 35-100 0 0,2 2 1 0 0,2 2 0 0 0,1 2 0 0 0,3 3 0 0 0,109-53-1 0 0,-97 58-751 0 0,1 3 0 0 0,2 3 0 0 0,0 3 0 0 0,78-13 0 0 0,-124 31 294 0 0,10-2-3740 0 0,67-4 0 0 0,-82 9-4581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7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97 340 0 0,'15'-96'15324'0'0,"-22"105"-14232"0"0,3 1-695 0 0,0 1 1 0 0,0-1 0 0 0,-2 15 0 0 0,-6 13 163 0 0,-146 438 1679 0 0,114-312-1941 0 0,11-39-4302 0 0,35-155-6081 0 0,-1 6 5128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8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1 320 600 0 0,'9'-40'2659'0'0,"-5"19"-1571"0"0,1-1 1 0 0,1 1-1 0 0,1-1 0 0 0,1 2 0 0 0,1-1 1 0 0,13-21-1 0 0,-21 39-966 0 0,0 1 0 0 0,1 0 0 0 0,0 0 0 0 0,-1 0 0 0 0,1 1 0 0 0,0-1 0 0 0,0 0 0 0 0,0 1 0 0 0,0-1 0 0 0,0 1-1 0 0,0-1 1 0 0,0 1 0 0 0,0 0 0 0 0,1 0 0 0 0,-1 0 0 0 0,1 0 0 0 0,-1 0 0 0 0,5 0 0 0 0,-3 1-16 0 0,0 0 0 0 0,-1 0 0 0 0,1 0 0 0 0,0 1 0 0 0,0 0-1 0 0,-1 0 1 0 0,1 0 0 0 0,-1 0 0 0 0,1 0 0 0 0,-1 1 0 0 0,6 2 0 0 0,4 5 122 0 0,1 0 1 0 0,-1 1-1 0 0,0 0 1 0 0,16 19-1 0 0,-29-29-223 0 0,27 29 279 0 0,-1 2-1 0 0,42 64 1 0 0,30 75 73 0 0,-93-163-338 0 0,11 24 82 0 0,-11-19 134 0 0,1 0 1 0 0,1 0-1 0 0,0-1 1 0 0,16 19 0 0 0,-21-28-20 0 0,0-3-42 0 0,0 0-151 0 0,0-1 0 0 0,-1 1 0 0 0,1-1 1 0 0,0 0-1 0 0,-1 1 0 0 0,1-1 1 0 0,-1 0-1 0 0,0 0 0 0 0,0 0 0 0 0,1 0 1 0 0,-1 0-1 0 0,-1 0 0 0 0,2-4 0 0 0,12-36 73 0 0,-8 20-54 0 0,16-44-24 0 0,2 2 0 0 0,38-68 0 0 0,-50 109-52 0 0,2 0-1 0 0,0 1 0 0 0,2 1 0 0 0,0 1 1 0 0,1 0-1 0 0,2 1 0 0 0,-1 1 1 0 0,40-29-1 0 0,-52 43 13 0 0,1-1 0 0 0,0 2-1 0 0,1-1 1 0 0,-1 1 0 0 0,0 0 0 0 0,1 0 0 0 0,0 1-1 0 0,0 0 1 0 0,0 0 0 0 0,0 1 0 0 0,14 0-1 0 0,-17 1 28 0 0,-1 0 0 0 0,1 0 0 0 0,-1 1-1 0 0,1 0 1 0 0,-1 0 0 0 0,1 0 0 0 0,-1 1-1 0 0,0-1 1 0 0,1 1 0 0 0,-1 0 0 0 0,0 0-1 0 0,0 1 1 0 0,-1-1 0 0 0,1 1 0 0 0,0 0-1 0 0,-1 0 1 0 0,1 0 0 0 0,-1 0 0 0 0,0 1-1 0 0,0-1 1 0 0,0 1 0 0 0,3 5 0 0 0,0 3 120 0 0,-1 1 1 0 0,0-1 0 0 0,-1 1-1 0 0,0 0 1 0 0,-1 0 0 0 0,-1 0-1 0 0,0 0 1 0 0,0 1-1 0 0,-1-1 1 0 0,-1 1 0 0 0,0-1-1 0 0,-3 15 1 0 0,-4 22 310 0 0,-24 89 1 0 0,-21 16-29 0 0,33-103-1125 0 0,-25 101-1 0 0,44-150 500 0 0,-4 28-1982 0 0,4-30 2014 0 0,0 0-1 0 0,0-1 1 0 0,-1 1-1 0 0,1 0 0 0 0,0 0 1 0 0,1 0-1 0 0,-1-1 1 0 0,0 1-1 0 0,0 0 0 0 0,0 0 1 0 0,0-1-1 0 0,1 1 1 0 0,-1 0-1 0 0,0 0 0 0 0,1-1 1 0 0,-1 1-1 0 0,1 0 1 0 0,-1-1-1 0 0,0 1 0 0 0,1 0 1 0 0,0-1-1 0 0,-1 1 1 0 0,1-1-1 0 0,-1 1 0 0 0,1-1 1 0 0,0 1-1 0 0,-1-1 1 0 0,1 1-1 0 0,0-1 0 0 0,-1 0 1 0 0,1 1-1 0 0,0-1 1 0 0,1 1-1 0 0,15-1-3539 0 0,2-3-1417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9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414 852 2716 0 0,'4'-7'1406'0'0,"-1"-1"0"0"0,0 0 1 0 0,0 1-1 0 0,-1-1 0 0 0,3-15 0 0 0,-4 19-984 0 0,-1 0 0 0 0,0 0 0 0 0,0 0-1 0 0,0 0 1 0 0,-1 0 0 0 0,1 0 0 0 0,-1 0 0 0 0,0 0 0 0 0,0 1 0 0 0,0-1 0 0 0,0 0 0 0 0,-1 1 0 0 0,-3-7 0 0 0,4 9-378 0 0,1 0 1 0 0,-1 0 0 0 0,0 0 0 0 0,0 0 0 0 0,0 0 0 0 0,0 1 0 0 0,0-1 0 0 0,0 0 0 0 0,0 0 0 0 0,0 1 0 0 0,0-1 0 0 0,0 1 0 0 0,0-1 0 0 0,0 1 0 0 0,-1-1 0 0 0,1 1-1 0 0,0 0 1 0 0,0-1 0 0 0,0 1 0 0 0,-1 0 0 0 0,1 0 0 0 0,0 0 0 0 0,0 0 0 0 0,-2 0 0 0 0,-28 9 319 0 0,11 0-267 0 0,1 0 0 0 0,0 2-1 0 0,1 1 1 0 0,0 0 0 0 0,0 1 0 0 0,1 1 0 0 0,1 0-1 0 0,1 1 1 0 0,-15 18 0 0 0,6-2-63 0 0,0 0-1 0 0,3 1 1 0 0,0 2-1 0 0,-19 41 1 0 0,32-57-20 0 0,1-1 1 0 0,1 1-1 0 0,0 0 0 0 0,1 1 1 0 0,1 0-1 0 0,-2 21 0 0 0,6-33-4 0 0,-1 0 1 0 0,2 0-1 0 0,-1 0 0 0 0,1 0 0 0 0,0 0 0 0 0,0 0 0 0 0,1 0 0 0 0,4 11 1 0 0,-4-14-7 0 0,0 0 0 0 0,0 0 0 0 0,1 0 0 0 0,-1 0 0 0 0,1 0 0 0 0,0-1 0 0 0,0 1 0 0 0,1-1 0 0 0,-1 0 0 0 0,0 0 0 0 0,1 0 0 0 0,0 0 0 0 0,0-1 0 0 0,6 4 0 0 0,-7-4-30 0 0,1-1-1 0 0,0 1 1 0 0,0-1 0 0 0,-1 0-1 0 0,1 0 1 0 0,0 0 0 0 0,0 0-1 0 0,0-1 1 0 0,0 1 0 0 0,0-1-1 0 0,0 0 1 0 0,0-1 0 0 0,0 1-1 0 0,0-1 1 0 0,7-1 0 0 0,-5 0 0 0 0,0 0 0 0 0,-1-1 0 0 0,1 0-1 0 0,-1 0 1 0 0,0 0 0 0 0,1-1 0 0 0,-2 1 0 0 0,1-1 0 0 0,6-7 0 0 0,0-2 0 0 0,0-1 0 0 0,0 0-1 0 0,-2 0 1 0 0,0-1 0 0 0,-1 0-1 0 0,10-24 1 0 0,10-33 247 0 0,-3-2-1 0 0,16-87 1 0 0,-36 147-361 0 0,-2 24 7 0 0,-2 27 205 0 0,-15 98 438 0 0,-1 22-260 0 0,14-133-212 0 0,1-1 0 0 0,2 0 1 0 0,0 0-1 0 0,9 39 1 0 0,-10-59-80 0 0,0 1 0 0 0,0 0 1 0 0,0 0-1 0 0,1-1 0 0 0,0 1 1 0 0,-1-1-1 0 0,1 1 0 0 0,0-1 0 0 0,1 0 1 0 0,-1 1-1 0 0,0-1 0 0 0,1 0 1 0 0,0-1-1 0 0,0 1 0 0 0,6 4 1 0 0,-6-5-78 0 0,0-1 1 0 0,1 0-1 0 0,-1 1 1 0 0,1-1 0 0 0,-1-1-1 0 0,0 1 1 0 0,1 0-1 0 0,-1-1 1 0 0,1 0 0 0 0,0 0-1 0 0,-1 0 1 0 0,1 0 0 0 0,-1-1-1 0 0,1 1 1 0 0,-1-1-1 0 0,1 0 1 0 0,-1 0 0 0 0,5-2-1 0 0,3-1-254 0 0,0-1 0 0 0,0-1 0 0 0,-1 0 0 0 0,1 0 0 0 0,-1-1 0 0 0,-1 0 0 0 0,12-12 0 0 0,3-5-638 0 0,28-35 0 0 0,-1-8-666 0 0,70-121-1 0 0,23-84 633 0 0,-83 145 2462 0 0,55-166 0 0 0,-87 201 2474 0 0,20-110-1 0 0,-43 163-3141 0 0,-6 36-675 0 0,-2 6-20 0 0,-19 40 67 0 0,3 2-1 0 0,1 0 0 0 0,-18 79 0 0 0,20-71-1 0 0,-39 147 254 0 0,9 3-1 0 0,-21 232 1 0 0,65-424-362 0 0,-7 137 53 0 0,8-129-24 0 0,1-1-1 0 0,0 1 0 0 0,2-1 0 0 0,0 1 0 0 0,11 31 1 0 0,-13-47-30 0 0,0 1 1 0 0,0-1-1 0 0,1 0 1 0 0,0-1-1 0 0,-1 1 1 0 0,1 0-1 0 0,0 0 1 0 0,0-1-1 0 0,1 1 1 0 0,-1-1-1 0 0,0 1 1 0 0,1-1-1 0 0,0 0 1 0 0,-1 0-1 0 0,1 0 1 0 0,0-1-1 0 0,0 1 1 0 0,0-1-1 0 0,0 1 1 0 0,0-1-1 0 0,0 0 1 0 0,0 0-1 0 0,1-1 1 0 0,-1 1-1 0 0,0 0 1 0 0,1-1-1 0 0,-1 0 1 0 0,0 0-1 0 0,1 0 1 0 0,-1 0-1 0 0,0-1 1 0 0,5 0-1 0 0,1-1-11 0 0,1 0-1 0 0,-1-1 0 0 0,0 0 1 0 0,0-1-1 0 0,0 1 1 0 0,0-2-1 0 0,-1 1 0 0 0,0-1 1 0 0,15-12-1 0 0,-2-1-30 0 0,-2-2 0 0 0,0 1 0 0 0,-2-2 0 0 0,0-1 0 0 0,-1 0 0 0 0,18-34 0 0 0,-13 15 20 0 0,-2 0 0 0 0,-2-1 1 0 0,12-48-1 0 0,-24 72 3 0 0,-1-1 0 0 0,-1 0 0 0 0,0-1 0 0 0,-1 1 0 0 0,-1 0 0 0 0,-1-1 0 0 0,-1 1 0 0 0,-1 0 1 0 0,0-1-1 0 0,-10-33 0 0 0,12 51-3 0 0,-1 1 0 0 0,1 0 0 0 0,-1 0 0 0 0,1 0 0 0 0,0 0 0 0 0,-1 0 0 0 0,0 0 1 0 0,1 0-1 0 0,-1 0 0 0 0,0 0 0 0 0,1 1 0 0 0,-1-1 0 0 0,0 0 0 0 0,0 0 0 0 0,0 1 1 0 0,0-1-1 0 0,0 0 0 0 0,0 1 0 0 0,0-1 0 0 0,0 1 0 0 0,0-1 0 0 0,0 1 0 0 0,0-1 1 0 0,0 1-1 0 0,-2 0 0 0 0,2-1 23 0 0,0 1-15 0 0,0 1-1 0 0,0-1 1 0 0,0 0 0 0 0,0 1 0 0 0,0-1 0 0 0,0 0-1 0 0,0 1 1 0 0,0-1 0 0 0,0 1 0 0 0,1-1-1 0 0,-1 1 1 0 0,0 0 0 0 0,0-1 0 0 0,1 1-1 0 0,-1 0 1 0 0,0-1 0 0 0,1 1 0 0 0,-1 0-1 0 0,0 0 1 0 0,1 0 0 0 0,-1 0 0 0 0,1 0-1 0 0,0 0 1 0 0,-1 0 0 0 0,1-1 0 0 0,0 1-1 0 0,-1 0 1 0 0,1 1 0 0 0,-8 28-45 0 0,7-23-25 0 0,1-1-1 0 0,0 1 1 0 0,0-1 0 0 0,0 0-1 0 0,1 1 1 0 0,0-1 0 0 0,0 1-1 0 0,1-1 1 0 0,0 0-1 0 0,0 0 1 0 0,0 0 0 0 0,1 0-1 0 0,0 0 1 0 0,0-1 0 0 0,1 1-1 0 0,-1-1 1 0 0,1 0 0 0 0,0 0-1 0 0,0 0 1 0 0,1 0 0 0 0,6 5-1 0 0,0-2-183 0 0,-1 0 0 0 0,1 0-1 0 0,0-1 1 0 0,1 0 0 0 0,-1-1-1 0 0,2-1 1 0 0,-1 0 0 0 0,0 0-1 0 0,20 3 1 0 0,-18-5 42 0 0,1 0 0 0 0,0-2 1 0 0,0 1-1 0 0,0-2 0 0 0,0 0 0 0 0,0-1 1 0 0,0-1-1 0 0,0 0 0 0 0,0-1 0 0 0,-1 0 1 0 0,1-1-1 0 0,-1-1 0 0 0,24-11 1 0 0,-25 8 482 0 0,0 1 0 0 0,0-2 0 0 0,-1 0 0 0 0,0 0 0 0 0,0-1 0 0 0,-1 0 0 0 0,-1-1 0 0 0,14-19 1 0 0,-19 24-17 0 0,3-4 471 0 0,-1 1 1 0 0,-1-1-1 0 0,9-17 0 0 0,-10 17-408 0 0,-5 11-66 0 0,-6 16-46 0 0,-21 30 294 0 0,-33 84 1 0 0,50-105-455 0 0,1 1 1 0 0,2 0 0 0 0,0 0-1 0 0,2 0 1 0 0,-2 32 0 0 0,7-49-62 0 0,0-1 0 0 0,0 0 0 0 0,1 1 0 0 0,0-1 0 0 0,0 1 0 0 0,1-1 0 0 0,7 18 1 0 0,-8-24-85 0 0,0 1 1 0 0,1-1 0 0 0,0 0 0 0 0,0 1 0 0 0,0-1 0 0 0,0 0 0 0 0,1 0 0 0 0,-1 0 0 0 0,1-1 0 0 0,0 1 0 0 0,-1-1 0 0 0,1 1 0 0 0,0-1 0 0 0,1 0 0 0 0,-1 0 0 0 0,0 0-1 0 0,1 0 1 0 0,-1-1 0 0 0,1 1 0 0 0,-1-1 0 0 0,1 0 0 0 0,5 1 0 0 0,3-1-499 0 0,0 0-1 0 0,0-1 1 0 0,1-1-1 0 0,-1 0 0 0 0,0 0 1 0 0,0-1-1 0 0,0-1 1 0 0,0 0-1 0 0,-1 0 1 0 0,1-1-1 0 0,21-11 1 0 0,-8 1-593 0 0,-1 0 0 0 0,0-2 0 0 0,-1 0 0 0 0,22-21 1 0 0,-14 8 1479 0 0,-1-2 1 0 0,-1-1 0 0 0,32-46 0 0 0,-30 32 2968 0 0,-2-1-1 0 0,25-57 1 0 0,-18 24 1017 0 0,-35 78-3914 0 0,-2 19 17 0 0,-1 0 1 0 0,0 0 0 0 0,-9 28-1 0 0,0 0-50 0 0,4-12-152 0 0,-3 13 25 0 0,3 0 1 0 0,-5 81-1 0 0,12-108-159 0 0,-1-12-9 0 0,1 0 0 0 0,0 0 0 0 0,0 1 0 0 0,1-1 1 0 0,0 0-1 0 0,0 0 0 0 0,0 0 0 0 0,6 14 0 0 0,-7-20-53 0 0,1-1 0 0 0,0 1-1 0 0,-1 0 1 0 0,1 0 0 0 0,0 0 0 0 0,-1-1 0 0 0,1 1 0 0 0,0 0 0 0 0,0-1-1 0 0,0 1 1 0 0,0-1 0 0 0,-1 1 0 0 0,1-1 0 0 0,0 1 0 0 0,0-1 0 0 0,1 1-1 0 0,0 0-85 0 0,0-1-44 0 0,1 1 0 0 0,-1 0 0 0 0,0-1 0 0 0,0 0-1 0 0,0 1 1 0 0,1-1 0 0 0,-1 0 0 0 0,0 0 0 0 0,0 0 0 0 0,1 0 0 0 0,-1-1-1 0 0,0 1 1 0 0,0-1 0 0 0,0 1 0 0 0,1-1 0 0 0,-1 0 0 0 0,3-1 0 0 0,-5 2 61 0 0,9-4-1033 0 0,0 0-1 0 0,-1-1 1 0 0,0 0-1 0 0,0 0 1 0 0,0-1-1 0 0,0 0 1 0 0,-1-1-1 0 0,0 1 1 0 0,12-16-1 0 0,6-10-6501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9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96 3532 0 0,'-31'-30'9386'0'0,"7"5"-2011"0"0,8 12-5249 0 0,1-4-687 0 0,13 14-1552 0 0,0 1-161 0 0,-1-4-274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29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1 1624 0 0,'-118'22'6749'0'0,"-116"23"5417"0"0,233-44-12109 0 0,0-1 1 0 0,-1 0 0 0 0,1 0-1 0 0,0 1 1 0 0,0-1 0 0 0,0 0-1 0 0,-1 1 1 0 0,1-1-1 0 0,0 1 1 0 0,0 0 0 0 0,0-1-1 0 0,0 1 1 0 0,0 0 0 0 0,0 0-1 0 0,-1 1 1 0 0,2-2-42 0 0,0 1 0 0 0,0-1 0 0 0,0 0 0 0 0,0 1 0 0 0,0-1 1 0 0,0 0-1 0 0,0 1 0 0 0,0-1 0 0 0,0 1 0 0 0,0-1 0 0 0,0 0 0 0 0,0 1 0 0 0,0-1 0 0 0,0 0 0 0 0,0 1 0 0 0,1-1 0 0 0,-1 0 0 0 0,0 1 0 0 0,0-1 1 0 0,0 0-1 0 0,1 0 0 0 0,-1 1 0 0 0,0-1 0 0 0,0 0 0 0 0,1 1 0 0 0,-1-1 0 0 0,0 0 0 0 0,1 0 0 0 0,-1 0 0 0 0,0 1 0 0 0,1-1 0 0 0,4 2 32 0 0,-1 1-1 0 0,1-1 0 0 0,-1 0 0 0 0,1-1 1 0 0,0 1-1 0 0,5 0 0 0 0,288 32-1332 0 0,-147-20-1036 0 0,-66-5 615 0 0,72 8-5522 0 0,-77-7-134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30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 37 904 0 0,'-11'-21'17531'0'0,"10"20"-17320"0"0,1 0 1 0 0,-1 0-1 0 0,0 0 0 0 0,0 0 1 0 0,1 0-1 0 0,-1 0 0 0 0,0 0 0 0 0,0 1 1 0 0,0-1-1 0 0,0 0 0 0 0,0 0 1 0 0,0 1-1 0 0,0-1 0 0 0,0 1 0 0 0,0-1 1 0 0,0 1-1 0 0,0-1 0 0 0,-1 1 1 0 0,1 0-1 0 0,0-1 0 0 0,0 1 1 0 0,0 0-1 0 0,-1 0 0 0 0,1 0 0 0 0,0 0 1 0 0,-2 0-1 0 0,-33 6 489 0 0,34-6-665 0 0,-18 6 116 0 0,0 0 0 0 0,1 2 0 0 0,0 0-1 0 0,0 1 1 0 0,1 1 0 0 0,-33 22 0 0 0,17-5-13 0 0,1 1 0 0 0,-35 39 0 0 0,50-49-120 0 0,2 2 1 0 0,0 0-1 0 0,2 1 0 0 0,0 1 0 0 0,2 0 1 0 0,0 1-1 0 0,1 0 0 0 0,1 0 1 0 0,-10 42-1 0 0,19-60-37 0 0,-1 0 1 0 0,2 0-1 0 0,-1 0 0 0 0,1 0 1 0 0,-1 0-1 0 0,1 0 0 0 0,1 0 1 0 0,-1 1-1 0 0,1-1 1 0 0,0 0-1 0 0,0 0 0 0 0,0 0 1 0 0,1 0-1 0 0,0 0 1 0 0,0-1-1 0 0,3 7 0 0 0,-1-6-175 0 0,-1 0-1 0 0,2 0 0 0 0,-1 0 1 0 0,0-1-1 0 0,1 1 0 0 0,0-1 0 0 0,0 0 1 0 0,0-1-1 0 0,0 1 0 0 0,1-1 1 0 0,-1 0-1 0 0,12 4 0 0 0,-1-1-684 0 0,1 0-1 0 0,-1-2 0 0 0,1 0 1 0 0,0-1-1 0 0,19 1 0 0 0,-15-3-1719 0 0,-1-1 0 0 0,22-2-1 0 0,11-4-5600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30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294 262 2392 0 0,'-13'-7'8318'0'0,"9"6"-7520"0"0,0 0-1 0 0,0 0 1 0 0,0 1-1 0 0,0-1 1 0 0,0 1-1 0 0,0 0 1 0 0,-5 0-1 0 0,6 1-412 0 0,4 13-4 0 0,2-11-336 0 0,-1 0 0 0 0,0 0 1 0 0,0 0-1 0 0,1 0 0 0 0,-1-1 0 0 0,1 1 0 0 0,0-1 0 0 0,0 0 0 0 0,0 0 0 0 0,0 0 0 0 0,0 0 0 0 0,1 0 0 0 0,-1-1 1 0 0,0 0-1 0 0,7 2 0 0 0,-6-2-32 0 0,1 0 0 0 0,0 0 0 0 0,0-1 0 0 0,-1 1 0 0 0,1-1 1 0 0,0 0-1 0 0,0-1 0 0 0,0 1 0 0 0,0-1 0 0 0,-1 0 0 0 0,1 0 1 0 0,0-1-1 0 0,-1 1 0 0 0,1-1 0 0 0,-1 0 0 0 0,0 0 0 0 0,1-1 0 0 0,-1 1 1 0 0,0-1-1 0 0,0 0 0 0 0,-1 0 0 0 0,1 0 0 0 0,-1-1 0 0 0,1 1 1 0 0,-1-1-1 0 0,0 0 0 0 0,0 1 0 0 0,2-6 0 0 0,0 1-36 0 0,-1 0 0 0 0,1 0 0 0 0,-2 0 0 0 0,1-1 0 0 0,-1 1-1 0 0,-1-1 1 0 0,1 0 0 0 0,-1 0 0 0 0,-1 0 0 0 0,0 0 0 0 0,0 0 0 0 0,-1 0 0 0 0,0 0-1 0 0,-2-17 1 0 0,1 21 6 0 0,0-1 0 0 0,0 1-1 0 0,-1 0 1 0 0,1 0 0 0 0,-1 0 0 0 0,0 0-1 0 0,-1 0 1 0 0,1 0 0 0 0,-1 0-1 0 0,0 1 1 0 0,0-1 0 0 0,0 1-1 0 0,-1 0 1 0 0,1 0 0 0 0,-1 0 0 0 0,0 0-1 0 0,0 1 1 0 0,-1 0 0 0 0,1 0-1 0 0,-1 0 1 0 0,-5-3 0 0 0,6 5 25 0 0,0 0 0 0 0,-1 0 0 0 0,1 1 0 0 0,0-1 1 0 0,0 1-1 0 0,0 0 0 0 0,0 0 0 0 0,0 0 0 0 0,-1 1 1 0 0,1-1-1 0 0,0 1 0 0 0,0 0 0 0 0,0 1 0 0 0,-7 2 1 0 0,-4 3 116 0 0,0 0 0 0 0,-17 11 0 0 0,11-3-5 0 0,-1 1-1 0 0,2 1 0 0 0,0 1 0 0 0,1 0 0 0 0,1 2 1 0 0,1 0-1 0 0,0 0 0 0 0,2 2 0 0 0,0 0 0 0 0,2 1 0 0 0,0 0 1 0 0,-11 30-1 0 0,21-45-83 0 0,0 0 0 0 0,1 0 0 0 0,0 0 0 0 0,0 0 0 0 0,1 0 0 0 0,0 0-1 0 0,0 0 1 0 0,1 1 0 0 0,0-1 0 0 0,2 15 0 0 0,-1-19-98 0 0,1 1 0 0 0,-1-1-1 0 0,0 0 1 0 0,1 0 0 0 0,0 0-1 0 0,0 0 1 0 0,0 0 0 0 0,0 0-1 0 0,1-1 1 0 0,0 1 0 0 0,-1-1-1 0 0,1 0 1 0 0,0 1 0 0 0,1-1-1 0 0,-1-1 1 0 0,0 1-1 0 0,1 0 1 0 0,0-1 0 0 0,0 0-1 0 0,-1 0 1 0 0,9 3 0 0 0,-3-1-627 0 0,1-1 0 0 0,0-1 0 0 0,0 0 0 0 0,0 0 0 0 0,0-1 0 0 0,14 1 0 0 0,34-7-5431 0 0,-21-3 163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31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84 1080 0 0,'88'-72'15249'0'0,"-86"70"-14438"0"0,-2 2-772 0 0,1 0 1 0 0,-1 0 0 0 0,0-1 0 0 0,0 1-1 0 0,0 0 1 0 0,0-1 0 0 0,1 1-1 0 0,-1 0 1 0 0,0 0 0 0 0,0-1 0 0 0,0 1-1 0 0,0 0 1 0 0,0-1 0 0 0,0 1 0 0 0,0 0-1 0 0,0-1 1 0 0,0 1 0 0 0,0 0 0 0 0,0-1-1 0 0,0 1 1 0 0,0 0 0 0 0,0 0 0 0 0,0-1-1 0 0,0 1 1 0 0,-1 0 0 0 0,1-1-1 0 0,0 1 1 0 0,0 0 0 0 0,0 0 0 0 0,0-1-1 0 0,-1 1 1 0 0,1 0 0 0 0,0 0 0 0 0,0-1-1 0 0,-29 6 269 0 0,1 0 0 0 0,0 2 0 0 0,0 1-1 0 0,1 1 1 0 0,0 2 0 0 0,1 0-1 0 0,0 2 1 0 0,-25 16 0 0 0,43-23-292 0 0,1-1 1 0 0,0 1-1 0 0,0 0 1 0 0,-12 14-1 0 0,17-17-1 0 0,-1 0 0 0 0,1 0-1 0 0,0 0 1 0 0,0 0 0 0 0,0 1 0 0 0,1-1-1 0 0,-1 1 1 0 0,1-1 0 0 0,0 1 0 0 0,0 0-1 0 0,0-1 1 0 0,0 1 0 0 0,0 6 0 0 0,2-8-9 0 0,-1 0 0 0 0,0 0 1 0 0,1 0-1 0 0,-1 0 0 0 0,1 0 0 0 0,0 0 1 0 0,0 1-1 0 0,0-2 0 0 0,0 1 1 0 0,0 0-1 0 0,0 0 0 0 0,0 0 1 0 0,1 0-1 0 0,2 2 0 0 0,26 22 49 0 0,-21-19-45 0 0,42 33 91 0 0,46 41-423 0 0,-86-69 590 0 0,1 0 0 0 0,-2 1 0 0 0,0 0 1 0 0,0 0-1 0 0,13 26 0 0 0,-22-37-73 0 0,-1-1-1 0 0,1 1 1 0 0,0 0-1 0 0,-1 0 1 0 0,1 0-1 0 0,-1-1 1 0 0,1 1-1 0 0,-1 0 1 0 0,0 0-1 0 0,0 0 1 0 0,0 0-1 0 0,0 0 1 0 0,0 0 0 0 0,0 0-1 0 0,-1-1 1 0 0,1 1-1 0 0,0 0 1 0 0,-1 0-1 0 0,-1 2 1 0 0,1-1 77 0 0,-1 0 0 0 0,0 0 0 0 0,0 0 0 0 0,0-1 1 0 0,0 1-1 0 0,-1-1 0 0 0,1 1 0 0 0,-1-1 0 0 0,1 0 0 0 0,-4 2 1 0 0,-3 1 178 0 0,1 0 0 0 0,-2 0 0 0 0,1-1 1 0 0,0 0-1 0 0,-20 4 0 0 0,5-3-441 0 0,0-1 0 0 0,0-2-1 0 0,-33 0 1 0 0,26-2-10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31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 3876 0 0,'-15'4'6129'0'0,"-4"2"-3365"0"0,4-2-1228 0 0,3 3-1748 0 0,16 3-3512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32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1 166 608 0 0,'0'0'4694'0'0,"16"18"-3852"0"0,-14-16-843 0 0,0 0 1 0 0,0 0 0 0 0,0-1-1 0 0,1 1 1 0 0,-1-1-1 0 0,1 0 1 0 0,-1 1 0 0 0,1-1-1 0 0,-1 0 1 0 0,1 0-1 0 0,0-1 1 0 0,-1 1 0 0 0,1-1-1 0 0,0 1 1 0 0,0-1-1 0 0,4 0 1 0 0,1 1 0 0 0,58 9 13 0 0,0-2 1 0 0,92-3 0 0 0,134-19-17 0 0,-154 6 18 0 0,69-4 115 0 0,745-16 364 0 0,-598 38-248 0 0,536 7 401 0 0,-431-16-592 0 0,420-2 89 0 0,-187 1-5 0 0,536-10 997 0 0,618-59-919 0 0,-570 31-215 0 0,-587 20 12 0 0,-28-7-20 0 0,37-2 28 0 0,1 23-101 0 0,-468 9 102 0 0,1379 42-13 0 0,1272 107 60 0 0,411-28-64 0 0,-3071-121-19 0 0,72 1-547 0 0,-98-5-3528 0 0,-175-1 2737 0 0,-1-2 307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42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464 173 1612 0 0,'-20'17'14335'0'0,"19"-16"-13655"0"0,-1 0 0 0 0,-3 1 1 0 0,4-2-630 0 0,0 0 0 0 0,0 0 0 0 0,0 0 0 0 0,0 0 0 0 0,0 0 0 0 0,0 0 0 0 0,0-1 1 0 0,0 1-1 0 0,0 0 0 0 0,0-1 0 0 0,0 1 0 0 0,0-1 0 0 0,0 1 0 0 0,0-1 1 0 0,0 1-1 0 0,0-1 0 0 0,1 0 0 0 0,-2 0 0 0 0,0 0 17 0 0,-7-11 33 0 0,-17-25-45 0 0,26 35-78 0 0,-2-2-4 0 0,1 4 20 0 0,1-1-1 0 0,-1 1 1 0 0,1-1 0 0 0,0 1-1 0 0,-1 0 1 0 0,1-1 0 0 0,0 1-1 0 0,0-1 1 0 0,-1 1 0 0 0,1-1-1 0 0,0 1 1 0 0,0-1 0 0 0,0 1-1 0 0,0-1 1 0 0,0 1 0 0 0,0-1-1 0 0,-1 1 1 0 0,1-1 0 0 0,0 1-1 0 0,0-1 1 0 0,1 1 0 0 0,-1-1-1 0 0,0 1 1 0 0,0-1 0 0 0,0 1-1 0 0,0-1 1 0 0,0 1 0 0 0,0-1-1 0 0,1 1 1 0 0,-1-1 0 0 0,0 1-1 0 0,0-1 1 0 0,1 1 0 0 0,-1-1-1 0 0,0 1 1 0 0,1-1 0 0 0,5-3-39 0 0,0 0 0 0 0,0 1 1 0 0,0 0-1 0 0,0 0 0 0 0,1 0 1 0 0,-1 1-1 0 0,13-3 1 0 0,55-7-455 0 0,-24 4 142 0 0,195-31-1007 0 0,-220 34 1384 0 0,-13 4 86 0 0,0-2-1 0 0,0 1 0 0 0,17-8 1 0 0,-27 9 62 0 0,10-3 170 0 0,-12 4-337 0 0,0 0 0 0 0,0 0 0 0 0,1 0 1 0 0,-1 0-1 0 0,0 0 0 0 0,1 0 1 0 0,-1 0-1 0 0,0 0 0 0 0,0 0 0 0 0,1 0 1 0 0,-1 0-1 0 0,0 0 0 0 0,1 0 0 0 0,-1 0 1 0 0,0 0-1 0 0,0 0 0 0 0,1 0 1 0 0,-1 0-1 0 0,0 0 0 0 0,1 1 0 0 0,-1-1 1 0 0,0 0-1 0 0,0 0 0 0 0,0 0 0 0 0,1 0 1 0 0,-1 0-1 0 0,0 1 0 0 0,0-1 0 0 0,1 0 1 0 0,-1 0-1 0 0,0 1 0 0 0,0-1 1 0 0,0 0-1 0 0,0 0 0 0 0,0 1 0 0 0,1-1 1 0 0,-1 0-1 0 0,0 0 0 0 0,0 1 0 0 0,0-1 1 0 0,0 0-1 0 0,0 1 0 0 0,0-1 0 0 0,0 0 1 0 0,0 0-1 0 0,0 1 0 0 0,0-1 1 0 0,0 0-1 0 0,0 1 0 0 0,0-1 0 0 0,0 0 1 0 0,0 0-1 0 0,0 1 0 0 0,0-1 0 0 0,0 0 1 0 0,-1 0-1 0 0,1 1 0 0 0,-27 107 101 0 0,-15 127-1 0 0,-1 11 249 0 0,31-194 106 0 0,-2-2 0 0 0,-36 84-1 0 0,42-116-194 0 0,-1-1 0 0 0,0 0 0 0 0,-1-1 0 0 0,-1 0 0 0 0,-1 0 0 0 0,0-1 0 0 0,-23 21 0 0 0,26-28-153 0 0,-1 0-1 0 0,0 0 0 0 0,-1-2 0 0 0,0 1 0 0 0,0-1 0 0 0,0-1 0 0 0,-1 0 0 0 0,1 0 0 0 0,-1-1 0 0 0,0-1 1 0 0,-1 0-1 0 0,-20 2 0 0 0,10-3-39 0 0,-1-2 0 0 0,1 0 1 0 0,-1-2-1 0 0,1 0 0 0 0,0-2 0 0 0,-31-9 1 0 0,-131-52 28 0 0,167 57-111 0 0,13 7-240 0 0,0-1-1 0 0,0 0 1 0 0,0-1 0 0 0,1 1-1 0 0,-1-1 1 0 0,1 0 0 0 0,-1 0-1 0 0,1 0 1 0 0,0-1 0 0 0,0 0-1 0 0,1 1 1 0 0,-6-8 0 0 0,9 11 127 0 0,0-1 1 0 0,0 0-1 0 0,-1 0 1 0 0,1 0-1 0 0,0 0 1 0 0,0 0-1 0 0,0 0 1 0 0,1 0-1 0 0,-1 1 0 0 0,0-1 1 0 0,0 0-1 0 0,0 0 1 0 0,1 0-1 0 0,-1 0 1 0 0,0 1-1 0 0,1-1 1 0 0,-1 0-1 0 0,1 0 1 0 0,-1 0-1 0 0,1 1 1 0 0,-1-1-1 0 0,1 0 1 0 0,-1 1-1 0 0,1-1 1 0 0,0 1-1 0 0,-1-1 0 0 0,1 1 1 0 0,0-1-1 0 0,0 1 1 0 0,0-1-1 0 0,23-13-3199 0 0,-24 14 3284 0 0,16-7-4087 0 0,1-1-2049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43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237 146 1192 0 0,'-3'-19'3805'0'0,"-2"1"0"0"0,-11-35 1 0 0,1 10-167 0 0,15 42-3612 0 0,0 0 0 0 0,0 0-1 0 0,0 1 1 0 0,-1-1-1 0 0,1 0 1 0 0,0 1-1 0 0,0-1 1 0 0,-1 0-1 0 0,1 1 1 0 0,0-1-1 0 0,-1 1 1 0 0,1-1-1 0 0,-1 1 1 0 0,1-1-1 0 0,-1 1 1 0 0,1-1-1 0 0,-1 1 1 0 0,0-1-1 0 0,-6 5 808 0 0,-3 17-16 0 0,-45 306 1575 0 0,10-51-2056 0 0,-24 47 258 0 0,65-298-174 0 0,3-23-244 0 0,1-4-122 0 0,1-10-39 0 0,0-1 1 0 0,1 1-1 0 0,0 0 0 0 0,1 0 0 0 0,6-16 0 0 0,27-61-65 0 0,-24 62 57 0 0,1-3-31 0 0,1 2 0 0 0,35-52 0 0 0,-40 67-10 0 0,1 0 0 0 0,0 1 0 0 0,1 0 0 0 0,1 1 0 0 0,0 0 0 0 0,0 1 1 0 0,24-15-1 0 0,-32 23 19 0 0,0-1 0 0 0,0 1 0 0 0,0 0 0 0 0,0 1 0 0 0,0-1 0 0 0,1 1 0 0 0,-1 0 1 0 0,1 0-1 0 0,-1 0 0 0 0,1 1 0 0 0,-1-1 0 0 0,1 1 0 0 0,-1 0 0 0 0,1 1 0 0 0,-1-1 1 0 0,1 1-1 0 0,-1-1 0 0 0,0 2 0 0 0,1-1 0 0 0,-1 0 0 0 0,0 1 0 0 0,0 0 0 0 0,0-1 0 0 0,0 2 1 0 0,0-1-1 0 0,0 0 0 0 0,0 1 0 0 0,-1 0 0 0 0,1 0 0 0 0,-1 0 0 0 0,0 0 0 0 0,0 0 0 0 0,0 1 1 0 0,4 7-1 0 0,1 1 4 0 0,-2 1 1 0 0,0 0-1 0 0,0 0 1 0 0,-1 1-1 0 0,-1 0 1 0 0,0 0-1 0 0,-1 0 1 0 0,0 0-1 0 0,-1 0 1 0 0,0 28-1 0 0,-4 6 14 0 0,-15 92 0 0 0,16-131-7 0 0,-3 16 20 0 0,-1 6-116 0 0,-3 39 1 0 0,9-70 94 0 0,-1 1 1 0 0,0 0-1 0 0,0 0 1 0 0,0 0-1 0 0,0 0 1 0 0,0-1-1 0 0,1 1 1 0 0,-1 0-1 0 0,0 0 1 0 0,1-1-1 0 0,-1 1 1 0 0,1 0-1 0 0,-1 0 1 0 0,1-1-1 0 0,-1 1 1 0 0,1-1-1 0 0,-1 1 0 0 0,1 0 1 0 0,0-1-1 0 0,-1 1 1 0 0,1-1-1 0 0,0 1 1 0 0,-1-1-1 0 0,1 0 1 0 0,0 1-1 0 0,0-1 1 0 0,-1 0-1 0 0,1 1 1 0 0,0-1-1 0 0,0 0 1 0 0,0 0-1 0 0,0 0 1 0 0,-1 0-1 0 0,1 0 1 0 0,0 0-1 0 0,0 0 1 0 0,0 0-1 0 0,0 0 1 0 0,-1 0-1 0 0,1 0 1 0 0,0 0-1 0 0,0-1 1 0 0,0 1-1 0 0,-1 0 1 0 0,2-1-1 0 0,15-3-145 0 0,-1-2 0 0 0,1 0 0 0 0,-1 0 0 0 0,0-2-1 0 0,24-15 1 0 0,76-58-469 0 0,-74 51 467 0 0,98-81-114 0 0,-121 94 295 0 0,-1-1-1 0 0,-1 0 1 0 0,0-2 0 0 0,26-40-1 0 0,-40 55 15 0 0,0 0 0 0 0,0 0 0 0 0,-1-1 0 0 0,0 1 0 0 0,0-1 0 0 0,0 0 0 0 0,-1 0 0 0 0,0 1 0 0 0,0-1 0 0 0,0 0 0 0 0,-1 0 0 0 0,0 0-1 0 0,0 0 1 0 0,0 0 0 0 0,-1 0 0 0 0,-2-7 0 0 0,3 12-45 0 0,0 0 0 0 0,-1 1 0 0 0,1-1 1 0 0,0 1-1 0 0,-1-1 0 0 0,1 1 0 0 0,-1-1 0 0 0,1 1 0 0 0,-1-1 0 0 0,1 1 0 0 0,-1-1 0 0 0,1 1 0 0 0,-1 0 0 0 0,0-1 0 0 0,1 1 1 0 0,-1 0-1 0 0,1-1 0 0 0,-1 1 0 0 0,0 0 0 0 0,1 0 0 0 0,-1 0 0 0 0,0-1 0 0 0,1 1 0 0 0,-1 0 0 0 0,0 0 0 0 0,1 0 1 0 0,-1 0-1 0 0,0 0 0 0 0,0 0 0 0 0,1 1 0 0 0,-1-1 0 0 0,0 0 0 0 0,1 0 0 0 0,-1 0 0 0 0,1 1 0 0 0,-1-1 0 0 0,-1 1 0 0 0,-22 10-19 0 0,9 1 33 0 0,0 1-1 0 0,1 0 1 0 0,0 1 0 0 0,1 0 0 0 0,0 2-1 0 0,1-1 1 0 0,-11 20 0 0 0,16-22-11 0 0,-1 0 1 0 0,2 0-1 0 0,0 1 1 0 0,1 0-1 0 0,0 0 1 0 0,1 0-1 0 0,0 0 1 0 0,1 1-1 0 0,1-1 1 0 0,-1 17-1 0 0,4-25-38 0 0,-1 1-1 0 0,1-1 1 0 0,0 0-1 0 0,0 0 1 0 0,0 1-1 0 0,1-1 1 0 0,0 0-1 0 0,0 0 1 0 0,1-1-1 0 0,0 1 1 0 0,0 0-1 0 0,0-1 1 0 0,0 0 0 0 0,1 0-1 0 0,0 0 1 0 0,0 0-1 0 0,1 0 1 0 0,-1-1-1 0 0,1 0 1 0 0,0 0-1 0 0,0 0 1 0 0,0-1-1 0 0,1 1 1 0 0,-1-1-1 0 0,1 0 1 0 0,0-1-1 0 0,0 0 1 0 0,0 0-1 0 0,0 0 1 0 0,8 1-1 0 0,28 3-2280 0 0,0-2-1 0 0,0-2 0 0 0,0-2 0 0 0,52-6 0 0 0,-22 0-2775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4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453 814 1868 0 0,'2'-7'2212'0'0,"0"0"-1"0"0,-1 0 1 0 0,2-13 0 0 0,-6-26 2867 0 0,3 41-4729 0 0,-1 0 0 0 0,0 1 0 0 0,0-1 0 0 0,-1 0 0 0 0,0 0 0 0 0,1 1 0 0 0,-1-1 0 0 0,-1 1 0 0 0,1 0 0 0 0,-1-1 0 0 0,0 1 0 0 0,0 0-1 0 0,0 0 1 0 0,-7-6 0 0 0,6 8-297 0 0,1 0-1 0 0,-1 0 1 0 0,0 0-1 0 0,0 1 0 0 0,0-1 1 0 0,0 1-1 0 0,0 0 1 0 0,0 0-1 0 0,0 1 1 0 0,0-1-1 0 0,0 1 0 0 0,0 0 1 0 0,0 0-1 0 0,0 0 1 0 0,0 0-1 0 0,-1 1 1 0 0,1 0-1 0 0,0 0 1 0 0,-6 2-1 0 0,-1 1-48 0 0,0 0 0 0 0,1 1 0 0 0,-1 0 0 0 0,1 1 1 0 0,-18 13-1 0 0,3-1-6 0 0,2 3 0 0 0,0 0 0 0 0,1 1-1 0 0,2 0 1 0 0,0 2 0 0 0,1 1 0 0 0,2 0 0 0 0,0 2 0 0 0,2-1 0 0 0,-23 56 0 0 0,35-73-3 0 0,0 0 0 0 0,1 0-1 0 0,0 1 1 0 0,0-1 0 0 0,1 1 0 0 0,0-1 0 0 0,1 1 0 0 0,1 10-1 0 0,-1-16-9 0 0,0-1-1 0 0,1 0 1 0 0,0 0-1 0 0,-1 0 1 0 0,1 0-1 0 0,1 0 1 0 0,-1 0-1 0 0,0 0 1 0 0,1 0-1 0 0,-1 0 1 0 0,1 0-1 0 0,0-1 1 0 0,0 1-1 0 0,0-1 1 0 0,0 1-1 0 0,0-1 1 0 0,1 0-1 0 0,-1 0 1 0 0,1 0-1 0 0,-1 0 1 0 0,1 0-1 0 0,0 0 1 0 0,0-1-1 0 0,0 0 1 0 0,0 1-1 0 0,0-1 1 0 0,4 1-1 0 0,2-1-75 0 0,-1 1-1 0 0,1-1 1 0 0,0-1 0 0 0,0 0-1 0 0,0 0 1 0 0,0-1-1 0 0,0 0 1 0 0,0 0-1 0 0,0-1 1 0 0,-1 0-1 0 0,1-1 1 0 0,-1 0 0 0 0,11-5-1 0 0,1-2-176 0 0,1-1 0 0 0,-1-1 0 0 0,36-28 0 0 0,-28 15 72 0 0,-1 0 0 0 0,-2-2 0 0 0,0-1 0 0 0,-2-1 0 0 0,-1-1 0 0 0,-2-1 0 0 0,30-60-1 0 0,-14 14 19 0 0,-4-2-1 0 0,28-106 0 0 0,-36 86 1462 0 0,21-187 1 0 0,-39 227-919 0 0,-6 56-378 0 0,-2 5 12 0 0,1 0 1 0 0,-1 0 0 0 0,1 1 0 0 0,0-1 0 0 0,0 0-1 0 0,0 0 1 0 0,0 1 0 0 0,0-1 0 0 0,-1 5 0 0 0,-126 543 1170 0 0,125-537-1167 0 0,-12 76 62 0 0,4 1 0 0 0,1 129 0 0 0,10-210-146 0 0,0 1 1 0 0,1-1 0 0 0,0 1 0 0 0,1-1 0 0 0,0 0 0 0 0,0 0-1 0 0,1 0 1 0 0,0 0 0 0 0,1 0 0 0 0,0 0 0 0 0,0-1 0 0 0,7 9 0 0 0,-8-13-51 0 0,0 0 1 0 0,0 0 0 0 0,0 0 0 0 0,1-1-1 0 0,0 0 1 0 0,0 0 0 0 0,0 0 0 0 0,0 0-1 0 0,0 0 1 0 0,0-1 0 0 0,1 0-1 0 0,-1 0 1 0 0,1 0 0 0 0,0-1 0 0 0,0 1-1 0 0,-1-1 1 0 0,1 0 0 0 0,0 0 0 0 0,0-1-1 0 0,0 0 1 0 0,0 1 0 0 0,0-2 0 0 0,0 1-1 0 0,8-2 1 0 0,3-2-137 0 0,-1 0-1 0 0,-1-1 1 0 0,1 0 0 0 0,-1-1-1 0 0,0-1 1 0 0,0 0-1 0 0,-1-1 1 0 0,1-1 0 0 0,-2 0-1 0 0,0 0 1 0 0,0-1-1 0 0,0-1 1 0 0,-1 0 0 0 0,-1-1-1 0 0,18-25 1 0 0,-14 16 522 0 0,0-1 0 0 0,-2 0 0 0 0,17-40 0 0 0,-20 38 823 0 0,-1-1 0 0 0,-1 0 0 0 0,5-34 0 0 0,-6 12 873 0 0,-6 33-1521 0 0,-7 21 52 0 0,-9 19 121 0 0,-1 20 353 0 0,-16 63 1 0 0,28-88-842 0 0,1-1 1 0 0,1 1 0 0 0,0 0-1 0 0,2 0 1 0 0,2 36 0 0 0,0-53-121 0 0,-1 1-1 0 0,1-1 1 0 0,0 0 0 0 0,0 0 0 0 0,0 0 0 0 0,1 0-1 0 0,-1 0 1 0 0,1 0 0 0 0,0 0 0 0 0,0-1 0 0 0,0 1-1 0 0,1-1 1 0 0,-1 1 0 0 0,1-1 0 0 0,0 0 0 0 0,0 0-1 0 0,0 0 1 0 0,0 0 0 0 0,0 0 0 0 0,6 2-1 0 0,-4-2-154 0 0,0-1 0 0 0,1 0 0 0 0,-1 0 0 0 0,1-1 0 0 0,-1 1 0 0 0,1-1 0 0 0,0 0 0 0 0,-1-1 0 0 0,1 1 0 0 0,0-1 0 0 0,0-1 0 0 0,-1 1 0 0 0,1-1 0 0 0,9-2 0 0 0,1-1-624 0 0,0 0 0 0 0,-1-2 1 0 0,1 0-1 0 0,-1 0 0 0 0,15-10 0 0 0,-15 6-1569 0 0,0 0 0 0 0,19-17 0 0 0,2-7-5240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44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124 138 852 0 0,'-68'-82'12722'0'0,"20"32"-8506"0"0,41 44-3484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44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599 28 2652 0 0,'-4'-28'14872'0'0,"-6"35"-13582"0"0,8-2-1035 0 0,-1 0 0 0 0,1 0 0 0 0,0 0 0 0 0,1 0 0 0 0,-1 0 0 0 0,1 0 0 0 0,0 0 0 0 0,0 9 0 0 0,-2 2 261 0 0,-85 437 5960 0 0,-29 231-3798 0 0,11 256-1743 0 0,104-904-892 0 0,-1-8-129 0 0,1 0 0 0 0,1 1 0 0 0,2 0 1 0 0,4 28-1 0 0,-5-56 79 0 0,1 0 0 0 0,-1-1 0 0 0,0 1 0 0 0,1 0 0 0 0,-1-1 0 0 0,1 1 0 0 0,-1 0 0 0 0,1-1 0 0 0,-1 1 0 0 0,1-1 0 0 0,-1 1 0 0 0,1-1 0 0 0,-1 1 0 0 0,1-1 0 0 0,0 0 0 0 0,-1 1 0 0 0,1-1 0 0 0,0 0 0 0 0,-1 1 0 0 0,1-1 0 0 0,0 0 0 0 0,-1 0 0 0 0,1 1 0 0 0,0-1 0 0 0,0 0 0 0 0,-1 0 0 0 0,1 0 1 0 0,0 0-1 0 0,0 0 0 0 0,-1 0 0 0 0,1 0 0 0 0,0-1 0 0 0,0 1 0 0 0,-1 0 0 0 0,1 0 0 0 0,0 0 0 0 0,-1-1 0 0 0,1 1 0 0 0,1-1 0 0 0,2 0-18 0 0,0-1 1 0 0,-1 1-1 0 0,1-1 0 0 0,0 0 1 0 0,6-5-1 0 0,1-2-72 0 0,0-2-1 0 0,-1 1 1 0 0,-1-1 0 0 0,0-1 0 0 0,-1 0 0 0 0,0 0-1 0 0,0-1 1 0 0,9-23 0 0 0,-6 10-145 0 0,-1-1 0 0 0,-2-1-1 0 0,8-42 1 0 0,-12 42 149 0 0,-1 1 1 0 0,-2-1-1 0 0,0 1 0 0 0,-2-1 0 0 0,-1 1 0 0 0,-2-1 0 0 0,0 1 0 0 0,-2 0 0 0 0,-1 0 0 0 0,-1 1 0 0 0,-1 0 1 0 0,-14-28-1 0 0,5 19 104 0 0,-1 2 0 0 0,-1 0-1 0 0,-2 1 1 0 0,-1 1 0 0 0,-2 1 0 0 0,-1 1 0 0 0,-1 1 0 0 0,-33-25 0 0 0,10 14 179 0 0,-45-42-753 0 0,94 81 530 0 0,1-1 0 0 0,0 1 0 0 0,-1-1 0 0 0,1 1 0 0 0,-1-1 0 0 0,1 1 0 0 0,0-1 0 0 0,0 1 0 0 0,-1-1 0 0 0,1 1 0 0 0,0-1 0 0 0,0 1 0 0 0,-1-1-1 0 0,1 0 1 0 0,0 1 0 0 0,0-1 0 0 0,0 1 0 0 0,0-1 0 0 0,0 1 0 0 0,0-1 0 0 0,0 0 0 0 0,0 1 0 0 0,0-1 0 0 0,0 1 0 0 0,1-1 0 0 0,-1 0 0 0 0,0 1 0 0 0,0-1 0 0 0,0 1 0 0 0,1-1 0 0 0,-1 1 0 0 0,0-1 0 0 0,1 1 0 0 0,-1-1-1 0 0,0 1 1 0 0,1-1 0 0 0,-1 1 0 0 0,1-1 0 0 0,-1 1 0 0 0,1 0 0 0 0,-1-1 0 0 0,1 1 0 0 0,-1 0 0 0 0,1-1 0 0 0,0 1 0 0 0,28-15-764 0 0,-23 13 536 0 0,176-65-3340 0 0,-51 21 1665 0 0,-22 3-376 0 0,104-60 0 0 0,-144 65-379 0 0,-2-4 0 0 0,93-75 0 0 0,-81 47-1668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46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631 283 2732 0 0,'6'-20'1133'0'0,"-1"0"0"0"0,0 0-1 0 0,-2-1 1 0 0,-1 1 0 0 0,0-1-1 0 0,-1 0 1 0 0,-2 0 0 0 0,0 0-1 0 0,-1 1 1 0 0,-1-1 0 0 0,-6-20-1 0 0,9 40-1100 0 0,0 0 0 0 0,0 1 1 0 0,0-1-1 0 0,0 0 0 0 0,-1 1 0 0 0,1-1 0 0 0,0 0 0 0 0,0 0 0 0 0,-1 1 0 0 0,1-1 0 0 0,0 1 1 0 0,-1-1-1 0 0,1 0 0 0 0,-1 1 0 0 0,1-1 0 0 0,-1 1 0 0 0,1-1 0 0 0,-1 1 0 0 0,1-1 0 0 0,-1 1 1 0 0,0-1-1 0 0,1 1 0 0 0,-1 0 0 0 0,0-1 0 0 0,1 1 0 0 0,-1 0 0 0 0,-1-1 0 0 0,1 1-2 0 0,0 1 0 0 0,0-1 0 0 0,0 0 0 0 0,0 0-1 0 0,0 1 1 0 0,0-1 0 0 0,0 1 0 0 0,0-1 0 0 0,0 1-1 0 0,0-1 1 0 0,0 1 0 0 0,0 0 0 0 0,0-1-1 0 0,0 1 1 0 0,-1 1 0 0 0,-3 4 62 0 0,0 0 0 0 0,0 0-1 0 0,1 0 1 0 0,-5 9 0 0 0,-9 19 448 0 0,3 1-1 0 0,-17 57 1 0 0,-13 78 828 0 0,33-123-1008 0 0,-115 493 3411 0 0,28 5-1400 0 0,84-436-2085 0 0,5 1 0 0 0,4 130 0 0 0,6-228-252 0 0,10 107-94 0 0,-8-106-3 0 0,1-1-1 0 0,0 1 1 0 0,1-1 0 0 0,0 0 0 0 0,0 0-1 0 0,1-1 1 0 0,9 15 0 0 0,-13-25 45 0 0,0 1 0 0 0,0 0 0 0 0,0-1-1 0 0,1 1 1 0 0,-1-1 0 0 0,0 1 0 0 0,1-1 0 0 0,-1 0 0 0 0,1 0 0 0 0,0 1 0 0 0,-1-1 0 0 0,1 0 0 0 0,0-1-1 0 0,-1 1 1 0 0,1 0 0 0 0,0 0 0 0 0,0-1 0 0 0,0 1 0 0 0,0-1 0 0 0,0 1 0 0 0,0-1 0 0 0,0 0-1 0 0,0 0 1 0 0,2 0 0 0 0,-1-1-12 0 0,0 1 0 0 0,0-1 0 0 0,0 0 1 0 0,0 0-1 0 0,-1 0 0 0 0,1 0 0 0 0,0-1 0 0 0,-1 1 0 0 0,1-1 0 0 0,-1 0 0 0 0,1 1 0 0 0,-1-1 0 0 0,0 0 0 0 0,0-1 0 0 0,0 1 0 0 0,3-3 0 0 0,5-10-86 0 0,0 0 0 0 0,0 0 0 0 0,-1-1 0 0 0,-1 0 0 0 0,-1-1 0 0 0,0 0-1 0 0,-1 0 1 0 0,4-20 0 0 0,-6 13 39 0 0,0 1 0 0 0,-2-1 0 0 0,0 0 0 0 0,-2 0 0 0 0,-4-39 0 0 0,-2 25 105 0 0,-2 1 1 0 0,-1-1-1 0 0,-1 2 0 0 0,-3-1 0 0 0,-1 2 1 0 0,-1 0-1 0 0,-33-54 0 0 0,7 28 462 0 0,-3 2 1 0 0,-52-55-1 0 0,25 32 22 0 0,53 63-472 0 0,14 15-106 0 0,0 0 0 0 0,1 0 0 0 0,-1 0 0 0 0,1-1 0 0 0,-1 1 0 0 0,-4-10 1 0 0,8 13 7 0 0,0-1 0 0 0,-1 0 0 0 0,1 1 1 0 0,0-1-1 0 0,0 0 0 0 0,0 1 0 0 0,0-1 1 0 0,0 0-1 0 0,0 1 0 0 0,0-1 1 0 0,1 1-1 0 0,-1-1 0 0 0,1 0 0 0 0,-1 1 1 0 0,1-1-1 0 0,-1 1 0 0 0,1-1 0 0 0,0 1 1 0 0,0-1-1 0 0,0 1 0 0 0,0 0 1 0 0,0-1-1 0 0,0 1 0 0 0,0 0 0 0 0,0 0 1 0 0,1 0-1 0 0,1-2 0 0 0,5-3-228 0 0,1 0-1 0 0,-1 0 1 0 0,13-5-1 0 0,-9 4-101 0 0,100-52-2829 0 0,170-65-1 0 0,-169 79 2105 0 0,1-2 326 0 0,134-60 2137 0 0,-233 101-281 0 0,31-8 1 0 0,-43 13-896 0 0,0 2-11 0 0,-2 0-142 0 0,1-1-1 0 0,0 1 0 0 0,-1 0 1 0 0,1 0-1 0 0,-1 0 1 0 0,1 0-1 0 0,-1 0 0 0 0,0 1 1 0 0,1-1-1 0 0,-1 0 1 0 0,0 1-1 0 0,0-1 0 0 0,0 0 1 0 0,0 1-1 0 0,0-1 1 0 0,0 1-1 0 0,0 0 1 0 0,0-1-1 0 0,-1 1 0 0 0,1 0 1 0 0,-1-1-1 0 0,1 1 1 0 0,-1 0-1 0 0,0 0 0 0 0,1 2 1 0 0,0 10 33 0 0,2-1 0 0 0,0 1 1 0 0,8 23-1 0 0,-9-30-21 0 0,1 0-1 0 0,1 1 1 0 0,-1-2-1 0 0,1 1 1 0 0,1 0-1 0 0,-1-1 1 0 0,1 0-1 0 0,9 10 1 0 0,-11-14-17 0 0,-1 0 1 0 0,1 0-1 0 0,-1 0 0 0 0,1 0 1 0 0,0-1-1 0 0,-1 1 0 0 0,1-1 1 0 0,0 0-1 0 0,0 0 0 0 0,0 0 1 0 0,0 0-1 0 0,0 0 1 0 0,0-1-1 0 0,1 1 0 0 0,-1-1 1 0 0,0 0-1 0 0,0 0 0 0 0,0 0 1 0 0,4-1-1 0 0,-3 0-5 0 0,0 0 1 0 0,0 0-1 0 0,0 0 0 0 0,0-1 1 0 0,-1 0-1 0 0,1 0 0 0 0,-1 0 1 0 0,1 0-1 0 0,-1 0 1 0 0,0-1-1 0 0,0 1 0 0 0,0-1 1 0 0,0 0-1 0 0,0 0 0 0 0,3-5 1 0 0,2-5-15 0 0,-1 1-1 0 0,0-1 1 0 0,-1 0 0 0 0,-1 0 0 0 0,0-1 0 0 0,-1 1 0 0 0,0-1 0 0 0,-1 0 0 0 0,-1 0 0 0 0,0-1 0 0 0,-1 1-1 0 0,0 0 1 0 0,-1-1 0 0 0,-1 1 0 0 0,0 0 0 0 0,-4-19 0 0 0,5 32-4 0 0,-1-1 0 0 0,1 0 0 0 0,-1 0 1 0 0,1 0-1 0 0,-1 0 0 0 0,1 1 0 0 0,-1-1 0 0 0,0 0 0 0 0,0 1 1 0 0,0-1-1 0 0,0 0 0 0 0,0 1 0 0 0,0-1 0 0 0,0 1 0 0 0,-1 0 1 0 0,1-1-1 0 0,0 1 0 0 0,-1 0 0 0 0,1 0 0 0 0,-1 0 0 0 0,1 0 0 0 0,-1 0 1 0 0,0 0-1 0 0,0 0 0 0 0,1 1 0 0 0,-1-1 0 0 0,0 0 0 0 0,0 1 1 0 0,0 0-1 0 0,1-1 0 0 0,-4 1 0 0 0,0 0 2 0 0,0 1 0 0 0,0 0-1 0 0,0 0 1 0 0,0 0 0 0 0,1 0 0 0 0,-1 1 0 0 0,0 0-1 0 0,1 0 1 0 0,-1 0 0 0 0,-6 5 0 0 0,-7 6 53 0 0,0 1 0 0 0,1 0 0 0 0,0 1 0 0 0,1 1 0 0 0,1 1 0 0 0,1 0 0 0 0,-14 21 0 0 0,6-4 31 0 0,1 1 0 0 0,2 0 0 0 0,-15 42-1 0 0,28-63-53 0 0,1 0-1 0 0,1 0 1 0 0,0 1-1 0 0,1 0 1 0 0,0 0-1 0 0,-1 21 1 0 0,4-32-15 0 0,0 1-1 0 0,0 0 1 0 0,1-1 0 0 0,-1 1-1 0 0,1 0 1 0 0,0-1-1 0 0,1 1 1 0 0,-1-1 0 0 0,1 1-1 0 0,-1-1 1 0 0,1 1 0 0 0,1-1-1 0 0,-1 0 1 0 0,0 0 0 0 0,1 0-1 0 0,0-1 1 0 0,0 1 0 0 0,0-1-1 0 0,1 1 1 0 0,-1-1-1 0 0,1 0 1 0 0,-1 0 0 0 0,1 0-1 0 0,5 2 1 0 0,1-1-23 0 0,0 0 1 0 0,0 0-1 0 0,0-1 0 0 0,1-1 1 0 0,-1 0-1 0 0,1 0 1 0 0,-1-1-1 0 0,1 0 0 0 0,0-1 1 0 0,0 0-1 0 0,-1-1 0 0 0,1 0 1 0 0,14-3-1 0 0,8-4-244 0 0,1-1 0 0 0,56-23 1 0 0,-57 17-98 0 0,0-2 1 0 0,-1 0 0 0 0,59-44-1 0 0,-37 17-116 0 0,55-57-1 0 0,-90 82 437 0 0,0-1 0 0 0,-1-1 0 0 0,-2-1-1 0 0,0 0 1 0 0,-1-1 0 0 0,-1-1 0 0 0,20-48-1 0 0,-32 67 66 0 0,0-1 0 0 0,-1 0 0 0 0,1 0 0 0 0,-1 0 0 0 0,-1 0 0 0 0,1 0 0 0 0,-1 0 0 0 0,0 0 0 0 0,0 0-1 0 0,-1 0 1 0 0,0 0 0 0 0,-2-7 0 0 0,2 9-11 0 0,-1-1-1 0 0,1 1 1 0 0,-1 1 0 0 0,0-1-1 0 0,0 0 1 0 0,0 0 0 0 0,-1 1-1 0 0,1-1 1 0 0,-1 1 0 0 0,0 0-1 0 0,0 0 1 0 0,0 0 0 0 0,-1 0-1 0 0,1 1 1 0 0,0-1-1 0 0,-1 1 1 0 0,-4-3 0 0 0,5 4-22 0 0,0 0 0 0 0,0 1 0 0 0,1-1 0 0 0,-1 1 0 0 0,0-1 0 0 0,0 1 1 0 0,0 0-1 0 0,0 0 0 0 0,0 0 0 0 0,0 0 0 0 0,1 1 0 0 0,-1-1 0 0 0,0 1 0 0 0,0-1 1 0 0,0 1-1 0 0,1 0 0 0 0,-1 0 0 0 0,0 1 0 0 0,1-1 0 0 0,-5 3 0 0 0,0 0-10 0 0,1 1 0 0 0,-1 0-1 0 0,1 0 1 0 0,0 0 0 0 0,0 1 0 0 0,-5 7-1 0 0,6-8 19 0 0,1 1-1 0 0,0 0 1 0 0,0 0-1 0 0,0 0 1 0 0,1 1-1 0 0,0-1 1 0 0,0 1-1 0 0,1 0 1 0 0,-1 0-1 0 0,2 0 1 0 0,-1 0-1 0 0,1 0 0 0 0,0 0 1 0 0,0 1-1 0 0,1-1 1 0 0,0 0-1 0 0,0 1 1 0 0,1-1-1 0 0,0 0 1 0 0,0 0-1 0 0,1 0 1 0 0,0 0-1 0 0,0 0 1 0 0,1 0-1 0 0,-1 0 1 0 0,1-1-1 0 0,1 1 0 0 0,-1-1 1 0 0,1 0-1 0 0,1 0 1 0 0,-1 0-1 0 0,1-1 1 0 0,0 1-1 0 0,0-1 1 0 0,0 0-1 0 0,1-1 1 0 0,0 1-1 0 0,0-1 1 0 0,0 0-1 0 0,0-1 1 0 0,0 1-1 0 0,1-1 0 0 0,0 0 1 0 0,7 1-1 0 0,-1-1-33 0 0,0 0 0 0 0,1-1-1 0 0,-1-1 1 0 0,1 0 0 0 0,-1-1-1 0 0,1 0 1 0 0,-1-1-1 0 0,1-1 1 0 0,-1 0 0 0 0,0-1-1 0 0,0 0 1 0 0,0-1-1 0 0,15-7 1 0 0,8-5-10 0 0,-1-2 0 0 0,-1-1 0 0 0,39-29 0 0 0,-59 38 480 0 0,-2-1 0 0 0,20-20-1 0 0,-18 16 57 0 0,-12 12-406 0 0,-1 3-87 0 0,-1 0-1 0 0,0 0 1 0 0,0 0 0 0 0,0 0-1 0 0,0-1 1 0 0,0 1 0 0 0,0 0-1 0 0,0 0 1 0 0,0 0 0 0 0,0-1-1 0 0,0 1 1 0 0,0 0-1 0 0,0 0 1 0 0,0 0 0 0 0,0 0-1 0 0,-1-1 1 0 0,1 1 0 0 0,0 0-1 0 0,0 0 1 0 0,0 0 0 0 0,0 0-1 0 0,0-1 1 0 0,0 1 0 0 0,0 0-1 0 0,0 0 1 0 0,-1 0 0 0 0,1 0-1 0 0,0 0 1 0 0,0-1 0 0 0,0 1-1 0 0,0 0 1 0 0,-1 0 0 0 0,1 0-1 0 0,0 0 1 0 0,0 0 0 0 0,0 0-1 0 0,0 0 1 0 0,-1 0 0 0 0,1 0-1 0 0,0 0 1 0 0,0 0 0 0 0,0 0-1 0 0,-1 0 1 0 0,1 0 0 0 0,0 0-1 0 0,0 0 1 0 0,0 0 0 0 0,0 0-1 0 0,-1 0 1 0 0,1 0 0 0 0,0 0-1 0 0,0 0 1 0 0,0 0 0 0 0,0 0-1 0 0,-1 0 1 0 0,1 0 0 0 0,0 0-1 0 0,0 1 1 0 0,0-1 0 0 0,-1 0-1 0 0,-15 14 330 0 0,-17 25 380 0 0,-77 132 1334 0 0,94-142-1902 0 0,2 0 0 0 0,1 2 0 0 0,1-1 1 0 0,-9 37-1 0 0,19-58-220 0 0,0 0 0 0 0,0 0 0 0 0,1 0 0 0 0,0-1 0 0 0,1 1 0 0 0,1 18 0 0 0,0-23-29 0 0,0-1 1 0 0,0 1-1 0 0,0 0 0 0 0,0 0 0 0 0,1-1 1 0 0,0 1-1 0 0,-1-1 0 0 0,1 0 1 0 0,1 1-1 0 0,-1-1 0 0 0,0 0 0 0 0,1 0 1 0 0,-1 0-1 0 0,1 0 0 0 0,0-1 1 0 0,0 1-1 0 0,0-1 0 0 0,5 3 0 0 0,3 1-459 0 0,1 0-1 0 0,0 0 1 0 0,1-1 0 0 0,-1-1-1 0 0,1 0 1 0 0,0 0-1 0 0,16 1 1 0 0,-3-2-3066 0 0,32 1 1 0 0,1-4-4488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46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182 207 640 0 0,'-5'-4'3868'0'0,"4"2"-3075"0"0,-1 0 0 0 0,0 0 0 0 0,0 0-1 0 0,0 0 1 0 0,0 0 0 0 0,0 1 0 0 0,0-1 0 0 0,0 1 0 0 0,-1 0-1 0 0,1 0 1 0 0,-5-2 0 0 0,5 3-692 0 0,1 0 0 0 0,0 1 0 0 0,0-1 0 0 0,0 0 0 0 0,0 1 0 0 0,0-1-1 0 0,-1 1 1 0 0,1-1 0 0 0,0 1 0 0 0,0 0 0 0 0,0 0 0 0 0,0-1 0 0 0,1 1 0 0 0,-1 0 0 0 0,0 0 0 0 0,0 0 0 0 0,0 0 0 0 0,1 0 0 0 0,-1 0 0 0 0,0 0-1 0 0,1 0 1 0 0,-1 0 0 0 0,1 0 0 0 0,-1 0 0 0 0,1 1 0 0 0,0-1 0 0 0,0 0 0 0 0,-1 2 0 0 0,0-1-52 0 0,0 0-1 0 0,1 0 1 0 0,-1 1 0 0 0,0-1 0 0 0,1 0-1 0 0,0 1 1 0 0,-1-1 0 0 0,1 0-1 0 0,0 1 1 0 0,0-1 0 0 0,1 1 0 0 0,-1-1-1 0 0,0 0 1 0 0,1 1 0 0 0,-1-1 0 0 0,1 0-1 0 0,0 1 1 0 0,0-1 0 0 0,0 0 0 0 0,0 0-1 0 0,0 0 1 0 0,0 0 0 0 0,1 0-1 0 0,-1 0 1 0 0,1 0 0 0 0,-1 0 0 0 0,1 0-1 0 0,0-1 1 0 0,-1 1 0 0 0,1-1 0 0 0,0 1-1 0 0,0-1 1 0 0,0 0 0 0 0,0 0-1 0 0,1 0 1 0 0,-1 0 0 0 0,0 0 0 0 0,0 0-1 0 0,1-1 1 0 0,-1 1 0 0 0,0-1 0 0 0,1 1-1 0 0,4-1 1 0 0,-1 0-23 0 0,1-1 0 0 0,-1 0 1 0 0,0 0-1 0 0,0 0 0 0 0,0-1 0 0 0,1 0 0 0 0,-2 0 0 0 0,1-1 0 0 0,0 1 1 0 0,0-1-1 0 0,-1-1 0 0 0,1 1 0 0 0,4-5 0 0 0,-3 3-10 0 0,-1-1 0 0 0,0 0 0 0 0,0-1 0 0 0,0 1-1 0 0,-1-1 1 0 0,0 0 0 0 0,0 0 0 0 0,0-1 0 0 0,5-13 0 0 0,-4 6 6 0 0,0 0 0 0 0,-1-1 0 0 0,0 0 1 0 0,-1 0-1 0 0,-1 0 0 0 0,2-31 0 0 0,-5 45-22 0 0,0 1 0 0 0,0 0 0 0 0,0 0 1 0 0,0 0-1 0 0,0-1 0 0 0,0 1 0 0 0,0 0 0 0 0,-1 0 0 0 0,1 0 0 0 0,0 0 0 0 0,-1-1 0 0 0,1 1 0 0 0,0 0 1 0 0,-1 0-1 0 0,0 0 0 0 0,1 0 0 0 0,-1 0 0 0 0,0 0 0 0 0,1 0 0 0 0,-1 0 0 0 0,0 1 0 0 0,0-1 0 0 0,0 0 1 0 0,-1-1-1 0 0,1 2 3 0 0,-1-1 0 0 0,1 1 1 0 0,-1 0-1 0 0,0-1 1 0 0,1 1-1 0 0,-1 0 1 0 0,1 0-1 0 0,-1 0 0 0 0,0 0 1 0 0,1 1-1 0 0,-1-1 1 0 0,1 0-1 0 0,-1 0 0 0 0,1 1 1 0 0,-3 0-1 0 0,-6 4 94 0 0,1-1-1 0 0,-1 1 1 0 0,-16 13 0 0 0,25-18-80 0 0,-25 20 181 0 0,1 1 1 0 0,1 1 0 0 0,0 1-1 0 0,2 1 1 0 0,1 1 0 0 0,1 1-1 0 0,1 0 1 0 0,2 2-1 0 0,-17 33 1 0 0,28-49-186 0 0,2-1-1 0 0,-1 1 1 0 0,1 0-1 0 0,1 1 1 0 0,0-1 0 0 0,1 1-1 0 0,1-1 1 0 0,-1 24 0 0 0,2-29-245 0 0,0-1 1 0 0,1 1-1 0 0,0-1 1 0 0,1 1-1 0 0,-1-1 1 0 0,1 1-1 0 0,0-1 1 0 0,1 0-1 0 0,-1 0 0 0 0,1 0 1 0 0,0 0-1 0 0,1 0 1 0 0,0 0-1 0 0,-1-1 1 0 0,2 0-1 0 0,-1 0 1 0 0,1 0-1 0 0,7 6 1 0 0,23 11-3016 0 0,-10-13-1959 0 0,-6-4-1872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47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2000 0 0,'27'-53'12343'0'0,"-17"66"-10823"0"0,-5-5-1089 0 0,-1 1 0 0 0,0 0-1 0 0,-1 0 1 0 0,0 1-1 0 0,0-1 1 0 0,-1 1 0 0 0,0 0-1 0 0,0-1 1 0 0,-1 14-1 0 0,3 7 142 0 0,0 0-264 0 0,-2 0-1 0 0,0 0 0 0 0,-2 0 1 0 0,-2 0-1 0 0,-7 45 0 0 0,-2-48-51 0 0,11-26-242 0 0,0 0 0 0 0,-1 0-1 0 0,1 0 1 0 0,-1 0 0 0 0,1 0-1 0 0,-1 0 1 0 0,0 0-1 0 0,1 0 1 0 0,-1 0 0 0 0,0 0-1 0 0,0 0 1 0 0,0-1 0 0 0,0 1-1 0 0,1 0 1 0 0,-1-1-1 0 0,0 1 1 0 0,0-1 0 0 0,0 1-1 0 0,0-1 1 0 0,0 1 0 0 0,-1-1-1 0 0,1 1 1 0 0,0-1-1 0 0,-1 0 1 0 0,1 0-11 0 0,-1 0-1 0 0,1-1 1 0 0,0 1-1 0 0,0-1 1 0 0,0 1 0 0 0,0-1-1 0 0,0 1 1 0 0,0-1-1 0 0,0 0 1 0 0,0 1-1 0 0,0-1 1 0 0,0 0 0 0 0,0 0-1 0 0,0 0 1 0 0,0 0-1 0 0,1 0 1 0 0,-1 0-1 0 0,0 0 1 0 0,1 0-1 0 0,-1 0 1 0 0,1 0 0 0 0,-1 0-1 0 0,0-1 1 0 0,0-2-6 0 0,1 1 0 0 0,-1-1-1 0 0,1 1 1 0 0,0-1 0 0 0,-1 0 0 0 0,2 1 0 0 0,-1-1 0 0 0,1-3 0 0 0,1-7-18 0 0,2 0 1 0 0,0 0 0 0 0,8-18 0 0 0,-1 9-4 0 0,1 0-1 0 0,1 0 1 0 0,1 2 0 0 0,1 0 0 0 0,1 0 0 0 0,1 1-1 0 0,1 1 1 0 0,0 1 0 0 0,1 1 0 0 0,37-26 0 0 0,-48 38 6 0 0,1-1 1 0 0,0 2-1 0 0,-1-1 0 0 0,2 1 1 0 0,-1 0-1 0 0,0 1 0 0 0,1 0 1 0 0,-1 1-1 0 0,1 0 0 0 0,0 0 1 0 0,0 1-1 0 0,0 0 1 0 0,0 1-1 0 0,0 0 0 0 0,12 2 1 0 0,-13 0 102 0 0,-1 0 0 0 0,1 0 0 0 0,-1 1 0 0 0,0 0 0 0 0,0 0 1 0 0,0 1-1 0 0,-1 0 0 0 0,1 0 0 0 0,-1 1 0 0 0,0 0 0 0 0,0 0 1 0 0,0 0-1 0 0,-1 1 0 0 0,0 0 0 0 0,0 1 0 0 0,-1-1 0 0 0,9 14 1 0 0,-9-13 33 0 0,-1 1 0 0 0,0 0 1 0 0,0 0-1 0 0,-1 1 0 0 0,0-1 0 0 0,0 1 1 0 0,-1 0-1 0 0,0-1 0 0 0,-1 1 1 0 0,0 0-1 0 0,0 0 0 0 0,-1 0 1 0 0,0 0-1 0 0,-1 10 0 0 0,-3 6-179 0 0,-2 0 0 0 0,0 0-1 0 0,-16 38 1 0 0,8-19-4407 0 0,13-43 4328 0 0,1-1 0 0 0,0 1 0 0 0,-1 0 0 0 0,1-1 0 0 0,0 1 1 0 0,0 0-1 0 0,0 0 0 0 0,0-1 0 0 0,0 1 0 0 0,0 0 0 0 0,0 0 0 0 0,0-1 1 0 0,0 1-1 0 0,0 0 0 0 0,0-1 0 0 0,0 1 0 0 0,0 0 0 0 0,1 0 1 0 0,-1-1-1 0 0,0 1 0 0 0,0 0 0 0 0,1-1 0 0 0,-1 1 0 0 0,0 0 1 0 0,1-1-1 0 0,-1 1 0 0 0,1-1 0 0 0,-1 1 0 0 0,1-1 0 0 0,-1 1 0 0 0,1-1 1 0 0,0 1-1 0 0,-1-1 0 0 0,1 1 0 0 0,-1-1 0 0 0,1 0 0 0 0,0 1 1 0 0,-1-1-1 0 0,2 0 0 0 0,30 6-2631 0 0,-25-6 1481 0 0,21 1-2534 0 0,5-2-1538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47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521 214 2652 0 0,'9'-12'1876'0'0,"-1"0"-1"0"0,0 0 1 0 0,-1-1-1 0 0,8-20 1 0 0,-13 26-1315 0 0,1 1 1 0 0,-1-1-1 0 0,0-1 0 0 0,0 1 1 0 0,-1 0-1 0 0,0 0 1 0 0,-1-1-1 0 0,1 1 1 0 0,-1 0-1 0 0,-2-12 1 0 0,2 17-495 0 0,-1 0 1 0 0,0 0-1 0 0,0 0 0 0 0,0 0 1 0 0,0 1-1 0 0,0-1 1 0 0,0 0-1 0 0,0 1 1 0 0,-1-1-1 0 0,1 1 1 0 0,0-1-1 0 0,-1 1 1 0 0,0-1-1 0 0,1 1 0 0 0,-1 0 1 0 0,0 0-1 0 0,1 0 1 0 0,-1 0-1 0 0,0 0 1 0 0,0 0-1 0 0,-2 0 1 0 0,-3-1 151 0 0,0 0 1 0 0,1 0 0 0 0,-1 1 0 0 0,-12-1 0 0 0,5 2 18 0 0,-1 0 0 0 0,1 2 0 0 0,1 0 0 0 0,-1 0 0 0 0,0 1 0 0 0,0 1 0 0 0,1 1 0 0 0,0-1 1 0 0,0 2-1 0 0,-23 13 0 0 0,11-4-23 0 0,0 2 0 0 0,1 1 0 0 0,1 0 0 0 0,-24 26 0 0 0,23-20-126 0 0,2 1-1 0 0,1 2 1 0 0,-27 42-1 0 0,37-51-46 0 0,1 1 0 0 0,1 1-1 0 0,0 0 1 0 0,1 0 0 0 0,2 1-1 0 0,-8 33 1 0 0,13-50-144 0 0,1 1 0 0 0,-1-1 0 0 0,1 1-1 0 0,0-1 1 0 0,0 1 0 0 0,0 0 0 0 0,1-1 0 0 0,0 1 0 0 0,0-1 0 0 0,0 1-1 0 0,0-1 1 0 0,0 0 0 0 0,1 1 0 0 0,0-1 0 0 0,0 0 0 0 0,0 0 0 0 0,1 0-1 0 0,-1 0 1 0 0,1-1 0 0 0,0 1 0 0 0,0-1 0 0 0,0 1 0 0 0,1-1 0 0 0,-1 0-1 0 0,1 0 1 0 0,-1 0 0 0 0,1-1 0 0 0,0 0 0 0 0,0 1 0 0 0,0-1 0 0 0,1-1-1 0 0,-1 1 1 0 0,0 0 0 0 0,1-1 0 0 0,-1 0 0 0 0,1 0 0 0 0,-1-1 0 0 0,1 1-1 0 0,6-1 1 0 0,3 0-1477 0 0,1 0-1 0 0,0-2 1 0 0,0 1-1 0 0,0-2 0 0 0,0 0 1 0 0,20-7-1 0 0,8-6-6002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48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297 186 1720 0 0,'4'-8'15447'0'0,"-4"12"-15165"0"0,0 0-1 0 0,0 0 1 0 0,1 0-1 0 0,-1 0 1 0 0,1 0 0 0 0,0 0-1 0 0,0 0 1 0 0,0 0 0 0 0,1-1-1 0 0,-1 1 1 0 0,4 4 0 0 0,-4-6-201 0 0,1 0-1 0 0,-1 0 1 0 0,1 0 0 0 0,0-1 0 0 0,0 1 0 0 0,0 0 0 0 0,0-1 0 0 0,0 1 0 0 0,0-1-1 0 0,0 0 1 0 0,1 0 0 0 0,-1 0 0 0 0,0 0 0 0 0,1 0 0 0 0,-1 0 0 0 0,1-1 0 0 0,-1 1 0 0 0,1-1-1 0 0,-1 0 1 0 0,1 0 0 0 0,4 0 0 0 0,0 0-38 0 0,0-1 0 0 0,0 0 1 0 0,1-1-1 0 0,-1 0 0 0 0,0 0 0 0 0,0 0 0 0 0,0-1 0 0 0,-1 0 1 0 0,1 0-1 0 0,-1-1 0 0 0,1 0 0 0 0,-1 0 0 0 0,0 0 0 0 0,-1-1 1 0 0,1 0-1 0 0,8-10 0 0 0,-3 2-20 0 0,-1 0 0 0 0,0 0 1 0 0,-1-1-1 0 0,0 0 0 0 0,-1-1 1 0 0,10-25-1 0 0,-10 6-108 0 0,-8 33 81 0 0,1 0-1 0 0,-1 0 1 0 0,0 0-1 0 0,0-1 1 0 0,0 1-1 0 0,0 0 1 0 0,0 0-1 0 0,0 0 1 0 0,0-1 0 0 0,0 1-1 0 0,0 0 1 0 0,0 0-1 0 0,-1 0 1 0 0,1 0-1 0 0,0-1 1 0 0,-1 1 0 0 0,1 0-1 0 0,-1 0 1 0 0,0 0-1 0 0,1 0 1 0 0,-1 0-1 0 0,0 0 1 0 0,1 0-1 0 0,-1 0 1 0 0,0 0 0 0 0,-1-1-1 0 0,-5 1 44 0 0,0-1-1 0 0,0 1 1 0 0,0 0 0 0 0,0 1-1 0 0,0 0 1 0 0,0 0-1 0 0,-1 0 1 0 0,1 1 0 0 0,0 0-1 0 0,0 1 1 0 0,1-1-1 0 0,-10 4 1 0 0,-19 7 455 0 0,-34 17-1 0 0,60-25-403 0 0,-23 11 179 0 0,1 1 1 0 0,0 2-1 0 0,2 0 1 0 0,-36 30-1 0 0,48-33-184 0 0,-1 1 0 0 0,2 0-1 0 0,0 2 1 0 0,1 0 0 0 0,0 0 0 0 0,2 1 0 0 0,-16 29-1 0 0,26-41-61 0 0,0-1 0 0 0,0 0 0 0 0,1 1-1 0 0,0 0 1 0 0,0 0 0 0 0,0-1 0 0 0,1 1-1 0 0,0 0 1 0 0,0 0 0 0 0,1 0-1 0 0,0 0 1 0 0,0 0 0 0 0,3 12 0 0 0,-2-13-10 0 0,1-1 1 0 0,0 0 0 0 0,0 0 0 0 0,0 0-1 0 0,0-1 1 0 0,1 1 0 0 0,0-1 0 0 0,0 1-1 0 0,0-1 1 0 0,1 0 0 0 0,-1 0 0 0 0,1 0-1 0 0,0-1 1 0 0,0 1 0 0 0,1-1 0 0 0,-1 0-1 0 0,1 0 1 0 0,6 3 0 0 0,8 3-268 0 0,0-1 0 0 0,0-1-1 0 0,1 0 1 0 0,0-2 0 0 0,0 0 0 0 0,1-2 0 0 0,-1 0 0 0 0,30 0-1 0 0,-22-3-1314 0 0,-1-1 0 0 0,27-5 0 0 0,-25 1-3284 0 0,47-15-1 0 0,-36 6-3242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0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371 576 616 0 0,'0'-21'11032'0'0,"-8"10"-7864"0"0,5 10-3120 0 0,0 1 0 0 0,0 0 0 0 0,0 0-1 0 0,0 0 1 0 0,1 0 0 0 0,-1 0 0 0 0,0 1 0 0 0,0-1 0 0 0,0 1-1 0 0,0 0 1 0 0,0-1 0 0 0,1 2 0 0 0,-1-1 0 0 0,0 0 0 0 0,1 0 0 0 0,-1 1-1 0 0,1-1 1 0 0,-1 1 0 0 0,1 0 0 0 0,0 0 0 0 0,-4 4 0 0 0,-7 7-101 0 0,0 0 0 0 0,-14 20 0 0 0,20-23 130 0 0,-21 25-87 0 0,-26 47 0 0 0,45-66 8 0 0,0 1 0 0 0,1-1 0 0 0,1 1 0 0 0,1 1 0 0 0,-8 30 0 0 0,13-44 8 0 0,1 1-1 0 0,-1-1 1 0 0,1 0-1 0 0,0 1 1 0 0,0-1-1 0 0,0 1 1 0 0,1-1-1 0 0,-1 1 1 0 0,3 7-1 0 0,-2-10-2 0 0,0 0 0 0 0,-1-1 0 0 0,1 1 0 0 0,0 0-1 0 0,0-1 1 0 0,0 1 0 0 0,1-1 0 0 0,-1 1 0 0 0,0-1 0 0 0,1 0 0 0 0,-1 0 0 0 0,1 1 0 0 0,-1-1 0 0 0,1 0-1 0 0,-1 0 1 0 0,1 0 0 0 0,0-1 0 0 0,-1 1 0 0 0,1 0 0 0 0,0-1 0 0 0,0 1 0 0 0,0-1 0 0 0,-1 1 0 0 0,1-1 0 0 0,0 0-1 0 0,0 0 1 0 0,0 0 0 0 0,3 0 0 0 0,4 0 2 0 0,1-1 1 0 0,0 0-1 0 0,0-1 0 0 0,-1 0 0 0 0,1 0 1 0 0,-1-1-1 0 0,0 0 0 0 0,0-1 0 0 0,0 0 1 0 0,0 0-1 0 0,0-1 0 0 0,-1 0 0 0 0,0-1 1 0 0,0 0-1 0 0,12-11 0 0 0,-6 1 5 0 0,0 1-1 0 0,0-2 1 0 0,-2 0 0 0 0,0-1-1 0 0,-1 0 1 0 0,0 0-1 0 0,-2-1 1 0 0,10-29 0 0 0,-10 22 4 0 0,-1-1-1 0 0,-1 0 1 0 0,-2 0 0 0 0,-1-1 0 0 0,2-53 0 0 0,-6 73-30 0 0,0-1 0 0 0,-1 1 0 0 0,1 0 0 0 0,-2 0-1 0 0,1 0 1 0 0,-1 0 0 0 0,0 1 0 0 0,-1-1 0 0 0,0 0 0 0 0,0 1-1 0 0,0 0 1 0 0,-10-14 0 0 0,13 21 11 0 0,-1-1 1 0 0,0 0-1 0 0,0 1 0 0 0,0-1 0 0 0,1 1 0 0 0,-1-1 1 0 0,0 1-1 0 0,0-1 0 0 0,0 1 0 0 0,0 0 1 0 0,0-1-1 0 0,0 1 0 0 0,0 0 0 0 0,0 0 0 0 0,0 0 1 0 0,0 0-1 0 0,-1 0 0 0 0,1 0-8 0 0,-8 0-45 0 0,0 4 42 0 0,0 0 1 0 0,1 1-1 0 0,-1 0 1 0 0,1 0-1 0 0,0 0 1 0 0,0 1-1 0 0,0 1 1 0 0,1-1-1 0 0,0 1 1 0 0,0 0 0 0 0,-6 10-1 0 0,3-3-1 0 0,1 0 0 0 0,1 0 1 0 0,0 1-1 0 0,1 0 0 0 0,1 0 0 0 0,-7 20 0 0 0,12-31 16 0 0,0-1-1 0 0,1 1 1 0 0,-1-1-1 0 0,0 1 1 0 0,1-1-1 0 0,0 1 1 0 0,0 0-1 0 0,0-1 1 0 0,0 1-1 0 0,1-1 1 0 0,-1 1-1 0 0,1-1 1 0 0,0 1-1 0 0,0-1 1 0 0,0 1-1 0 0,1-1 1 0 0,-1 0-1 0 0,1 1 1 0 0,0-1-1 0 0,0 0 1 0 0,3 4-1 0 0,-2-3 3 0 0,1-1-1 0 0,0 0 1 0 0,-1 0-1 0 0,1 0 1 0 0,0 0-1 0 0,0-1 1 0 0,0 0 0 0 0,1 0-1 0 0,-1 0 1 0 0,0 0-1 0 0,1 0 1 0 0,-1-1-1 0 0,1 0 1 0 0,0 0-1 0 0,8 0 1 0 0,15 0-49 0 0,0-1 0 0 0,0-1 0 0 0,0-2 0 0 0,-1-1 0 0 0,46-12 0 0 0,-31 3-133 0 0,-1-1 0 0 0,75-37 1 0 0,-86 35 103 0 0,-1-1 1 0 0,-1-2 0 0 0,-1 0 0 0 0,0-2 0 0 0,33-33-1 0 0,-43 36 55 0 0,-1-1-1 0 0,-1-1 1 0 0,0 0-1 0 0,-1-1 1 0 0,-2-1-1 0 0,0 0 1 0 0,17-46-1 0 0,-21 48 123 0 0,-2-1 1 0 0,-1 1-1 0 0,0-1 0 0 0,-2 0 0 0 0,0-1 0 0 0,-1 1 0 0 0,-2 0 1 0 0,-2-32-1 0 0,2 52-100 0 0,0 1 1 0 0,0-1 0 0 0,0 1 0 0 0,0-1 0 0 0,0 1-1 0 0,0-1 1 0 0,0 1 0 0 0,0-1 0 0 0,0 1 0 0 0,-1-1-1 0 0,1 1 1 0 0,0-1 0 0 0,0 1 0 0 0,-1-1 0 0 0,1 1-1 0 0,0-1 1 0 0,-1 1 0 0 0,1-1 0 0 0,0 1-1 0 0,-1 0 1 0 0,1-1 0 0 0,-1 1 0 0 0,1 0 0 0 0,0-1-1 0 0,-1 1 1 0 0,1 0 0 0 0,-1 0 0 0 0,1-1 0 0 0,-1 1-1 0 0,1 0 1 0 0,-1 0 0 0 0,1 0 0 0 0,-1 0 0 0 0,1-1-1 0 0,-1 1 1 0 0,0 0 0 0 0,1 0 0 0 0,-1 0-1 0 0,1 0 1 0 0,-1 0 0 0 0,1 0 0 0 0,-1 1 0 0 0,1-1-1 0 0,-1 0 1 0 0,1 0 0 0 0,-2 1 0 0 0,0-1 2 0 0,0 1 0 0 0,1 0 0 0 0,-1 0 1 0 0,0 1-1 0 0,0-1 0 0 0,0 0 0 0 0,1 1 1 0 0,-1-1-1 0 0,0 1 0 0 0,-1 1 0 0 0,-10 17 61 0 0,0 0 0 0 0,2 0-1 0 0,-18 43 1 0 0,-18 74 151 0 0,34-97-149 0 0,-153 561 589 0 0,26 10-217 0 0,97-413-320 0 0,-24 81 302 0 0,-22-8 567 0 0,27-136 46 0 0,51-115-672 0 0,-1-1 0 0 0,-1 0-1 0 0,-1 0 1 0 0,-23 23 0 0 0,32-37-262 0 0,0 0-1 0 0,-1 0 1 0 0,1 0 0 0 0,-1-1-1 0 0,0 0 1 0 0,-1 0 0 0 0,1-1-1 0 0,-1 0 1 0 0,1 0 0 0 0,-1 0-1 0 0,0-1 1 0 0,0 0 0 0 0,-8 1-1 0 0,10-2-64 0 0,0-1-1 0 0,0 0 1 0 0,0 0-1 0 0,0-1 0 0 0,-1 0 1 0 0,1 1-1 0 0,0-2 1 0 0,1 1-1 0 0,-1 0 0 0 0,0-1 1 0 0,0 0-1 0 0,1 0 1 0 0,-1-1-1 0 0,1 1 0 0 0,-1-1 1 0 0,1 0-1 0 0,0 0 1 0 0,0 0-1 0 0,-5-6 0 0 0,0-1-22 0 0,1-1-1 0 0,0 1 0 0 0,0-2 1 0 0,1 1-1 0 0,0-1 0 0 0,1 0 1 0 0,1 0-1 0 0,0-1 0 0 0,0 1 1 0 0,-4-24-1 0 0,4 9-12 0 0,1-1 0 0 0,1 1 1 0 0,1-1-1 0 0,3-33 0 0 0,2 24 1 0 0,2 1-1 0 0,1 0 0 0 0,2 0 1 0 0,2 1-1 0 0,1 0 1 0 0,1 0-1 0 0,2 1 1 0 0,1 1-1 0 0,2 1 0 0 0,36-53 1 0 0,-25 47-29 0 0,2 1-1 0 0,1 2 1 0 0,2 0-1 0 0,1 3 1 0 0,1 1 0 0 0,2 1-1 0 0,77-47 1 0 0,-48 43-362 0 0,0 2 1 0 0,3 3-1 0 0,0 3 0 0 0,1 3 0 0 0,1 3 1 0 0,116-17-1 0 0,-123 30-1384 0 0,-21 5-5087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0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74 844 0 0,'0'-4'2596'0'0,"12"-42"7229"0"0,-10 23-4702 0 0,-6 31-4979 0 0,-75 248 1978 0 0,44-132-1795 0 0,-8 23-42 0 0,-30 199 0 0 0,70-317-651 0 0,-2 35 0 0 0,5-54 12 0 0,0 0 1 0 0,1-1-1 0 0,0 1 0 0 0,1-1 1 0 0,0 1-1 0 0,0-1 0 0 0,5 13 1 0 0,-6-20 151 0 0,0 0 1 0 0,1 0 0 0 0,-1 0-1 0 0,0 0 1 0 0,1 0 0 0 0,-1 0-1 0 0,1-1 1 0 0,-1 1 0 0 0,1 0-1 0 0,0-1 1 0 0,0 1 0 0 0,-1-1-1 0 0,1 1 1 0 0,0-1 0 0 0,0 0-1 0 0,1 0 1 0 0,-1 0 0 0 0,0 0-1 0 0,0-1 1 0 0,4 2 0 0 0,-2-1-412 0 0,1-1 1 0 0,-1 0 0 0 0,0 1 0 0 0,1-2 0 0 0,-1 1-1 0 0,0 0 1 0 0,0-1 0 0 0,1 0 0 0 0,-1 0 0 0 0,6-2-1 0 0,13-7-4010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1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41 171 2076 0 0,'10'-24'3896'0'0,"10"-40"0"0"0,2-6 2297 0 0,-18 57-5163 0 0,-9 21-16 0 0,-10 24-26 0 0,-8 29-190 0 0,-16 68 0 0 0,35-109-754 0 0,0-1 0 0 0,1 1 0 0 0,1 0 0 0 0,1 0 0 0 0,0-1-1 0 0,2 1 1 0 0,0 0 0 0 0,5 21 0 0 0,-5-36-41 0 0,0-1 0 0 0,0 1 0 0 0,1-1 0 0 0,-1 0 0 0 0,1 1 0 0 0,0-1 0 0 0,0 0 0 0 0,1 0 0 0 0,-1 0 0 0 0,1-1 0 0 0,0 1 0 0 0,0-1 0 0 0,0 1 0 0 0,0-1 0 0 0,0 0 0 0 0,1 0 0 0 0,0 0 0 0 0,0-1 0 0 0,-1 1 1 0 0,8 2-1 0 0,-6-3-36 0 0,-1-1 1 0 0,1 0 0 0 0,-1 0 0 0 0,1 0 0 0 0,0-1-1 0 0,-1 0 1 0 0,1 1 0 0 0,0-2 0 0 0,-1 1-1 0 0,1 0 1 0 0,0-1 0 0 0,-1 0 0 0 0,1 0 0 0 0,-1-1-1 0 0,1 1 1 0 0,-1-1 0 0 0,0 0 0 0 0,1 0 0 0 0,-1 0-1 0 0,5-4 1 0 0,0-1-20 0 0,1-1 0 0 0,-1 0 1 0 0,0 0-1 0 0,-1-1 0 0 0,1 0 0 0 0,-2 0 0 0 0,0-1 0 0 0,10-16 0 0 0,3-11 15 0 0,16-45 0 0 0,-20 46 67 0 0,17-50 435 0 0,-32 83-517 0 0,6-2-110 0 0,-5 36 136 0 0,0 39-1 0 0,-2-36 34 0 0,5 40-1 0 0,-3-60 26 0 0,1 0 0 0 0,0 0 0 0 0,1 0 0 0 0,0-1 0 0 0,12 26 0 0 0,-13-34-15 0 0,0 0 1 0 0,0 0-1 0 0,0-1 0 0 0,0 1 0 0 0,1-1 0 0 0,0 0 1 0 0,0 0-1 0 0,0 0 0 0 0,0 0 0 0 0,1-1 0 0 0,0 1 0 0 0,-1-1 1 0 0,1-1-1 0 0,0 1 0 0 0,0-1 0 0 0,1 1 0 0 0,8 1 1 0 0,-9-2-5 0 0,1-1 0 0 0,-1-1 0 0 0,1 1 0 0 0,-1-1 0 0 0,1 0 1 0 0,-1 0-1 0 0,0 0 0 0 0,1-1 0 0 0,-1 0 0 0 0,1 0 0 0 0,-1 0 1 0 0,0 0-1 0 0,6-4 0 0 0,-3 2-2 0 0,-1-1 1 0 0,0 0-1 0 0,0-1 0 0 0,-1 1 0 0 0,1-1 1 0 0,-1-1-1 0 0,0 1 0 0 0,5-7 1 0 0,4-7 24 0 0,-1 0 0 0 0,-1-1 0 0 0,-1-1 1 0 0,19-43-1 0 0,-23 44-6 0 0,-1 0-1 0 0,0-1 1 0 0,-2 0 0 0 0,0 0 0 0 0,1-24-1 0 0,-4 31 26 0 0,-1 1 0 0 0,-1-1 0 0 0,-1 0 0 0 0,0 0 0 0 0,0 0 0 0 0,-1 0 0 0 0,-1 0 0 0 0,-8-23 0 0 0,10 36-76 0 0,1 0 1 0 0,-1 0-1 0 0,1 0 1 0 0,-1 0-1 0 0,1 0 1 0 0,-1 0 0 0 0,1 0-1 0 0,-1 1 1 0 0,0-1-1 0 0,1 0 1 0 0,-1 0-1 0 0,0 1 1 0 0,0-1-1 0 0,1 0 1 0 0,-1 1 0 0 0,0-1-1 0 0,0 1 1 0 0,0-1-1 0 0,0 1 1 0 0,0-1-1 0 0,0 1 1 0 0,0 0-1 0 0,0 0 1 0 0,0-1-1 0 0,0 1 1 0 0,0 0 0 0 0,0 0-1 0 0,0 0 1 0 0,0 0-1 0 0,0 0 1 0 0,0 0-1 0 0,0 0 1 0 0,0 0-1 0 0,0 1 1 0 0,0-1 0 0 0,0 0-1 0 0,0 1 1 0 0,0-1-1 0 0,0 1 1 0 0,0-1-1 0 0,0 1 1 0 0,0-1-1 0 0,0 1 1 0 0,0-1 0 0 0,1 1-1 0 0,-1 0 1 0 0,0 0-1 0 0,0-1 1 0 0,1 1-1 0 0,-1 0 1 0 0,1 0-1 0 0,-1 0 1 0 0,1 0 0 0 0,-1 0-1 0 0,1 0 1 0 0,-1 1-1 0 0,0 0-195 0 0,1 1-1 0 0,-1-1 1 0 0,1 0 0 0 0,0 0-1 0 0,-1 1 1 0 0,1-1 0 0 0,0 0-1 0 0,1 1 1 0 0,-1-1-1 0 0,0 0 1 0 0,1 0 0 0 0,-1 1-1 0 0,1-1 1 0 0,0 0-1 0 0,-1 0 1 0 0,1 0 0 0 0,0 0-1 0 0,1 0 1 0 0,0 3-1 0 0,3-1-203 0 0,1 0-1 0 0,-1 0 0 0 0,0-1 0 0 0,1 1 0 0 0,0-1 0 0 0,0-1 0 0 0,0 1 0 0 0,0-1 0 0 0,0 0 0 0 0,0 0 0 0 0,11 1 0 0 0,6 0-1472 0 0,0-1 0 0 0,26 0 1 0 0,-16-4-1294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1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95 174 1504 0 0,'7'-3'1501'0'0,"0"0"1"0"0,-1-1-1 0 0,1 0 0 0 0,-1-1 1 0 0,0 1-1 0 0,0-1 0 0 0,8-9 1 0 0,-5-5 4201 0 0,-18 24-5296 0 0,-3 5-270 0 0,-1 0 0 0 0,2 1 0 0 0,-1 0-1 0 0,2 1 1 0 0,-1 0 0 0 0,2 1 0 0 0,-1 0 0 0 0,2 0-1 0 0,0 1 1 0 0,1 0 0 0 0,0 1 0 0 0,-6 18 0 0 0,8-17-119 0 0,0 0 0 0 0,1 0 0 0 0,1 0 0 0 0,1 1 0 0 0,0-1 0 0 0,1 1 0 0 0,0-1 0 0 0,2 1 0 0 0,0 0 0 0 0,0-1 0 0 0,7 27 0 0 0,-6-38 4 0 0,0 1 0 0 0,0-1 0 0 0,0 1-1 0 0,0-1 1 0 0,1 0 0 0 0,0 0 0 0 0,0 0 0 0 0,0-1 0 0 0,0 1 0 0 0,1-1-1 0 0,0 1 1 0 0,0-1 0 0 0,0 0 0 0 0,1-1 0 0 0,-1 1 0 0 0,1-1-1 0 0,7 5 1 0 0,-7-6-6 0 0,-1-1 0 0 0,1 1-1 0 0,0-1 1 0 0,-1 0-1 0 0,1 0 1 0 0,0 0 0 0 0,0-1-1 0 0,0 1 1 0 0,-1-1-1 0 0,1 0 1 0 0,0-1 0 0 0,0 1-1 0 0,0-1 1 0 0,0 0-1 0 0,-1 0 1 0 0,1-1 0 0 0,-1 1-1 0 0,1-1 1 0 0,-1 0 0 0 0,1 0-1 0 0,4-4 1 0 0,1-1-2 0 0,0 0 0 0 0,0-1 1 0 0,-1 0-1 0 0,0-1 0 0 0,-1 0 0 0 0,1 0 1 0 0,-2-1-1 0 0,1 0 0 0 0,-1 0 0 0 0,9-21 1 0 0,-3 5 17 0 0,-2 0 0 0 0,-2-1 0 0 0,12-46 1 0 0,-18 60-1 0 0,-1 0 0 0 0,0 0 0 0 0,-1 0 0 0 0,0-1 0 0 0,-1 1 0 0 0,-1 0 0 0 0,0-1 0 0 0,-1 1 0 0 0,0 0 0 0 0,-1 0 0 0 0,0 0 0 0 0,-9-20 0 0 0,8 25-232 0 0,0-1 0 0 0,0 1 0 0 0,-1 1 0 0 0,-1-1 0 0 0,1 1 0 0 0,-1 0 0 0 0,0 0 0 0 0,0 0 0 0 0,-1 1 0 0 0,0 0 0 0 0,0 0 0 0 0,-1 1 1 0 0,0 0-1 0 0,0 0 0 0 0,0 1 0 0 0,0 0 0 0 0,0 1 0 0 0,-1-1 0 0 0,-10-1 0 0 0,-3 0-4033 0 0,-37-3-1 0 0,56 8 3613 0 0,-28-4-6947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2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64 744 0 0,'-365'-8'16992'0'0,"321"7"-15342"0"0,65-5-1186 0 0,-5 0-401 0 0,50-4-319 0 0,106-4-1 0 0,-113 11-157 0 0,342-8-5766 0 0,-271 9 1772 0 0,-11 0-1586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3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1572 0 0,'57'-71'9534'0'0,"-57"70"-9467"0"0,1 0 1 0 0,-1 1-1 0 0,1-1 1 0 0,0 0 0 0 0,-1 0-1 0 0,1 1 1 0 0,0-1-1 0 0,0 1 1 0 0,0-1 0 0 0,-1 1-1 0 0,1-1 1 0 0,0 1-1 0 0,0-1 1 0 0,0 1 0 0 0,0 0-1 0 0,0-1 1 0 0,0 1-1 0 0,0 0 1 0 0,0 0 0 0 0,0 0-1 0 0,0 0 1 0 0,0 0-1 0 0,0 0 1 0 0,0 0 0 0 0,0 0-1 0 0,0 0 1 0 0,0 0-1 0 0,0 0 1 0 0,0 1 0 0 0,0-1-1 0 0,0 0 1 0 0,-1 1-1 0 0,1-1 1 0 0,0 1 0 0 0,0-1-1 0 0,0 1 1 0 0,0-1-1 0 0,-1 1 1 0 0,1 0 0 0 0,0-1-1 0 0,0 1 1 0 0,0 1-1 0 0,2 1 40 0 0,0 1 0 0 0,0 0-1 0 0,0 0 1 0 0,-1 0 0 0 0,0 0 0 0 0,4 8-1 0 0,-1 5 35 0 0,0 0 1 0 0,-1 0-1 0 0,-1 1 0 0 0,0 0 0 0 0,-1 0 0 0 0,-1-1 0 0 0,-2 26 0 0 0,-20 124 2167 0 0,18-149-1542 0 0,2-16-14 0 0,1-17-500 0 0,0 9-218 0 0,-1 0 0 0 0,1 0 1 0 0,1 0-1 0 0,-1-1 0 0 0,3-8 0 0 0,3-2-30 0 0,0 0-1 0 0,0 1 0 0 0,2 0 1 0 0,0 1-1 0 0,0-1 1 0 0,2 2-1 0 0,0-1 1 0 0,18-19-1 0 0,-24 29-15 0 0,1 0-1 0 0,0 0 1 0 0,0 1-1 0 0,0-1 1 0 0,1 1-1 0 0,0 0 1 0 0,-1 1 0 0 0,1-1-1 0 0,1 1 1 0 0,-1 0-1 0 0,0 1 1 0 0,1 0-1 0 0,0 0 1 0 0,-1 0-1 0 0,1 0 1 0 0,0 1 0 0 0,0 1-1 0 0,0-1 1 0 0,-1 1-1 0 0,1 0 1 0 0,0 0-1 0 0,0 1 1 0 0,0 0 0 0 0,9 3-1 0 0,-4 0-3 0 0,0 1 1 0 0,0 0-1 0 0,-1 1 0 0 0,0 0 0 0 0,0 1 1 0 0,0 0-1 0 0,-1 1 0 0 0,0 0 0 0 0,0 1 0 0 0,-1 0 1 0 0,0 0-1 0 0,-1 1 0 0 0,8 11 0 0 0,0 3 30 0 0,-1 1 0 0 0,-1 1 0 0 0,-1 0 0 0 0,16 46 0 0 0,-27-63 37 0 0,0-1 0 0 0,0 1 0 0 0,-1 0 0 0 0,0 0 0 0 0,-1 0 0 0 0,1 0 0 0 0,-2 0 0 0 0,-1 11 0 0 0,2-17 149 0 0,-6-5-133 0 0,5 2-66 0 0,1 1 1 0 0,0-1-1 0 0,-1 0 0 0 0,1 0 1 0 0,0 0-1 0 0,-1 0 1 0 0,1 0-1 0 0,0 0 1 0 0,-1-1-1 0 0,1 1 1 0 0,0 0-1 0 0,-1 0 1 0 0,1 0-1 0 0,0 0 0 0 0,-1 0 1 0 0,1 0-1 0 0,0 0 1 0 0,-1-1-1 0 0,1 1 1 0 0,0 0-1 0 0,0 0 1 0 0,-1-1-1 0 0,1 1 1 0 0,0 0-1 0 0,0 0 0 0 0,-1-1 1 0 0,1 1-1 0 0,0 0 1 0 0,0 0-1 0 0,0-1 1 0 0,0 1-1 0 0,-1 0 1 0 0,1-1-1 0 0,0 1 1 0 0,-3-12 3 0 0,1 0 0 0 0,0 0 0 0 0,1 0 1 0 0,0 0-1 0 0,1 0 0 0 0,0 0 0 0 0,1 0 1 0 0,0 0-1 0 0,1 0 0 0 0,5-17 1 0 0,-1 8-22 0 0,0 1 1 0 0,2-1 0 0 0,0 1-1 0 0,2 1 1 0 0,12-21 0 0 0,-12 24-5 0 0,2 1 0 0 0,-1 1 1 0 0,2 0-1 0 0,0 0 1 0 0,0 1-1 0 0,1 1 0 0 0,1 1 1 0 0,18-12-1 0 0,-26 18 5 0 0,1 0-1 0 0,0 1 1 0 0,0 0-1 0 0,1 0 0 0 0,-1 1 1 0 0,1 0-1 0 0,-1 1 1 0 0,1 0-1 0 0,0 0 1 0 0,0 1-1 0 0,0 0 0 0 0,0 0 1 0 0,0 1-1 0 0,0 0 1 0 0,0 1-1 0 0,0 0 1 0 0,0 0-1 0 0,14 5 0 0 0,-18-4 19 0 0,0 0-1 0 0,-1 0 0 0 0,1 1 0 0 0,-1 0 0 0 0,1 0 0 0 0,-1 0 0 0 0,0 0 0 0 0,0 1 0 0 0,-1 0 0 0 0,1-1 0 0 0,-1 2 0 0 0,1-1 0 0 0,-1 0 0 0 0,-1 0 0 0 0,1 1 0 0 0,0 0 0 0 0,-1-1 0 0 0,0 1 0 0 0,0 0 0 0 0,1 9 0 0 0,2 8-53 0 0,-1 1-1 0 0,-1 0 0 0 0,0 36 1 0 0,1 0-1130 0 0,-4-53 767 0 0,1 0 1 0 0,0 0 0 0 0,1-1-1 0 0,-1 1 1 0 0,1 0-1 0 0,0 0 1 0 0,0-1 0 0 0,1 1-1 0 0,0-1 1 0 0,4 7-1 0 0,-4-8-447 0 0,1 0-1 0 0,0 0 1 0 0,-1-1-1 0 0,1 1 1 0 0,1-1 0 0 0,-1 0-1 0 0,8 5 1 0 0,5 0-3962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4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308 240 388 0 0,'15'-15'1865'0'0,"-1"0"0"0"0,-1-1 0 0 0,-1 0 0 0 0,0-1 0 0 0,-1-1 0 0 0,-1 1-1 0 0,0-2 1 0 0,13-36 0 0 0,-22 53-1819 0 0,-1 1-1 0 0,1-1 1 0 0,-1 1-1 0 0,0-1 1 0 0,1 0-1 0 0,-1 1 0 0 0,0-1 1 0 0,0 1-1 0 0,0-1 1 0 0,0 0-1 0 0,0 1 1 0 0,0-1-1 0 0,-1 1 1 0 0,1-1-1 0 0,-1 1 1 0 0,1-1-1 0 0,-1 1 1 0 0,1-1-1 0 0,-1 1 1 0 0,0-1-1 0 0,1 1 0 0 0,-1-1 1 0 0,0 1-1 0 0,0 0 1 0 0,0 0-1 0 0,0 0 1 0 0,0-1-1 0 0,-1 1 1 0 0,1 0-1 0 0,0 0 1 0 0,0 0-1 0 0,-1 1 1 0 0,1-1-1 0 0,-1 0 1 0 0,1 0-1 0 0,-1 1 0 0 0,1-1 1 0 0,-1 1-1 0 0,1-1 1 0 0,-1 1-1 0 0,1 0 1 0 0,-1-1-1 0 0,1 1 1 0 0,-1 0-1 0 0,0 0 1 0 0,-2 1-1 0 0,-7 0-10 0 0,-1 1 0 0 0,0 0 0 0 0,1 0 0 0 0,0 2 0 0 0,-1-1-1 0 0,1 2 1 0 0,0-1 0 0 0,1 2 0 0 0,-1-1 0 0 0,1 1 0 0 0,-12 10 0 0 0,-5 4 14 0 0,1 1 0 0 0,-44 47-1 0 0,50-46-28 0 0,1 0 0 0 0,-30 48 0 0 0,44-62-9 0 0,1-1-1 0 0,0 1 1 0 0,0 0 0 0 0,1 0-1 0 0,0 1 1 0 0,0-1 0 0 0,1 1 0 0 0,0-1-1 0 0,1 1 1 0 0,0 0 0 0 0,0 0-1 0 0,1-1 1 0 0,0 1 0 0 0,1 10-1 0 0,-1-17-2 0 0,1 0-1 0 0,-1-1 0 0 0,1 1 0 0 0,-1 0 0 0 0,1 0 0 0 0,0 0 0 0 0,0-1 0 0 0,-1 1 0 0 0,1 0 0 0 0,1-1 0 0 0,-1 1 1 0 0,0-1-1 0 0,0 1 0 0 0,1-1 0 0 0,-1 1 0 0 0,0-1 0 0 0,1 0 0 0 0,-1 0 0 0 0,1 0 0 0 0,2 2 0 0 0,0-2-3 0 0,-1 0 0 0 0,0 0 0 0 0,1 0-1 0 0,-1 0 1 0 0,1 0 0 0 0,0-1 0 0 0,-1 0-1 0 0,1 0 1 0 0,-1 0 0 0 0,6-1 0 0 0,1 0-16 0 0,-1-1 0 0 0,0 0 0 0 0,-1 0 0 0 0,1-1 0 0 0,0-1 0 0 0,-1 1 0 0 0,1-1 0 0 0,8-6 0 0 0,0-3-3 0 0,0-1 0 0 0,-1-1 0 0 0,-1 0 0 0 0,0-1 1 0 0,-1-1-1 0 0,-1 0 0 0 0,17-30 0 0 0,1-8 145 0 0,30-75 0 0 0,-60 127-173 0 0,0 4-42 0 0,-1-1 82 0 0,0 0 0 0 0,1 1 1 0 0,-1-1-1 0 0,1 1 0 0 0,-1-1 1 0 0,1 1-1 0 0,-1-1 0 0 0,0 1 1 0 0,1-1-1 0 0,-1 1 0 0 0,0-1 1 0 0,0 1-1 0 0,1-1 0 0 0,-1 1 1 0 0,0-1-1 0 0,0 1 0 0 0,0-1 1 0 0,0 1-1 0 0,0 0 0 0 0,0-1 0 0 0,0 1 1 0 0,0-1-1 0 0,0 1 0 0 0,0 0 1 0 0,0-1-1 0 0,0 1 0 0 0,0-1 1 0 0,0 1-1 0 0,-1 0 0 0 0,-3 25-18 0 0,4-23 24 0 0,-9 48 39 0 0,-7 62 97 0 0,15-95-148 0 0,1-1 0 0 0,0 1 0 0 0,1 0 0 0 0,5 24 0 0 0,-6-38-141 0 0,1-1 0 0 0,0 1 0 0 0,0-1-1 0 0,0 1 1 0 0,0-1 0 0 0,1 0 0 0 0,-1 1 0 0 0,1-1-1 0 0,0 0 1 0 0,0 0 0 0 0,0 0 0 0 0,1 0 0 0 0,-1-1-1 0 0,0 1 1 0 0,1-1 0 0 0,0 1 0 0 0,0-1 0 0 0,0 0-1 0 0,0 0 1 0 0,0 0 0 0 0,4 2 0 0 0,-3-3-380 0 0,0 0 1 0 0,0 0-1 0 0,0 0 1 0 0,1 0-1 0 0,-1-1 1 0 0,0 1-1 0 0,1-1 1 0 0,-1 0-1 0 0,1-1 1 0 0,-1 1-1 0 0,0-1 1 0 0,1 0-1 0 0,-1 0 1 0 0,0 0-1 0 0,0 0 1 0 0,0-1-1 0 0,5-2 1 0 0,10-6-4459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4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102 487 684 0 0,'9'-39'1878'0'0,"55"-261"11781"0"0,-58 261-11483 0 0,-3 20-531 0 0,3-39 0 0 0,-19 72-1363 0 0,9-6-140 0 0,0-1 1 0 0,0 1 0 0 0,1 0 0 0 0,1 0 0 0 0,-1 0-1 0 0,-1 16 1 0 0,1-10 56 0 0,-72 450 2597 0 0,31-161-1441 0 0,31-225-6115 0 0,-4 147 0 0 0,20-202-2949 0 0</inkml:trace>
  <inkml:trace contextRef="#ctx0" brushRef="#br0" timeOffset="1">270 749 2544 0 0,'5'-19'3652'0'0,"15"-31"0"0"0,-18 45-3227 0 0,1 0-1 0 0,-1 1 1 0 0,1-1 0 0 0,0 1 0 0 0,1-1 0 0 0,-1 1 0 0 0,1 0 0 0 0,-1 0 0 0 0,1 0 0 0 0,9-6 0 0 0,-11 10-351 0 0,1-1 0 0 0,-1 1 0 0 0,0 0 0 0 0,1-1 0 0 0,-1 1 0 0 0,0 0 0 0 0,1 0 0 0 0,-1 0-1 0 0,1 1 1 0 0,-1-1 0 0 0,0 1 0 0 0,0-1 0 0 0,1 1 0 0 0,-1 0 0 0 0,0 0 0 0 0,3 1 0 0 0,-3-1 37 0 0,9 4 91 0 0,0 0 1 0 0,0 2-1 0 0,0-1 0 0 0,-1 1 0 0 0,0 1 1 0 0,-1 0-1 0 0,1 0 0 0 0,-2 1 0 0 0,1 0 1 0 0,-1 0-1 0 0,10 16 0 0 0,-4-4 20 0 0,-1 1 0 0 0,-1 0 0 0 0,-1 1 0 0 0,14 39-1 0 0,-20-47-132 0 0,-1 1 0 0 0,-1 0 0 0 0,0 0 0 0 0,-1 0 0 0 0,1 29 0 0 0,-3-38 28 0 0,-1 1-1 0 0,1-1 0 0 0,-1 1 0 0 0,-1 0 1 0 0,0-1-1 0 0,0 0 0 0 0,0 1 1 0 0,0-1-1 0 0,-1 0 0 0 0,-1 0 0 0 0,1-1 1 0 0,-1 1-1 0 0,0-1 0 0 0,-6 8 1 0 0,8-12-73 0 0,1 0 0 0 0,0-1 1 0 0,-1 1-1 0 0,1-1 1 0 0,-1 1-1 0 0,1-1 1 0 0,-1 0-1 0 0,0 0 0 0 0,1 1 1 0 0,-1-1-1 0 0,0 0 1 0 0,0 0-1 0 0,0-1 0 0 0,0 1 1 0 0,0 0-1 0 0,0-1 1 0 0,0 1-1 0 0,0-1 0 0 0,0 0 1 0 0,0 1-1 0 0,0-1 1 0 0,0 0-1 0 0,0 0 1 0 0,0-1-1 0 0,-3 1 0 0 0,3-1-35 0 0,0 0-1 0 0,0-1 1 0 0,1 1-1 0 0,-1 0 1 0 0,1-1-1 0 0,-1 1 1 0 0,1-1-1 0 0,-1 1 0 0 0,1-1 1 0 0,0 0-1 0 0,-1 1 1 0 0,1-1-1 0 0,0 0 1 0 0,0 0-1 0 0,1 0 1 0 0,-1 0-1 0 0,0 0 1 0 0,1 0-1 0 0,-1 0 1 0 0,1 0-1 0 0,-1 0 0 0 0,1 0 1 0 0,0 0-1 0 0,0-4 1 0 0,0-5-13 0 0,1 0 0 0 0,0 0 0 0 0,0 0 0 0 0,1 0 0 0 0,0 0 0 0 0,1 0 0 0 0,0 1 0 0 0,1-1 0 0 0,0 1 0 0 0,1 0 0 0 0,0 0 0 0 0,7-10 0 0 0,-1 4-71 0 0,1 0 0 0 0,0 1 0 0 0,1 0 0 0 0,1 0 0 0 0,28-22 0 0 0,-21 22-95 0 0,0 1 0 0 0,0 1 0 0 0,38-16 0 0 0,73-22-503 0 0,-44 18 422 0 0,-53 24 89 0 0,-33 9 103 0 0,2 0-11 0 0,10 3 95 0 0,-13-2-12 0 0,-1-1 0 0 0,1 0 0 0 0,-1 1 0 0 0,1-1 0 0 0,0 1 0 0 0,-1 0 0 0 0,1-1 0 0 0,-1 1-1 0 0,1-1 1 0 0,-1 1 0 0 0,0 0 0 0 0,1-1 0 0 0,-1 1 0 0 0,0 0 0 0 0,1 0 0 0 0,-1-1 0 0 0,0 1 0 0 0,0 0 0 0 0,1 0 0 0 0,-1-1-1 0 0,0 1 1 0 0,0 0 0 0 0,0 0 0 0 0,0 0 0 0 0,0-1 0 0 0,0 1 0 0 0,-1 1 0 0 0,-1 23 290 0 0,2-23-265 0 0,-32 144 1250 0 0,22-108-1127 0 0,1 1 0 0 0,2 0 0 0 0,-3 60-1 0 0,11-98-184 0 0,-1 1-1 0 0,0-1 0 0 0,0 0 0 0 0,1 0 1 0 0,-1 0-1 0 0,1 0 0 0 0,-1 0 0 0 0,1 0 1 0 0,-1 0-1 0 0,1 1 0 0 0,0-2 0 0 0,-1 1 1 0 0,1 0-1 0 0,0 0 0 0 0,0 0 0 0 0,0 0 1 0 0,-1 0-1 0 0,1-1 0 0 0,0 1 0 0 0,0 0 1 0 0,0-1-1 0 0,0 1 0 0 0,1-1 0 0 0,-1 1 1 0 0,0-1-1 0 0,0 1 0 0 0,0-1 0 0 0,0 0 1 0 0,0 0-1 0 0,1 1 0 0 0,-1-1 0 0 0,1 0 1 0 0,6-1-457 0 0,1-1 0 0 0,-2 0-1 0 0,1 0 1 0 0,0 0 0 0 0,0-1 0 0 0,-1 0 0 0 0,1-1 0 0 0,-1 0 0 0 0,10-7 0 0 0,-7 4-1422 0 0,0 0 1 0 0,0-1 0 0 0,11-13-1 0 0,6-11-5789 0 0</inkml:trace>
  <inkml:trace contextRef="#ctx0" brushRef="#br0" timeOffset="2">1151 103 320 0 0,'-21'-21'4452'0'0,"-31"-30"5146"0"0,17 21-6309 0 0,34 29-3181 0 0,-1 1-881 0 0,1 0 643 0 0,1 0-1 0 0,-1 0 1 0 0,0 1 0 0 0,1-1-1 0 0,-1 0 1 0 0,1 0 0 0 0,-1 0-1 0 0,1 1 1 0 0,-1-1 0 0 0,0 0 0 0 0,1 1-1 0 0,-1-1 1 0 0,1 0 0 0 0,-1 1-1 0 0,1-1 1 0 0,0 1 0 0 0,-1-1-1 0 0,1 1 1 0 0,-1-1 0 0 0,1 1-1 0 0,0-1 1 0 0,-1 1 0 0 0,1-1-1 0 0,0 1 1 0 0,0-1 0 0 0,-1 1 0 0 0,1 0-1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5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0 152 0 0,'-110'22'6476'0'0,"-109"25"5220"0"0,218-47-11631 0 0,0 0 1 0 0,0 0-1 0 0,0 0 0 0 0,0 1 0 0 0,1-1 0 0 0,-1 0 0 0 0,0 0 0 0 0,0 1 0 0 0,0-1 1 0 0,0 1-1 0 0,1-1 0 0 0,-1 1 0 0 0,0-1 0 0 0,0 1 0 0 0,1-1 0 0 0,-1 1 1 0 0,0 0-1 0 0,0 0 0 0 0,12 4 301 0 0,28-1-226 0 0,236 1-1429 0 0,-114-4-2112 0 0,-39-1-3229 0 0,-60-1 286 0 0</inkml:trace>
  <inkml:trace contextRef="#ctx0" brushRef="#br0" timeOffset="1">2201 422 1148 0 0,'3'-1'2255'0'0,"3"-1"-1233"0"0,0 0 0 0 0,0-1 0 0 0,-1 0 0 0 0,1 0 0 0 0,-1 0 0 0 0,0 0-1 0 0,0-1 1 0 0,0 0 0 0 0,0 0 0 0 0,0-1 0 0 0,5-7 0 0 0,-6 7-350 0 0,0 0-1 0 0,-1 0 1 0 0,0-1-1 0 0,0 1 1 0 0,-1-1-1 0 0,0 0 0 0 0,3-9 1 0 0,-5 14-632 0 0,0 0 1 0 0,0 0-1 0 0,0 0 1 0 0,0 0-1 0 0,0 0 1 0 0,0 0-1 0 0,0 0 1 0 0,0 0-1 0 0,0 0 1 0 0,-1 0-1 0 0,1 0 1 0 0,0 0-1 0 0,-1 0 1 0 0,1 0-1 0 0,-1 0 1 0 0,1 0-1 0 0,-1 0 1 0 0,1 0-1 0 0,-1 1 1 0 0,0-1-1 0 0,1 0 1 0 0,-1 0-1 0 0,0 1 1 0 0,0-1-1 0 0,1 0 1 0 0,-1 1-1 0 0,0-1 1 0 0,-2 0-1 0 0,1 0-9 0 0,0 0 0 0 0,0 0-1 0 0,-1 0 1 0 0,1 0 0 0 0,-1 0 0 0 0,1 1 0 0 0,-1-1 0 0 0,1 1-1 0 0,-1-1 1 0 0,1 1 0 0 0,-1 0 0 0 0,-3 1 0 0 0,-13 2-22 0 0,0 1 1 0 0,0 1-1 0 0,1 1 1 0 0,0 1-1 0 0,0 0 0 0 0,0 2 1 0 0,1 0-1 0 0,1 0 1 0 0,-1 2-1 0 0,2 0 1 0 0,-25 23-1 0 0,15-12 2 0 0,2 2-1 0 0,1 0 1 0 0,2 1-1 0 0,0 2 0 0 0,1 0 1 0 0,-19 37-1 0 0,33-55-79 0 0,1 1 0 0 0,-1 0-1 0 0,2 0 1 0 0,-1 1 0 0 0,1-1-1 0 0,1 1 1 0 0,0-1 0 0 0,0 1-1 0 0,1 20 1 0 0,1-25 13 0 0,1 0 0 0 0,-1-1 0 0 0,1 1 0 0 0,1 0 0 0 0,-1-1 0 0 0,1 1 0 0 0,0-1 0 0 0,1 1 0 0 0,-1-1 0 0 0,1 0 0 0 0,0 0 0 0 0,0 0-1 0 0,0 0 1 0 0,1-1 0 0 0,0 1 0 0 0,0-1 0 0 0,0 0 0 0 0,0 0 0 0 0,8 5 0 0 0,-3-4-419 0 0,0 1 0 0 0,0-1 0 0 0,0-1 0 0 0,1 0 0 0 0,0 0 0 0 0,0-1 0 0 0,0 0 0 0 0,0-1 0 0 0,19 2 0 0 0,-3-2-2113 0 0,0-1 0 0 0,48-5-1 0 0,-17-4-3477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6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219 353 376 0 0,'4'-18'4351'0'0,"-1"0"-1"0"0,-1-1 1 0 0,0-29-1 0 0,-2 56-4082 0 0,-1-6-243 0 0,1 0-1 0 0,0 0 1 0 0,0 0 0 0 0,0 0-1 0 0,0-1 1 0 0,0 1 0 0 0,1 0-1 0 0,-1 0 1 0 0,1 0 0 0 0,-1 0-1 0 0,1-1 1 0 0,-1 1 0 0 0,1 0 0 0 0,0 0-1 0 0,0-1 1 0 0,0 1 0 0 0,0-1-1 0 0,0 1 1 0 0,0-1 0 0 0,1 1-1 0 0,-1-1 1 0 0,0 0 0 0 0,3 2-1 0 0,1 2 5 0 0,-3-3-1 0 0,1 0 1 0 0,-1 1-1 0 0,1-1 0 0 0,0 0 0 0 0,0 0 0 0 0,0 0 1 0 0,0-1-1 0 0,0 1 0 0 0,0-1 0 0 0,1 0 0 0 0,-1 0 1 0 0,5 1-1 0 0,-2 0-10 0 0,0-2 0 0 0,1 1-1 0 0,-1-1 1 0 0,0 0 0 0 0,1 0 0 0 0,-1 0 0 0 0,0-1 0 0 0,1 0 0 0 0,-1 0 0 0 0,0-1-1 0 0,0 0 1 0 0,0 0 0 0 0,0 0 0 0 0,0-1 0 0 0,-1 0 0 0 0,1 0 0 0 0,-1 0 0 0 0,1-1 0 0 0,-1 0-1 0 0,0 0 1 0 0,-1 0 0 0 0,1 0 0 0 0,-1-1 0 0 0,0 0 0 0 0,0 0 0 0 0,0 0 0 0 0,5-9-1 0 0,-4 2-18 0 0,0 0 0 0 0,0 0 0 0 0,-1-1 0 0 0,2-13 0 0 0,-4 20-9 0 0,-1 1 0 0 0,-1-1-1 0 0,1 0 1 0 0,-1 0 0 0 0,0 1 0 0 0,0-1 0 0 0,-1 0 0 0 0,0 0 0 0 0,0 0-1 0 0,0 1 1 0 0,-3-10 0 0 0,2 13-12 0 0,0-1-1 0 0,0 1 1 0 0,0-1 0 0 0,0 1 0 0 0,0 0-1 0 0,0 0 1 0 0,-1 0 0 0 0,1 0-1 0 0,-1 0 1 0 0,-3-2 0 0 0,4 3 25 0 0,1 0-7 0 0,0 1 1 0 0,0-1-1 0 0,0 1 0 0 0,-1-1 0 0 0,1 1 0 0 0,0-1 1 0 0,0 1-1 0 0,0 0 0 0 0,-1 0 0 0 0,1 0 0 0 0,0-1 1 0 0,0 1-1 0 0,-1 0 0 0 0,1 1 0 0 0,0-1 1 0 0,0 0-1 0 0,-1 0 0 0 0,0 1 0 0 0,-3 0-4 0 0,-6-1 24 0 0,0 2 0 0 0,1-1 0 0 0,-1 2 0 0 0,0-1 0 0 0,1 1 1 0 0,0 1-1 0 0,0 0 0 0 0,0 1 0 0 0,0-1 0 0 0,-12 9 0 0 0,-1 3 91 0 0,1 0-1 0 0,-36 34 1 0 0,35-28-59 0 0,2 0 1 0 0,1 2-1 0 0,1 0 0 0 0,-20 34 1 0 0,29-41-25 0 0,1 1 0 0 0,0 0 0 0 0,2 1 1 0 0,0 0-1 0 0,1 0 0 0 0,0 0 0 0 0,-3 32 0 0 0,8-47-26 0 0,1 1 0 0 0,0-1 1 0 0,0 1-1 0 0,0 0 0 0 0,0-1 0 0 0,1 1 0 0 0,0-1 0 0 0,0 1 0 0 0,0-1 0 0 0,0 1 0 0 0,1-1 1 0 0,0 0-1 0 0,0 0 0 0 0,0 0 0 0 0,0 0 0 0 0,1 0 0 0 0,-1 0 0 0 0,1 0 0 0 0,4 3 1 0 0,-3-2-202 0 0,1-2 1 0 0,0 1-1 0 0,0 0 1 0 0,0-1-1 0 0,1 0 1 0 0,-1 0 0 0 0,1-1-1 0 0,0 1 1 0 0,-1-1-1 0 0,1 0 1 0 0,0-1-1 0 0,0 1 1 0 0,12 0 0 0 0,0-1-1014 0 0,-1-1 1 0 0,1-1-1 0 0,-1-1 0 0 0,1 0 1 0 0,-1-1-1 0 0,0-1 1 0 0,21-7-1 0 0,3-3-3801 0 0</inkml:trace>
  <inkml:trace contextRef="#ctx0" brushRef="#br0" timeOffset="1">1124 137 1028 0 0,'81'-63'9202'0'0,"-29"22"-3006"0"0,-19 9-2354 0 0,-40 33-3818 0 0,-1 1 0 0 0,1 0 0 0 0,-1 0 0 0 0,1 1 1 0 0,0 0-1 0 0,0 0 0 0 0,1 1 0 0 0,-9 5 0 0 0,-4 4-24 0 0,-29 26 0 0 0,42-33-15 0 0,0 0-1 0 0,0 1 1 0 0,0 0 0 0 0,-5 10 0 0 0,5-11 19 0 0,5-3-1 0 0,-1-1 0 0 0,0 1 0 0 0,1-1 0 0 0,-1 1 0 0 0,1-1 0 0 0,0 1 0 0 0,-1 0 0 0 0,1-1 0 0 0,1 1 0 0 0,-1 0 1 0 0,0 0-1 0 0,1 0 0 0 0,-1 0 0 0 0,1 0 0 0 0,0 0 0 0 0,0-1 0 0 0,0 1 0 0 0,1 0 0 0 0,-1 0 0 0 0,0 0 0 0 0,1 0 1 0 0,2 5-1 0 0,1 0 1 0 0,1 1 0 0 0,0-1 0 0 0,0-1 1 0 0,1 1-1 0 0,12 12 0 0 0,-4-4-18 0 0,45 47-24 0 0,-39-44 43 0 0,0 2 0 0 0,-2 0-1 0 0,30 45 1 0 0,-47-63 61 0 0,1-1-1 0 0,-1 1 1 0 0,0-1 0 0 0,1 1-1 0 0,-1-1 1 0 0,0 1-1 0 0,-1 0 1 0 0,1 0 0 0 0,0-1-1 0 0,-1 1 1 0 0,0 0 0 0 0,0 0-1 0 0,1 0 1 0 0,-2 0 0 0 0,1 0-1 0 0,0-1 1 0 0,0 1 0 0 0,-1 0-1 0 0,-1 4 1 0 0,1-4 10 0 0,-1 0-1 0 0,0 1 1 0 0,0-1-1 0 0,-1 0 1 0 0,1 0 0 0 0,0 0-1 0 0,-1 0 1 0 0,0-1-1 0 0,0 1 1 0 0,0-1 0 0 0,0 1-1 0 0,-6 2 1 0 0,-7 3 89 0 0,0 0-1 0 0,-1-1 1 0 0,0-1-1 0 0,-32 7 1 0 0,33-9-128 0 0,-1-1-1 0 0,1-1 1 0 0,-1 0 0 0 0,1-1 0 0 0,-1-1-1 0 0,0-1 1 0 0,1 0 0 0 0,-24-5 0 0 0,33 4-427 0 0,-1 0 0 0 0,0-1 0 0 0,1 0 0 0 0,-1 0 1 0 0,1 0-1 0 0,0-1 0 0 0,0-1 0 0 0,-8-5 0 0 0,10 5-492 0 0,0 1 1 0 0,0-1-1 0 0,1 0 0 0 0,0 0 0 0 0,0 0 0 0 0,0-1 1 0 0,1 1-1 0 0,-1-1 0 0 0,2 0 0 0 0,-1 0 0 0 0,-3-9 1 0 0,1-9-6551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7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168 577 1184 0 0,'19'-54'13339'0'0,"-19"57"-12058"0"0,-4 42 680 0 0,-79 235 1488 0 0,13-57-2910 0 0,41-80-2900 0 0,29-140 2102 0 0,0-1 0 0 0,0 1 0 0 0,0-1 0 0 0,0 1 0 0 0,1 0 0 0 0,-1-1 0 0 0,1 1 0 0 0,1 4 0 0 0,-1-6-43 0 0,-1 0 1 0 0,0 0 0 0 0,1 0-1 0 0,-1 0 1 0 0,1 0 0 0 0,0 0-1 0 0,-1 0 1 0 0,1 0 0 0 0,0 0-1 0 0,0-1 1 0 0,-1 1 0 0 0,1 0-1 0 0,0 0 1 0 0,0-1 0 0 0,0 1-1 0 0,0-1 1 0 0,0 1 0 0 0,0-1-1 0 0,0 1 1 0 0,0-1 0 0 0,0 1-1 0 0,0-1 1 0 0,0 0 0 0 0,0 0-1 0 0,0 1 1 0 0,0-1 0 0 0,0 0-1 0 0,2 0 1 0 0,25-2-5617 0 0</inkml:trace>
  <inkml:trace contextRef="#ctx0" brushRef="#br0" timeOffset="1">768 778 320 0 0,'3'-3'955'0'0,"13"-17"6292"0"0,25-42 1 0 0,-40 59-6546 0 0,-2 0 28 0 0,1 3-719 0 0,0-1 0 0 0,0 1 1 0 0,0 0-1 0 0,0 0 0 0 0,0-1 1 0 0,0 1-1 0 0,0 0 1 0 0,0 0-1 0 0,0-1 0 0 0,0 1 1 0 0,0 0-1 0 0,0 0 0 0 0,-1 0 1 0 0,1-1-1 0 0,0 1 1 0 0,0 0-1 0 0,0 0 0 0 0,0 0 1 0 0,0-1-1 0 0,0 1 1 0 0,0 0-1 0 0,-1 0 0 0 0,1 0 1 0 0,0-1-1 0 0,0 1 0 0 0,0 0 1 0 0,0 0-1 0 0,-1 0 1 0 0,1 0-1 0 0,0 0 0 0 0,0 0 1 0 0,-1 0-1 0 0,1-1 0 0 0,0 1 1 0 0,0 0-1 0 0,0 0 1 0 0,-1 0-1 0 0,1 0 0 0 0,0 0 1 0 0,0 0-1 0 0,-1 0 1 0 0,1 0-1 0 0,0 0 0 0 0,-12 2 118 0 0,0 1 0 0 0,1-1 0 0 0,-1 2-1 0 0,1 0 1 0 0,0 0 0 0 0,-14 8 0 0 0,-66 43 82 0 0,57-34-177 0 0,24-15-25 0 0,4-3-7 0 0,0 1-1 0 0,0 0 0 0 0,1 1 0 0 0,0-1 0 0 0,-7 8 0 0 0,10-10 3 0 0,0 0 1 0 0,0 0-1 0 0,0 0 1 0 0,0 1-1 0 0,0-1 0 0 0,1 0 1 0 0,-1 1-1 0 0,-1 3 1 0 0,3-5 0 0 0,-1 0 0 0 0,1 0 0 0 0,0 0 0 0 0,0 1 0 0 0,0-1 0 0 0,0 0 0 0 0,0 0 0 0 0,0 0 0 0 0,0 1 0 0 0,0-1 0 0 0,0 0 0 0 0,0 0 0 0 0,0 0 0 0 0,1 0 0 0 0,-1 0 0 0 0,1 1 0 0 0,-1-1 0 0 0,1 0 0 0 0,-1 0 0 0 0,1 0 0 0 0,-1 0 0 0 0,1 0 0 0 0,0 0 1 0 0,0 0-1 0 0,0-1 0 0 0,-1 1 0 0 0,1 0 0 0 0,0 0 0 0 0,2 1 0 0 0,92 60-4 0 0,9 7-119 0 0,-93-60 352 0 0,0 0 0 0 0,0 1 1 0 0,-1 1-1 0 0,-1-1 0 0 0,0 1 0 0 0,13 21 1 0 0,-19-28-22 0 0,-1 0 0 0 0,0 0 0 0 0,0 0 0 0 0,0 0 0 0 0,0 1 0 0 0,-1-1 0 0 0,1 1 0 0 0,-1-1 0 0 0,0 1 0 0 0,0-1 0 0 0,-1 1 0 0 0,0 0 0 0 0,1-1 0 0 0,-2 1 0 0 0,1 0 0 0 0,0-1 0 0 0,-1 1 0 0 0,0-1 0 0 0,0 1 0 0 0,0-1 0 0 0,-1 1 0 0 0,1-1 0 0 0,-1 1 0 0 0,0-1 0 0 0,-1 0 0 0 0,1 0 0 0 0,-1 0 1 0 0,1-1-1 0 0,-1 1 0 0 0,0 0 0 0 0,-1-1 0 0 0,1 0 0 0 0,0 0 0 0 0,-1 0 0 0 0,0 0 0 0 0,0 0 0 0 0,0-1 0 0 0,0 0 0 0 0,0 0 0 0 0,0 0 0 0 0,0 0 0 0 0,-1 0 0 0 0,-5 0 0 0 0,-10 3-120 0 0,1-2 0 0 0,-1 0-1 0 0,0-1 1 0 0,0-1 0 0 0,0-1 0 0 0,0 0 0 0 0,0-2-1 0 0,1-1 1 0 0,-1 0 0 0 0,-25-8 0 0 0,35 8-569 0 0,-1 0 0 0 0,1-1 1 0 0,-1-1-1 0 0,1 0 0 0 0,1 0 0 0 0,-1-1 1 0 0,1 0-1 0 0,0 0 0 0 0,-13-13 0 0 0,16 13-462 0 0,1 0 0 0 0,0 0 0 0 0,0-1-1 0 0,0 0 1 0 0,-6-11 0 0 0,8 10-379 0 0,0 1 1 0 0,0-1 0 0 0,1 1-1 0 0,0-1 1 0 0,0 0-1 0 0,-1-10 1 0 0,1-14-7651 0 0</inkml:trace>
  <inkml:trace contextRef="#ctx0" brushRef="#br0" timeOffset="2">466 103 3744 0 0,'-1'-11'2003'0'0,"-7"-36"8006"0"0,1 19-6759 0 0,4 11-2389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8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184 756 2108 0 0,'1'-2'2118'0'0,"1"-8"-348"0"0,1-25 7853 0 0,-2 29-9345 0 0,-1 3 766 0 0,-1 1-703 0 0,1 1 1 0 0,0-1-1 0 0,0 0 1 0 0,-1 1-1 0 0,1-1 1 0 0,-1 1 0 0 0,1-1-1 0 0,-1 1 1 0 0,0-1-1 0 0,0 1 1 0 0,1-1-1 0 0,-3-1 1 0 0,-6 10-238 0 0,1 0 0 0 0,-1 1 1 0 0,1 0-1 0 0,1 0 0 0 0,-10 15 0 0 0,-31 51 73 0 0,35-51-164 0 0,2-1 0 0 0,0 1 0 0 0,2 1 0 0 0,1 0 0 0 0,-9 39 0 0 0,15-53-4 0 0,0-1 0 0 0,1 1 0 0 0,0 0 0 0 0,1-1 0 0 0,0 1 0 0 0,0 0 0 0 0,1-1 0 0 0,0 1-1 0 0,1-1 1 0 0,0 1 0 0 0,0-1 0 0 0,1 0 0 0 0,1 1 0 0 0,-1-1 0 0 0,2-1 0 0 0,-1 1 0 0 0,10 13-1 0 0,-11-18 6 0 0,1 0 0 0 0,0 0 0 0 0,0 0 0 0 0,0 0 0 0 0,0-1 0 0 0,0 0 0 0 0,1 1 0 0 0,0-2 0 0 0,-1 1 0 0 0,1-1 0 0 0,0 1 0 0 0,0-1 0 0 0,0-1 0 0 0,1 1 0 0 0,-1-1 0 0 0,0 0-1 0 0,1 0 1 0 0,-1 0 0 0 0,1-1 0 0 0,-1 0 0 0 0,1 0 0 0 0,-1 0 0 0 0,0 0 0 0 0,1-1 0 0 0,-1 0 0 0 0,1-1 0 0 0,-1 1 0 0 0,10-5 0 0 0,-7 3 1 0 0,1-1 0 0 0,0-1 0 0 0,-1 0 0 0 0,0 0 0 0 0,0 0 0 0 0,-1-1 0 0 0,1 0 0 0 0,-1-1 0 0 0,-1 0 0 0 0,1 0 0 0 0,-1 0 0 0 0,0-1 0 0 0,-1 1 0 0 0,0-2-1 0 0,8-14 1 0 0,-7 5-7 0 0,0 0 0 0 0,-1-1 0 0 0,-1 0 0 0 0,0 0 0 0 0,-2 0 0 0 0,0 0 0 0 0,-1-1 0 0 0,-1 1 0 0 0,-1 0 0 0 0,-5-30 0 0 0,2 26-11 0 0,-1 0 0 0 0,-2 0 0 0 0,0 0 1 0 0,-1 1-1 0 0,-1 0 0 0 0,-1 0 0 0 0,-2 1 0 0 0,-14-22 0 0 0,19 33-27 0 0,0 1 0 0 0,-1 0-1 0 0,0 0 1 0 0,0 1-1 0 0,-1 0 1 0 0,0 1 0 0 0,0 0-1 0 0,-1 0 1 0 0,0 1-1 0 0,0 0 1 0 0,-1 0-1 0 0,-11-3 1 0 0,19 8 18 0 0,0 1 0 0 0,0 0 1 0 0,-1-1-1 0 0,1 1 0 0 0,0 1 0 0 0,0-1 0 0 0,-1 0 1 0 0,1 1-1 0 0,0 0 0 0 0,0 0 0 0 0,0 0 0 0 0,0 0 1 0 0,-5 2-1 0 0,3-1-3 0 0,1 1 1 0 0,-1-1 0 0 0,1 1-1 0 0,0-1 1 0 0,0 1 0 0 0,0 0-1 0 0,0 1 1 0 0,1-1 0 0 0,-1 1-1 0 0,1-1 1 0 0,0 1 0 0 0,0 0-1 0 0,0 0 1 0 0,1 1 0 0 0,-1-1-1 0 0,1 0 1 0 0,0 1 0 0 0,0-1-1 0 0,1 1 1 0 0,-1 0 0 0 0,1 0-1 0 0,0 0 1 0 0,0 0-1 0 0,0 6 1 0 0,1-5-27 0 0,0 0 0 0 0,1 0-1 0 0,-1 0 1 0 0,1 0 0 0 0,0 0 0 0 0,1 0-1 0 0,-1 0 1 0 0,1 0 0 0 0,0 0-1 0 0,1-1 1 0 0,-1 1 0 0 0,1-1 0 0 0,0 0-1 0 0,1 1 1 0 0,-1-2 0 0 0,1 1 0 0 0,0 0-1 0 0,9 8 1 0 0,-3-6-81 0 0,0-1 0 0 0,0 0 0 0 0,1 0 0 0 0,0-1 0 0 0,0 0 0 0 0,0-1 0 0 0,1 0 0 0 0,-1-1 0 0 0,1 0 0 0 0,0-1 0 0 0,0 0 0 0 0,0-1 0 0 0,0 0 0 0 0,0-1 0 0 0,21-3 0 0 0,-9 1-43 0 0,0-2-1 0 0,1-1 1 0 0,-2-1-1 0 0,1-1 1 0 0,-1-1-1 0 0,39-19 1 0 0,-35 12 71 0 0,-1-1 0 0 0,0-1 0 0 0,-1-2 0 0 0,-1 0 0 0 0,0-2 0 0 0,-2 0 0 0 0,-1-2 0 0 0,0 0 0 0 0,22-35 0 0 0,-21 24 77 0 0,-1-2-1 0 0,-1 0 0 0 0,-3-1 0 0 0,-1-1 0 0 0,-1-1 0 0 0,14-61 0 0 0,-13 37 385 0 0,11-56 729 0 0,-27 117-1100 0 0,0 1 0 0 0,0 0-1 0 0,0 0 1 0 0,0 0-1 0 0,1 0 1 0 0,-1 0 0 0 0,0 0-1 0 0,0 0 1 0 0,1 0 0 0 0,-1 0-1 0 0,1 0 1 0 0,-1 0-1 0 0,1 0 1 0 0,-1 0 0 0 0,2-1-1 0 0,3 13-66 0 0,0 34 6 0 0,-15 379 1182 0 0,-34-2-470 0 0,43-417-644 0 0,-26 169 1463 0 0,18-155-360 0 0,5-21-913 0 0,3 2-189 0 0,1 0 0 0 0,-1 0 0 0 0,1 0 0 0 0,0 0-1 0 0,-1 0 1 0 0,1 0 0 0 0,-1 0 0 0 0,1 0 0 0 0,0 0 0 0 0,-1 0-1 0 0,1 0 1 0 0,-1 0 0 0 0,1-1 0 0 0,0 1 0 0 0,-1 0-1 0 0,1 0 1 0 0,0 0 0 0 0,-1 0 0 0 0,1-1 0 0 0,0 1-1 0 0,-1 0 1 0 0,1-1 0 0 0,0 1 0 0 0,-1 0 0 0 0,1 0-1 0 0,0-1 1 0 0,0 1 0 0 0,-1 0 0 0 0,1-1 0 0 0,0 1 0 0 0,0-1-1 0 0,0 0 1 0 0,-3-11-2 0 0,1-1 0 0 0,1 0 0 0 0,0 0-1 0 0,0 0 1 0 0,2 0 0 0 0,0 0 0 0 0,0 0 0 0 0,1 0 0 0 0,1 0 0 0 0,0 1-1 0 0,0-1 1 0 0,7-12 0 0 0,-3 8-30 0 0,0 0 0 0 0,2 0 0 0 0,0 1 0 0 0,1 0-1 0 0,0 0 1 0 0,1 1 0 0 0,1 1 0 0 0,15-15 0 0 0,-21 24 9 0 0,0-1 0 0 0,0 1 0 0 0,1 0 0 0 0,0 0 0 0 0,0 1 0 0 0,0 0 1 0 0,1 1-1 0 0,-1-1 0 0 0,1 1 0 0 0,0 1 0 0 0,0-1 0 0 0,0 1 0 0 0,0 1 0 0 0,0-1 1 0 0,1 1-1 0 0,-1 1 0 0 0,0 0 0 0 0,1 0 0 0 0,-1 0 0 0 0,0 1 0 0 0,0 1 0 0 0,0-1 0 0 0,1 1 1 0 0,-2 1-1 0 0,1-1 0 0 0,0 1 0 0 0,9 5 0 0 0,-10-4 19 0 0,1 1 0 0 0,-1 0 0 0 0,-1 0-1 0 0,1 0 1 0 0,-1 1 0 0 0,0 0 0 0 0,0 0 0 0 0,0 1 0 0 0,-1-1 0 0 0,0 1-1 0 0,-1 0 1 0 0,1 1 0 0 0,4 10 0 0 0,-7-13 50 0 0,0 1 0 0 0,-1-1 0 0 0,0 0-1 0 0,0 1 1 0 0,0-1 0 0 0,0 1 0 0 0,-1 0 0 0 0,0-1 0 0 0,0 1 0 0 0,0-1-1 0 0,-1 1 1 0 0,0-1 0 0 0,0 1 0 0 0,0-1 0 0 0,-1 1 0 0 0,0-1 0 0 0,0 0-1 0 0,0 0 1 0 0,-1 0 0 0 0,1 0 0 0 0,-5 6 0 0 0,0-2 130 0 0,-1-1 0 0 0,1 1 0 0 0,-1-1 0 0 0,-1-1 1 0 0,1 1-1 0 0,-1-1 0 0 0,-1-1 0 0 0,1 0 0 0 0,-1 0 0 0 0,0-1 1 0 0,0 0-1 0 0,-1-1 0 0 0,-20 6 0 0 0,19-7-128 0 0,0 0 0 0 0,0-1 1 0 0,-1 0-1 0 0,1-1 0 0 0,-1-1 0 0 0,1 0 0 0 0,0 0 0 0 0,-1-2 0 0 0,1 1 1 0 0,0-1-1 0 0,0-1 0 0 0,-19-7 0 0 0,24 8-398 0 0,0-1 0 0 0,0-1 0 0 0,1 1 0 0 0,-1-1 0 0 0,1 0 0 0 0,0 0 0 0 0,-8-8 0 0 0,13 11 50 0 0,-1-1-1 0 0,1 0 0 0 0,-1 0 0 0 0,1 0 1 0 0,-1 0-1 0 0,1 0 0 0 0,0 0 0 0 0,0 0 1 0 0,0 0-1 0 0,0 0 0 0 0,1-1 0 0 0,-1 1 1 0 0,0 0-1 0 0,1 0 0 0 0,0-1 0 0 0,-1 1 0 0 0,1-1 1 0 0,0 1-1 0 0,0 0 0 0 0,1-1 0 0 0,-1 1 1 0 0,0 0-1 0 0,1-1 0 0 0,-1 1 0 0 0,1 0 1 0 0,1-4-1 0 0,12-28-6825 0 0,-5 13 727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3:59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92 1036 0 0,'13'-16'6471'0'0,"-1"0"0"0"0,18-34 0 0 0,-29 50-6384 0 0,-1-1 1 0 0,0 0-1 0 0,1 1 0 0 0,-1-1 0 0 0,0 1 0 0 0,1-1 1 0 0,-1 0-1 0 0,1 1 0 0 0,-1-1 0 0 0,1 1 1 0 0,-1-1-1 0 0,1 1 0 0 0,-1-1 0 0 0,1 1 0 0 0,0-1 1 0 0,-1 1-1 0 0,2-1 0 0 0,5 5 1461 0 0,2 16-354 0 0,-7 16-222 0 0,-2-1-1 0 0,-1 1 1 0 0,-1 0-1 0 0,-12 52 1 0 0,4-20-235 0 0,-46 261 582 0 0,-3 13-227 0 0,55-317-1086 0 0,2-12-16 0 0,0 0 0 0 0,1 0 1 0 0,1 0-1 0 0,1 20 0 0 0,-1-31-62 0 0,0 0 0 0 0,-1-1 0 0 0,1 1 0 0 0,0 0 0 0 0,1-1 0 0 0,-1 1 0 0 0,0 0-1 0 0,0-1 1 0 0,1 1 0 0 0,-1 0 0 0 0,1-1 0 0 0,-1 1 0 0 0,1-1 0 0 0,0 1 0 0 0,0-1 0 0 0,-1 1-1 0 0,1-1 1 0 0,0 1 0 0 0,0-1 0 0 0,1 0 0 0 0,-1 0 0 0 0,0 1 0 0 0,0-1 0 0 0,1 0 0 0 0,-1 0-1 0 0,0 0 1 0 0,1 0 0 0 0,-1-1 0 0 0,1 1 0 0 0,-1 0 0 0 0,1-1 0 0 0,-1 1 0 0 0,1-1-1 0 0,0 1 1 0 0,-1-1 0 0 0,1 0 0 0 0,3 1 0 0 0,4-2-540 0 0,-1 1 0 0 0,1-2 0 0 0,0 1-1 0 0,-1-1 1 0 0,1 0 0 0 0,-1-1 0 0 0,0 0 0 0 0,0 0 0 0 0,0-1 0 0 0,14-9-1 0 0,-10 5-1449 0 0,1-1-1 0 0,-2-1 1 0 0,1 0 0 0 0,-1-1-1 0 0,16-20 1 0 0,-3 1-6410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0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201 137 852 0 0,'-77'-36'9533'0'0,"-39"-21"1805"0"0,116 57-11324 0 0,-1 0 0 0 0,1 0 0 0 0,-1 0 0 0 0,1-1 1 0 0,0 1-1 0 0,-1 0 0 0 0,1 0 0 0 0,0 0 0 0 0,-1-1 0 0 0,1 1 1 0 0,0 0-1 0 0,-1 0 0 0 0,1-1 0 0 0,0 1 0 0 0,0 0 0 0 0,-1-1 1 0 0,1 1-1 0 0,0 0 0 0 0,0-1 0 0 0,0 1 0 0 0,0 0 0 0 0,-1-1 1 0 0,1 1-1 0 0,0-1 0 0 0,0 1 0 0 0,0 0 0 0 0,0-1 0 0 0,0 1 1 0 0,0 0-1 0 0,0-1 0 0 0,0 1 0 0 0,0-1 0 0 0,0 1 0 0 0,0 0 1 0 0,0-1-1 0 0,0 1 0 0 0,0-1 0 0 0,0 1 0 0 0,1 0 0 0 0,-1-1 1 0 0,0 1-1 0 0,0 0 0 0 0,0-1 0 0 0,0 1 0 0 0,1 0 0 0 0,-1-1 1 0 0,0 1-1 0 0,1 0 0 0 0,-1-1 0 0 0,0 1 0 0 0,0 0 0 0 0,1 0 1 0 0,-1-1-1 0 0,0 1 0 0 0,1 0 0 0 0,-1 0 0 0 0,0 0 0 0 0,1 0 1 0 0,-1-1-1 0 0,1 1 0 0 0,-1 0 0 0 0,0 0 0 0 0,1 0 1 0 0,0 0-1 0 0,21-8 60 0 0,-22 8-67 0 0,28-6-281 0 0,0 2 0 0 0,0 0 0 0 0,1 2 0 0 0,0 1 0 0 0,53 5 1 0 0,-54-1-1276 0 0,-1 2 0 0 0,0 1 0 0 0,0 1 0 0 0,-1 2 0 0 0,0 0 0 0 0,27 14 1 0 0,-21-7-1788 0 0,0 0-1164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1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569 93 2456 0 0,'20'1'12631'0'0,"-16"-6"-11289"0"0,-7 0-671 0 0,-1-1 0 0 0,1 1 0 0 0,-1 0 0 0 0,-1 1 0 0 0,-4-6 0 0 0,2 4-573 0 0,-1 0 0 0 0,0 1 0 0 0,0 0 1 0 0,0 0-1 0 0,0 1 0 0 0,-1 0 1 0 0,1 0-1 0 0,-1 1 0 0 0,0 0 1 0 0,0 1-1 0 0,-1 0 0 0 0,1 0 0 0 0,0 1 1 0 0,-1 0-1 0 0,1 1 0 0 0,0 0 1 0 0,-1 0-1 0 0,1 1 0 0 0,-1 0 1 0 0,1 1-1 0 0,-11 3 0 0 0,3 0-119 0 0,1 1-1 0 0,0 0 1 0 0,1 1-1 0 0,-1 1 0 0 0,1 0 1 0 0,1 1-1 0 0,0 1 1 0 0,0 0-1 0 0,1 1 1 0 0,-21 22-1 0 0,14-11 12 0 0,0 1 0 0 0,2 1 0 0 0,1 1 0 0 0,1 0-1 0 0,1 2 1 0 0,1-1 0 0 0,2 2 0 0 0,0-1 0 0 0,2 2 0 0 0,-9 37 0 0 0,18-60 22 0 0,1-1 0 0 0,-1 1 0 0 0,1-1 1 0 0,0 1-1 0 0,0-1 0 0 0,0 1 0 0 0,1-1 1 0 0,0 0-1 0 0,0 1 0 0 0,1-1 0 0 0,3 10 1 0 0,-4-13-33 0 0,0 1 0 0 0,0-1 0 0 0,1 1 0 0 0,-1-1 0 0 0,1 0 0 0 0,0 0 0 0 0,0 0 0 0 0,0 0 0 0 0,0 0 0 0 0,0 0 1 0 0,0 0-1 0 0,0 0 0 0 0,0-1 0 0 0,1 1 0 0 0,-1-1 0 0 0,1 0 0 0 0,-1 0 0 0 0,1 0 0 0 0,0 0 0 0 0,-1 0 0 0 0,1 0 0 0 0,0-1 1 0 0,0 1-1 0 0,-1-1 0 0 0,1 0 0 0 0,0 0 0 0 0,4 0 0 0 0,4-1-117 0 0,0-1 1 0 0,1 0-1 0 0,-1 0 1 0 0,0-1-1 0 0,0-1 1 0 0,-1 0-1 0 0,1 0 1 0 0,-1-1-1 0 0,0 0 0 0 0,0-1 1 0 0,0 0-1 0 0,-1-1 1 0 0,0 0-1 0 0,0 0 1 0 0,8-10-1 0 0,5-7 344 0 0,-1-1 0 0 0,-2-2 0 0 0,0 1 0 0 0,-2-2 0 0 0,-1-1 0 0 0,-1 0 0 0 0,-2-1 0 0 0,12-37 0 0 0,4-9 2112 0 0,-29 74-2338 0 0,1 2-27 0 0,0 1 45 0 0,-1-1 0 0 0,1 0 0 0 0,-1 0 0 0 0,1 0 0 0 0,-1 1 0 0 0,1-1 0 0 0,-1 0 0 0 0,1 0 1 0 0,-1 1-1 0 0,0-1 0 0 0,1 0 0 0 0,-1 1 0 0 0,1-1 0 0 0,-1 1 0 0 0,0-1 0 0 0,1 0 0 0 0,-1 1 0 0 0,0-1 0 0 0,0 1 0 0 0,1-1 0 0 0,-1 1 0 0 0,0-1 1 0 0,0 1-1 0 0,0-1 0 0 0,1 1 0 0 0,-1 0 0 0 0,0-1 0 0 0,0 1 0 0 0,0 21 38 0 0,0-13-2 0 0,-5 105 485 0 0,2-65-950 0 0,5 94 0 0 0,-1-139 148 0 0,0 1 1 0 0,0 0 0 0 0,0 0-1 0 0,0 0 1 0 0,1-1-1 0 0,0 1 1 0 0,-1 0-1 0 0,2-1 1 0 0,-1 0 0 0 0,1 1-1 0 0,-1-1 1 0 0,1 0-1 0 0,0 0 1 0 0,1-1 0 0 0,-1 1-1 0 0,5 3 1 0 0,-3-3-781 0 0,0-1 0 0 0,0 1 1 0 0,1-1-1 0 0,0 0 0 0 0,-1 0 0 0 0,1-1 1 0 0,9 3-1 0 0,10 2-6751 0 0</inkml:trace>
  <inkml:trace contextRef="#ctx0" brushRef="#br0" timeOffset="1">1037 211 172 0 0,'-5'-121'18272'0'0,"-2"74"-13572"0"0,7 45-4440 0 0,-2-7 107 0 0,-2 15 432 0 0,-3 15 153 0 0,-11 135 1874 0 0,3-45-2319 0 0,5-25-508 0 0,-4 43-3358 0 0,10-44-6650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2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1 953 244 0 0,'8'-32'6328'0'0,"4"-6"1391"0"0,-11 36-6823 0 0,-1 0-220 0 0,2-8-170 0 0,-2 8 277 0 0,2 4-333 0 0,2 3-172 0 0,-1 1 0 0 0,0-1 0 0 0,0 1 0 0 0,0-1 0 0 0,-1 1 0 0 0,0 0 0 0 0,0 0-1 0 0,1 8 1 0 0,9 58 1403 0 0,-9-52-1351 0 0,4 42 505 0 0,-3 1 0 0 0,-7 118 1 0 0,3-175-769 0 0,-1-1 0 0 0,0 1 0 0 0,0-1 1 0 0,0 1-1 0 0,0-1 0 0 0,-1 0 1 0 0,0 1-1 0 0,0-1 0 0 0,-1 0 0 0 0,1 0 1 0 0,-1 0-1 0 0,0-1 0 0 0,-4 6 1 0 0,5-8 3 0 0,1-2-78 0 0,0 0 1 0 0,-1 0-1 0 0,1-1 0 0 0,0 1 0 0 0,0 0 1 0 0,0 0-1 0 0,0-1 0 0 0,-1 1 1 0 0,1-1-1 0 0,0 1 0 0 0,0-1 1 0 0,0 1-1 0 0,0-1 0 0 0,0 0 0 0 0,0 1 1 0 0,0-1-1 0 0,1 0 0 0 0,-1 0 1 0 0,0 0-1 0 0,0 0 0 0 0,1 0 0 0 0,-1 0 1 0 0,-1-1-1 0 0,1-2-51 0 0,-1 1 0 0 0,1-1 0 0 0,0 1 0 0 0,0-1 0 0 0,0 0 0 0 0,0 1 0 0 0,0-7 0 0 0,0-2-103 0 0,1 1-1 0 0,1 0 1 0 0,0-1 0 0 0,3-14 0 0 0,1 7 54 0 0,1 0 1 0 0,0 0-1 0 0,2 0 1 0 0,0 1-1 0 0,1 0 1 0 0,1 0-1 0 0,1 1 1 0 0,23-29-1 0 0,-25 36 73 0 0,-1 0-1 0 0,1 1 1 0 0,1 1 0 0 0,0-1-1 0 0,0 2 1 0 0,0-1-1 0 0,1 1 1 0 0,0 1-1 0 0,0 0 1 0 0,1 1-1 0 0,0 0 1 0 0,0 0 0 0 0,0 2-1 0 0,24-6 1 0 0,-32 9 39 0 0,0-1 1 0 0,0 1 0 0 0,0-1-1 0 0,1 1 1 0 0,-1 0 0 0 0,0 1-1 0 0,0-1 1 0 0,0 1 0 0 0,0 0-1 0 0,0 0 1 0 0,0 0 0 0 0,0 0-1 0 0,0 1 1 0 0,0-1 0 0 0,-1 1-1 0 0,1 0 1 0 0,0 0 0 0 0,-1 1-1 0 0,0-1 1 0 0,1 1 0 0 0,-1 0-1 0 0,0 0 1 0 0,-1 0 0 0 0,1 0-1 0 0,0 0 1 0 0,-1 0 0 0 0,1 1-1 0 0,-1-1 1 0 0,0 1 0 0 0,-1 0-1 0 0,1-1 1 0 0,0 1 0 0 0,0 5-1 0 0,2 5 134 0 0,-1 1 0 0 0,-1 0 0 0 0,0-1 0 0 0,-1 1 0 0 0,0 0 0 0 0,-2 0-1 0 0,-2 24 1 0 0,-23 126 220 0 0,26-164-358 0 0,0 1 0 0 0,-1-1 0 0 0,1 1-1 0 0,0-1 1 0 0,0 1 0 0 0,0-1 0 0 0,-1 1 0 0 0,2-1 0 0 0,-1 1 0 0 0,0-1 0 0 0,0 0-1 0 0,0 1 1 0 0,1-1 0 0 0,-1 1 0 0 0,1-1 0 0 0,-1 0 0 0 0,1 1 0 0 0,-1-1 0 0 0,1 0 0 0 0,0 1-1 0 0,0-1 1 0 0,0 0 0 0 0,-1 0 0 0 0,1 0 0 0 0,0 0 0 0 0,0 0 0 0 0,1 0 0 0 0,-1 0-1 0 0,0 0 1 0 0,0 0 0 0 0,0 0 0 0 0,1-1 0 0 0,-1 1 0 0 0,0 0 0 0 0,1-1 0 0 0,-1 1-1 0 0,1-1 1 0 0,-1 0 0 0 0,0 1 0 0 0,1-1 0 0 0,-1 0 0 0 0,1 0 0 0 0,-1 0 0 0 0,1 0 0 0 0,-1 0-1 0 0,3-1 1 0 0,7 0-71 0 0,1-1-1 0 0,0-1 1 0 0,-1 0-1 0 0,19-7 0 0 0,-20 6 32 0 0,21-9-91 0 0,1-2 0 0 0,-2-1 0 0 0,0-1 0 0 0,-1-2 0 0 0,-1 0 0 0 0,-1-2 0 0 0,-1-2 0 0 0,0 0 0 0 0,-2-1 0 0 0,-1-2 0 0 0,-1 0-1 0 0,28-44 1 0 0,-43 60 183 0 0,0-1 0 0 0,-1 0-1 0 0,0 0 1 0 0,-1-1 0 0 0,0 1-1 0 0,-1-1 1 0 0,0 0 0 0 0,-1-1-1 0 0,-1 1 1 0 0,2-13 0 0 0,-5 19-18 0 0,-7-23-55 0 0,6 26 10 0 0,1 3 6 0 0,1-1 0 0 0,-1 0 0 0 0,1 1-1 0 0,-1-1 1 0 0,0 1 0 0 0,1-1 0 0 0,-1 1 0 0 0,0-1-1 0 0,1 1 1 0 0,-1-1 0 0 0,0 1 0 0 0,0 0 0 0 0,1-1 0 0 0,-1 1-1 0 0,0 0 1 0 0,0 0 0 0 0,0 0 0 0 0,0 0 0 0 0,1-1-1 0 0,-1 1 1 0 0,-1 0 0 0 0,1 0 1 0 0,-1 0 1 0 0,1-1-1 0 0,0 1 0 0 0,-1 0 1 0 0,1 0-1 0 0,0 0 0 0 0,-1 0 1 0 0,1 0-1 0 0,0 0 1 0 0,-1 0-1 0 0,1 0 0 0 0,0 1 1 0 0,-1-1-1 0 0,1 0 0 0 0,0 1 1 0 0,-2 0-1 0 0,-2 1-3 0 0,-3 0 15 0 0,-1 1 0 0 0,1 0 0 0 0,0 1 0 0 0,0 0 0 0 0,0 0 1 0 0,0 1-1 0 0,-11 9 0 0 0,-44 45 224 0 0,53-50-179 0 0,-22 23 162 0 0,-41 55-1 0 0,63-73-176 0 0,0 1 1 0 0,0 1-1 0 0,1 0 0 0 0,1 0 1 0 0,1 1-1 0 0,-10 30 1 0 0,16-43-76 0 0,0-1 0 0 0,1 0 1 0 0,-1 0-1 0 0,1 1 0 0 0,0-1 1 0 0,0 0-1 0 0,0 1 1 0 0,0-1-1 0 0,0 0 0 0 0,1 1 1 0 0,-1-1-1 0 0,1 0 1 0 0,0 0-1 0 0,0 1 0 0 0,0-1 1 0 0,1 0-1 0 0,-1 0 1 0 0,1 0-1 0 0,-1 0 0 0 0,4 3 1 0 0,-1-2-112 0 0,0 0 0 0 0,1 0 0 0 0,-1 0 0 0 0,1 0 0 0 0,0-1 0 0 0,1 0 0 0 0,-1 0 0 0 0,0 0 0 0 0,1-1 0 0 0,9 4 0 0 0,13 2-660 0 0,-1-1-1 0 0,1-1 1 0 0,1-1 0 0 0,47 1 0 0 0,-22-6-3386 0 0,86-10 1 0 0,-68 1-2474 0 0</inkml:trace>
  <inkml:trace contextRef="#ctx0" brushRef="#br0" timeOffset="1">1726 1066 1692 0 0,'0'0'150'0'0,"2"-3"475"0"0,0-1 0 0 0,0 1 0 0 0,-1 0 1 0 0,1-1-1 0 0,-1 1 0 0 0,1-1 0 0 0,-1 1 0 0 0,0-1 0 0 0,-1 0 0 0 0,1 1 0 0 0,-1-1 0 0 0,1 0 0 0 0,-1 1 0 0 0,0-1 1 0 0,0 0-1 0 0,-1 0 0 0 0,-1-6 0 0 0,2 9-509 0 0,-1 0 1 0 0,0 0 0 0 0,0 0-1 0 0,0 0 1 0 0,0 0-1 0 0,0 0 1 0 0,0 0-1 0 0,0 0 1 0 0,0 0 0 0 0,0 1-1 0 0,-1-1 1 0 0,1 0-1 0 0,0 1 1 0 0,0-1-1 0 0,-1 1 1 0 0,1-1 0 0 0,0 1-1 0 0,-1 0 1 0 0,1-1-1 0 0,0 1 1 0 0,-1 0-1 0 0,1 0 1 0 0,-3 0 0 0 0,-30 3 977 0 0,24-1-933 0 0,1 1 1 0 0,-1 0-1 0 0,1 1 1 0 0,0 0-1 0 0,0 0 0 0 0,0 1 1 0 0,1 0-1 0 0,-16 12 1 0 0,0 4 100 0 0,-30 31 0 0 0,36-32-158 0 0,1 1 0 0 0,1 0-1 0 0,0 1 1 0 0,2 1 0 0 0,1 0 0 0 0,1 0 0 0 0,1 2-1 0 0,-13 39 1 0 0,22-59-75 0 0,1 0 0 0 0,0 0 0 0 0,0 1 0 0 0,1-1-1 0 0,-1 0 1 0 0,1 1 0 0 0,0-1 0 0 0,1 0 0 0 0,-1 1 0 0 0,3 9 0 0 0,-2-13-14 0 0,0 0 1 0 0,0 0 0 0 0,0 0 0 0 0,0 1 0 0 0,0-1-1 0 0,0 0 1 0 0,1 0 0 0 0,-1-1 0 0 0,1 1 0 0 0,-1 0 0 0 0,1 0-1 0 0,0-1 1 0 0,0 1 0 0 0,0-1 0 0 0,0 1 0 0 0,0-1 0 0 0,0 0-1 0 0,0 0 1 0 0,0 0 0 0 0,0 0 0 0 0,1 0 0 0 0,-1-1 0 0 0,0 1-1 0 0,1-1 1 0 0,-1 1 0 0 0,3-1 0 0 0,5 1-17 0 0,0-1 0 0 0,0-1 0 0 0,-1 1 0 0 0,1-2 0 0 0,0 1 0 0 0,-1-2 0 0 0,1 1-1 0 0,-1-1 1 0 0,1 0 0 0 0,-1-1 0 0 0,0 0 0 0 0,-1-1 0 0 0,11-7 0 0 0,6-4-214 0 0,0-2 0 0 0,-2-1 0 0 0,22-23 0 0 0,-5 0-287 0 0,-2-1 0 0 0,-2-2 0 0 0,36-59-1 0 0,-23 22-118 0 0,44-99 0 0 0,-69 127 1322 0 0,-2-2 0 0 0,-3 0 0 0 0,15-72 0 0 0,-30 113-550 0 0,0-5 85 0 0,-7 19-132 0 0,-4 11-15 0 0,-1 4 129 0 0,1 0-1 0 0,0 1 0 0 0,2 0 0 0 0,-1 0 0 0 0,-4 24 0 0 0,-1 2 102 0 0,-11 43-71 0 0,2 1-1 0 0,5 0 1 0 0,-7 128 0 0 0,21-201-689 0 0,0 37-1406 0 0,6-19-4103 0 0</inkml:trace>
  <inkml:trace contextRef="#ctx0" brushRef="#br0" timeOffset="2">836 84 2452 0 0,'-103'-23'6756'0'0,"-81"-19"2279"0"0,166 37-8482 0 0,7 1-691 0 0,-1 1 0 0 0,0 1 0 0 0,0 0 0 0 0,-15-1 0 0 0,15 8-1759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2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77 2116 0 0,'2'-53'8065'0'0,"-4"30"-3407"0"0,0 29-4191 0 0,-128 501 4764 0 0,65-269-4779 0 0,47-169-348 0 0,-33 119 336 0 0,41-153 183 0 0,9-33-332 0 0,2-5-241 0 0,30-57-14 0 0,44-66 0 0 0,-64 109-62 0 0,2 0 1 0 0,0 0-1 0 0,1 2 0 0 0,0-1 0 0 0,1 2 0 0 0,1 0 0 0 0,1 1 0 0 0,23-15 0 0 0,-36 26 11 0 0,0 0 1 0 0,0 0-1 0 0,0 0 0 0 0,1 1 1 0 0,-1 0-1 0 0,0-1 0 0 0,1 1 1 0 0,-1 1-1 0 0,1-1 0 0 0,-1 1 1 0 0,1 0-1 0 0,-1 0 0 0 0,1 0 1 0 0,-1 0-1 0 0,1 1 0 0 0,8 2 1 0 0,-6-1 2 0 0,-1 1 0 0 0,0 0 0 0 0,1 0 1 0 0,-1 1-1 0 0,0-1 0 0 0,-1 1 0 0 0,1 0 1 0 0,-1 1-1 0 0,0 0 0 0 0,6 6 1 0 0,-2-1 10 0 0,-1 0 1 0 0,-1 1 0 0 0,1 0 0 0 0,-2 0 0 0 0,0 1-1 0 0,0-1 1 0 0,-1 1 0 0 0,0 1 0 0 0,-1-1 0 0 0,-1 1 0 0 0,4 18-1 0 0,-6-20 147 0 0,0-1 1 0 0,-1 0-1 0 0,-1 1 0 0 0,1-1 0 0 0,-1 0 0 0 0,-1 1 0 0 0,0-1 0 0 0,-1 0 0 0 0,0 0 0 0 0,0 0 0 0 0,-1-1 0 0 0,0 1 0 0 0,-11 16 0 0 0,10-18 20 0 0,-1 0 0 0 0,-1-1 0 0 0,1 0 0 0 0,-1 0 0 0 0,-1-1 0 0 0,1 0 0 0 0,-1 0 0 0 0,0 0 0 0 0,0-1 0 0 0,-1-1-1 0 0,1 1 1 0 0,-1-1 0 0 0,0-1 0 0 0,-18 5 0 0 0,2-1 1 0 0,-1-2-1 0 0,1-1 1 0 0,-1-2 0 0 0,1 0 0 0 0,-1-1-1 0 0,0-2 1 0 0,0 0 0 0 0,1-2-1 0 0,-43-10 1 0 0,47 8-233 0 0,-4-1 201 0 0,-30-11 1 0 0,49 15-471 0 0,0-1 0 0 0,1 1 0 0 0,-1-1 0 0 0,1-1 0 0 0,0 1-1 0 0,-1-1 1 0 0,1 1 0 0 0,1-1 0 0 0,-1-1 0 0 0,-6-6 0 0 0,11 10 153 0 0,-1 0 0 0 0,1-1-1 0 0,0 1 1 0 0,-1 0 0 0 0,1 0 0 0 0,0-1 0 0 0,0 1 0 0 0,0 0 0 0 0,0 0-1 0 0,0 0 1 0 0,0-1 0 0 0,0 1 0 0 0,0 0 0 0 0,0 0 0 0 0,1-1-1 0 0,-1 1 1 0 0,1 0 0 0 0,-1 0 0 0 0,1 0 0 0 0,-1 0 0 0 0,1 0 0 0 0,0-2-1 0 0,17-22-2476 0 0,-7 16 503 0 0,0 0-1 0 0,1 1 1 0 0,16-9 0 0 0,-27 17 2044 0 0,28-16-6573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3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326 135 96 0 0,'27'-20'12594'0'0,"-24"19"-11354"0"0,5-2 1 0 0,-7 5-1103 0 0,1 0 0 0 0,-1 0 1 0 0,0 0-1 0 0,1-1 0 0 0,-1 1 1 0 0,0 0-1 0 0,0 0 0 0 0,-1 1 1 0 0,1-1-1 0 0,0 0 0 0 0,-1 0 1 0 0,1 0-1 0 0,-1 0 0 0 0,0 1 1 0 0,0-1-1 0 0,0 3 0 0 0,0 52 1257 0 0,0-25-858 0 0,2-2-283 0 0,1-1 0 0 0,1 1 0 0 0,11 34 0 0 0,-12-52-207 0 0,1 0 0 0 0,0 0 0 0 0,1-1 0 0 0,0 0 0 0 0,1 0 0 0 0,0 0 0 0 0,1 0 0 0 0,0-1 0 0 0,1 0 0 0 0,12 11 0 0 0,-17-17-39 0 0,1-1 1 0 0,0 1 0 0 0,0-1 0 0 0,1 0 0 0 0,-1 0 0 0 0,1-1 0 0 0,-1 0 0 0 0,1 1 0 0 0,0-2-1 0 0,0 1 1 0 0,0 0 0 0 0,0-1 0 0 0,0 0 0 0 0,0 0 0 0 0,0-1 0 0 0,0 1 0 0 0,0-1 0 0 0,1 0-1 0 0,-1 0 1 0 0,0-1 0 0 0,0 0 0 0 0,0 0 0 0 0,0 0 0 0 0,0 0 0 0 0,0-1 0 0 0,0 0-1 0 0,0 0 1 0 0,-1 0 0 0 0,9-6 0 0 0,-2 1-38 0 0,0-1-1 0 0,-1 0 1 0 0,0-1 0 0 0,-1 0 0 0 0,0-1-1 0 0,0 1 1 0 0,-1-2 0 0 0,0 1-1 0 0,-1-1 1 0 0,11-21 0 0 0,-5 3 6 0 0,-1-1 1 0 0,-2-1-1 0 0,9-39 1 0 0,9-94 865 0 0,-15 83 238 0 0,-12 72-1007 0 0,-3 24-32 0 0,-4 27 108 0 0,-134 785 5116 0 0,123-741-4864 0 0,-31 121 592 0 0,-92 255 1 0 0,127-426-837 0 0,-32 60 0 0 0,39-83-113 0 0,-2-1 0 0 0,0-1 0 0 0,0 1 0 0 0,-1-1 0 0 0,-1 0 0 0 0,0-1 0 0 0,-20 16 0 0 0,25-22-32 0 0,-1-1 0 0 0,1 1 1 0 0,0-1-1 0 0,-1-1 0 0 0,1 1 1 0 0,-1-1-1 0 0,0 0 0 0 0,0 0 1 0 0,0-1-1 0 0,0 0 0 0 0,0 0 1 0 0,0 0-1 0 0,0-1 1 0 0,0 0-1 0 0,-7 0 0 0 0,5-2-3 0 0,-1 1-1 0 0,1-1 1 0 0,0 0-1 0 0,0-1 1 0 0,0 0-1 0 0,0-1 0 0 0,0 1 1 0 0,1-1-1 0 0,-14-10 1 0 0,9 5-22 0 0,0-1 0 0 0,1 0 1 0 0,0-1-1 0 0,1 0 0 0 0,0-1 0 0 0,1 0 1 0 0,0 0-1 0 0,1-1 0 0 0,1 0 0 0 0,0-1 1 0 0,-9-24-1 0 0,10 17-60 0 0,2-1 0 0 0,0 0 1 0 0,2 0-1 0 0,0 1 0 0 0,1-1 1 0 0,1-1-1 0 0,2 2 0 0 0,0-1 0 0 0,1 0 1 0 0,1 0-1 0 0,1 1 0 0 0,12-33 0 0 0,-3 16-282 0 0,3 0 0 0 0,1 0 0 0 0,1 2 0 0 0,3 0-1 0 0,44-57 1 0 0,-33 54-335 0 0,1 1 0 0 0,3 2-1 0 0,1 2 1 0 0,1 1 0 0 0,53-33-1 0 0,67-26-4159 0 0,10 16-5992 0 0,-133 60 4598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4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445 225 1560 0 0,'32'-51'7341'0'0,"36"-83"-1"0"0,-68 134-7257 0 0,9-21 1162 0 0,-8 21-1209 0 0,-1-1-1 0 0,0 1 1 0 0,1-1 0 0 0,-1 0 0 0 0,1 1 0 0 0,-1-1 0 0 0,0 0 0 0 0,0 1 0 0 0,1-1 0 0 0,-1 0 0 0 0,0 1 0 0 0,0-1 0 0 0,0 0 0 0 0,0 0 0 0 0,0 1 0 0 0,0-1 0 0 0,0 0 0 0 0,0 0 0 0 0,0 1 0 0 0,0-1 0 0 0,0 0 0 0 0,-1 1 0 0 0,1-1 0 0 0,0 0 0 0 0,-1-1 0 0 0,-4 3-22 0 0,1-1 1 0 0,-1 0-1 0 0,1 1 0 0 0,-1 0 1 0 0,1 0-1 0 0,-1 1 1 0 0,1-1-1 0 0,0 1 1 0 0,-1 0-1 0 0,1 0 1 0 0,-6 4-1 0 0,-48 34 7 0 0,53-36-11 0 0,-22 16-22 0 0,-58 47-112 0 0,78-61 115 0 0,1 1 0 0 0,-1 0 0 0 0,1 0 0 0 0,1 0 0 0 0,-1 1 0 0 0,1 0 0 0 0,1 0 0 0 0,0 0 0 0 0,-4 10 0 0 0,6-14 7 0 0,1 0 1 0 0,1 1-1 0 0,-1-1 1 0 0,1 0-1 0 0,-1 1 1 0 0,1-1-1 0 0,0 1 1 0 0,1-1-1 0 0,-1 1 1 0 0,1-1-1 0 0,0 0 1 0 0,0 1-1 0 0,0-1 1 0 0,1 0-1 0 0,0 0 1 0 0,-1 0-1 0 0,1 0 1 0 0,4 5-1 0 0,5 7-9 0 0,0-1-1 0 0,1 0 0 0 0,16 15 0 0 0,13 16-3 0 0,-31-34 187 0 0,-1 1 0 0 0,0 1 1 0 0,-1 0-1 0 0,11 27 0 0 0,-17-36-119 0 0,-1 0 0 0 0,1 0 0 0 0,-1 0 0 0 0,-1 0 0 0 0,1 0 0 0 0,-1 0 0 0 0,1 0 0 0 0,-1 0 0 0 0,-1 0 0 0 0,1 0 0 0 0,-1 1 0 0 0,0-1 0 0 0,0 0 0 0 0,-1 0 0 0 0,1 0 0 0 0,-1-1 0 0 0,0 1 0 0 0,0 0 0 0 0,-4 5 0 0 0,1-3 98 0 0,0 0 0 0 0,-1 0 0 0 0,0-1 0 0 0,0 0 0 0 0,0 0 0 0 0,0-1 0 0 0,-1 1 0 0 0,0-2 0 0 0,0 1-1 0 0,-1-1 1 0 0,1 0 0 0 0,-1 0 0 0 0,0-1 0 0 0,0 0 0 0 0,0 0 0 0 0,-1-1 0 0 0,1 0 0 0 0,0 0 0 0 0,-1-1 0 0 0,1-1 0 0 0,-11 1 0 0 0,0-1-35 0 0,1-1 0 0 0,0-1 0 0 0,0 0 0 0 0,0-2 0 0 0,0 0 0 0 0,0 0 0 0 0,1-2 0 0 0,-34-15 0 0 0,46 18-302 0 0,-1 0 0 0 0,1 0-1 0 0,0 0 1 0 0,0-1 0 0 0,0 0 0 0 0,-4-4 0 0 0,7 6-169 0 0,0-1 0 0 0,0 1 0 0 0,0 0 0 0 0,1-1 0 0 0,-1 1 1 0 0,1-1-1 0 0,-1 0 0 0 0,1 1 0 0 0,0-1 0 0 0,0 0 0 0 0,1 0 0 0 0,-1 0 1 0 0,0-3-1 0 0,1 5 226 0 0,0 0 1 0 0,0 0 0 0 0,0 0-1 0 0,0 0 1 0 0,0 0-1 0 0,1 1 1 0 0,-1-1 0 0 0,0 0-1 0 0,0 0 1 0 0,1 0-1 0 0,-1 1 1 0 0,0-1 0 0 0,1 0-1 0 0,-1 0 1 0 0,1 1-1 0 0,-1-1 1 0 0,1 0 0 0 0,-1 1-1 0 0,2-2 1 0 0,0 0-379 0 0,-1-1-308 0 0,1 1-1 0 0,0-1 0 0 0,-1 1 0 0 0,1-1 1 0 0,0 1-1 0 0,0 0 0 0 0,3-3 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5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1 743 2008 0 0,'36'-47'14150'0'0,"-26"33"-11145"0"0,-5 12-2416 0 0,0 0-113 0 0,-5 14-146 0 0,-17 65 315 0 0,-14 80-213 0 0,28-134-393 0 0,0 0 0 0 0,2 0-1 0 0,1 0 1 0 0,5 42 0 0 0,-4-59-63 0 0,0-1 1 0 0,1 1 0 0 0,-1-1 0 0 0,1 0 0 0 0,0 1 0 0 0,0-1-1 0 0,1 0 1 0 0,-1 0 0 0 0,1 0 0 0 0,0-1 0 0 0,1 1-1 0 0,-1-1 1 0 0,1 0 0 0 0,0 0 0 0 0,0 0 0 0 0,0 0-1 0 0,7 4 1 0 0,-5-4-140 0 0,0-1-1 0 0,0 0 0 0 0,0-1 0 0 0,1 1 1 0 0,-1-1-1 0 0,1 0 0 0 0,0-1 1 0 0,-1 0-1 0 0,1 0 0 0 0,0 0 1 0 0,0-1-1 0 0,0 0 0 0 0,0 0 0 0 0,7-2 1 0 0,-4 1-76 0 0,0-1 1 0 0,0-1 0 0 0,0 1 0 0 0,0-1 0 0 0,-1-1-1 0 0,1 0 1 0 0,-1 0 0 0 0,0-1 0 0 0,-1 0-1 0 0,1-1 1 0 0,8-6 0 0 0,-6 2 59 0 0,-1 0 1 0 0,0 0 0 0 0,-1-1-1 0 0,0 0 1 0 0,-1-1-1 0 0,0 0 1 0 0,7-14-1 0 0,1-9 584 0 0,-2-1 1 0 0,-1-1-1 0 0,-1 0 0 0 0,11-71 0 0 0,-5-5 2368 0 0,-16 101-2735 0 0,-4 17 106 0 0,-6 17 107 0 0,-42 184 1306 0 0,44-172-1534 0 0,1 1 1 0 0,2-1-1 0 0,1 1 1 0 0,4 38-1 0 0,-2-67-218 0 0,1 1 0 0 0,1-1 0 0 0,-1 1 0 0 0,1-1-1 0 0,0 0 1 0 0,0 0 0 0 0,1 1 0 0 0,-1-1 0 0 0,1-1 0 0 0,1 1-1 0 0,-1 0 1 0 0,1-1 0 0 0,0 0 0 0 0,0 0 0 0 0,1 0-1 0 0,0 0 1 0 0,9 7 0 0 0,-9-9-502 0 0,0 0-1 0 0,1 1 0 0 0,-1-2 1 0 0,1 1-1 0 0,0-1 1 0 0,0 0-1 0 0,-1 0 0 0 0,2-1 1 0 0,-1 1-1 0 0,0-1 1 0 0,0-1-1 0 0,9 1 0 0 0,15-2-5891 0 0</inkml:trace>
  <inkml:trace contextRef="#ctx0" brushRef="#br0" timeOffset="1">1197 231 504 0 0,'13'-103'9482'0'0,"3"-12"-171"0"0,-15 103-8590 0 0,-4 11-212 0 0,-6 22-111 0 0,-65 474 1628 0 0,29-182-1589 0 0,-1-27 383 0 0,43-274-508 0 0,1-17-192 0 0,3-22-287 0 0,5 7 57 0 0,1 1 0 0 0,1-1 1 0 0,0 1-1 0 0,1 0 0 0 0,18-26 0 0 0,-19 33 70 0 0,2 0 0 0 0,-1 0 0 0 0,1 0 0 0 0,1 2 0 0 0,0-1 0 0 0,0 1 0 0 0,1 1 0 0 0,17-11 0 0 0,-22 17 17 0 0,0-1 0 0 0,0 2 0 0 0,0-1 0 0 0,0 1 0 0 0,0 0 0 0 0,1 0 0 0 0,-1 1 0 0 0,1 0 1 0 0,-1 0-1 0 0,1 1 0 0 0,-1 0 0 0 0,1 0 0 0 0,-1 1 0 0 0,1 0 0 0 0,-1 0 0 0 0,1 1 0 0 0,-1 0 0 0 0,9 4 0 0 0,-7-3 11 0 0,0 1-1 0 0,0 1 1 0 0,0-1-1 0 0,-1 1 1 0 0,0 1-1 0 0,0-1 1 0 0,0 2 0 0 0,-1-1-1 0 0,0 1 1 0 0,0 0-1 0 0,-1 0 1 0 0,0 1 0 0 0,9 13-1 0 0,-13-17 71 0 0,0 0 0 0 0,1 0 0 0 0,-2 0 0 0 0,1 0 0 0 0,0 1 0 0 0,-1-1 0 0 0,0 1 0 0 0,0-1-1 0 0,0 1 1 0 0,0-1 0 0 0,-1 1 0 0 0,0-1 0 0 0,0 1 0 0 0,0-1 0 0 0,0 1 0 0 0,-1-1 0 0 0,0 1 0 0 0,0-1 0 0 0,0 1 0 0 0,0-1 0 0 0,-1 1-1 0 0,0-1 1 0 0,0 0 0 0 0,0 0 0 0 0,0 0 0 0 0,0 0 0 0 0,-1 0 0 0 0,0-1 0 0 0,0 1 0 0 0,0-1 0 0 0,0 0 0 0 0,-1 0 0 0 0,-4 4 0 0 0,-4 2 90 0 0,0 0 0 0 0,-1-1 0 0 0,-1-1 0 0 0,1 0 0 0 0,-1-1 0 0 0,-1 0 0 0 0,1-1 0 0 0,-26 5 0 0 0,13-5-102 0 0,0-1 0 0 0,0-1-1 0 0,0-1 1 0 0,0-2 0 0 0,-1 0-1 0 0,1-2 1 0 0,0-2 0 0 0,0 0-1 0 0,-33-10 1 0 0,57 13-225 0 0,-1 0 0 0 0,1 0-1 0 0,0 0 1 0 0,-1 0 0 0 0,1-1 0 0 0,0 0 0 0 0,0 1-1 0 0,0-1 1 0 0,0-1 0 0 0,0 1 0 0 0,0 0 0 0 0,1-1-1 0 0,-1 1 1 0 0,-2-5 0 0 0,4 5-28 0 0,0 0 0 0 0,0 0 1 0 0,0 0-1 0 0,1 0 0 0 0,-1 0 0 0 0,1-1 1 0 0,-1 1-1 0 0,1 0 0 0 0,0 0 0 0 0,0 0 1 0 0,0-1-1 0 0,0 1 0 0 0,0 0 0 0 0,1 0 0 0 0,-1-1 1 0 0,1 1-1 0 0,-1 0 0 0 0,1 0 0 0 0,0 0 1 0 0,0 0-1 0 0,0 0 0 0 0,0 0 0 0 0,0 0 0 0 0,2-2 1 0 0,7-11-1412 0 0,1 0 1 0 0,1 1-1 0 0,1 0 1 0 0,17-15-1 0 0,-18 18-353 0 0,21-21-4312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6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59 2928 0 0,'67'-59'13850'0'0,"-66"59"-13803"0"0,-1 1 0 0 0,1-1 1 0 0,-1 0-1 0 0,0 1 1 0 0,1-1-1 0 0,-1 0 1 0 0,1 1-1 0 0,-1-1 0 0 0,0 1 1 0 0,0-1-1 0 0,1 0 1 0 0,-1 1-1 0 0,0-1 1 0 0,0 1-1 0 0,1-1 0 0 0,-1 1 1 0 0,0-1-1 0 0,0 1 1 0 0,0-1-1 0 0,0 1 1 0 0,0-1-1 0 0,0 1 0 0 0,1-1 1 0 0,-1 1-1 0 0,0-1 1 0 0,-1 1-1 0 0,1 15 637 0 0,-111 462 6189 0 0,-17-58-5388 0 0,98-330-1551 0 0,5-12-1045 0 0,-1 4-3375 0 0,7-30-6781 0 0</inkml:trace>
  <inkml:trace contextRef="#ctx0" brushRef="#br0" timeOffset="1">44 728 2072 0 0,'-8'-13'2467'0'0,"1"0"-1"0"0,1 0 1 0 0,0-1-1 0 0,0 0 0 0 0,-5-22 1 0 0,11 35-2405 0 0,0-1 0 0 0,0 0 1 0 0,0 1-1 0 0,0-1 0 0 0,1 0 1 0 0,-1 1-1 0 0,0-1 0 0 0,1 1 0 0 0,-1-1 1 0 0,1 1-1 0 0,-1-1 0 0 0,1 1 1 0 0,0-1-1 0 0,0 1 0 0 0,0 0 1 0 0,-1-1-1 0 0,1 1 0 0 0,0 0 0 0 0,1 0 1 0 0,-1-1-1 0 0,0 1 0 0 0,0 0 1 0 0,0 0-1 0 0,1 0 0 0 0,-1 1 0 0 0,1-1 1 0 0,1-1-1 0 0,5-2 57 0 0,0 0-1 0 0,0 1 1 0 0,13-4 0 0 0,-19 6-87 0 0,32-6 65 0 0,0 0 0 0 0,0 2 0 0 0,1 2 0 0 0,0 1 0 0 0,-1 1 0 0 0,66 8-1 0 0,-81-5-123 0 0,0 1-1 0 0,0 1 1 0 0,-1 0-1 0 0,1 1 1 0 0,19 9-1 0 0,-30-10 14 0 0,1 0 0 0 0,-1 1 0 0 0,0 0 0 0 0,0 0 1 0 0,-1 1-1 0 0,1 0 0 0 0,-1 0 0 0 0,0 0 0 0 0,-1 1 0 0 0,0 1 0 0 0,0-1 0 0 0,7 12 0 0 0,-3 0-6 0 0,0 0 0 0 0,-1 1 0 0 0,-1 1 0 0 0,-1-1 0 0 0,-1 1 0 0 0,6 35 0 0 0,-7-17 131 0 0,-2-1-1 0 0,-2 73 1 0 0,-2-99 223 0 0,0 0 0 0 0,-1 0 0 0 0,0 0 0 0 0,-1 0 0 0 0,0 0 0 0 0,-1 0 0 0 0,0-1 0 0 0,-1 0 0 0 0,0 0-1 0 0,-8 12 1 0 0,11-21-137 0 0,0 0 0 0 0,0 1 0 0 0,0-1-1 0 0,-1 0 1 0 0,1 0 0 0 0,-1 0-1 0 0,1-1 1 0 0,-1 1 0 0 0,0-1-1 0 0,1 1 1 0 0,-1-1 0 0 0,0 0-1 0 0,0 0 1 0 0,0 0 0 0 0,0-1-1 0 0,0 1 1 0 0,0-1 0 0 0,0 1-1 0 0,0-1 1 0 0,-5 0 0 0 0,6-1-125 0 0,0 0 0 0 0,0 0 1 0 0,0 0-1 0 0,0 0 0 0 0,0-1 1 0 0,1 1-1 0 0,-1 0 0 0 0,0-1 1 0 0,1 1-1 0 0,-1-1 0 0 0,1 0 0 0 0,0 0 1 0 0,-3-3-1 0 0,4 5-59 0 0,-2-4 3 0 0,0 0 1 0 0,0 0 0 0 0,1 0 0 0 0,-1 1-1 0 0,1-2 1 0 0,0 1 0 0 0,0 0-1 0 0,0 0 1 0 0,1 0 0 0 0,0 0 0 0 0,-1 0-1 0 0,1-1 1 0 0,1 1 0 0 0,-1 0 0 0 0,1 0-1 0 0,0 0 1 0 0,-1-1 0 0 0,2 1 0 0 0,1-5-1 0 0,1-1-263 0 0,1 1-1 0 0,0-1 1 0 0,0 1-1 0 0,1 0 0 0 0,0 1 1 0 0,0-1-1 0 0,1 1 1 0 0,1 0-1 0 0,-1 1 0 0 0,12-9 1 0 0,-1 2-1111 0 0,1 1 0 0 0,0 1 1 0 0,38-17-1 0 0,-25 17-295 0 0,1 1-1 0 0,1 2 0 0 0,0 1 1 0 0,50-4-1 0 0,-50 7 427 0 0,130-21-5273 0 0,-128 20 4244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7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208 475 5232 0 0,'11'-5'952'0'0,"0"0"0"0"0,-1 0-1 0 0,1-1 1 0 0,-1 0-1 0 0,-1-1 1 0 0,1 0 0 0 0,12-13-1 0 0,-19 16-454 0 0,0 1-1 0 0,-1-1 1 0 0,0 0 0 0 0,0 1-1 0 0,0-1 1 0 0,0 0 0 0 0,-1 0-1 0 0,0 0 1 0 0,0-1 0 0 0,1-4-1 0 0,4-10 898 0 0,-6 17-785 0 0,-3 2-425 0 0,-1 1-108 0 0,0 1 0 0 0,0-1 1 0 0,0 1-1 0 0,0 0 0 0 0,0 0 1 0 0,0 0-1 0 0,0 0 0 0 0,1 1 1 0 0,-1-1-1 0 0,1 1 1 0 0,-1 0-1 0 0,-3 5 0 0 0,-40 47 643 0 0,37-42-556 0 0,-115 160 1153 0 0,108-146-1206 0 0,2 1 0 0 0,1 1 0 0 0,1 0 0 0 0,-15 52 0 0 0,27-78-117 0 0,0 0 0 0 0,1 0 0 0 0,-1 0 0 0 0,1 0 0 0 0,0 0 0 0 0,-1 0 0 0 0,1 0 0 0 0,1 0-1 0 0,-1 1 1 0 0,0-1 0 0 0,1 0 0 0 0,-1 0 0 0 0,2 3 0 0 0,-1-4-63 0 0,0 0-1 0 0,1 0 1 0 0,-1 0-1 0 0,0 0 0 0 0,1-1 1 0 0,-1 1-1 0 0,1 0 1 0 0,0-1-1 0 0,-1 1 1 0 0,1-1-1 0 0,0 1 1 0 0,0-1-1 0 0,0 0 0 0 0,0 0 1 0 0,0 0-1 0 0,4 2 1 0 0,3-2-376 0 0,2-3 158 0 0,0-1-1 0 0,0 0 0 0 0,0 0 1 0 0,0-1-1 0 0,-1 0 0 0 0,1-1 1 0 0,11-7-1 0 0,-4 1-79 0 0,-1-2 1 0 0,0 1-1 0 0,19-21 1 0 0,5-10 491 0 0,62-87 0 0 0,-85 105 596 0 0,-6 7-13 0 0,26-28 0 0 0,-36 44-713 0 0,0 3-15 0 0,7 6 22 0 0,-8 1 14 0 0,0-1 0 0 0,0 1-1 0 0,-1-1 1 0 0,1 1 0 0 0,-2-1 0 0 0,1 1 0 0 0,-3 11 0 0 0,-4 27 76 0 0,3-21-693 0 0,1 1 1 0 0,0 51-1 0 0,3-74 350 0 0,1 1 1 0 0,0 0-1 0 0,0 0 1 0 0,0 0-1 0 0,0 0 0 0 0,0 0 1 0 0,1-1-1 0 0,0 1 0 0 0,0-1 1 0 0,0 1-1 0 0,0-1 0 0 0,0 0 1 0 0,1 0-1 0 0,0 0 0 0 0,-1 0 1 0 0,1 0-1 0 0,0 0 1 0 0,0-1-1 0 0,4 3 0 0 0,1 0-804 0 0,0-1-1 0 0,1 1 1 0 0,-1-1 0 0 0,1-1-1 0 0,0 1 1 0 0,17 3-1 0 0,1-1-3584 0 0</inkml:trace>
  <inkml:trace contextRef="#ctx0" brushRef="#br0" timeOffset="1">1162 626 224 0 0,'7'-16'2144'0'0,"0"-1"1"0"0,-1 0-1 0 0,-1 0 0 0 0,-1 0 1 0 0,-1 0-1 0 0,0-1 0 0 0,-1 0 1 0 0,-1-22-1 0 0,-1 39-2110 0 0,0 0-1 0 0,0 0 0 0 0,0 1 1 0 0,0-1-1 0 0,-1 0 1 0 0,1 0-1 0 0,0 1 1 0 0,0-1-1 0 0,-1 0 0 0 0,1 0 1 0 0,-1 1-1 0 0,1-1 1 0 0,0 1-1 0 0,-1-1 1 0 0,1 0-1 0 0,-1 1 0 0 0,0-1 1 0 0,1 1-1 0 0,-1-1 1 0 0,1 1-1 0 0,-1-1 1 0 0,0 1-1 0 0,1-1 1 0 0,-1 1-1 0 0,0 0 0 0 0,0 0 1 0 0,1-1-1 0 0,-1 1 1 0 0,0 0-1 0 0,0 0 1 0 0,1 0-1 0 0,-1-1 0 0 0,0 1 1 0 0,0 0-1 0 0,1 0 1 0 0,-1 0-1 0 0,0 1 1 0 0,0-1-1 0 0,0 0 0 0 0,1 0 1 0 0,-2 1-1 0 0,-15 8 97 0 0,1 1-1 0 0,0 1 0 0 0,0 1 1 0 0,2 0-1 0 0,-1 1 0 0 0,-19 23 1 0 0,9-5-45 0 0,1 1 1 0 0,-26 44-1 0 0,37-53-20 0 0,0 0 0 0 0,-15 43 1 0 0,25-58-114 0 0,0 1 0 0 0,1-1 0 0 0,0 1 0 0 0,0-1 0 0 0,1 1 0 0 0,0 0 0 0 0,1-1 0 0 0,0 1 1 0 0,0 0-1 0 0,1 0 0 0 0,0-1 0 0 0,2 11 0 0 0,-1-15-125 0 0,-1-1 1 0 0,0 0-1 0 0,1 1 1 0 0,-1-1-1 0 0,1 0 0 0 0,0 0 1 0 0,0 0-1 0 0,1-1 1 0 0,-1 1-1 0 0,0 0 0 0 0,1-1 1 0 0,0 1-1 0 0,-1-1 1 0 0,6 3-1 0 0,-3-2-114 0 0,1 0-1 0 0,0 0 0 0 0,-1-1 1 0 0,1 0-1 0 0,0 0 1 0 0,0-1-1 0 0,12 2 1 0 0,-2-2-1124 0 0,0 0 0 0 0,0-1 0 0 0,0-1 0 0 0,-1-1 0 0 0,31-6 0 0 0,-1-6-4492 0 0</inkml:trace>
  <inkml:trace contextRef="#ctx0" brushRef="#br0" timeOffset="2">1819 139 1620 0 0,'38'-138'17189'0'0,"-40"141"-16654"0"0,-9 20 420 0 0,1 0-1 0 0,1 0 1 0 0,1 1-1 0 0,-6 36 1 0 0,-1-2 236 0 0,-77 286 2794 0 0,63-227-3495 0 0,20-83-438 0 0,-29 134-2823 0 0,38-164 2040 0 0,0 1 0 0 0,-1 0-1 0 0,1-1 1 0 0,1 1-1 0 0,-1-1 1 0 0,1 1-1 0 0,-1-1 1 0 0,1 1-1 0 0,1-1 1 0 0,1 5-1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8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27 529 496 0 0,'-2'-2'3362'0'0,"-4"-3"-1895"0"0,5 4-1119 0 0,0 1 0 0 0,-1-2 0 0 0,1 1 0 0 0,0 0 0 0 0,-1 0 1 0 0,1 0-1 0 0,0 0 0 0 0,0-1 0 0 0,0 1 0 0 0,0 0 0 0 0,0-1 0 0 0,1 1 0 0 0,-1-1 0 0 0,0 0 1 0 0,1 1-1 0 0,-1-1 0 0 0,1 1 0 0 0,-1-1 0 0 0,1 0 0 0 0,0 1 0 0 0,-1-1 0 0 0,1 0 1 0 0,0 1-1 0 0,0-1 0 0 0,0 0 0 0 0,1-2 0 0 0,4 0 268 0 0,8-1-359 0 0,0 1-1 0 0,0 0 1 0 0,1 1-1 0 0,0 0 1 0 0,0 1 0 0 0,25 0-1 0 0,91 6 127 0 0,-102-2-281 0 0,159 18-528 0 0,-46-5-574 0 0,-126-13 925 0 0,16 6-64 0 0,-27-8 183 0 0,0 1 0 0 0,0 0-1 0 0,-1 0 1 0 0,1 0 0 0 0,0 0-1 0 0,0 1 1 0 0,-1 0 0 0 0,1-1 0 0 0,3 4-1 0 0,-6-4 44 0 0,0 1-1 0 0,0-1 0 0 0,0 0 1 0 0,0 1-1 0 0,0-1 1 0 0,0 1-1 0 0,0 0 0 0 0,-1-1 1 0 0,1 1-1 0 0,-1 0 1 0 0,1-1-1 0 0,-1 1 0 0 0,0 0 1 0 0,1 2-1 0 0,0 28 1224 0 0,-1-28-1121 0 0,-2 27 856 0 0,-1 0 0 0 0,-2 0 0 0 0,-11 39 0 0 0,4-17-565 0 0,-22 85-247 0 0,31-125-884 0 0,3-12 449 0 0,-1 1 1 0 0,1 0-1 0 0,-1 0 0 0 0,1 0 0 0 0,0 0 0 0 0,-1-1 0 0 0,1 1 1 0 0,0 0-1 0 0,0 0 0 0 0,0 0 0 0 0,1 0 0 0 0,-1 0 0 0 0,0-1 1 0 0,1 1-1 0 0,-1 0 0 0 0,1 0 0 0 0,0-1 0 0 0,-1 1 0 0 0,1 0 1 0 0,0-1-1 0 0,0 1 0 0 0,1 1 0 0 0,17-5-7654 0 0,-13 1 6102 0 0</inkml:trace>
  <inkml:trace contextRef="#ctx0" brushRef="#br0" timeOffset="1">980 189 1020 0 0,'-8'-21'3297'0'0,"-7"-18"4090"0"0,-13-56-1 0 0,16 64-6634 0 0,12 29-1042 0 0</inkml:trace>
  <inkml:trace contextRef="#ctx0" brushRef="#br0" timeOffset="2">1110 506 2976 0 0,'-8'68'9731'0'0,"6"1"-5094"0"0,2-35-3398 0 0,-2 0 1 0 0,-12 66-1 0 0,7-65-854 0 0,-2 0 0 0 0,-2-1 1 0 0,-1 0-1 0 0,-29 57 0 0 0,35-80-224 0 0,-3 5 132 0 0,6-15-201 0 0,2-9-85 0 0,2 4-8 0 0,0 0-1 0 0,1-1 0 0 0,0 1 1 0 0,-1 0-1 0 0,1 0 0 0 0,1 0 0 0 0,-1 0 1 0 0,0 0-1 0 0,6-5 0 0 0,1-4-24 0 0,16-25-19 0 0,1 2 0 0 0,2 0 0 0 0,1 2 0 0 0,2 1 0 0 0,1 2-1 0 0,2 1 1 0 0,1 1 0 0 0,70-43 0 0 0,-95 66 27 0 0,1 1 0 0 0,0 0 0 0 0,0 1-1 0 0,0 0 1 0 0,0 0 0 0 0,0 2 0 0 0,1-1 0 0 0,0 1-1 0 0,-1 1 1 0 0,1 0 0 0 0,17 1 0 0 0,-20 1-2 0 0,1 0 1 0 0,0 1-1 0 0,-1 0 1 0 0,1 1-1 0 0,-1 0 1 0 0,1 1-1 0 0,-1 0 0 0 0,-1 0 1 0 0,1 1-1 0 0,0 0 1 0 0,-1 0-1 0 0,0 1 1 0 0,14 13-1 0 0,-12-9 23 0 0,-1 0 0 0 0,0 1 1 0 0,0-1-1 0 0,-1 2 0 0 0,0-1 0 0 0,-1 1 0 0 0,-1 0 0 0 0,0 1 0 0 0,0 0 1 0 0,-2 0-1 0 0,1 0 0 0 0,-2 0 0 0 0,1 1 0 0 0,0 16 0 0 0,-4-18 16 0 0,-1 0 0 0 0,-1 1 1 0 0,0-1-1 0 0,0-1 0 0 0,-1 1 0 0 0,-1 0 0 0 0,0-1 0 0 0,-10 20 0 0 0,8-18-751 0 0,0 1 0 0 0,1-1 1 0 0,1 1-1 0 0,0 0 1 0 0,-3 23-1 0 0,7-33 298 0 0,0-1 1 0 0,1 0-1 0 0,-1 0 1 0 0,1 0-1 0 0,-1 1 0 0 0,1-1 1 0 0,0 0-1 0 0,0 0 1 0 0,0 0-1 0 0,1 0 0 0 0,-1 0 1 0 0,1 0-1 0 0,0-1 1 0 0,0 1-1 0 0,0 0 0 0 0,0-1 1 0 0,0 1-1 0 0,0-1 1 0 0,1 0-1 0 0,-1 0 0 0 0,1 0 1 0 0,4 3-1 0 0,11 6-5618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1324 273 2172 0 0,'11'-12'1511'0'0,"7"-8"1484"0"0,0 0 0 0 0,18-30 0 0 0,-31 43-2512 0 0,-1-1 0 0 0,0 0 0 0 0,0 0 0 0 0,-1-1 0 0 0,0 1-1 0 0,-1-1 1 0 0,0 1 0 0 0,0-1 0 0 0,0 0 0 0 0,-1-17 0 0 0,0 24-437 0 0,-1-1 0 0 0,-1 1 0 0 0,1-1 0 0 0,0 1 1 0 0,-1 0-1 0 0,1-1 0 0 0,-1 1 0 0 0,1 0 1 0 0,-1 0-1 0 0,0-1 0 0 0,0 1 0 0 0,0 0 0 0 0,-1 0 1 0 0,1 0-1 0 0,0 0 0 0 0,-1 0 0 0 0,1 0 0 0 0,-4-2 1 0 0,2 2-16 0 0,0 0 1 0 0,0 0-1 0 0,0 0 0 0 0,0 1 1 0 0,0-1-1 0 0,-1 1 1 0 0,1 0-1 0 0,-1 0 1 0 0,1 0-1 0 0,-1 0 1 0 0,-3 0-1 0 0,-7 0 1 0 0,1 1 1 0 0,-1 1-1 0 0,1 0 0 0 0,-1 0 0 0 0,-16 5 0 0 0,4 0-10 0 0,1 2-1 0 0,-1 0 1 0 0,2 2-1 0 0,-1 1 1 0 0,1 1-1 0 0,1 1 1 0 0,0 0-1 0 0,1 2 0 0 0,1 1 1 0 0,0 1-1 0 0,1 0 1 0 0,-33 39-1 0 0,43-43 6 0 0,0 1 0 0 0,0 0 0 0 0,-13 30 0 0 0,20-39-7 0 0,1 1 1 0 0,0-1 0 0 0,0 1 0 0 0,1-1 0 0 0,0 1 0 0 0,0 0 0 0 0,0 0 0 0 0,0-1 0 0 0,1 1-1 0 0,0 0 1 0 0,0 0 0 0 0,1-1 0 0 0,0 1 0 0 0,2 10 0 0 0,-2-15-10 0 0,0 1-1 0 0,0-1 1 0 0,0 1 0 0 0,1-1 0 0 0,-1 0-1 0 0,1 1 1 0 0,-1-1 0 0 0,1 0-1 0 0,-1 0 1 0 0,1 0 0 0 0,-1 0 0 0 0,1 0-1 0 0,0 0 1 0 0,0-1 0 0 0,0 1 0 0 0,-1-1-1 0 0,4 1 1 0 0,-4 0-9 0 0,2-1 9 0 0,1 1-1 0 0,-1 0 1 0 0,0-1-1 0 0,1 0 1 0 0,-1 1-1 0 0,1-1 1 0 0,-1-1-1 0 0,1 1 1 0 0,-1 0-1 0 0,0-1 1 0 0,1 0-1 0 0,-1 0 1 0 0,0 0-1 0 0,5-2 1 0 0,3-2 14 0 0,1-1 0 0 0,14-10 0 0 0,-17 10-25 0 0,13-11 93 0 0,-1 0 0 0 0,0-2 0 0 0,-2-1 0 0 0,29-35 0 0 0,-12 14 1010 0 0,2 3-506 0 0,-36 36-613 0 0,-1 2 4 0 0,-1 1 12 0 0,1-1 0 0 0,0 0 0 0 0,-1 0 0 0 0,1 1 0 0 0,0-1 0 0 0,-1 1 0 0 0,1-1 0 0 0,-1 0 0 0 0,1 1 0 0 0,-1-1 0 0 0,1 1 0 0 0,-1 0 0 0 0,1-1 0 0 0,-1 1 0 0 0,1-1 0 0 0,-1 1 0 0 0,0 0 0 0 0,1-1 0 0 0,-1 1 0 0 0,0 0 0 0 0,0-1 0 0 0,1 1-1 0 0,-1 0 1 0 0,0-1 0 0 0,0 1 0 0 0,0 0 0 0 0,0 0 0 0 0,0-1 0 0 0,0 2 0 0 0,1 30 194 0 0,-2-24-79 0 0,0 37 836 0 0,-3 1 1 0 0,-2-1-1 0 0,-15 59 0 0 0,-47 131 1577 0 0,67-233-2511 0 0,-37 114 911 0 0,-76 159 0 0 0,89-225-814 0 0,-2-1-1 0 0,-2-2 1 0 0,-2-1-1 0 0,-2-1 1 0 0,-57 59-1 0 0,58-75-50 0 0,0-2 0 0 0,-2-1 0 0 0,-1-1-1 0 0,-1-3 1 0 0,0 0 0 0 0,-2-3 0 0 0,0-1-1 0 0,-2-1 1 0 0,0-3 0 0 0,0-1 0 0 0,-1-2-1 0 0,-1-2 1 0 0,-53 5 0 0 0,83-12-63 0 0,0-1 0 0 0,-1-1 0 0 0,1 0 0 0 0,0-1 0 0 0,0 0 0 0 0,-1 0 0 0 0,-19-7 0 0 0,29 7 0 0 0,-1 0 0 0 0,1 0 0 0 0,-1-1 0 0 0,1 1 0 0 0,0-1 0 0 0,0 0 0 0 0,0 0 0 0 0,0-1 0 0 0,0 1 0 0 0,0 0 0 0 0,0-1 0 0 0,1 0 0 0 0,-1 0 0 0 0,1 1 0 0 0,0-1 0 0 0,0-1 0 0 0,0 1 0 0 0,0 0 0 0 0,0 0 0 0 0,1-1 0 0 0,0 1 0 0 0,-1-1 0 0 0,1 1 0 0 0,0-1 0 0 0,1 0 0 0 0,-1 1 0 0 0,1-1 0 0 0,0 0 0 0 0,0-4 0 0 0,1-2 0 0 0,0-1 0 0 0,0 0 0 0 0,2 1 0 0 0,-1-1 0 0 0,1 1 0 0 0,1 0 0 0 0,0-1 0 0 0,10-16 0 0 0,48-72 0 0 0,-61 99 0 0 0,35-48-628 0 0,2 2-1 0 0,2 1 1 0 0,1 2-1 0 0,63-48 1 0 0,-38 39-613 0 0,3 4 0 0 0,112-60 0 0 0,-102 72-2073 0 0,1 3 0 0 0,92-25 1 0 0,-77 27-3643 0 0,-49 15 355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09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1341 1052 0 0,'-1'3'5084'0'0,"-12"13"-71"0"0,12-13-4228 0 0,-1 4-313 0 0,1-4-331 0 0,0-1 0 0 0,0 0 0 0 0,0 0 0 0 0,1 0 0 0 0,-1 0 0 0 0,1 0 0 0 0,0 1 0 0 0,0-1-1 0 0,-1 0 1 0 0,2 0 0 0 0,-1 1 0 0 0,0-1 0 0 0,0 0 0 0 0,1 0 0 0 0,-1 0 0 0 0,1 0 0 0 0,-1 1-1 0 0,3 2 1 0 0,-2-3-88 0 0,0 0-1 0 0,1 0 0 0 0,-1 0 1 0 0,1-1-1 0 0,0 1 0 0 0,-1 0 1 0 0,1-1-1 0 0,0 1 0 0 0,0-1 1 0 0,0 0-1 0 0,0 0 0 0 0,0 0 1 0 0,0 0-1 0 0,1 0 0 0 0,-1 0 1 0 0,0 0-1 0 0,0-1 0 0 0,1 1 1 0 0,4 0-1 0 0,0 0 19 0 0,1-1 0 0 0,0 0 0 0 0,0 0 0 0 0,-1 0 0 0 0,16-4 0 0 0,-7 0-17 0 0,0 0 0 0 0,0-2 0 0 0,0 0 0 0 0,-1 0 0 0 0,0-2 0 0 0,0 0 0 0 0,23-17 0 0 0,-19 10-29 0 0,0-1 0 0 0,-1 0 0 0 0,-1-2-1 0 0,25-32 1 0 0,-9 3-15 0 0,-3-2 1 0 0,-2-1-1 0 0,38-93 0 0 0,55-211 83 0 0,-32-10-387 0 0,-86 344 131 0 0,-3 20 160 0 0,0 0-1 0 0,0 0 1 0 0,0 0-1 0 0,0 0 0 0 0,0 0 1 0 0,0 0-1 0 0,0 0 1 0 0,0 0-1 0 0,0 0 1 0 0,0 0-1 0 0,0 0 1 0 0,-1 0-1 0 0,1 0 0 0 0,0 0 1 0 0,0 0-1 0 0,0 0 1 0 0,0 0-1 0 0,0 0 1 0 0,0 0-1 0 0,0 0 1 0 0,0 0-1 0 0,0 0 0 0 0,0 0 1 0 0,0 0-1 0 0,0 0 1 0 0,0 0-1 0 0,0 0 1 0 0,0 0-1 0 0,0 0 1 0 0,-1 0-1 0 0,1 0 1 0 0,0 0-1 0 0,0 0 0 0 0,0 0 1 0 0,0 0-1 0 0,-11 30-105 0 0,6-17 137 0 0,-162 516 252 0 0,152-478-242 0 0,2 2-1 0 0,2-1 1 0 0,2 2-1 0 0,-2 73 1 0 0,11-116-82 0 0,1 0 1 0 0,0 0 0 0 0,0 0 0 0 0,1 0-1 0 0,0 0 1 0 0,1 0 0 0 0,1 0-1 0 0,-1-1 1 0 0,2 1 0 0 0,-1-1 0 0 0,2 0-1 0 0,7 12 1 0 0,-8-16-141 0 0,0 1 0 0 0,1-1 0 0 0,0 0 0 0 0,0-1 0 0 0,0 1 0 0 0,0-1 0 0 0,1-1 0 0 0,0 1 0 0 0,0-1 0 0 0,1 0 0 0 0,-1-1 0 0 0,1 1 0 0 0,-1-1 0 0 0,1-1 0 0 0,0 0 0 0 0,0 0 0 0 0,10 1 0 0 0,-4-2-233 0 0,-1 0 0 0 0,0 0-1 0 0,1-2 1 0 0,-1 0 0 0 0,0 0 0 0 0,0-1-1 0 0,1-1 1 0 0,-2 0 0 0 0,26-10-1 0 0,-21 6 103 0 0,0-2-1 0 0,-1 0 0 0 0,0-1 1 0 0,0 0-1 0 0,-2-1 0 0 0,21-19 1 0 0,-5-2 104 0 0,-1-2 0 0 0,-1-1 1 0 0,-2 0-1 0 0,-2-2 0 0 0,25-50 1 0 0,-10 9 672 0 0,-3-1 0 0 0,-3-1 0 0 0,-5-2 0 0 0,33-150 0 0 0,-46 146 1358 0 0,-3-1-1 0 0,-1-130 1 0 0,-13 168-1127 0 0,2 49-688 0 0,0-1 0 0 0,0 1 0 0 0,0 0 0 0 0,0-1-1 0 0,0 1 1 0 0,0 0 0 0 0,0-1 0 0 0,0 1 0 0 0,0 0 0 0 0,0-1-1 0 0,0 1 1 0 0,0 0 0 0 0,-1-1 0 0 0,1 1 0 0 0,0 0 0 0 0,0 0-1 0 0,0-1 1 0 0,0 1 0 0 0,-1 0 0 0 0,1 0 0 0 0,0-1 0 0 0,0 1-1 0 0,-1 0 1 0 0,1 0 0 0 0,0 0 0 0 0,-1-1 0 0 0,1 1 0 0 0,0 0-1 0 0,-1 0 1 0 0,1 0 0 0 0,0 0 0 0 0,0 0 0 0 0,-1 0 0 0 0,1 0 0 0 0,0-1-1 0 0,-1 1 1 0 0,1 0 0 0 0,-1 0 0 0 0,1 0 0 0 0,0 0 0 0 0,-1 1-1 0 0,1-1 1 0 0,0 0 0 0 0,-1 0 0 0 0,1 0 0 0 0,0 0 0 0 0,0 0-1 0 0,-1 0 1 0 0,1 0 0 0 0,0 1 0 0 0,-1-1 0 0 0,1 0 0 0 0,0 0-1 0 0,0 0 1 0 0,-1 1 0 0 0,1-1 0 0 0,0 0 0 0 0,-14 13 51 0 0,3 2-11 0 0,0 1-1 0 0,1 0 1 0 0,1 0-1 0 0,-11 28 1 0 0,-22 74 160 0 0,34-96-170 0 0,-26 94 217 0 0,-38 235 0 0 0,29 127 120 0 0,40-390 1290 0 0,3-84-862 0 0,2-6-787 0 0,-1 1 0 0 0,1 0 1 0 0,-1-1-1 0 0,0 1 0 0 0,0-1 0 0 0,1 1 0 0 0,-1-1 0 0 0,0 1 1 0 0,0-1-1 0 0,-1 0 0 0 0,1 0 0 0 0,0 1 0 0 0,-1-1 0 0 0,1 0 1 0 0,0-2-1 0 0,0-1 19 0 0,72-155 69 0 0,-67 147-100 0 0,19-37 4 0 0,36-55 0 0 0,-50 88-35 0 0,1 0 0 0 0,1 1 0 0 0,1 1 0 0 0,0 0 0 0 0,1 0 0 0 0,26-18 0 0 0,-39 31 22 0 0,0 1 0 0 0,0-1 0 0 0,0 1 0 0 0,1 0 0 0 0,-1 0-1 0 0,0-1 1 0 0,1 2 0 0 0,-1-1 0 0 0,1 0 0 0 0,-1 0 0 0 0,1 1-1 0 0,-1-1 1 0 0,1 1 0 0 0,0 0 0 0 0,-1 0 0 0 0,1 0 0 0 0,-1 0-1 0 0,1 0 1 0 0,0 1 0 0 0,-1-1 0 0 0,1 1 0 0 0,-1-1 0 0 0,1 1-1 0 0,-1 0 1 0 0,0 0 0 0 0,1 0 0 0 0,-1 1 0 0 0,0-1 0 0 0,1 0 0 0 0,-1 1-1 0 0,0 0 1 0 0,0-1 0 0 0,0 1 0 0 0,-1 0 0 0 0,1 0 0 0 0,2 4-1 0 0,2 1-5 0 0,-1 1 0 0 0,-1 0 0 0 0,1 0-1 0 0,-1 1 1 0 0,-1-1 0 0 0,1 1-1 0 0,-2-1 1 0 0,1 1 0 0 0,1 13 0 0 0,-1 14 23 0 0,-1-1 0 0 0,-5 66 0 0 0,0-58 51 0 0,4 56 1 0 0,0-94-40 0 0,0 0 0 0 0,0-1 1 0 0,1 1-1 0 0,-1-1 1 0 0,1 1-1 0 0,0-1 1 0 0,3 5-1 0 0,-3-8-13 0 0,-1 0-1 0 0,0 1 1 0 0,1-1 0 0 0,-1 0-1 0 0,0 0 1 0 0,1 0-1 0 0,-1 0 1 0 0,1 0 0 0 0,0 0-1 0 0,-1-1 1 0 0,1 1 0 0 0,0 0-1 0 0,-1-1 1 0 0,1 1 0 0 0,0-1-1 0 0,0 0 1 0 0,1 1-1 0 0,32 0 55 0 0,-22-3-55 0 0,0 0-1 0 0,1-1 1 0 0,-1 0-1 0 0,-1-1 1 0 0,1-1-1 0 0,0 0 0 0 0,-1 0 1 0 0,0-1-1 0 0,0-1 1 0 0,13-9-1 0 0,-3 0-8 0 0,-1-1-1 0 0,-1-1 0 0 0,0-1 1 0 0,19-23-1 0 0,-6-1 145 0 0,-1-1 0 0 0,-3-2 0 0 0,-1-1 0 0 0,-3-1-1 0 0,-2-1 1 0 0,32-97 0 0 0,-55 145-144 0 0,1 0 0 0 0,-1 0 0 0 0,1 0 0 0 0,-1-1 0 0 0,0 1 0 0 0,0 0-1 0 0,1 0 1 0 0,-1 0 0 0 0,0 0 0 0 0,0-1 0 0 0,0 1 0 0 0,0 0 0 0 0,0 0 0 0 0,-1-2 0 0 0,1 3 0 0 0,0 0 1 0 0,-1 0-1 0 0,1 0 1 0 0,0 0 0 0 0,0 0-1 0 0,-1-1 1 0 0,1 1-1 0 0,0 0 1 0 0,0 0 0 0 0,-1 0-1 0 0,1 0 1 0 0,0 0-1 0 0,-1 0 1 0 0,1 0-1 0 0,0 0 1 0 0,-1 0 0 0 0,1 0-1 0 0,0 0 1 0 0,0 0-1 0 0,-1 0 1 0 0,1 1-1 0 0,0-1 1 0 0,0 0 0 0 0,-1 0-1 0 0,1 0 1 0 0,0 0-1 0 0,-1 0 1 0 0,1 1 0 0 0,0-1-1 0 0,0 0 1 0 0,0 0-1 0 0,-1 0 1 0 0,1 1-1 0 0,-27 25-53 0 0,5 1 58 0 0,1 2 0 0 0,1 0 0 0 0,2 1 0 0 0,-17 37 0 0 0,28-51 16 0 0,0 0-1 0 0,1 1 1 0 0,1 0-1 0 0,1 0 1 0 0,0 1-1 0 0,1-1 1 0 0,1 1-1 0 0,1-1 1 0 0,0 1 0 0 0,3 22-1 0 0,0-32-22 0 0,-1 0 0 0 0,2 0 0 0 0,-1-1 0 0 0,1 1 0 0 0,1-1 0 0 0,-1 0-1 0 0,1 1 1 0 0,0-2 0 0 0,1 1 0 0 0,-1 0 0 0 0,2-1 0 0 0,-1 0 0 0 0,0 0 0 0 0,1-1 0 0 0,0 1 0 0 0,1-1 0 0 0,-1 0-1 0 0,1-1 1 0 0,8 5 0 0 0,2 0-467 0 0,0 0 1 0 0,1-1-1 0 0,0-1 0 0 0,0-1 0 0 0,1 0 0 0 0,36 5 0 0 0,-27-7-2170 0 0,0-1 0 0 0,55-2 0 0 0,-30-5-3135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11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 3952 0 0,'-200'20'12303'0'0,"181"-16"-11171"0"0,16-3-733 0 0,5 0-98 0 0,11 2-235 0 0,-1-1 0 0 0,0 0-1 0 0,0-1 1 0 0,1-1 0 0 0,19 0 0 0 0,-7-1-204 0 0,226 0-3397 0 0,-85-4-3068 0 0,-90 3 801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15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236 664 1628 0 0,'-13'-39'6295'0'0,"10"29"-5038"0"0,-1-1 1 0 0,0 0 0 0 0,-6-11-1 0 0,9 20-681 0 0,-1 3-494 0 0,-1 0 1 0 0,1-1-1 0 0,0 1 0 0 0,0 0 0 0 0,0 0 1 0 0,0 0-1 0 0,0 0 0 0 0,0 0 0 0 0,0 0 0 0 0,1 1 1 0 0,-1-1-1 0 0,0 1 0 0 0,1-1 0 0 0,-1 1 0 0 0,1 0 1 0 0,-3 3-1 0 0,-23 35 777 0 0,21-30-698 0 0,-15 22 45 0 0,1 1 1 0 0,2 1-1 0 0,2 0 1 0 0,1 1-1 0 0,1 1 1 0 0,-12 53-1 0 0,25-82-191 0 0,0-1 0 0 0,0 0 0 0 0,0 1 0 0 0,1-1 0 0 0,0 0 0 0 0,0 1 0 0 0,1-1 0 0 0,0 1 0 0 0,0-1 0 0 0,3 8 0 0 0,-3-11-8 0 0,0-1-1 0 0,0 1 1 0 0,0 0 0 0 0,1-1-1 0 0,-1 0 1 0 0,1 1-1 0 0,-1-1 1 0 0,1 0-1 0 0,0 1 1 0 0,0-1 0 0 0,0 0-1 0 0,0 0 1 0 0,1-1-1 0 0,-1 1 1 0 0,0 0-1 0 0,1-1 1 0 0,0 0 0 0 0,-1 1-1 0 0,1-1 1 0 0,-1 0-1 0 0,1 0 1 0 0,0 0-1 0 0,0-1 1 0 0,3 1 0 0 0,6 0 3 0 0,-1 0 0 0 0,0-1 0 0 0,1-1 0 0 0,-1 0 0 0 0,1 0 0 0 0,-1-1 0 0 0,0-1 0 0 0,0 0 0 0 0,17-7 0 0 0,-3 0 17 0 0,0-2-1 0 0,42-28 1 0 0,-45 25-5 0 0,0-1 0 0 0,-2-2-1 0 0,0 0 1 0 0,-1-1 0 0 0,-1 0 0 0 0,-1-2 0 0 0,-1 0 0 0 0,25-43 0 0 0,-29 44-15 0 0,-2-1-1 0 0,-1-1 1 0 0,0 1 0 0 0,-2-1-1 0 0,0-1 1 0 0,-2 1 0 0 0,0-1-1 0 0,-2 0 1 0 0,0-1 0 0 0,-1-32-1 0 0,-3 40-10 0 0,-1 0 0 0 0,0-1 0 0 0,-1 1 0 0 0,-6-20 0 0 0,6 29 1 0 0,1-1 1 0 0,-1 0-1 0 0,-1 1 0 0 0,0 0 1 0 0,0 0-1 0 0,0 0 0 0 0,-1 0 1 0 0,1 1-1 0 0,-2-1 1 0 0,-7-7-1 0 0,10 12-1 0 0,0 0-1 0 0,1 0 1 0 0,-1 0 0 0 0,0 1-1 0 0,0-1 1 0 0,0 1 0 0 0,0-1-1 0 0,-1 1 1 0 0,1 0 0 0 0,0 1-1 0 0,0-1 1 0 0,-1 0 0 0 0,1 1-1 0 0,-5 0 1 0 0,1 0 0 0 0,1 1 1 0 0,-1 0-1 0 0,1 0 0 0 0,0 0 1 0 0,0 1-1 0 0,0 0 1 0 0,-7 3-1 0 0,-4 3 10 0 0,0 1 0 0 0,1 1 0 0 0,1 1-1 0 0,-18 14 1 0 0,14-10-6 0 0,1 2 1 0 0,1 0-1 0 0,0 2 0 0 0,1-1 0 0 0,-14 24 0 0 0,24-33-1 0 0,0 0-1 0 0,1 0 1 0 0,0 1-1 0 0,1-1 1 0 0,0 1-1 0 0,1 0 1 0 0,0 0-1 0 0,0 0 1 0 0,1 0-1 0 0,0 1 0 0 0,1-1 1 0 0,0 1-1 0 0,1-1 1 0 0,1 17-1 0 0,0-22 2 0 0,0 0 1 0 0,1 0-1 0 0,-1-1 0 0 0,1 1 0 0 0,0 0 0 0 0,0-1 0 0 0,1 0 0 0 0,-1 1 0 0 0,1-1 0 0 0,0 0 1 0 0,0 0-1 0 0,0 0 0 0 0,1-1 0 0 0,-1 1 0 0 0,1-1 0 0 0,0 0 0 0 0,0 0 0 0 0,0 0 1 0 0,0-1-1 0 0,0 1 0 0 0,1-1 0 0 0,-1 0 0 0 0,1 0 0 0 0,0 0 0 0 0,-1-1 0 0 0,7 1 0 0 0,9 2-29 0 0,0 0-1 0 0,1-2 0 0 0,-1-1 1 0 0,41-2-1 0 0,-7-3-137 0 0,0-3 0 0 0,0-3 0 0 0,-1-1 0 0 0,0-3-1 0 0,-1-3 1 0 0,-1-1 0 0 0,93-48 0 0 0,-112 47 208 0 0,-1-1 0 0 0,0-2-1 0 0,-2-1 1 0 0,0-1 0 0 0,-2-1 0 0 0,0-1-1 0 0,-2-2 1 0 0,-1-1 0 0 0,-2 0 0 0 0,0-2-1 0 0,-3 0 1 0 0,0-2 0 0 0,-2 0 0 0 0,-1-1 0 0 0,16-51-1 0 0,-20 49 582 0 0,-5 15-1 0 0,9-38 0 0 0,-16 57-577 0 0,-1 3-42 0 0,-1 0 1 0 0,0 0 0 0 0,1 0 0 0 0,-1 1-1 0 0,0-1 1 0 0,1 1 0 0 0,-1-1-1 0 0,1 1 1 0 0,0 0 0 0 0,0-1 0 0 0,-1 1-1 0 0,1 0 1 0 0,-1 2 0 0 0,-11 24 31 0 0,1 0-1 0 0,1 2 1 0 0,-11 45 0 0 0,20-68-14 0 0,-73 334 897 0 0,22 5-94 0 0,24-142-587 0 0,-125 912 560 0 0,126-925-221 0 0,23-138 615 0 0,5-51-1020 0 0,-1-1-148 0 0,1-1 1 0 0,0 0-1 0 0,0 1 0 0 0,0-1 1 0 0,0 1-1 0 0,0-1 1 0 0,0 1-1 0 0,0-1 1 0 0,0 0-1 0 0,0 1 1 0 0,0-1-1 0 0,0 1 1 0 0,0-1-1 0 0,0 1 1 0 0,0-1-1 0 0,0 1 1 0 0,0-1-1 0 0,1 0 1 0 0,-1 1-1 0 0,0-1 1 0 0,0 0-1 0 0,0 1 1 0 0,1-1-1 0 0,-1 1 1 0 0,1-1-1 0 0,13-11-6 0 0,-1-1-1 0 0,0-1 0 0 0,11-14 1 0 0,8-7-12 0 0,11-9 23 0 0,57-59-120 0 0,-86 86 89 0 0,-2 0 0 0 0,0 0 0 0 0,-1-2 0 0 0,17-33 0 0 0,-24 43 12 0 0,-1-1 0 0 0,0 1 1 0 0,-1-1-1 0 0,0 0 1 0 0,0 0-1 0 0,-1 1 1 0 0,0-1-1 0 0,-1 0 0 0 0,0 0 1 0 0,0 0-1 0 0,-1 0 1 0 0,0 0-1 0 0,0 0 1 0 0,-1 0-1 0 0,-6-16 0 0 0,3 14 3 0 0,0 0 0 0 0,-1 0 0 0 0,0 1 0 0 0,0 0 0 0 0,-1 0 0 0 0,0 0 0 0 0,-1 1-1 0 0,0 0 1 0 0,-1 1 0 0 0,0 0 0 0 0,-16-11 0 0 0,-22-13 15 0 0,-2 3 1 0 0,-61-27 0 0 0,-109-36-31 0 0,125 55 15 0 0,66 26-16 0 0,-16-7-9 0 0,-60-32-1 0 0,96 45-23 0 0,6 4-12 0 0,-1 0 1 0 0,1-1-1 0 0,-1 1 0 0 0,1-1 1 0 0,0 1-1 0 0,0-1 0 0 0,0 0 0 0 0,0 0 1 0 0,-3-3-1 0 0,5 4 14 0 0,0 0 1 0 0,-1 0-1 0 0,1 0 0 0 0,0 0 1 0 0,0 0-1 0 0,0 0 0 0 0,0-1 1 0 0,0 1-1 0 0,0 0 0 0 0,0 0 1 0 0,0 0-1 0 0,0 0 0 0 0,0 0 1 0 0,1 0-1 0 0,-1 0 0 0 0,0 0 1 0 0,1 0-1 0 0,-1 0 0 0 0,1 0 1 0 0,-1 0-1 0 0,1 0 0 0 0,0 0 1 0 0,-1 0-1 0 0,1 0 0 0 0,0 0 1 0 0,0 0-1 0 0,-1 1 0 0 0,3-2 1 0 0,3-4-228 0 0,0 0 1 0 0,1 1-1 0 0,-1 0 0 0 0,1 0 1 0 0,1 0-1 0 0,13-6 0 0 0,49-16-1370 0 0,-45 19 1008 0 0,44-14-3583 0 0,75-12 0 0 0,-101 24-125 0 0,-25 6 256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18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76 92 0 0,'46'-76'14703'0'0,"-45"78"-14500"0"0,0 0-1 0 0,-1 0 0 0 0,0 0 0 0 0,1 0 1 0 0,-1-1-1 0 0,0 1 0 0 0,0 0 1 0 0,0 0-1 0 0,0 0 0 0 0,0 0 0 0 0,0 0 1 0 0,-1 2-1 0 0,-46 222 4479 0 0,9-57-3784 0 0,33-146-878 0 0,-21 144 436 0 0,23-138-798 0 0,1 1 1 0 0,2-1-1 0 0,6 50 1 0 0,-6-75 121 0 0,1 0 1 0 0,0 1 0 0 0,0-1 0 0 0,0 1 0 0 0,0-1-1 0 0,1 0 1 0 0,0 0 0 0 0,0 0 0 0 0,0 0 0 0 0,0 0-1 0 0,1 0 1 0 0,0 0 0 0 0,-1-1 0 0 0,1 1 0 0 0,1-1-1 0 0,3 4 1 0 0,-4-5-228 0 0,0-1 0 0 0,0 1 0 0 0,0-1 0 0 0,0 1 0 0 0,1-1 0 0 0,-1 0 0 0 0,0 0 0 0 0,1 0-1 0 0,-1-1 1 0 0,0 1 0 0 0,1-1 0 0 0,-1 0 0 0 0,1 0 0 0 0,-1 0 0 0 0,1 0 0 0 0,-1-1 0 0 0,1 1 0 0 0,-1-1 0 0 0,0 0 0 0 0,1 0 0 0 0,4-2-1 0 0,13-7-5652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18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175 264 804 0 0,'-32'1'2992'0'0,"0"2"0"0"0,1 0 0 0 0,-38 10 0 0 0,68-13-2963 0 0,1 1 0 0 0,-1-1 0 0 0,1 0-1 0 0,-1 0 1 0 0,0 0 0 0 0,1 0 0 0 0,-1 1 0 0 0,1-1 0 0 0,-1 0 0 0 0,1 0 0 0 0,-1 1 0 0 0,1-1 0 0 0,-1 0 0 0 0,1 1-1 0 0,0-1 1 0 0,-1 1 0 0 0,1-1 0 0 0,-1 0 0 0 0,1 1 0 0 0,0-1 0 0 0,-1 1 0 0 0,5 8 416 0 0,17 1-127 0 0,3-8-233 0 0,-1-1-1 0 0,1-1 1 0 0,0-1-1 0 0,0-1 1 0 0,24-5 0 0 0,5 0-34 0 0,52-6 5 0 0,-1-5 0 0 0,160-47-1 0 0,-250 60-67 0 0,0 0-1 0 0,0-1 1 0 0,0-1-1 0 0,-1 0 1 0 0,-1 0-1 0 0,24-19 1 0 0,-29 21 7 0 0,-1-1 0 0 0,0 0-1 0 0,-1 0 1 0 0,1-1 0 0 0,-1 1 0 0 0,-1-1-1 0 0,1 0 1 0 0,-1-1 0 0 0,0 1 0 0 0,-1-1-1 0 0,0 0 1 0 0,0 1 0 0 0,3-17 0 0 0,-5 2 23 0 0,-1 22-17 0 0,0 0-1 0 0,-1-1 0 0 0,1 1 1 0 0,0 0-1 0 0,0 0 0 0 0,0 0 1 0 0,0 0-1 0 0,0-1 0 0 0,0 1 1 0 0,-1 0-1 0 0,1 0 0 0 0,0 0 1 0 0,0 0-1 0 0,0 0 0 0 0,0 0 1 0 0,-1 0-1 0 0,1-1 0 0 0,0 1 1 0 0,0 0-1 0 0,0 0 0 0 0,-1 0 0 0 0,1 0 1 0 0,0 0-1 0 0,0 0 0 0 0,0 0 1 0 0,-1 0-1 0 0,1 0 0 0 0,0 0 1 0 0,0 0-1 0 0,0 0 0 0 0,-1 0 1 0 0,1 0-1 0 0,0 0 0 0 0,0 1 1 0 0,0-1-1 0 0,-1 0 0 0 0,1 0 1 0 0,0 0-1 0 0,0 0 0 0 0,0 0 1 0 0,0 0-1 0 0,-1 1 0 0 0,-16 17 108 0 0,-2 22 437 0 0,2 0 1 0 0,2 2-1 0 0,-20 85 1 0 0,28-102-410 0 0,-23 116 494 0 0,-14 168 0 0 0,41-291-601 0 0,0 18 565 0 0,2-27-126 0 0,1-11 63 0 0,6-20-512 0 0,0-1-1 0 0,2 1 0 0 0,0 1 1 0 0,1-1-1 0 0,1 1 1 0 0,1 1-1 0 0,1 0 1 0 0,1 1-1 0 0,1 0 0 0 0,31-33 1 0 0,-38 45-35 0 0,-1 1 0 0 0,1 0 0 0 0,0 1 0 0 0,1 0 1 0 0,-1 0-1 0 0,1 1 0 0 0,0-1 0 0 0,1 2 0 0 0,-1-1 0 0 0,0 1 1 0 0,1 1-1 0 0,14-4 0 0 0,-18 6 5 0 0,0-1-1 0 0,0 1 1 0 0,0 0 0 0 0,1 0-1 0 0,-1 1 1 0 0,0-1 0 0 0,-1 1-1 0 0,1 0 1 0 0,0 1 0 0 0,0-1-1 0 0,0 1 1 0 0,-1 0 0 0 0,1 0 0 0 0,-1 0-1 0 0,1 1 1 0 0,-1 0 0 0 0,0 0-1 0 0,0 0 1 0 0,0 0 0 0 0,0 0-1 0 0,-1 1 1 0 0,1 0 0 0 0,-1-1-1 0 0,3 6 1 0 0,-1-1 2 0 0,0 0 0 0 0,-1 0 0 0 0,0 1-1 0 0,0-1 1 0 0,-1 1 0 0 0,0 0 0 0 0,3 16 0 0 0,5 70-18 0 0,-10-73 29 0 0,1 0 0 0 0,1-1 0 0 0,9 37-1 0 0,-10-54 2 0 0,-1 0 0 0 0,1-1-1 0 0,0 1 1 0 0,0 0 0 0 0,0-1-1 0 0,0 0 1 0 0,1 1-1 0 0,-1-1 1 0 0,1 0 0 0 0,0 0-1 0 0,0-1 1 0 0,0 1 0 0 0,0-1-1 0 0,1 1 1 0 0,-1-1-1 0 0,1 0 1 0 0,-1 0 0 0 0,1 0-1 0 0,0-1 1 0 0,0 1 0 0 0,-1-1-1 0 0,1 0 1 0 0,0 0-1 0 0,0-1 1 0 0,0 1 0 0 0,0-1-1 0 0,8 0 1 0 0,5 0-42 0 0,-1-1-1 0 0,1-1 1 0 0,-1-1-1 0 0,0 0 1 0 0,24-9-1 0 0,-16 4-27 0 0,-2-1-1 0 0,1-1 1 0 0,-1-1 0 0 0,-1 0-1 0 0,0-2 1 0 0,32-26 0 0 0,-39 28 63 0 0,-1-1 1 0 0,0-1 0 0 0,-1 0 0 0 0,0-1-1 0 0,-1 0 1 0 0,-1-1 0 0 0,0 0 0 0 0,-1 0-1 0 0,13-31 1 0 0,-20 41 25 0 0,0 0 1 0 0,0 0-1 0 0,-1 0 0 0 0,1 0 0 0 0,-1 0 1 0 0,0 0-1 0 0,-1 0 0 0 0,1-1 0 0 0,-1 1 1 0 0,0 0-1 0 0,-1 0 0 0 0,1-1 0 0 0,-1 1 1 0 0,0 0-1 0 0,-2-7 0 0 0,2 10-50 0 0,-3 3 25 0 0,-2 1 16 0 0,-1 0 0 0 0,1 1 0 0 0,0-1 0 0 0,0 1 0 0 0,0 1 0 0 0,0-1 0 0 0,1 1 0 0 0,-1 0 0 0 0,1 0 0 0 0,0 0 0 0 0,0 1 0 0 0,0 0 1 0 0,1 0-1 0 0,-5 8 0 0 0,-3 3 10 0 0,1 0 1 0 0,1 1 0 0 0,-14 34-1 0 0,21-45-11 0 0,0 1 0 0 0,1 0-1 0 0,0 0 1 0 0,1 0-1 0 0,-1 0 1 0 0,1 0-1 0 0,1 0 1 0 0,-1 0-1 0 0,1 0 1 0 0,1 0-1 0 0,-1 0 1 0 0,3 10-1 0 0,-2-12-18 0 0,1 0 0 0 0,-1 0 0 0 0,1 0-1 0 0,0 0 1 0 0,1 0 0 0 0,0-1 0 0 0,-1 1-1 0 0,1-1 1 0 0,1 0 0 0 0,-1 1 0 0 0,1-1-1 0 0,-1-1 1 0 0,1 1 0 0 0,0 0 0 0 0,0-1-1 0 0,1 0 1 0 0,5 3 0 0 0,5 2-292 0 0,2 0 1 0 0,-1-1 0 0 0,1-1-1 0 0,0-1 1 0 0,27 5 0 0 0,91 8-2478 0 0,-95-13 1840 0 0,120 7-5419 0 0,-75-10 950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19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70 562 1368 0 0,'-2'3'1858'0'0,"-38"34"7618"0"0,38-34-8363 0 0,-1 0 0 0 0,-1 0 0 0 0,1-1 0 0 0,0 1 0 0 0,0-1 0 0 0,-7 3 0 0 0,17-15-1043 0 0,0 1 1 0 0,0-1 0 0 0,1 1 0 0 0,0 1 0 0 0,15-13 0 0 0,54-38-1 0 0,-37 29-26 0 0,198-163 37 0 0,-147 117-120 0 0,-47 39 66 0 0,-2-3-1 0 0,43-49 1 0 0,-84 87-37 0 0,0 1-1 0 0,1 0 1 0 0,-1 0 0 0 0,0-1-1 0 0,0 1 1 0 0,0-1 0 0 0,-1 1 0 0 0,1-1-1 0 0,0 1 1 0 0,-1-1 0 0 0,1 0-1 0 0,-1 1 1 0 0,1-3 0 0 0,-1 3 5 0 0,0 1 1 0 0,0-1 0 0 0,0 1-1 0 0,0 0 1 0 0,0-1 0 0 0,-1 1-1 0 0,1 0 1 0 0,0-1-1 0 0,0 1 1 0 0,-1 0 0 0 0,1-1-1 0 0,0 1 1 0 0,0 0 0 0 0,-1-1-1 0 0,1 1 1 0 0,0 0-1 0 0,-1 0 1 0 0,1-1 0 0 0,0 1-1 0 0,-1 0 1 0 0,1 0 0 0 0,0 0-1 0 0,-1-1 1 0 0,1 1-1 0 0,-1 0 1 0 0,1 0 0 0 0,0 0-1 0 0,-1 0 1 0 0,1 0-1 0 0,-1 0 1 0 0,1 0 0 0 0,-1 0-1 0 0,-5 0-19 0 0,1 1-1 0 0,-1-1 0 0 0,1 1 0 0 0,0 0 0 0 0,-10 4 1 0 0,4-1-1 0 0,1 0 1 0 0,0 0 0 0 0,0 1-1 0 0,0 1 1 0 0,1-1 0 0 0,-1 2 0 0 0,2-1-1 0 0,-1 1 1 0 0,-9 10 0 0 0,14-12 16 0 0,0-1 1 0 0,0 1 0 0 0,0 0-1 0 0,1 0 1 0 0,0 0 0 0 0,0 0-1 0 0,0 0 1 0 0,1 1-1 0 0,0 0 1 0 0,0-1 0 0 0,0 1-1 0 0,1 0 1 0 0,0 0 0 0 0,0 0-1 0 0,0-1 1 0 0,1 1 0 0 0,0 0-1 0 0,1 10 1 0 0,3 3 2 0 0,1-1 0 0 0,1 0 0 0 0,0-1 0 0 0,2 1-1 0 0,18 31 1 0 0,-7-13 5 0 0,0-4-22 0 0,-15-26 65 0 0,0 1 0 0 0,0-1 0 0 0,0 1 0 0 0,-1-1 0 0 0,0 1 0 0 0,0 0 1 0 0,0 0-1 0 0,-1 1 0 0 0,0-1 0 0 0,-1 0 0 0 0,0 1 0 0 0,1 14 0 0 0,-3-18 60 0 0,1 0 0 0 0,-1 0 0 0 0,0 0 0 0 0,-1 1 0 0 0,1-1 0 0 0,-1-1 0 0 0,1 1 0 0 0,-1 0 0 0 0,0 0 0 0 0,-1-1 0 0 0,1 1 0 0 0,0-1 0 0 0,-1 1 0 0 0,0-1 0 0 0,0 0-1 0 0,0 0 1 0 0,0-1 0 0 0,-1 1 0 0 0,1-1 0 0 0,-1 1 0 0 0,1-1 0 0 0,-1 0 0 0 0,0 0 0 0 0,0-1 0 0 0,0 1 0 0 0,0-1 0 0 0,0 0 0 0 0,-5 1 0 0 0,-7 1 49 0 0,-1-2 0 0 0,0 0 1 0 0,0-1-1 0 0,0 0 0 0 0,0-1 1 0 0,0-1-1 0 0,0-1 0 0 0,-31-9 1 0 0,47 12-270 0 0,-1-1 0 0 0,1 1 0 0 0,-1 0 0 0 0,1-1 0 0 0,-1 1 0 0 0,1-1 0 0 0,-1 0 0 0 0,1 1 0 0 0,0-1 0 0 0,-1 0 0 0 0,1 0 0 0 0,0 0 0 0 0,-1 0 0 0 0,1 0 0 0 0,0 0 0 0 0,0 0 0 0 0,0-1 0 0 0,0 1 0 0 0,0 0 0 0 0,0-1 0 0 0,1 1 0 0 0,-2-2 0 0 0,2 1-50 0 0,0 0-1 0 0,-1 0 0 0 0,1 1 0 0 0,1-1 1 0 0,-1 0-1 0 0,0 0 0 0 0,0 0 0 0 0,1 1 1 0 0,-1-1-1 0 0,1 0 0 0 0,-1 1 0 0 0,1-1 1 0 0,0 0-1 0 0,-1 1 0 0 0,1-1 0 0 0,2-1 1 0 0,3-6-1811 0 0,1 0 0 0 0,1 0 0 0 0,0 1 0 0 0,13-10 0 0 0,1-1-5384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20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267 163 2788 0 0,'19'17'11106'0'0,"-17"-12"-10475"0"0,-1-2-516 0 0,0 0 0 0 0,-1-1 0 0 0,1 1 0 0 0,0 0 1 0 0,1-1-1 0 0,-1 1 0 0 0,0-1 0 0 0,1 1 0 0 0,0-1 0 0 0,-1 0 0 0 0,1 1 0 0 0,0-1 0 0 0,0 0 0 0 0,0 0 0 0 0,1 0 0 0 0,-1-1 0 0 0,0 1 0 0 0,1-1 1 0 0,-1 1-1 0 0,1-1 0 0 0,-1 0 0 0 0,1 1 0 0 0,4 0 0 0 0,41 10 206 0 0,-37-11-265 0 0,1 0-1 0 0,0-1 0 0 0,0 0 1 0 0,0-1-1 0 0,0 0 0 0 0,0-1 1 0 0,21-6-1 0 0,-25 5-36 0 0,-1 0 0 0 0,0-1 1 0 0,0 0-1 0 0,0 0 0 0 0,0 0 0 0 0,-1-1 1 0 0,1 0-1 0 0,-1-1 0 0 0,0 1 0 0 0,-1-1 0 0 0,0 0 1 0 0,0-1-1 0 0,8-11 0 0 0,-10 13-16 0 0,0-1 1 0 0,0 1-1 0 0,0-1 0 0 0,-1 0 0 0 0,0 1 1 0 0,0-1-1 0 0,-1-1 0 0 0,1 1 0 0 0,-1 0 0 0 0,0 0 1 0 0,-1 0-1 0 0,0-1 0 0 0,0 1 0 0 0,0 0 1 0 0,-1 0-1 0 0,0 0 0 0 0,0-1 0 0 0,-3-8 1 0 0,4 13-7 0 0,-1 0-1 0 0,0 0 1 0 0,0 0 0 0 0,0 1 0 0 0,0-1 0 0 0,0 0 0 0 0,0 0 0 0 0,-1 1 0 0 0,1-1-1 0 0,-1 1 1 0 0,1-1 0 0 0,-1 1 0 0 0,1 0 0 0 0,-1-1 0 0 0,0 1 0 0 0,0 0 0 0 0,1 0 0 0 0,-4-1-1 0 0,1 1 34 0 0,0 0-1 0 0,1 0 0 0 0,-1 1 0 0 0,0-1 0 0 0,0 1 0 0 0,1 0 0 0 0,-1 0 0 0 0,0 0 1 0 0,-6 1-1 0 0,-4 3 163 0 0,0-1 0 0 0,1 2 1 0 0,0 0-1 0 0,-19 10 0 0 0,-7 6 224 0 0,1 1 0 0 0,1 3 0 0 0,2 1-1 0 0,0 1 1 0 0,2 2 0 0 0,1 1 0 0 0,2 2 0 0 0,-35 44-1 0 0,52-59-345 0 0,0 1-1 0 0,1 0 0 0 0,1 1 0 0 0,1 0 1 0 0,0 0-1 0 0,1 1 0 0 0,2 0 0 0 0,0 1 0 0 0,1 0 1 0 0,-5 31-1 0 0,10-47-68 0 0,1-1 0 0 0,0 1 0 0 0,0-1 0 0 0,0 1 1 0 0,1-1-1 0 0,-1 1 0 0 0,1-1 0 0 0,0 1 0 0 0,1-1 0 0 0,-1 0 0 0 0,1 1 0 0 0,-1-1 1 0 0,1 0-1 0 0,5 7 0 0 0,-3-6-134 0 0,0 0 1 0 0,0-1-1 0 0,1 0 0 0 0,-1 0 1 0 0,1 0-1 0 0,0 0 0 0 0,0-1 1 0 0,0 0-1 0 0,0 0 1 0 0,6 3-1 0 0,5 0-504 0 0,0-1 1 0 0,1 0-1 0 0,-1-1 0 0 0,1-1 1 0 0,-1-1-1 0 0,1 0 0 0 0,21-1 1 0 0,12-3-1915 0 0,0-2 0 0 0,-1-2 1 0 0,86-22-1 0 0,-68 8-2386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22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175 212 1384 0 0,'14'-19'2877'0'0,"-2"-1"-1"0"0,0 0 1 0 0,-1-1-1 0 0,-1 0 1 0 0,8-26-1 0 0,-18 47-2778 0 0,0-1-1 0 0,1 1 1 0 0,-1-1 0 0 0,0 1-1 0 0,0-1 1 0 0,1 1-1 0 0,-1 0 1 0 0,0-1 0 0 0,0 1-1 0 0,0-1 1 0 0,0 1 0 0 0,0-1-1 0 0,0 1 1 0 0,0-1-1 0 0,0 1 1 0 0,0-1 0 0 0,0 1-1 0 0,0-1 1 0 0,0 1 0 0 0,0-1-1 0 0,0 1 1 0 0,0-1-1 0 0,-1 1 1 0 0,1-1 0 0 0,0 1-1 0 0,0-1 1 0 0,0 1 0 0 0,-1-1-1 0 0,-12 3 734 0 0,-18 19 168 0 0,14-3-436 0 0,0 0 0 0 0,1 1 1 0 0,-24 37-1 0 0,-30 71 75 0 0,61-109-573 0 0,1 0-1 0 0,1 1 1 0 0,0 0-1 0 0,-4 27 1 0 0,9-40-152 0 0,1 1 0 0 0,0-1 0 0 0,0 1-1 0 0,1 0 1 0 0,0 0 0 0 0,0-1 0 0 0,1 1 0 0 0,-1 0 0 0 0,2-1 0 0 0,-1 1 0 0 0,1-1 0 0 0,0 1-1 0 0,0-1 1 0 0,0 0 0 0 0,1 0 0 0 0,6 11 0 0 0,-6-14-114 0 0,0 0 0 0 0,0 0 1 0 0,1-1-1 0 0,-1 1 0 0 0,1-1 0 0 0,0 0 0 0 0,-1 1 1 0 0,1-2-1 0 0,0 1 0 0 0,0 0 0 0 0,0-1 1 0 0,0 0-1 0 0,1 1 0 0 0,-1-2 0 0 0,0 1 0 0 0,0 0 1 0 0,1-1-1 0 0,5 0 0 0 0,4 0-544 0 0,0-1-1 0 0,0 0 1 0 0,0-1-1 0 0,18-5 1 0 0,-10 0 230 0 0,0-1 1 0 0,0-1-1 0 0,0-1 0 0 0,-1-1 0 0 0,-1-1 1 0 0,0-1-1 0 0,-1 0 0 0 0,0-2 1 0 0,-1 0-1 0 0,19-20 0 0 0,10-16 1768 0 0,-3-2 0 0 0,44-68 0 0 0,-49 62 1977 0 0,-39 59-3198 0 0,0 0 0 0 0,0-1 0 0 0,1 1 0 0 0,-1-1 0 0 0,0 1 0 0 0,0 0 1 0 0,0-1-1 0 0,0 1 0 0 0,1 0 0 0 0,-1-1 0 0 0,0 1 0 0 0,0 0 0 0 0,1 0 0 0 0,-1-1 0 0 0,0 1 1 0 0,1 0-1 0 0,-1 0 0 0 0,0-1 0 0 0,1 1 0 0 0,-1 0 0 0 0,0 0 0 0 0,1 0 0 0 0,-1 0 1 0 0,0-1-1 0 0,1 1 0 0 0,-1 0 0 0 0,0 0 0 0 0,1 0 0 0 0,-1 0 0 0 0,1 0 0 0 0,0 1 15 0 0,-1-1-1 0 0,0 1 0 0 0,1-1 1 0 0,-1 1-1 0 0,0-1 0 0 0,0 1 1 0 0,1-1-1 0 0,-1 1 0 0 0,0 0 0 0 0,0-1 1 0 0,0 1-1 0 0,0-1 0 0 0,0 1 1 0 0,0 0-1 0 0,0-1 0 0 0,0 1 1 0 0,0-1-1 0 0,0 1 0 0 0,0 0 1 0 0,0 0-1 0 0,-5 29 736 0 0,-10 39 1 0 0,-4 21-247 0 0,16-71-460 0 0,0 0 0 0 0,2 0-1 0 0,0 0 1 0 0,2-1 0 0 0,2 21 0 0 0,-3-35-60 0 0,1 1 0 0 0,0-1 0 0 0,0 0 0 0 0,0 1 0 0 0,1-1 0 0 0,-1 0 0 0 0,1 0 0 0 0,0 0 0 0 0,0 0 0 0 0,1 0 0 0 0,-1 0 0 0 0,1-1 0 0 0,-1 1 0 0 0,1-1 0 0 0,1 0 0 0 0,-1 0 0 0 0,0 0 0 0 0,1 0 0 0 0,-1 0 0 0 0,1-1 1 0 0,0 1-1 0 0,0-1 0 0 0,0 0 0 0 0,0-1 0 0 0,0 1 0 0 0,0-1 0 0 0,6 2 0 0 0,0-1-1 0 0,0-1 0 0 0,0 0 0 0 0,0 0 0 0 0,0-1 0 0 0,0 0 0 0 0,-1-1 1 0 0,1 0-1 0 0,0-1 0 0 0,0 0 0 0 0,11-3 0 0 0,-7 0-8 0 0,0-1 0 0 0,-1 0-1 0 0,1-1 1 0 0,-1-1 0 0 0,-1 0 0 0 0,16-12 0 0 0,-11 5-17 0 0,0 0 1 0 0,-1-1-1 0 0,-1 0 1 0 0,-1-1-1 0 0,0-1 1 0 0,-2 0-1 0 0,0-1 1 0 0,-1-1-1 0 0,10-22 1 0 0,-17 33-6 0 0,-1-1 0 0 0,0-1 0 0 0,0 1 0 0 0,-1 0 0 0 0,0-1 0 0 0,0-18 0 0 0,-2 23 1 0 0,0 0 1 0 0,0 0-1 0 0,-1-1 1 0 0,0 1-1 0 0,0 0 1 0 0,-1 0-1 0 0,0 0 1 0 0,0 0-1 0 0,0 0 0 0 0,-1 1 1 0 0,0-1-1 0 0,-5-8 1 0 0,0 3-17 0 0,-1 1 0 0 0,0 0 1 0 0,-1 1-1 0 0,0 0 0 0 0,-1 0 1 0 0,1 1-1 0 0,-2 0 0 0 0,1 1 1 0 0,-16-7-1 0 0,16 9-340 0 0,0 0-1 0 0,-1 1 1 0 0,1 1-1 0 0,-18-3 1 0 0,20 4-392 0 0,0 1 0 0 0,0 1 1 0 0,0 0-1 0 0,0 0 0 0 0,0 1 1 0 0,-12 2-1 0 0,-4 6-6143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23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0 836 540 0 0,'6'-9'1753'0'0,"-1"1"1"0"0,1 0-1 0 0,9-9 1 0 0,-10 12-1110 0 0,0 0 0 0 0,1 0 0 0 0,0 0 0 0 0,0 1 0 0 0,0 0 0 0 0,1 0 0 0 0,11-5 0 0 0,-14 8-481 0 0,0 1 0 0 0,1-1 1 0 0,-1 1-1 0 0,0 0 0 0 0,0 0 1 0 0,0 0-1 0 0,0 1 0 0 0,0-1 0 0 0,1 1 1 0 0,-1 0-1 0 0,0 0 0 0 0,0 1 0 0 0,0-1 1 0 0,-1 1-1 0 0,1 0 0 0 0,0 0 1 0 0,-1 0-1 0 0,1 0 0 0 0,3 4 0 0 0,1 0 95 0 0,-1 1 0 0 0,0 0 1 0 0,0 0-1 0 0,-1 1 0 0 0,0 0 0 0 0,0 0 0 0 0,-1 1 0 0 0,0-1 0 0 0,0 1 0 0 0,4 15 0 0 0,-2-5 59 0 0,-1 1 0 0 0,-1-1 1 0 0,-1 1-1 0 0,1 24 1 0 0,-4-31-106 0 0,-1 1 1 0 0,0-1-1 0 0,-2 0 1 0 0,-4 25-1 0 0,-19 51 786 0 0,15-53-217 0 0,10-35-748 0 0,0-1 0 0 0,-1 0 0 0 0,1 1 1 0 0,0-1-1 0 0,0 1 0 0 0,0-1 0 0 0,0 0 0 0 0,0 1 0 0 0,-1-1 0 0 0,1 1 0 0 0,0-1 1 0 0,0 0-1 0 0,-1 1 0 0 0,1-1 0 0 0,0 0 0 0 0,-1 1 0 0 0,1-1 0 0 0,0 0 0 0 0,-1 0 1 0 0,1 1-1 0 0,0-1 0 0 0,-1 0 0 0 0,1 0 0 0 0,0 0 0 0 0,-1 0 0 0 0,1 1 0 0 0,-1-1 1 0 0,0-1-27 0 0,0 0 1 0 0,1 0-1 0 0,-1 0 1 0 0,0 0-1 0 0,1 0 1 0 0,-1 0-1 0 0,1 0 1 0 0,0 0-1 0 0,-1 0 1 0 0,1-1 0 0 0,0 1-1 0 0,0 0 1 0 0,-1 0-1 0 0,1 0 1 0 0,0 0-1 0 0,0 0 1 0 0,0-1-1 0 0,1 1 1 0 0,-1 0-1 0 0,0 0 1 0 0,0 0 0 0 0,1-1-1 0 0,0-3 12 0 0,1-9-18 0 0,0 0 1 0 0,0 0-1 0 0,2 0 0 0 0,0 0 0 0 0,10-23 0 0 0,-3 13-33 0 0,1 0-1 0 0,18-25 1 0 0,-15 27 2 0 0,2 1 0 0 0,0 0 0 0 0,1 1 0 0 0,40-34 0 0 0,-47 45 5 0 0,1 0-1 0 0,0 1 0 0 0,0 1 1 0 0,1 0-1 0 0,0 0 0 0 0,0 1 0 0 0,0 1 1 0 0,1 0-1 0 0,0 1 0 0 0,27-4 1 0 0,-35 7 17 0 0,1 0 1 0 0,0 1 0 0 0,0 0 0 0 0,-1 1 0 0 0,1-1 0 0 0,0 2 0 0 0,0-1 0 0 0,-1 0 0 0 0,1 1 0 0 0,-1 0 0 0 0,0 1 0 0 0,8 3-1 0 0,-11-4 19 0 0,1 1 0 0 0,-1-1 0 0 0,1 1 0 0 0,-1 0 0 0 0,0 0 0 0 0,0 0 0 0 0,0 0-1 0 0,0 0 1 0 0,0 1 0 0 0,-1 0 0 0 0,0-1 0 0 0,1 1 0 0 0,-2 0 0 0 0,1 0 0 0 0,0 0-1 0 0,-1 0 1 0 0,1 0 0 0 0,-1 1 0 0 0,1 7 0 0 0,-1 6-2 0 0,-1 1 0 0 0,-1 0 0 0 0,0-1 0 0 0,-1 0 0 0 0,-1 1 0 0 0,-1-1 0 0 0,-7 21 0 0 0,0 3-715 0 0,8-28 9 0 0,0-1-401 0 0,0 0-1 0 0,-2 26 1 0 0,5-35 383 0 0,0 0-1 0 0,0 0 1 0 0,0 0-1 0 0,1 0 1 0 0,-1 0-1 0 0,1-1 1 0 0,0 1 0 0 0,0 0-1 0 0,1 0 1 0 0,-1-1-1 0 0,1 1 1 0 0,0-1-1 0 0,0 0 1 0 0,4 6-1 0 0</inkml:trace>
  <inkml:trace contextRef="#ctx0" brushRef="#br0" timeOffset="1">1425 1012 1792 0 0,'13'-19'2624'0'0,"-2"3"-291"0"0,0-1 1 0 0,-1 0 0 0 0,9-21 0 0 0,-17 33-1935 0 0,0-1 0 0 0,0 1 1 0 0,0 0-1 0 0,-1-1 0 0 0,0 1 1 0 0,0 0-1 0 0,-1-1 0 0 0,0 0 1 0 0,1 1-1 0 0,-2-1 0 0 0,1 1 1 0 0,-1-1-1 0 0,0 1 0 0 0,0 0 1 0 0,0-1-1 0 0,-3-6 0 0 0,3 11-343 0 0,0-1 1 0 0,0 0-1 0 0,0 0 0 0 0,0 0 0 0 0,-1 1 0 0 0,1-1 1 0 0,0 1-1 0 0,-1-1 0 0 0,1 1 0 0 0,-1 0 0 0 0,0-1 0 0 0,1 1 1 0 0,-1 0-1 0 0,0 0 0 0 0,0 0 0 0 0,0 0 0 0 0,0 0 1 0 0,0 1-1 0 0,0-1 0 0 0,0 1 0 0 0,0-1 0 0 0,0 1 1 0 0,0-1-1 0 0,0 1 0 0 0,0 0 0 0 0,0 0 0 0 0,0 0 0 0 0,0 1 1 0 0,0-1-1 0 0,-3 1 0 0 0,-5 1 39 0 0,-1 0 0 0 0,1 1-1 0 0,0 1 1 0 0,-17 7 0 0 0,-1 3-41 0 0,2 2 0 0 0,0 0 0 0 0,0 2 0 0 0,2 1-1 0 0,0 0 1 0 0,1 2 0 0 0,2 1 0 0 0,0 1 0 0 0,1 0 0 0 0,-21 34 0 0 0,35-49-46 0 0,1 1 0 0 0,1-1 0 0 0,0 1 0 0 0,0 0-1 0 0,1 0 1 0 0,0 0 0 0 0,-2 12 0 0 0,4-18-3 0 0,0 0 1 0 0,1 0 0 0 0,0 0-1 0 0,0-1 1 0 0,0 1-1 0 0,0 0 1 0 0,0 0-1 0 0,0 0 1 0 0,1 0 0 0 0,-1 0-1 0 0,1 0 1 0 0,0 0-1 0 0,0 0 1 0 0,0-1-1 0 0,0 1 1 0 0,1 0 0 0 0,-1-1-1 0 0,1 1 1 0 0,-1-1-1 0 0,1 0 1 0 0,0 1-1 0 0,0-1 1 0 0,0 0 0 0 0,0 0-1 0 0,1 0 1 0 0,-1 0-1 0 0,5 2 1 0 0,0 0-21 0 0,-1-1-1 0 0,1 0 1 0 0,1 0 0 0 0,-1-1-1 0 0,0 1 1 0 0,1-2 0 0 0,-1 1-1 0 0,1-1 1 0 0,0 0 0 0 0,-1-1 0 0 0,15 0-1 0 0,-9-2-23 0 0,-1 0-1 0 0,0 0 0 0 0,0-1 0 0 0,0-1 0 0 0,0 0 1 0 0,19-10-1 0 0,-4-1-63 0 0,-2-1-1 0 0,1-1 1 0 0,-2-1-1 0 0,0-2 1 0 0,24-26 0 0 0,1-6-69 0 0,-3-2 0 0 0,-2-2 1 0 0,-2-2-1 0 0,-3-2 0 0 0,34-70 0 0 0,-28 35 248 0 0,-4-1-1 0 0,52-184 0 0 0,-90 270-4 0 0,32-144 1792 0 0,-35 154-1858 0 0,0-13 132 0 0,0 13-134 0 0,0 0 1 0 0,0-1-1 0 0,0 1 1 0 0,0 0-1 0 0,0 0 0 0 0,0-1 1 0 0,0 1-1 0 0,0 0 1 0 0,0 0-1 0 0,0-1 1 0 0,0 1-1 0 0,0 0 1 0 0,0 0-1 0 0,0-1 1 0 0,0 1-1 0 0,0 0 1 0 0,0 0-1 0 0,0 0 0 0 0,0-1 1 0 0,0 1-1 0 0,0 0 1 0 0,-1 0-1 0 0,1-1 1 0 0,0 1-1 0 0,0 0 1 0 0,0 0-1 0 0,0 0 1 0 0,-1-1-1 0 0,1 1 1 0 0,0 0-1 0 0,0 0 1 0 0,0 0-1 0 0,-1 0 0 0 0,1 0 1 0 0,0-1-1 0 0,0 1 1 0 0,0 0-1 0 0,-1 0 1 0 0,1 0-1 0 0,0 0 1 0 0,0 0-1 0 0,-1 0 1 0 0,1 0-1 0 0,0 0 1 0 0,0 0-1 0 0,-1 0 0 0 0,1 0 1 0 0,0 0-1 0 0,-1 0 1 0 0,-10 9 42 0 0,0 1 0 0 0,0 0-1 0 0,1 1 1 0 0,1 0 0 0 0,0 0 0 0 0,0 1 0 0 0,-8 17-1 0 0,-48 97 310 0 0,39-64-131 0 0,3 0-1 0 0,2 2 0 0 0,-22 114 0 0 0,36-133-137 0 0,1 1 0 0 0,3 0-1 0 0,1 0 1 0 0,3 0 0 0 0,1 0-1 0 0,12 61 1 0 0,-11-92-216 0 0,1 1-1 0 0,0-1 1 0 0,1 1-1 0 0,1-2 1 0 0,0 1-1 0 0,1 0 0 0 0,10 13 1 0 0,-9-17-203 0 0,0-1 0 0 0,0 0 0 0 0,1 0 0 0 0,1-1 0 0 0,-1 0 0 0 0,1-1 0 0 0,1 0 0 0 0,0-1 0 0 0,14 8 0 0 0,-7-6-566 0 0,2 0 1 0 0,-1-1 0 0 0,1-1 0 0 0,27 5 0 0 0,-22-7-2588 0 0,38 3 0 0 0,-3-5-4416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12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342 860 720 0 0,'-8'6'2776'0'0,"2"-1"-795"0"0,-1 1 1 0 0,1 0-1 0 0,0 0 1 0 0,-10 13-1 0 0,15-17-1861 0 0,0 1 0 0 0,-1-1 0 0 0,1 1 0 0 0,0 0 0 0 0,0-1 1 0 0,0 1-1 0 0,1 0 0 0 0,-1 0 0 0 0,1 0 0 0 0,-1-1 0 0 0,1 1 0 0 0,0 0 0 0 0,0 0 0 0 0,0 0 0 0 0,1 0 0 0 0,-1 0 1 0 0,1-1-1 0 0,1 5 0 0 0,-2-6-95 0 0,1 1 0 0 0,0-1 1 0 0,-1 0-1 0 0,1 1 1 0 0,0-1-1 0 0,0 0 0 0 0,0 0 1 0 0,0 0-1 0 0,0 0 0 0 0,0 0 1 0 0,0 0-1 0 0,0 0 0 0 0,0 0 1 0 0,1 0-1 0 0,-1 0 1 0 0,0-1-1 0 0,1 1 0 0 0,-1-1 1 0 0,0 1-1 0 0,1-1 0 0 0,-1 1 1 0 0,1-1-1 0 0,-1 0 0 0 0,2 1 1 0 0,4-1 3 0 0,0 1 0 0 0,0-2 0 0 0,-1 1 0 0 0,1-1-1 0 0,0 1 1 0 0,0-2 0 0 0,-1 1 0 0 0,1-1 0 0 0,-1 0 0 0 0,0-1 0 0 0,1 1 0 0 0,-1-1 0 0 0,0 0 0 0 0,0-1 0 0 0,-1 1 0 0 0,1-1 0 0 0,-1-1-1 0 0,0 1 1 0 0,0-1 0 0 0,6-6 0 0 0,-2-1-12 0 0,0 0 0 0 0,-1 0 0 0 0,-1 0-1 0 0,0-1 1 0 0,0 0 0 0 0,-2-1 0 0 0,9-26 0 0 0,-8 14-5 0 0,0 0 1 0 0,-2-1-1 0 0,2-36 1 0 0,-6 52-28 0 0,0-1 1 0 0,0 1-1 0 0,-3-15 0 0 0,2 22-1 0 0,0 0 0 0 0,0 0 0 0 0,0 0 0 0 0,0 0 0 0 0,-1 0 0 0 0,0 0 0 0 0,0 1 0 0 0,0-1 0 0 0,0 1 0 0 0,0 0 0 0 0,-6-7 0 0 0,2 9-34 0 0,-2 1 38 0 0,0 1 0 0 0,0-1 0 0 0,0 2 0 0 0,0-1 0 0 0,1 1 0 0 0,-1 1 0 0 0,0-1 0 0 0,1 1 0 0 0,0 1 0 0 0,0-1 0 0 0,0 1 0 0 0,0 0 0 0 0,0 1-1 0 0,1 0 1 0 0,-10 9 0 0 0,-11 12 52 0 0,1 1-1 0 0,-24 31 0 0 0,45-51-26 0 0,-128 173 282 0 0,106-138-213 0 0,3 1 0 0 0,-30 70 1 0 0,48-97-46 0 0,0 1 1 0 0,1 0 0 0 0,0 0 0 0 0,-4 35 0 0 0,9-48-25 0 0,-1 1 0 0 0,1-1 0 0 0,0 0 0 0 0,0 1 0 0 0,1-1-1 0 0,-1 0 1 0 0,1 1 0 0 0,0-1 0 0 0,0 0 0 0 0,0 0 0 0 0,1 0 0 0 0,-1 0 0 0 0,1 0 0 0 0,0 0 0 0 0,0 0 0 0 0,1 0 0 0 0,-1-1 0 0 0,1 1-1 0 0,-1-1 1 0 0,1 0 0 0 0,0 1 0 0 0,1-2 0 0 0,-1 1 0 0 0,0 0 0 0 0,7 3 0 0 0,0-1 1 0 0,1-1 0 0 0,0 0 0 0 0,0-1 0 0 0,0 0 1 0 0,0-1-1 0 0,1 0 0 0 0,-1 0 0 0 0,1-1 0 0 0,11-1 0 0 0,12-1-120 0 0,60-11 0 0 0,-56 6-173 0 0,-1-3 1 0 0,-1 0-1 0 0,0-3 0 0 0,0-1 1 0 0,-1-2-1 0 0,-1-1 1 0 0,0-2-1 0 0,-2-1 1 0 0,0-2-1 0 0,-1-1 1 0 0,-1-2-1 0 0,35-33 1 0 0,-19 7-3 0 0,-2-1 0 0 0,-2-2 0 0 0,-3-2 0 0 0,-2-2 0 0 0,44-88 0 0 0,-47 72 533 0 0,-3-2 0 0 0,-4 0 1 0 0,-3-2-1 0 0,20-104 1 0 0,-40 155 64 0 0,3-13 482 0 0,-1 1 1 0 0,1-46-1 0 0,-8 83-796 0 0,0 1-1 0 0,0-1 1 0 0,0 1-1 0 0,0-1 1 0 0,0 1-1 0 0,0-1 1 0 0,0 1-1 0 0,0-1 1 0 0,0 1-1 0 0,0 0 1 0 0,0-1-1 0 0,0 1 1 0 0,0-1-1 0 0,0 1 1 0 0,-1-1-1 0 0,1 1 1 0 0,0-1-1 0 0,0 1 1 0 0,-1-1-1 0 0,1 1 1 0 0,0 0-1 0 0,0-1 1 0 0,-1 0-1 0 0,-7 7 44 0 0,-7 20 42 0 0,15-25-84 0 0,-59 128 1230 0 0,-66 213-1 0 0,87-220-640 0 0,5 2 1 0 0,-26 192-1 0 0,56-291-498 0 0,1 1 0 0 0,1 0-1 0 0,1 0 1 0 0,7 49-1 0 0,-6-68-89 0 0,1-1 0 0 0,-1 1 0 0 0,1-1-1 0 0,0 1 1 0 0,1-1 0 0 0,-1 0 0 0 0,1 0-1 0 0,1 0 1 0 0,-1 0 0 0 0,1-1 0 0 0,0 1-1 0 0,0-1 1 0 0,0 0 0 0 0,1 0 0 0 0,0-1-1 0 0,0 1 1 0 0,0-1 0 0 0,1 0 0 0 0,-1 0 0 0 0,1-1-1 0 0,0 0 1 0 0,0 0 0 0 0,0 0 0 0 0,7 2-1 0 0,-2-2-140 0 0,0 0-1 0 0,1-1 1 0 0,-1 0-1 0 0,1-1 1 0 0,0 0-1 0 0,-1-1 1 0 0,1 0-1 0 0,0-1 1 0 0,-1 0-1 0 0,23-6 1 0 0,-18 2-23 0 0,-1-1 0 0 0,1 0 1 0 0,-1-1-1 0 0,0 0 1 0 0,-1-2-1 0 0,27-19 0 0 0,-14 6 20 0 0,-1-2-1 0 0,-1-1 0 0 0,-1-2 0 0 0,-1 0 1 0 0,-2-1-1 0 0,29-49 0 0 0,-35 48 321 0 0,-1 0-1 0 0,-2-1 1 0 0,0-1-1 0 0,-2 0 1 0 0,-2 0 0 0 0,0-1-1 0 0,-3 0 1 0 0,4-51-1 0 0,-9 61-147 0 0,-2 19-34 0 0,2 1-17 0 0,-4 3 3 0 0,-2 1 9 0 0,0 1 0 0 0,1 0 0 0 0,-1 0 0 0 0,1 1 0 0 0,0-1 0 0 0,0 1 0 0 0,0 0-1 0 0,1 0 1 0 0,-1 1 0 0 0,1-1 0 0 0,0 1 0 0 0,-3 5 0 0 0,-10 14 39 0 0,-17 31-1 0 0,15-20-5 0 0,1 0 0 0 0,-20 60 0 0 0,33-79 0 0 0,0-1 0 0 0,1 2 0 0 0,1-1 0 0 0,1 0 0 0 0,0 1 0 0 0,1-1 0 0 0,1 1 0 0 0,3 30 0 0 0,-2-41-11 0 0,1 0 0 0 0,-1 1-1 0 0,1-1 1 0 0,1 0 0 0 0,-1 0-1 0 0,1 0 1 0 0,0 0 0 0 0,0 0 0 0 0,1-1-1 0 0,0 0 1 0 0,0 1 0 0 0,0-1 0 0 0,7 6-1 0 0,-3-5-106 0 0,-1 0 0 0 0,1 0 0 0 0,0-1-1 0 0,1 0 1 0 0,-1 0 0 0 0,1-1 0 0 0,0-1 0 0 0,13 5-1 0 0,-4-4-285 0 0,0 0 0 0 0,1-1 0 0 0,-1-1 0 0 0,0 0 0 0 0,1-2 0 0 0,-1 0 0 0 0,1-1 0 0 0,-1-1 0 0 0,21-5-1 0 0,-23 3 103 0 0,1-2 0 0 0,-1 0 0 0 0,-1 0 0 0 0,1-2 0 0 0,-1 0-1 0 0,-1 0 1 0 0,1-2 0 0 0,-2 0 0 0 0,1 0 0 0 0,-1-1-1 0 0,-1-1 1 0 0,0 0 0 0 0,0-1 0 0 0,16-24 0 0 0,2-9 549 0 0,-3 0 0 0 0,-2-2 0 0 0,25-64 0 0 0,-26 46 1428 0 0,-17 45-1128 0 0,1 0-1 0 0,14-27 0 0 0,-21 45-488 0 0,13 9-37 0 0,-12-5-42 0 0,2 4 12 0 0,5 45 231 0 0,4 85 1 0 0,-12-105-101 0 0,-2 0 0 0 0,-1 0 0 0 0,-1 0 0 0 0,-9 39 1 0 0,11-66-101 0 0,0 0 1 0 0,0 0 0 0 0,0 0-1 0 0,0-1 1 0 0,0 1 0 0 0,-1 0 0 0 0,1-1-1 0 0,-1 1 1 0 0,0-1 0 0 0,1 0-1 0 0,-1 1 1 0 0,0-1 0 0 0,-1 0 0 0 0,1 0-1 0 0,-4 3 1 0 0,4-4 8 0 0,-1-2-8 0 0,-18-9-25 0 0,19 3-43 0 0,1 4 11 0 0,-1-5-33 0 0,0 0 0 0 0,0 0 0 0 0,1 0 0 0 0,0-1 0 0 0,0 1-1 0 0,1 0 1 0 0,0 0 0 0 0,0-1 0 0 0,1 1 0 0 0,0 0 0 0 0,4-12 0 0 0,-1 3-13 0 0,2 0 1 0 0,0 0 0 0 0,0 0-1 0 0,12-19 1 0 0,-13 26 27 0 0,1 0-1 0 0,1 1 1 0 0,0 0 0 0 0,0 0 0 0 0,1 0 0 0 0,0 1 0 0 0,0 0 0 0 0,1 1 0 0 0,0 0 0 0 0,11-7 0 0 0,-16 11 13 0 0,0 1 1 0 0,1 0 0 0 0,0 0-1 0 0,0 0 1 0 0,-1 0 0 0 0,1 1-1 0 0,0-1 1 0 0,0 1-1 0 0,0 1 1 0 0,0-1 0 0 0,1 1-1 0 0,-1 0 1 0 0,0 0 0 0 0,0 0-1 0 0,0 1 1 0 0,0-1 0 0 0,0 1-1 0 0,0 0 1 0 0,0 1-1 0 0,0-1 1 0 0,0 1 0 0 0,-1 0-1 0 0,1 1 1 0 0,8 4 0 0 0,-1 2-13 0 0,-1 0 0 0 0,0 1 1 0 0,0 0-1 0 0,-1 1 1 0 0,-1 0-1 0 0,0 0 0 0 0,0 1 1 0 0,-1 0-1 0 0,9 19 1 0 0,-6-8 100 0 0,-1 0 0 0 0,0 1 1 0 0,-2 0-1 0 0,7 37 0 0 0,-13-34 449 0 0,-1-27-506 0 0,-1 1-1 0 0,0 0 0 0 0,0 0 1 0 0,0 0-1 0 0,0 0 0 0 0,0 0 1 0 0,0 0-1 0 0,0 0 1 0 0,0 0-1 0 0,0 0 0 0 0,0 0 1 0 0,-1-1-1 0 0,1 1 0 0 0,0 0 1 0 0,-1 0-1 0 0,1 0 1 0 0,0 0-1 0 0,-1 0 0 0 0,1-1 1 0 0,-2 2-1 0 0,2-2-15 0 0,-1 0-1 0 0,1 0 1 0 0,0-1 0 0 0,-1 1-1 0 0,1 0 1 0 0,-1 0-1 0 0,1 0 1 0 0,0-1 0 0 0,-1 1-1 0 0,1 0 1 0 0,-1-1 0 0 0,1 1-1 0 0,0 0 1 0 0,-1-1 0 0 0,1 1-1 0 0,0 0 1 0 0,0-1 0 0 0,-1 1-1 0 0,1-1 1 0 0,0 1-1 0 0,0 0 1 0 0,0-1 0 0 0,0 1-1 0 0,-1-1 1 0 0,1 1 0 0 0,0-1-1 0 0,0 1 1 0 0,0-1 0 0 0,0 0-1 0 0,-2-17 49 0 0,2 13-46 0 0,0-9 0 0 0,0 1 1 0 0,1-1-1 0 0,0 0 0 0 0,1 1 0 0 0,1-1 0 0 0,5-14 0 0 0,-1 4-13 0 0,2 0-1 0 0,17-32 1 0 0,-17 39-6 0 0,1 1 1 0 0,1 1-1 0 0,0-1 0 0 0,1 2 1 0 0,0 0-1 0 0,1 0 0 0 0,29-23 1 0 0,-35 32-5 0 0,0 0 0 0 0,1 0 1 0 0,-1 0-1 0 0,1 1 0 0 0,0 0 0 0 0,0 0 1 0 0,0 1-1 0 0,1 0 0 0 0,-1 0 0 0 0,1 1 1 0 0,0 1-1 0 0,0-1 0 0 0,0 1 0 0 0,0 1 1 0 0,-1-1-1 0 0,1 2 0 0 0,0-1 0 0 0,17 4 1 0 0,-18-1 43 0 0,0 0 0 0 0,0 0 0 0 0,0 1 0 0 0,0 0 1 0 0,0 0-1 0 0,-1 1 0 0 0,0 0 0 0 0,0 0 0 0 0,-1 1 0 0 0,1 0 1 0 0,-1 0-1 0 0,0 0 0 0 0,-1 1 0 0 0,1 0 0 0 0,-1 0 1 0 0,-1 1-1 0 0,1-1 0 0 0,-1 1 0 0 0,-1 0 0 0 0,5 12 0 0 0,-2 0 71 0 0,0 0 0 0 0,-1 1-1 0 0,-1-1 1 0 0,-1 1 0 0 0,-1 0-1 0 0,-1 0 1 0 0,-2 28 0 0 0,0-38-462 0 0,1-1 0 0 0,0 1 0 0 0,1 0 0 0 0,3 18 0 0 0,-3-26-45 0 0,-1 0 1 0 0,1 0-1 0 0,0-1 0 0 0,0 1 1 0 0,0 0-1 0 0,1-1 0 0 0,-1 1 1 0 0,1-1-1 0 0,-1 1 0 0 0,1-1 1 0 0,0 0-1 0 0,0 0 0 0 0,0 0 1 0 0,0 0-1 0 0,0 0 0 0 0,0 0 1 0 0,0 0-1 0 0,1-1 0 0 0,-1 1 1 0 0,1-1-1 0 0,-1 0 0 0 0,6 2 1 0 0,10 2-4989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13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1102 600 0 0,'1'-3'3248'0'0,"19"-51"9998"0"0,-17 51-12940 0 0,-3 3-293 0 0,0-1-1 0 0,0 1 1 0 0,0 0 0 0 0,0 0-1 0 0,1 0 1 0 0,-1-1 0 0 0,0 1-1 0 0,0 0 1 0 0,0 0 0 0 0,0 0-1 0 0,0-1 1 0 0,1 1 0 0 0,-1 0-1 0 0,0 0 1 0 0,0 0 0 0 0,0 0-1 0 0,0 0 1 0 0,1-1 0 0 0,-1 1-1 0 0,0 0 1 0 0,0 0-1 0 0,1 0 1 0 0,-1 0 0 0 0,0 0-1 0 0,0 0 1 0 0,0 0 0 0 0,1 0-1 0 0,-1 0 1 0 0,0 0 0 0 0,0 0-1 0 0,1 0 1 0 0,-1 0 0 0 0,0 0-1 0 0,0 0 1 0 0,1 0 0 0 0,36 15 611 0 0,-34-15-548 0 0,-3 0-73 0 0,1 0 1 0 0,-1 0-1 0 0,0 0 1 0 0,0 0-1 0 0,0-1 1 0 0,1 1-1 0 0,-1 0 1 0 0,0 0-1 0 0,0 0 1 0 0,1 0-1 0 0,-1 0 1 0 0,0 0-1 0 0,0 0 1 0 0,1 0-1 0 0,-1 0 1 0 0,0 0-1 0 0,1 0 0 0 0,-1 0 1 0 0,0 0-1 0 0,0 0 1 0 0,1 0-1 0 0,-1 0 1 0 0,0 0-1 0 0,0 0 1 0 0,1 0-1 0 0,-1 0 1 0 0,0 0-1 0 0,0 0 1 0 0,1 0-1 0 0,0 1 9 0 0,-1-1 0 0 0,1 0 0 0 0,0 0-1 0 0,0 1 1 0 0,-1-1 0 0 0,1 0 0 0 0,0 0-1 0 0,-1 0 1 0 0,1 0 0 0 0,0 0 0 0 0,0 0-1 0 0,-1 0 1 0 0,1-1 0 0 0,0 1 0 0 0,0 0-1 0 0,-1 0 1 0 0,2-1 0 0 0,2-1 8 0 0,-1 1 1 0 0,0-1-1 0 0,0 0 0 0 0,0-1 1 0 0,0 1-1 0 0,0 0 1 0 0,0-1-1 0 0,-1 0 0 0 0,1 1 1 0 0,-1-1-1 0 0,0 0 1 0 0,1 0-1 0 0,1-4 0 0 0,-1 0-5 0 0,-1 1-1 0 0,1-1 0 0 0,-1 1 0 0 0,0-1 0 0 0,0 0 0 0 0,1-13 0 0 0,-1-2 13 0 0,-1 0 0 0 0,-1-28 0 0 0,-1 41-41 0 0,0 0 0 0 0,0 1 0 0 0,-1-1 0 0 0,0 0 0 0 0,-1 1 0 0 0,0-1 0 0 0,0 1 1 0 0,-6-11-1 0 0,8 18 1 0 0,0-1 0 0 0,0 1 1 0 0,0 0-1 0 0,0-1 0 0 0,-1 1 0 0 0,1 0 1 0 0,0 0-1 0 0,-1 0 0 0 0,1 0 1 0 0,-1 0-1 0 0,1 0 0 0 0,-1 1 0 0 0,1-1 1 0 0,-1 0-1 0 0,1 1 0 0 0,-1 0 0 0 0,0-1 1 0 0,-2 0-1 0 0,2 1 7 0 0,-6 2-62 0 0,-4 5 37 0 0,1 0 0 0 0,0 1 0 0 0,0 1 0 0 0,1-1 0 0 0,0 2 0 0 0,0 0 0 0 0,-14 20 0 0 0,-55 87 99 0 0,53-72-26 0 0,-29 66 1 0 0,45-87 8 0 0,1 0 0 0 0,1 0 0 0 0,2 0 0 0 0,-8 50 0 0 0,14-69-140 0 0,0 0 0 0 0,0-1 0 0 0,0 1 0 0 0,0-1 0 0 0,0 1 1 0 0,1-1-1 0 0,0 1 0 0 0,0-1 0 0 0,0 1 0 0 0,1-1 0 0 0,-1 0 0 0 0,1 1 1 0 0,0-1-1 0 0,1 0 0 0 0,-1 0 0 0 0,0-1 0 0 0,1 1 0 0 0,0 0 0 0 0,0-1 1 0 0,0 0-1 0 0,1 1 0 0 0,-1-1 0 0 0,1-1 0 0 0,-1 1 0 0 0,1 0 0 0 0,0-1 1 0 0,0 0-1 0 0,0 0 0 0 0,0 0 0 0 0,0 0 0 0 0,1-1 0 0 0,-1 1 0 0 0,1-1 1 0 0,-1 0-1 0 0,1-1 0 0 0,-1 1 0 0 0,1-1 0 0 0,-1 0 0 0 0,1 0 0 0 0,0 0 1 0 0,-1-1-1 0 0,1 1 0 0 0,6-3 0 0 0,6-2-307 0 0,-2 0-1 0 0,1 0 1 0 0,0-2-1 0 0,-1 0 1 0 0,0-1-1 0 0,-1 0 1 0 0,0-1-1 0 0,0-1 1 0 0,24-22 0 0 0,3-8 400 0 0,55-71 0 0 0,-59 65 659 0 0,-11 14 135 0 0,-17 19-526 0 0,0 2-1 0 0,1-1 0 0 0,0 2 1 0 0,0-1-1 0 0,15-10 0 0 0,-24 21-263 0 0,-1 0-1 0 0,1 0 1 0 0,0 0 0 0 0,-1-1-1 0 0,1 1 1 0 0,0 0-1 0 0,-1 0 1 0 0,1 0-1 0 0,0 0 1 0 0,-1 0-1 0 0,1 1 1 0 0,0-1 0 0 0,-1 0-1 0 0,1 0 1 0 0,0 0-1 0 0,-1 0 1 0 0,1 1-1 0 0,-1-1 1 0 0,1 0-1 0 0,0 1 1 0 0,-1-1 0 0 0,1 0-1 0 0,-1 1 1 0 0,1-1-1 0 0,-1 1 1 0 0,1-1-1 0 0,-1 1 1 0 0,1-1-1 0 0,-1 1 1 0 0,0-1 0 0 0,1 1-1 0 0,-1 0 1 0 0,0-1-1 0 0,1 2 1 0 0,11 21 347 0 0,-8-9-84 0 0,-1 0 1 0 0,0 0-1 0 0,-1 1 0 0 0,0-1 1 0 0,-1 1-1 0 0,-1-1 1 0 0,-2 22-1 0 0,-19 100 1021 0 0,20-135-1283 0 0,1 3 224 0 0,-1-1-84 0 0,1 0-1 0 0,-1 1 1 0 0,0-1 0 0 0,0 0 0 0 0,0 0 0 0 0,0 0-1 0 0,-1 1 1 0 0,1-1 0 0 0,-4 4 0 0 0,4-6 168 0 0,1-1-307 0 0,-1 0-1 0 0,0 0 0 0 0,0 0 1 0 0,1-1-1 0 0,-1 1 1 0 0,0 0-1 0 0,0-1 0 0 0,1 1 1 0 0,-1 0-1 0 0,0-1 1 0 0,1 1-1 0 0,-1-1 1 0 0,1 1-1 0 0,-1-1 0 0 0,0 1 1 0 0,1-1-1 0 0,-1 1 1 0 0,1-1-1 0 0,-1 0 0 0 0,1 1 1 0 0,0-1-1 0 0,-1 0 1 0 0,1 1-1 0 0,0-1 0 0 0,-1 0 1 0 0,1 0-1 0 0,0 1 1 0 0,0-1-1 0 0,0 0 1 0 0,0 0-1 0 0,0 1 0 0 0,-1-1 1 0 0,2-1-1 0 0,-1-28 78 0 0,1 27-86 0 0,1-14-14 0 0,1 1 1 0 0,1 0 0 0 0,0 1 0 0 0,2-1 0 0 0,0 1-1 0 0,14-28 1 0 0,-4 16-61 0 0,1 0 0 0 0,31-38 1 0 0,-25 39 5 0 0,1 0 1 0 0,51-43 0 0 0,-60 58 33 0 0,0 0 0 0 0,1 1 0 0 0,0 0 0 0 0,1 2 0 0 0,-1 0 0 0 0,2 0 0 0 0,21-5 0 0 0,-34 11 22 0 0,0 1 0 0 0,-1 0 0 0 0,1 1 0 0 0,0-1 0 0 0,0 1 0 0 0,0 0 0 0 0,0 0 0 0 0,-1 0 0 0 0,1 1 0 0 0,0 0 0 0 0,0 0 0 0 0,0 0 0 0 0,-1 0 0 0 0,1 1 0 0 0,-1-1 1 0 0,1 1-1 0 0,-1 1 0 0 0,1-1 0 0 0,-1 1 0 0 0,0-1 0 0 0,0 1 0 0 0,-1 0 0 0 0,1 1 0 0 0,0-1 0 0 0,-1 0 0 0 0,0 1 0 0 0,0 0 0 0 0,0 0 0 0 0,0 0 0 0 0,-1 0 0 0 0,3 6 0 0 0,-1-1 54 0 0,-1 1 0 0 0,-1 0-1 0 0,1 0 1 0 0,-2 0 0 0 0,1 0-1 0 0,-1 0 1 0 0,-1 0 0 0 0,0 0-1 0 0,-1 13 1 0 0,-4 13 107 0 0,-11 45-1 0 0,3-17-61 0 0,13-62-79 0 0,-1 1-1 0 0,1-1 1 0 0,0 0-1 0 0,0 0 1 0 0,-1 1-1 0 0,2-1 1 0 0,-1 0 0 0 0,0 1-1 0 0,0-1 1 0 0,1 0-1 0 0,-1 1 1 0 0,1-1-1 0 0,0 0 1 0 0,0 0-1 0 0,0 0 1 0 0,0 0-1 0 0,0 0 1 0 0,0 0 0 0 0,0 0-1 0 0,3 3 1 0 0,-1-3-44 0 0,0 1 1 0 0,-1-2 0 0 0,1 1-1 0 0,0 0 1 0 0,0 0 0 0 0,0-1-1 0 0,0 0 1 0 0,0 0 0 0 0,1 0 0 0 0,-1 0-1 0 0,0 0 1 0 0,7 0 0 0 0,0 0-195 0 0,1-1 0 0 0,-1 0 0 0 0,1 0 0 0 0,0-1 0 0 0,-1-1 0 0 0,0 0 1 0 0,21-6-1 0 0,-11-1-132 0 0,0-1 0 0 0,-1-1 0 0 0,0-1 0 0 0,-1 0 0 0 0,0-1 0 0 0,-1-1 0 0 0,-1-1 0 0 0,0 0 0 0 0,-1-1 0 0 0,18-24 0 0 0,7-16-663 0 0,65-119 1 0 0,-67 100 904 0 0,-3-1 1 0 0,-3-1-1 0 0,41-157 0 0 0,-56 158 2072 0 0,-4-1 0 0 0,5-97 0 0 0,-17 165-1770 0 0,-1 5-100 0 0,1 0 0 0 0,-1 0 0 0 0,0 0 1 0 0,0 0-1 0 0,0-1 0 0 0,-1 1 0 0 0,0 0 1 0 0,1 0-1 0 0,-1 1 0 0 0,-3-7 0 0 0,4 10-73 0 0,-1 0-1 0 0,1 0 1 0 0,-1-1-1 0 0,1 1 0 0 0,-1 0 1 0 0,0 0-1 0 0,1 0 0 0 0,-1 0 1 0 0,1 0-1 0 0,-1 0 1 0 0,0 0-1 0 0,1 0 0 0 0,-1 0 1 0 0,1 0-1 0 0,-1 0 1 0 0,0 0-1 0 0,1 0 0 0 0,-1 1 1 0 0,1-1-1 0 0,-1 0 1 0 0,1 0-1 0 0,-1 1 0 0 0,1-1 1 0 0,-1 1-1 0 0,0-1 0 0 0,-2 2 48 0 0,-1 1-1 0 0,0-1 1 0 0,1 1 0 0 0,0 0-1 0 0,-1 0 1 0 0,1 1-1 0 0,0-1 1 0 0,1 1-1 0 0,-1-1 1 0 0,1 1-1 0 0,-3 4 1 0 0,-21 49 649 0 0,21-45-539 0 0,-32 85 1928 0 0,-44 189 0 0 0,5 110 230 0 0,73-381-2284 0 0,-11 85 213 0 0,13-87-222 0 0,0 1 0 0 0,1 0 1 0 0,1 0-1 0 0,0-1 0 0 0,3 16 0 0 0,-2-24-182 0 0,0 1-1 0 0,0-1 0 0 0,0 0 1 0 0,1 1-1 0 0,-1-1 0 0 0,1 0 1 0 0,0 0-1 0 0,1 0 1 0 0,-1-1-1 0 0,1 1 0 0 0,0-1 1 0 0,0 0-1 0 0,1 0 1 0 0,-1-1-1 0 0,1 1 0 0 0,0-1 1 0 0,-1 0-1 0 0,2 0 0 0 0,-1 0 1 0 0,0-1-1 0 0,0 0 1 0 0,1 0-1 0 0,-1 0 0 0 0,9 1 1 0 0,1 0-1444 0 0,0-1 0 0 0,1 0 0 0 0,-1-1 0 0 0,1 0 0 0 0,-1-2 0 0 0,1 0 0 0 0,29-6 0 0 0,1-3-7164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14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299 101 2720 0 0,'-295'-100'22352'0'0,"292"99"-21586"0"0,78 3 94 0 0,51 13-1161 0 0,216 18-860 0 0,-170-29-3435 0 0,-2-16-5396 0 0,-128 6 1748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26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48 628 2132 0 0,'-2'1'1752'0'0,"-44"12"13718"0"0,62-26-14145 0 0,244-113-1003 0 0,-151 77-253 0 0,136-63-252 0 0,250-120-363 0 0,-302 126 358 0 0,-187 102-170 0 0,-23 12 242 0 0,-29 13 57 0 0,-10 5-16 0 0,2 3 0 0 0,-74 51-1 0 0,125-78 77 0 0,0 0 0 0 0,0 0 1 0 0,0 1-1 0 0,1-1 0 0 0,-1 1 0 0 0,1 0 0 0 0,0 0 0 0 0,0 0 0 0 0,0 0 0 0 0,0 0 0 0 0,0 0 0 0 0,1 0 0 0 0,0 0 0 0 0,-1 1 0 0 0,0 5 0 0 0,2-7 2 0 0,0 0 0 0 0,0 1 0 0 0,0-1 0 0 0,0 0 1 0 0,0 1-1 0 0,0-1 0 0 0,1 0 0 0 0,0 1 0 0 0,-1-1 0 0 0,1 0 1 0 0,0 0-1 0 0,0 0 0 0 0,0 1 0 0 0,0-1 0 0 0,0 0 0 0 0,1 0 1 0 0,-1-1-1 0 0,1 1 0 0 0,-1 0 0 0 0,1 0 0 0 0,0-1 0 0 0,-1 1 0 0 0,1-1 1 0 0,3 2-1 0 0,67 44 6 0 0,-48-32 3 0 0,0 0 1 0 0,-1 2-1 0 0,29 26 0 0 0,-44-35 137 0 0,0 1 0 0 0,0-1 1 0 0,-1 2-1 0 0,0-1 0 0 0,-1 1 1 0 0,1 0-1 0 0,-2 0 0 0 0,0 0 0 0 0,0 1 1 0 0,-1 0-1 0 0,0 0 0 0 0,3 16 1 0 0,-7-24 26 0 0,1-1 1 0 0,-1 1 0 0 0,0 0-1 0 0,0-1 1 0 0,0 1-1 0 0,0-1 1 0 0,-1 1 0 0 0,1-1-1 0 0,-1 1 1 0 0,1-1 0 0 0,-1 1-1 0 0,0-1 1 0 0,0 1 0 0 0,0-1-1 0 0,-1 0 1 0 0,-2 5 0 0 0,1-4 104 0 0,0 1 1 0 0,0-1 0 0 0,-1 0 0 0 0,1 0 0 0 0,-1 0 0 0 0,0 0 0 0 0,0-1-1 0 0,-7 4 1 0 0,-1 0 269 0 0,0-2 0 0 0,0 0 1 0 0,0 0-1 0 0,0-1 0 0 0,-24 2 0 0 0,16-4-308 0 0,1 0 0 0 0,0-1 0 0 0,0-2 1 0 0,0 0-1 0 0,0 0 0 0 0,0-2 0 0 0,0 0 1 0 0,1-2-1 0 0,-31-12 0 0 0,15-2-1948 0 0,28 16 549 0 0,-1-2-1 0 0,1 1 0 0 0,-1-1 1 0 0,2 0-1 0 0,-7-7 0 0 0,10 9 530 0 0,-1 1 0 0 0,0-1 0 0 0,1 0 0 0 0,0 0 0 0 0,0 0 0 0 0,0 0 0 0 0,1 0 0 0 0,-1 0 0 0 0,1 0 0 0 0,0-1 0 0 0,0 1 0 0 0,0 0-1 0 0,1-1 1 0 0,-1 1 0 0 0,1-1 0 0 0,0 1 0 0 0,1-1 0 0 0,-1 1 0 0 0,2-7 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24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61 240 448 0 0,'-9'-12'1707'0'0,"1"1"-1"0"0,0-1 0 0 0,1-1 1 0 0,0 1-1 0 0,-8-22 1 0 0,14 30-1506 0 0,0-1 1 0 0,-1 0-1 0 0,2 0 0 0 0,-1 0 1 0 0,0 0-1 0 0,1 0 0 0 0,0 1 1 0 0,0-1-1 0 0,1 0 0 0 0,-1 0 1 0 0,1 0-1 0 0,0 0 1 0 0,0 0-1 0 0,1 1 0 0 0,-1-1 1 0 0,1 0-1 0 0,0 1 0 0 0,0-1 1 0 0,1 1-1 0 0,2-4 0 0 0,-3 5-166 0 0,0-1 1 0 0,1 1-1 0 0,-1 1 0 0 0,0-1 0 0 0,1 0 0 0 0,0 1 0 0 0,0-1 0 0 0,0 1 0 0 0,0 0 1 0 0,0 0-1 0 0,0 0 0 0 0,1 0 0 0 0,-1 0 0 0 0,1 1 0 0 0,-1 0 0 0 0,1-1 0 0 0,-1 1 0 0 0,1 1 1 0 0,0-1-1 0 0,-1 0 0 0 0,1 1 0 0 0,0 0 0 0 0,0 0 0 0 0,0 0 0 0 0,-1 0 0 0 0,1 1 1 0 0,0 0-1 0 0,-1-1 0 0 0,1 1 0 0 0,0 0 0 0 0,-1 1 0 0 0,1-1 0 0 0,-1 1 0 0 0,4 1 0 0 0,1 2 18 0 0,1 0-1 0 0,-1 1 0 0 0,0 0 0 0 0,0 0 0 0 0,-1 0 0 0 0,0 1 0 0 0,0 1 1 0 0,0-1-1 0 0,-1 1 0 0 0,0 0 0 0 0,9 17 0 0 0,-9-14 160 0 0,-1 1 0 0 0,0 1 1 0 0,-1-1-1 0 0,0 1 0 0 0,-1-1 0 0 0,-1 1 0 0 0,1 0 0 0 0,-2 0 0 0 0,0 0 0 0 0,-1 1 0 0 0,0-1 0 0 0,-1 0 0 0 0,0 0 1 0 0,-1 0-1 0 0,-1 0 0 0 0,0 0 0 0 0,-1-1 0 0 0,0 1 0 0 0,0-1 0 0 0,-2 0 0 0 0,0 0 0 0 0,0-1 0 0 0,-1 1 1 0 0,-10 12-1 0 0,16-22 206 0 0,-17-7-152 0 0,18 5-263 0 0,0 0-1 0 0,0 0 0 0 0,-1 0 0 0 0,1 0 0 0 0,0-1 0 0 0,0 1 0 0 0,0 0 0 0 0,0 0 0 0 0,-1 0 0 0 0,1 0 1 0 0,0 0-1 0 0,0 0 0 0 0,0 0 0 0 0,0 0 0 0 0,0 0 0 0 0,-1 0 0 0 0,1-1 0 0 0,0 1 0 0 0,0 0 1 0 0,0 0-1 0 0,0 0 0 0 0,0 0 0 0 0,0 0 0 0 0,-1-1 0 0 0,1 1 0 0 0,0 0 0 0 0,0 0 0 0 0,0 0 1 0 0,0 0-1 0 0,0-1 0 0 0,0 1 0 0 0,0 0 0 0 0,0 0 0 0 0,0 0 0 0 0,0 0 0 0 0,0-1 0 0 0,-1-10 6 0 0,0 0 0 0 0,1 0 0 0 0,0-1 0 0 0,1 1 0 0 0,0 0 0 0 0,1 0-1 0 0,0 0 1 0 0,1 0 0 0 0,0 1 0 0 0,0-1 0 0 0,1 1 0 0 0,1-1 0 0 0,0 1-1 0 0,0 1 1 0 0,8-12 0 0 0,-4 7-16 0 0,1 1-1 0 0,0 0 1 0 0,1 0-1 0 0,1 1 1 0 0,0 0-1 0 0,0 1 1 0 0,1 1 0 0 0,0 0-1 0 0,27-15 1 0 0,-32 21-4 0 0,0 0-1 0 0,0 1 1 0 0,0 0 0 0 0,0 0 0 0 0,0 1 0 0 0,0 0-1 0 0,1 1 1 0 0,-1 0 0 0 0,1 0 0 0 0,-1 0 0 0 0,1 1-1 0 0,0 1 1 0 0,-1-1 0 0 0,1 2 0 0 0,-1-1 0 0 0,0 1 0 0 0,1 0-1 0 0,-1 0 1 0 0,0 1 0 0 0,0 1 0 0 0,0-1 0 0 0,-1 1-1 0 0,1 0 1 0 0,-1 1 0 0 0,0 0 0 0 0,0 0 0 0 0,-1 0-1 0 0,1 1 1 0 0,-1 0 0 0 0,-1 1 0 0 0,7 7 0 0 0,-5-4 24 0 0,0-1-1 0 0,-1 1 1 0 0,0 0 0 0 0,-1 1 0 0 0,-1 0-1 0 0,1-1 1 0 0,-1 1 0 0 0,-1 1 0 0 0,0-1 0 0 0,-1 0-1 0 0,0 1 1 0 0,-1-1 0 0 0,0 1 0 0 0,-1 0-1 0 0,0-1 1 0 0,-1 1 0 0 0,0 0 0 0 0,-1-1 0 0 0,0 1-1 0 0,-5 15 1 0 0,5-23 0 0 0,-7 17 197 0 0,9-20-205 0 0,0-1 0 0 0,-1 0 0 0 0,1 1 1 0 0,0-1-1 0 0,-1 1 0 0 0,1-1 0 0 0,-1 0 1 0 0,1 1-1 0 0,0-1 0 0 0,-1 0 0 0 0,1 0 0 0 0,-1 1 1 0 0,1-1-1 0 0,-1 0 0 0 0,1 0 0 0 0,-1 0 1 0 0,1 0-1 0 0,-1 1 0 0 0,1-1 0 0 0,-1 0 1 0 0,1 0-1 0 0,-1 0 0 0 0,1 0 0 0 0,-1 0 1 0 0,1 0-1 0 0,-1 0 0 0 0,1 0 0 0 0,-1-1 1 0 0,1 1-1 0 0,-1 0 0 0 0,1 0 0 0 0,-1 0 1 0 0,1 0-1 0 0,-1-1 0 0 0,1 1 0 0 0,-1-1 0 0 0,0 0-4 0 0,1 0 0 0 0,0 0 0 0 0,-1 0 0 0 0,1 0-1 0 0,0 0 1 0 0,0 0 0 0 0,0 0 0 0 0,0 0-1 0 0,0 0 1 0 0,0 0 0 0 0,0 0 0 0 0,0 0-1 0 0,1 0 1 0 0,-1 0 0 0 0,0 0 0 0 0,1-2 0 0 0,-1 3-4 0 0,4-14-10 0 0,0 1-1 0 0,0-1 1 0 0,1 1 0 0 0,1 0-1 0 0,0 1 1 0 0,1-1 0 0 0,0 1-1 0 0,17-20 1 0 0,-5 9 0 0 0,2 1 1 0 0,0 0-1 0 0,26-18 1 0 0,-21 19-17 0 0,2 1 1 0 0,49-26-1 0 0,-61 37-1 0 0,1 1 0 0 0,0 1-1 0 0,1 1 1 0 0,-1 0 0 0 0,1 2 0 0 0,23-4-1 0 0,-36 7 26 0 0,0 1 0 0 0,0-1 0 0 0,0 1 0 0 0,0 0-1 0 0,0 1 1 0 0,0-1 0 0 0,0 1 0 0 0,0 0-1 0 0,-1 0 1 0 0,1 0 0 0 0,0 1 0 0 0,0 0 0 0 0,-1 0-1 0 0,1 0 1 0 0,-1 0 0 0 0,0 1 0 0 0,0 0-1 0 0,0 0 1 0 0,0 0 0 0 0,0 0 0 0 0,5 6 0 0 0,-5-3 11 0 0,0 0 1 0 0,0 0 0 0 0,-1 1 0 0 0,1-1 0 0 0,-2 1 0 0 0,1 0 0 0 0,-1 0 0 0 0,0 0-1 0 0,0 0 1 0 0,-1 0 0 0 0,0 0 0 0 0,0 0 0 0 0,0 14 0 0 0,-6 48-44 0 0,0 13-1642 0 0,5-74 1064 0 0,0 1 0 0 0,1 0-1 0 0,1 0 1 0 0,-1-1 0 0 0,1 1 0 0 0,1-1 0 0 0,3 9 0 0 0,-4-14 8 0 0,-1 0 0 0 0,1 1 0 0 0,0-1 0 0 0,1-1 0 0 0,-1 1 0 0 0,1 0 0 0 0,-1 0 0 0 0,1-1 0 0 0,0 0 0 0 0,0 1 0 0 0,0-1-1 0 0,5 2 1 0 0,8 5-4995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25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1172 592 0 0,'14'-18'1577'0'0,"-1"1"0"0"0,-2-1 1 0 0,1-1-1 0 0,-2 0 0 0 0,0-1 0 0 0,-2 0 1 0 0,0 0-1 0 0,-1-1 0 0 0,5-29 0 0 0,-9 37-790 0 0,-2 9-542 0 0,0-1 1 0 0,0 1-1 0 0,0-1 0 0 0,-1 1 0 0 0,0-1 0 0 0,0 0 0 0 0,0 1 0 0 0,0-1 0 0 0,-1 0 0 0 0,1 1 0 0 0,-1-1 0 0 0,0 1 0 0 0,-2-5 1 0 0,2 8-217 0 0,1 0 0 0 0,-1 0 0 0 0,0 1 0 0 0,0-1 0 0 0,1 0 0 0 0,-1 1 1 0 0,0-1-1 0 0,0 1 0 0 0,0-1 0 0 0,0 1 0 0 0,1-1 0 0 0,-1 1 1 0 0,0 0-1 0 0,0-1 0 0 0,0 1 0 0 0,0 0 0 0 0,0 0 0 0 0,0 0 0 0 0,0-1 1 0 0,0 1-1 0 0,0 0 0 0 0,0 0 0 0 0,-2 1 0 0 0,-20 2 148 0 0,21-2-167 0 0,-12 4 66 0 0,-1 0 1 0 0,1 1-1 0 0,0 1 0 0 0,1 0 1 0 0,0 1-1 0 0,0 1 1 0 0,-16 13-1 0 0,12-9-13 0 0,-14 10 39 0 0,2 2 1 0 0,0 0 0 0 0,-36 43 0 0 0,49-48-66 0 0,1 0-1 0 0,1 0 1 0 0,0 2 0 0 0,2-1-1 0 0,0 2 1 0 0,-11 29 0 0 0,22-48-30 0 0,0 0 1 0 0,0 0 0 0 0,0 0-1 0 0,0 0 1 0 0,0 0 0 0 0,1 0-1 0 0,-1 0 1 0 0,1 0 0 0 0,0 0-1 0 0,1 0 1 0 0,-1 0 0 0 0,1 0-1 0 0,0 0 1 0 0,-1 0 0 0 0,4 7-1 0 0,-2-8-19 0 0,0 0-1 0 0,0 1 0 0 0,0-2 0 0 0,1 1 1 0 0,-1 0-1 0 0,1 0 0 0 0,-1-1 0 0 0,1 1 1 0 0,0-1-1 0 0,0 0 0 0 0,0 0 0 0 0,0 0 1 0 0,0 0-1 0 0,0 0 0 0 0,1-1 1 0 0,-1 0-1 0 0,6 2 0 0 0,-4-2-32 0 0,1 0-1 0 0,0 0 1 0 0,0 0-1 0 0,0-1 1 0 0,-1 0 0 0 0,1 0-1 0 0,0-1 1 0 0,0 0-1 0 0,0 0 1 0 0,-1 0 0 0 0,1 0-1 0 0,-1-1 1 0 0,1 0-1 0 0,-1 0 1 0 0,1-1 0 0 0,-1 0-1 0 0,0 1 1 0 0,0-2-1 0 0,4-3 1 0 0,5-3-29 0 0,-1-1 0 0 0,0 0 0 0 0,-1-1 0 0 0,-1 0 0 0 0,14-19 0 0 0,6-17 139 0 0,-2-2 0 0 0,-2 0 0 0 0,32-88 0 0 0,-30 68 355 0 0,-28 67-423 0 0,-2 28 260 0 0,-2 0 1 0 0,-1 0-1 0 0,-11 36 0 0 0,3-10-82 0 0,5-21-80 0 0,1 0-1 0 0,2 0 0 0 0,1 0 1 0 0,1 1-1 0 0,5 57 1 0 0,-2-82-116 0 0,0-1 1 0 0,0 1 0 0 0,0-1-1 0 0,1 1 1 0 0,0-1 0 0 0,0 1-1 0 0,0-1 1 0 0,1 0 0 0 0,0 0 0 0 0,0 0-1 0 0,0 0 1 0 0,1-1 0 0 0,-1 1-1 0 0,1-1 1 0 0,0 0 0 0 0,0 0-1 0 0,1 0 1 0 0,-1-1 0 0 0,1 1 0 0 0,0-1-1 0 0,0 0 1 0 0,0 0 0 0 0,0-1-1 0 0,0 0 1 0 0,7 3 0 0 0,-1-3-168 0 0,-1 0 1 0 0,0 0 0 0 0,1-1-1 0 0,-1 0 1 0 0,1-1-1 0 0,0 0 1 0 0,-1 0-1 0 0,1-1 1 0 0,-1-1 0 0 0,1 0-1 0 0,-1 0 1 0 0,20-8-1 0 0,-9 0-149 0 0,0 0 0 0 0,-1-2-1 0 0,0 0 1 0 0,-1-1 0 0 0,-1-1 0 0 0,0-1-1 0 0,0 0 1 0 0,-2-1 0 0 0,0-1 0 0 0,22-30-1 0 0,2-9-248 0 0,-3-2-1 0 0,37-80 0 0 0,-12 6 362 0 0,-6-3 0 0 0,38-144 0 0 0,5-90 4269 0 0,-80 282-3136 0 0,-18 85-879 0 0,-2 5-2 0 0,-48 234 465 0 0,-64 365 861 0 0,92-410-1057 0 0,19-154-226 0 0,1 0 0 0 0,2 0-1 0 0,7 40 1 0 0,-7-70-52 0 0,1-1 0 0 0,0 1 1 0 0,0-1-1 0 0,0 1 0 0 0,1-1 0 0 0,0 0 1 0 0,1 0-1 0 0,6 11 0 0 0,-7-14-4 0 0,1-1 0 0 0,-1 1 0 0 0,0 0 1 0 0,1-1-1 0 0,0 0 0 0 0,0 0 0 0 0,0 0 0 0 0,0 0 0 0 0,0 0 0 0 0,0-1 1 0 0,1 0-1 0 0,-1 0 0 0 0,8 2 0 0 0,-3-4 14 0 0,-2-2-25 0 0,1 0 1 0 0,0 0-1 0 0,-1-1 0 0 0,0 0 0 0 0,1 0 0 0 0,-1 0 1 0 0,0-1-1 0 0,-1 0 0 0 0,1-1 0 0 0,10-9 1 0 0,-5 3-1 0 0,-1-1 1 0 0,0 0 0 0 0,-1-1-1 0 0,14-24 1 0 0,-13 19 2 0 0,-1-1 0 0 0,-2 0 1 0 0,0 0-1 0 0,0-1 0 0 0,-2 0 0 0 0,6-36 0 0 0,-6 11-50 0 0,-1 1-1 0 0,-3-47 0 0 0,-2 90 39 0 0,0 1 0 0 0,0-1-1 0 0,0 0 1 0 0,0 0 0 0 0,0 1 0 0 0,0-1 0 0 0,0 0 0 0 0,0 1 0 0 0,0-1 0 0 0,0 0 0 0 0,0 1-1 0 0,0-1 1 0 0,-1 0 0 0 0,1 1 0 0 0,0-1 0 0 0,0 0 0 0 0,-1 1 0 0 0,1-1 0 0 0,-1 0 0 0 0,-7 6-123 0 0,8-5 130 0 0,0 2-8 0 0,-1 1 1 0 0,1-1 0 0 0,0 0-1 0 0,0 1 1 0 0,0-1 0 0 0,0 0 0 0 0,1 0-1 0 0,-1 1 1 0 0,1-1 0 0 0,0 4-1 0 0,0-4-8 0 0,0 1-1 0 0,0 0 0 0 0,0-1 0 0 0,0 1 0 0 0,0 0 0 0 0,1-1 1 0 0,-1 0-1 0 0,1 1 0 0 0,0-1 0 0 0,-1 0 0 0 0,1 0 0 0 0,0 0 1 0 0,3 3-1 0 0,28 20-581 0 0,-19-17 408 0 0,0-1 1 0 0,0 0-1 0 0,0-1 1 0 0,1 0-1 0 0,0-1 1 0 0,0-1-1 0 0,23 3 1 0 0,1-2-306 0 0,71 1 1 0 0,-98-6 517 0 0,1 0 1 0 0,-1-1 0 0 0,1-1 0 0 0,-1 0 0 0 0,0 0-1 0 0,0-1 1 0 0,0-1 0 0 0,0 0 0 0 0,-1 0-1 0 0,1-1 1 0 0,-1-1 0 0 0,-1 0 0 0 0,1-1 0 0 0,-1 0-1 0 0,0 0 1 0 0,0-1 0 0 0,-1 0 0 0 0,0-1-1 0 0,0 0 1 0 0,-1 0 0 0 0,-1-1 0 0 0,1 0 0 0 0,-1 0-1 0 0,8-18 1 0 0,11-21 1443 0 0,-25 47-1365 0 0,-2 2-95 0 0,0 1 0 0 0,-1 0 1 0 0,1-1-1 0 0,0 1 0 0 0,0 0 0 0 0,-1-1 0 0 0,1 1 0 0 0,0 0 1 0 0,0 0-1 0 0,0 0 0 0 0,0 0 0 0 0,0 0 0 0 0,0 0 1 0 0,0 0-1 0 0,-1 3 0 0 0,-13 21 131 0 0,14-24-125 0 0,-25 45 434 0 0,3 1 0 0 0,1 0 1 0 0,-24 84-1 0 0,41-112-359 0 0,0 1 0 0 0,-2 23 0 0 0,7-38-174 0 0,-1 0 1 0 0,1 0-1 0 0,0 0 0 0 0,0 1 0 0 0,1-1 0 0 0,0 0 0 0 0,0 0 0 0 0,0 0 0 0 0,0 0 1 0 0,1 0-1 0 0,0 0 0 0 0,0 0 0 0 0,5 8 0 0 0,-5-10-138 0 0,0-1-1 0 0,1 1 1 0 0,-1-1-1 0 0,1 1 1 0 0,0-1 0 0 0,0 0-1 0 0,0 0 1 0 0,0-1-1 0 0,0 1 1 0 0,0-1 0 0 0,0 1-1 0 0,1-1 1 0 0,-1 0-1 0 0,0 0 1 0 0,1 0 0 0 0,3 0-1 0 0,4 0-2039 0 0,1 0 1 0 0,-1-1-1 0 0,20-1 0 0 0,-6-3-4668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28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122 223 404 0 0,'-92'-39'16163'0'0,"90"38"-15358"0"0,-17-6 1318 0 0,18 6-2101 0 0,1 1 1 0 0,-1 0-1 0 0,1 0 0 0 0,0 0 1 0 0,-1 0-1 0 0,1-1 0 0 0,-1 1 1 0 0,1 0-1 0 0,-1 0 0 0 0,1-1 1 0 0,0 1-1 0 0,-1 0 0 0 0,1-1 1 0 0,0 1-1 0 0,-1-1 0 0 0,1 1 1 0 0,0 0-1 0 0,0-1 0 0 0,-1 1 1 0 0,1-1-1 0 0,0 1 0 0 0,0-1 1 0 0,0 1-1 0 0,-1 0 0 0 0,1-1 1 0 0,0 1-1 0 0,0-1 0 0 0,0 1 1 0 0,0-1-1 0 0,0 1 0 0 0,0-1 1 0 0,0 1-1 0 0,0-1 0 0 0,0 1 1 0 0,0-1-1 0 0,0 1 0 0 0,1-1 0 0 0,-1 1 1 0 0,0-1-1 0 0,0 1 0 0 0,0 0 1 0 0,1-1-1 0 0,-1 1 0 0 0,0-1 1 0 0,0 1-1 0 0,1 0 0 0 0,-1-1 1 0 0,0 1-1 0 0,1-1 0 0 0,-1 1 1 0 0,0 0-1 0 0,1 0 0 0 0,-1-1 1 0 0,1 1-1 0 0,-1 0 0 0 0,0 0 1 0 0,1-1-1 0 0,-1 1 0 0 0,1 0 1 0 0,-1 0-1 0 0,1 0 0 0 0,-1 0 1 0 0,2-1-1 0 0,19-6 41 0 0,0 0-1 0 0,0 1 1 0 0,30-4-1 0 0,-5 1-23 0 0,441-73 106 0 0,-383 67-37 0 0,23-1-731 0 0,-124 15-9 0 0,11 4-1153 0 0,-12-3 1286 0 0,-1 0 0 0 0,0 0 1 0 0,0 0-1 0 0,0 0 0 0 0,1 1 0 0 0,-1-1 1 0 0,0 0-1 0 0,0 1 0 0 0,0-1 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2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34 559 644 0 0,'2'-2'2311'0'0,"8"-13"2108"0"0,-2 4-387 0 0,-1 0 0 0 0,19-27 5602 0 0,-28 59-9258 0 0,0-1 0 0 0,-10 37 0 0 0,0 2 270 0 0,-4 39 116 0 0,-20 181 496 0 0,33-238-1122 0 0,1-24-10 0 0,1 1-1 0 0,0-1 0 0 0,4 24 0 0 0,-3-40-121 0 0,0 0 0 0 0,0 0 1 0 0,1 0-1 0 0,-1 0 1 0 0,1 0-1 0 0,-1 0 0 0 0,1 0 1 0 0,-1-1-1 0 0,1 1 0 0 0,-1 0 1 0 0,1 0-1 0 0,0 0 0 0 0,0-1 1 0 0,-1 1-1 0 0,1-1 1 0 0,0 1-1 0 0,0 0 0 0 0,0-1 1 0 0,0 1-1 0 0,-1-1 0 0 0,1 0 1 0 0,0 1-1 0 0,0-1 1 0 0,0 0-1 0 0,0 1 0 0 0,0-1 1 0 0,0 0-1 0 0,0 0 0 0 0,0 0 1 0 0,0 0-1 0 0,0 0 0 0 0,0 0 1 0 0,0 0-1 0 0,0 0 1 0 0,0-1-1 0 0,0 1 0 0 0,0 0 1 0 0,0 0-1 0 0,1-1 0 0 0,10-4-533 0 0,-1 0 0 0 0,0 0-1 0 0,0-1 1 0 0,0 0-1 0 0,-1-1 1 0 0,0 0-1 0 0,0-1 1 0 0,0 0-1 0 0,-1 0 1 0 0,13-17 0 0 0,-6 6-2125 0 0,19-29 1 0 0,5-21-5978 0 0,-24 36 1119 0 0</inkml:trace>
  <inkml:trace contextRef="#ctx0" brushRef="#br0" timeOffset="1">238 137 2368 0 0,'-31'-47'7880'0'0,"-4"-7"-611"0"0,16 20-6208 0 0,18 32-1383 0 0,-1 8-1692 0 0,2-6 1887 0 0,0 1 0 0 0,0 0 0 0 0,0 0 0 0 0,0 0-1 0 0,0 0 1 0 0,0 0 0 0 0,0 0 0 0 0,0-1 0 0 0,1 1-1 0 0,-1 0 1 0 0,0 0 0 0 0,0 0 0 0 0,1 1 0 0 0,8 18-2297 0 0,-8-17 1666 0 0,5 11-2901 0 0,-1 2-1558 0 0</inkml:trace>
  <inkml:trace contextRef="#ctx0" brushRef="#br0" timeOffset="2">706 720 2436 0 0,'-5'-4'12257'0'0,"4"4"-12114"0"0,1 0-1 0 0,0-1 1 0 0,0 1 0 0 0,0 0 0 0 0,0-1-1 0 0,-1 1 1 0 0,1 0 0 0 0,0-1-1 0 0,4-1 71 0 0,0 0-1 0 0,0 1 0 0 0,-1 0 0 0 0,1-1 1 0 0,0 2-1 0 0,0-1 0 0 0,1 0 0 0 0,-1 1 1 0 0,0-1-1 0 0,0 1 0 0 0,4 1 0 0 0,4 0-61 0 0,-1 0-1 0 0,1 1 1 0 0,11 3-1 0 0,-12-1-56 0 0,-1 0 0 0 0,1 0 0 0 0,-1 1 0 0 0,0 0 0 0 0,0 1 0 0 0,0 0 0 0 0,-1 0 0 0 0,0 1 0 0 0,0 1 0 0 0,0-1-1 0 0,-1 1 1 0 0,-1 1 0 0 0,1-1 0 0 0,-1 1 0 0 0,6 12 0 0 0,-7-13 15 0 0,-2 1 0 0 0,1 0 0 0 0,-1 0 0 0 0,-1 0 0 0 0,0 1 0 0 0,0-1 0 0 0,0 1 0 0 0,-1-1 0 0 0,-1 1 0 0 0,0 0 0 0 0,0 0 0 0 0,-1 0 0 0 0,0 0 0 0 0,-1 0 0 0 0,0-1 0 0 0,0 1 0 0 0,-6 16 0 0 0,2-10 87 0 0,-2 0 0 0 0,0 0 0 0 0,-1-1-1 0 0,0-1 1 0 0,-18 25 0 0 0,18-29 51 0 0,0 0-1 0 0,-1-1 1 0 0,0 0 0 0 0,0 0-1 0 0,-1-1 1 0 0,0 0 0 0 0,-1-1 0 0 0,-12 7-1 0 0,21-13-208 0 0,1 0-1 0 0,0 0 0 0 0,-1-1 0 0 0,1 1 0 0 0,0 0 1 0 0,-1-1-1 0 0,1 0 0 0 0,-1 1 0 0 0,1-1 1 0 0,-1 0-1 0 0,1 0 0 0 0,-1 1 0 0 0,1-1 0 0 0,-1 0 1 0 0,1-1-1 0 0,-1 1 0 0 0,1 0 0 0 0,-3-1 0 0 0,3 0-23 0 0,0 1 0 0 0,0-1 0 0 0,0 0 0 0 0,1 1 0 0 0,-1-1 0 0 0,0 0 0 0 0,1 0 0 0 0,-1 1 0 0 0,0-1 0 0 0,1 0 0 0 0,-1 0 0 0 0,1 0 0 0 0,0 0 0 0 0,-1 0 0 0 0,1 0 0 0 0,0 0 0 0 0,-1 0 0 0 0,1 0 0 0 0,0 0 0 0 0,0-1 0 0 0,0-5-1 0 0,0 0 0 0 0,0 1 0 0 0,1-1 0 0 0,0 0-1 0 0,0 1 1 0 0,3-10 0 0 0,4-5-29 0 0,0 1-1 0 0,1 0 1 0 0,1 1-1 0 0,19-29 1 0 0,58-65-273 0 0,135-112-77 0 0,-102 110 324 0 0,-36 33-398 0 0,-82 80 352 0 0,-18 26-96 0 0,-37 33 290 0 0,2 3 0 0 0,-74 115 0 0 0,119-166-84 0 0,1 1-1 0 0,1-1 0 0 0,-1 1 1 0 0,1 0-1 0 0,1 0 0 0 0,0 0 1 0 0,1 1-1 0 0,0-1 1 0 0,-1 13-1 0 0,2-18-3 0 0,2 0-1 0 0,-1 0 1 0 0,0 0 0 0 0,1 0-1 0 0,0 0 1 0 0,0 0 0 0 0,0 0-1 0 0,1 0 1 0 0,0 0 0 0 0,0-1-1 0 0,0 1 1 0 0,0 0 0 0 0,1-1-1 0 0,-1 0 1 0 0,1 0 0 0 0,1 0-1 0 0,-1 0 1 0 0,0 0 0 0 0,1-1-1 0 0,7 7 1 0 0,0-3 1 0 0,-1 0 0 0 0,1-1-1 0 0,0-1 1 0 0,1 0 0 0 0,-1 0 0 0 0,1-1 0 0 0,0 0-1 0 0,25 3 1 0 0,-10-3-191 0 0,1-2 0 0 0,54-1 0 0 0,-66-2-161 0 0,0-1-1 0 0,0 0 1 0 0,-1-1 0 0 0,1 0 0 0 0,-1-2 0 0 0,0 0-1 0 0,15-7 1 0 0,10-12-4319 0 0,-4-8-4947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30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1177 304 0 0,'0'0'4051'0'0,"-3"1"-2755"0"0,2-1-1143 0 0,0 0 0 0 0,0 0 0 0 0,0 0 0 0 0,0 0 0 0 0,0 0 0 0 0,0 1 0 0 0,0-1 0 0 0,0 0 0 0 0,0 1 0 0 0,0-1 0 0 0,0 1 0 0 0,0-1 0 0 0,1 1 0 0 0,-1-1 0 0 0,0 1 0 0 0,0 0 1 0 0,1-1-1 0 0,-1 1 0 0 0,0 0 0 0 0,1 0 0 0 0,-1 0 0 0 0,0-1 0 0 0,1 1 0 0 0,-1 0 0 0 0,1 0 0 0 0,0 0 0 0 0,-1 0 0 0 0,1 0 0 0 0,0 0 0 0 0,-1 1 0 0 0,1 1 38 0 0,0 1 0 0 0,0-1 0 0 0,0 0 0 0 0,0 1 0 0 0,1-1 0 0 0,0 0 0 0 0,-1 1 0 0 0,1-1 0 0 0,0 0 0 0 0,3 5 0 0 0,-3-5-35 0 0,0 0 0 0 0,0-1 0 0 0,0 1 0 0 0,0-1 0 0 0,0 1 0 0 0,1-1 0 0 0,-1 0 0 0 0,1 0-1 0 0,0 0 1 0 0,-1 1 0 0 0,1-2 0 0 0,0 1 0 0 0,0 0 0 0 0,0 0 0 0 0,1-1 0 0 0,-1 1-1 0 0,0-1 1 0 0,1 1 0 0 0,-1-1 0 0 0,1 0 0 0 0,-1 0 0 0 0,1 0 0 0 0,-1 0 0 0 0,6 0 0 0 0,6-1 26 0 0,1-1 1 0 0,-1-1 0 0 0,0 0-1 0 0,-1-1 1 0 0,1-1 0 0 0,0 0-1 0 0,20-10 1 0 0,-12 4-85 0 0,-1-1 1 0 0,-1-2-1 0 0,0 0 1 0 0,19-16-1 0 0,-3-3-53 0 0,-2-1-1 0 0,-1-2 1 0 0,-2-1 0 0 0,28-41-1 0 0,-12 8 0 0 0,-4-3 0 0 0,-2-2 0 0 0,38-98 0 0 0,-30 42-44 0 0,38-159 1 0 0,-81 265-2 0 0,31-109-457 0 0,-36 131 410 0 0,-8 19-34 0 0,-48 156 40 0 0,34-102 45 0 0,-188 695 86 0 0,59 14 409 0 0,131-646-416 0 0,-40 388 112 0 0,59-513-191 0 0,-2 13 29 0 0,1 0-1 0 0,2 1 1 0 0,0-1-1 0 0,5 28 1 0 0,-5-45-24 0 0,1 0 0 0 0,-1 0 0 0 0,1 0 1 0 0,-1 0-1 0 0,1 0 0 0 0,1-1 1 0 0,-1 1-1 0 0,1-1 0 0 0,0 1 1 0 0,0-1-1 0 0,0 0 0 0 0,0 0 0 0 0,1 0 1 0 0,0 0-1 0 0,-1-1 0 0 0,1 1 1 0 0,1-1-1 0 0,-1 0 0 0 0,0-1 1 0 0,1 1-1 0 0,0-1 0 0 0,-1 1 0 0 0,10 1 1 0 0,-8-2-4 0 0,1-1 1 0 0,0 0 0 0 0,0 0-1 0 0,-1 0 1 0 0,1-1-1 0 0,0 0 1 0 0,0-1 0 0 0,-1 1-1 0 0,1-1 1 0 0,0-1-1 0 0,-1 1 1 0 0,1-1 0 0 0,-1 0-1 0 0,0-1 1 0 0,1 0 0 0 0,-1 0-1 0 0,0 0 1 0 0,-1 0-1 0 0,1-1 1 0 0,0 0 0 0 0,-1 0-1 0 0,0-1 1 0 0,8-8-1 0 0,-2 0 2 0 0,0 0 0 0 0,0-1 0 0 0,-2 0 0 0 0,0 0 0 0 0,0-1 0 0 0,-1 0 0 0 0,-1-1 0 0 0,6-21-1 0 0,-7 18 24 0 0,-1-1 0 0 0,-1 0 0 0 0,-1 0 0 0 0,-1 0-1 0 0,-1 0 1 0 0,-1 0 0 0 0,0-1 0 0 0,-2 1-1 0 0,0 0 1 0 0,-1 0 0 0 0,-1 0 0 0 0,-1 1 0 0 0,-1-1-1 0 0,0 1 1 0 0,-15-29 0 0 0,5 18 81 0 0,-1 1-1 0 0,-1 1 1 0 0,-1 0-1 0 0,-2 2 1 0 0,0 0 0 0 0,-2 1-1 0 0,-1 1 1 0 0,-41-31 0 0 0,-238-144 797 0 0,267 178-768 0 0,28 16-137 0 0,0-1-1 0 0,0 1 1 0 0,0-1-1 0 0,1 0 0 0 0,0-1 1 0 0,-10-11-1 0 0,15 16-48 0 0,0-1 0 0 0,1 1 0 0 0,-1-1-1 0 0,1 1 1 0 0,-1-1 0 0 0,1 1 0 0 0,0-1 0 0 0,0 0-1 0 0,0 0 1 0 0,1 1 0 0 0,-1-1 0 0 0,0 0 0 0 0,1 0 0 0 0,0 0-1 0 0,0 0 1 0 0,0 0 0 0 0,0 0 0 0 0,0 0 0 0 0,1 0-1 0 0,-1 1 1 0 0,1-1 0 0 0,0 0 0 0 0,-1 0 0 0 0,1 0 0 0 0,1 1-1 0 0,1-4 1 0 0,6-10-325 0 0,1 2-1 0 0,1 0 0 0 0,0 0 1 0 0,1 1-1 0 0,1 0 0 0 0,0 1 1 0 0,15-11-1 0 0,108-67-2360 0 0,-106 71 2035 0 0,187-109-7245 0 0,-164 96 3861 0 0</inkml:trace>
  <inkml:trace contextRef="#ctx0" brushRef="#br0" timeOffset="1">1047 797 76 0 0,'22'-46'7935'0'0,"5"-6"-1578"0"0,-26 50-6072 0 0,0 1-86 0 0,0 1-167 0 0,1-1 0 0 0,-1 1 0 0 0,1-1 0 0 0,-1 1 0 0 0,0 0 1 0 0,1 0-1 0 0,-1-1 0 0 0,1 1 0 0 0,-1 0 0 0 0,4 1 0 0 0,2 2 56 0 0,0 1-1 0 0,1 0 0 0 0,-1 1 0 0 0,-1 0 0 0 0,1 0 0 0 0,-1 0 1 0 0,0 1-1 0 0,0 0 0 0 0,0 0 0 0 0,-1 1 0 0 0,8 12 1 0 0,2 6 184 0 0,-1 0 0 0 0,13 31 0 0 0,-21-41-93 0 0,0 1 0 0 0,-1 0 0 0 0,-1 0 1 0 0,-1 0-1 0 0,0 1 0 0 0,-1-1 0 0 0,0 1 1 0 0,-2 21-1 0 0,0-28 54 0 0,-1 0 1 0 0,0 0-1 0 0,-1 0 0 0 0,0-1 0 0 0,0 1 1 0 0,-1 0-1 0 0,-1-1 0 0 0,1 0 0 0 0,-1 0 1 0 0,-1 0-1 0 0,0-1 0 0 0,0 1 0 0 0,-1-1 1 0 0,-13 15-1 0 0,19-22-208 0 0,-1 0 0 0 0,0 0 0 0 0,0 0 0 0 0,0 0 1 0 0,0 0-1 0 0,0 0 0 0 0,0 0 0 0 0,0 0 0 0 0,0-1 0 0 0,0 1 0 0 0,-1 0 0 0 0,1-1 0 0 0,0 1 1 0 0,0-1-1 0 0,-1 1 0 0 0,1-1 0 0 0,0 1 0 0 0,-1-1 0 0 0,1 0 0 0 0,0 0 0 0 0,-1 0 0 0 0,1 0 1 0 0,-1 0-1 0 0,1 0 0 0 0,0 0 0 0 0,-1 0 0 0 0,1 0 0 0 0,0-1 0 0 0,-1 1 0 0 0,1 0 0 0 0,0-1 1 0 0,-1 0-1 0 0,1 1 0 0 0,0-1 0 0 0,0 0 0 0 0,0 1 0 0 0,-1-1 0 0 0,1 0 0 0 0,0 0 0 0 0,0 0 0 0 0,0 0 1 0 0,0 0-1 0 0,1 0 0 0 0,-1 0 0 0 0,-1-2 0 0 0,-1-1-18 0 0,1-1 0 0 0,-1 1 0 0 0,1-1 0 0 0,0 0 0 0 0,0 0 0 0 0,1 0 1 0 0,0 0-1 0 0,-1 0 0 0 0,2 0 0 0 0,-2-9 0 0 0,3 0-73 0 0,1 0 1 0 0,0-1-1 0 0,0 1 0 0 0,2 0 1 0 0,-1 0-1 0 0,2 1 1 0 0,0-1-1 0 0,1 1 0 0 0,0 0 1 0 0,1 0-1 0 0,11-16 1 0 0,-3 9-17 0 0,0 0 0 0 0,1 1 0 0 0,1 1-1 0 0,1 1 1 0 0,35-28 0 0 0,-40 37 21 0 0,0-1-1 0 0,0 2 0 0 0,0 0 1 0 0,1 1-1 0 0,26-9 0 0 0,-37 14 51 0 0,-1 1-1 0 0,1-1 0 0 0,-1 0 0 0 0,1 1 1 0 0,0-1-1 0 0,0 1 0 0 0,-1 0 1 0 0,1 0-1 0 0,0 0 0 0 0,-1 0 0 0 0,1 1 1 0 0,0-1-1 0 0,0 1 0 0 0,-1-1 0 0 0,1 1 1 0 0,-1 0-1 0 0,1 0 0 0 0,-1 0 1 0 0,1 1-1 0 0,-1-1 0 0 0,0 0 0 0 0,1 1 1 0 0,-1 0-1 0 0,0-1 0 0 0,0 1 1 0 0,0 0-1 0 0,0 0 0 0 0,-1 0 0 0 0,1 0 1 0 0,0 1-1 0 0,1 3 0 0 0,1 2 3 0 0,-1 0 0 0 0,-1 0-1 0 0,0 0 1 0 0,0 0 0 0 0,0 0-1 0 0,-1 0 1 0 0,0 1 0 0 0,-1 13 0 0 0,-1 7 4 0 0,-10 50 1 0 0,7-60 21 0 0,0 1 0 0 0,2-1-1 0 0,1 1 1 0 0,0-1 0 0 0,1 1 0 0 0,4 23-1 0 0,-4-39-5 0 0,1-1 1 0 0,0 1-1 0 0,0-1 0 0 0,0 0 0 0 0,0 1 0 0 0,1-1 1 0 0,-1 0-1 0 0,1 0 0 0 0,0 0 0 0 0,0 0 0 0 0,0 0 1 0 0,0-1-1 0 0,1 1 0 0 0,-1-1 0 0 0,1 1 1 0 0,-1-1-1 0 0,5 3 0 0 0,-3-3-1 0 0,0 0 0 0 0,1 0 0 0 0,-1 0 0 0 0,0-1 0 0 0,1 0 0 0 0,0 1 0 0 0,-1-2 0 0 0,1 1-1 0 0,0 0 1 0 0,-1-1 0 0 0,8 0 0 0 0,0-1 3 0 0,0-1 0 0 0,0 0 0 0 0,0-1 0 0 0,-1 0 0 0 0,1 0 0 0 0,-1-1 0 0 0,0-1 0 0 0,0 0-1 0 0,12-8 1 0 0,-8 3-3 0 0,0-1-1 0 0,-1-1 1 0 0,0 0-1 0 0,-1-1 0 0 0,18-23 1 0 0,-12 11 1 0 0,-2 0 1 0 0,22-42 0 0 0,-27 42 13 0 0,0-1 1 0 0,-2 0 0 0 0,-1 0-1 0 0,6-29 1 0 0,-12 43-31 0 0,-1 0 1 0 0,0 0 0 0 0,-1 0-1 0 0,-1 0 1 0 0,1 0-1 0 0,-2 0 1 0 0,0 0 0 0 0,0 0-1 0 0,-1 0 1 0 0,-1 0-1 0 0,-6-20 1 0 0,8 30-2 0 0,0 0 0 0 0,0 0 1 0 0,0 0-1 0 0,-1 0 0 0 0,1 1 0 0 0,0-1 1 0 0,-1 0-1 0 0,1 1 0 0 0,-1-1 0 0 0,0 1 0 0 0,1-1 1 0 0,-1 1-1 0 0,0 0 0 0 0,0 0 0 0 0,0 0 0 0 0,0 0 1 0 0,0 0-1 0 0,0 0 0 0 0,-4 0 0 0 0,2 0 0 0 0,0 0-1 0 0,-1 0 1 0 0,1 1 0 0 0,-1 0-1 0 0,1 0 1 0 0,0 0-1 0 0,-1 1 1 0 0,-4 0 0 0 0,-6 4-10 0 0,0-1-1 0 0,-1 2 1 0 0,2 0 0 0 0,-1 1 0 0 0,1 0 0 0 0,0 1 0 0 0,1 0 0 0 0,-1 2 0 0 0,-15 14 0 0 0,10-7 9 0 0,1 1-1 0 0,0 0 1 0 0,2 2 0 0 0,0 0 0 0 0,-14 24 0 0 0,25-36-13 0 0,1 0 0 0 0,0 0-1 0 0,0 1 1 0 0,1-1 0 0 0,0 1-1 0 0,0 0 1 0 0,1 0 0 0 0,0 0-1 0 0,0 0 1 0 0,1 15 0 0 0,1-19-83 0 0,0 0-1 0 0,0 0 1 0 0,1 0 0 0 0,0 0 0 0 0,0 0 0 0 0,1-1 0 0 0,-1 1 0 0 0,1 0-1 0 0,0-1 1 0 0,0 1 0 0 0,0-1 0 0 0,1 0 0 0 0,0 0 0 0 0,0 1-1 0 0,0-2 1 0 0,0 1 0 0 0,0 0 0 0 0,1-1 0 0 0,0 1 0 0 0,-1-1 0 0 0,7 3-1 0 0,2 2-521 0 0,1-1-1 0 0,1 0 1 0 0,-1-1 0 0 0,1-1-1 0 0,1 0 1 0 0,26 5-1 0 0,-15-5-2611 0 0,37 1-1 0 0,-20-5-2665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31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80 180 2392 0 0,'32'-100'12306'0'0,"-28"91"-11680"0"0,-1 16-190 0 0,0 17-78 0 0,-5 35 237 0 0,-2-1-1 0 0,-2 0 1 0 0,-4 0-1 0 0,-18 65 1 0 0,28-120-459 0 0,-1-1 0 0 0,0 1 0 0 0,-1 0 0 0 0,1 0 0 0 0,0-1-1 0 0,-1 1 1 0 0,0-1 0 0 0,1 1 0 0 0,-3 2 0 0 0,3-4-99 0 0,0 0 0 0 0,0-1-1 0 0,0 1 1 0 0,0 0 0 0 0,0 0-1 0 0,0-1 1 0 0,0 1 0 0 0,0 0 0 0 0,0-1-1 0 0,0 1 1 0 0,0-1 0 0 0,0 0-1 0 0,0 1 1 0 0,-1-1 0 0 0,1 0 0 0 0,0 0-1 0 0,0 1 1 0 0,0-1 0 0 0,-1 0-1 0 0,1 0 1 0 0,0 0 0 0 0,0-1 0 0 0,-3 1-1 0 0,3-1-21 0 0,-1 0 0 0 0,1 0 0 0 0,-1 0 0 0 0,1 0 0 0 0,0 0 0 0 0,-1-1 0 0 0,1 1 0 0 0,0 0 0 0 0,0-1 0 0 0,0 1 0 0 0,0-1 0 0 0,0 1 0 0 0,0-1 0 0 0,0 1 0 0 0,1-1 0 0 0,-1 0 0 0 0,0 1 0 0 0,1-1 0 0 0,-1-2 0 0 0,-5-32 59 0 0,6 25-76 0 0,0-1-1 0 0,1 0 1 0 0,0 1-1 0 0,1-1 1 0 0,0 1-1 0 0,1-1 1 0 0,0 1-1 0 0,1 0 0 0 0,0 0 1 0 0,1 1-1 0 0,0-1 1 0 0,0 1-1 0 0,1 0 1 0 0,1 0-1 0 0,0 1 1 0 0,12-14-1 0 0,-12 16-19 0 0,0 0-1 0 0,0 1 1 0 0,1-1 0 0 0,0 1 0 0 0,0 1-1 0 0,1 0 1 0 0,0 0 0 0 0,0 0-1 0 0,0 1 1 0 0,0 0 0 0 0,1 1-1 0 0,-1 0 1 0 0,1 1 0 0 0,0 0-1 0 0,0 0 1 0 0,0 1 0 0 0,0 1 0 0 0,0-1-1 0 0,16 3 1 0 0,-15 0 1 0 0,0 0 0 0 0,0 1 0 0 0,0 0 0 0 0,0 1 0 0 0,-1 0 0 0 0,0 1 0 0 0,1 0 0 0 0,-2 1 0 0 0,1 0 0 0 0,-1 0 0 0 0,1 1 0 0 0,-2 1 0 0 0,1-1-1 0 0,-1 1 1 0 0,13 17 0 0 0,-11-11 13 0 0,0 0 0 0 0,-1 0 0 0 0,0 1 0 0 0,-2 0 0 0 0,1 1 0 0 0,-2-1 0 0 0,0 2 0 0 0,-1-1 0 0 0,5 33 0 0 0,-9-41 59 0 0,-1 0 1 0 0,0 0-1 0 0,0-1 0 0 0,-1 1 0 0 0,0 0 0 0 0,0 0 1 0 0,-1-1-1 0 0,-3 9 0 0 0,5-13 16 0 0,-1-3-59 0 0,1 0 1 0 0,0 1-1 0 0,-1-1 0 0 0,1 1 0 0 0,-1-1 0 0 0,1 0 0 0 0,-1 1 1 0 0,1-1-1 0 0,-1 0 0 0 0,1 1 0 0 0,-1-1 0 0 0,1 0 0 0 0,-1 0 0 0 0,1 0 1 0 0,-1 1-1 0 0,1-1 0 0 0,-1 0 0 0 0,1 0 0 0 0,-1 0 0 0 0,1 0 0 0 0,-2 0 1 0 0,0-5-11 0 0,1 1 0 0 0,0-1 0 0 0,0 0 0 0 0,0 0 0 0 0,0 0 0 0 0,1 1 0 0 0,0-1 0 0 0,0 0 0 0 0,0 0 0 0 0,0 0 0 0 0,1 0 0 0 0,0 0 0 0 0,0 0 0 0 0,0 1 0 0 0,1-1 0 0 0,3-8 0 0 0,1-2-21 0 0,6-20-21 0 0,2 1 1 0 0,1 0-1 0 0,2 1 1 0 0,31-47-1 0 0,-31 56 6 0 0,1 1 0 0 0,1 0 0 0 0,0 1 0 0 0,2 1 0 0 0,1 2 0 0 0,28-22 0 0 0,-43 36 18 0 0,0 1-1 0 0,0 0 1 0 0,0 0 0 0 0,0 0 0 0 0,1 1-1 0 0,-1 0 1 0 0,1 0 0 0 0,0 1 0 0 0,0 0-1 0 0,0 1 1 0 0,14-2 0 0 0,-17 3 13 0 0,0 1-1 0 0,0-1 1 0 0,1 1-1 0 0,-1 0 1 0 0,0 0-1 0 0,-1 1 1 0 0,1-1 0 0 0,0 1-1 0 0,0 0 1 0 0,-1 0-1 0 0,1 1 1 0 0,-1 0-1 0 0,0-1 1 0 0,1 1 0 0 0,-1 1-1 0 0,-1-1 1 0 0,1 1-1 0 0,0-1 1 0 0,4 7 0 0 0,-4-3 24 0 0,1-1 0 0 0,-2 1 0 0 0,1 0 0 0 0,-1 0 0 0 0,0 0 1 0 0,0 0-1 0 0,-1 1 0 0 0,1-1 0 0 0,-2 1 0 0 0,2 11 0 0 0,-1 9 234 0 0,-1 44 0 0 0,-2-38-93 0 0,-2 17 22 0 0,1-38-108 0 0,1 1-1 0 0,1-1 0 0 0,2 27 0 0 0,-2-38-40 0 0,5 2-11 0 0,-4-4-26 0 0,-1 0 0 0 0,0 0 0 0 0,0 1 0 0 0,0-1-1 0 0,0 0 1 0 0,1 1 0 0 0,-1-1 0 0 0,0 0 0 0 0,0 0 0 0 0,1 0-1 0 0,-1 1 1 0 0,0-1 0 0 0,0 0 0 0 0,1 0 0 0 0,-1 0-1 0 0,0 0 1 0 0,1 1 0 0 0,-1-1 0 0 0,0 0 0 0 0,1 0-1 0 0,-1 0 1 0 0,0 0 0 0 0,1 0 0 0 0,-1 0 0 0 0,0 0 0 0 0,0 0-1 0 0,1 0 1 0 0,-1 0 0 0 0,0 0 0 0 0,1 0 0 0 0,-1 0-1 0 0,0 0 1 0 0,1 0 0 0 0,-1 0 0 0 0,1-1 0 0 0,11-4-605 0 0,0 0 0 0 0,0-1 0 0 0,-1 0 0 0 0,1-1 0 0 0,13-12 0 0 0,53-47-8006 0 0,-75 62 7953 0 0,24-17-5702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32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1142 1247 696 0 0,'-34'47'13004'0'0,"23"-33"-10991"0"0,10-12-1601 0 0,-1 3 218 0 0,2-5-613 0 0,0 1 0 0 0,0-1 0 0 0,-1 0 0 0 0,1 0 0 0 0,0 0 0 0 0,0 1 0 0 0,0-1 0 0 0,0 0 0 0 0,-1 1 0 0 0,1-1 0 0 0,0 0 0 0 0,0 0 0 0 0,0 1 0 0 0,0-1 0 0 0,0 0 0 0 0,0 1 0 0 0,0-1 0 0 0,0 0 0 0 0,0 1 0 0 0,0-1 0 0 0,0 0 0 0 0,0 0 0 0 0,0 1 0 0 0,0-1 0 0 0,0 0 0 0 0,0 1 0 0 0,0-1 0 0 0,0 0 0 0 0,0 1 0 0 0,1-1 0 0 0,-1 0 0 0 0,0 0 0 0 0,0 1 0 0 0,0-1 0 0 0,0 0 0 0 0,1 0 0 0 0,-1 1 0 0 0,0-1 0 0 0,0 0 0 0 0,0 0 0 0 0,1 0 0 0 0,-1 1 0 0 0,0-1 0 0 0,1 0 0 0 0,-1 0 0 0 0,0 0 0 0 0,0 0 0 0 0,1 0 0 0 0,-1 0 0 0 0,0 0 0 0 0,1 1 0 0 0,-1-1 0 0 0,0 0 0 0 0,0 0 0 0 0,1 0 0 0 0,-1 0 0 0 0,0 0 0 0 0,1 0 0 0 0,-1 0 0 0 0,0 0 0 0 0,1-1 0 0 0,-1 1 0 0 0,0 0 0 0 0,0 0 0 0 0,1 0 0 0 0,-1 0 0 0 0,0 0 0 0 0,1-1 0 0 0,10-1 72 0 0,-1-1 0 0 0,0 0 0 0 0,0 0-1 0 0,0-1 1 0 0,0-1 0 0 0,0 0 0 0 0,-1 0-1 0 0,0-1 1 0 0,0 0 0 0 0,-1 0 0 0 0,1-1-1 0 0,-1 0 1 0 0,9-11 0 0 0,9-11-27 0 0,-1-2 0 0 0,27-44-1 0 0,-1-7-48 0 0,-3-2 0 0 0,43-110-1 0 0,43-193-295 0 0,-100 250-86 0 0,-33 135 300 0 0,-1 2 67 0 0,0 0 0 0 0,0-1 0 0 0,0 1 0 0 0,0 0 0 0 0,0 0 0 0 0,0-1 0 0 0,0 1-1 0 0,-1 0 1 0 0,1 0 0 0 0,0-1 0 0 0,0 1 0 0 0,0 0 0 0 0,0 0 0 0 0,0 0 0 0 0,0-1 0 0 0,0 1 0 0 0,0 0 0 0 0,-1 0 0 0 0,1 0 0 0 0,0-1 0 0 0,0 1 0 0 0,0 0-1 0 0,0 0 1 0 0,-1 0 0 0 0,1 0 0 0 0,0-1 0 0 0,0 1 0 0 0,0 0 0 0 0,-1 0 0 0 0,1 0 0 0 0,0 0 0 0 0,0 0 0 0 0,0 0 0 0 0,-1 0 0 0 0,1 0 0 0 0,0 0 0 0 0,0-1-1 0 0,-1 1 1 0 0,1 0 0 0 0,0 0 0 0 0,0 0 0 0 0,-1 1 0 0 0,1-1 0 0 0,0 0 0 0 0,0 0 0 0 0,-1 0 0 0 0,1 0 0 0 0,0 0 0 0 0,0 0 0 0 0,-1 0 0 0 0,1 0-1 0 0,0 0 1 0 0,0 0 0 0 0,0 1 0 0 0,-1-1 0 0 0,1 0 0 0 0,0 0 0 0 0,0 0 0 0 0,0 0 0 0 0,0 1 0 0 0,-1-1 0 0 0,1 0 0 0 0,0 0 0 0 0,0 0 0 0 0,0 1 0 0 0,-12 10-24 0 0,-10 19 10 0 0,1 0 0 0 0,2 2 0 0 0,1 1 1 0 0,-21 53-1 0 0,13-26-9 0 0,3 1 0 0 0,-18 77 0 0 0,33-107 23 0 0,3 0 0 0 0,0 1 0 0 0,2 0 1 0 0,1 0-1 0 0,2 0 0 0 0,5 49 0 0 0,-3-71 7 0 0,0 0-1 0 0,0 0 1 0 0,1 0-1 0 0,0 0 1 0 0,0-1-1 0 0,1 1 1 0 0,1-1-1 0 0,0 0 1 0 0,0 0-1 0 0,0 0 1 0 0,1-1-1 0 0,1 0 1 0 0,-1 0-1 0 0,9 7 1 0 0,-9-10-55 0 0,0-1 0 0 0,0 0 1 0 0,0 1-1 0 0,0-2 1 0 0,1 1-1 0 0,0-1 0 0 0,0 0 1 0 0,0-1-1 0 0,0 1 1 0 0,0-1-1 0 0,0-1 1 0 0,1 1-1 0 0,-1-1 0 0 0,1-1 1 0 0,-1 1-1 0 0,1-1 1 0 0,-1-1-1 0 0,1 1 0 0 0,-1-1 1 0 0,8-2-1 0 0,9-3-108 0 0,-2-2 0 0 0,1 0-1 0 0,-1-1 1 0 0,0-1 0 0 0,-1-1-1 0 0,0-1 1 0 0,-1-1 0 0 0,-1 0-1 0 0,0-2 1 0 0,23-22 0 0 0,-5 1-103 0 0,-2-3 0 0 0,-2 0 1 0 0,49-77-1 0 0,-46 56 64 0 0,-2-1 0 0 0,-3-2 1 0 0,37-111-1 0 0,-34 65 1295 0 0,28-167 1 0 0,-58 236-914 0 0,-21 58-181 0 0,6 4 14 0 0,1 0-1 0 0,1 0 0 0 0,-12 47 1 0 0,11-35 51 0 0,-24 97 182 0 0,6 1 1 0 0,5 2-1 0 0,-7 181 0 0 0,22-154 116 0 0,7-96 2326 0 0,1-62-1723 0 0,8-18-631 0 0,20-61-28 0 0,-13 34-241 0 0,25-51 0 0 0,-28 69-89 0 0,2 1 0 0 0,0 0 1 0 0,2 1-1 0 0,33-36 0 0 0,-39 48-4 0 0,1-1 1 0 0,0 2 0 0 0,1 0-1 0 0,0 0 1 0 0,0 1-1 0 0,1 1 1 0 0,0 0 0 0 0,0 1-1 0 0,1 0 1 0 0,19-5 0 0 0,-28 9 10 0 0,0 1-1 0 0,0 0 1 0 0,0 0 0 0 0,0 1 0 0 0,0-1 0 0 0,0 1-1 0 0,0 0 1 0 0,0 1 0 0 0,0-1 0 0 0,0 1 0 0 0,0 0 0 0 0,0 0-1 0 0,0 1 1 0 0,-1-1 0 0 0,1 1 0 0 0,0 0 0 0 0,-1 0 0 0 0,0 1-1 0 0,1-1 1 0 0,-1 1 0 0 0,0 0 0 0 0,0 0 0 0 0,0 0 0 0 0,4 6-1 0 0,-2-2 4 0 0,-2-1-1 0 0,1 1 1 0 0,-1 0-1 0 0,0 0 0 0 0,-1 1 1 0 0,1-1-1 0 0,-1 1 0 0 0,-1-1 1 0 0,0 1-1 0 0,0 0 0 0 0,0 0 1 0 0,-1 0-1 0 0,0 0 1 0 0,-1 12-1 0 0,-2 35 52 0 0,-14 77 1 0 0,3-41 68 0 0,13-90-106 0 0,0 0 0 0 0,0 0 0 0 0,-1 0 0 0 0,1 0 1 0 0,0 1-1 0 0,0-1 0 0 0,0 0 0 0 0,1 0 0 0 0,-1 0 0 0 0,0 0 0 0 0,0 0 0 0 0,0 0 1 0 0,1 1-1 0 0,-1-1 0 0 0,1 0 0 0 0,-1 0 0 0 0,1 0 0 0 0,-1 0 0 0 0,1 0 0 0 0,0 0 0 0 0,-1-1 1 0 0,1 1-1 0 0,0 0 0 0 0,1 1 0 0 0,-1-2-1 0 0,0 1 0 0 0,1 0 1 0 0,-1-1-1 0 0,1 0 0 0 0,-1 1 1 0 0,1-1-1 0 0,-1 0 0 0 0,1 0 0 0 0,-1 1 1 0 0,1-1-1 0 0,-1 0 0 0 0,1-1 1 0 0,0 1-1 0 0,-1 0 0 0 0,2-1 0 0 0,7-1 12 0 0,-1-1-1 0 0,0-1 0 0 0,0 0 0 0 0,9-5 0 0 0,-17 9-11 0 0,22-14-26 0 0,0 0-1 0 0,0-2 1 0 0,-2 0 0 0 0,0-2-1 0 0,25-27 1 0 0,-14 9-27 0 0,-1-1 0 0 0,30-48 0 0 0,-37 44 42 0 0,-2-1 0 0 0,26-68-1 0 0,-47 109 0 0 0,-1 0 0 0 0,0 0 0 0 0,1 0 0 0 0,-1 0 0 0 0,1 0 0 0 0,-1 0 0 0 0,0 0-1 0 0,0 0 1 0 0,0 0 0 0 0,0 0 0 0 0,1 0 0 0 0,-1 0 0 0 0,0 0 0 0 0,-1 0 0 0 0,1 0 0 0 0,0 0 0 0 0,0 0-1 0 0,0 0 1 0 0,-1 0 0 0 0,1-1 0 0 0,-1 2 5 0 0,1-1 1 0 0,-1 1-1 0 0,1 0 0 0 0,-1-1 0 0 0,1 1 1 0 0,-1 0-1 0 0,0 0 0 0 0,1-1 1 0 0,-1 1-1 0 0,1 0 0 0 0,-1 0 0 0 0,0 0 1 0 0,1 0-1 0 0,-1-1 0 0 0,1 1 0 0 0,-1 0 1 0 0,0 0-1 0 0,1 0 0 0 0,-1 1 1 0 0,0-1-1 0 0,1 0 0 0 0,-1 0 0 0 0,0 0 1 0 0,-3 1-4 0 0,0 1 0 0 0,0-1 1 0 0,1 0-1 0 0,-1 1 1 0 0,0 0-1 0 0,1 0 0 0 0,0 0 1 0 0,-6 4-1 0 0,-6 9 28 0 0,0 1-1 0 0,1 0 1 0 0,0 1-1 0 0,2 1 1 0 0,0 0-1 0 0,1 0 1 0 0,0 1 0 0 0,2 0-1 0 0,0 1 1 0 0,2 0-1 0 0,0 1 1 0 0,1 0-1 0 0,1 0 1 0 0,1 0-1 0 0,1 0 1 0 0,-1 28-1 0 0,4-43 0 0 0,0 0-1 0 0,1 1 1 0 0,0-1-1 0 0,0 0 1 0 0,0 0-1 0 0,1 0 1 0 0,0 0-1 0 0,0 0 0 0 0,0-1 1 0 0,1 1-1 0 0,0 0 1 0 0,0-1-1 0 0,0 0 1 0 0,1 0-1 0 0,0 0 1 0 0,0 0-1 0 0,0-1 1 0 0,0 1-1 0 0,10 6 0 0 0,-6-5-53 0 0,0-1 0 0 0,0-1 0 0 0,1 0-1 0 0,-1 0 1 0 0,1 0 0 0 0,0-1 0 0 0,0 0-1 0 0,0-1 1 0 0,0 0 0 0 0,0-1 0 0 0,1 0-1 0 0,14 0 1 0 0,-3-1-625 0 0,-1-1 1 0 0,1-1-1 0 0,-1-1 0 0 0,1-1 1 0 0,-1-1-1 0 0,28-10 1 0 0,-32 9-1277 0 0,-1-1 1 0 0,0-1 0 0 0,0-1 0 0 0,25-18 0 0 0,-21 12-2980 0 0</inkml:trace>
  <inkml:trace contextRef="#ctx0" brushRef="#br0" timeOffset="1">607 567 1636 0 0,'-117'1'5147'0'0,"-348"-14"12335"0"0,444 9-16757 0 0,18 3-465 0 0,7 0-54 0 0,33-7-94 0 0,0 1-1 0 0,54-3 1 0 0,-56 7-169 0 0,454-28-2456 0 0,-160 20-3139 0 0,-141 5-1394 0 0,-93 4-1073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5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11 3744 0 0,'-19'-4'3397'0'0,"5"0"511"0"0,-12 1-2720 0 0,7 3-1148 0 0,9 11-2784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34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511 275 1632 0 0,'9'-25'1633'0'0,"-1"0"0"0"0,-1 0 0 0 0,-2-1-1 0 0,0 0 1 0 0,-2 0 0 0 0,0-43 0 0 0,-5 22-20 0 0,2 47-1605 0 0,0 0 0 0 0,0-1 0 0 0,-1 1 0 0 0,1-1 0 0 0,0 1 0 0 0,-1 0 0 0 0,1-1 0 0 0,0 1 0 0 0,-1 0 0 0 0,1-1 0 0 0,0 1 0 0 0,-1 0 0 0 0,1 0 0 0 0,-1-1 0 0 0,1 1 0 0 0,0 0 0 0 0,-1 0 0 0 0,1 0 0 0 0,-1-1-1 0 0,1 1 1 0 0,-1 0 0 0 0,1 0 0 0 0,-1 0 0 0 0,1 0 0 0 0,-1 0 0 0 0,1 0 0 0 0,0 0 0 0 0,-1 0 0 0 0,1 0 0 0 0,-1 0 0 0 0,1 0 0 0 0,-1 1 0 0 0,1-1 0 0 0,-1 0 0 0 0,1 0 0 0 0,-1 0 0 0 0,1 1 0 0 0,-17 4 56 0 0,17-5-63 0 0,-13 6 47 0 0,2 1-1 0 0,-1 1 0 0 0,1 0 0 0 0,0 1 0 0 0,0 0 0 0 0,-16 19 0 0 0,8-9 55 0 0,-37 36 126 0 0,3 2-1 0 0,2 2 1 0 0,3 3-1 0 0,3 1 1 0 0,-60 113-1 0 0,98-162-191 0 0,0 1-1 0 0,1 0 1 0 0,1 1-1 0 0,0 0 1 0 0,1-1-1 0 0,0 1 1 0 0,0 17-1 0 0,3-28-56 0 0,1 0 0 0 0,0-1-1 0 0,0 1 1 0 0,0 0 0 0 0,1 0-1 0 0,0 0 1 0 0,0 0-1 0 0,0 0 1 0 0,0-1 0 0 0,1 1-1 0 0,-1-1 1 0 0,1 1 0 0 0,1-1-1 0 0,-1 1 1 0 0,1-1 0 0 0,-1 0-1 0 0,1 0 1 0 0,0 0-1 0 0,0-1 1 0 0,1 1 0 0 0,-1-1-1 0 0,1 1 1 0 0,0-1 0 0 0,0-1-1 0 0,0 1 1 0 0,0 0 0 0 0,7 2-1 0 0,7 2-301 0 0,-1-1-1 0 0,1 0 1 0 0,1-2-1 0 0,-1 0 1 0 0,1-1-1 0 0,-1-1 1 0 0,1-1-1 0 0,0 0 1 0 0,0-2-1 0 0,36-5 1 0 0,-13-1-517 0 0,-1-2-1 0 0,0-2 1 0 0,69-28 0 0 0,-80 26-314 0 0,-1-1-1 0 0,-1-2 1 0 0,48-34 0 0 0,-27 13-1432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34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181 268 3996 0 0,'12'-23'1268'0'0,"-1"0"-1"0"0,-1-2 1 0 0,-1 1 0 0 0,-2-1-1 0 0,7-31 1 0 0,-14 55-1217 0 0,0 0-1 0 0,0 1 1 0 0,1-1 0 0 0,-1 0 0 0 0,0 0 0 0 0,0 0 0 0 0,0 0-1 0 0,0 0 1 0 0,0 1 0 0 0,0-1 0 0 0,0 0 0 0 0,0 0 0 0 0,0 0 0 0 0,-1 0-1 0 0,1 0 1 0 0,0 1 0 0 0,0-1 0 0 0,-1 0 0 0 0,1 0 0 0 0,0 0-1 0 0,-1 1 1 0 0,1-1 0 0 0,-2-1 0 0 0,1 2-24 0 0,1 0 0 0 0,-1-1 1 0 0,0 1-1 0 0,0 0 0 0 0,0 0 0 0 0,1 0 1 0 0,-1 0-1 0 0,0 0 0 0 0,0 0 0 0 0,1 1 1 0 0,-1-1-1 0 0,0 0 0 0 0,0 0 0 0 0,1 0 1 0 0,-1 1-1 0 0,0-1 0 0 0,0 0 0 0 0,1 1 1 0 0,-1-1-1 0 0,0 1 0 0 0,-5 3 133 0 0,0 0-1 0 0,1 0 1 0 0,-11 10 0 0 0,-14 19 640 0 0,-46 67 0 0 0,63-79-662 0 0,0 0-1 0 0,2 1 0 0 0,0 0 0 0 0,-14 45 0 0 0,22-57-96 0 0,0-1 0 0 0,1 1 0 0 0,1 0 0 0 0,-1 0 0 0 0,1 13 0 0 0,1-20-29 0 0,0 0 0 0 0,1 0 1 0 0,-1 0-1 0 0,1 0 0 0 0,0 0 0 0 0,-1 0 0 0 0,1 0 0 0 0,0-1 0 0 0,1 1 0 0 0,-1 0 0 0 0,1-1 0 0 0,-1 1 1 0 0,1 0-1 0 0,0-1 0 0 0,-1 0 0 0 0,1 1 0 0 0,1-1 0 0 0,-1 0 0 0 0,0 0 0 0 0,0 0 0 0 0,1 0 0 0 0,2 1 1 0 0,4 1 3 0 0,1 1 1 0 0,-1-2-1 0 0,1 1 1 0 0,0-2-1 0 0,0 1 1 0 0,0-1-1 0 0,0-1 1 0 0,0 0-1 0 0,13 0 1 0 0,3-1 8 0 0,0-1 0 0 0,38-8 0 0 0,-38 5 2 0 0,0-2 0 0 0,-1-1 1 0 0,0-1-1 0 0,0-1 0 0 0,-1-1 1 0 0,0-1-1 0 0,36-23 0 0 0,-50 27-21 0 0,0 0-1 0 0,0-1 1 0 0,-1 0-1 0 0,0-1 0 0 0,0 0 1 0 0,-1 0-1 0 0,0-1 1 0 0,-1 0-1 0 0,0 0 1 0 0,0-1-1 0 0,-1 0 1 0 0,-1 0-1 0 0,0-1 0 0 0,0 1 1 0 0,-1-1-1 0 0,0 0 1 0 0,3-24-1 0 0,-6 27 9 0 0,-1 1 0 0 0,0-1-1 0 0,0 1 1 0 0,0-1 0 0 0,-1 0-1 0 0,-1 1 1 0 0,1 0 0 0 0,-1-1-1 0 0,-1 1 1 0 0,1 0 0 0 0,-2 0-1 0 0,1 0 1 0 0,-1 0 0 0 0,0 1-1 0 0,0 0 1 0 0,-1-1 0 0 0,0 2-1 0 0,-1-1 1 0 0,1 0 0 0 0,-1 1-1 0 0,0 0 1 0 0,-1 1 0 0 0,1-1-1 0 0,-1 1 1 0 0,0 1 0 0 0,-1-1-1 0 0,-8-3 1 0 0,3 1-6 0 0,0 1-1 0 0,-1 1 1 0 0,1 1 0 0 0,-1-1-1 0 0,0 2 1 0 0,-1 0 0 0 0,1 1-1 0 0,0 0 1 0 0,-1 1 0 0 0,1 1-1 0 0,-1 0 1 0 0,1 1 0 0 0,-1 1-1 0 0,1 0 1 0 0,-18 5 0 0 0,12 0-14 0 0,0 0 0 0 0,1 2 0 0 0,0 0 0 0 0,-35 22 0 0 0,46-26-23 0 0,0 1 1 0 0,1 0-1 0 0,-1 0 0 0 0,1 1 1 0 0,0 0-1 0 0,1 0 0 0 0,0 1 1 0 0,0 0-1 0 0,1 0 0 0 0,0 0 1 0 0,0 1-1 0 0,1-1 1 0 0,-4 10-1 0 0,7-14-98 0 0,0-1 0 0 0,0 0 0 0 0,1 1 0 0 0,-1-1 0 0 0,1 0 0 0 0,0 1 0 0 0,0-1 0 0 0,0 1 0 0 0,0-1 0 0 0,0 0 0 0 0,1 1 0 0 0,0-1 0 0 0,-1 0 0 0 0,1 0 0 0 0,1 1 0 0 0,-1-1 0 0 0,0 0 0 0 0,1 0 0 0 0,-1 0 0 0 0,1 0 0 0 0,0 0 0 0 0,4 4 0 0 0,-2-3-513 0 0,1 1 1 0 0,0-1 0 0 0,0 0-1 0 0,0-1 1 0 0,0 1 0 0 0,1-1 0 0 0,0 0-1 0 0,-1-1 1 0 0,1 1 0 0 0,0-1-1 0 0,8 2 1 0 0,11 2-3839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36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1 112 932 0 0,'1'-66'11131'0'0,"2"29"-8206"0"0,-3 35-2600 0 0,6-1 31 0 0,-6 2-348 0 0,1 1 0 0 0,-1 0 0 0 0,0-1 0 0 0,0 1 0 0 0,1 0 1 0 0,-1 0-1 0 0,0 0 0 0 0,1-1 0 0 0,-1 1 0 0 0,0 0 0 0 0,1 0 0 0 0,-1 0 0 0 0,1 0 0 0 0,-1 0 0 0 0,0-1 0 0 0,1 1 0 0 0,-1 0 0 0 0,0 0 0 0 0,1 0 1 0 0,-1 0-1 0 0,1 0 0 0 0,-1 0 0 0 0,0 0 0 0 0,1 0 0 0 0,-1 1 0 0 0,1-1 0 0 0,-1 0 0 0 0,0 0 0 0 0,1 0 0 0 0,-1 0 0 0 0,1 1 0 0 0,11 5 36 0 0,0 1 0 0 0,0 1 0 0 0,-1 0-1 0 0,0 1 1 0 0,-1 0 0 0 0,0 1 0 0 0,0-1-1 0 0,-1 2 1 0 0,0 0 0 0 0,-1 0-1 0 0,0 0 1 0 0,8 16 0 0 0,-5-6 61 0 0,0 1-1 0 0,-2 0 1 0 0,0 1 0 0 0,-1 0 0 0 0,-2 0 0 0 0,6 34 0 0 0,-10-40 198 0 0,-1 0 1 0 0,0 1-1 0 0,-2-1 1 0 0,0 1-1 0 0,0-1 1 0 0,-2 0 0 0 0,0 0-1 0 0,-1 0 1 0 0,-1 0-1 0 0,0-1 1 0 0,-1 1-1 0 0,-1-1 1 0 0,-1-1 0 0 0,0 1-1 0 0,-13 17 1 0 0,19-31-194 0 0,1 0 0 0 0,-1-1 1 0 0,0 0-1 0 0,1 1 0 0 0,-1-1 0 0 0,0 0 1 0 0,0 0-1 0 0,0 0 0 0 0,0 0 0 0 0,-3 1 1 0 0,5-2-88 0 0,-1 0 0 0 0,0 1 1 0 0,0-1-1 0 0,1 0 1 0 0,-1 0-1 0 0,0 0 0 0 0,0 0 1 0 0,1 0-1 0 0,-1 0 0 0 0,0 0 1 0 0,0 0-1 0 0,1 0 0 0 0,-1 0 1 0 0,0 0-1 0 0,1 0 1 0 0,-1 0-1 0 0,0 0 0 0 0,0-1 1 0 0,1 1-1 0 0,-1 0 0 0 0,0-1 1 0 0,1 1-1 0 0,-1 0 1 0 0,0-1-1 0 0,1 1 0 0 0,-1-1 1 0 0,1 1-1 0 0,-1-1 0 0 0,1 1 1 0 0,-1-1-1 0 0,1 0 1 0 0,-1 0-1 0 0,-2-7-6 0 0,0-1 0 0 0,1 1 0 0 0,0-1 1 0 0,0 1-1 0 0,1-1 0 0 0,0 0 0 0 0,1 0 0 0 0,0 1 1 0 0,0-1-1 0 0,1 0 0 0 0,0 0 0 0 0,1 1 0 0 0,0-1 1 0 0,0 1-1 0 0,5-13 0 0 0,3-7-176 0 0,2 1-1 0 0,1 0 1 0 0,22-35 0 0 0,-20 39-440 0 0,1 2 0 0 0,1-1 1 0 0,0 2-1 0 0,2 0 0 0 0,0 1 0 0 0,40-30 0 0 0,-38 35-1591 0 0,0 1 0 0 0,0 1 0 0 0,1 1 0 0 0,34-13 0 0 0,-24 15-3973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37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2980 0 0,'-3'0'5659'0'0,"2"-1"-5529"0"0,0 1 0 0 0,0 0-1 0 0,0 0 1 0 0,0 0-1 0 0,0 0 1 0 0,1 1-1 0 0,-1-1 1 0 0,0 0-1 0 0,0 0 1 0 0,0 0-1 0 0,0 1 1 0 0,0-1-1 0 0,0 0 1 0 0,0 1-1 0 0,0-1 1 0 0,1 1-1 0 0,-1-1 1 0 0,0 1-1 0 0,0 0 1 0 0,1-1-1 0 0,-1 1 1 0 0,0 0 0 0 0,1-1-1 0 0,-1 1 1 0 0,0 0-1 0 0,1 0 1 0 0,-1-1-1 0 0,1 1 1 0 0,0 0-1 0 0,-1 0 1 0 0,1 0-1 0 0,0 0 1 0 0,-1 0-1 0 0,1 0 1 0 0,0 0-1 0 0,0 0 1 0 0,0 0-1 0 0,0-1 1 0 0,0 1-1 0 0,0 2 1 0 0,0 9 446 0 0,1 0 1 0 0,0 1-1 0 0,0-1 0 0 0,2 0 1 0 0,4 17-1 0 0,4 16 400 0 0,3 32 10 0 0,9 79-69 0 0,-22-138-746 0 0,-1-1-1 0 0,-1 1 0 0 0,0 0 1 0 0,-1 0-1 0 0,-1-1 0 0 0,-9 33 0 0 0,11-47-99 0 0,0 0 0 0 0,0 0 0 0 0,0 0 0 0 0,0 0 0 0 0,-1 0 0 0 0,1 0 0 0 0,-1 0 0 0 0,0-1 0 0 0,0 1 0 0 0,0 0 0 0 0,0-1 0 0 0,0 1 0 0 0,0-1 0 0 0,-1 0 0 0 0,1 0 0 0 0,-1 0 0 0 0,0 0 0 0 0,-4 2 0 0 0,6-4-62 0 0,0 0-1 0 0,1 0 1 0 0,-1 0-1 0 0,0 0 1 0 0,1 0 0 0 0,-1 0-1 0 0,0 0 1 0 0,0-1-1 0 0,1 1 1 0 0,-1 0-1 0 0,0 0 1 0 0,1-1 0 0 0,-1 1-1 0 0,1-1 1 0 0,-1 1-1 0 0,0 0 1 0 0,1-1-1 0 0,-1 1 1 0 0,1-1 0 0 0,-1 0-1 0 0,1 1 1 0 0,-1-1-1 0 0,1 1 1 0 0,0-1 0 0 0,-1 0-1 0 0,1 1 1 0 0,0-1-1 0 0,-1 0 1 0 0,1 0-1 0 0,-8-20 32 0 0,7 13-58 0 0,0-1 0 0 0,1 0-1 0 0,0 1 1 0 0,0-1 0 0 0,1 0-1 0 0,0 0 1 0 0,0 1 0 0 0,1-1-1 0 0,0 1 1 0 0,1-1 0 0 0,4-8-1 0 0,-2 4-39 0 0,2 2-1 0 0,-1-1 1 0 0,2 1-1 0 0,-1 0 1 0 0,1 0-1 0 0,18-16 1 0 0,-9 11-8 0 0,1 0 1 0 0,1 2-1 0 0,1 0 1 0 0,0 1 0 0 0,0 1-1 0 0,2 1 1 0 0,41-16 0 0 0,-47 23 37 0 0,1-1 1 0 0,0 2 0 0 0,0 1 0 0 0,0 0-1 0 0,0 1 1 0 0,1 0 0 0 0,-1 2 0 0 0,0 0 0 0 0,0 1-1 0 0,0 0 1 0 0,0 2 0 0 0,0 0 0 0 0,26 10-1 0 0,117 47-262 0 0,-156-60 238 0 0,0 0 0 0 0,0 0-1 0 0,0-1 1 0 0,0 1 0 0 0,0-1-1 0 0,0 1 1 0 0,0-1 0 0 0,0-1-1 0 0,0 1 1 0 0,0-1 0 0 0,0 1-1 0 0,0-1 1 0 0,0 0 0 0 0,0-1 0 0 0,0 1-1 0 0,4-3 1 0 0,-2 1 18 0 0,-1 0 0 0 0,0 0-1 0 0,0-1 1 0 0,0 0 0 0 0,0 0 0 0 0,-1 0 0 0 0,1-1-1 0 0,-1 0 1 0 0,0 0 0 0 0,-1 0 0 0 0,1 0 0 0 0,-1 0-1 0 0,0-1 1 0 0,0 1 0 0 0,-1-1 0 0 0,0 0 0 0 0,0 0 0 0 0,0 0-1 0 0,0 0 1 0 0,-1 0 0 0 0,1-10 0 0 0,-1 8 16 0 0,0 0 1 0 0,-1 0 0 0 0,1 0-1 0 0,-1 0 1 0 0,-1 0 0 0 0,0 0-1 0 0,0 0 1 0 0,-1 0 0 0 0,1 0-1 0 0,-2 0 1 0 0,-4-12 0 0 0,6 18 7 0 0,0 1 1 0 0,0-1-1 0 0,0 0 1 0 0,0 1-1 0 0,0-1 1 0 0,-1 1-1 0 0,1 0 1 0 0,0-1-1 0 0,-1 1 1 0 0,1 0 0 0 0,-1 0-1 0 0,1 0 1 0 0,-1 0-1 0 0,0 0 1 0 0,1 0-1 0 0,-1 0 1 0 0,0 0-1 0 0,0 1 1 0 0,-2-2-1 0 0,0 2-4 0 0,0 0-1 0 0,1-1 0 0 0,-1 1 1 0 0,0 0-1 0 0,0 1 0 0 0,1-1 1 0 0,-1 1-1 0 0,0-1 1 0 0,-5 3-1 0 0,0 0 3 0 0,1 1 0 0 0,-1 0-1 0 0,1 0 1 0 0,0 1 0 0 0,0 0 0 0 0,0 0 0 0 0,-9 9-1 0 0,-11 13 100 0 0,1 2 0 0 0,1 1 0 0 0,2 0 0 0 0,1 2 0 0 0,2 1-1 0 0,1 0 1 0 0,1 2 0 0 0,-15 41 0 0 0,29-64-47 0 0,1 1-1 0 0,0 0 1 0 0,1 1 0 0 0,0-1 0 0 0,-1 22 0 0 0,3-31-71 0 0,1 0 1 0 0,0 0-1 0 0,1-1 0 0 0,-1 1 1 0 0,1 0-1 0 0,-1 0 0 0 0,1 0 1 0 0,0-1-1 0 0,1 1 0 0 0,-1 0 1 0 0,1-1-1 0 0,-1 1 0 0 0,1-1 1 0 0,0 0-1 0 0,0 0 0 0 0,0 1 1 0 0,1-1-1 0 0,-1 0 0 0 0,1-1 1 0 0,0 1-1 0 0,0 0 0 0 0,0-1 1 0 0,0 0-1 0 0,5 3 0 0 0,3 0-256 0 0,-1-1-1 0 0,1 0 0 0 0,0 0 0 0 0,1-2 1 0 0,-1 1-1 0 0,0-1 0 0 0,1-1 0 0 0,-1 0 0 0 0,1-1 1 0 0,-1 0-1 0 0,1-1 0 0 0,0 0 0 0 0,-1 0 1 0 0,0-1-1 0 0,18-6 0 0 0,2-2-317 0 0,0-1-1 0 0,-1-2 1 0 0,0-1-1 0 0,35-22 1 0 0,-11 2 231 0 0,-1-3-1 0 0,-2-2 0 0 0,62-63 1 0 0,-70 59 1857 0 0,64-86 0 0 0,-95 113-676 0 0,-1 0 1 0 0,0-1-1 0 0,-1 0 1 0 0,11-27-1 0 0,-21 43-786 0 0,1 1-1 0 0,-1-1 1 0 0,0 0-1 0 0,0 1 1 0 0,1-1 0 0 0,-1 0-1 0 0,0 0 1 0 0,0 1-1 0 0,0-1 1 0 0,0 0-1 0 0,1 0 1 0 0,-1 1-1 0 0,-1-1 1 0 0,1 0 0 0 0,0 0-1 0 0,0 1 1 0 0,0-1-1 0 0,0 0 1 0 0,0 0-1 0 0,-1 1 1 0 0,1-1-1 0 0,0 0 1 0 0,0 1-1 0 0,-1-1 1 0 0,1 0 0 0 0,-1 1-1 0 0,1-1 1 0 0,-2-1-1 0 0,1 2-4 0 0,0-1-1 0 0,0 1 0 0 0,0 0 0 0 0,-1-1 1 0 0,1 1-1 0 0,0 0 0 0 0,0 0 1 0 0,-1 0-1 0 0,1 0 0 0 0,0 0 0 0 0,-1 0 1 0 0,1 0-1 0 0,0 0 0 0 0,0 1 1 0 0,-2-1-1 0 0,-5 3 31 0 0,-1-1 0 0 0,1 1 0 0 0,-14 8 0 0 0,4 0 6 0 0,0 0-1 0 0,-29 25 1 0 0,41-31-41 0 0,0 1 0 0 0,0 0 0 0 0,0 0 0 0 0,1 0 0 0 0,0 1 0 0 0,0 0 0 0 0,1 0 0 0 0,0 0 0 0 0,-6 14 0 0 0,10-18-6 0 0,-1 0 1 0 0,0-1-1 0 0,1 1 1 0 0,0 0-1 0 0,0 0 1 0 0,0 0-1 0 0,0 0 1 0 0,0 0-1 0 0,0-1 1 0 0,1 1-1 0 0,0 0 1 0 0,-1 0-1 0 0,1-1 1 0 0,0 1-1 0 0,0 0 1 0 0,0-1-1 0 0,3 4 1 0 0,2 4-2 0 0,0 0 1 0 0,17 16-1 0 0,-8-7-19 0 0,27 28-20 0 0,-33-37 29 0 0,1 0 0 0 0,-1 1 0 0 0,0 0 1 0 0,-1 0-1 0 0,0 1 0 0 0,11 24 0 0 0,-17-31 159 0 0,0 1-1 0 0,0-1 1 0 0,-1 1 0 0 0,0-1-1 0 0,0 1 1 0 0,0-1-1 0 0,-1 1 1 0 0,1 0 0 0 0,-2 10-1 0 0,0-12-22 0 0,0-1 0 0 0,0 1-1 0 0,0 0 1 0 0,0 0 0 0 0,-1-1 0 0 0,0 1-1 0 0,0-1 1 0 0,0 1 0 0 0,0-1-1 0 0,0 0 1 0 0,0 0 0 0 0,-1 0 0 0 0,0 0-1 0 0,1 0 1 0 0,-5 2 0 0 0,-2 2 178 0 0,0-1 1 0 0,-1 0-1 0 0,0-1 1 0 0,0 0-1 0 0,0 0 0 0 0,0-1 1 0 0,-1 0-1 0 0,1-1 1 0 0,-1 0-1 0 0,0-1 1 0 0,-18 2-1 0 0,3-3 177 0 0,0 0 0 0 0,0-2 0 0 0,-45-7 1 0 0,68 8-627 0 0,1-1 1 0 0,-1 1 0 0 0,0-1 0 0 0,0 0-1 0 0,0 0 1 0 0,1 0 0 0 0,-1 0 0 0 0,0 0 0 0 0,1 0-1 0 0,-1-1 1 0 0,1 0 0 0 0,-1 1 0 0 0,1-1-1 0 0,0 0 1 0 0,0 0 0 0 0,0 0 0 0 0,0 0 0 0 0,-2-3-1 0 0,4 4 41 0 0,0 0-1 0 0,0 0 0 0 0,0 0 1 0 0,0 0-1 0 0,1 0 0 0 0,-1 0 1 0 0,0 0-1 0 0,0 1 1 0 0,1-1-1 0 0,-1 0 0 0 0,0 0 1 0 0,1 0-1 0 0,-1 0 0 0 0,1 1 1 0 0,-1-1-1 0 0,1 0 0 0 0,0 1 1 0 0,0-2-1 0 0,3-2-450 0 0,-1 0 73 0 0,1 0 0 0 0,0 1-1 0 0,0 0 1 0 0,0 0 0 0 0,0 0-1 0 0,1 0 1 0 0,7-3 0 0 0,42-15-2513 0 0,-35 15 2074 0 0,112-39-6551 0 0,-81 29 2501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39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549 94 1988 0 0,'-3'-22'3605'0'0,"2"11"-1247"0"0,-1 1 1 0 0,0-1-1 0 0,-4-14 1 0 0,-1 10 462 0 0,6 15-2780 0 0,0 0 1 0 0,1 1 0 0 0,-1-1 0 0 0,1 0 0 0 0,-1 0-1 0 0,1 0 1 0 0,-1 0 0 0 0,1 1 0 0 0,-1-1 0 0 0,0 0 0 0 0,1 0-1 0 0,0 1 1 0 0,-1-1 0 0 0,1 0 0 0 0,-1 1 0 0 0,1-1-1 0 0,-1 1 1 0 0,1-1 0 0 0,0 1 0 0 0,-1 0 0 0 0,-2 3 166 0 0,0 1 0 0 0,0 0 0 0 0,0 0-1 0 0,1 0 1 0 0,-1 0 0 0 0,1 0 0 0 0,1 1 0 0 0,-1-1 0 0 0,1 1 0 0 0,-1 6 0 0 0,-2 7 358 0 0,-23 97 2709 0 0,-13 118-1 0 0,7 123 13 0 0,21 197-2532 0 0,-6 87-158 0 0,-5-473-597 0 0,17-141 0 0 0,-1 0 0 0 0,-1 0 0 0 0,-1-1 0 0 0,-14 26 0 0 0,21-47 0 0 0,0-1 0 0 0,0 0 0 0 0,0 0 0 0 0,-1 0 0 0 0,0 0 0 0 0,0 0 0 0 0,0-1 0 0 0,0 1 0 0 0,0-1 0 0 0,-5 4 0 0 0,-7-1 0 0 0,12-6-72 0 0,1 0 0 0 0,-1 0 0 0 0,0 0 0 0 0,1 0-1 0 0,-1 0 1 0 0,1 0 0 0 0,-1-1 0 0 0,1 1 0 0 0,0-1 0 0 0,-1 1 0 0 0,1-1 0 0 0,-1 0 0 0 0,1 0 0 0 0,0 0-1 0 0,-4-3 1 0 0,1 1-263 0 0,1-1 0 0 0,0 0-1 0 0,0 1 1 0 0,0-1 0 0 0,1-1-1 0 0,0 1 1 0 0,-4-5 0 0 0,-3-9-1425 0 0,1 0 0 0 0,-14-38 0 0 0,19 48 1482 0 0,-83-291-12483 0 0,84 287 11789 0 0,-16-59-6264 0 0</inkml:trace>
  <inkml:trace contextRef="#ctx0" brushRef="#br0" timeOffset="1">58 722 1624 0 0,'23'-59'3140'0'0,"32"-58"-1"0"0,-42 94-2433 0 0,1 0 0 0 0,1 0 1 0 0,1 2-1 0 0,0 0 0 0 0,23-21 0 0 0,-28 33-484 0 0,0 0-1 0 0,0 1 0 0 0,1 0 1 0 0,0 1-1 0 0,0 0 0 0 0,1 1 0 0 0,0 0 1 0 0,0 1-1 0 0,0 1 0 0 0,0 0 0 0 0,1 1 1 0 0,0 0-1 0 0,0 1 0 0 0,0 1 1 0 0,0 0-1 0 0,0 1 0 0 0,15 1 0 0 0,-17 0-145 0 0,-1 0 0 0 0,0 1 0 0 0,0 1 0 0 0,0-1 0 0 0,0 2 0 0 0,0-1-1 0 0,-1 2 1 0 0,0-1 0 0 0,0 1 0 0 0,0 1 0 0 0,0 0 0 0 0,-1 0 0 0 0,0 1-1 0 0,0 0 1 0 0,-1 1 0 0 0,0 0 0 0 0,0 0 0 0 0,0 1 0 0 0,-1-1 0 0 0,-1 2-1 0 0,10 15 1 0 0,-14-19 13 0 0,1 0-1 0 0,-1-1 1 0 0,0 1-1 0 0,0 0 1 0 0,-1 0-1 0 0,1 0 1 0 0,-1 0-1 0 0,-1 0 1 0 0,1 0-1 0 0,-1 0 1 0 0,0 0-1 0 0,-1 0 1 0 0,1 0-1 0 0,-1 0 1 0 0,0 0-1 0 0,-1 0 1 0 0,1 0-1 0 0,-1 0 1 0 0,-4 8-1 0 0,1-5-20 0 0,1-1-1 0 0,-2 0 0 0 0,1-1 0 0 0,-1 1 0 0 0,0-1 0 0 0,-1 0 0 0 0,1-1 1 0 0,-1 0-1 0 0,-1 0 0 0 0,1 0 0 0 0,-1-1 0 0 0,-9 5 0 0 0,-7 2-56 0 0,-35 14 0 0 0,5-8-2937 0 0,51-17 1654 0 0</inkml:trace>
  <inkml:trace contextRef="#ctx0" brushRef="#br0" timeOffset="2">998 340 3044 0 0,'44'-61'15596'0'0,"-46"62"-15495"0"0,-1 0-1 0 0,1 0 1 0 0,0 0-1 0 0,0 1 1 0 0,0-1-1 0 0,0 1 1 0 0,1-1-1 0 0,-1 1 1 0 0,0 0 0 0 0,1 0-1 0 0,-1 0 1 0 0,1 0-1 0 0,-1 0 1 0 0,1 0-1 0 0,0 0 1 0 0,-2 5-1 0 0,-3 3 160 0 0,-8 13-15 0 0,0 0 0 0 0,1 1 0 0 0,-11 31 0 0 0,19-42-195 0 0,1-1-1 0 0,0 1 0 0 0,1 0 1 0 0,1 0-1 0 0,0 0 1 0 0,1 0-1 0 0,0 0 1 0 0,2 24-1 0 0,-1-32-31 0 0,1 0 0 0 0,0-1 0 0 0,0 1 0 0 0,0-1 1 0 0,1 1-1 0 0,-1-1 0 0 0,1 1 0 0 0,0-1 0 0 0,1 0 0 0 0,-1 0 0 0 0,1 0 0 0 0,-1 0 1 0 0,1-1-1 0 0,0 1 0 0 0,1-1 0 0 0,-1 1 0 0 0,1-1 0 0 0,-1 0 0 0 0,1-1 0 0 0,0 1 0 0 0,6 3 1 0 0,-5-4-4 0 0,1 0-1 0 0,0 0 1 0 0,0 0 0 0 0,0-1 0 0 0,-1 0 0 0 0,1 0 0 0 0,0 0 0 0 0,0-1 0 0 0,0 0 0 0 0,1 0 0 0 0,-1-1 0 0 0,0 1-1 0 0,-1-1 1 0 0,1-1 0 0 0,0 1 0 0 0,8-4 0 0 0,-4 1-42 0 0,0-1-1 0 0,-1 0 1 0 0,0 0-1 0 0,0-1 1 0 0,0-1-1 0 0,-1 1 1 0 0,0-1-1 0 0,0-1 1 0 0,-1 1-1 0 0,0-1 1 0 0,0-1-1 0 0,-1 1 1 0 0,0-1-1 0 0,0 0 1 0 0,-1 0-1 0 0,0-1 1 0 0,-1 0-1 0 0,5-13 1 0 0,-5 10-4 0 0,0 0 0 0 0,-1-1 1 0 0,-1 1-1 0 0,0-1 0 0 0,0 1 1 0 0,-2-1-1 0 0,1 0 0 0 0,-2 1 0 0 0,0-1 1 0 0,0 1-1 0 0,-2-1 0 0 0,1 1 1 0 0,-10-25-1 0 0,11 34 20 0 0,0 1-1 0 0,0 0 1 0 0,0 1-1 0 0,-1-1 1 0 0,0 0-1 0 0,1 0 1 0 0,-1 1 0 0 0,0-1-1 0 0,0 1 1 0 0,-1-1-1 0 0,1 1 1 0 0,0 0-1 0 0,-1 0 1 0 0,1 0-1 0 0,-1 0 1 0 0,0 0 0 0 0,0 1-1 0 0,0-1 1 0 0,-4 0-1 0 0,3 1-4 0 0,0 0 0 0 0,0 0 0 0 0,0 1 0 0 0,0 0-1 0 0,0 0 1 0 0,0 0 0 0 0,0 1 0 0 0,0-1 0 0 0,0 1-1 0 0,0 0 1 0 0,0 0 0 0 0,1 0 0 0 0,-7 3 0 0 0,-1 1-8 0 0,0 1 0 0 0,1 1 0 0 0,-1-1 0 0 0,1 2 0 0 0,1-1 0 0 0,0 1 0 0 0,0 1 0 0 0,0 0 0 0 0,-9 12 0 0 0,9-9 13 0 0,0 2 0 0 0,1-1 1 0 0,-11 28-1 0 0,16-34 18 0 0,0 0 0 0 0,1 0 0 0 0,0 0 1 0 0,1 0-1 0 0,0 0 0 0 0,0 0 0 0 0,0 0 0 0 0,1 1 0 0 0,0-1 0 0 0,2 13 0 0 0,-2-16-6 0 0,1-1 0 0 0,0 0 0 0 0,0 0 1 0 0,0 0-1 0 0,1 0 0 0 0,-1 0 0 0 0,1 0 0 0 0,-1 0 0 0 0,1 0 0 0 0,0 0 1 0 0,0-1-1 0 0,0 1 0 0 0,1-1 0 0 0,-1 1 0 0 0,6 3 0 0 0,-4-3-53 0 0,1 0 1 0 0,0-1-1 0 0,0 1 0 0 0,0-1 0 0 0,0 0 0 0 0,0-1 0 0 0,1 1 0 0 0,10 1 0 0 0,-4-2-93 0 0,0 0 0 0 0,0-1 0 0 0,1-1 0 0 0,-1 1 0 0 0,0-2 0 0 0,0 0 0 0 0,0 0 0 0 0,12-5 0 0 0,4-4-185 0 0,-1-1 1 0 0,48-28-1 0 0,46-42-77 0 0,0 1 27 0 0,-120 81 373 0 0,1-1 1 0 0,-1 0 0 0 0,0 1-1 0 0,1-1 1 0 0,-1 0 0 0 0,0 1-1 0 0,1 0 1 0 0,-1-1 0 0 0,1 1-1 0 0,-1 0 1 0 0,1 0 0 0 0,-1 0 0 0 0,1-1-1 0 0,-1 2 1 0 0,0-1 0 0 0,1 0-1 0 0,-1 0 1 0 0,1 0 0 0 0,-1 1-1 0 0,1-1 1 0 0,2 2 0 0 0,-2-1 26 0 0,1 1 0 0 0,-1-1 1 0 0,0 1-1 0 0,0 0 0 0 0,1 0 1 0 0,-1 0-1 0 0,0 0 0 0 0,-1 0 1 0 0,1 1-1 0 0,2 3 0 0 0,1 3 149 0 0,0 1-1 0 0,0-1 0 0 0,-2 1 0 0 0,6 19 1 0 0,-6-14-14 0 0,0 0 1 0 0,-2 0 0 0 0,1 0 0 0 0,-2 1 0 0 0,0-1 0 0 0,-1 0-1 0 0,-4 21 1 0 0,1-15 73 0 0,-1 0 0 0 0,-1 0 0 0 0,-1-1 0 0 0,-15 32 0 0 0,21-50-196 0 0,1-1 0 0 0,-1 0 0 0 0,0 0 1 0 0,1 0-1 0 0,-1 0 0 0 0,0 0 0 0 0,0 0 0 0 0,0 0 1 0 0,1 0-1 0 0,-1 0 0 0 0,0 0 0 0 0,0 0 1 0 0,0-1-1 0 0,-1 1 0 0 0,0 1 0 0 0,1-2-18 0 0,0 0-1 0 0,1 0 1 0 0,-1 0-1 0 0,0 0 1 0 0,0 0-1 0 0,1 0 1 0 0,-1 0-1 0 0,0 0 1 0 0,1 0-1 0 0,-1 0 1 0 0,0 0-1 0 0,0 0 1 0 0,1-1-1 0 0,-1 1 1 0 0,0 0-1 0 0,1 0 1 0 0,-1-1-1 0 0,0 1 1 0 0,1-1-1 0 0,-1 1 1 0 0,0-1-12 0 0,0 0 0 0 0,1 0 0 0 0,-1 0 0 0 0,1 0 0 0 0,0 0 0 0 0,-1 1 0 0 0,1-1 0 0 0,0 0 0 0 0,-1 0 0 0 0,1 0 0 0 0,0 0 0 0 0,0 0 0 0 0,0 0 0 0 0,0 0 0 0 0,0 0 0 0 0,0 0 0 0 0,0 0 0 0 0,0 0 0 0 0,1-1 0 0 0,-1 0 3 0 0,1-7-13 0 0,-1-1 0 0 0,2 1-1 0 0,0-1 1 0 0,0 1-1 0 0,0 0 1 0 0,8-17-1 0 0,27-48-192 0 0,-21 46 146 0 0,1 2 0 0 0,2 0 0 0 0,0 1 0 0 0,2 0-1 0 0,34-31 1 0 0,-39 42 14 0 0,0 1 0 0 0,1 0 1 0 0,1 1-1 0 0,0 1 0 0 0,0 0 0 0 0,1 2 0 0 0,0 0 0 0 0,1 1 0 0 0,22-5 0 0 0,-38 12 27 0 0,1 1-1 0 0,-1-1 0 0 0,1 1 0 0 0,-1 1 1 0 0,1-1-1 0 0,-1 1 0 0 0,1-1 0 0 0,7 3 1 0 0,-9-2 8 0 0,0 0 3 0 0,0 0 1 0 0,1 1-1 0 0,-1-1 1 0 0,0 0-1 0 0,0 1 1 0 0,0 0 0 0 0,0 0-1 0 0,0 0 1 0 0,-1 0-1 0 0,1 0 1 0 0,0 1-1 0 0,-1-1 1 0 0,0 1 0 0 0,0 0-1 0 0,0 0 1 0 0,0-1-1 0 0,0 1 1 0 0,0 1-1 0 0,-1-1 1 0 0,1 0 0 0 0,-1 0-1 0 0,0 0 1 0 0,0 1-1 0 0,0-1 1 0 0,0 1-1 0 0,0 5 1 0 0,0 6 12 0 0,0 0 0 0 0,-1 0-1 0 0,-1 0 1 0 0,-3 21 0 0 0,0-6-425 0 0,1-17-347 0 0,2 1 0 0 0,-1 0 1 0 0,2 18-1 0 0,0-28 345 0 0,1 1-1 0 0,-1-1 1 0 0,1 1-1 0 0,0-1 1 0 0,1 1-1 0 0,-1-1 0 0 0,1 0 1 0 0,0 0-1 0 0,0 0 1 0 0,0 0-1 0 0,0 0 1 0 0,1 0-1 0 0,0 0 1 0 0,3 3-1 0 0,12 9-3160 0 0,1-2-1411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40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473 806 2472 0 0,'6'-15'1836'0'0,"1"0"0"0"0,-2 0-1 0 0,0-1 1 0 0,-1 0 0 0 0,4-27-1 0 0,-7 38-1633 0 0,-1 1 0 0 0,0 0-1 0 0,0-1 1 0 0,0 1 0 0 0,0-1 0 0 0,-1 1-1 0 0,1 0 1 0 0,-1-1 0 0 0,0 1-1 0 0,0 0 1 0 0,-1-1 0 0 0,0 1-1 0 0,1 0 1 0 0,-1 0 0 0 0,0 0-1 0 0,-1 1 1 0 0,1-1 0 0 0,-1 0-1 0 0,0 1 1 0 0,0 0 0 0 0,0-1-1 0 0,0 1 1 0 0,0 1 0 0 0,-1-1-1 0 0,1 0 1 0 0,-5-2 0 0 0,2 3-150 0 0,1 0 1 0 0,0 0-1 0 0,0 1 0 0 0,-1 0 1 0 0,1 0-1 0 0,-1 0 1 0 0,1 0-1 0 0,-1 1 1 0 0,1 0-1 0 0,-1 0 1 0 0,0 1-1 0 0,1 0 0 0 0,-1 0 1 0 0,1 0-1 0 0,0 0 1 0 0,-1 1-1 0 0,1 0 1 0 0,-8 4-1 0 0,-6 3 30 0 0,1 1-1 0 0,0 0 1 0 0,-27 22 0 0 0,19-11 0 0 0,1 2 1 0 0,0 0 0 0 0,2 1 0 0 0,-28 38 0 0 0,38-44-45 0 0,0 1 0 0 0,2 0-1 0 0,0 1 1 0 0,1 0 0 0 0,1 1-1 0 0,0 0 1 0 0,-7 34 0 0 0,14-48-16 0 0,1 0 1 0 0,0 0 0 0 0,1 0 0 0 0,-1 0-1 0 0,1 0 1 0 0,1 0 0 0 0,-1 0 0 0 0,1 0-1 0 0,0 0 1 0 0,1 0 0 0 0,0 0 0 0 0,4 11 0 0 0,-4-15-14 0 0,0 1 0 0 0,0-1 0 0 0,0 1 0 0 0,0-1 0 0 0,1 0 0 0 0,-1 0 0 0 0,1 0 0 0 0,0 0 0 0 0,0-1 0 0 0,0 1 0 0 0,0-1 0 0 0,0 0 0 0 0,1 0 0 0 0,-1 0 0 0 0,1 0 0 0 0,-1 0 0 0 0,1-1 0 0 0,0 0 0 0 0,-1 1 0 0 0,1-1 0 0 0,0-1 0 0 0,0 1 0 0 0,0-1 0 0 0,4 1 0 0 0,2-1-97 0 0,-1-1 0 0 0,1 0 0 0 0,-1 0 0 0 0,0-1 0 0 0,1 0 0 0 0,-1-1 0 0 0,0 0 0 0 0,0 0 0 0 0,-1-1 0 0 0,1 0 1 0 0,-1-1-1 0 0,1 0 0 0 0,13-11 0 0 0,1-3-272 0 0,-1-1 1 0 0,0-1-1 0 0,21-27 0 0 0,-9 4-147 0 0,-1-1 0 0 0,-2-1-1 0 0,-3-2 1 0 0,-1-1 0 0 0,21-57-1 0 0,-23 39 399 0 0,-2-1-1 0 0,-3-2 0 0 0,16-105 0 0 0,-24 19 1990 0 0,-9 84-952 0 0,-3 66-892 0 0,0 0 0 0 0,0 1 1 0 0,-1-1-1 0 0,0 0 0 0 0,-2-6 0 0 0,3 12-35 0 0,-1 0 0 0 0,1 0-1 0 0,-1 0 1 0 0,1 0 0 0 0,-1 0-1 0 0,1 0 1 0 0,-1 0 0 0 0,1 0-1 0 0,-1 0 1 0 0,1 1 0 0 0,-1-1-1 0 0,1 0 1 0 0,-1 0 0 0 0,1 0-1 0 0,-1 1 1 0 0,1-1 0 0 0,0 0-1 0 0,-1 1 1 0 0,1-1 0 0 0,-1 0-1 0 0,1 1 1 0 0,0-1 0 0 0,-1 1-1 0 0,-4 5 2 0 0,0 1 0 0 0,0 1-1 0 0,1-1 1 0 0,0 0-1 0 0,0 1 1 0 0,-4 13 0 0 0,-1 2 82 0 0,-19 47 247 0 0,3 1-1 0 0,3 2 1 0 0,3 0 0 0 0,3 0 0 0 0,4 2 0 0 0,-4 100 0 0 0,15-149-275 0 0,0 0-1 0 0,2-1 1 0 0,1 1 0 0 0,1 0 0 0 0,2-1 0 0 0,10 37-1 0 0,-12-51-98 0 0,1-1 0 0 0,0 0 0 0 0,1 0 0 0 0,0 0-1 0 0,1-1 1 0 0,0 1 0 0 0,0-1 0 0 0,1-1 0 0 0,0 1 0 0 0,1-1-1 0 0,0 0 1 0 0,0-1 0 0 0,1 0 0 0 0,-1 0 0 0 0,2-1 0 0 0,-1 0-1 0 0,15 7 1 0 0,-14-9-156 0 0,0 0 0 0 0,0-1 0 0 0,0 0 0 0 0,0 0 0 0 0,1-1 1 0 0,-1-1-1 0 0,1 1 0 0 0,-1-2 0 0 0,1 0 0 0 0,-1 0 0 0 0,1 0 0 0 0,-1-2 0 0 0,1 1 0 0 0,18-6 0 0 0,-17 3 72 0 0,-2-1 1 0 0,1 1-1 0 0,0-2 1 0 0,-1 0-1 0 0,0 0 1 0 0,-1 0-1 0 0,1-2 0 0 0,-1 1 1 0 0,0-1-1 0 0,-1 0 1 0 0,0-1-1 0 0,0 0 0 0 0,7-11 1 0 0,2-6 276 0 0,-2-1 0 0 0,0 0 0 0 0,13-36 0 0 0,-14 25 1497 0 0,-2 1 0 0 0,7-42-1 0 0,-16 67-1381 0 0,0-4 493 0 0,-5 15-386 0 0,-4 9-106 0 0,-2 9 350 0 0,0 1 0 0 0,1 0 0 0 0,0 0 1 0 0,1 0-1 0 0,-4 30 0 0 0,4-23-293 0 0,2-7-107 0 0,1 0 1 0 0,0 0-1 0 0,1 0 1 0 0,2 34-1 0 0,0-46-199 0 0,0 1 1 0 0,1-1-1 0 0,0 1 0 0 0,1-1 0 0 0,-1 1 1 0 0,1-1-1 0 0,0 0 0 0 0,1 0 0 0 0,-1 0 1 0 0,1 0-1 0 0,0 0 0 0 0,1-1 0 0 0,0 1 1 0 0,0-1-1 0 0,0 0 0 0 0,7 7 0 0 0,-8-10-202 0 0,-1 0 0 0 0,1 0 0 0 0,-1 0 0 0 0,1-1-1 0 0,0 1 1 0 0,0-1 0 0 0,0 0 0 0 0,0 0 0 0 0,0 0-1 0 0,0 0 1 0 0,0 0 0 0 0,0-1 0 0 0,0 1 0 0 0,0-1 0 0 0,0 0-1 0 0,1 0 1 0 0,-1 0 0 0 0,0 0 0 0 0,0-1 0 0 0,0 1-1 0 0,0-1 1 0 0,0 0 0 0 0,4-1 0 0 0,-1-1-927 0 0,0 0 0 0 0,0 0 0 0 0,-1 0 0 0 0,0-1 1 0 0,1 0-1 0 0,-2 0 0 0 0,1 0 0 0 0,0 0 0 0 0,-1-1 0 0 0,7-9 0 0 0,7-12-8054 0 0</inkml:trace>
  <inkml:trace contextRef="#ctx0" brushRef="#br0" timeOffset="1">1108 202 1024 0 0,'-111'-111'17454'0'0,"82"81"-16466"0"0,27 28-1628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42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1384 0 0,'8'-19'11098'0'0,"-6"17"-10463"0"0,3 2-555 0 0,1 0 1 0 0,-1 1-1 0 0,1 0 0 0 0,-1 0 0 0 0,0 1 1 0 0,1-1-1 0 0,-1 1 0 0 0,0 0 1 0 0,0 0-1 0 0,0 1 0 0 0,0 0 0 0 0,-1 0 1 0 0,1 0-1 0 0,-1 0 0 0 0,0 1 0 0 0,1 0 1 0 0,-2-1-1 0 0,5 6 0 0 0,7 8 66 0 0,0 1 1 0 0,-1 0-1 0 0,13 23 0 0 0,-18-25 15 0 0,0 1 0 0 0,-1 1 0 0 0,-1-1 0 0 0,0 1 0 0 0,-1 1-1 0 0,-1-1 1 0 0,-1 1 0 0 0,2 26 0 0 0,-5-31 16 0 0,0 0 0 0 0,-1 0 0 0 0,-1 0 0 0 0,0 0 0 0 0,-1 0 0 0 0,0 0 0 0 0,-1 0 0 0 0,-1-1 0 0 0,0 1 0 0 0,-1-1 0 0 0,0 0 0 0 0,-9 14 0 0 0,11-23-17 0 0,-1 1 0 0 0,0-1 0 0 0,0 0-1 0 0,0 0 1 0 0,0 0 0 0 0,-1-1 0 0 0,-8 5 0 0 0,11-6 34 0 0,-3-3-18 0 0,3 1-159 0 0,0-1-1 0 0,0 1 0 0 0,0-1 0 0 0,0 0 1 0 0,-1 0-1 0 0,1 0 0 0 0,0 0 1 0 0,1 0-1 0 0,-1 0 0 0 0,0-1 0 0 0,0 1 1 0 0,0-1-1 0 0,1 1 0 0 0,-1-1 1 0 0,1 0-1 0 0,-1 1 0 0 0,1-1 0 0 0,0 0 1 0 0,-1 0-1 0 0,1 0 0 0 0,0 0 1 0 0,0 0-1 0 0,1 0 0 0 0,-1 0 0 0 0,0-1 1 0 0,1 1-1 0 0,-1 0 0 0 0,1 0 1 0 0,-1-3-1 0 0,0-7-1 0 0,0 1 0 0 0,1-1 0 0 0,0 1 0 0 0,1 0 0 0 0,0-1 0 0 0,1 1 0 0 0,4-13 0 0 0,26-76 11 0 0,-22 76-37 0 0,0 1-1 0 0,2 0 1 0 0,0 1-1 0 0,1 0 1 0 0,2 1-1 0 0,0 1 1 0 0,1 0-1 0 0,1 1 1 0 0,0 1 0 0 0,2 0-1 0 0,0 2 1 0 0,1 0-1 0 0,1 1 1 0 0,0 1-1 0 0,1 1 1 0 0,0 1-1 0 0,1 1 1 0 0,47-16 0 0 0,-62 25-10 0 0,-1 0 0 0 0,1 0 1 0 0,0 1-1 0 0,0 0 0 0 0,0 0 1 0 0,0 1-1 0 0,1 0 0 0 0,-1 1 1 0 0,0-1-1 0 0,0 2 0 0 0,0-1 1 0 0,7 3-1 0 0,-10-2 17 0 0,-1 0 0 0 0,0 0 0 0 0,0 0 0 0 0,0 1 0 0 0,0-1 0 0 0,-1 1 0 0 0,1 0 0 0 0,-1 0 0 0 0,0 0 0 0 0,0 1 0 0 0,0-1 0 0 0,0 1 0 0 0,0 0 0 0 0,-1 0 0 0 0,1 0 0 0 0,-1 0 0 0 0,0 0 0 0 0,-1 0 0 0 0,1 0 0 0 0,-1 1 0 0 0,1-1 0 0 0,-1 1 0 0 0,-1-1 0 0 0,2 7 0 0 0,-1 11 6 0 0,0 1-1 0 0,-2-1 1 0 0,-5 40 0 0 0,3-30 12 0 0,1-12-5 0 0,-1-2-520 0 0,2 1 0 0 0,0-1 0 0 0,1 0 0 0 0,5 37-1 0 0,-4-51 193 0 0,0 1-1 0 0,0 0 1 0 0,1-1-1 0 0,-1 1 1 0 0,1-1-1 0 0,0 0 0 0 0,1 0 1 0 0,-1 0-1 0 0,1 0 1 0 0,0 0-1 0 0,0 0 1 0 0,0-1-1 0 0,0 1 0 0 0,0-1 1 0 0,1 0-1 0 0,0 0 1 0 0,-1 0-1 0 0,1 0 0 0 0,0-1 1 0 0,1 0-1 0 0,-1 1 1 0 0,0-2-1 0 0,1 1 1 0 0,5 1-1 0 0,15 3-2986 0 0,4-2-1143 0 0</inkml:trace>
  <inkml:trace contextRef="#ctx0" brushRef="#br0" timeOffset="1">1536 177 2004 0 0,'3'-5'540'0'0,"7"-11"1778"0"0,-1-1-1 0 0,9-24 1 0 0,-16 37-1951 0 0,-1 0 1 0 0,1-1-1 0 0,-1 1 1 0 0,0-1-1 0 0,-1 1 1 0 0,1-1-1 0 0,-1 1 1 0 0,1-1-1 0 0,-1 1 1 0 0,-1-1-1 0 0,1 0 1 0 0,-1 1-1 0 0,0-1 1 0 0,0 1-1 0 0,-2-7 1 0 0,2 9-305 0 0,1 1 1 0 0,-1 0-1 0 0,0 0 0 0 0,1 0 1 0 0,-1 0-1 0 0,0 0 1 0 0,0 0-1 0 0,0 0 0 0 0,0 0 1 0 0,0 0-1 0 0,0 0 1 0 0,0 0-1 0 0,0 0 0 0 0,-1 1 1 0 0,1-1-1 0 0,0 0 1 0 0,0 1-1 0 0,-1-1 0 0 0,1 1 1 0 0,-2-1-1 0 0,0 1-1 0 0,0-1 0 0 0,-1 1 0 0 0,1 0 0 0 0,0 0 0 0 0,-1 0 0 0 0,1 1 0 0 0,0-1 0 0 0,-4 2 0 0 0,-4 1 64 0 0,0 1 1 0 0,0 1-1 0 0,-17 8 1 0 0,-9 9 88 0 0,1 1 0 0 0,1 1 0 0 0,-58 54 0 0 0,72-58-176 0 0,1 1 1 0 0,1 1-1 0 0,1 1 1 0 0,1 0-1 0 0,1 2 0 0 0,-20 39 1 0 0,33-57-25 0 0,0 1 1 0 0,0-1-1 0 0,1 0 1 0 0,0 1-1 0 0,0-1 1 0 0,0 1-1 0 0,1 0 1 0 0,1 0-1 0 0,-1-1 1 0 0,2 16-1 0 0,0-18-7 0 0,0-1 0 0 0,0 1 0 0 0,0-1 0 0 0,1 1 0 0 0,-1-1 0 0 0,1 0-1 0 0,0 0 1 0 0,0 0 0 0 0,1 0 0 0 0,-1 0 0 0 0,1 0 0 0 0,0 0 0 0 0,0-1 0 0 0,0 1 0 0 0,1-1 0 0 0,-1 0 0 0 0,1 0 0 0 0,0 0 0 0 0,4 2-1 0 0,-1-1-22 0 0,0 0 0 0 0,0-1-1 0 0,0 0 1 0 0,0 0-1 0 0,0 0 1 0 0,1-1 0 0 0,-1 0-1 0 0,1-1 1 0 0,0 1-1 0 0,0-2 1 0 0,-1 1 0 0 0,1-1-1 0 0,0 0 1 0 0,0 0-1 0 0,0-1 1 0 0,-1 0 0 0 0,1-1-1 0 0,7-2 1 0 0,-4 0 0 0 0,0 0 0 0 0,-1-1 0 0 0,0-1 0 0 0,0 1 0 0 0,0-1 0 0 0,-1-1 0 0 0,0 0 0 0 0,0 0 0 0 0,-1-1 0 0 0,0 0 0 0 0,13-16 0 0 0,-3-4 73 0 0,0 0-1 0 0,-2-1 1 0 0,-2 0-1 0 0,16-43 0 0 0,13-25 346 0 0,-42 95-427 0 0,-1 5-22 0 0,2 11 109 0 0,0-1 0 0 0,-2 1 0 0 0,1 0-1 0 0,-4 24 1 0 0,-13 61 695 0 0,8-55-415 0 0,-30 165 1174 0 0,-10-3-1 0 0,-82 224 1 0 0,104-362-1182 0 0,-2-2 0 0 0,-48 84 0 0 0,58-121-64 0 0,-1-1 0 0 0,0 0 1 0 0,-2-1-1 0 0,-2-1 0 0 0,0-2 0 0 0,-1 0 1 0 0,-31 23-1 0 0,46-40-50 0 0,0-1 1 0 0,0 0-1 0 0,0-1 1 0 0,-1 0-1 0 0,0-1 1 0 0,0 0-1 0 0,-16 5 1 0 0,22-8-175 0 0,1-1 0 0 0,0 1 0 0 0,-1-1 1 0 0,1 0-1 0 0,-1 0 0 0 0,1 0 0 0 0,-1 0 0 0 0,1-1 1 0 0,-1 1-1 0 0,1-1 0 0 0,0 0 0 0 0,-1 0 0 0 0,1 0 0 0 0,0 0 1 0 0,0-1-1 0 0,0 1 0 0 0,0-1 0 0 0,0 0 0 0 0,0 0 0 0 0,0 0 1 0 0,0 0-1 0 0,1 0 0 0 0,-1-1 0 0 0,1 1 0 0 0,0-1 0 0 0,-4-5 1 0 0,1 0-37 0 0,1 0 1 0 0,0-1 0 0 0,0 0 0 0 0,1 0 0 0 0,0 0 0 0 0,0 0 0 0 0,1 0 0 0 0,0-1-1 0 0,1 1 1 0 0,0 0 0 0 0,0-1 0 0 0,1 0 0 0 0,2-12 0 0 0,0-5-33 0 0,2 0-1 0 0,2 1 1 0 0,11-40 0 0 0,3 10-159 0 0,2 1-1 0 0,3 1 1 0 0,2 0 0 0 0,2 3 0 0 0,3 0-1 0 0,59-74 1 0 0,-50 77-891 0 0,2 2 0 0 0,2 1 0 0 0,2 3 0 0 0,1 1 0 0 0,3 3 0 0 0,61-36-1 0 0,8 13-3777 0 0,-36 25-3108 0 0,-78 33 6979 0 0,30-11-5725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43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1006 2644 0 0,'-32'-6'6680'0'0,"24"4"-6323"0"0,4 2 888 0 0,-32-2 3020 0 0,36 2-4256 0 0,0 0 1 0 0,0 0 0 0 0,-1 0-1 0 0,1 0 1 0 0,0 0 0 0 0,0 0-1 0 0,0 1 1 0 0,0-1 0 0 0,0 0-1 0 0,-1 0 1 0 0,1 0 0 0 0,0 0-1 0 0,0 1 1 0 0,0-1 0 0 0,0 0-1 0 0,0 0 1 0 0,0 0 0 0 0,0 1-1 0 0,0-1 1 0 0,0 0 0 0 0,0 0-1 0 0,0 0 1 0 0,0 1 0 0 0,0-1-1 0 0,0 0 1 0 0,0 0 0 0 0,0 0-1 0 0,0 1 1 0 0,0-1 0 0 0,0 0-1 0 0,0 0 1 0 0,0 0 0 0 0,0 1-1 0 0,0-1 1 0 0,0 0-1 0 0,0 0 1 0 0,0 0 0 0 0,0 1-1 0 0,1-1 1 0 0,-1 0 0 0 0,0 0-1 0 0,0 0 1 0 0,5 13 226 0 0,-4-10-219 0 0,0-2 7 0 0,1 1 0 0 0,-1-1 0 0 0,1 1 1 0 0,0-1-1 0 0,-1 0 0 0 0,1 1 0 0 0,0-1 0 0 0,0 0 1 0 0,-1 0-1 0 0,1 0 0 0 0,0-1 0 0 0,0 1 0 0 0,0 0 1 0 0,0-1-1 0 0,0 1 0 0 0,0-1 0 0 0,1 1 0 0 0,-1-1 1 0 0,0 0-1 0 0,3 0 0 0 0,34-5 149 0 0,-29 1-148 0 0,1 0 0 0 0,0 0 0 0 0,-1-1 0 0 0,0 0 0 0 0,0 0 1 0 0,0-1-1 0 0,-1-1 0 0 0,1 0 0 0 0,-2 0 0 0 0,1-1 0 0 0,-1 0 1 0 0,0 0-1 0 0,-1-1 0 0 0,0 0 0 0 0,8-12 0 0 0,-10 12-19 0 0,1 0 1 0 0,-1-1-1 0 0,-1 1 0 0 0,0-1 0 0 0,0 0 0 0 0,-1 0 0 0 0,0 0 0 0 0,-1-1 0 0 0,0 1 0 0 0,-1-1 1 0 0,0 1-1 0 0,0-1 0 0 0,-1 1 0 0 0,-1-1 0 0 0,0 1 0 0 0,-3-14 0 0 0,4 21-12 0 0,0 1 0 0 0,-1-1 0 0 0,0 1 0 0 0,0 0 0 0 0,1-1 0 0 0,-1 1 0 0 0,-1 0 0 0 0,1-1 0 0 0,0 1 0 0 0,0 0 0 0 0,-1 0 0 0 0,0 0-1 0 0,1 0 1 0 0,-1 0 0 0 0,0 1 0 0 0,0-1 0 0 0,0 0 0 0 0,0 1 0 0 0,0 0 0 0 0,-4-3 0 0 0,4 4 0 0 0,-1-1 0 0 0,0 0 0 0 0,0 1 0 0 0,0 0 1 0 0,0 0-1 0 0,0 0 0 0 0,0 0 0 0 0,0 0 0 0 0,0 0 0 0 0,0 1 0 0 0,1-1 0 0 0,-1 1 1 0 0,0 0-1 0 0,-5 2 0 0 0,-6 5-1 0 0,0-1 0 0 0,0 2 1 0 0,1 0-1 0 0,0 0 0 0 0,-12 13 0 0 0,-12 12 33 0 0,2 2 1 0 0,-49 63-1 0 0,-45 92 77 0 0,73-93-90 0 0,51-86 12 0 0,-1 0 0 0 0,2-1 0 0 0,0 2 0 0 0,0-1 0 0 0,1 0 0 0 0,-3 23 0 0 0,6-33-16 0 0,0 1-1 0 0,0-1 1 0 0,0 1 0 0 0,0-1 0 0 0,1 0 0 0 0,-1 1 0 0 0,1-1 0 0 0,-1 0 0 0 0,1 1 0 0 0,0-1 0 0 0,0 0 0 0 0,0 0 0 0 0,0 1 0 0 0,0-1 0 0 0,0 0 0 0 0,0 0 0 0 0,1 0 0 0 0,-1 0-1 0 0,1-1 1 0 0,2 3 0 0 0,0-1 0 0 0,-1-1-1 0 0,1 0 0 0 0,0 0 0 0 0,0 0 0 0 0,0 0 0 0 0,0-1 1 0 0,0 1-1 0 0,0-1 0 0 0,0 0 0 0 0,7 0 0 0 0,7 0-40 0 0,0 0 0 0 0,0-2 1 0 0,0 0-1 0 0,24-5 0 0 0,-10-1-167 0 0,1-1-1 0 0,-1-2 1 0 0,-1-2 0 0 0,0 0 0 0 0,-1-2 0 0 0,0-2 0 0 0,-1 0 0 0 0,-1-2 0 0 0,0-1 0 0 0,40-38 0 0 0,-24 17-12 0 0,-2-3 0 0 0,-2-1 1 0 0,-2-3-1 0 0,-2 0 0 0 0,32-59 0 0 0,-38 54 143 0 0,-3-2-1 0 0,-2-1 0 0 0,-3-1 1 0 0,22-84-1 0 0,-26 66 722 0 0,-4-2 0 0 0,-3 1 1 0 0,1-83-1 0 0,-6 39 650 0 0,-6 116-1269 0 0,-10 18-14 0 0,2 3 5 0 0,1 0-1 0 0,1 0 0 0 0,1 0 0 0 0,-4 23 1 0 0,-3 10 102 0 0,-116 498 1602 0 0,97-332-1416 0 0,30-194-271 0 0,0 1 0 0 0,2-1-1 0 0,0 1 1 0 0,2-1 0 0 0,0 1 0 0 0,2-1-1 0 0,9 27 1 0 0,-11-43-62 0 0,0 0-1 0 0,0 0 1 0 0,1 0 0 0 0,0 0-1 0 0,0-1 1 0 0,0 0 0 0 0,1 1-1 0 0,0-2 1 0 0,0 1 0 0 0,1-1-1 0 0,0 1 1 0 0,0-1 0 0 0,0-1-1 0 0,0 1 1 0 0,1-1 0 0 0,0-1-1 0 0,-1 1 1 0 0,1-1 0 0 0,1 0-1 0 0,-1 0 1 0 0,13 2 0 0 0,-10-3-86 0 0,0-1 0 0 0,-1 0 0 0 0,1 0 0 0 0,0-1 1 0 0,0 0-1 0 0,0-1 0 0 0,-1 0 0 0 0,1-1 0 0 0,0 0 0 0 0,-1 0 0 0 0,0-1 1 0 0,1 0-1 0 0,-1-1 0 0 0,0 0 0 0 0,0 0 0 0 0,12-9 0 0 0,-2-1 11 0 0,-1-2-1 0 0,-1 0 0 0 0,0 0 1 0 0,-1-2-1 0 0,-1 0 0 0 0,-1-1 1 0 0,0 0-1 0 0,16-32 0 0 0,-11 14 196 0 0,-2-1-1 0 0,-2 0 1 0 0,22-81-1 0 0,-34 108-3 0 0,-1-1 0 0 0,0 1 1 0 0,0-1-1 0 0,-1 1 0 0 0,-1-1 0 0 0,0 1 0 0 0,-1-1 1 0 0,0 0-1 0 0,-3-16 0 0 0,3 27-95 0 0,1 0-1 0 0,-1-1 1 0 0,1 1-1 0 0,0 0 1 0 0,-1 0-1 0 0,0 0 1 0 0,1 0-1 0 0,-1 0 1 0 0,0 0-1 0 0,0 0 1 0 0,1 1-1 0 0,-1-1 1 0 0,0 0-1 0 0,0 0 1 0 0,0 0-1 0 0,0 1 1 0 0,0-1-1 0 0,0 0 1 0 0,0 1-1 0 0,0-1 1 0 0,0 1-1 0 0,-1 0 1 0 0,1-1-1 0 0,0 1 1 0 0,0 0-1 0 0,-1-1 1 0 0,-1 1-6 0 0,1 0 1 0 0,-1 0-1 0 0,1 0 0 0 0,0 0 0 0 0,-1 1 1 0 0,1-1-1 0 0,0 1 0 0 0,-1-1 0 0 0,1 1 1 0 0,0 0-1 0 0,-3 1 0 0 0,-1 2 2 0 0,-1 0-1 0 0,1 0 1 0 0,0 1-1 0 0,0 0 1 0 0,1 0 0 0 0,-1 0-1 0 0,1 1 1 0 0,-6 8-1 0 0,-32 53 40 0 0,35-53-27 0 0,-9 17 23 0 0,1 0 0 0 0,-22 64 0 0 0,33-78-9 0 0,0 0 1 0 0,1 1 0 0 0,1-1 0 0 0,1 1-1 0 0,0 0 1 0 0,1 0 0 0 0,2 27 0 0 0,0-38-14 0 0,1 1 1 0 0,-1-1 0 0 0,1 0-1 0 0,0-1 1 0 0,1 1 0 0 0,0 0-1 0 0,0-1 1 0 0,0 1-1 0 0,1-1 1 0 0,0 0 0 0 0,0 0-1 0 0,0-1 1 0 0,1 1 0 0 0,0-1-1 0 0,0 0 1 0 0,1 0 0 0 0,-1 0-1 0 0,1-1 1 0 0,0 0 0 0 0,0 0-1 0 0,0-1 1 0 0,1 1-1 0 0,-1-1 1 0 0,1-1 0 0 0,0 1-1 0 0,0-1 1 0 0,10 2 0 0 0,-5-2-81 0 0,0 0 1 0 0,0 0-1 0 0,0-1 0 0 0,1-1 1 0 0,-1 0-1 0 0,0-1 1 0 0,0 0-1 0 0,0-1 0 0 0,0 0 1 0 0,0-1-1 0 0,0 0 1 0 0,0-1-1 0 0,-1 0 0 0 0,0-1 1 0 0,17-9-1 0 0,-10 1-33 0 0,0-1 1 0 0,-2 0-1 0 0,1-2 0 0 0,-2 1 0 0 0,0-2 1 0 0,-1 0-1 0 0,16-26 0 0 0,74-144-82 0 0,-72 125 177 0 0,-20 35 47 0 0,-9 20-53 0 0,1-1 1 0 0,-1 0-1 0 0,1 1 1 0 0,1 0-1 0 0,-1 0 1 0 0,1 0-1 0 0,0 1 1 0 0,8-8-1 0 0,-13 13 8 0 0,1 1 0 0 0,0-1 0 0 0,0 0 0 0 0,0 1-1 0 0,0-1 1 0 0,0 1 0 0 0,0-1 0 0 0,0 1 0 0 0,0-1 0 0 0,0 1 0 0 0,0 0 0 0 0,0 0-1 0 0,0-1 1 0 0,1 1 0 0 0,-1 0 0 0 0,0 0 0 0 0,0 0 0 0 0,0 0 0 0 0,0 0-1 0 0,0 1 1 0 0,0-1 0 0 0,3 1 0 0 0,-3 0 1 0 0,1 0 0 0 0,0 0 0 0 0,-1 0 0 0 0,1 0 0 0 0,-1 0 0 0 0,1 1 0 0 0,-1-1 0 0 0,0 0 0 0 0,1 1 0 0 0,-1 0 0 0 0,0-1 0 0 0,1 3 0 0 0,2 4 16 0 0,0 0-1 0 0,0 0 1 0 0,-1 0-1 0 0,3 12 1 0 0,-1 5 73 0 0,0 0 1 0 0,-2-1 0 0 0,0 1-1 0 0,-2 29 1 0 0,-1-36 13 0 0,-1 0 0 0 0,-1 0 1 0 0,-1-1-1 0 0,0 1 0 0 0,-1-1 0 0 0,-11 28 1 0 0,13-41-57 0 0,1 0 0 0 0,-1-1 0 0 0,1 0 1 0 0,-1 1-1 0 0,0-1 0 0 0,0 0 0 0 0,-1 0 1 0 0,1 0-1 0 0,-1 0 0 0 0,1 0 0 0 0,-1 0 0 0 0,0-1 1 0 0,0 0-1 0 0,0 1 0 0 0,-1-1 0 0 0,1 0 1 0 0,0 0-1 0 0,-1-1 0 0 0,-3 2 0 0 0,5-3-33 0 0,1 1-1 0 0,0-1 0 0 0,0 0 0 0 0,0 0 1 0 0,0 0-1 0 0,0 0 0 0 0,0-1 0 0 0,0 1 0 0 0,0 0 1 0 0,0 0-1 0 0,0-1 0 0 0,0 1 0 0 0,0 0 1 0 0,0-1-1 0 0,0 1 0 0 0,0-1 0 0 0,0 1 1 0 0,0-1-1 0 0,0 0 0 0 0,0 1 0 0 0,1-1 0 0 0,-1 0 1 0 0,0 0-1 0 0,0 0 0 0 0,0 0 0 0 0,-1-2 2 0 0,1 1 0 0 0,-1-1 0 0 0,0 0 0 0 0,1 1 0 0 0,0-1-1 0 0,0 0 1 0 0,-1-3 0 0 0,0-4-2 0 0,0 0 0 0 0,0 0 0 0 0,2 0 0 0 0,-1 0 0 0 0,1 0 0 0 0,1 0 0 0 0,-1 0 0 0 0,2 0 1 0 0,4-20-1 0 0,-2 17-12 0 0,1 0 1 0 0,0 0 0 0 0,0 1 0 0 0,2-1 0 0 0,-1 1 0 0 0,2 1-1 0 0,9-14 1 0 0,-9 16-9 0 0,0 0 0 0 0,0 0 0 0 0,0 1 0 0 0,1 0 0 0 0,1 1 0 0 0,-1 0 0 0 0,1 0-1 0 0,16-7 1 0 0,-19 10-1 0 0,1 1 0 0 0,0 0 0 0 0,-1 1 0 0 0,1 0 0 0 0,0 0-1 0 0,0 1 1 0 0,1 0 0 0 0,-1 0 0 0 0,0 1 0 0 0,0 0 0 0 0,0 0 0 0 0,15 3-1 0 0,-13-1-2 0 0,-1 1-1 0 0,0 1 0 0 0,1-1 1 0 0,-1 1-1 0 0,0 1 0 0 0,-1 0 1 0 0,1 0-1 0 0,-1 1 1 0 0,10 8-1 0 0,-1 1-15 0 0,-1 0 0 0 0,27 36 0 0 0,-32-36 45 0 0,0 0 0 0 0,-1 1 0 0 0,0 0 0 0 0,-2 1 0 0 0,0 0 0 0 0,-1 1 0 0 0,0-1 0 0 0,-2 1 1 0 0,0 1-1 0 0,5 36 0 0 0,-10-50 40 0 0,1-1 0 0 0,-1 0 0 0 0,-1 0 1 0 0,1 1-1 0 0,-1-1 0 0 0,1 0 0 0 0,-1 0 0 0 0,0 0 1 0 0,-1 1-1 0 0,1-1 0 0 0,-1-1 0 0 0,0 1 0 0 0,0 0 1 0 0,0 0-1 0 0,0-1 0 0 0,0 1 0 0 0,-1-1 0 0 0,0 1 1 0 0,-6 5-1 0 0,7-7 23 0 0,-2-3-2 0 0,2 1-66 0 0,0 0 1 0 0,0 0-1 0 0,1-1 0 0 0,-1 1 1 0 0,0-1-1 0 0,0 0 0 0 0,0 1 1 0 0,0-1-1 0 0,1 0 0 0 0,-1 0 1 0 0,0 0-1 0 0,1 0 0 0 0,-1 0 1 0 0,1-1-1 0 0,-1 1 1 0 0,1 0-1 0 0,0-1 0 0 0,-1 1 1 0 0,1-1-1 0 0,0 0 0 0 0,0 1 1 0 0,0-1-1 0 0,0 0 0 0 0,0 1 1 0 0,1-1-1 0 0,-1 0 0 0 0,0-3 1 0 0,-2-6 3 0 0,1 0 1 0 0,1 0 0 0 0,0 0-1 0 0,1 0 1 0 0,0 0-1 0 0,0-1 1 0 0,1 1 0 0 0,1 0-1 0 0,0 0 1 0 0,3-11-1 0 0,4-5-9 0 0,0 0 0 0 0,22-44 0 0 0,-21 53-16 0 0,1 0 1 0 0,0 1-1 0 0,1 0 1 0 0,1 1-1 0 0,0 0 1 0 0,1 1-1 0 0,1 1 1 0 0,0 0-1 0 0,24-17 1 0 0,-30 25-2 0 0,0 0 1 0 0,0 1-1 0 0,1 0 1 0 0,-1 0-1 0 0,1 1 1 0 0,0 0-1 0 0,0 1 1 0 0,1 0-1 0 0,-1 1 1 0 0,1 0-1 0 0,-1 0 0 0 0,1 1 1 0 0,-1 0-1 0 0,1 1 1 0 0,0 1-1 0 0,0-1 1 0 0,-1 2-1 0 0,1-1 1 0 0,18 7-1 0 0,-25-7 11 0 0,1 1 0 0 0,0 1-1 0 0,-1-1 1 0 0,1 0 0 0 0,-1 1-1 0 0,0 0 1 0 0,0 0 0 0 0,0 1 0 0 0,0-1-1 0 0,-1 1 1 0 0,0-1 0 0 0,1 1-1 0 0,3 6 1 0 0,-3-3 56 0 0,0 0 1 0 0,-1 1-1 0 0,0-1 0 0 0,0 1 1 0 0,-1 0-1 0 0,1-1 0 0 0,1 16 1 0 0,-3-7 55 0 0,0 1 1 0 0,0-1-1 0 0,-2 1 1 0 0,0-1-1 0 0,-1 1 1 0 0,-1-1-1 0 0,-7 25 1 0 0,-8 12 63 0 0,10-31-577 0 0,1 0-1 0 0,0 1 1 0 0,-5 40-1 0 0,12-62 236 0 0,0 1-1 0 0,0 0 1 0 0,0 0 0 0 0,0-1-1 0 0,0 1 1 0 0,0 0-1 0 0,1 0 1 0 0,-1-1 0 0 0,1 1-1 0 0,-1 0 1 0 0,1-1 0 0 0,0 1-1 0 0,0-1 1 0 0,-1 1-1 0 0,1 0 1 0 0,0-1 0 0 0,0 0-1 0 0,1 1 1 0 0,-1-1-1 0 0,0 0 1 0 0,0 1 0 0 0,2 0-1 0 0,0 0-518 0 0,0 0 0 0 0,0-1 1 0 0,0 1-1 0 0,0-1 0 0 0,1 1 0 0 0,-1-1 0 0 0,0 0 0 0 0,1 0 0 0 0,-1-1 0 0 0,6 1 0 0 0,13 0-4878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45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1110 720 0 0,'2'-8'1431'0'0,"5"-17"7323"0"0,-4 12-3468 0 0,1 14-5188 0 0,0 0 0 0 0,0 0 0 0 0,-1 1 0 0 0,1-1 0 0 0,-1 1 0 0 0,1 0-1 0 0,-1 0 1 0 0,4 3 0 0 0,19 9 253 0 0,-22-13-322 0 0,0 0 1 0 0,0 1-1 0 0,0-1 0 0 0,0-1 1 0 0,1 1-1 0 0,-1 0 1 0 0,0-1-1 0 0,0 0 0 0 0,0 0 1 0 0,1-1-1 0 0,-1 1 0 0 0,0-1 1 0 0,0 0-1 0 0,0 0 1 0 0,8-2-1 0 0,-9 1-22 0 0,0 1 0 0 0,0-1 0 0 0,0 1 1 0 0,0-1-1 0 0,-1 0 0 0 0,1 0 0 0 0,0-1 0 0 0,-1 1 1 0 0,1 0-1 0 0,-1-1 0 0 0,0 1 0 0 0,0-1 0 0 0,0 0 0 0 0,0 0 1 0 0,0 0-1 0 0,-1 0 0 0 0,1 0 0 0 0,-1 0 0 0 0,0 0 0 0 0,0-1 1 0 0,0 1-1 0 0,0 0 0 0 0,-1-1 0 0 0,1 1 0 0 0,-1 0 0 0 0,0-5 1 0 0,1-2-12 0 0,-1-1 1 0 0,-1 1 0 0 0,0-1 0 0 0,-1 1 0 0 0,0-1-1 0 0,0 1 1 0 0,-4-10 0 0 0,5 16-7 0 0,-1 1 1 0 0,1-1-1 0 0,-1 1 0 0 0,0-1 0 0 0,0 1 1 0 0,0 0-1 0 0,0 0 0 0 0,0 0 1 0 0,-1 0-1 0 0,0 0 0 0 0,1 0 1 0 0,-1 1-1 0 0,0-1 0 0 0,0 1 0 0 0,0 0 1 0 0,-1 0-1 0 0,1 0 0 0 0,0 0 1 0 0,-1 1-1 0 0,-4-2 0 0 0,3 2 12 0 0,0 0-1 0 0,0 0 1 0 0,-1 0 0 0 0,1 1-1 0 0,-1 0 1 0 0,1 0 0 0 0,-1 0-1 0 0,1 1 1 0 0,0 0 0 0 0,-1 0-1 0 0,1 0 1 0 0,0 1 0 0 0,-10 4-1 0 0,-4 3 155 0 0,1 1 0 0 0,0 0 0 0 0,1 2 0 0 0,0 0 0 0 0,1 1 0 0 0,0 1 0 0 0,-22 25 0 0 0,12-9 139 0 0,2 1-1 0 0,1 1 1 0 0,-20 37 0 0 0,35-56-219 0 0,1 2 1 0 0,0-1 0 0 0,0 1-1 0 0,2 0 1 0 0,0 1 0 0 0,-5 26 0 0 0,9-37-57 0 0,0 0 0 0 0,1 1 0 0 0,0-1 0 0 0,0 0 0 0 0,0 0 0 0 0,1 1 1 0 0,0-1-1 0 0,0 0 0 0 0,0 0 0 0 0,0 0 0 0 0,1 0 0 0 0,0 0 0 0 0,0 0 1 0 0,0 0-1 0 0,1-1 0 0 0,-1 1 0 0 0,1-1 0 0 0,0 1 0 0 0,0-1 1 0 0,1 0-1 0 0,0 0 0 0 0,-1-1 0 0 0,1 1 0 0 0,5 3 0 0 0,-1-1-130 0 0,0-1 0 0 0,0 0 0 0 0,1-1 0 0 0,-1 0 0 0 0,1 0 0 0 0,0-1 0 0 0,0 0 0 0 0,0 0 0 0 0,0-1 0 0 0,1 0 0 0 0,-1-1 0 0 0,10 0 0 0 0,-7-1-200 0 0,0 0 0 0 0,0-2 0 0 0,-1 1 0 0 0,1-2 0 0 0,-1 1 0 0 0,1-2 0 0 0,-1 1 0 0 0,17-9 0 0 0,-2-2-246 0 0,-2-1 0 0 0,0-1-1 0 0,0-1 1 0 0,-2-1 0 0 0,0-1 0 0 0,-1-1-1 0 0,19-24 1 0 0,114-149-776 0 0,-47 55 2320 0 0,-105 136-934 0 0,0 0-1 0 0,0-1 1 0 0,0 1 0 0 0,0 0-1 0 0,1 0 1 0 0,-1 0 0 0 0,0 1-1 0 0,6-4 1 0 0,-6 5 4 0 0,-1 1 0 0 0,1-1 0 0 0,-1 0 0 0 0,1 1 0 0 0,-1 0 0 0 0,1-1 0 0 0,-1 1 0 0 0,0 0 0 0 0,1 0 0 0 0,-1 0 0 0 0,0 0 0 0 0,1 0 0 0 0,-1 0 0 0 0,0 0 0 0 0,0 0-1 0 0,0 0 1 0 0,0 0 0 0 0,0 1 0 0 0,0-1 0 0 0,0 1 0 0 0,-1-1 0 0 0,1 0 0 0 0,0 1 0 0 0,-1-1 0 0 0,1 1 0 0 0,-1-1 0 0 0,0 1 0 0 0,1 3 0 0 0,1 6 429 0 0,0 0-1 0 0,0 21 1 0 0,-1-29-427 0 0,-1 209 2623 0 0,-2-90-2017 0 0,-4-68-17 0 0,6-53-641 0 0,-1 0-1 0 0,1-1 1 0 0,0 1-1 0 0,-1 0 1 0 0,1-1-1 0 0,-1 1 1 0 0,1 0-1 0 0,-1-1 1 0 0,1 1-1 0 0,-1-1 1 0 0,1 1-1 0 0,-1-1 1 0 0,1 1-1 0 0,-1-1 1 0 0,0 0-1 0 0,1 1 1 0 0,-1-1-1 0 0,0 0 1 0 0,1 1-1 0 0,-1-1 1 0 0,0 0-1 0 0,1 0 1 0 0,-1 0-1 0 0,0 0 1 0 0,0 1-1 0 0,1-1 1 0 0,-1 0-1 0 0,0 0 1 0 0,0 0-1 0 0,1-1 1 0 0,-1 1-1 0 0,0 0 1 0 0,1 0-1 0 0,-1 0 1 0 0,0 0-1 0 0,0-1 1 0 0,1 1-1 0 0,-1 0 1 0 0,0-1-1 0 0,1 1 1 0 0,-1 0-1 0 0,1-1 1 0 0,-1 1-1 0 0,0-1 1 0 0,1 1-1 0 0,-1-1 1 0 0,0 0-1 0 0,-3-6-16 0 0,1 1-1 0 0,0 0 1 0 0,0-1 0 0 0,0 1-1 0 0,1-1 1 0 0,0 0-1 0 0,0 0 1 0 0,1 0 0 0 0,-1-14-1 0 0,1 7-53 0 0,1 1 0 0 0,1-1 0 0 0,1 1 0 0 0,5-25 0 0 0,0 11-98 0 0,2 1 0 0 0,1 0 0 0 0,1 0 0 0 0,23-39 0 0 0,-24 48 86 0 0,2 0 0 0 0,0 1 0 0 0,1 0 0 0 0,0 1 0 0 0,16-14 1 0 0,-21 22 42 0 0,-1 1 0 0 0,1 0 0 0 0,1 0 0 0 0,-1 1 0 0 0,1 0 1 0 0,-1 0-1 0 0,1 1 0 0 0,1 0 0 0 0,-1 1 0 0 0,1 0 1 0 0,17-3-1 0 0,-23 5 29 0 0,0 1 1 0 0,0 0-1 0 0,0 0 0 0 0,0 0 1 0 0,0 1-1 0 0,0-1 1 0 0,0 1-1 0 0,-1 0 1 0 0,1 0-1 0 0,0 0 1 0 0,0 0-1 0 0,0 1 1 0 0,-1 0-1 0 0,1 0 0 0 0,-1 0 1 0 0,1 0-1 0 0,-1 0 1 0 0,0 1-1 0 0,0-1 1 0 0,0 1-1 0 0,0 0 1 0 0,0 0-1 0 0,-1 0 1 0 0,1 0-1 0 0,3 6 0 0 0,-2-1 101 0 0,0 1-1 0 0,-1-1 0 0 0,1 0 0 0 0,-2 1 1 0 0,1 0-1 0 0,-1 0 0 0 0,0 0 0 0 0,-1 0 1 0 0,0 0-1 0 0,-1 9 0 0 0,-1 11 80 0 0,-1-1 0 0 0,-1 0-1 0 0,-2 0 1 0 0,-1 0 0 0 0,-12 33 0 0 0,-3 22 34 0 0,21-82-219 0 0,-1 0-1 0 0,1 0 0 0 0,-1 0 1 0 0,1 1-1 0 0,0-1 0 0 0,0 0 1 0 0,-1 0-1 0 0,1 0 0 0 0,0 1 1 0 0,0-1-1 0 0,0 0 0 0 0,0 0 1 0 0,1 0-1 0 0,-1 0 0 0 0,0 1 1 0 0,0-1-1 0 0,1 0 1 0 0,-1 0-1 0 0,0 0 0 0 0,1 0 1 0 0,0 0-1 0 0,-1 0 0 0 0,1 0 1 0 0,-1 0-1 0 0,1 0 0 0 0,0 0 1 0 0,0 0-1 0 0,0 0 0 0 0,-1 0 1 0 0,1 0-1 0 0,0-1 0 0 0,0 1 1 0 0,0 0-1 0 0,0-1 1 0 0,0 1-1 0 0,0-1 0 0 0,0 1 1 0 0,1-1-1 0 0,-1 1 0 0 0,0-1 1 0 0,0 0-1 0 0,0 0 0 0 0,2 1 1 0 0,2 0-169 0 0,1-1 1 0 0,0 1-1 0 0,0-1 1 0 0,-1 0-1 0 0,1-1 1 0 0,0 1-1 0 0,-1-1 1 0 0,8-2-1 0 0,6-3-428 0 0,-1-2 0 0 0,1 0 0 0 0,-1-1 0 0 0,-1 0 0 0 0,0-2 0 0 0,0 0 0 0 0,-1-1 0 0 0,0-1 0 0 0,25-26 0 0 0,8-14-947 0 0,55-81 0 0 0,-102 132 1527 0 0,54-77-608 0 0,-3-2 0 0 0,46-98 0 0 0,-68 115 1395 0 0,-4-2 0 0 0,-2 0 0 0 0,26-112 0 0 0,-39 110 1894 0 0,-3-1 0 0 0,1-116 0 0 0,-10 182-2404 0 0,-2 4-176 0 0,0-1-71 0 0,1 1 1 0 0,0-1-1 0 0,-1 1 1 0 0,1 0-1 0 0,-1 0 1 0 0,1-1-1 0 0,0 1 1 0 0,0 0-1 0 0,0 0 1 0 0,-1 0-1 0 0,1 0 1 0 0,0 1-1 0 0,0-1 1 0 0,0 0-1 0 0,0 0 1 0 0,1 1-1 0 0,-1-1 1 0 0,0 0-1 0 0,0 3 1 0 0,-14 34 78 0 0,11-25-24 0 0,-189 715 3323 0 0,187-703-3330 0 0,-55 324 540 0 0,60-341-689 0 0,1 1 1 0 0,-1 0 0 0 0,1-1 0 0 0,1 1-1 0 0,3 16 1 0 0,-3-22-11 0 0,0 1 1 0 0,0-1-1 0 0,0 0 0 0 0,1 1 1 0 0,-1-1-1 0 0,1 0 0 0 0,0 0 1 0 0,0 0-1 0 0,0 0 0 0 0,1 0 1 0 0,-1-1-1 0 0,1 1 0 0 0,-1-1 1 0 0,1 1-1 0 0,0-1 0 0 0,6 4 1 0 0,1-1-338 0 0,1 0 0 0 0,0 0 0 0 0,0-1 0 0 0,0 0 0 0 0,0-1 0 0 0,1 0 0 0 0,-1-1 0 0 0,1-1 0 0 0,-1 0 0 0 0,1 0 0 0 0,20-2 0 0 0,-10-1-950 0 0,-1-1 0 0 0,0-2 0 0 0,1 0 0 0 0,-2-1 0 0 0,31-13 0 0 0,-5-1-3346 0 0</inkml:trace>
  <inkml:trace contextRef="#ctx0" brushRef="#br0" timeOffset="1">2230 1119 5300 0 0,'24'-23'1399'0'0,"-1"0"-1"0"0,-1-2 0 0 0,-1 0 0 0 0,-1-1 0 0 0,-1-1 0 0 0,20-38 0 0 0,-39 64-1358 0 0,1 0 0 0 0,-1 0 0 0 0,1 0 0 0 0,0 0 1 0 0,-1 0-1 0 0,0 0 0 0 0,1 0 0 0 0,-1 0 0 0 0,0 0 1 0 0,1 0-1 0 0,-1 0 0 0 0,0 0 0 0 0,0 0 0 0 0,0-1 0 0 0,0 1 1 0 0,0 0-1 0 0,0 0 0 0 0,0 0 0 0 0,0 0 0 0 0,-1 0 0 0 0,1 0 1 0 0,0 0-1 0 0,-1 0 0 0 0,1 0 0 0 0,0 0 0 0 0,-1 0 1 0 0,1 0-1 0 0,-1 0 0 0 0,0 0 0 0 0,1 0 0 0 0,-1 0 0 0 0,0 0 1 0 0,0 1-1 0 0,1-1 0 0 0,-1 0 0 0 0,0 1 0 0 0,0-1 1 0 0,0 0-1 0 0,0 1 0 0 0,0-1 0 0 0,0 1 0 0 0,0-1 0 0 0,0 1 1 0 0,0 0-1 0 0,0-1 0 0 0,0 1 0 0 0,0 0 0 0 0,0 0 1 0 0,0 0-1 0 0,0 0 0 0 0,-1 0 0 0 0,-1 0 0 0 0,-6 0 76 0 0,0 0 0 0 0,0 1 0 0 0,0 1 0 0 0,0-1 0 0 0,0 1-1 0 0,0 1 1 0 0,-10 3 0 0 0,-5 4 88 0 0,-28 17 1 0 0,35-18-136 0 0,1 1-1 0 0,-22 19 1 0 0,32-24-40 0 0,-1 1 0 0 0,1 0-1 0 0,0 0 1 0 0,1 1 0 0 0,-1 0-1 0 0,1 0 1 0 0,-7 13 0 0 0,11-18-20 0 0,1 0 0 0 0,-1 0 0 0 0,1 0 1 0 0,-1 0-1 0 0,1 0 0 0 0,0 0 0 0 0,-1 0 1 0 0,1 0-1 0 0,0 0 0 0 0,0 0 0 0 0,1 0 1 0 0,-1 0-1 0 0,0 0 0 0 0,1 0 0 0 0,-1-1 1 0 0,1 1-1 0 0,-1 0 0 0 0,1 0 0 0 0,0 0 1 0 0,0 0-1 0 0,0-1 0 0 0,0 1 0 0 0,0 0 1 0 0,0-1-1 0 0,0 1 0 0 0,1-1 0 0 0,-1 1 1 0 0,1-1-1 0 0,-1 0 0 0 0,1 1 0 0 0,2 0 1 0 0,6 5 6 0 0,0-1 0 0 0,0 0 0 0 0,1-1 0 0 0,12 5 0 0 0,-12-6-15 0 0,22 10 138 0 0,-1 0 1 0 0,0 3-1 0 0,0 0 0 0 0,33 27 1 0 0,-62-43-17 0 0,-1 1 1 0 0,-1-1-1 0 0,1 1 1 0 0,0 0 0 0 0,0-1-1 0 0,0 1 1 0 0,-1 0-1 0 0,1 0 1 0 0,-1 0-1 0 0,0 1 1 0 0,0-1-1 0 0,1 0 1 0 0,-1 0-1 0 0,-1 1 1 0 0,1-1-1 0 0,0 1 1 0 0,-1-1 0 0 0,1 0-1 0 0,-1 1 1 0 0,1-1-1 0 0,-1 1 1 0 0,0-1-1 0 0,0 1 1 0 0,0-1-1 0 0,-1 1 1 0 0,1-1-1 0 0,-1 1 1 0 0,1-1-1 0 0,-1 1 1 0 0,0-1 0 0 0,0 0-1 0 0,0 1 1 0 0,-2 2-1 0 0,-1 2 236 0 0,0-1-1 0 0,-1 1 0 0 0,0-1 1 0 0,0 0-1 0 0,0-1 0 0 0,-1 1 1 0 0,0-1-1 0 0,0 0 1 0 0,-12 7-1 0 0,12-9-145 0 0,4-2-179 0 0,0-1-1 0 0,1 1 1 0 0,-1 0-1 0 0,1 0 1 0 0,-1 0-1 0 0,1 0 1 0 0,-1 0-1 0 0,1 0 1 0 0,0 1-1 0 0,0-1 1 0 0,-1 0 0 0 0,1 1-1 0 0,0-1 1 0 0,0 1-1 0 0,0-1 1 0 0,-1 4-1 0 0,-18 50 393 0 0</inkml:trace>
  <inkml:trace contextRef="#ctx0" brushRef="#br0" timeOffset="2">1321 401 3104 0 0,'-83'-13'7210'0'0,"51"9"-3957"0"0,1-2 0 0 0,-34-10 0 0 0,62 15-2487 0 0,9 2-513 0 0,419 43-2250 0 0,-177-15-1733 0 0,0-10-4517 0 0,-189-17 3533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46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304 644 996 0 0,'8'-21'3176'0'0,"-1"-1"0"0"0,7-27 0 0 0,-13 41-2416 0 0,1-1-1 0 0,-1 0 1 0 0,-1 1 0 0 0,1-1 0 0 0,-2 0 0 0 0,1 1 0 0 0,-1-1-1 0 0,-3-14 1 0 0,3 20-530 0 0,-3 4-194 0 0,1-1 1 0 0,-1 1 0 0 0,1 0 0 0 0,-1 0 0 0 0,1 0 0 0 0,-1 0 0 0 0,1 1 0 0 0,-1-1-1 0 0,1 1 1 0 0,0 0 0 0 0,0 0 0 0 0,-3 3 0 0 0,-35 31 56 0 0,33-28-59 0 0,-29 28-11 0 0,1 2 0 0 0,3 1-1 0 0,1 2 1 0 0,-40 66 0 0 0,68-101-16 0 0,1 1 0 0 0,0 0-1 0 0,0-1 1 0 0,0 1 0 0 0,1 0 0 0 0,0 0-1 0 0,1 0 1 0 0,-2 15 0 0 0,2-19-1 0 0,2 0 0 0 0,-1 0 0 0 0,0 0 1 0 0,1 0-1 0 0,-1 0 0 0 0,1 0 0 0 0,0 0 1 0 0,0 0-1 0 0,0 0 0 0 0,0-1 0 0 0,0 1 1 0 0,1 0-1 0 0,-1-1 0 0 0,1 1 0 0 0,0-1 1 0 0,0 1-1 0 0,0-1 0 0 0,0 0 1 0 0,0 0-1 0 0,0 0 0 0 0,1 0 0 0 0,-1 0 1 0 0,1 0-1 0 0,2 1 0 0 0,3 0 3 0 0,-1 0-1 0 0,1 0 1 0 0,-1 0 0 0 0,1-1-1 0 0,0 0 1 0 0,0-1 0 0 0,0 0-1 0 0,0 0 1 0 0,0 0-1 0 0,0-1 1 0 0,11-2 0 0 0,3 0 19 0 0,-1-1 0 0 0,42-12 1 0 0,-45 9-31 0 0,0-1 1 0 0,-1-1-1 0 0,1-1 1 0 0,-2 0 0 0 0,1-1-1 0 0,-2 0 1 0 0,1-2-1 0 0,-1 0 1 0 0,-1 0 0 0 0,0-2-1 0 0,-1 0 1 0 0,-1 0-1 0 0,19-27 1 0 0,-21 26-16 0 0,-1-1 0 0 0,0 0 1 0 0,-1-1-1 0 0,0 0 0 0 0,-1 0 1 0 0,-1-1-1 0 0,-1 1 0 0 0,-1-1 0 0 0,0 0 1 0 0,-1-1-1 0 0,-1 1 0 0 0,-1-1 0 0 0,-1 1 1 0 0,-2-22-1 0 0,2 34 5 0 0,-1 0 0 0 0,0 0 0 0 0,-1 0 0 0 0,1 0 0 0 0,-1 1 0 0 0,0-1 1 0 0,-1 1-1 0 0,1-1 0 0 0,-1 1 0 0 0,0 0 0 0 0,0 0 0 0 0,-1 0 0 0 0,0 0 0 0 0,0 1 0 0 0,-4-5 0 0 0,4 6 1 0 0,1 1-1 0 0,-1-1 1 0 0,0 1-1 0 0,0 0 1 0 0,0 0-1 0 0,-1 0 1 0 0,1 1-1 0 0,0-1 1 0 0,-1 1-1 0 0,1 0 1 0 0,0 0-1 0 0,-1 0 1 0 0,1 1-1 0 0,-1 0 1 0 0,0 0-1 0 0,1 0 1 0 0,-1 0-1 0 0,1 1 1 0 0,-1 0-1 0 0,-5 1 1 0 0,-6 3-8 0 0,0 1 0 0 0,0 0-1 0 0,1 1 1 0 0,0 1 0 0 0,0 0 0 0 0,1 1 0 0 0,0 1 0 0 0,0 0 0 0 0,-14 15-1 0 0,2 0 1 0 0,1 1 0 0 0,2 1 0 0 0,-28 42-1 0 0,41-55 21 0 0,1 1 0 0 0,0 0 0 0 0,1 1 0 0 0,1 0 0 0 0,0 0 0 0 0,-6 29 0 0 0,11-40 4 0 0,1 0 1 0 0,0 0 0 0 0,1 0-1 0 0,-1 0 1 0 0,1 0-1 0 0,0 0 1 0 0,0 0 0 0 0,1 0-1 0 0,-1 0 1 0 0,1 0 0 0 0,0 0-1 0 0,0 0 1 0 0,1-1-1 0 0,0 1 1 0 0,0 0 0 0 0,0-1-1 0 0,0 1 1 0 0,1-1 0 0 0,-1 1-1 0 0,1-1 1 0 0,0 0-1 0 0,0 0 1 0 0,1-1 0 0 0,-1 1-1 0 0,1-1 1 0 0,0 1 0 0 0,7 3-1 0 0,2 0 8 0 0,-1 0-1 0 0,2-1 0 0 0,-1-1 0 0 0,1 0 0 0 0,-1-1 1 0 0,1-1-1 0 0,1 0 0 0 0,-1 0 0 0 0,0-2 0 0 0,28 0 1 0 0,-16-1 7 0 0,0-2 0 0 0,-1-1 1 0 0,1-1-1 0 0,-1-2 1 0 0,31-9-1 0 0,-32 6-4 0 0,0-2 0 0 0,0 0-1 0 0,-1-1 1 0 0,-1-1 0 0 0,0-2 0 0 0,-1 0-1 0 0,0-1 1 0 0,-2-1 0 0 0,1 0 0 0 0,-2-2 0 0 0,-1 0-1 0 0,27-39 1 0 0,-24 27-7 0 0,-1-2 0 0 0,-1 0-1 0 0,-2 0 1 0 0,-1-2 0 0 0,-2 0-1 0 0,-1-1 1 0 0,-2 0 0 0 0,7-48-1 0 0,10-172 624 0 0,-27 252-640 0 0,1-17-46 0 0,-2 16 16 0 0,-3 12-5 0 0,-1 11 39 0 0,1 0 1 0 0,1 1-1 0 0,0-1 1 0 0,1 34-1 0 0,0-13-17 0 0,-18 253 6 0 0,-21 258 553 0 0,-26-7 109 0 0,23-313-454 0 0,28-165 1 0 0,-34 89-1 0 0,40-130-33 0 0,0-1 0 0 0,-2 0 1 0 0,-1-1-1 0 0,-1 0 0 0 0,-16 20 0 0 0,22-33-50 0 0,0 0 0 0 0,0 0 0 0 0,-1 0 1 0 0,0-1-1 0 0,0-1 0 0 0,-1 0 0 0 0,0 0 0 0 0,0-1 0 0 0,-1 0 0 0 0,0 0 0 0 0,0-1 0 0 0,-18 5 0 0 0,23-9-46 0 0,1 1-1 0 0,-1-1 1 0 0,0-1 0 0 0,1 1-1 0 0,-1-1 1 0 0,0 0 0 0 0,0 0-1 0 0,1 0 1 0 0,-1-1-1 0 0,0 0 1 0 0,1 0 0 0 0,-1-1-1 0 0,1 0 1 0 0,-1 0 0 0 0,1 0-1 0 0,0 0 1 0 0,0-1-1 0 0,0 0 1 0 0,0 0 0 0 0,-7-5-1 0 0,8 3-22 0 0,-1 0-1 0 0,0 0 1 0 0,1-1 0 0 0,0 1-1 0 0,0-1 1 0 0,1 0-1 0 0,-1 0 1 0 0,1 0-1 0 0,1 0 1 0 0,-1 0-1 0 0,1-1 1 0 0,0 1-1 0 0,1-1 1 0 0,-1 0 0 0 0,1 0-1 0 0,0-13 1 0 0,1 2-27 0 0,2 0 0 0 0,0 0 0 0 0,1-1 1 0 0,1 2-1 0 0,0-1 0 0 0,2 0 0 0 0,0 1 0 0 0,0 0 1 0 0,19-31-1 0 0,1 3 3 0 0,2 2-1 0 0,43-50 1 0 0,-18 31-52 0 0,3 3 0 0 0,2 2 0 0 0,101-76-1 0 0,-77 74-685 0 0,2 4 0 0 0,136-65-1 0 0,-26 37-2646 0 0,-64 35-4891 0 0,-119 43 4576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48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1200 1364 0 0,'-4'0'2977'0'0,"-48"-2"4464"0"0,49 2-6755 0 0,-13 6 481 0 0,14-5-1063 0 0,0 0 0 0 0,-1 1 0 0 0,1-1 1 0 0,0 1-1 0 0,0 0 0 0 0,1 0 1 0 0,-1-1-1 0 0,0 1 0 0 0,1 0 0 0 0,-1 1 1 0 0,1-1-1 0 0,-1 0 0 0 0,1 0 0 0 0,0 1 1 0 0,0-1-1 0 0,0 1 0 0 0,0-1 1 0 0,0 0-1 0 0,0 4 0 0 0,1-3-52 0 0,0 0 0 0 0,-1-1 0 0 0,1 1 0 0 0,0 0 0 0 0,1-1 0 0 0,-1 1 0 0 0,0-1 0 0 0,1 1 0 0 0,-1 0 0 0 0,2 3 0 0 0,-1-5-39 0 0,0 0 1 0 0,-1 0 0 0 0,1 0 0 0 0,0 0 0 0 0,0 0-1 0 0,0 0 1 0 0,-1 0 0 0 0,1-1 0 0 0,0 1-1 0 0,0 0 1 0 0,1 0 0 0 0,-1-1 0 0 0,0 1-1 0 0,0 0 1 0 0,0-1 0 0 0,0 0 0 0 0,0 1-1 0 0,1-1 1 0 0,-1 1 0 0 0,0-1 0 0 0,0 0-1 0 0,1 0 1 0 0,-1 0 0 0 0,0 0 0 0 0,1 0-1 0 0,-1 0 1 0 0,2 0 0 0 0,13-3 14 0 0,0 1 0 0 0,0-2 0 0 0,0 0 0 0 0,-1-1 0 0 0,0 0 0 0 0,0-1 0 0 0,0-1 0 0 0,-1-1 0 0 0,0 0 0 0 0,0 0 1 0 0,-1-2-1 0 0,0 1 0 0 0,-1-2 0 0 0,15-15 0 0 0,2-4-14 0 0,-3-2 1 0 0,0-1-1 0 0,-2 0 1 0 0,31-57-1 0 0,-28 36-10 0 0,-2 0-1 0 0,34-109 1 0 0,-36 78-19 0 0,15-112-1 0 0,-29 111 373 0 0,-3-126 0 0 0,-6 200-299 0 0,0 8-54 0 0,0 1 0 0 0,0 0 0 0 0,0 0 0 0 0,-1 0 0 0 0,0 0 0 0 0,1 0 0 0 0,-4-6 0 0 0,4 9-4 0 0,0-1-1 0 0,0 0 0 0 0,-1 1 0 0 0,1-1 0 0 0,-1 1 0 0 0,1-1 0 0 0,0 1 0 0 0,-1-1 0 0 0,1 1 0 0 0,-1 0 0 0 0,1-1 0 0 0,-1 1 0 0 0,1-1 1 0 0,-1 1-1 0 0,0 0 0 0 0,1-1 0 0 0,-1 1 0 0 0,1 0 0 0 0,-1 0 0 0 0,0 0 0 0 0,1 0 0 0 0,-1-1 0 0 0,0 1 0 0 0,1 0 0 0 0,-1 0 0 0 0,0 0 0 0 0,1 0 1 0 0,-1 0-1 0 0,1 0 0 0 0,-1 1 0 0 0,0-1 0 0 0,1 0 0 0 0,-1 0 0 0 0,0 0 0 0 0,1 0 0 0 0,-1 1 0 0 0,1-1 0 0 0,-1 0 0 0 0,1 1 0 0 0,-1-1 1 0 0,0 1-1 0 0,1-1 0 0 0,-1 0 0 0 0,1 1 0 0 0,0-1 0 0 0,-1 2 0 0 0,-10 7-2 0 0,1 0 0 0 0,0 1 0 0 0,1 0 1 0 0,0 1-1 0 0,-14 23 0 0 0,-31 65 103 0 0,47-85-80 0 0,-34 71 184 0 0,3 2 0 0 0,4 2 0 0 0,4 1 0 0 0,-27 137 0 0 0,52-199-152 0 0,1-1-1 0 0,1 1 1 0 0,2 0-1 0 0,0-1 1 0 0,7 50-1 0 0,-4-67-29 0 0,0 1 0 0 0,1-1-1 0 0,1 0 1 0 0,-1 0-1 0 0,1 0 1 0 0,1 0 0 0 0,9 15-1 0 0,-9-18-8 0 0,0-1-1 0 0,0 0 0 0 0,1 0 1 0 0,-1-1-1 0 0,1 0 1 0 0,0 0-1 0 0,1 0 1 0 0,-1 0-1 0 0,1-1 0 0 0,0 0 1 0 0,12 4-1 0 0,-4-2-99 0 0,1-2 1 0 0,0 0-1 0 0,0 0 0 0 0,0-2 0 0 0,0 0 0 0 0,1-1 1 0 0,-1 0-1 0 0,1-1 0 0 0,-1-1 0 0 0,1-1 1 0 0,-1 0-1 0 0,0-1 0 0 0,0-1 0 0 0,28-11 0 0 0,-17 5-187 0 0,-1-2 0 0 0,0-1 0 0 0,-1-1 0 0 0,-1-1 0 0 0,0-1-1 0 0,-1-1 1 0 0,35-34 0 0 0,-23 14 54 0 0,-2-1 0 0 0,-1-2 0 0 0,-2-1 0 0 0,-2-1 0 0 0,-2-2 0 0 0,-2 0 0 0 0,20-51 0 0 0,-9 3 316 0 0,-3-1 0 0 0,31-163 0 0 0,-39 87 1619 0 0,-19 124-1279 0 0,-5 41-405 0 0,0 1-1 0 0,0 0 1 0 0,0 0 0 0 0,-1-1 0 0 0,1 1-1 0 0,-2-5 1 0 0,1 8-28 0 0,1 0 1 0 0,-1 0-1 0 0,0 0 0 0 0,1 0 1 0 0,-1 1-1 0 0,1-1 0 0 0,-1 0 0 0 0,0 1 1 0 0,1-1-1 0 0,-1 0 0 0 0,1 1 0 0 0,-1-1 1 0 0,1 0-1 0 0,-1 1 0 0 0,1-1 0 0 0,-1 1 1 0 0,1-1-1 0 0,-1 2 0 0 0,-7 10 6 0 0,1 0 0 0 0,0 1 0 0 0,0 0 0 0 0,1 0 0 0 0,-4 18 0 0 0,3-12 7 0 0,-156 547 570 0 0,157-545-572 0 0,-9 50 129 0 0,2 1 0 0 0,3 1 0 0 0,0 110 0 0 0,10-178-110 0 0,1-1-1 0 0,-1 0 1 0 0,1 0 0 0 0,0 0 0 0 0,0 0 0 0 0,2 3 0 0 0,-3-6-30 0 0,0 0 0 0 0,0-1 0 0 0,0 1 0 0 0,1 0 0 0 0,-1-1 0 0 0,0 1 0 0 0,1-1 0 0 0,-1 1 0 0 0,0 0 0 0 0,1-1 0 0 0,-1 1 0 0 0,0-1 0 0 0,1 1 0 0 0,-1-1 0 0 0,1 1 0 0 0,-1-1 0 0 0,1 0 0 0 0,-1 1 0 0 0,1-1 0 0 0,0 0 0 0 0,-1 1 0 0 0,1-1 0 0 0,-1 0 0 0 0,1 0 0 0 0,0 1 0 0 0,-1-1 0 0 0,1 0 0 0 0,0 0 0 0 0,-1 0 1 0 0,1 0-1 0 0,0 0 0 0 0,-1 0 0 0 0,1 0 0 0 0,0 0 0 0 0,-1 0 0 0 0,1 0 0 0 0,-1 0 0 0 0,1 0 0 0 0,0-1 0 0 0,-1 1 0 0 0,1 0 0 0 0,0 0 0 0 0,-1-1 0 0 0,1 1 0 0 0,-1 0 0 0 0,1-1 0 0 0,-1 1 0 0 0,1-1 0 0 0,0 0 0 0 0,14-11 17 0 0,-1-2 1 0 0,-1 0-1 0 0,0 0 1 0 0,15-24-1 0 0,42-75 26 0 0,-5 9-41 0 0,-46 75-6 0 0,43-58-23 0 0,-53 77-10 0 0,0 0 0 0 0,0 1-1 0 0,0 0 1 0 0,1 0 0 0 0,20-12 0 0 0,-29 20 29 0 0,0 0-1 0 0,1 0 0 0 0,-1 0 0 0 0,0 0 1 0 0,1 1-1 0 0,-1-1 0 0 0,1 0 0 0 0,0 1 1 0 0,-1-1-1 0 0,1 1 0 0 0,-1 0 0 0 0,1 0 0 0 0,0-1 1 0 0,-1 1-1 0 0,1 0 0 0 0,0 0 0 0 0,-1 0 1 0 0,1 1-1 0 0,0-1 0 0 0,-1 0 0 0 0,1 1 1 0 0,-1-1-1 0 0,1 1 0 0 0,-1-1 0 0 0,1 1 1 0 0,-1 0-1 0 0,1 0 0 0 0,-1-1 0 0 0,1 1 1 0 0,-1 0-1 0 0,0 0 0 0 0,1 0 0 0 0,-1 1 1 0 0,0-1-1 0 0,0 0 0 0 0,0 0 0 0 0,0 1 1 0 0,0-1-1 0 0,0 1 0 0 0,-1-1 0 0 0,1 1 0 0 0,0-1 1 0 0,0 2-1 0 0,2 5 41 0 0,0-1-1 0 0,-1 1 1 0 0,0 0 0 0 0,0 0 0 0 0,-1 0 0 0 0,0 0-1 0 0,0 10 1 0 0,-4 32 533 0 0,-15 89 0 0 0,2-30-222 0 0,15-104-322 0 0,0 0 0 0 0,1 0 0 0 0,0 0 0 0 0,0 1 1 0 0,0-1-1 0 0,1 0 0 0 0,-1 0 0 0 0,1 0 1 0 0,1 0-1 0 0,-1 0 0 0 0,1-1 0 0 0,-1 1 0 0 0,4 6 1 0 0,-3-9-15 0 0,0 1 0 0 0,1-1 1 0 0,-1 1-1 0 0,0-1 1 0 0,1 0-1 0 0,-1 0 0 0 0,1 0 1 0 0,0 0-1 0 0,0-1 1 0 0,-1 1-1 0 0,1-1 0 0 0,0 1 1 0 0,0-1-1 0 0,0 0 0 0 0,1 0 1 0 0,-1-1-1 0 0,0 1 1 0 0,0-1-1 0 0,0 1 0 0 0,1-1 1 0 0,-1 0-1 0 0,4-1 1 0 0,15 0 4 0 0,0-1 0 0 0,-1-1 0 0 0,1-1 0 0 0,-1-1 0 0 0,0-1 0 0 0,0-1 0 0 0,0-1 1 0 0,-1-1-1 0 0,0 0 0 0 0,-1-2 0 0 0,0 0 0 0 0,20-16 0 0 0,0-3 11 0 0,-2-1-1 0 0,0-3 0 0 0,-3-1 1 0 0,41-51-1 0 0,-60 67 28 0 0,-1 0 1 0 0,-1-1 0 0 0,-1 0-1 0 0,-1-1 1 0 0,-1 0-1 0 0,0-1 1 0 0,-2 0-1 0 0,8-31 1 0 0,-15 52-57 0 0,-1 0 1 0 0,0 0-1 0 0,0 0 1 0 0,0 0-1 0 0,0 0 0 0 0,0 0 1 0 0,0-1-1 0 0,0 1 0 0 0,0 0 1 0 0,-1 0-1 0 0,1 0 1 0 0,0 1-1 0 0,-1-1 0 0 0,0-2 1 0 0,0 0-5 0 0,1 3 5 0 0,0-1-1 0 0,0 1 1 0 0,-1 0-1 0 0,1-1 1 0 0,0 1-1 0 0,-1-1 1 0 0,1 1-1 0 0,0-1 1 0 0,-1 1-1 0 0,1 0 1 0 0,0-1-1 0 0,-1 1 1 0 0,1 0 0 0 0,-1 0-1 0 0,1-1 1 0 0,-1 1-1 0 0,1 0 1 0 0,-1 0-1 0 0,1-1 1 0 0,-1 1-1 0 0,1 0 1 0 0,-1 0-1 0 0,1 0 1 0 0,-1 0 0 0 0,1 0-1 0 0,-1 0 1 0 0,1 0-1 0 0,-1 0 1 0 0,1 0-1 0 0,-1 0 1 0 0,1 0-1 0 0,-1 0 1 0 0,1 0-1 0 0,-1 1 1 0 0,1-1 0 0 0,-1 0-1 0 0,1 0 1 0 0,-2 1-1 0 0,-17 7-38 0 0,19-7 42 0 0,-11 5-7 0 0,0 0 0 0 0,1 2 0 0 0,0-1 0 0 0,0 1 0 0 0,1 1 0 0 0,-15 16 0 0 0,1 3 56 0 0,-19 32 1 0 0,27-37-14 0 0,0 1 1 0 0,-16 38 0 0 0,28-53-15 0 0,-1-1-1 0 0,1 1 1 0 0,1 0 0 0 0,0 0 0 0 0,0 0 0 0 0,0 0-1 0 0,1 0 1 0 0,1 0 0 0 0,0 0 0 0 0,0 0 0 0 0,2 14-1 0 0,0-18-7 0 0,-1 0 0 0 0,1 0 0 0 0,1 0 1 0 0,-1 0-1 0 0,1 0 0 0 0,-1-1 0 0 0,1 1 0 0 0,1-1 0 0 0,-1 0 0 0 0,0 0 0 0 0,1 0 0 0 0,0 0 0 0 0,0-1 0 0 0,0 1 0 0 0,1-1 0 0 0,-1 0 0 0 0,1 0 0 0 0,-1-1 0 0 0,1 1 0 0 0,6 1 0 0 0,8 3-90 0 0,1 0 0 0 0,0-1 0 0 0,37 5 0 0 0,-27-6-723 0 0,1-2 0 0 0,1-1-1 0 0,-1-1 1 0 0,56-7 0 0 0,-62 2-1333 0 0,0-1 1 0 0,-1-1-1 0 0,38-14 1 0 0,-13-2-4794 0 0</inkml:trace>
  <inkml:trace contextRef="#ctx0" brushRef="#br0" timeOffset="1">474 548 4428 0 0,'-79'1'4047'0'0,"9"0"1186"0"0,-135-14-1 0 0,185 5-4140 0 0,17 2-582 0 0,13-1-349 0 0,25-3-333 0 0,0 1 1 0 0,68-7 0 0 0,-89 14 60 0 0,249-29-3256 0 0,-86 14-1919 0 0,-136 13 3321 0 0,71-5-5091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50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1419 1484 0 0,'-10'42'12925'0'0,"12"-44"-12732"0"0,1 1 0 0 0,-1-1 0 0 0,0 0 0 0 0,0 0 0 0 0,1 0 0 0 0,-1 0 0 0 0,0 0 0 0 0,2-3 0 0 0,4-4 66 0 0,51-50 4 0 0,-2-2 0 0 0,-3-3 0 0 0,-3-2-1 0 0,-2-2 1 0 0,76-146 0 0 0,-69 96-268 0 0,-5-3-1 0 0,-5-2 0 0 0,32-138 1 0 0,-6-15-280 0 0,-174 789 240 0 0,24 30 1247 0 0,-5 26 27 0 0,49-372-962 0 0,-46 352 156 0 0,79-544-419 0 0,-1 21 63 0 0,1 47-1 0 0,1-67-59 0 0,1 0-1 0 0,0 0 1 0 0,0 0-1 0 0,0 0 1 0 0,0 0 0 0 0,1-1-1 0 0,0 1 1 0 0,0-1-1 0 0,1 1 1 0 0,-1-1-1 0 0,1 0 1 0 0,0 0-1 0 0,8 10 1 0 0,-9-13-22 0 0,1 0-1 0 0,-1 0 1 0 0,1-1 0 0 0,0 1 0 0 0,-1-1-1 0 0,1 1 1 0 0,0-1 0 0 0,0 0-1 0 0,0 0 1 0 0,0 0 0 0 0,0 0 0 0 0,0 0-1 0 0,0-1 1 0 0,0 1 0 0 0,0-1-1 0 0,0 0 1 0 0,0 0 0 0 0,0 0 0 0 0,1-1-1 0 0,-1 1 1 0 0,0-1 0 0 0,0 1 0 0 0,0-1-1 0 0,0 0 1 0 0,0 0 0 0 0,0-1-1 0 0,4-2 1 0 0,4-1-54 0 0,-1-1-1 0 0,0-1 0 0 0,0 0 1 0 0,-1 0-1 0 0,0-1 1 0 0,9-9-1 0 0,-5 1 37 0 0,0 0 1 0 0,0-1-1 0 0,-2 0 0 0 0,0-1 0 0 0,-1 0 1 0 0,-1 0-1 0 0,0-1 0 0 0,-2 0 0 0 0,0-1 0 0 0,-1 0 1 0 0,-1 0-1 0 0,-1 0 0 0 0,-1-1 0 0 0,0 1 1 0 0,-2-1-1 0 0,-1-22 0 0 0,-1 16 25 0 0,-1 0-1 0 0,-2 0 1 0 0,0 1-1 0 0,-2-1 1 0 0,-1 1-1 0 0,-1 0 1 0 0,-2 1-1 0 0,0 0 1 0 0,-1 0-1 0 0,-2 1 1 0 0,-28-41-1 0 0,17 34 45 0 0,-1 1 0 0 0,-1 2-1 0 0,-55-46 1 0 0,22 29 330 0 0,-67-39 0 0 0,86 60-93 0 0,-48-32 369 0 0,87 55-637 0 0,-1 0 0 0 0,1 0 0 0 0,-1 0 0 0 0,1 0 0 0 0,0-1 0 0 0,0 1 0 0 0,-1 0 0 0 0,1 0 0 0 0,0-1 0 0 0,0 1 0 0 0,0-1 0 0 0,0 1 0 0 0,1-1 0 0 0,-1 0 0 0 0,0 1 1 0 0,1-1-1 0 0,-1 0 0 0 0,1 1 0 0 0,-1-1 0 0 0,1 0 0 0 0,0-2 0 0 0,0 2-15 0 0,1 0 0 0 0,-1 0 0 0 0,1 0 0 0 0,0 0 0 0 0,-1 0 0 0 0,1 0 0 0 0,0 0 0 0 0,0 1 0 0 0,0-1 0 0 0,1 0 0 0 0,-1 0 0 0 0,0 1 0 0 0,1-1 0 0 0,-1 1 0 0 0,2-2 0 0 0,8-6-132 0 0,0 1 1 0 0,1 1-1 0 0,-1 0 1 0 0,18-8-1 0 0,-20 11 32 0 0,104-46-2593 0 0,190-56 0 0 0,1 0-6021 0 0,-246 81 4929 0 0</inkml:trace>
  <inkml:trace contextRef="#ctx0" brushRef="#br0" timeOffset="1">1211 892 1660 0 0,'25'-36'4593'0'0,"7"-10"1905"0"0,-19 31-655 0 0,-50 106-4022 0 0,-4 11-856 0 0,8 12-449 0 0,30-101-468 0 0,1 0 0 0 0,0 0-1 0 0,1 0 1 0 0,1 0 0 0 0,0 0 0 0 0,1 0 0 0 0,2 13 0 0 0,-2-20-121 0 0,1-1 0 0 0,-1 1 0 0 0,1-1 0 0 0,0 0 1 0 0,1 0-1 0 0,-1 1 0 0 0,1-2 0 0 0,0 1 0 0 0,1 0 1 0 0,-1-1-1 0 0,1 1 0 0 0,0-1 0 0 0,0 0 0 0 0,0 0 1 0 0,0-1-1 0 0,1 1 0 0 0,-1-1 0 0 0,1 0 0 0 0,0 0 0 0 0,0 0 1 0 0,0-1-1 0 0,1 0 0 0 0,-1 0 0 0 0,0 0 0 0 0,1-1 1 0 0,-1 0-1 0 0,11 1 0 0 0,-6 0-703 0 0,1-2-1 0 0,0 1 1 0 0,-1-1 0 0 0,1-1-1 0 0,-1 0 1 0 0,1-1 0 0 0,-1 0 0 0 0,1 0-1 0 0,-1-1 1 0 0,0-1 0 0 0,0 1-1 0 0,0-2 1 0 0,-1 1 0 0 0,11-7-1 0 0,8-12-5414 0 0</inkml:trace>
  <inkml:trace contextRef="#ctx0" brushRef="#br0" timeOffset="2">1662 353 2788 0 0,'-80'-114'11699'0'0,"79"113"-11655"0"0,1 0 1 0 0,-1 0-1 0 0,0 0 1 0 0,0 0 0 0 0,0 0-1 0 0,1 1 1 0 0,-1-1-1 0 0,0 0 1 0 0,0 0-1 0 0,0 1 1 0 0,0-1-1 0 0,-1 1 1 0 0,1-1 0 0 0,0 1-1 0 0,0-1 1 0 0,0 1-1 0 0,-2-1 1 0 0,2 1-72 0 0,0 0 1 0 0,0 0-1 0 0,1 0 1 0 0,-1 1-1 0 0,0-1 1 0 0,0 0-1 0 0,1 0 1 0 0,-1 1-1 0 0,0-1 1 0 0,1 0-1 0 0,-1 1 1 0 0,1-1-1 0 0,-1 1 1 0 0,0-1-1 0 0,1 1 1 0 0,-1-1 0 0 0,1 1-1 0 0,-1-1 1 0 0,1 1-1 0 0,0-1 1 0 0,-1 2-1 0 0,-1 1-294 0 0,1-1-1 0 0,0 1 1 0 0,-1 0-1 0 0,1 0 1 0 0,1 0-1 0 0,-1 0 1 0 0,0 0-1 0 0,1 0 1 0 0,-1 0-1 0 0,1 0 1 0 0,0 3-1 0 0,2 9-3159 0 0,2 1-1482 0 0</inkml:trace>
  <inkml:trace contextRef="#ctx0" brushRef="#br0" timeOffset="3">1841 756 1172 0 0,'3'15'6930'0'0,"6"28"-3573"0"0,6 57 0 0 0,-10-27-2358 0 0,-4 77 0 0 0,-2-131-694 0 0,0-1 0 0 0,-2 0 0 0 0,0 0 0 0 0,-1 0 0 0 0,-1-1 0 0 0,-11 29 0 0 0,13-39-148 0 0,0-1 0 0 0,0 1 0 0 0,0-1 0 0 0,-1 0 0 0 0,0 0 0 0 0,0-1 1 0 0,-1 1-1 0 0,0-1 0 0 0,0 0 0 0 0,0 0 0 0 0,0-1 0 0 0,-1 1 0 0 0,1-1 0 0 0,-1 0 0 0 0,0-1 0 0 0,-1 0 1 0 0,1 0-1 0 0,-1 0 0 0 0,1 0 0 0 0,-13 2 0 0 0,16-4-130 0 0,1-1 0 0 0,-1 0 0 0 0,1 0 0 0 0,-1 1-1 0 0,1-1 1 0 0,0-1 0 0 0,-1 1 0 0 0,1 0 0 0 0,-1-1 0 0 0,1 1 0 0 0,0-1 0 0 0,-1 0 0 0 0,1 1-1 0 0,0-1 1 0 0,-1 0 0 0 0,1-1 0 0 0,0 1 0 0 0,0 0 0 0 0,0 0 0 0 0,0-1 0 0 0,0 0-1 0 0,1 1 1 0 0,-1-1 0 0 0,0 0 0 0 0,1 0 0 0 0,-1 0 0 0 0,-1-2 0 0 0,2-1-39 0 0,0 0 1 0 0,0 1-1 0 0,0-1 1 0 0,1 0-1 0 0,-1-1 1 0 0,1 1-1 0 0,0 0 1 0 0,1 0-1 0 0,-1 0 1 0 0,1 0-1 0 0,0 0 1 0 0,0 1-1 0 0,1-1 1 0 0,-1 0-1 0 0,1 0 1 0 0,0 1-1 0 0,4-7 1 0 0,4-6-387 0 0,1 0 0 0 0,24-31 0 0 0,-13 24-260 0 0,0 0 0 0 0,2 1 1 0 0,0 2-1 0 0,2 0 0 0 0,32-19 0 0 0,-11 11-2614 0 0,1 3 0 0 0,65-26 0 0 0,-67 35-2161 0 0</inkml:trace>
  <inkml:trace contextRef="#ctx0" brushRef="#br0" timeOffset="4">2875 760 2048 0 0,'3'-2'2570'0'0,"-3"2"-2587"0"0,14-17 5051 0 0,-13 17-4945 0 0,-1 0 0 0 0,1 0 0 0 0,-1-1 0 0 0,0 1 0 0 0,1 0 0 0 0,-1 0 0 0 0,0-1 0 0 0,0 1 0 0 0,1 0 0 0 0,-1-1 0 0 0,0 1 0 0 0,0-1 0 0 0,1 1 0 0 0,-1 0 0 0 0,0-1 0 0 0,0 1 1 0 0,0 0-1 0 0,0-1 0 0 0,0 1 0 0 0,1-1 0 0 0,-1 1 0 0 0,0-1 0 0 0,0 1 0 0 0,0 0 0 0 0,0-1 0 0 0,0 1 0 0 0,0-1 0 0 0,0 1 0 0 0,-1 0 0 0 0,1-1 0 0 0,0 1 0 0 0,0-1 0 0 0,0 1 0 0 0,0-1 0 0 0,0 1 0 0 0,-1 0 0 0 0,1-1 0 0 0,0 1 0 0 0,0 0 0 0 0,-1-1 0 0 0,1 1 0 0 0,0 0 0 0 0,-1-1 0 0 0,1 1 0 0 0,0 0 0 0 0,-1 0 0 0 0,1-1 0 0 0,0 1 1 0 0,-1 0-1 0 0,1 0 0 0 0,-1-1 0 0 0,-8 0 198 0 0,1 1 0 0 0,-1-1 0 0 0,1 1 1 0 0,-1 1-1 0 0,1-1 0 0 0,-1 1 0 0 0,1 1 1 0 0,-12 3-1 0 0,-73 26 837 0 0,67-21-829 0 0,-17 6 136 0 0,-54 28 0 0 0,82-36-379 0 0,2 0-1 0 0,-1 1 1 0 0,1 0-1 0 0,0 1 1 0 0,1 0 0 0 0,0 1-1 0 0,-15 19 1 0 0,24-27-42 0 0,1-1 0 0 0,0 1 0 0 0,0 0 0 0 0,0 0 0 0 0,0 1 0 0 0,1-1 0 0 0,-1 0 0 0 0,1 0 0 0 0,0 1 0 0 0,0-1 0 0 0,0 1 0 0 0,0-1 0 0 0,1 1 0 0 0,0 0 0 0 0,-1-1 1 0 0,1 1-1 0 0,0-1 0 0 0,1 1 0 0 0,-1-1 0 0 0,1 1 0 0 0,-1 0 0 0 0,1-1 0 0 0,0 0 0 0 0,2 5 0 0 0,0-2-3 0 0,1 0 0 0 0,0 0 0 0 0,0-1 0 0 0,0 0 0 0 0,1 0 0 0 0,-1 0 0 0 0,1 0 0 0 0,0-1 0 0 0,1 1 0 0 0,-1-1 0 0 0,1-1 0 0 0,6 4 0 0 0,84 42 10 0 0,-68-36-57 0 0,0 0 1 0 0,-1 2-1 0 0,0 1 0 0 0,-2 1 1 0 0,42 36-1 0 0,-65-52 84 0 0,0 1-1 0 0,-1 0 1 0 0,1 0-1 0 0,0 0 1 0 0,0 0 0 0 0,-1 0-1 0 0,1 0 1 0 0,-1 0-1 0 0,0 1 1 0 0,0-1-1 0 0,0 0 1 0 0,0 1-1 0 0,0-1 1 0 0,0 1 0 0 0,0-1-1 0 0,-1 1 1 0 0,0 0-1 0 0,1-1 1 0 0,-1 1-1 0 0,0-1 1 0 0,0 1 0 0 0,0 0-1 0 0,-1-1 1 0 0,1 1-1 0 0,-1-1 1 0 0,1 1-1 0 0,-1-1 1 0 0,0 1 0 0 0,0-1-1 0 0,0 1 1 0 0,0-1-1 0 0,0 0 1 0 0,-1 1-1 0 0,1-1 1 0 0,-1 0-1 0 0,1 0 1 0 0,-1 0 0 0 0,0 0-1 0 0,0 0 1 0 0,-2 1-1 0 0,-6 5 79 0 0,-1-1-1 0 0,0 0 0 0 0,-1-1 1 0 0,1 0-1 0 0,-1-1 0 0 0,-1 0 1 0 0,1-1-1 0 0,0-1 0 0 0,-18 4 1 0 0,12-5-58 0 0,0 1-1 0 0,-1-2 1 0 0,1 0 0 0 0,0-2 0 0 0,-37-4-1 0 0,51 4-189 0 0,0 1-1 0 0,0-1 0 0 0,1-1 1 0 0,-1 1-1 0 0,1 0 0 0 0,-1-1 1 0 0,1 1-1 0 0,-1-1 0 0 0,1 0 1 0 0,0 0-1 0 0,0-1 0 0 0,0 1 1 0 0,0-1-1 0 0,-4-5 0 0 0,5 6-106 0 0,1 0-1 0 0,0 0 1 0 0,-1 0 0 0 0,1-1-1 0 0,0 1 1 0 0,0 0-1 0 0,1-1 1 0 0,-1 1 0 0 0,0-1-1 0 0,1 1 1 0 0,0 0-1 0 0,-1-1 1 0 0,1 0-1 0 0,0 1 1 0 0,0-1 0 0 0,0 1-1 0 0,1-1 1 0 0,-1 1-1 0 0,1-1 1 0 0,-1 1 0 0 0,1 0-1 0 0,2-5 1 0 0,2-4-1323 0 0,1 1 0 0 0,0 0 0 0 0,0 0-1 0 0,13-14 1 0 0,-19 24 1496 0 0,20-25-5474 0 0</inkml:trace>
  <inkml:trace contextRef="#ctx0" brushRef="#br0" timeOffset="5">3534 435 1992 0 0,'0'-16'4249'0'0,"1"1"1"0"0,1 0-1 0 0,3-17 0 0 0,-81 326 2094 0 0,-22 154-2500 0 0,91-413-3702 0 0,1-15-55 0 0,2 0-1 0 0,0 0 1 0 0,2 0-1 0 0,0 0 1 0 0,1 1-1 0 0,2 22 1 0 0,0-40-146 0 0,-1 0 1 0 0,1 0-1 0 0,0-1 1 0 0,-1 1-1 0 0,2 0 1 0 0,-1 0-1 0 0,0 0 1 0 0,0-1-1 0 0,1 1 1 0 0,0-1-1 0 0,-1 1 1 0 0,1-1-1 0 0,0 0 1 0 0,0 1-1 0 0,0-1 1 0 0,0 0-1 0 0,1 0 1 0 0,2 1-1 0 0,0 0-228 0 0,0 0-1 0 0,0-1 0 0 0,0 0 1 0 0,1 0-1 0 0,-1 0 0 0 0,0-1 1 0 0,1 1-1 0 0,-1-2 1 0 0,8 2-1 0 0,2-2-728 0 0,0 0 0 0 0,-1-1 0 0 0,1 0 0 0 0,0-1 0 0 0,0-1 1 0 0,24-7-1 0 0,-24 4-1035 0 0,1-1 1 0 0,-1 0 0 0 0,16-11-1 0 0,11-9-6118 0 0</inkml:trace>
  <inkml:trace contextRef="#ctx0" brushRef="#br0" timeOffset="6">3389 571 2388 0 0,'-187'-21'16860'0'0,"183"21"-15337"0"0,9 1-1295 0 0,209 25-1691 0 0,-97-13-1760 0 0,-17-4-3865 0 0,-53-3 267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52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784 341 1820 0 0,'-4'-21'3344'0'0,"3"9"-1252"0"0,-1 0 0 0 0,-1 1 0 0 0,-4-13 1 0 0,6 24-2001 0 0,1 0 1 0 0,-1 0-1 0 0,0 0 1 0 0,0 0 0 0 0,0 0-1 0 0,0 0 1 0 0,0 1-1 0 0,0-1 1 0 0,0 0-1 0 0,0 1 1 0 0,0-1 0 0 0,0 1-1 0 0,1-1 1 0 0,-2 1-1 0 0,-5 5 240 0 0,0 0-1 0 0,0 1 0 0 0,1-1 0 0 0,-1 1 0 0 0,2 1 0 0 0,-11 14 1 0 0,0 0 117 0 0,-259 372 2960 0 0,18 13-2566 0 0,175-276-652 0 0,20-34 546 0 0,57-91-382 0 0,5-10-193 0 0,7-15-55 0 0,75-116 46 0 0,39-67-319 0 0,-19 12-132 0 0,117-201-108 0 0,-165 306 316 0 0,3 1 1 0 0,96-105-1 0 0,-138 174 36 0 0,25-22-1 0 0,-35 33 39 0 0,0 0 1 0 0,0 1-1 0 0,0-1 1 0 0,0 1 0 0 0,1 1-1 0 0,-1-1 1 0 0,1 1-1 0 0,0-1 1 0 0,10-1-1 0 0,-13 4 12 0 0,0 0 0 0 0,-1 0 0 0 0,1 0 0 0 0,0 0 0 0 0,-1 0 0 0 0,1 0 0 0 0,0 1 0 0 0,-1-1-1 0 0,1 1 1 0 0,-1 0 0 0 0,1 0 0 0 0,-1 0 0 0 0,1 0 0 0 0,-1 0 0 0 0,0 1 0 0 0,1-1 0 0 0,-1 1 0 0 0,0-1-1 0 0,0 1 1 0 0,0 0 0 0 0,0 0 0 0 0,-1 0 0 0 0,1 0 0 0 0,0 0 0 0 0,1 4 0 0 0,3 4 1 0 0,-1 0 1 0 0,0 0 0 0 0,0 1-1 0 0,3 15 1 0 0,-6-20-2 0 0,6 23 45 0 0,-1 1 1 0 0,-1 0-1 0 0,-2 0 1 0 0,0 33 0 0 0,-5 124 309 0 0,0-173-339 0 0,-32 375 400 0 0,-24-2-127 0 0,55-377-274 0 0,-12 96 281 0 0,13-105-365 0 0,1-1 1 0 0,0 1 0 0 0,0-1 0 0 0,0 1 0 0 0,0-1-1 0 0,0 1 1 0 0,0-1 0 0 0,-1 0 0 0 0,1 1 0 0 0,0-1 0 0 0,0 1-1 0 0,0-1 1 0 0,1 1 0 0 0,-1-1 0 0 0,0 1 0 0 0,0-1 0 0 0,0 1-1 0 0,0-1 1 0 0,0 1 0 0 0,0-1 0 0 0,1 0 0 0 0,-1 1 0 0 0,0-1-1 0 0,0 1 1 0 0,1-1 0 0 0,-1 0 0 0 0,0 1 0 0 0,1-1 0 0 0,-1 0-1 0 0,0 1 1 0 0,1-1 0 0 0,-1 0 0 0 0,1 1 0 0 0,-1-1 0 0 0,0 0-1 0 0,1 0 1 0 0,-1 0 0 0 0,1 1 0 0 0,-1-1 0 0 0,1 0 0 0 0,-1 0-1 0 0,1 0 1 0 0,-1 0 0 0 0,0 0 0 0 0,1 0 0 0 0,-1 0 0 0 0,1 0-1 0 0,-1 0 1 0 0,1 0 0 0 0,-1 0 0 0 0,1 0 0 0 0,-1 0 0 0 0,1 0-1 0 0,-1 0 1 0 0,1-1 0 0 0,-1 1 0 0 0,0 0 0 0 0,1 0-1 0 0,-1 0 1 0 0,1-1 0 0 0,-1 1 0 0 0,0 0 0 0 0,1-1 0 0 0,2 0-553 0 0,-1-1 1 0 0,1 0 0 0 0,-1 1 0 0 0,1-1 0 0 0,-1 0-1 0 0,0 0 1 0 0,0 0 0 0 0,0 0 0 0 0,3-5 0 0 0,2-7-3654 0 0,1 0-1871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54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300 432 2796 0 0,'-228'-50'13957'0'0,"160"40"-11456"0"0,64 9-1730 0 0,9 3-650 0 0,10 1-147 0 0,0-1-1 0 0,0 0 1 0 0,1-2 0 0 0,-1 1 0 0 0,1-2 0 0 0,25-3-1 0 0,4 0-463 0 0,160 1-4603 0 0,-133 3-337 0 0,-22 0-1115 0 0</inkml:trace>
  <inkml:trace contextRef="#ctx0" brushRef="#br0" timeOffset="1">1215 483 2596 0 0,'-6'4'20249'0'0,"264"-8"-20245"0"0,5-5-9472 0 0,-213 5 5014 0 0,4-2-2069 0 0</inkml:trace>
  <inkml:trace contextRef="#ctx0" brushRef="#br0" timeOffset="2">2546 122 660 0 0,'-1'-34'10200'0'0,"-6"-41"-1"0"0,6 73-9479 0 0,1-9 1003 0 0,1 90 1174 0 0,-10 229 2 0 0,-1-206-2965 0 0,-11 101 667 0 0,13-144-3112 0 0,-24 81-1 0 0,30-133 1593 0 0,-1 0 0 0 0,1-1 0 0 0,-1 1 1 0 0,0 0-1 0 0,-7 9 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56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0 370 2820 0 0,'4'-26'1664'0'0,"0"0"0"0"0,1 0 0 0 0,2 1 0 0 0,0 0 0 0 0,15-30-1 0 0,-17 43-1381 0 0,2 0-1 0 0,-1 1 1 0 0,2-1-1 0 0,0 2 1 0 0,0-1-1 0 0,1 1 1 0 0,0 0-1 0 0,0 1 1 0 0,1 0-1 0 0,0 1 1 0 0,1 0-1 0 0,13-8 1 0 0,-9 8-165 0 0,1 1 0 0 0,0 0-1 0 0,0 1 1 0 0,1 1 0 0 0,-1 1 0 0 0,1 0 0 0 0,0 1 0 0 0,1 1 0 0 0,-1 0 0 0 0,0 1-1 0 0,0 1 1 0 0,35 5 0 0 0,-40-3-89 0 0,0 0 0 0 0,0 1 0 0 0,0 1 0 0 0,0 0-1 0 0,-1 1 1 0 0,1 0 0 0 0,-1 0 0 0 0,13 10 0 0 0,-16-10-14 0 0,-1 1 1 0 0,0 0-1 0 0,0 1 0 0 0,0-1 1 0 0,-1 1-1 0 0,0 1 0 0 0,-1-1 1 0 0,1 1-1 0 0,-1 0 0 0 0,-1 0 1 0 0,7 16-1 0 0,-8-15 36 0 0,0 0 0 0 0,-1 1 0 0 0,0-1 0 0 0,0 1 0 0 0,-1 0 0 0 0,-1-1 1 0 0,1 1-1 0 0,-2 0 0 0 0,1 0 0 0 0,-1-1 0 0 0,-1 1 0 0 0,-4 17 0 0 0,-2-3 126 0 0,-1 0 0 0 0,-1 0-1 0 0,-21 35 1 0 0,16-36-62 0 0,-1-1-1 0 0,0-1 1 0 0,-2 0-1 0 0,-23 20 1 0 0,-19 23 436 0 0,51-55-363 0 0,0 3 165 0 0,10-12-348 0 0,-1 1 1 0 0,0-1-1 0 0,1 1 0 0 0,-1-1 0 0 0,1 1 0 0 0,-1-1 0 0 0,1 1 0 0 0,-1-1 1 0 0,1 1-1 0 0,-1-1 0 0 0,1 0 0 0 0,0 1 0 0 0,-1-1 0 0 0,1 0 0 0 0,-1 0 1 0 0,1 1-1 0 0,0-1 0 0 0,-1 0 0 0 0,1 0 0 0 0,0 0 0 0 0,-1 0 1 0 0,1 0-1 0 0,0 0 0 0 0,1 0 0 0 0,22 4-14 0 0,13 3-16 0 0,-1 0-1 0 0,71 26 1 0 0,-67-17 3 0 0,-1 1-1 0 0,-1 3 1 0 0,0 1 0 0 0,-2 1 0 0 0,-1 2 0 0 0,0 2 0 0 0,49 49 0 0 0,-79-70 76 0 0,0 1-1 0 0,0 0 1 0 0,-1 0 0 0 0,1 1-1 0 0,-1-1 1 0 0,-1 1 0 0 0,1 0-1 0 0,-1 0 1 0 0,-1 0 0 0 0,1 0-1 0 0,-1 1 1 0 0,0-1 0 0 0,1 14 0 0 0,-3-16 85 0 0,0 0 1 0 0,0 0 0 0 0,-1-1 0 0 0,1 1 0 0 0,-1 0 0 0 0,0 0 0 0 0,0-1 0 0 0,0 1 0 0 0,-1-1 0 0 0,0 1-1 0 0,0-1 1 0 0,0 0 0 0 0,0 0 0 0 0,-1 0 0 0 0,0 0 0 0 0,1 0 0 0 0,-1 0 0 0 0,-1-1 0 0 0,1 1 0 0 0,0-1 0 0 0,-1 0-1 0 0,-7 5 1 0 0,-2 0 124 0 0,-1-1-1 0 0,1-1 0 0 0,-1 0 0 0 0,0-1 0 0 0,-1 0 1 0 0,1-1-1 0 0,-1-1 0 0 0,0 0 0 0 0,0-1 1 0 0,0-1-1 0 0,0 0 0 0 0,-21-2 0 0 0,-16-3-35 0 0,0-3 1 0 0,-59-15-1 0 0,-19-13 9 0 0,66 16-2707 0 0,63 19 2377 0 0,1 0 0 0 0,-1 0-1 0 0,1 0 1 0 0,-1 0 0 0 0,1 0-1 0 0,-1 0 1 0 0,1 0 0 0 0,-1 0-1 0 0,1-1 1 0 0,0 1 0 0 0,-1 0-1 0 0,1 0 1 0 0,-1 0-1 0 0,1-1 1 0 0,-1 1 0 0 0,1 0-1 0 0,0-1 1 0 0,-1 1 0 0 0,1 0-1 0 0,0-1 1 0 0,-1 1 0 0 0,1 0-1 0 0,0-1 1 0 0,0 1 0 0 0,-1-1-1 0 0,1 1 1 0 0,0 0-1 0 0,0-1 1 0 0,0 1 0 0 0,0-1-1 0 0,-1 1 1 0 0,1-1 0 0 0,0 1-1 0 0,0-1 1 0 0,0 1 0 0 0,0-1-1 0 0,0 1 1 0 0,0 0-1 0 0,0-1 1 0 0,0 1 0 0 0,0-1-1 0 0,1 1 1 0 0,-1-1 0 0 0,0 1-1 0 0,0-1 1 0 0,0 1 0 0 0,0-1-1 0 0,1 1 1 0 0,-1 0 0 0 0,0-1-1 0 0,2-1-230 0 0,-1 0 0 0 0,0 1 0 0 0,1-1 0 0 0,-1 1 0 0 0,1-1 0 0 0,-1 1 0 0 0,1 0 0 0 0,3-3-1 0 0,47-16-5763 0 0,-32 13 2710 0 0,14-5-4045 0 0</inkml:trace>
  <inkml:trace contextRef="#ctx0" brushRef="#br0" timeOffset="1">2063 804 1464 0 0,'-86'-11'12744'0'0,"71"8"-11300"0"0,2 0 385 0 0,0 0 0 0 0,-21 0 0 0 0,76 13-1542 0 0,116 4-836 0 0,-54-1-2659 0 0,-30-4-1596 0 0,-50-7 586 0 0,-3-2-2025 0 0</inkml:trace>
  <inkml:trace contextRef="#ctx0" brushRef="#br0" timeOffset="2">1939 1150 1988 0 0,'-138'57'22818'0'0,"409"-70"-22758"0"0,-144 5-2810 0 0,7-2-2241 0 0,-45-1-2254 0 0,-39 3-231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4:58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1093 214 40 0 0,'7'-19'3276'0'0,"0"1"1"0"0,-2-1-1 0 0,0 0 0 0 0,4-35 1 0 0,-8 51-3158 0 0,-1 1 1 0 0,0-1-1 0 0,0 1 1 0 0,1-1-1 0 0,-1 1 1 0 0,-1-1-1 0 0,1 1 1 0 0,0-1-1 0 0,-1 1 1 0 0,1 0-1 0 0,-1-1 1 0 0,0 1 0 0 0,1 0-1 0 0,-1-1 1 0 0,0 1-1 0 0,-1 0 1 0 0,1 0-1 0 0,0 0 1 0 0,-1 0-1 0 0,1 0 1 0 0,-1 0-1 0 0,1 0 1 0 0,-4-2-1 0 0,-4-1-90 0 0,-1 1-1 0 0,1 0 0 0 0,-1 1 0 0 0,0 0 1 0 0,0 0-1 0 0,0 1 0 0 0,0 0 0 0 0,0 1 1 0 0,0 0-1 0 0,0 1 0 0 0,0 0 0 0 0,-1 1 1 0 0,1 0-1 0 0,-17 4 0 0 0,3 0-30 0 0,0 2-1 0 0,1 0 1 0 0,0 1 0 0 0,0 1 0 0 0,-25 15-1 0 0,28-11 37 0 0,0 1-1 0 0,0 1 0 0 0,2 0 0 0 0,0 1 1 0 0,0 1-1 0 0,2 1 0 0 0,0 1 0 0 0,1 0 0 0 0,1 1 1 0 0,1 0-1 0 0,-11 23 0 0 0,-3 13 276 0 0,2 0 0 0 0,3 2-1 0 0,-17 71 1 0 0,-97 549 1689 0 0,92-417-1475 0 0,33-204-394 0 0,-155 777 1997 0 0,78-408-1795 0 0,87-419-304 0 0,-1 0 1 0 0,1 1-1 0 0,0-1 1 0 0,1 0-1 0 0,0 0 0 0 0,0 0 1 0 0,1 0-1 0 0,0 0 0 0 0,2 9 1 0 0,-2-13-14 0 0,0-1-1 0 0,0 1 1 0 0,0-1 0 0 0,1 1-1 0 0,-1-1 1 0 0,1 0 0 0 0,0 0-1 0 0,0 0 1 0 0,0 0 0 0 0,0 0-1 0 0,0 0 1 0 0,0 0 0 0 0,0 0-1 0 0,1-1 1 0 0,-1 0 0 0 0,0 1-1 0 0,1-1 1 0 0,0 0 0 0 0,-1 0-1 0 0,1 0 1 0 0,-1 0 0 0 0,1-1-1 0 0,0 1 1 0 0,0-1 0 0 0,4 1-1 0 0,47 2 42 0 0,1-2 0 0 0,106-12 0 0 0,-136 9-87 0 0,109-12-2987 0 0,216-51 0 0 0,-342 63 2551 0 0,0-1 1 0 0,-1 0-1 0 0,1 0 1 0 0,-1-1-1 0 0,8-5 1 0 0,16-12-4174 0 0,-26 12 962 0 0,-4 9 3396 0 0,-1-1 0 0 0,0 0 0 0 0,0 0 0 0 0,0-1 0 0 0</inkml:trace>
  <inkml:trace contextRef="#ctx0" brushRef="#br0" timeOffset="1">2270 1485 1976 0 0,'-60'-134'16942'0'0,"59"133"-16897"0"0,1 0-1 0 0,-1 0 1 0 0,0 0 0 0 0,0 1 0 0 0,1-1-1 0 0,-1 0 1 0 0,0 0 0 0 0,0 1 0 0 0,0-1 0 0 0,0 0-1 0 0,0 1 1 0 0,0-1 0 0 0,0 1 0 0 0,0 0 0 0 0,0-1-1 0 0,-1 1 1 0 0,1 0 0 0 0,0-1 0 0 0,0 1-1 0 0,0 0 1 0 0,0 0 0 0 0,0 0 0 0 0,-1 0 0 0 0,1 0-1 0 0,0 0 1 0 0,0 0 0 0 0,0 1 0 0 0,0-1 0 0 0,0 0-1 0 0,-1 1 1 0 0,1-1 0 0 0,0 1 0 0 0,0-1 0 0 0,-1 2-1 0 0,-6 1-34 0 0,0 1-1 0 0,0 1 1 0 0,-9 6 0 0 0,15-10 44 0 0,-50 38 39 0 0,2 2-1 0 0,1 2 1 0 0,3 2 0 0 0,1 2-1 0 0,-42 59 1 0 0,70-83-69 0 0,1 1 1 0 0,-26 50-1 0 0,36-61-6 0 0,0 1 1 0 0,1-1-1 0 0,0 1 0 0 0,2 0 1 0 0,-1 0-1 0 0,2 0 1 0 0,-2 27-1 0 0,4-38-11 0 0,0 0 1 0 0,0 0-1 0 0,0 1 1 0 0,1-1-1 0 0,-1 0 1 0 0,1 0 0 0 0,0 0-1 0 0,0 0 1 0 0,0 0-1 0 0,0 0 1 0 0,1 0-1 0 0,-1 0 1 0 0,1 0-1 0 0,-1 0 1 0 0,1-1-1 0 0,0 1 1 0 0,0-1-1 0 0,1 1 1 0 0,-1-1-1 0 0,0 0 1 0 0,1 0-1 0 0,-1 0 1 0 0,1 0-1 0 0,0 0 1 0 0,0-1-1 0 0,-1 1 1 0 0,1-1-1 0 0,0 0 1 0 0,0 0-1 0 0,1 0 1 0 0,-1 0-1 0 0,0 0 1 0 0,5 0-1 0 0,1 0 9 0 0,0 0-1 0 0,0-1 1 0 0,1 0 0 0 0,-1-1-1 0 0,0 0 1 0 0,0 0-1 0 0,0-1 1 0 0,0 0-1 0 0,0 0 1 0 0,13-6 0 0 0,1-4-11 0 0,0 0 1 0 0,-1-1 0 0 0,-1-2-1 0 0,0 0 1 0 0,-1-1-1 0 0,-1-1 1 0 0,21-23 0 0 0,1-6 1032 0 0,62-95 1 0 0,-69 94-418 0 0,-32 45-613 0 0,-2 2-10 0 0,1-1-1 0 0,0 1 1 0 0,-1-1 0 0 0,1 1-1 0 0,0 0 1 0 0,0-1-1 0 0,-1 1 1 0 0,1 0 0 0 0,0 0-1 0 0,0-1 1 0 0,0 1-1 0 0,-1 0 1 0 0,1 0-1 0 0,0 0 1 0 0,1 0 0 0 0,1 8 26 0 0,-1 0 1 0 0,1 0 0 0 0,-2 0 0 0 0,1 0 0 0 0,-1 0 0 0 0,-1 1 0 0 0,1-1 0 0 0,-1 1 0 0 0,-2 14 0 0 0,1 6 161 0 0,-4 76 102 0 0,1 31 97 0 0,5-117-692 0 0,1 0 0 0 0,0-1-1 0 0,1 1 1 0 0,12 36 0 0 0,-12-46-298 0 0,0-1-1 0 0,1 1 1 0 0,0-1-1 0 0,1 0 1 0 0,0 0 0 0 0,6 7-1 0 0,-8-11-275 0 0,1 0 0 0 0,-1-1-1 0 0,1 1 1 0 0,0-1 0 0 0,0 0 0 0 0,0 0 0 0 0,0 0-1 0 0,1-1 1 0 0,-1 1 0 0 0,1-1 0 0 0,-1 0-1 0 0,10 2 1 0 0,5 1-5087 0 0</inkml:trace>
  <inkml:trace contextRef="#ctx0" brushRef="#br0" timeOffset="2">2729 2027 1992 0 0,'38'-86'23410'0'0,"-37"89"-22696"0"0,-1 23 612 0 0,0 1-1 0 0,-2-1 1 0 0,-9 49 0 0 0,2-10-562 0 0,-21 171-467 0 0,30-231-1192 0 0,0 0-1 0 0,0 0 1 0 0,0 0-1 0 0,1 0 1 0 0,0 5-1 0 0,21-50-15405 0 0</inkml:trace>
  <inkml:trace contextRef="#ctx0" brushRef="#br0" timeOffset="3">2910 1664 872 0 0,'-38'-113'17589'0'0,"22"70"-16004"0"0,15 41-2001 0 0</inkml:trace>
  <inkml:trace contextRef="#ctx0" brushRef="#br0" timeOffset="4">3380 2002 1656 0 0,'0'0'13916'0'0,"3"0"-12922"0"0,-2 0-850 0 0,0 1 1 0 0,1 0-1 0 0,-1-1 1 0 0,0 1-1 0 0,1 0 1 0 0,-1 0-1 0 0,0-1 1 0 0,0 1-1 0 0,0 0 1 0 0,0 0-1 0 0,0 1 1 0 0,0-1-1 0 0,0 0 1 0 0,0 0-1 0 0,0 0 1 0 0,-1 0-1 0 0,1 1 1 0 0,0-1-1 0 0,-1 0 1 0 0,1 1-1 0 0,-1-1 1 0 0,0 1-1 0 0,1-1 1 0 0,-1 3-1 0 0,1-1-177 0 0,5 16 842 0 0,-1 0 0 0 0,-1 1 1 0 0,0-1-1 0 0,-2 1 0 0 0,1 25 0 0 0,-10 100 2264 0 0,4-104-2397 0 0,-4 55 792 0 0,-21 102 0 0 0,10-99-624 0 0,14-71-743 0 0,4-20-85 0 0,-1 0-1 0 0,-1-1 0 0 0,1 1 0 0 0,-1-1 0 0 0,0 1 0 0 0,-1-1 1 0 0,0 0-1 0 0,-4 8 0 0 0,-3-4-15 0 0,-6 0 0 0 0,-7-5 0 0 0,-4-4 0 0 0,16-3-421 0 0,0 0 0 0 0,0-1 0 0 0,0 0 0 0 0,1-1 1 0 0,-1 0-1 0 0,1-1 0 0 0,0 0 0 0 0,0 0 0 0 0,0-1 0 0 0,0-1 0 0 0,1 0 0 0 0,0 0 1 0 0,0 0-1 0 0,1-1 0 0 0,0-1 0 0 0,0 1 0 0 0,-13-18 0 0 0,11 12-586 0 0,0-1 1 0 0,1 0-1 0 0,1-1 0 0 0,0 1 0 0 0,2-2 1 0 0,-1 1-1 0 0,2-1 0 0 0,0 0 0 0 0,1 0 0 0 0,0 0 1 0 0,-1-24-1 0 0,1-2-9699 0 0</inkml:trace>
  <inkml:trace contextRef="#ctx0" brushRef="#br0" timeOffset="5">3439 1609 820 0 0,'7'-18'3459'0'0,"19"-54"8005"0"0,-10 26-9079 0 0,-15 44-2875 0 0,1-6 79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00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10 995 2192 0 0,'-9'-26'20430'0'0,"15"17"-18011"0"0,-4 7-2398 0 0,1 1 1 0 0,-1 0-1 0 0,1 0 1 0 0,-1 0 0 0 0,1 1-1 0 0,-1-1 1 0 0,1 1 0 0 0,-1-1-1 0 0,4 1 1 0 0,278-16 502 0 0,-145 13-403 0 0,18-1 307 0 0,-154 3-510 0 0,16-6-2444 0 0,-16 7 2582 0 0,9-5-4069 0 0</inkml:trace>
  <inkml:trace contextRef="#ctx0" brushRef="#br0" timeOffset="1">1674 185 700 0 0,'54'-89'9591'0'0,"3"-4"-759"0"0,-55 91-8153 0 0,0 3-220 0 0,0 0-363 0 0,0 1 0 0 0,-1-1 0 0 0,1 1 0 0 0,-1 0 0 0 0,1 0 0 0 0,-1-1 0 0 0,0 1 0 0 0,0 0 0 0 0,0 0-1 0 0,0 0 1 0 0,0 0 0 0 0,0 0 0 0 0,0 1 0 0 0,-1-1 0 0 0,1 0 0 0 0,-1 0 0 0 0,0 5 0 0 0,6 49 1273 0 0,-6-43-1079 0 0,4 90 839 0 0,-5 1 0 0 0,-17 121 0 0 0,-49 202-336 0 0,57-370-543 0 0,-6 19 1047 0 0,12-65-771 0 0,0-17-134 0 0,-1-14-187 0 0,5 8-262 0 0,0 0 1 0 0,1 1 0 0 0,0-1 0 0 0,1 1-1 0 0,1 0 1 0 0,6-21 0 0 0,-1 10-81 0 0,2 0 1 0 0,14-26 0 0 0,-16 35 96 0 0,0 0-1 0 0,1 1 1 0 0,1 0-1 0 0,-1 0 1 0 0,2 1-1 0 0,0 0 1 0 0,0 1 0 0 0,1 0-1 0 0,0 1 1 0 0,1 0-1 0 0,15-8 1 0 0,-21 14 11 0 0,0 0-1 0 0,0 0 1 0 0,0 0 0 0 0,0 1 0 0 0,0 0 0 0 0,0 1-1 0 0,1-1 1 0 0,-1 2 0 0 0,1-1 0 0 0,-1 1-1 0 0,1 0 1 0 0,-1 0 0 0 0,0 1 0 0 0,1 0 0 0 0,-1 0-1 0 0,1 1 1 0 0,-1 0 0 0 0,0 0 0 0 0,0 0 0 0 0,0 1-1 0 0,0 1 1 0 0,-1-1 0 0 0,1 1 0 0 0,9 7 0 0 0,-9-6 38 0 0,-1 1 0 0 0,1 0 0 0 0,-1 1 0 0 0,0-1 0 0 0,0 1 0 0 0,-1 0-1 0 0,0 1 1 0 0,0-1 0 0 0,-1 1 0 0 0,0 0 0 0 0,0 0 0 0 0,-1 0 0 0 0,0 1 0 0 0,0-1 0 0 0,-1 1 0 0 0,0-1 0 0 0,-1 1 0 0 0,0 0 0 0 0,0 0 0 0 0,-1 0 0 0 0,0 0 0 0 0,0 0 0 0 0,-1-1 0 0 0,-1 1 0 0 0,1 0 0 0 0,-1 0 0 0 0,-1-1 0 0 0,1 1 0 0 0,-2-1 0 0 0,1 0 0 0 0,-1 0 0 0 0,0 0 0 0 0,-1 0 0 0 0,0-1 0 0 0,-8 11 0 0 0,5-10 29 0 0,1-1 0 0 0,-1 0-1 0 0,0 0 1 0 0,0-1 0 0 0,-1 0 0 0 0,0 0 0 0 0,0-1-1 0 0,0 0 1 0 0,-1-1 0 0 0,-14 6 0 0 0,3-4 57 0 0,-1-1 0 0 0,0 0 0 0 0,-37 2 0 0 0,50-7-416 0 0,1 0-1 0 0,-1 0 1 0 0,1-1 0 0 0,-11-2-1 0 0,-17-6-6694 0 0,32 8 6637 0 0</inkml:trace>
  <inkml:trace contextRef="#ctx0" brushRef="#br0" timeOffset="2">2488 930 3044 0 0,'2'-2'2668'0'0,"34"-38"11173"0"0,-36 40-13744 0 0,0 0-1 0 0,0-1 1 0 0,0 1-1 0 0,0 0 1 0 0,0-1-1 0 0,1 1 1 0 0,-1 0-1 0 0,0-1 1 0 0,0 1-1 0 0,0 0 1 0 0,1-1 0 0 0,-1 1-1 0 0,0 0 1 0 0,0 0-1 0 0,1-1 1 0 0,-1 1-1 0 0,0 0 1 0 0,1 0-1 0 0,-1 0 1 0 0,0-1-1 0 0,1 1 1 0 0,-1 0-1 0 0,0 0 1 0 0,1 0 0 0 0,-1 0-1 0 0,0 0 1 0 0,1 0-1 0 0,-1 0 1 0 0,1 0-1 0 0,-1 0 1 0 0,0 0-1 0 0,1 0 1 0 0,-1 0-1 0 0,0 0 1 0 0,1 0-1 0 0,-1 0 1 0 0,0 0-1 0 0,1 0 1 0 0,-1 0 0 0 0,1 0-1 0 0,-1 1 1 0 0,0-1-1 0 0,1 0 1 0 0,-1 0-1 0 0,0 0 1 0 0,0 1-1 0 0,1-1 1 0 0,-1 0-1 0 0,0 0 1 0 0,0 1-1 0 0,1-1 1 0 0,-1 0 0 0 0,0 1-1 0 0,0-1 1 0 0,1 0-1 0 0,-1 1 1 0 0,0-1-1 0 0,0 0 1 0 0,0 1-1 0 0,0-1 1 0 0,0 1-1 0 0,-3 96 3709 0 0,-12 53-2373 0 0,7-78-1053 0 0,4-30-269 0 0,-4 32-1254 0 0,7-26-4201 0 0</inkml:trace>
  <inkml:trace contextRef="#ctx0" brushRef="#br0" timeOffset="3">2645 548 2636 0 0,'0'-110'15748'0'0,"0"38"-13445"0"0,0 72-2353 0 0,0-1 0 0 0,0 1 0 0 0,0 0-1 0 0,0-1 1 0 0,0 1 0 0 0,0 0 0 0 0,0-1 0 0 0,0 1-1 0 0,0 0 1 0 0,0 0 0 0 0,0-1 0 0 0,0 1-1 0 0,0 0 1 0 0,0-1 0 0 0,0 1 0 0 0,0 0 0 0 0,0 0-1 0 0,1-1 1 0 0,-1 1 0 0 0,0 0 0 0 0,0-1 0 0 0,0 1-1 0 0,1 0 1 0 0,-1 0 0 0 0,0 0 0 0 0,0-1-1 0 0,0 1 1 0 0,1 0 0 0 0,-1 0 0 0 0,0 0 0 0 0,0-1-1 0 0,1 1 1 0 0,-1 0 0 0 0,1 0 0 0 0,9 5-3937 0 0,6 13-3089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01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578 2025 344 0 0,'-6'-25'15564'0'0,"6"10"-10028"0"0,0 25-4026 0 0,0 23-405 0 0,-25 388 6226 0 0,14-322-6872 0 0,-4 0 0 0 0,-35 123 0 0 0,45-206-459 0 0,0 0 0 0 0,-2-3 0 0 0,-5-2 0 0 0,-4-3 0 0 0,-4-2 0 0 0,-6-4 0 0 0,5-3 0 0 0,0-1 0 0 0,0-1 0 0 0,0 0 0 0 0,0-2 0 0 0,-24-8 0 0 0,1-3 0 0 0,-54-28 0 0 0,91 40-449 0 0,1 0-1 0 0,-1 0 1 0 0,1 0 0 0 0,-1-1-1 0 0,1 0 1 0 0,-8-8 0 0 0,11 8-156 0 0,-1 0 0 0 0,0 1 1 0 0,1-1-1 0 0,0-1 0 0 0,0 1 0 0 0,1 0 1 0 0,-1-1-1 0 0,1 1 0 0 0,0-1 0 0 0,1 0 1 0 0,-1 1-1 0 0,1-1 0 0 0,1 0 0 0 0,-1 0 1 0 0,1 0-1 0 0,0 0 0 0 0,0 0 0 0 0,0 0 1 0 0,1 0-1 0 0,0 0 0 0 0,0 1 1 0 0,3-9-1 0 0,5-14-4762 0 0,3-4-2575 0 0</inkml:trace>
  <inkml:trace contextRef="#ctx0" brushRef="#br0" timeOffset="1">866 1658 1668 0 0,'47'-105'16646'0'0,"-28"58"-12306"0"0,-18 45-4375 0 0,3-7-606 0 0</inkml:trace>
  <inkml:trace contextRef="#ctx0" brushRef="#br0" timeOffset="2">1842 204 1116 0 0,'-21'-170'19170'0'0,"21"169"-19123"0"0,0 0 1 0 0,0 0-1 0 0,0-1 0 0 0,0 1 1 0 0,0 0-1 0 0,1 0 1 0 0,-1 0-1 0 0,0 0 1 0 0,1 0-1 0 0,-1-1 0 0 0,1 1 1 0 0,-1 0-1 0 0,1 0 1 0 0,-1 0-1 0 0,1 0 0 0 0,0 0 1 0 0,0 0-1 0 0,-1 1 1 0 0,1-1-1 0 0,0 0 0 0 0,0 0 1 0 0,0 0-1 0 0,0 1 1 0 0,0-1-1 0 0,0 0 0 0 0,0 1 1 0 0,0-1-1 0 0,0 1 1 0 0,0-1-1 0 0,0 1 0 0 0,1 0 1 0 0,-1 0-1 0 0,0-1 1 0 0,2 1-1 0 0,5-2 14 0 0,1 1 0 0 0,0 0 1 0 0,14 0-1 0 0,-14 1 30 0 0,101 1 181 0 0,110 14 0 0 0,-48-2-162 0 0,-124-10-74 0 0,210 21 79 0 0,-251-22-127 0 0,-2 0 8 0 0,-1 0 1 0 0,1 0-1 0 0,-1 0 0 0 0,0 0 1 0 0,0 1-1 0 0,0 0 0 0 0,0 0 1 0 0,0 0-1 0 0,0 0 0 0 0,-1 1 1 0 0,0-1-1 0 0,1 1 0 0 0,-1 0 1 0 0,-1 0-1 0 0,1 0 0 0 0,2 5 1 0 0,-2-1-1 0 0,0 0 0 0 0,-1 1 0 0 0,0-1 0 0 0,0 0-1 0 0,-1 1 1 0 0,0 10 0 0 0,0-8 27 0 0,1 27 123 0 0,-2 0-1 0 0,-9 74 1 0 0,-24 76 382 0 0,23-142-399 0 0,-38 186 608 0 0,-67 424 948 0 0,38 97 430 0 0,59-601-1579 0 0,-45 185 0 0 0,45-266-275 0 0,-4-1 1 0 0,-2-1-1 0 0,-4-1 1 0 0,-62 112-1 0 0,63-138-72 0 0,-1-2 1 0 0,-2-1-1 0 0,-2-1 0 0 0,-1-2 1 0 0,-2-1-1 0 0,-1-2 0 0 0,-2-1 0 0 0,-57 36 1 0 0,46-37-436 0 0,-1-3 1 0 0,-2-2 0 0 0,-1-3 0 0 0,-1-2 0 0 0,0-2 0 0 0,-108 23 0 0 0,-114-4-5641 0 0,90-27-3956 0 0,45-8-3030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14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437 320 2120 0 0,'0'-34'15861'0'0,"0"34"-15719"0"0,-11 7 566 0 0,4 0-420 0 0,1 1 0 0 0,0 1 0 0 0,0-1 0 0 0,1 1 0 0 0,0 0 0 0 0,-7 18 0 0 0,0-1 32 0 0,-96 197 1038 0 0,-39 76-816 0 0,54-113-325 0 0,80-163-68 0 0,12-20-121 0 0,-4-14-212 0 0,6 2 116 0 0,0 0-1 0 0,0 0 0 0 0,1 0 0 0 0,0 0 1 0 0,0 1-1 0 0,1-1 0 0 0,5-9 0 0 0,1-6-79 0 0,169-420-967 0 0,-127 340 1021 0 0,4 2 0 0 0,79-107 0 0 0,-118 185 76 0 0,-5 8-12 0 0,0 0 0 0 0,1 1 1 0 0,0 0-1 0 0,1 1 0 0 0,1 1 0 0 0,21-18 0 0 0,-33 30 35 0 0,0-1 0 0 0,0 1 1 0 0,0 0-1 0 0,0 0 0 0 0,0 0 0 0 0,0 0 0 0 0,0 0 0 0 0,0 0 0 0 0,1 1 0 0 0,-1-1 0 0 0,0 1 0 0 0,0 0 1 0 0,1-1-1 0 0,-1 1 0 0 0,0 0 0 0 0,0 0 0 0 0,1 0 0 0 0,-1 1 0 0 0,0-1 0 0 0,1 1 0 0 0,-1-1 0 0 0,0 1 1 0 0,0 0-1 0 0,0 0 0 0 0,0-1 0 0 0,0 2 0 0 0,0-1 0 0 0,0 0 0 0 0,0 0 0 0 0,0 1 0 0 0,0-1 0 0 0,-1 1 0 0 0,1-1 1 0 0,0 1-1 0 0,-1 0 0 0 0,1-1 0 0 0,-1 1 0 0 0,0 0 0 0 0,0 0 0 0 0,2 3 0 0 0,2 6 147 0 0,0-1 0 0 0,0 1 0 0 0,-2 0 0 0 0,1 0 0 0 0,-1 0 0 0 0,3 22 0 0 0,-1 19 812 0 0,-2 88 0 0 0,-15 54 584 0 0,4-96-938 0 0,-2 66 148 0 0,-16 200 393 0 0,20-310-1277 0 0,-1 17 275 0 0,6-23-8246 0 0,1-49 8022 0 0,-1 1-1 0 0,1 0 0 0 0,0 0 1 0 0,0 0-1 0 0,0-1 1 0 0,0 1-1 0 0,0 0 1 0 0,0 0-1 0 0,0 0 0 0 0,0 0 1 0 0,0-1-1 0 0,0 1 1 0 0,-4-2-1512 0 0,3 2 1473 0 0,1 0 0 0 0,-1 0 0 0 0,1 0 0 0 0,0 0 0 0 0,-1-1 0 0 0,1 1 0 0 0,0 0 0 0 0,-1 0 0 0 0,1 0 0 0 0,0 0 1 0 0,-1-1-1 0 0,1 1 0 0 0,0 0 0 0 0,-1 0 0 0 0,1-1 0 0 0,0 1 0 0 0,0 0 0 0 0,-1-1 0 0 0,1 1 0 0 0,0 0 1 0 0,0-1-1 0 0,0 1 0 0 0,-1 0 0 0 0,1-1 0 0 0,0 1 0 0 0,0 0 0 0 0,0-1 0 0 0,0 1 0 0 0,0-1 0 0 0,0 1 1 0 0,0-1-1 0 0,-2-14-4483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14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95 2068 0 0,'-80'-1'8801'0'0,"1"0"-3197"0"0,65 1-5445 0 0,10 0 105 0 0,18 1-77 0 0,-10 0-173 0 0,0-1 0 0 0,0 0 0 0 0,0-1 0 0 0,0 1 0 0 0,0-1 0 0 0,0 0 0 0 0,0 0 0 0 0,6-2 0 0 0,11-3 25 0 0,326-43-3288 0 0,-160 25-3943 0 0,-126 15 2789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15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0 2724 0 0,'-39'34'12473'0'0,"38"-34"-12257"0"0,0 0 1 0 0,0 1-1 0 0,0-1 1 0 0,0 1-1 0 0,1-1 0 0 0,-1 1 1 0 0,0 0-1 0 0,0-1 1 0 0,1 1-1 0 0,-1 0 1 0 0,0-1-1 0 0,1 1 1 0 0,-1 0-1 0 0,1 0 0 0 0,-1-1 1 0 0,0 3-1 0 0,109-19 220 0 0,6-2-3260 0 0,-91 17-1681 0 0,36 1 1 0 0,-31 2-571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15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0 1888 0 0,'-110'86'14058'0'0,"82"-67"-11376"0"0,31-17-2441 0 0,-3-1-234 0 0,1-1 1 0 0,-1 1 0 0 0,0-1 0 0 0,1 1 0 0 0,-1-1 0 0 0,1 1-1 0 0,-1-1 1 0 0,1 1 0 0 0,-1-1 0 0 0,1 0 0 0 0,-1 1-1 0 0,1-1 1 0 0,-1 0 0 0 0,1 1 0 0 0,-1-1 0 0 0,1 0-1 0 0,0 0 1 0 0,-1 0 0 0 0,1 1 0 0 0,-1-1 0 0 0,1 0-1 0 0,0 0 1 0 0,-1 0 0 0 0,1 0 0 0 0,1 0 0 0 0,297-49-2193 0 0,-37 8-6456 0 0,-182 25 2799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16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816 100 1060 0 0,'3'-2'1746'0'0,"7"-6"565"0"0,-1-1 1 0 0,1 0 0 0 0,-2-1-1 0 0,14-18 1 0 0,-21 27-1576 0 0,0 0-585 0 0,0 1 1 0 0,0-1-1 0 0,-1 1 0 0 0,1-1 1 0 0,0 1-1 0 0,-1-1 0 0 0,1 0 1 0 0,-1 1-1 0 0,1-1 0 0 0,-1 0 1 0 0,1 1-1 0 0,-1-1 0 0 0,1 0 1 0 0,-1 0-1 0 0,1 0 0 0 0,-1 1 1 0 0,0-1-1 0 0,0 0 0 0 0,1-1 1 0 0,-1 1-113 0 0,0 1 1 0 0,0-1 0 0 0,0 1-1 0 0,1-1 1 0 0,-1 1 0 0 0,0-1 0 0 0,0 1-1 0 0,0-1 1 0 0,0 1 0 0 0,0-1-1 0 0,0 1 1 0 0,0-1 0 0 0,-1 1-1 0 0,1-1 1 0 0,0 0 0 0 0,0 1-1 0 0,0-1 1 0 0,0 1 0 0 0,-1-1 0 0 0,1 1-1 0 0,0-1 1 0 0,0 1 0 0 0,-1 0-1 0 0,1-1 1 0 0,0 1 0 0 0,-1-1-1 0 0,1 1 1 0 0,-1 0 0 0 0,1-1-1 0 0,0 1 1 0 0,-1 0 0 0 0,1-1 0 0 0,-1 1-1 0 0,1 0 1 0 0,-1 0 0 0 0,1-1-1 0 0,-1 1 1 0 0,1 0 0 0 0,-1 0-1 0 0,1 0 1 0 0,-2 0 0 0 0,-71 2 266 0 0,29 4-259 0 0,1 2 0 0 0,0 2 0 0 0,-45 17 1 0 0,57-16-36 0 0,0 1 0 0 0,0 1 1 0 0,1 2-1 0 0,-54 37 1 0 0,76-46 35 0 0,0 0 0 0 0,1 1 1 0 0,0 0-1 0 0,0 1 1 0 0,0-1-1 0 0,1 1 0 0 0,0 0 1 0 0,1 1-1 0 0,0-1 1 0 0,0 1-1 0 0,1 0 0 0 0,0 1 1 0 0,1-1-1 0 0,0 1 1 0 0,-3 14-1 0 0,0 12 626 0 0,2 0-1 0 0,1 73 1 0 0,3-43-47 0 0,-41 781 1793 0 0,-54 44-1920 0 0,76-774-543 0 0,-27 156 171 0 0,-17 103 240 0 0,62-368-367 0 0,-3 14 27 0 0,1 1 1 0 0,0-1 0 0 0,2 1-1 0 0,1-1 1 0 0,4 35 0 0 0,-3-52-15 0 0,1 0 0 0 0,0-1 0 0 0,0 1 1 0 0,0 0-1 0 0,1-1 0 0 0,0 1 1 0 0,-1-1-1 0 0,2 0 0 0 0,-1 0 1 0 0,0 0-1 0 0,1 0 0 0 0,0-1 0 0 0,0 1 1 0 0,0-1-1 0 0,0 0 0 0 0,0 0 1 0 0,1 0-1 0 0,-1-1 0 0 0,1 0 1 0 0,0 0-1 0 0,-1 0 0 0 0,8 2 1 0 0,12 2 5 0 0,0 0 1 0 0,0-1-1 0 0,34 2 1 0 0,-39-5-18 0 0,393 25-1357 0 0,-137-34-4290 0 0,-251 5 3514 0 0,42-9 0 0 0,-55 8 186 0 0,0 0 1 0 0,-1-1 0 0 0,15-7-1 0 0,-6-1-4353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17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415 129 216 0 0,'7'-11'5592'0'0,"-3"3"-4013"0"0,0 0 0 0 0,-1 0 0 0 0,0-1 0 0 0,-1 1 1 0 0,2-10-1 0 0,-4 16-867 0 0,0-6 181 0 0,0 7-857 0 0,0 1 0 0 0,0-1 0 0 0,0 0 0 0 0,0 1 0 0 0,0-1 0 0 0,0 0 0 0 0,0 0 0 0 0,0 1 0 0 0,0-1 0 0 0,0 0 0 0 0,0 1 0 0 0,0-1-1 0 0,-1 0 1 0 0,1 0 0 0 0,0 1 0 0 0,-1-1 0 0 0,1 0 0 0 0,0 1 0 0 0,-1-1 0 0 0,1 1 0 0 0,-1-1 0 0 0,1 1 0 0 0,0-1 0 0 0,-1 0 0 0 0,0 1 0 0 0,1 0 0 0 0,-1-1 0 0 0,1 1 0 0 0,-1-1 0 0 0,0 1 0 0 0,1 0 0 0 0,-2-1 0 0 0,-5-1 18 0 0,0 0 0 0 0,0 1 0 0 0,-1 0 0 0 0,1 1 0 0 0,0-1 0 0 0,-1 1 0 0 0,1 1 0 0 0,0-1 0 0 0,0 1 0 0 0,-1 1 0 0 0,1-1 0 0 0,0 1 0 0 0,0 0-1 0 0,0 1 1 0 0,-7 3 0 0 0,-10 6-11 0 0,1 0-1 0 0,-43 30 1 0 0,40-23-15 0 0,0 1 0 0 0,-35 37 0 0 0,51-47-19 0 0,1 1 0 0 0,0 0 0 0 0,0 1 0 0 0,1 0 0 0 0,0 0 0 0 0,2 1 1 0 0,-1 0-1 0 0,-5 18 0 0 0,11-27-4 0 0,-1 1 1 0 0,2 0-1 0 0,-1 0 0 0 0,1 0 1 0 0,-1-1-1 0 0,1 1 1 0 0,1 0-1 0 0,-1 0 1 0 0,1 0-1 0 0,0 0 0 0 0,0 0 1 0 0,0-1-1 0 0,0 1 1 0 0,1 0-1 0 0,0-1 0 0 0,0 0 1 0 0,0 1-1 0 0,1-1 1 0 0,-1 0-1 0 0,1 0 0 0 0,0 0 1 0 0,0 0-1 0 0,1-1 1 0 0,-1 1-1 0 0,5 3 1 0 0,11 8 7 0 0,-1-1 0 0 0,1-1 0 0 0,42 21-1 0 0,-51-28-10 0 0,55 28 10 0 0,92 52-6 0 0,-123-65 9 0 0,-2 1 1 0 0,46 41-1 0 0,-74-60 66 0 0,-1 0-1 0 0,0 0 0 0 0,1 1 0 0 0,-1-1 1 0 0,-1 1-1 0 0,1 0 0 0 0,-1 0 0 0 0,1 0 1 0 0,-1 0-1 0 0,0 0 0 0 0,-1 1 0 0 0,1-1 1 0 0,-1 1-1 0 0,0-1 0 0 0,1 8 0 0 0,-2-8 21 0 0,0-1 0 0 0,0 1 0 0 0,0-1 0 0 0,-1 1 0 0 0,0-1-1 0 0,0 0 1 0 0,0 1 0 0 0,0-1 0 0 0,-1 0 0 0 0,1 1 0 0 0,-1-1-1 0 0,1 0 1 0 0,-1 0 0 0 0,0 0 0 0 0,-1-1 0 0 0,1 1 0 0 0,0 0 0 0 0,-1-1-1 0 0,1 1 1 0 0,-6 3 0 0 0,-3 1 134 0 0,0 0 1 0 0,0 0-1 0 0,-1-1 0 0 0,0-1 1 0 0,0 0-1 0 0,0 0 0 0 0,-1-2 1 0 0,0 1-1 0 0,1-1 0 0 0,-19 1 0 0 0,11-2 20 0 0,1-1-1 0 0,0-1 0 0 0,-1-1 0 0 0,1-1 0 0 0,0 0 1 0 0,-28-7-1 0 0,45 8-239 0 0,-1 1-1 0 0,0-1 1 0 0,0 0 0 0 0,0 0-1 0 0,1 0 1 0 0,-1 0 0 0 0,0-1-1 0 0,1 1 1 0 0,-1-1 0 0 0,1 0-1 0 0,0 1 1 0 0,0-1 0 0 0,-1 0-1 0 0,1 0 1 0 0,0-1 0 0 0,0 1-1 0 0,1 0 1 0 0,-1-1 0 0 0,0 1-1 0 0,1-1 1 0 0,0 1 0 0 0,-1-1-1 0 0,1 0 1 0 0,0 1 0 0 0,1-1-1 0 0,-1 0 1 0 0,0 0 0 0 0,1 0-1 0 0,-1 0 1 0 0,1 0 0 0 0,0 0-1 0 0,0 1 1 0 0,0-1 0 0 0,0 0-1 0 0,1 0 1 0 0,-1 0 0 0 0,1 0-1 0 0,1-4 1 0 0,4-10-3 0 0,1 0 0 0 0,1 0 0 0 0,0 1 0 0 0,1 1 0 0 0,11-17 0 0 0,60-70-30 0 0,-69 90 15 0 0,63-76-22 0 0,82-102-14 0 0,-136 162 29 0 0,25-44-1 0 0,-39 61-23 0 0,-1-1 0 0 0,0 1 0 0 0,0-1 0 0 0,-1 0 0 0 0,-1 0-1 0 0,0 0 1 0 0,2-19 0 0 0,-5 27 19 0 0,0 0-1 0 0,0-1 1 0 0,0 1 0 0 0,0-1-1 0 0,-1 1 1 0 0,0 0 0 0 0,0-1-1 0 0,0 1 1 0 0,0 0-1 0 0,-1 0 1 0 0,0 0 0 0 0,1 0-1 0 0,-1 0 1 0 0,-1 0 0 0 0,1 1-1 0 0,-4-5 1 0 0,2 4 7 0 0,0-1 0 0 0,-1 1 0 0 0,0 1 0 0 0,0-1 0 0 0,0 1 0 0 0,0-1 0 0 0,0 1 0 0 0,-1 1 0 0 0,0-1 0 0 0,-8-2 0 0 0,-2 1-141 0 0,1 1 1 0 0,-2 0 0 0 0,1 1-1 0 0,0 0 1 0 0,0 2 0 0 0,-1 0-1 0 0,-28 4 1 0 0,30-2-310 0 0,0 1 0 0 0,0 1 1 0 0,0 0-1 0 0,0 1 0 0 0,1 1 0 0 0,0 0 1 0 0,-14 9-1 0 0,18-9-317 0 0,1 0 0 0 0,0 0 0 0 0,1 1 0 0 0,-1 1 0 0 0,1-1 0 0 0,1 2 0 0 0,-1-1 0 0 0,2 1 0 0 0,-1 0 1 0 0,-8 15-1 0 0,-3 12-5465 0 0,15-19 1081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17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438 111 764 0 0,'4'-3'1201'0'0,"-1"-1"-1"0"0,1 1 1 0 0,-1-1 0 0 0,0 0-1 0 0,0 0 1 0 0,0-1 0 0 0,0 1 0 0 0,3-8-1 0 0,-5 9-803 0 0,0 0 1 0 0,0 0-1 0 0,0 0 0 0 0,0 0 1 0 0,0 0-1 0 0,-1 0 0 0 0,1 0 1 0 0,-1 0-1 0 0,0 0 0 0 0,0 0 0 0 0,0 0 1 0 0,0 0-1 0 0,-1 0 0 0 0,1 0 1 0 0,-2-3-1 0 0,2 5-348 0 0,-1 0 0 0 0,1 0 0 0 0,-1 0 0 0 0,1 0 0 0 0,-1 0 0 0 0,0 0 0 0 0,1 0 0 0 0,-1 0 0 0 0,0 1 0 0 0,0-1 0 0 0,0 0 0 0 0,1 0 1 0 0,-1 1-1 0 0,0-1 0 0 0,0 1 0 0 0,0-1 0 0 0,0 1 0 0 0,0-1 0 0 0,0 1 0 0 0,0 0 0 0 0,0-1 0 0 0,0 1 0 0 0,-1 0 0 0 0,1 0 0 0 0,0 0 0 0 0,0 0 0 0 0,0 0 0 0 0,0 0 0 0 0,0 0 0 0 0,0 0 0 0 0,0 0 0 0 0,0 1 0 0 0,0-1 0 0 0,0 0 0 0 0,0 1 0 0 0,-2 0 1 0 0,-4 1 34 0 0,1 1 1 0 0,-1 0-1 0 0,1 1 1 0 0,-8 5 0 0 0,-12 9 226 0 0,1 2 0 0 0,-41 43 0 0 0,-38 55 173 0 0,79-88-427 0 0,2 2-1 0 0,2 0 1 0 0,1 1 0 0 0,1 1-1 0 0,2 1 1 0 0,-21 59 0 0 0,34-83-37 0 0,1 1 0 0 0,1 0 1 0 0,0 0-1 0 0,0 0 1 0 0,1 0-1 0 0,1 0 0 0 0,0 1 1 0 0,0-1-1 0 0,1 0 0 0 0,5 21 1 0 0,-4-26-6 0 0,1 0 1 0 0,0 0-1 0 0,0 0 1 0 0,0 0-1 0 0,1-1 1 0 0,0 1-1 0 0,0-1 0 0 0,0 0 1 0 0,1 0-1 0 0,0-1 1 0 0,0 1-1 0 0,1-1 1 0 0,-1 0-1 0 0,1-1 1 0 0,0 1-1 0 0,0-1 1 0 0,1 0-1 0 0,9 4 1 0 0,-4-3-1 0 0,1 0 1 0 0,0-1 0 0 0,0 0 0 0 0,0-1-1 0 0,1-1 1 0 0,-1 0 0 0 0,1 0 0 0 0,-1-2-1 0 0,1 0 1 0 0,0 0 0 0 0,14-3 0 0 0,-21 2-2 0 0,1-1 1 0 0,-1 1 0 0 0,0-2 0 0 0,0 1-1 0 0,-1-1 1 0 0,1 0 0 0 0,-1 0 0 0 0,1-1 0 0 0,10-7-1 0 0,-13 8-2 0 0,-1-1 1 0 0,1 1-1 0 0,-1-1 0 0 0,1 0 0 0 0,-1 0 0 0 0,0-1 0 0 0,-1 1 0 0 0,1 0 1 0 0,-1-1-1 0 0,0 0 0 0 0,0 1 0 0 0,0-1 0 0 0,0 0 0 0 0,-1 0 0 0 0,1-5 0 0 0,-2 7-11 0 0,1 1-1 0 0,-1-1 0 0 0,0 1 0 0 0,0-1 0 0 0,0 1 1 0 0,0-1-1 0 0,-1 1 0 0 0,1-1 0 0 0,-1 1 0 0 0,1-1 0 0 0,-1 1 1 0 0,0-1-1 0 0,0 1 0 0 0,0 0 0 0 0,0 0 0 0 0,0-1 1 0 0,-3-2-1 0 0,1 1-1 0 0,0 1 1 0 0,0 0 0 0 0,0 1-1 0 0,-1-1 1 0 0,1 1 0 0 0,-1-1-1 0 0,1 1 1 0 0,-1 0 0 0 0,-7-3-1 0 0,0 2 0 0 0,0-1 0 0 0,0 1 0 0 0,-1 1 0 0 0,1 0 0 0 0,-1 1 0 0 0,-13-1-1 0 0,10 2-141 0 0,0 1-1 0 0,0 0 1 0 0,1 1-1 0 0,-1 1 1 0 0,1 0-1 0 0,0 1 1 0 0,-26 11-1 0 0,37-14-210 0 0,0 1-1 0 0,0 0 1 0 0,0 0-1 0 0,0 0 0 0 0,1 0 1 0 0,-1 0-1 0 0,-4 6 1 0 0,6-8 94 0 0,1 1-1 0 0,-1 0 1 0 0,1 0 0 0 0,-1 0 0 0 0,1-1-1 0 0,-1 1 1 0 0,1 0 0 0 0,-1 0 0 0 0,1 0-1 0 0,0 0 1 0 0,-1 0 0 0 0,1 0 0 0 0,0 0-1 0 0,0 0 1 0 0,0 0 0 0 0,0 0 0 0 0,0 0 0 0 0,0 0-1 0 0,0 0 1 0 0,0 0 0 0 0,0 0 0 0 0,0 0-1 0 0,1 0 1 0 0,-1 0 0 0 0,0 0 0 0 0,1 1-1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0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76 84 0 0,'2'-2'1884'0'0,"38"-38"6532"0"0,-17 7 863 0 0,-21 35-9109 0 0,-1 1 1 0 0,1 0-1 0 0,-1 1 1 0 0,1-1-1 0 0,-1 0 0 0 0,0 0 1 0 0,-1 1-1 0 0,1-1 0 0 0,0 0 1 0 0,-1 1-1 0 0,0-1 0 0 0,0 6 1 0 0,0-3 12 0 0,2 41 1075 0 0,-3 1-1 0 0,-11 81 1 0 0,-33 93-230 0 0,33-171-1261 0 0,-22 57 0 0 0,29-89-1815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0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7 162 892 0 0,'0'0'4312'0'0,"-3"-25"3673"0"0,2 22-7771 0 0,0 1 0 0 0,1-1 0 0 0,0 1 0 0 0,-1-1 0 0 0,1 0 0 0 0,0 1 0 0 0,0-1 0 0 0,0 1 0 0 0,1-1 0 0 0,-1 1 0 0 0,1-1-1 0 0,-1 1 1 0 0,1-1 0 0 0,0 1 0 0 0,0-1 0 0 0,2-2 0 0 0,5-4-77 0 0,2 0 0 0 0,-1 1 0 0 0,1 1 0 0 0,0-1-1 0 0,1 2 1 0 0,0-1 0 0 0,0 2 0 0 0,0-1 0 0 0,1 1 0 0 0,-1 1-1 0 0,1 0 1 0 0,0 1 0 0 0,1 0 0 0 0,-1 1 0 0 0,24-1 0 0 0,-26 2-122 0 0,0 1 0 0 0,0 0 0 0 0,0 0 0 0 0,-1 1 0 0 0,1 0 0 0 0,0 1 0 0 0,0 0 0 0 0,-1 1 0 0 0,1 0 0 0 0,-1 1 0 0 0,0 0 0 0 0,0 0 0 0 0,0 0 0 0 0,-1 1 0 0 0,0 1 0 0 0,0 0 0 0 0,0 0 0 0 0,0 0 0 0 0,-1 1 0 0 0,0 0 0 0 0,6 9 0 0 0,-10-12 1 0 0,0 0-1 0 0,-1 0 0 0 0,1 1 0 0 0,-1-1 1 0 0,0 1-1 0 0,0 0 0 0 0,-1 0 1 0 0,0 0-1 0 0,0 0 0 0 0,0 0 0 0 0,0 0 1 0 0,-1 0-1 0 0,0 0 0 0 0,0 6 0 0 0,-1-3 3 0 0,0 0-1 0 0,-1 1 1 0 0,0-1-1 0 0,0 0 1 0 0,-1 0-1 0 0,0 0 1 0 0,-8 13-1 0 0,0-3 96 0 0,-2 0 0 0 0,1-1 0 0 0,-2 0 0 0 0,0-1 0 0 0,-32 27 0 0 0,-99 65 1583 0 0,55-44-539 0 0,67-49-918 0 0,18-12-172 0 0,0-1-1 0 0,1 1 1 0 0,-1 0 0 0 0,1 1 0 0 0,0-1-1 0 0,-5 7 1 0 0,7-9 43 0 0,4 1-46 0 0,2-1-44 0 0,-1 1 0 0 0,1-1 1 0 0,0 1-1 0 0,-1-1 0 0 0,1 0 0 0 0,0-1 0 0 0,0 1 0 0 0,0-1 0 0 0,0 0 0 0 0,6 0 1 0 0,47-4 50 0 0,-35 1-62 0 0,345-22-78 0 0,-245 17 66 0 0,75-4-1310 0 0,-165 5-3058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18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1980 0 0,'15'-24'5670'0'0,"-2"0"-1"0"0,15-38 1 0 0,-27 61-5147 0 0,3-7 1407 0 0,-5 30-1826 0 0,-2 0 1 0 0,-7 31-1 0 0,-3 21 0 0 0,11-57-110 0 0,-1 6 44 0 0,1 0-1 0 0,1 0 1 0 0,1 0-1 0 0,4 39 1 0 0,-3-56-21 0 0,0 0-1 0 0,1 0 1 0 0,0-1 0 0 0,0 1 0 0 0,0 0 0 0 0,1-1 0 0 0,-1 1 0 0 0,1-1 0 0 0,1 0 0 0 0,-1 0-1 0 0,1 0 1 0 0,0-1 0 0 0,0 1 0 0 0,0-1 0 0 0,0 0 0 0 0,1 0 0 0 0,0 0 0 0 0,0-1 0 0 0,0 0-1 0 0,0 0 1 0 0,0 0 0 0 0,1 0 0 0 0,5 1 0 0 0,-1 0 19 0 0,0-1 0 0 0,0-1 0 0 0,0 0 1 0 0,0 0-1 0 0,0-1 0 0 0,0 0 0 0 0,1-1 0 0 0,-1 0 0 0 0,0 0 0 0 0,1-1 0 0 0,12-3 1 0 0,-8 0-84 0 0,0-1 1 0 0,-1 0-1 0 0,0-1 1 0 0,1 0-1 0 0,-2-1 1 0 0,26-17-1 0 0,-14 5 477 0 0,-1-1-1 0 0,0-2 0 0 0,-1 0 1 0 0,-2-2-1 0 0,0 0 0 0 0,30-47 1 0 0,7-28 5104 0 0,-57 97-5116 0 0,-1 2-414 0 0,1 0-1 0 0,-1 0 1 0 0,1 0-1 0 0,-1 1 1 0 0,0-1-1 0 0,1 0 1 0 0,-1 0-1 0 0,0 0 1 0 0,1 1-1 0 0,-1-1 1 0 0,0 0-1 0 0,1 1 1 0 0,-1-1-1 0 0,0 0 1 0 0,0 1-1 0 0,1-1 1 0 0,-1 0-1 0 0,0 1 0 0 0,0-1 1 0 0,1 0-1 0 0,-1 1 1 0 0,0-1-1 0 0,0 0 1 0 0,0 1-1 0 0,0-1 1 0 0,0 1-1 0 0,0-1 1 0 0,0 1-1 0 0,0-1 1 0 0,0 0-1 0 0,0 1 1 0 0,0-1-1 0 0,0 1 1 0 0,0 15 67 0 0,0-14-43 0 0,-9 205 326 0 0,-4 77-618 0 0,-8-97-5978 0 0,15-156 1863 0 0,-1-12-3721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1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212 186 1080 0 0,'4'-6'1242'0'0,"1"0"0"0"0,-1 0 0 0 0,0 0 0 0 0,0 0 0 0 0,-1-1 0 0 0,0 0 1 0 0,0 1-1 0 0,0-1 0 0 0,-1 0 0 0 0,0 0 0 0 0,-1-1 0 0 0,1 1 0 0 0,-1-13 0 0 0,-1 19-794 0 0,-3-4 82 0 0,3 5-518 0 0,0 0 0 0 0,0 0-1 0 0,0-1 1 0 0,0 1 0 0 0,0 0-1 0 0,0 0 1 0 0,-1-1 0 0 0,1 1-1 0 0,0 0 1 0 0,0 0-1 0 0,0-1 1 0 0,0 1 0 0 0,0 0-1 0 0,0 0 1 0 0,-1 0 0 0 0,1-1-1 0 0,0 1 1 0 0,0 0 0 0 0,0 0-1 0 0,-1 0 1 0 0,1 0-1 0 0,0 0 1 0 0,0-1 0 0 0,-1 1-1 0 0,1 0 1 0 0,0 0 0 0 0,0 0-1 0 0,0 0 1 0 0,-1 0-1 0 0,1 0 1 0 0,0 0 0 0 0,0 0-1 0 0,-1 0 1 0 0,1 0 0 0 0,0 0-1 0 0,-1 0 1 0 0,1 0 0 0 0,0 0-1 0 0,-10 4 199 0 0,0 0 0 0 0,0 1 0 0 0,1 0-1 0 0,-1 1 1 0 0,1 0 0 0 0,1 0 0 0 0,-1 1 0 0 0,1 0 0 0 0,0 0-1 0 0,-7 10 1 0 0,-2 2-55 0 0,2 1 0 0 0,0 0-1 0 0,-16 31 1 0 0,21-33-107 0 0,1 1-1 0 0,1 0 1 0 0,0 0 0 0 0,1 1-1 0 0,2 0 1 0 0,-5 23 0 0 0,9-35-30 0 0,0-1 0 0 0,1 0 0 0 0,0 0 0 0 0,0 0 0 0 0,1 0 0 0 0,0 0 1 0 0,0 0-1 0 0,1 0 0 0 0,3 10 0 0 0,-3-13 2 0 0,0 1-1 0 0,0-1 1 0 0,1 1 0 0 0,-1-1 0 0 0,1 0 0 0 0,1 0-1 0 0,-1 0 1 0 0,0-1 0 0 0,1 1 0 0 0,0-1-1 0 0,-1 0 1 0 0,1 0 0 0 0,1 0 0 0 0,7 4-1 0 0,0-1-2 0 0,0-1 0 0 0,1-1-1 0 0,-1 0 1 0 0,1-1 0 0 0,0 0-1 0 0,0-1 1 0 0,0-1-1 0 0,1 0 1 0 0,-1 0 0 0 0,0-1-1 0 0,24-4 1 0 0,-20 2-9 0 0,0-2 0 0 0,0 0 1 0 0,0 0-1 0 0,0-2 0 0 0,-1 0 1 0 0,0-1-1 0 0,0 0 0 0 0,22-16 1 0 0,-28 16 0 0 0,-1-1 0 0 0,1 0 1 0 0,-1-1-1 0 0,-1 0 1 0 0,1 0-1 0 0,-2-1 1 0 0,1 0-1 0 0,-1 0 0 0 0,-1-1 1 0 0,0 0-1 0 0,0 0 1 0 0,-1 0-1 0 0,-1-1 1 0 0,0 0-1 0 0,0 0 0 0 0,-1 0 1 0 0,1-14-1 0 0,-2 14-6 0 0,-2 1-1 0 0,1-1 1 0 0,-1 1 0 0 0,-1-1-1 0 0,0 0 1 0 0,0 1-1 0 0,-1-1 1 0 0,-1 1-1 0 0,0 0 1 0 0,-1-1 0 0 0,0 2-1 0 0,0-1 1 0 0,-1 0-1 0 0,-1 1 1 0 0,0 0-1 0 0,0 0 1 0 0,-1 1 0 0 0,-9-12-1 0 0,3 9-144 0 0,1 0-1 0 0,-2 0 1 0 0,-18-11-1 0 0,-18-5-4189 0 0,17 17-3061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2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67 660 0 0,'-2'-2'2278'0'0,"-42"-40"9995"0"0,38 38-11676 0 0,6 4-557 0 0,0 0 0 0 0,0 0-1 0 0,-1 0 1 0 0,1 0 0 0 0,0 0 0 0 0,0 0-1 0 0,0 0 1 0 0,0 0 0 0 0,0 0 0 0 0,0 0-1 0 0,-1-1 280 0 0,1 1-280 0 0,0 0 1 0 0,0 0 0 0 0,0 0 0 0 0,0 0-1 0 0,-1 0 1 0 0,1 0 0 0 0,0 0 0 0 0,0-1-1 0 0,0 1 1 0 0,0 0 0 0 0,0 0 0 0 0,0 0-1 0 0,0 0 1 0 0,0 0 0 0 0,0 0 0 0 0,0-1-1 0 0,0 1 1 0 0,0 0 0 0 0,0 0 0 0 0,0 0-1 0 0,0 0 1 0 0,0 0 0 0 0,0 0 0 0 0,0-1-1 0 0,0 1 1 0 0,1 0 0 0 0,-1 0 0 0 0,0-1 278 0 0,0 1-278 0 0,0 0-1 0 0,1 0 1 0 0,-1 0 0 0 0,0 0 0 0 0,0 0-1 0 0,0 0 1 0 0,0 0 0 0 0,0 0 0 0 0,0 0-1 0 0,26-5 301 0 0,-1 2 0 0 0,1 1 1 0 0,47 2-1 0 0,-16 0-177 0 0,485-4 289 0 0,-494 4-443 0 0,4 4-14 0 0,-49-4 8 0 0,-1 1 0 0 0,1 0 0 0 0,0-1 0 0 0,-1 1 0 0 0,1 0 0 0 0,0 0-1 0 0,-1 1 1 0 0,1-1 0 0 0,-1 0 0 0 0,0 1 0 0 0,1 0 0 0 0,-1-1 0 0 0,0 1 0 0 0,0 0 0 0 0,0 0 0 0 0,0 0 0 0 0,-1 0 0 0 0,1 1 0 0 0,0-1 0 0 0,-1 0 0 0 0,0 1 0 0 0,1-1-1 0 0,-1 1 1 0 0,0-1 0 0 0,1 6 0 0 0,1 4 109 0 0,0 0-1 0 0,0 0 1 0 0,-2 1-1 0 0,1 13 1 0 0,-1-23-71 0 0,2 125 1811 0 0,-17 161 1 0 0,14-289-1852 0 0,-90 1033 3257 0 0,-15-224-3016 0 0,-21-312 89 0 0,44-247-211 0 0,73-223 96 0 0,-1 0-1 0 0,-2 0 1 0 0,-1-1-1 0 0,-25 39 1 0 0,37-63-108 0 0,-1 0 0 0 0,0-1 0 0 0,0 1 0 0 0,0 0 0 0 0,0-1 1 0 0,0 1-1 0 0,0-1 0 0 0,0 0 0 0 0,0 1 0 0 0,0-1 0 0 0,-1 0 0 0 0,1 0 0 0 0,0-1 0 0 0,-1 1 0 0 0,1 0 0 0 0,-1-1 1 0 0,-4 1-1 0 0,3 0-105 0 0,-1 0 0 0 0,1 0 0 0 0,-1 0 0 0 0,1-1-1 0 0,-1 1 1 0 0,1-1 0 0 0,-1 0 0 0 0,0-1 0 0 0,-4 0 0 0 0,-7-1-2 0 0,-99-10-503 0 0,-205-48-1 0 0,258 46-384 0 0,-73-20-2466 0 0,68 10-259 0 0,5-7-3289 0 0,42 17 1428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2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53 652 0 0,'14'-53'16015'0'0,"-25"60"-15166"0"0,1 2-677 0 0,1 0 1 0 0,0 1 0 0 0,0 0 0 0 0,-7 12 0 0 0,-1 2-29 0 0,-100 144-97 0 0,47-62-6017 0 0,55-87 1818 0 0,1 0-1893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3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84 1912 0 0,'3'-21'4005'0'0,"4"-40"6138"0"0,-7 59-9902 0 0,1 5-51 0 0,2 40 700 0 0,-2 0 0 0 0,-4 48-1 0 0,1-42-487 0 0,-24 259 1433 0 0,14-201-1631 0 0,-8 1 72 0 0,10-62-587 0 0,3-2-6378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3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1 334 628 0 0,'0'-19'1587'0'0,"1"1"1"0"0,1-1-1 0 0,1 1 0 0 0,1 0 0 0 0,0 0 0 0 0,1 0 1 0 0,15-33-1 0 0,-16 41-1364 0 0,1 0 1 0 0,1 1-1 0 0,0-1 1 0 0,0 1-1 0 0,1 1 1 0 0,0-1-1 0 0,0 1 0 0 0,1 0 1 0 0,0 1-1 0 0,1 0 1 0 0,0 0-1 0 0,0 1 1 0 0,0 0-1 0 0,16-8 1 0 0,-11 9-150 0 0,0 0 0 0 0,1 0-1 0 0,0 2 1 0 0,0 0 0 0 0,0 0 0 0 0,0 2 0 0 0,0 0 0 0 0,0 0 0 0 0,0 2 0 0 0,28 3 0 0 0,-35-3-56 0 0,-1 1-1 0 0,0 0 1 0 0,1 0-1 0 0,-1 1 1 0 0,0 0 0 0 0,0 0-1 0 0,-1 1 1 0 0,1 0-1 0 0,-1 0 1 0 0,8 7-1 0 0,-9-7-1 0 0,-1 0-1 0 0,-1 0 1 0 0,1 1-1 0 0,-1-1 1 0 0,1 1-1 0 0,-1 0 1 0 0,-1 0 0 0 0,1 0-1 0 0,-1 0 1 0 0,0 1-1 0 0,0-1 1 0 0,0 1-1 0 0,-1-1 1 0 0,0 1-1 0 0,1 6 1 0 0,-2-4 7 0 0,0 1 0 0 0,0-1 1 0 0,-1 1-1 0 0,0-1 0 0 0,-1 1 0 0 0,1-1 0 0 0,-2 1 0 0 0,1-1 1 0 0,-1 0-1 0 0,0 0 0 0 0,-1 0 0 0 0,0-1 0 0 0,-8 12 1 0 0,-7 7 64 0 0,0 0 1 0 0,-28 26 0 0 0,21-26 1726 0 0,-56 44 0 0 0,81-69-1518 0 0,-5 3 105 0 0,5-3-348 0 0,13-5 611 0 0,-2 1-657 0 0,0 1 0 0 0,0 0 1 0 0,1 0-1 0 0,-1 1 0 0 0,1 0 0 0 0,-1 1 0 0 0,1 0 0 0 0,-1 1 0 0 0,0 0 1 0 0,1 1-1 0 0,-1 0 0 0 0,0 0 0 0 0,0 1 0 0 0,0 0 0 0 0,0 1 0 0 0,11 6 1 0 0,-9-4-6 0 0,1 1 0 0 0,-1 0 0 0 0,0 1 1 0 0,0 1-1 0 0,-1 0 0 0 0,0 0 0 0 0,-1 1 1 0 0,0 0-1 0 0,-1 1 0 0 0,0 0 0 0 0,11 18 1 0 0,-17-24 31 0 0,0 1 1 0 0,0-1 0 0 0,-1 1-1 0 0,0 0 1 0 0,0 0 0 0 0,-1 0 0 0 0,0 0-1 0 0,0 0 1 0 0,0 0 0 0 0,-1 1-1 0 0,0-1 1 0 0,0 0 0 0 0,0 0 0 0 0,-1 0-1 0 0,0 1 1 0 0,0-1 0 0 0,0 0-1 0 0,-1 0 1 0 0,-4 9 0 0 0,2-7 140 0 0,0 0-1 0 0,0-1 1 0 0,-1 1 0 0 0,0-1-1 0 0,0 0 1 0 0,-1 0 0 0 0,0-1-1 0 0,0 0 1 0 0,-1 0 0 0 0,0 0-1 0 0,0-1 1 0 0,0 0-1 0 0,-10 6 1 0 0,4-5-14 0 0,1-1-1 0 0,-1 0 0 0 0,0-1 1 0 0,0 0-1 0 0,-1-1 1 0 0,1 0-1 0 0,-1-1 1 0 0,-22 0-1 0 0,10-2-28 0 0,-1-1 1 0 0,1-2-1 0 0,-40-8 1 0 0,65 11-139 0 0,-5-1-259 0 0,1 0 0 0 0,-1 0 0 0 0,1-1 0 0 0,-1 0-1 0 0,1 0 1 0 0,0 0 0 0 0,0 0 0 0 0,0-1 0 0 0,0 0 0 0 0,-8-6 0 0 0,12 8 120 0 0,1 1 0 0 0,-1-1 1 0 0,1 1-1 0 0,-1-1 0 0 0,1 0 1 0 0,-1 1-1 0 0,1-1 1 0 0,0 0-1 0 0,-1 0 0 0 0,1 1 1 0 0,0-1-1 0 0,-1 0 0 0 0,1 0 1 0 0,0 1-1 0 0,0-1 0 0 0,0 0 1 0 0,0 0-1 0 0,0 1 0 0 0,0-1 1 0 0,0 0-1 0 0,0 0 0 0 0,0 0 1 0 0,0 1-1 0 0,0-1 0 0 0,1 0 1 0 0,-1 0-1 0 0,0 1 0 0 0,0-1 1 0 0,1 0-1 0 0,-1 0 1 0 0,1 0-1 0 0,15-19-2879 0 0,0 8 359 0 0,0 1 0 0 0,0 1 0 0 0,27-12 1 0 0,-4 4-2658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4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2168 0 0,'18'-44'15520'0'0,"-10"32"-13759"0"0,-5 10-1721 0 0,0 0 0 0 0,0 0 0 0 0,0 1 0 0 0,1-1 1 0 0,-1 1-1 0 0,0-1 0 0 0,1 1 0 0 0,-1 1 0 0 0,0-1 0 0 0,7-1 0 0 0,45-2 85 0 0,-37 2-79 0 0,67-6 54 0 0,57-3-2004 0 0,-112 10-1731 0 0,32 4-1 0 0,-31 2-4946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4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0 2024 0 0,'-34'25'3830'0'0,"19"-14"-2190"0"0,0-1 1 0 0,1 2-1 0 0,0 0 1 0 0,-22 27 0 0 0,35-39-1622 0 0,1 1 0 0 0,-1-1 0 0 0,1 1 0 0 0,-1 0 1 0 0,1-1-1 0 0,-1 1 0 0 0,1 0 0 0 0,0-1 0 0 0,-1 1 1 0 0,1-1-1 0 0,0 1 0 0 0,0 0 0 0 0,-1 0 0 0 0,1-1 1 0 0,0 1-1 0 0,0 0 0 0 0,0-1 0 0 0,0 1 1 0 0,0 0-1 0 0,0 0 0 0 0,0-1 0 0 0,0 1 0 0 0,0 0 1 0 0,1 0-1 0 0,-1-1 0 0 0,0 1 0 0 0,0 0 0 0 0,1-1 1 0 0,-1 1-1 0 0,0 0 0 0 0,1-1 0 0 0,-1 1 0 0 0,0-1 1 0 0,1 1-1 0 0,-1 0 0 0 0,1-1 0 0 0,-1 1 0 0 0,1-1 1 0 0,-1 1-1 0 0,1-1 0 0 0,0 0 0 0 0,-1 1 0 0 0,1-1 1 0 0,0 0-1 0 0,-1 1 0 0 0,1-1 0 0 0,0 0 0 0 0,-1 0 1 0 0,1 1-1 0 0,1-1 0 0 0,13 3 52 0 0,-1 0 0 0 0,1-2-1 0 0,0 1 1 0 0,0-2 0 0 0,18-1 0 0 0,83-11-1463 0 0,47-17-5494 0 0,-94 16 2107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1058 182 2028 0 0,'9'-11'2971'0'0,"-1"-1"-1"0"0,-1 0 1 0 0,10-20 0 0 0,-16 29-2589 0 0,0-1 0 0 0,1 0 1 0 0,-1 1-1 0 0,0-1 1 0 0,-1 0-1 0 0,1 0 1 0 0,-1 0-1 0 0,0 0 1 0 0,0 0-1 0 0,0 0 1 0 0,0 1-1 0 0,-1-1 1 0 0,1 0-1 0 0,-1 0 1 0 0,0 0-1 0 0,-3-6 1 0 0,3 8-327 0 0,0 0 0 0 0,-1 0 1 0 0,1 0-1 0 0,-1 0 1 0 0,1 0-1 0 0,-1 0 0 0 0,0 1 1 0 0,0-1-1 0 0,0 0 1 0 0,0 1-1 0 0,0-1 0 0 0,0 1 1 0 0,0 0-1 0 0,-3-1 0 0 0,-28-10 79 0 0,29 11-95 0 0,-6-1-22 0 0,0 1-1 0 0,0 0 0 0 0,1 1 1 0 0,-1 0-1 0 0,0 0 0 0 0,0 1 1 0 0,1 0-1 0 0,-18 5 0 0 0,10-2-11 0 0,1 1-1 0 0,0 0 0 0 0,0 1 0 0 0,0 1 1 0 0,1 1-1 0 0,0 0 0 0 0,1 1 0 0 0,0 1 1 0 0,0 0-1 0 0,1 0 0 0 0,0 2 0 0 0,1 0 1 0 0,0 0-1 0 0,1 1 0 0 0,0 0 0 0 0,1 1 1 0 0,-13 23-1 0 0,11-11 14 0 0,0 1-1 0 0,2 1 1 0 0,1 0-1 0 0,-8 42 1 0 0,-9 118 35 0 0,4 113 162 0 0,5-56 244 0 0,-68 398 1143 0 0,-25-83 311 0 0,37-108-1394 0 0,29-163-428 0 0,-151 600 1863 0 0,184-848-1926 0 0,3-11 3 0 0,-9 64 1 0 0,16-92-25 0 0,1 0 0 0 0,0 1 0 0 0,0-1-1 0 0,0 0 1 0 0,0 0 0 0 0,0 1 0 0 0,1-1 0 0 0,-1 0 0 0 0,1 0 0 0 0,0 1 0 0 0,-1-1 0 0 0,1 0 0 0 0,0 0 0 0 0,0 0 0 0 0,0 0 0 0 0,0 0 0 0 0,1 0 0 0 0,-1-1 0 0 0,1 1 0 0 0,-1 0 0 0 0,1-1 0 0 0,-1 1 0 0 0,1-1 0 0 0,0 1 0 0 0,0-1 0 0 0,0 0 0 0 0,0 1 0 0 0,0-1 0 0 0,0 0 0 0 0,0 0 0 0 0,0-1 0 0 0,3 2 0 0 0,8 1 12 0 0,0 0 0 0 0,-1-1 0 0 0,1 0 0 0 0,21-1 0 0 0,-19 0-3 0 0,538 1-2512 0 0,-506-6 723 0 0,58-10 0 0 0,-86 9-259 0 0,35-12-1 0 0,-42 12-209 0 0,0-1 1 0 0,-1 0-1 0 0,20-13 0 0 0,-12 3-5355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6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1352 0 0,'16'-20'8759'0'0,"-10"12"-7842"0"0,0 1 0 0 0,1 0 0 0 0,-1 1 0 0 0,2 0-1 0 0,-1 0 1 0 0,16-10 0 0 0,-11 10-512 0 0,1-1-1 0 0,-1 2 0 0 0,1-1 1 0 0,19-4-1 0 0,-17 7-354 0 0,1 0 1 0 0,-1 0-1 0 0,0 1 0 0 0,1 1 1 0 0,-1 1-1 0 0,1 0 0 0 0,-1 1 1 0 0,0 1-1 0 0,21 4 0 0 0,-27-3-35 0 0,0 0 0 0 0,0 0 0 0 0,-1 1 0 0 0,1 0 0 0 0,-1 0 0 0 0,0 1 1 0 0,0 0-1 0 0,0 0 0 0 0,-1 1 0 0 0,0 0 0 0 0,11 12 0 0 0,-14-13-4 0 0,0 0 1 0 0,0 1 0 0 0,-1-1 0 0 0,1 1-1 0 0,-1 0 1 0 0,0 0 0 0 0,-1 0-1 0 0,1 0 1 0 0,-1 0 0 0 0,-1 0 0 0 0,1 1-1 0 0,-1-1 1 0 0,0 1 0 0 0,0 0 0 0 0,-1-1-1 0 0,0 1 1 0 0,-1 6 0 0 0,0-1 3 0 0,-2 1 1 0 0,0-1-1 0 0,0 0 0 0 0,-1 0 1 0 0,0 0-1 0 0,-11 18 1 0 0,-43 63 572 0 0,17-31 2619 0 0,42-61-3191 0 0,-1 0 0 0 0,0-1 0 0 0,1 1 0 0 0,-1-1 0 0 0,1 1 0 0 0,-1-1 0 0 0,1 1 0 0 0,-1-1 0 0 0,1 1 0 0 0,-1-1 0 0 0,1 1-1 0 0,-1-1 1 0 0,1 1 0 0 0,0-1 0 0 0,-1 0 0 0 0,1 0 0 0 0,0 1 0 0 0,-1-1 0 0 0,1 0 0 0 0,0 0 0 0 0,-1 0 0 0 0,1 0 0 0 0,0 1-1 0 0,1-1 1 0 0,26 3-23 0 0,-13-1 10 0 0,-4 3-6 0 0,0 0 0 0 0,0 0 0 0 0,-1 1 0 0 0,0 0 0 0 0,0 0 0 0 0,-1 2 0 0 0,1-1 1 0 0,7 9-1 0 0,2 4-6 0 0,-1 0 1 0 0,20 29 0 0 0,-34-43 79 0 0,0 0 0 0 0,0 0 1 0 0,-1 1-1 0 0,0-1 1 0 0,0 1-1 0 0,0 0 1 0 0,-1 0-1 0 0,0 0 0 0 0,0 1 1 0 0,-1-1-1 0 0,1 13 1 0 0,-2-16-36 0 0,0-1 1 0 0,0 1-1 0 0,-1 0 0 0 0,1-1 1 0 0,-1 1-1 0 0,0 0 1 0 0,0-1-1 0 0,0 1 0 0 0,-1-1 1 0 0,1 1-1 0 0,-1-1 0 0 0,0 0 1 0 0,0 0-1 0 0,0 0 1 0 0,0 0-1 0 0,-1 0 0 0 0,1 0 1 0 0,-1 0-1 0 0,1-1 1 0 0,-1 1-1 0 0,0-1 0 0 0,0 0 1 0 0,0 0-1 0 0,-1 0 1 0 0,-2 1-1 0 0,-7 3 66 0 0,0-1 1 0 0,-1 0-1 0 0,1-1 0 0 0,-1 0 0 0 0,0-1 1 0 0,0-1-1 0 0,0 0 0 0 0,0-1 1 0 0,0-1-1 0 0,0 0 0 0 0,-19-3 0 0 0,-13-6-3054 0 0,45-2-1812 0 0,24-4-3716 0 0,-3 2 358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11 204 84 0 0,'0'-3'3270'0'0,"-1"-14"2439"0"0,0-1 1 0 0,-6-24 933 0 0,7 40-6382 0 0,-1 0 0 0 0,1 0 1 0 0,0-1-1 0 0,0 1 0 0 0,0 0 0 0 0,0 0 1 0 0,0-1-1 0 0,0 1 0 0 0,1 0 1 0 0,-1 0-1 0 0,1 0 0 0 0,1-4 0 0 0,20-4-68 0 0,1 0-1 0 0,0 2 1 0 0,41-8-1 0 0,79-8-204 0 0,-37 7-2224 0 0,-44 11-3619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7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0 2192 0 0,'-17'2'1759'0'0,"1"-1"513"0"0,0 1 1 0 0,-16 5-1 0 0,22-4-1908 0 0,0 1 1 0 0,0 0-1 0 0,0 1 0 0 0,1 0 0 0 0,0 0 0 0 0,0 1 1 0 0,0 0-1 0 0,0 1 0 0 0,1 0 0 0 0,1 0 0 0 0,-11 12 0 0 0,12-13-277 0 0,1 1-1 0 0,1-1 1 0 0,-1 1-1 0 0,1 0 0 0 0,0 0 1 0 0,0 1-1 0 0,1-1 0 0 0,0 1 1 0 0,1 0-1 0 0,0 0 1 0 0,0 0-1 0 0,0 0 0 0 0,1 0 1 0 0,0 0-1 0 0,1 0 0 0 0,0 10 1 0 0,0-15-47 0 0,1 0 0 0 0,0 1 1 0 0,0-1-1 0 0,0 0 0 0 0,0 0 0 0 0,0 0 0 0 0,0 0 1 0 0,1 0-1 0 0,0 0 0 0 0,-1 0 0 0 0,1 0 0 0 0,0 0 1 0 0,0-1-1 0 0,1 1 0 0 0,-1-1 0 0 0,0 0 1 0 0,1 1-1 0 0,0-1 0 0 0,-1 0 0 0 0,1-1 0 0 0,0 1 1 0 0,0 0-1 0 0,0-1 0 0 0,0 0 0 0 0,0 1 1 0 0,1-1-1 0 0,-1-1 0 0 0,7 2 0 0 0,7 1 90 0 0,0-1-1 0 0,0-1 1 0 0,0 0-1 0 0,22-2 1 0 0,-27 0-122 0 0,31-4 75 0 0,-29 3-70 0 0,0 1-1 0 0,0 0 1 0 0,0 1 0 0 0,0 0-1 0 0,15 3 1 0 0,-24-3-13 0 0,0 1 1 0 0,-1 0 0 0 0,1 0 0 0 0,-1 1-1 0 0,0-1 1 0 0,1 1 0 0 0,-1 0 0 0 0,0 0 0 0 0,0 1-1 0 0,0-1 1 0 0,0 1 0 0 0,-1 0 0 0 0,1 0-1 0 0,-1 0 1 0 0,1 0 0 0 0,-1 1 0 0 0,0-1-1 0 0,-1 1 1 0 0,5 6 0 0 0,1 5 8 0 0,0 0-1 0 0,-1 1 1 0 0,9 29 0 0 0,-14-40-3 0 0,1 8 124 0 0,0-1 0 0 0,0 1 0 0 0,-1 0 0 0 0,-1 0-1 0 0,0 0 1 0 0,-1 0 0 0 0,-1 19 0 0 0,0-23 120 0 0,-1 0 0 0 0,1 0 0 0 0,-1 0 1 0 0,-1 0-1 0 0,0 0 0 0 0,0 0 0 0 0,0-1 1 0 0,-1 0-1 0 0,-1 1 0 0 0,1-1 0 0 0,-8 8 0 0 0,7-10-120 0 0,-1-1-1 0 0,0 1 1 0 0,1-1-1 0 0,-2-1 1 0 0,1 1-1 0 0,-1-1 1 0 0,1 0-1 0 0,-1-1 1 0 0,0 0-1 0 0,0 0 1 0 0,-1 0-1 0 0,1-1 1 0 0,-1 0-1 0 0,1 0 1 0 0,-1-1-1 0 0,1 0 1 0 0,-15 0-1 0 0,-5-2 5 0 0,0 0-1 0 0,-1-2 1 0 0,-47-12-1 0 0,48 5-1192 0 0,26 10 823 0 0,0-1 1 0 0,-1 0-1 0 0,1 0 0 0 0,0 0 1 0 0,0 0-1 0 0,0 0 0 0 0,-1 0 1 0 0,1-1-1 0 0,0 1 1 0 0,1 0-1 0 0,-1-1 0 0 0,0 1 1 0 0,0 0-1 0 0,0-1 0 0 0,1 1 1 0 0,-1-1-1 0 0,1 1 0 0 0,-1-3 1 0 0,1 3 63 0 0,0 0 0 0 0,0 1 0 0 0,0-1 0 0 0,0 0 1 0 0,0 0-1 0 0,1 0 0 0 0,-1 0 0 0 0,0 0 0 0 0,1 0 0 0 0,-1 0 0 0 0,0 1 1 0 0,1-1-1 0 0,-1 0 0 0 0,1 0 0 0 0,-1 1 0 0 0,1-1 0 0 0,0 0 0 0 0,-1 0 1 0 0,1 1-1 0 0,0-1 0 0 0,19-13-2341 0 0,-13 9 660 0 0,9-8-2121 0 0,4 1-1687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7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52 3256 0 0,'12'-12'5988'0'0,"3"-3"740"0"0,5-3 320 0 0,-20 17-6949 0 0,0 1 1 0 0,1-1-1 0 0,-1 1 1 0 0,0 0-1 0 0,0-1 1 0 0,1 1-1 0 0,-1-1 1 0 0,1 1-1 0 0,-1 0 1 0 0,0-1-1 0 0,1 1 0 0 0,-1 0 1 0 0,1 0-1 0 0,-1-1 1 0 0,0 1-1 0 0,1 0 1 0 0,-1 0-1 0 0,1 0 1 0 0,-1-1-1 0 0,1 1 1 0 0,-1 0-1 0 0,1 0 0 0 0,-1 0 1 0 0,2 0-1 0 0,0 22 295 0 0,0 0-1 0 0,-1 0 0 0 0,-2 0 1 0 0,0 0-1 0 0,-5 29 0 0 0,4-36-232 0 0,-2 18 115 0 0,-38 259 1242 0 0,9-107-1073 0 0,26-146-3607 0 0,1 0-3416 0 0,6-38 6221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8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41 118 184 0 0,'-15'-8'11300'0'0,"13"6"-11075"0"0,-19-11 7964 0 0,18 9-7242 0 0,6 2-927 0 0,-1 0 1 0 0,1 0 0 0 0,0 1 0 0 0,0-1-1 0 0,0 1 1 0 0,0 0 0 0 0,0-1 0 0 0,0 1-1 0 0,0 1 1 0 0,5-2 0 0 0,40-5 26 0 0,-21 4-23 0 0,291-39 71 0 0,-184 26 19 0 0,-102 12 169 0 0,46 1 0 0 0,-74 3-297 0 0,-2 1-6 0 0,-1-1 20 0 0,0 1-1 0 0,0-1 1 0 0,0 1-1 0 0,0 0 1 0 0,0-1-1 0 0,0 1 1 0 0,0 0-1 0 0,-1 0 1 0 0,1-1-1 0 0,0 1 1 0 0,-1 0-1 0 0,1 0 1 0 0,0 0-1 0 0,-1 0 1 0 0,1 0-1 0 0,-1 0 1 0 0,1 0-1 0 0,-1 0 0 0 0,0 0 1 0 0,1 0-1 0 0,-1 0 1 0 0,0 0-1 0 0,0 0 1 0 0,0 0-1 0 0,0 0 1 0 0,0 1-1 0 0,0-1 1 0 0,0 2-1 0 0,0 0 0 0 0,0 25 11 0 0,-2 0 0 0 0,0 0 0 0 0,-2 0 1 0 0,-1 0-1 0 0,-13 40 0 0 0,7-24 15 0 0,-108 402 403 0 0,101-383-357 0 0,-18 57 143 0 0,29-90-1195 0 0,5-16-1502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9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534 195 536 0 0,'117'-170'18528'0'0,"-106"150"-16658"0"0,-13 16-1014 0 0,-7 8-654 0 0,-9 10-123 0 0,0 0 0 0 0,1 2 1 0 0,-21 24-1 0 0,11-12-26 0 0,-36 36 87 0 0,-119 127 238 0 0,129-130-298 0 0,-57 85 1 0 0,91-117-47 0 0,1 0 0 0 0,-19 45 0 0 0,32-63-21 0 0,0 1 0 0 0,1 0 0 0 0,1-1 0 0 0,0 2 0 0 0,1-1 0 0 0,0 0 0 0 0,1 0 1 0 0,0 1-1 0 0,1-1 0 0 0,1 16 0 0 0,0-24-5 0 0,0 1-1 0 0,0 0 1 0 0,0 0 0 0 0,1-1 0 0 0,0 1-1 0 0,0-1 1 0 0,0 1 0 0 0,0-1-1 0 0,1 0 1 0 0,-1 0 0 0 0,1 0 0 0 0,0 0-1 0 0,1 0 1 0 0,6 6 0 0 0,-4-5 3 0 0,0-1 1 0 0,1 1-1 0 0,0-1 0 0 0,0-1 0 0 0,0 1 1 0 0,0-1-1 0 0,1 0 0 0 0,12 3 1 0 0,-7-3 18 0 0,0-1 0 0 0,0 0 0 0 0,1-1 1 0 0,-1 0-1 0 0,0-1 0 0 0,1-1 1 0 0,-1 0-1 0 0,0-1 0 0 0,0 0 0 0 0,24-8 1 0 0,-31 8-9 0 0,-1 0 0 0 0,1-1 0 0 0,-1 1 0 0 0,1-2 0 0 0,-1 1 1 0 0,0 0-1 0 0,0-1 0 0 0,-1 0 0 0 0,1 0 0 0 0,6-8 1 0 0,-10 10-17 0 0,1 0 1 0 0,-1-1-1 0 0,1 1 1 0 0,-1 0-1 0 0,0-1 1 0 0,0 1 0 0 0,0-1-1 0 0,0 1 1 0 0,0-1-1 0 0,-1 1 1 0 0,1-1-1 0 0,-1 0 1 0 0,0 1 0 0 0,0-1-1 0 0,0 0 1 0 0,0 1-1 0 0,0-1 1 0 0,0 0-1 0 0,-1 1 1 0 0,1-1 0 0 0,-1 1-1 0 0,0-1 1 0 0,0 1-1 0 0,0-1 1 0 0,0 1-1 0 0,-2-5 1 0 0,-2 0 7 0 0,-1 0-1 0 0,1 0 1 0 0,-1 0 0 0 0,0 1-1 0 0,-1 0 1 0 0,0 0 0 0 0,0 0 0 0 0,0 1-1 0 0,0 0 1 0 0,-1 0 0 0 0,0 1-1 0 0,-14-6 1 0 0,3 3-25 0 0,1 1-1 0 0,-1 1 1 0 0,0 0 0 0 0,-35-3-1 0 0,34 6-556 0 0,1 1 0 0 0,0 1 0 0 0,-39 6-1 0 0,56-6 290 0 0,0 0-1 0 0,0 1 1 0 0,0 0-1 0 0,0 0 1 0 0,0-1-1 0 0,0 1 0 0 0,0 0 1 0 0,0 1-1 0 0,0-1 1 0 0,0 0-1 0 0,-3 3 1 0 0,2-1-290 0 0,3-3 440 0 0,0 1 0 0 0,0-1 0 0 0,1 0 0 0 0,-1 1-1 0 0,0-1 1 0 0,0 1 0 0 0,0-1 0 0 0,0 1 0 0 0,0-1-1 0 0,1 1 1 0 0,-1-1 0 0 0,0 0 0 0 0,0 1 0 0 0,1-1-1 0 0,-1 0 1 0 0,0 1 0 0 0,1-1 0 0 0,-1 0 0 0 0,0 1-1 0 0,1-1 1 0 0,-1 0 0 0 0,0 1 0 0 0,1-1 0 0 0,-1 0 0 0 0,1 0-1 0 0,-1 0 1 0 0,1 1 0 0 0,-1-1 0 0 0,0 0 0 0 0,1 0-1 0 0,-1 0 1 0 0,1 0 0 0 0,-1 0 0 0 0,2 0 0 0 0,43 2-5867 0 0,-17-5 733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29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0 142 3232 0 0,'14'-20'3709'0'0,"1"1"-1"0"0,24-24 0 0 0,-33 37-3483 0 0,0 1-1 0 0,1 0 1 0 0,-1 0-1 0 0,1 0 1 0 0,0 1-1 0 0,0 0 1 0 0,0 1-1 0 0,1-1 1 0 0,-1 1 0 0 0,1 1-1 0 0,8-2 1 0 0,1 0-131 0 0,1 2 0 0 0,0 0 0 0 0,0 0 0 0 0,0 2 0 0 0,0 1 1 0 0,0 0-1 0 0,0 1 0 0 0,23 6 0 0 0,-32-6-77 0 0,-1 0 0 0 0,1 1-1 0 0,-1 1 1 0 0,0-1 0 0 0,0 1 0 0 0,0 1-1 0 0,-1-1 1 0 0,0 1 0 0 0,1 1-1 0 0,-2-1 1 0 0,1 1 0 0 0,-1 0 0 0 0,0 1-1 0 0,0 0 1 0 0,-1 0 0 0 0,1 0 0 0 0,-2 0-1 0 0,9 16 1 0 0,-11-16 73 0 0,1-1 1 0 0,-1 1-1 0 0,0 0 0 0 0,-1 0 1 0 0,1 0-1 0 0,-1 0 0 0 0,-1 0 1 0 0,0 0-1 0 0,0 0 1 0 0,-1 11-1 0 0,-1-6 92 0 0,0 0 0 0 0,-1 0 0 0 0,-1 0 0 0 0,1-1 0 0 0,-9 17-1 0 0,-4 2 321 0 0,-2-1-1 0 0,-1-1 0 0 0,-29 36 0 0 0,-150 152 2846 0 0,195-213-3288 0 0,0-1-21 0 0,1 1 1 0 0,-1-1-1 0 0,1 0 1 0 0,0 1 0 0 0,0-1-1 0 0,0 1 1 0 0,0-1-1 0 0,1 1 1 0 0,-1 0-1 0 0,1 0 1 0 0,0 0-1 0 0,-1 0 1 0 0,1 0 0 0 0,-1 6-1 0 0,3-8-24 0 0,-1 0 0 0 0,0-1-1 0 0,1 1 1 0 0,-1 0 0 0 0,1 0 0 0 0,0 0-1 0 0,-1 0 1 0 0,1-1 0 0 0,0 1 0 0 0,-1 0 0 0 0,1-1-1 0 0,0 1 1 0 0,0 0 0 0 0,0-1 0 0 0,-1 1-1 0 0,1-1 1 0 0,1 1 0 0 0,-1-1 7 0 0,5 3 14 0 0,0 0-1 0 0,0-1 1 0 0,0 1-1 0 0,1-2 1 0 0,-1 1-1 0 0,1-1 1 0 0,0 0-1 0 0,-1 0 0 0 0,1 0 1 0 0,11-2-1 0 0,2 2 9 0 0,73 2 45 0 0,1-3-1 0 0,155-22 1 0 0,-212 15-1180 0 0,50-14 1 0 0,-61 7-2675 0 0,-1-12-7066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0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1283 70 436 0 0,'-34'-44'10181'0'0,"13"19"182"0"0,160 44-8985 0 0,-5-1-1054 0 0,205 16-1 0 0,-325-33-315 0 0,0 1 0 0 0,-1 1 0 0 0,1 0 0 0 0,24 9 0 0 0,-33-9 5 0 0,1 0 0 0 0,-1 1 0 0 0,0-1 0 0 0,0 1 0 0 0,-1 0 0 0 0,1 0 0 0 0,-1 0 0 0 0,0 1 0 0 0,0 0 0 0 0,0 0 0 0 0,-1 0 0 0 0,0 0 0 0 0,0 0 0 0 0,0 1 0 0 0,0-1-1 0 0,1 7 1 0 0,4 10 84 0 0,-2 1-1 0 0,8 41 0 0 0,-6-7 162 0 0,-3-1 0 0 0,-3 1 0 0 0,-4 70 0 0 0,-31 171 421 0 0,23-215-612 0 0,-48 287 140 0 0,-9 86-62 0 0,-210 1437 4710 0 0,252-1757-4492 0 0,4-11 570 0 0,-65 207-1 0 0,75-298-932 0 0,8-22 0 0 0,0 0 0 0 0,-1-1 0 0 0,-1 1 0 0 0,0-1 0 0 0,-1 0 0 0 0,0-1 0 0 0,0 1 0 0 0,-1-1 0 0 0,-12 13 0 0 0,1-4 0 0 0,12-16 0 0 0,1-2 0 0 0,3 1 0 0 0,-1 0 0 0 0,0-1 0 0 0,1 1 0 0 0,-1-1 0 0 0,0 1 0 0 0,0-1 0 0 0,1 0 0 0 0,-1-1 0 0 0,0 1 0 0 0,0 0 0 0 0,0-1 0 0 0,-5 1 0 0 0,-7 0 0 0 0,-25 4 0 0 0,0-1 0 0 0,0-2 0 0 0,-63-6 0 0 0,61 2 0 0 0,-457-31-4958 0 0,198 10 1235 0 0,141 7-7155 0 0,79 5 74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5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554 199 556 0 0,'-7'-11'2671'0'0,"0"0"-1"0"0,-11-23 1 0 0,14 25-2115 0 0,1 0 0 0 0,0 0-1 0 0,1 0 1 0 0,0 0 0 0 0,0-1 0 0 0,1 1 0 0 0,0-17 0 0 0,1 24-517 0 0,1-1 1 0 0,-1 0 0 0 0,1 1 0 0 0,-1-1 0 0 0,1 0-1 0 0,0 1 1 0 0,0-1 0 0 0,0 1 0 0 0,1-1 0 0 0,-1 1 0 0 0,1-1-1 0 0,-1 1 1 0 0,1 0 0 0 0,0 0 0 0 0,-1 0 0 0 0,1 0-1 0 0,4-3 1 0 0,-5 4-36 0 0,1 0 0 0 0,-1 1-1 0 0,1-1 1 0 0,-1 0-1 0 0,1 1 1 0 0,-1-1 0 0 0,1 0-1 0 0,0 1 1 0 0,-1 0 0 0 0,1-1-1 0 0,0 1 1 0 0,-1 0 0 0 0,1 0-1 0 0,0 0 1 0 0,-1 0 0 0 0,1 0-1 0 0,0 1 1 0 0,-1-1-1 0 0,1 0 1 0 0,-1 1 0 0 0,3 0-1 0 0,-2 0 1 0 0,0 1-1 0 0,1-1 1 0 0,-1 1-1 0 0,0-1 0 0 0,0 1 1 0 0,0 0-1 0 0,0 0 1 0 0,0 0-1 0 0,-1 0 0 0 0,1 0 1 0 0,-1 1-1 0 0,2 2 1 0 0,1 2 12 0 0,-1 0-1 0 0,0 0 1 0 0,-1 1 0 0 0,1-1 0 0 0,-1 1 0 0 0,-1-1-1 0 0,0 1 1 0 0,1 12 0 0 0,-3-4 87 0 0,-1-1 1 0 0,0 0-1 0 0,-1 0 0 0 0,-1 0 0 0 0,0 0 1 0 0,-1 0-1 0 0,-1-1 0 0 0,0 0 1 0 0,-1 0-1 0 0,-1-1 0 0 0,0 0 1 0 0,0 0-1 0 0,-18 20 0 0 0,-7 3 362 0 0,-1-2-1 0 0,-1-1 1 0 0,-41 30-1 0 0,-100 59 1397 0 0,86-62-712 0 0,61-42-849 0 0,20-13-185 0 0,1 0 0 0 0,-1 1-1 0 0,-15 13 1 0 0,28-17-38 0 0,-4-2-73 0 0,1 1 0 0 0,0 0 0 0 0,-1-1 0 0 0,1 1 0 0 0,0-1-1 0 0,-1 1 1 0 0,1-1 0 0 0,0 0 0 0 0,0 1 0 0 0,0-1 0 0 0,-1 0 0 0 0,1 1 0 0 0,0-1 0 0 0,0 0 0 0 0,0 0 0 0 0,1 0 0 0 0,70-2-241 0 0,136-22-1 0 0,-23-17-5757 0 0,-114 18-780 0 0,-37 9 1209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5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80 105 2104 0 0,'-80'-105'19398'0'0,"95"118"-18798"0"0,44 35 485 0 0,77 85-1 0 0,38 68-1387 0 0,-159-183-722 0 0,22 27-2665 0 0,-10-21-5812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5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538 112 1244 0 0,'-142'-105'18370'0'0,"140"104"-18282"0"0,1 0 1 0 0,0 0 0 0 0,-1 1-1 0 0,1-1 1 0 0,0 0 0 0 0,-1 1-1 0 0,1 0 1 0 0,-1-1-1 0 0,1 1 1 0 0,-1 0 0 0 0,1 0-1 0 0,-1-1 1 0 0,0 1-1 0 0,1 0 1 0 0,-1 1 0 0 0,1-1-1 0 0,-1 0 1 0 0,1 0 0 0 0,-1 1-1 0 0,1-1 1 0 0,-1 1-1 0 0,1-1 1 0 0,0 1 0 0 0,-1-1-1 0 0,1 1 1 0 0,0 0 0 0 0,-1 0-1 0 0,1 0 1 0 0,0 0-1 0 0,-2 2 1 0 0,-3 3 325 0 0,1 0 0 0 0,0 0 0 0 0,0 0 1 0 0,-6 13-1 0 0,4-7 120 0 0,-92 169 2284 0 0,58-100-2410 0 0,35-71-449 0 0,-129 262-1692 0 0,134-268 1407 0 0,-18 43-3393 0 0,10-18-3223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6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173 162 1944 0 0,'6'-15'2827'0'0,"-3"10"-1585"0"0,-1 0-1 0 0,1 0 0 0 0,-1 0 0 0 0,1 0 0 0 0,6-7 0 0 0,-9 12-1128 0 0,1 0-1 0 0,-1 0 0 0 0,0-1 0 0 0,1 1 0 0 0,-1 0 0 0 0,0-1 0 0 0,1 1 0 0 0,-1-1 0 0 0,0 1 1 0 0,1-1-1 0 0,-1 1 0 0 0,0 0 0 0 0,0-1 0 0 0,0 1 0 0 0,0-1 0 0 0,1 1 0 0 0,-1-1 1 0 0,0 1-1 0 0,0-1 0 0 0,0 1 0 0 0,0-1 0 0 0,0 1 0 0 0,0-1 0 0 0,0 0 0 0 0,0 0 10 0 0,0 1-1 0 0,0-1 1 0 0,0 0-1 0 0,0 1 1 0 0,0-1-1 0 0,0 0 0 0 0,0 0 1 0 0,0 1-1 0 0,0-1 1 0 0,1 0-1 0 0,-1 1 1 0 0,0-1-1 0 0,1 0 1 0 0,-1 1-1 0 0,0-1 1 0 0,1 1-1 0 0,-1-1 0 0 0,1 0 1 0 0,5-7 685 0 0,-4 4-528 0 0,1 0 0 0 0,-1 0 0 0 0,1 1 0 0 0,0-1 0 0 0,0 1 0 0 0,0 0 0 0 0,1 0 0 0 0,-1 0 0 0 0,1 0 0 0 0,4-2 0 0 0,3-1-170 0 0,0 1-1 0 0,1 0 0 0 0,0 0 1 0 0,0 1-1 0 0,1 0 0 0 0,-1 1 1 0 0,1 1-1 0 0,0 0 0 0 0,-1 1 1 0 0,1 0-1 0 0,0 0 0 0 0,0 2 1 0 0,0 0-1 0 0,0 0 0 0 0,-1 1 1 0 0,1 1-1 0 0,13 4 0 0 0,-23-6-98 0 0,0 0 0 0 0,0 0 0 0 0,-1 0 0 0 0,1 0-1 0 0,0 0 1 0 0,-1 1 0 0 0,1 0 0 0 0,-1-1-1 0 0,0 1 1 0 0,1 0 0 0 0,-1 0 0 0 0,0 0 0 0 0,0 0-1 0 0,0 1 1 0 0,0-1 0 0 0,-1 0 0 0 0,1 1-1 0 0,-1-1 1 0 0,1 1 0 0 0,-1 0 0 0 0,0-1-1 0 0,0 1 1 0 0,0 0 0 0 0,0 0 0 0 0,-1 0 0 0 0,1 0-1 0 0,-1-1 1 0 0,0 1 0 0 0,0 0 0 0 0,0 0-1 0 0,0 0 1 0 0,0 0 0 0 0,-1 0 0 0 0,1 0 0 0 0,-1 0-1 0 0,1 0 1 0 0,-1-1 0 0 0,-2 5 0 0 0,-1 3 14 0 0,-1 0 1 0 0,0 0-1 0 0,-1-1 1 0 0,0 1 0 0 0,0-1-1 0 0,-1-1 1 0 0,0 1 0 0 0,-17 14-1 0 0,-99 95 156 0 0,122-117-177 0 0,0-1 0 0 0,1 1-1 0 0,-1-1 1 0 0,1 1-1 0 0,-1-1 1 0 0,1 1 0 0 0,-1 0-1 0 0,1-1 1 0 0,-1 1 0 0 0,1 0-1 0 0,0-1 1 0 0,-1 1 0 0 0,1 0-1 0 0,0 0 1 0 0,-1-1 0 0 0,1 1-1 0 0,0 0 1 0 0,0 0 0 0 0,0-1-1 0 0,0 1 1 0 0,0 0 0 0 0,0 0-1 0 0,0 0 1 0 0,0-1 0 0 0,0 1-1 0 0,0 0 1 0 0,0 0 0 0 0,1 0-1 0 0,-1-1 1 0 0,0 1 0 0 0,0 0-1 0 0,1-1 1 0 0,-1 1 0 0 0,0 0-1 0 0,1 0 1 0 0,-1-1-1 0 0,1 1 1 0 0,-1-1 0 0 0,1 1-1 0 0,-1 0 1 0 0,1-1 0 0 0,0 1-1 0 0,-1-1 1 0 0,1 1 0 0 0,1 0-1 0 0,4 2 9 0 0,0 1-1 0 0,0-1 0 0 0,1 0 0 0 0,9 2 0 0 0,-5 0 2 0 0,20 8-36 0 0,51 31-1 0 0,-70-36 184 0 0,-1 0-1 0 0,0 1 0 0 0,0 0 1 0 0,-1 0-1 0 0,0 1 0 0 0,0 0 1 0 0,8 13-1 0 0,-16-20 28 0 0,0 0 0 0 0,0 1 0 0 0,0-1 0 0 0,-1 0 0 0 0,1 1 0 0 0,-1 0 0 0 0,0-1-1 0 0,0 1 1 0 0,0 0 0 0 0,0 0 0 0 0,0-1 0 0 0,-1 1 0 0 0,0 0 0 0 0,0 0 0 0 0,-1 7 0 0 0,0-5-5 0 0,0-1 1 0 0,-1 0-1 0 0,0 0 0 0 0,0 1 1 0 0,0-1-1 0 0,-1 0 0 0 0,1-1 1 0 0,-1 1-1 0 0,0 0 0 0 0,-4 4 1 0 0,-4 2 54 0 0,0 0 0 0 0,0 0 1 0 0,-1-1-1 0 0,-1-1 1 0 0,0 0-1 0 0,-26 14 1 0 0,11-9-65 0 0,-1-1 1 0 0,-1-2 0 0 0,1-1-1 0 0,-40 9 1 0 0,47-15-589 0 0,0-1 0 0 0,-34 0 0 0 0,40-3-537 0 0,0-1 0 0 0,0-1 0 0 0,0 0-1 0 0,-17-5 1 0 0,26 5 53 0 0,1 0 0 0 0,-1-1 0 0 0,0 0 1 0 0,1 0-1 0 0,0 0 0 0 0,-12-8 0 0 0,14 8-372 0 0,1-1 0 0 0,-1 1 1 0 0,1-1-1 0 0,-1 1 0 0 0,1-1 0 0 0,-4-7 1 0 0,-6-14-7939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7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356 136 340 0 0,'-1'-16'4372'0'0,"-1"1"-1"0"0,-6-30 1 0 0,0 10-1826 0 0,8 33-2288 0 0,-1-10 123 0 0,0 12-371 0 0,1-1 0 0 0,0 1-1 0 0,0-1 1 0 0,0 1-1 0 0,0 0 1 0 0,0-1-1 0 0,0 1 1 0 0,0-1-1 0 0,0 1 1 0 0,0 0-1 0 0,1-1 1 0 0,-1 1-1 0 0,0 0 1 0 0,0-1-1 0 0,0 1 1 0 0,0-1-1 0 0,1 1 1 0 0,-1 0-1 0 0,0-1 1 0 0,0 1-1 0 0,0 0 1 0 0,1 0-1 0 0,-1-1 1 0 0,0 1 0 0 0,1 0-1 0 0,-1 0 1 0 0,0-1-1 0 0,1 1 1 0 0,-1 0-1 0 0,0 0 1 0 0,1 0-1 0 0,-1-1 1 0 0,1 1-1 0 0,2 0-7 0 0,0 1-1 0 0,-1 0 1 0 0,1-1-1 0 0,0 1 0 0 0,0 0 1 0 0,-1 1-1 0 0,1-1 1 0 0,0 0-1 0 0,-1 1 1 0 0,0-1-1 0 0,1 1 1 0 0,-1 0-1 0 0,0 0 0 0 0,0 0 1 0 0,0 0-1 0 0,0 0 1 0 0,0 0-1 0 0,0 1 1 0 0,0-1-1 0 0,-1 0 1 0 0,1 1-1 0 0,-1 0 1 0 0,1 3-1 0 0,2 0 0 0 0,-1 1 5 0 0,1 0-1 0 0,-1 1 1 0 0,-1-1-1 0 0,1 0 1 0 0,-1 1-1 0 0,-1 0 1 0 0,1-1-1 0 0,-1 1 1 0 0,-1 0 0 0 0,1 0-1 0 0,-1-1 1 0 0,-1 9-1 0 0,-1-4 4 0 0,0-1 0 0 0,-1 1 0 0 0,0-1 0 0 0,-1 0 0 0 0,0 0 0 0 0,-1-1 0 0 0,-7 14 0 0 0,-8 7 37 0 0,-2-2 0 0 0,-1 0 0 0 0,-1-1 0 0 0,-28 25 0 0 0,-59 48 706 0 0,-16 14 18 0 0,127-114-766 0 0,-1-1 1 0 0,1 0-1 0 0,-1 1 1 0 0,1-1-1 0 0,-1 1 1 0 0,1-1 0 0 0,0 1-1 0 0,-1-1 1 0 0,1 1-1 0 0,0-1 1 0 0,-1 1-1 0 0,1 0 1 0 0,0-1-1 0 0,-1 1 1 0 0,1-1 0 0 0,0 1-1 0 0,0 0 1 0 0,0-1-1 0 0,0 1 1 0 0,0 0-1 0 0,0-1 1 0 0,0 1-1 0 0,0 0 1 0 0,0-1-1 0 0,0 1 1 0 0,0 0 0 0 0,0-1-1 0 0,0 1 1 0 0,1-1-1 0 0,-1 1 1 0 0,0 0-1 0 0,0-1 1 0 0,1 1-1 0 0,-1-1 1 0 0,0 1 0 0 0,1-1-1 0 0,-1 1 1 0 0,1-1-1 0 0,-1 1 1 0 0,0-1-1 0 0,1 1 1 0 0,-1-1-1 0 0,1 1 1 0 0,-1-1 0 0 0,1 0-1 0 0,0 1 1 0 0,-1-1-1 0 0,1 0 1 0 0,-1 1-1 0 0,1-1 1 0 0,0 0-1 0 0,33 11 120 0 0,6-7-537 0 0,-1-1 0 0 0,0-2 0 0 0,1-2 0 0 0,-1-1 0 0 0,0-2 0 0 0,63-15 0 0 0,-69 11-1708 0 0,-1-1 0 0 0,-1-2 0 0 0,37-17 0 0 0,-15 3-3356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7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49 3080 0 0,'-44'-48'15505'0'0,"42"50"-15198"0"0,1 0-203 0 0,0 1-1 0 0,1-1 0 0 0,-1 1 0 0 0,0 0 1 0 0,1-1-1 0 0,0 1 0 0 0,0-1 0 0 0,-1 1 1 0 0,1 0-1 0 0,1-1 0 0 0,-1 1 0 0 0,0 0 1 0 0,1-1-1 0 0,-1 1 0 0 0,1-1 0 0 0,0 1 1 0 0,0-1-1 0 0,1 4 0 0 0,26 50 817 0 0,-23-46-818 0 0,155 237 857 0 0,-105-169-2564 0 0,-54-76 1425 0 0,30 40-2921 0 0,-7-20-5407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7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431 145 64 0 0,'-5'-19'4549'0'0,"-10"-27"0"0"0,-4-15 2242 0 0,19 60-6749 0 0,0 0 1 0 0,-1 0-1 0 0,1 0 0 0 0,0 1 1 0 0,0-1-1 0 0,0 0 1 0 0,0 0-1 0 0,-1 1 0 0 0,1-1 1 0 0,0 0-1 0 0,0 1 1 0 0,-1-1-1 0 0,1 0 1 0 0,-1 1-1 0 0,1-1 0 0 0,-1 0 1 0 0,1 1-1 0 0,-1-1 1 0 0,1 1-1 0 0,-1-1 0 0 0,1 1 1 0 0,-1-1-1 0 0,0 1 1 0 0,1-1-1 0 0,-1 1 0 0 0,0 0 1 0 0,1-1-1 0 0,-1 1 1 0 0,0 0-1 0 0,0 0 0 0 0,1-1 1 0 0,-1 1-1 0 0,0 0 1 0 0,0 0-1 0 0,1 0 1 0 0,-1 0-1 0 0,0 0 0 0 0,0 0 1 0 0,0 0-1 0 0,1 0 1 0 0,-1 1-1 0 0,0-1 0 0 0,0 0 1 0 0,1 0-1 0 0,-1 0 1 0 0,0 1-1 0 0,1-1 0 0 0,-1 0 1 0 0,0 1-1 0 0,1-1 1 0 0,-1 1-1 0 0,0-1 0 0 0,0 1 1 0 0,-5 3 11 0 0,0 1 1 0 0,1-1-1 0 0,0 1 1 0 0,-6 6-1 0 0,-89 115 388 0 0,89-111-410 0 0,-7 8-96 0 0,-88 128 534 0 0,88-122-843 0 0,2 0-1 0 0,1 0 1 0 0,-17 48 0 0 0,29-67-454 0 0,0 0 0 0 0,1 0 0 0 0,-2 12 0 0 0,5 13-5728 0 0,1-20 920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8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430 161 680 0 0,'20'-40'6193'0'0,"-13"25"-4072"0"0,0 0 1 0 0,1 1-1 0 0,12-16 0 0 0,-17 26-1929 0 0,0 1 1 0 0,0-1-1 0 0,1 1 1 0 0,-1-1-1 0 0,1 1 1 0 0,0 0-1 0 0,0 0 1 0 0,0 1-1 0 0,1-1 0 0 0,-1 1 1 0 0,1 0-1 0 0,-1 0 1 0 0,1 0-1 0 0,-1 1 1 0 0,6-1-1 0 0,1 0-114 0 0,-1 1 0 0 0,1 1 1 0 0,0-1-1 0 0,0 2 0 0 0,0 0 0 0 0,-1 0 1 0 0,1 1-1 0 0,-1 0 0 0 0,17 6 0 0 0,-20-6-65 0 0,0 1 0 0 0,0 0-1 0 0,-1 0 1 0 0,1 0 0 0 0,-1 1 0 0 0,1 0-1 0 0,-1 1 1 0 0,0-1 0 0 0,-1 1 0 0 0,1 0-1 0 0,-1 0 1 0 0,0 1 0 0 0,0 0 0 0 0,6 10-1 0 0,-9-12 2 0 0,0 0 0 0 0,-1 1 0 0 0,1-1 0 0 0,-1 0 0 0 0,0 1 0 0 0,0-1 0 0 0,-1 1 0 0 0,1 0 0 0 0,-1-1-1 0 0,0 1 1 0 0,0-1 0 0 0,-1 1 0 0 0,1-1 0 0 0,-1 1 0 0 0,0-1 0 0 0,0 1 0 0 0,-1-1 0 0 0,1 0 0 0 0,-1 1-1 0 0,0-1 1 0 0,0 0 0 0 0,0 0 0 0 0,-1 0 0 0 0,1-1 0 0 0,-5 5 0 0 0,-7 10 69 0 0,-1-2 0 0 0,0 0 0 0 0,-33 25 0 0 0,29-25 25 0 0,-17 14 995 0 0,34-29-581 0 0,7 3-479 0 0,1 0-1 0 0,-1-1 1 0 0,1 0-1 0 0,0 0 0 0 0,0 0 1 0 0,11 3-1 0 0,16 6-22 0 0,-20-5-18 0 0,0 1 1 0 0,-1 0-1 0 0,1 1 1 0 0,19 17-1 0 0,-27-21 44 0 0,-1-1-1 0 0,0 1 0 0 0,0 0 1 0 0,0-1-1 0 0,0 2 0 0 0,-1-1 1 0 0,0 0-1 0 0,0 1 1 0 0,0 0-1 0 0,0 0 0 0 0,-1-1 1 0 0,0 1-1 0 0,-1 1 0 0 0,2 5 1 0 0,-3-9 24 0 0,-1-1 0 0 0,1 1 1 0 0,0 0-1 0 0,-1-1 0 0 0,0 1 1 0 0,0-1-1 0 0,1 1 0 0 0,-2-1 1 0 0,1 1-1 0 0,0-1 0 0 0,0 0 1 0 0,-1 0-1 0 0,1 0 0 0 0,-1 1 0 0 0,0-2 1 0 0,1 1-1 0 0,-1 0 0 0 0,0 0 1 0 0,0 0-1 0 0,-3 1 0 0 0,-3 3 51 0 0,1-1-1 0 0,-2 0 1 0 0,1 0-1 0 0,-11 4 1 0 0,-7 0-6 0 0,1-1 1 0 0,-1-1 0 0 0,-1-1 0 0 0,-48 4 0 0 0,-109-6-1555 0 0,2-17-2715 0 0,61-2-3673 0 0,36 4-1854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9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489 385 748 0 0,'4'-46'9252'0'0,"-4"43"-8500"0"0,-1-3 273 0 0,-1 7-271 0 0,-6 16 143 0 0,-8 35-130 0 0,14-46-575 0 0,-39 110 1734 0 0,-108 211 1 0 0,-96 122 829 0 0,244-448-2727 0 0,1-1-1 0 0,0 1 1 0 0,-1-1-1 0 0,1 1 1 0 0,0 0-1 0 0,-1-1 1 0 0,1 1 0 0 0,-1-1-1 0 0,1 1 1 0 0,-1-1-1 0 0,1 1 1 0 0,-1-1 0 0 0,0 1-1 0 0,1-1 1 0 0,-1 1-1 0 0,1-1 1 0 0,-1 0 0 0 0,0 1-1 0 0,1-1 1 0 0,-1 0-1 0 0,-1 0 1 0 0,2 0-10 0 0,-1 0 0 0 0,1 0 0 0 0,-1 0 0 0 0,1 0-1 0 0,0-1 1 0 0,-1 1 0 0 0,1 0 0 0 0,-1 0 0 0 0,1-1 0 0 0,-1 1 0 0 0,1 0 0 0 0,0-1 0 0 0,-1 1 0 0 0,1 0-1 0 0,0-1 1 0 0,-1 1 0 0 0,1-1 0 0 0,0 1 0 0 0,0 0 0 0 0,-1-1 0 0 0,1 0 0 0 0,-7-26 252 0 0,7 11-245 0 0,0 0 0 0 0,2 1 1 0 0,0-1-1 0 0,0 1 0 0 0,6-17 0 0 0,28-72-137 0 0,-27 81 88 0 0,263-588-642 0 0,-232 531 597 0 0,4 2 0 0 0,81-111 1 0 0,-83 142-33 0 0,-37 43 86 0 0,-1 1 0 0 0,0-1 0 0 0,1 1 1 0 0,0 0-1 0 0,0 0 0 0 0,0 0 0 0 0,0 1 0 0 0,8-4 0 0 0,-11 6 11 0 0,0 0 0 0 0,0 0 0 0 0,0 0 0 0 0,1 0 0 0 0,-1 0 1 0 0,0 0-1 0 0,0 0 0 0 0,1 1 0 0 0,-1-1 0 0 0,0 1 0 0 0,0-1 0 0 0,0 1 0 0 0,0 0 0 0 0,0 0 1 0 0,0 0-1 0 0,0 0 0 0 0,0 0 0 0 0,0 1 0 0 0,-1-1 0 0 0,1 0 0 0 0,0 1 0 0 0,2 3 0 0 0,3 2-2 0 0,-2 0-1 0 0,1 1 0 0 0,9 15 1 0 0,-7-7 11 0 0,0 1-1 0 0,-2 0 1 0 0,1 0 0 0 0,-2 0 0 0 0,-1 1 0 0 0,3 18 0 0 0,8 114 47 0 0,-13-115-31 0 0,2 110 158 0 0,-19 172 1 0 0,12-271-169 0 0,-24 171 151 0 0,6-59-1098 0 0,21-150 311 0 0,-6 31-977 0 0,-2-15-7518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39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70 464 0 0,'-210'-62'18314'0'0,"182"59"-17129"0"0,24 4-696 0 0,18 0-257 0 0,270 4-858 0 0,-187-8-2800 0 0,-1-2-3589 0 0,-41 1-198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40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38 2676 0 0,'-55'13'11539'0'0,"22"-6"-6438"0"0,30-6-4099 0 0,-8 3 421 0 0,178-25-3709 0 0,-54-7-7297 0 0,-75 14 2115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40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55 964 0 0,'-5'-15'8520'0'0,"4"10"-6490"0"0,-1 0 0 0 0,1 0-1 0 0,-1 0 1 0 0,0 0 0 0 0,-5-8 0 0 0,6 11-1694 0 0,-9 29 469 0 0,-24 178 2044 0 0,-15 75-1131 0 0,25-173-948 0 0,-78 202 1 0 0,93-286-812 0 0,-5 12-651 0 0,5-16-2555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41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82 243 2856 0 0,'-10'-11'1620'0'0,"1"0"-1"0"0,0 0 0 0 0,1-1 0 0 0,0 0 1 0 0,1-1-1 0 0,0 0 0 0 0,1 0 0 0 0,-5-16 1 0 0,11 27-1540 0 0,-1 0 1 0 0,1 0-1 0 0,-1 0 1 0 0,1 0 0 0 0,0 0-1 0 0,0 0 1 0 0,0 0-1 0 0,0 0 1 0 0,1 0 0 0 0,-1 0-1 0 0,0 0 1 0 0,1 0-1 0 0,0 0 1 0 0,-1 1 0 0 0,1-1-1 0 0,0 0 1 0 0,1-3-1 0 0,1 2-13 0 0,-1 0-1 0 0,1 0 1 0 0,-1 0-1 0 0,1 1 1 0 0,0-1-1 0 0,0 1 1 0 0,0-1-1 0 0,5-2 1 0 0,4-1 3 0 0,0 0 0 0 0,1 1 0 0 0,0 0 0 0 0,13-3 0 0 0,3 1-13 0 0,-1 2 1 0 0,1 0-1 0 0,0 2 0 0 0,0 1 0 0 0,52 3 1 0 0,-60 1-52 0 0,1 0 1 0 0,-2 2-1 0 0,1 1 1 0 0,0 0-1 0 0,-1 1 1 0 0,0 2 0 0 0,0 0-1 0 0,30 17 1 0 0,-41-20 1 0 0,-1 0 0 0 0,-1 1 1 0 0,1 0-1 0 0,-1 0 0 0 0,0 1 0 0 0,0 0 1 0 0,0 0-1 0 0,-1 1 0 0 0,0 0 0 0 0,-1 0 1 0 0,0 0-1 0 0,6 13 0 0 0,-9-15 6 0 0,0 0-1 0 0,0 0 0 0 0,-1 0 1 0 0,1 0-1 0 0,-2 0 1 0 0,1 1-1 0 0,-1-1 0 0 0,1 0 1 0 0,-2 0-1 0 0,1 0 1 0 0,-1 1-1 0 0,0-1 0 0 0,0 0 1 0 0,0 0-1 0 0,-1 0 1 0 0,0 0-1 0 0,-1-1 0 0 0,1 1 1 0 0,-1 0-1 0 0,-5 7 1 0 0,-2 2 14 0 0,-1 0 0 0 0,-1-1 0 0 0,0 0 0 0 0,-1-1 1 0 0,-22 18-1 0 0,-79 50 142 0 0,9-8 655 0 0,61-46 617 0 0,42-26-1245 0 0,2-1-184 0 0,-1 1 0 0 0,1-1 0 0 0,-1 0 1 0 0,1 0-1 0 0,-1 0 0 0 0,1 0 0 0 0,-1 1 0 0 0,1-1 0 0 0,-1 0 0 0 0,1 1 0 0 0,-1-1 0 0 0,1 0 0 0 0,0 1 0 0 0,-1-1 1 0 0,1 0-1 0 0,-1 1 0 0 0,1-1 0 0 0,0 1 0 0 0,-1 0 0 0 0,-1 1 463 0 0,35 0-397 0 0,-20-2-77 0 0,1 1-1 0 0,-1 1 0 0 0,26 6 1 0 0,-17-1-3 0 0,-1 1 0 0 0,0 1 1 0 0,-1 1-1 0 0,0 1 0 0 0,-1 0 0 0 0,0 2 1 0 0,0 0-1 0 0,-2 1 0 0 0,1 1 0 0 0,-2 1 1 0 0,0 0-1 0 0,-1 1 0 0 0,-1 1 0 0 0,0 0 1 0 0,-2 1-1 0 0,15 28 0 0 0,-25-43 18 0 0,0 1 0 0 0,0-1 0 0 0,-1 0 0 0 0,0 1 0 0 0,0 0 0 0 0,0-1 0 0 0,0 1 0 0 0,-1 0-1 0 0,0-1 1 0 0,0 1 0 0 0,0 0 0 0 0,0-1 0 0 0,-1 1 0 0 0,-2 8 0 0 0,1-6 15 0 0,-1 0 0 0 0,0-1 1 0 0,0 1-1 0 0,0-1 0 0 0,-1 0 0 0 0,0 0 0 0 0,-1 0 1 0 0,-9 10-1 0 0,2-4 150 0 0,0-2 0 0 0,-1 1-1 0 0,-1-1 1 0 0,0-1 0 0 0,0-1 0 0 0,-1 0 0 0 0,-26 11 0 0 0,15-11-7 0 0,0-1 0 0 0,0-2 0 0 0,0 0 0 0 0,-1-2 1 0 0,1 0-1 0 0,-1-2 0 0 0,0-1 0 0 0,1-2 0 0 0,-1 0 0 0 0,0-2 0 0 0,1 0 0 0 0,0-2 0 0 0,0-1 0 0 0,1-1 1 0 0,-28-13-1 0 0,46 18-393 0 0,1 0 0 0 0,-1-1 0 0 0,1 0 0 0 0,0 0 0 0 0,0 0 0 0 0,0-1 0 0 0,0 0 0 0 0,-5-6 0 0 0,10 9-9 0 0,-1 0 0 0 0,1 0 0 0 0,0 1 0 0 0,0-1 0 0 0,0 0 0 0 0,0 0 0 0 0,0 0 0 0 0,0 0 0 0 0,1-1 0 0 0,-1 1 0 0 0,1 0 0 0 0,-1 0 0 0 0,1 0 0 0 0,0-1 0 0 0,0 1 0 0 0,0 0 0 0 0,0 0-1 0 0,0 0 1 0 0,1-1 0 0 0,-1 1 0 0 0,0 0 0 0 0,1 0 0 0 0,0 0 0 0 0,0 0 0 0 0,-1 0 0 0 0,1 0 0 0 0,0 0 0 0 0,1 0 0 0 0,-1 0 0 0 0,0 0 0 0 0,2-2 0 0 0,6-6-1795 0 0,0 0 0 0 0,1 0 0 0 0,0 1 1 0 0,22-15-1 0 0,2 1-5273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41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16 1080 0 0,'-3'0'3170'0'0,"-26"-1"3014"0"0,-4-1 1908 0 0,4 5-4848 0 0,24-2-1974 0 0,23 0-1269 0 0,53-1 95 0 0,118-1-2347 0 0,-64-7-5034 0 0,-96 4 2761 0 0,-1 0-2149 0 0</inkml:trace>
  <inkml:trace contextRef="#ctx0" brushRef="#br0" timeOffset="1">241 261 820 0 0,'-193'94'15122'0'0,"186"-90"-14258"0"0,0-1 1 0 0,0 1-1 0 0,1 0 0 0 0,-1 1 1 0 0,-6 6-1 0 0,25-2 525 0 0,2-5-1146 0 0,0 0 0 0 0,0-1-1 0 0,1-1 1 0 0,-1 0 0 0 0,1-1-1 0 0,16-1 1 0 0,-3 1-59 0 0,35 3-84 0 0,137 2-1212 0 0,-101-13-3369 0 0,-72 3-208 0 0,42-12 1 0 0,-35 6-2438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42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930 107 92 0 0,'2'-2'2154'0'0,"38"-38"7521"0"0,-38 39-9398 0 0,-1 0 1 0 0,0 0-1 0 0,0 0 0 0 0,-1 0 1 0 0,1 0-1 0 0,0 0 0 0 0,0 0 1 0 0,0-1-1 0 0,-1 1 0 0 0,1 0 0 0 0,-1 0 1 0 0,1-1-1 0 0,-1 1 0 0 0,1 0 1 0 0,-1-1-1 0 0,0 1 0 0 0,1 0 1 0 0,-1-1-1 0 0,0 1 0 0 0,0-2 0 0 0,-1 2-169 0 0,1 0 1 0 0,0-1-1 0 0,-1 1 0 0 0,0 0 0 0 0,1 0 0 0 0,-1 0 0 0 0,0 0 0 0 0,1 0 0 0 0,-1 0 0 0 0,0 0 0 0 0,0 0 0 0 0,0 0 0 0 0,0 0 0 0 0,0 0 0 0 0,0 0 0 0 0,-2-1 0 0 0,-2-1-48 0 0,-1 1 0 0 0,0-1 0 0 0,1 1 0 0 0,-1 0 0 0 0,0 0 0 0 0,-6 0 0 0 0,-2 1-13 0 0,0 0 1 0 0,1 1-1 0 0,-1 1 0 0 0,1 0 1 0 0,-17 4-1 0 0,28-5-44 0 0,-18 3 4 0 0,0 1 0 0 0,1 1 0 0 0,0 1-1 0 0,0 0 1 0 0,0 2 0 0 0,1 0 0 0 0,0 1 0 0 0,1 0 0 0 0,0 2 0 0 0,0 0 0 0 0,1 1 0 0 0,0 1 0 0 0,1 0-1 0 0,1 1 1 0 0,0 0 0 0 0,1 1 0 0 0,1 1 0 0 0,0 0 0 0 0,1 1 0 0 0,1 0 0 0 0,0 1 0 0 0,-12 34 0 0 0,2 3-5 0 0,2 1 0 0 0,3 1 0 0 0,-12 82 0 0 0,18-4 358 0 0,13 230 0 0 0,1 0 1433 0 0,-56 177 427 0 0,-32-3-1383 0 0,62-412-718 0 0,-19 106 372 0 0,-45 304 631 0 0,36 5-666 0 0,40-39-148 0 0,3-111-215 0 0,-9-110 4 0 0,10-208-16 0 0,1-18-46 0 0,-3 161 5 0 0,7-207-26 0 0,1 1 0 0 0,0 0 0 0 0,1-1 0 0 0,0 1 0 0 0,4 11 0 0 0,-4-18-6 0 0,-1-1-1 0 0,1 1 1 0 0,0-1 0 0 0,0 0-1 0 0,0 0 1 0 0,0 0-1 0 0,0 0 1 0 0,1 0 0 0 0,0 0-1 0 0,-1-1 1 0 0,1 1 0 0 0,0-1-1 0 0,0 0 1 0 0,0 0-1 0 0,0 0 1 0 0,1 0 0 0 0,-1 0-1 0 0,6 1 1 0 0,18 6 36 0 0,0-2 1 0 0,1 0-1 0 0,51 4 0 0 0,89-3-549 0 0,-75-6-550 0 0,-46 1 142 0 0,69 1-1531 0 0,-98-4 1096 0 0,1-2-1 0 0,0 0 1 0 0,35-8 0 0 0,-51 9 442 0 0,0 0 0 0 0,-1 0 0 0 0,1 0 0 0 0,0 0 0 0 0,-1 0 0 0 0,1 0 0 0 0,-1-1 0 0 0,1 1 0 0 0,-1-1 0 0 0,5-3 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47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2024 0 0,'0'0'5769'0'0,"-6"2"-4865"0"0,3-1-1438 0 0,22 0-5225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48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0 24 0 0,'0'0'2425'0'0,"-22"14"3607"0"0,10 2-8519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49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86 2196 0 0,'-29'-18'13503'0'0,"11"13"-10753"0"0,15 5-2381 0 0,19 2-152 0 0,-9-1-165 0 0,1-1 0 0 0,0 0 0 0 0,-1 0 0 0 0,1 0 0 0 0,0-1 0 0 0,8-2 0 0 0,16-2 33 0 0,303-41 220 0 0,-275 37-1200 0 0,-57 9 235 0 0,6-2-2231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49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0 756 0 0,'-3'1'2165'0'0,"-2"1"-1508"0"0,-2 0 231 0 0,1 0 0 0 0,0 0 0 0 0,-1 1 1 0 0,1 0-1 0 0,0 0 0 0 0,-9 7 1 0 0,6-1-334 0 0,0 0 0 0 0,1 1 1 0 0,0 0-1 0 0,0 0 0 0 0,1 1 1 0 0,0 0-1 0 0,-8 20 1 0 0,7-13-232 0 0,2 1 0 0 0,0-1 0 0 0,1 1 0 0 0,-4 28 0 0 0,8-42-298 0 0,-2 13 130 0 0,1 0 1 0 0,1 0-1 0 0,2 29 1 0 0,-1-45-129 0 0,0-1-1 0 0,1 1 1 0 0,-1-1 0 0 0,1 0 0 0 0,-1 1 0 0 0,1-1-1 0 0,0 0 1 0 0,-1 0 0 0 0,1 1 0 0 0,0-1-1 0 0,0 0 1 0 0,0 0 0 0 0,0 0 0 0 0,0 0 0 0 0,0 0-1 0 0,0 0 1 0 0,0 0 0 0 0,1 0 0 0 0,-1-1-1 0 0,0 1 1 0 0,0 0 0 0 0,1-1 0 0 0,-1 1 0 0 0,3 0-1 0 0,0 0 70 0 0,-1 0 0 0 0,1 0-1 0 0,0-1 1 0 0,-1 1 0 0 0,1-1 0 0 0,0 0-1 0 0,5 0 1 0 0,3-3 118 0 0,-1 0-1 0 0,19-7 1 0 0,-17 5-169 0 0,49-20 202 0 0,-41 15-192 0 0,40-11-1 0 0,-53 19-55 0 0,0 0 0 0 0,-1 1-1 0 0,1 0 1 0 0,0 0 0 0 0,0 1 0 0 0,0 0-1 0 0,-1 0 1 0 0,1 1 0 0 0,0 0-1 0 0,0 0 1 0 0,-1 1 0 0 0,15 5-1 0 0,-12-3 10 0 0,-1 1-1 0 0,0 0 0 0 0,1 1 0 0 0,-2 0 0 0 0,1 0 1 0 0,-1 1-1 0 0,0 0 0 0 0,0 0 0 0 0,9 11 0 0 0,-10-9 131 0 0,0 0-1 0 0,-1 0 0 0 0,1 1 1 0 0,-2-1-1 0 0,1 1 0 0 0,-1 1 0 0 0,-1-1 1 0 0,0 1-1 0 0,-1-1 0 0 0,3 13 1 0 0,-5-16 99 0 0,0-1 1 0 0,0 1 0 0 0,-1-1 0 0 0,0 1 0 0 0,0 0 0 0 0,-1-1 0 0 0,0 1 0 0 0,0-1 0 0 0,0 0 0 0 0,-1 1 0 0 0,0-1 0 0 0,0 0-1 0 0,-1 0 1 0 0,0 0 0 0 0,0 0 0 0 0,0 0 0 0 0,-1-1 0 0 0,-7 9 0 0 0,1-3 58 0 0,-1 0 1 0 0,0-1 0 0 0,-1 0-1 0 0,0-1 1 0 0,-1-1-1 0 0,1 0 1 0 0,-2 0-1 0 0,1-1 1 0 0,-1-1-1 0 0,-26 8 1 0 0,5-4-15 0 0,-1-2 1 0 0,0-1-1 0 0,-45 2 1 0 0,71-8-319 0 0,-1-1 0 0 0,0 0 0 0 0,1 0 0 0 0,-1-1 0 0 0,1-1 1 0 0,-1 0-1 0 0,-17-6 0 0 0,28 8 32 0 0,-2 0-472 0 0,-1-1-1 0 0,1 0 1 0 0,-1 0 0 0 0,1 0-1 0 0,0 0 1 0 0,0-1 0 0 0,0 1-1 0 0,0-1 1 0 0,0 1 0 0 0,0-1-1 0 0,0 0 1 0 0,0 0-1 0 0,1 1 1 0 0,-1-1 0 0 0,1-1-1 0 0,-1 1 1 0 0,1 0 0 0 0,0 0-1 0 0,0 0 1 0 0,0-1 0 0 0,0 1-1 0 0,0 0 1 0 0,0-1 0 0 0,1 1-1 0 0,-1-3 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50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3 452 0 0,'0'0'4992'0'0,"15"2"-5148"0"0,6-6-1928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51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1184 0 0,'0'0'5413'0'0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52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40 864 0 0,'9'-7'5051'0'0,"0"-6"-2344"0"0,4-7 5578 0 0,-5 53-6863 0 0,-1 66 552 0 0,-13 183-1 0 0,1-190-1356 0 0,3-37-338 0 0,1-12 178 0 0,-6 44 0 0 0,7-85-312 0 0,0 1 27 0 0,0 10-38 0 0,0-10 11 0 0,-2 15 491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53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0 744 0 0,'0'15'7900'0'0,"6"4"-6879"0"0,-5-18-1438 0 0,0 1 0 0 0,0-1 0 0 0,0 1-1 0 0,0-1 1 0 0,0 0 0 0 0,0 1 0 0 0,0-1 0 0 0,1 0 0 0 0,2 2 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54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1 908 0 0,'0'0'1732'0'0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55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55 1308 0 0,'-15'-7'10134'0'0,"9"7"-9397"0"0,-9-3 2300 0 0,14 3-2980 0 0,1 0 0 0 0,0 0-1 0 0,-1 0 1 0 0,1-1 0 0 0,0 1 0 0 0,-1 0-1 0 0,1 0 1 0 0,0 0 0 0 0,-1-1 0 0 0,1 1-1 0 0,0 0 1 0 0,-1-1 0 0 0,1 1 0 0 0,0 0-1 0 0,0-1 1 0 0,0 1 0 0 0,-1 0 0 0 0,1-1-1 0 0,0 1 1 0 0,0 0 0 0 0,0-1 0 0 0,0 1-1 0 0,0-1 1 0 0,-1 1 0 0 0,1 0 0 0 0,0-1-1 0 0,0 1 1 0 0,0-1 0 0 0,0 1 0 0 0,0-1-1 0 0,0 1 1 0 0,1 0 0 0 0,-1-1 0 0 0,0 0-52 0 0,1 0 1 0 0,0 0 0 0 0,-1 1 0 0 0,1-1-1 0 0,0 0 1 0 0,-1 1 0 0 0,1-1 0 0 0,0 1 0 0 0,0-1-1 0 0,0 1 1 0 0,0-1 0 0 0,-1 1 0 0 0,1-1-1 0 0,0 1 1 0 0,0 0 0 0 0,2-1 0 0 0,-2 1 7 0 0,10-5-3 0 0,-1 1 0 0 0,1 1-1 0 0,0 0 1 0 0,0 0 0 0 0,0 1 0 0 0,1 0 0 0 0,-1 1 0 0 0,0 0-1 0 0,1 1 1 0 0,-1 0 0 0 0,0 1 0 0 0,1 1 0 0 0,-1-1 0 0 0,0 2-1 0 0,12 3 1 0 0,-18-4-7 0 0,0 0-1 0 0,0 0 1 0 0,0 1 0 0 0,-1 0-1 0 0,1-1 1 0 0,0 2-1 0 0,-1-1 1 0 0,0 0 0 0 0,0 1-1 0 0,0 0 1 0 0,0 0-1 0 0,-1 0 1 0 0,0 1 0 0 0,1-1-1 0 0,-2 1 1 0 0,1-1-1 0 0,0 1 1 0 0,-1 0-1 0 0,0 0 1 0 0,2 8 0 0 0,-2-5 7 0 0,-1 0 0 0 0,1 1 0 0 0,-2-1 0 0 0,1 1 0 0 0,-1-1 0 0 0,-1 1 0 0 0,1-1 0 0 0,-2 1 0 0 0,1-1 0 0 0,-1 0 0 0 0,0 1 0 0 0,-5 10 0 0 0,-1 2 14 0 0,-2-1 1 0 0,0 0-1 0 0,-2 0 1 0 0,0-1-1 0 0,0-1 1 0 0,-2 0-1 0 0,-1 0 1 0 0,0-2-1 0 0,-32 28 1 0 0,21-20 146 0 0,-17 13 1249 0 0,40-35-1237 0 0,2-2 26 0 0,0 1-177 0 0,0-1 1 0 0,0 0 0 0 0,0 1-1 0 0,0-1 1 0 0,0 0-1 0 0,0 1 1 0 0,-1-1-1 0 0,1 0 1 0 0,0 0-1 0 0,0 0 1 0 0,0 0-1 0 0,0 0 1 0 0,-1-1 0 0 0,1 1-30 0 0,1-1 1 0 0,0 0 0 0 0,0 1 0 0 0,-1-1 0 0 0,1 0-1 0 0,0 0 1 0 0,0 1 0 0 0,0-1 0 0 0,0 0 0 0 0,0 0-1 0 0,0 1 1 0 0,0-1 0 0 0,0 0 0 0 0,0 0 0 0 0,0 1-1 0 0,1-1 1 0 0,-1 0 0 0 0,0 0 0 0 0,0 1 0 0 0,1-1 0 0 0,-1 0-1 0 0,0 1 1 0 0,1-1 0 0 0,-1 0 0 0 0,1 1 0 0 0,-1-1-1 0 0,1 1 1 0 0,-1-1 0 0 0,1 1 0 0 0,-1-1 0 0 0,1 1-1 0 0,-1-1 1 0 0,1 1 0 0 0,0-1 0 0 0,-1 1 0 0 0,1 0-1 0 0,0 0 1 0 0,0-1 0 0 0,1 1 0 0 0,1-2 0 0 0,1 0 0 0 0,0 0-1 0 0,0 1 1 0 0,0 0 0 0 0,0 0 0 0 0,1 0 0 0 0,-1 0 0 0 0,0 1-1 0 0,5-1 1 0 0,4 2-5 0 0,0 1 0 0 0,-1 0 0 0 0,0 0 0 0 0,1 2 0 0 0,-1-1 0 0 0,0 2 0 0 0,0-1 0 0 0,-1 2 0 0 0,0-1 0 0 0,0 2 0 0 0,0-1 0 0 0,0 2 0 0 0,-1-1 0 0 0,-1 1 0 0 0,1 1 0 0 0,10 12 0 0 0,-14-14 58 0 0,-1-1 1 0 0,0 1-1 0 0,0 1 0 0 0,0-1 1 0 0,-1 0-1 0 0,0 1 0 0 0,-1 0 1 0 0,0 0-1 0 0,0 0 0 0 0,-1 0 1 0 0,2 11-1 0 0,-3-12 94 0 0,-1 0-1 0 0,1 0 1 0 0,-2 0 0 0 0,1-1 0 0 0,-1 1-1 0 0,0 0 1 0 0,0 0 0 0 0,-1-1-1 0 0,0 1 1 0 0,0-1 0 0 0,-1 1 0 0 0,0-1-1 0 0,0 0 1 0 0,0 0 0 0 0,-7 9-1 0 0,-1 0 240 0 0,0-1 0 0 0,-1-1-1 0 0,0 0 1 0 0,-1-1-1 0 0,-1 0 1 0 0,0 0-1 0 0,0-2 1 0 0,-1 0-1 0 0,-1-1 1 0 0,1 0-1 0 0,-1-1 1 0 0,-1-1-1 0 0,-33 10 1 0 0,-3-3-136 0 0,0-2 1 0 0,0-3-1 0 0,-71 4 1 0 0,109-12-863 0 0,0-1 0 0 0,1 0 0 0 0,-1-1 0 0 0,-17-4 0 0 0,26 4-304 0 0,0-1 1 0 0,0 0 0 0 0,0 0-1 0 0,0-1 1 0 0,-6-3 0 0 0,8 3-421 0 0,0 1 1 0 0,0-1 0 0 0,1 0-1 0 0,-1 0 1 0 0,1-1 0 0 0,0 1 0 0 0,-5-8-1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56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1420 0 0,'0'0'5580'0'0,"16"4"-315"0"0,-7-4-5987 0 0,8-3-4578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5:58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 59 356 0 0,'16'-21'9396'0'0,"-9"-2"-4465"0"0,-6 23-4839 0 0,-1-1-1 0 0,0 0 1 0 0,0 1-1 0 0,0-1 1 0 0,0 1-1 0 0,0-1 1 0 0,0 0-1 0 0,0 1 1 0 0,0-1-1 0 0,0 0 0 0 0,0 1 1 0 0,0-1-1 0 0,0 1 1 0 0,-1-1-1 0 0,1 1 1 0 0,0-1-1 0 0,0 0 1 0 0,-1 1-1 0 0,1-1 1 0 0,0 1-1 0 0,-1-1 1 0 0,-4 0-24 0 0,0 1 0 0 0,0-1 1 0 0,-1 1-1 0 0,1 1 1 0 0,0-1-1 0 0,0 1 1 0 0,0 0-1 0 0,0 0 1 0 0,0 0-1 0 0,0 1 1 0 0,0-1-1 0 0,0 1 1 0 0,1 1-1 0 0,-1-1 1 0 0,1 1-1 0 0,-7 4 1 0 0,-11 8 137 0 0,-36 33 1 0 0,25-17-69 0 0,1 2-1 0 0,2 2 0 0 0,-28 41 1 0 0,-67 121 125 0 0,101-155-189 0 0,-33 81 0 0 0,49-102-54 0 0,1 1-1 0 0,1-1 1 0 0,1 1-1 0 0,1 0 1 0 0,0 0 0 0 0,1 27-1 0 0,3-41-5 0 0,0 1 1 0 0,1-1-1 0 0,0 1 0 0 0,1-1 1 0 0,0 0-1 0 0,0 0 0 0 0,1 0 1 0 0,0 0-1 0 0,0 0 0 0 0,1-1 1 0 0,0 1-1 0 0,0-1 0 0 0,8 10 0 0 0,-8-12 11 0 0,0-1-1 0 0,0 1 0 0 0,1-1 1 0 0,0 0-1 0 0,-1-1 0 0 0,1 1 0 0 0,0-1 1 0 0,1 0-1 0 0,-1 0 0 0 0,1-1 0 0 0,-1 0 1 0 0,1 0-1 0 0,0 0 0 0 0,-1 0 1 0 0,1-1-1 0 0,0 0 0 0 0,0 0 0 0 0,0-1 1 0 0,0 0-1 0 0,10 0 0 0 0,-10 0 70 0 0,0-1-1 0 0,0 0 0 0 0,0 1 1 0 0,0-2-1 0 0,0 1 0 0 0,0-1 1 0 0,0 0-1 0 0,0 0 1 0 0,-1-1-1 0 0,1 1 0 0 0,-1-1 1 0 0,1-1-1 0 0,-1 1 0 0 0,0-1 1 0 0,-1 0-1 0 0,1 0 1 0 0,7-8-1 0 0,-11 11-70 0 0,0-1 0 0 0,0 0 0 0 0,0 1 1 0 0,0-1-1 0 0,-1 0 0 0 0,1 0 0 0 0,0 0 0 0 0,-1 1 0 0 0,1-1 0 0 0,-1 0 1 0 0,0 0-1 0 0,1 0 0 0 0,-1 0 0 0 0,0 0 0 0 0,0 0 0 0 0,-1 0 1 0 0,1 0-1 0 0,0 1 0 0 0,0-1 0 0 0,-1 0 0 0 0,1 0 0 0 0,-1 0 0 0 0,0 0 1 0 0,0 1-1 0 0,1-1 0 0 0,-1 0 0 0 0,0 1 0 0 0,0-1 0 0 0,-1 0 0 0 0,1 1 1 0 0,0 0-1 0 0,0-1 0 0 0,-1 1 0 0 0,-2-3 0 0 0,-2 0-11 0 0,0-1 0 0 0,0 1 1 0 0,0 0-1 0 0,-1 0 0 0 0,1 1 0 0 0,-1 0 0 0 0,-10-3 0 0 0,-45-8-528 0 0,-2 7-3843 0 0,41 4 1081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00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1964 0 0,'-2'2'1513'0'0,"-15"15"2947"0"0,7-7-1269 0 0,-17 21 2558 0 0,26-30-5242 0 0,2 2-365 0 0,-1-2-81 0 0,1 1 1 0 0,0 0-1 0 0,0-1 1 0 0,0 1-1 0 0,0-1 1 0 0,0 1 0 0 0,0-1-1 0 0,0 1 1 0 0,0-1-1 0 0,1 0 1 0 0,-1 0-1 0 0,0 1 1 0 0,1-1 0 0 0,-1 0-1 0 0,1 0 1 0 0,0 0-1 0 0,-1-1 1 0 0,1 1-1 0 0,0 0 1 0 0,-1-1-1 0 0,1 1 1 0 0,0-1 0 0 0,0 1-1 0 0,-1-1 1 0 0,3 0-1 0 0,11 3 101 0 0,0-1 0 0 0,15 0-1 0 0,-22-2-142 0 0,126-3 348 0 0,-43-2 986 0 0,-58 1-695 0 0,-30 4-505 0 0,8-2 905 0 0,11 1-5289 0 0,-7 1-724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01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69 448 0 0,'7'-33'10671'0'0,"0"-3"-1475"0"0,-6 39-8724 0 0,0 15 299 0 0,-1 0-1 0 0,-1 1 1 0 0,0-1-1 0 0,-6 29 1 0 0,-23 75 1096 0 0,29-119-1829 0 0,-42 145 1032 0 0,-20 75-303 0 0,59-209-692 0 0,2-8-39 0 0,0 0 0 0 0,1 0 1 0 0,-1 0-1 0 0,1 1 0 0 0,0 7 1 0 0,6 3-40 0 0,2-13 16 0 0,-6-3-9 0 0,14 3 14 0 0,17 2-14 0 0,-23-7-5 0 0,-2-1 0 0 0,17 1-162 0 0,-1-1 0 0 0,1-1 1 0 0,-1-1-1 0 0,0-1 0 0 0,35-12 1 0 0,-46 12 134 0 0,1-1 1 0 0,-1-1 0 0 0,0 0 0 0 0,-1 0-1 0 0,0-1 1 0 0,0-1 0 0 0,-1 0 0 0 0,0 0 0 0 0,0-1-1 0 0,-1 0 1 0 0,0-1 0 0 0,-1 0 0 0 0,0 0 0 0 0,-1-1-1 0 0,7-14 1 0 0,-6 8 1268 0 0,-1 0-1 0 0,9-31 0 0 0,-16 47-851 0 0,1-8 963 0 0,-63 287-1344 0 0,-56 365-8 0 0,117-633 0 0 0,-6 24 0 0 0,5-23-1765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03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7 164 0 0,'-4'-7'14112'0'0,"7"9"-14100"0"0,0 0 1 0 0,1 0-1 0 0,-1-1 0 0 0,1 1 1 0 0,0-1-1 0 0,-1 0 0 0 0,1 0 1 0 0,0 0-1 0 0,0 0 0 0 0,5-1 1 0 0,49 2 70 0 0,-41-2-68 0 0,42 0 40 0 0,12 0 22 0 0,-35 0 330 0 0,12 2-2456 0 0,-39-4 144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03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72 1620 0 0,'0'-2'2340'0'0,"1"-58"11202"0"0,0 57-13306 0 0,6 0 45 0 0,-6 3-272 0 0,-1 0 1 0 0,1-1-1 0 0,-1 1 0 0 0,1 0 0 0 0,-1-1 0 0 0,1 1 0 0 0,-1 0 0 0 0,1 0 0 0 0,0-1 1 0 0,-1 1-1 0 0,1 0 0 0 0,-1 0 0 0 0,1 0 0 0 0,0 0 0 0 0,-1 0 0 0 0,1 0 0 0 0,-1 0 1 0 0,1 0-1 0 0,0 0 0 0 0,0 0 0 0 0,9 0 18 0 0,0 2 0 0 0,0-1 0 0 0,0 1 0 0 0,0 0 0 0 0,0 1 0 0 0,0 0 0 0 0,-1 1 0 0 0,1 0 0 0 0,-1 1 0 0 0,0-1 0 0 0,0 2 0 0 0,-1-1 0 0 0,0 1 0 0 0,0 1 0 0 0,10 9 0 0 0,-13-11-18 0 0,0 0-1 0 0,0 1 0 0 0,0-1 0 0 0,-1 1 1 0 0,0 0-1 0 0,0 1 0 0 0,0-1 0 0 0,-1 1 1 0 0,0-1-1 0 0,0 1 0 0 0,-1 0 0 0 0,0 0 1 0 0,0 0-1 0 0,-1 0 0 0 0,0 0 0 0 0,0 1 1 0 0,0-1-1 0 0,-1 0 0 0 0,0 1 0 0 0,-1-1 1 0 0,1 0-1 0 0,-4 11 0 0 0,-2 3 52 0 0,-2-2 0 0 0,0 1 0 0 0,-1-1 0 0 0,-1-1 0 0 0,-1 1 0 0 0,0-2-1 0 0,-17 20 1 0 0,-106 108 1100 0 0,111-123-930 0 0,-13 17 209 0 0,36-39-434 0 0,0 1 1 0 0,-1-1-1 0 0,1 0 0 0 0,0 1 0 0 0,-1-1 0 0 0,1 0 0 0 0,0 1 1 0 0,-1-1-1 0 0,1 0 0 0 0,0 1 0 0 0,0-1 0 0 0,0 1 1 0 0,-1-1-1 0 0,1 1 0 0 0,0-1 0 0 0,0 0 0 0 0,0 1 0 0 0,0-1 1 0 0,0 1-1 0 0,0-1 0 0 0,0 1 0 0 0,0-1 0 0 0,0 1 0 0 0,0-1 1 0 0,0 1-1 0 0,0-1 0 0 0,0 1 0 0 0,0-1 0 0 0,0 1 0 0 0,0-1 1 0 0,1 0-1 0 0,-1 1 0 0 0,0-1 0 0 0,0 1 0 0 0,1-1 0 0 0,-1 0 1 0 0,0 1-1 0 0,0-1 0 0 0,1 0 0 0 0,-1 1 0 0 0,0-1 0 0 0,1 0 1 0 0,-1 1-1 0 0,1-1 0 0 0,-1 0 0 0 0,0 0 0 0 0,1 1 1 0 0,-1-1-1 0 0,1 0 0 0 0,0 0 0 0 0,18 7 87 0 0,-19-7-92 0 0,30 4 76 0 0,-1-1 1 0 0,0-1-1 0 0,0-2 0 0 0,32-3 0 0 0,-16 1-27 0 0,38 1 17 0 0,127-9 263 0 0,-207 9-314 0 0,-1 1-17 0 0,-1-1 0 0 0,0 1 0 0 0,0 0 0 0 0,1-1 0 0 0,-1 1 0 0 0,0 0 0 0 0,1 0 0 0 0,-1 0 0 0 0,0 0 0 0 0,1 0 0 0 0,1 0 0 0 0,-3 0-2 0 0,3 0-174 0 0,16 0-2651 0 0,-12-1 999 0 0,-2 2 201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04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987 0 592 0 0,'-12'10'8163'0'0,"3"-3"-5316"0"0,-1 5 2040 0 0,10-11-4814 0 0,1 0 0 0 0,0-1 0 0 0,-1 1 0 0 0,1-1 0 0 0,0 1 0 0 0,-1-1 0 0 0,1 1 1 0 0,0-1-1 0 0,0 1 0 0 0,-1-1 0 0 0,1 0 0 0 0,0 1 0 0 0,0-1 0 0 0,0 0 1 0 0,0 0-1 0 0,0 1 0 0 0,-1-1 0 0 0,1 0 0 0 0,0 0 0 0 0,0 0 0 0 0,0 0 0 0 0,0 0 1 0 0,1-1-1 0 0,163 6 1528 0 0,-11-2-1171 0 0,-122-1-374 0 0,5-1-7 0 0,0 2 0 0 0,-1 2 0 0 0,61 15 0 0 0,-91-18 7 0 0,0 1 0 0 0,0 0 0 0 0,0 0 0 0 0,-1 1 0 0 0,1-1 0 0 0,-1 1 0 0 0,0 0 0 0 0,0 1 0 0 0,0-1 0 0 0,-1 1 0 0 0,1 0 0 0 0,-1 0 0 0 0,0 1 0 0 0,-1-1 0 0 0,1 1 0 0 0,2 7 0 0 0,4 9 294 0 0,-1 1 0 0 0,11 45 0 0 0,-15-50-222 0 0,6 39 806 0 0,-2 1 1 0 0,-2 1 0 0 0,-2 85 0 0 0,-5-120-697 0 0,-13 244 1790 0 0,-22-1-1072 0 0,25-202-768 0 0,-50 359 587 0 0,-50 329 1258 0 0,-16 306-1880 0 0,65-134-153 0 0,56-860 0 0 0,-38 374 0 0 0,33-343 0 0 0,9-77 0 0 0,-1-2 0 0 0,0-2 0 0 0,1-2 0 0 0,0 3 0 0 0,-1-1 0 0 0,0-2 0 0 0,-2-1 0 0 0,1-1 0 0 0,0 1 0 0 0,0-1 0 0 0,-1-2 0 0 0,0 5 0 0 0,-2-2 0 0 0,-9-4 0 0 0,-16 0 0 0 0,-1-1 0 0 0,-51 3 0 0 0,15-2 0 0 0,-278 51-5200 0 0,-43 5-6745 0 0,169-34-1273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06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88 1976 0 0,'0'-3'1972'0'0,"4"-69"10405"0"0,-4 70-11850 0 0,0-9 1169 0 0,-4 37-1265 0 0,0 50-1 0 0,4-31 24 0 0,-5 58 411 0 0,-4 0 0 0 0,-42 192-1 0 0,24-182-380 0 0,6-27-3199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07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127 217 1324 0 0,'1'-12'1155'0'0,"1"-1"1"0"0,0 1-1 0 0,1-1 0 0 0,1 1 0 0 0,0 0 0 0 0,0 0 1 0 0,1 1-1 0 0,9-16 0 0 0,-9 20-991 0 0,0 0 1 0 0,0 1-1 0 0,0-1 1 0 0,1 1-1 0 0,0 1 0 0 0,0-1 1 0 0,1 1-1 0 0,-1 0 1 0 0,1 0-1 0 0,0 1 0 0 0,1 0 1 0 0,-1 0-1 0 0,14-4 1 0 0,-9 4-123 0 0,-1 2 1 0 0,1-1-1 0 0,-1 1 1 0 0,1 1-1 0 0,0 0 1 0 0,0 0-1 0 0,-1 1 1 0 0,1 1-1 0 0,0 0 1 0 0,0 1-1 0 0,-1 0 1 0 0,1 0-1 0 0,-1 2 1 0 0,1-1-1 0 0,-1 1 1 0 0,11 6-1 0 0,-16-7-18 0 0,1 1-1 0 0,-1 0 0 0 0,0 0 1 0 0,0 0-1 0 0,0 0 1 0 0,-1 1-1 0 0,0 0 1 0 0,0 0-1 0 0,0 1 1 0 0,0 0-1 0 0,-1-1 1 0 0,0 1-1 0 0,0 1 1 0 0,0-1-1 0 0,-1 0 1 0 0,0 1-1 0 0,0 0 1 0 0,-1 0-1 0 0,0 0 0 0 0,0 0 1 0 0,-1 0-1 0 0,0 0 1 0 0,0 0-1 0 0,0 0 1 0 0,-1 1-1 0 0,-1 12 1 0 0,-1-5 39 0 0,-1-1 1 0 0,0 1-1 0 0,-2-1 1 0 0,1 1-1 0 0,-2-1 1 0 0,-11 22-1 0 0,-51 72 1454 0 0,44-72 43 0 0,19-26-625 0 0,10-9-300 0 0,1-2-786 0 0,-3 1 176 0 0,1 1-7 0 0,3 0-15 0 0,1 0 0 0 0,-1 1-1 0 0,0 0 1 0 0,1 0 0 0 0,-1 1 0 0 0,0 0 0 0 0,-1 1 0 0 0,1-1-1 0 0,0 1 1 0 0,-1 0 0 0 0,0 1 0 0 0,0-1 0 0 0,0 1 0 0 0,-1 0-1 0 0,0 1 1 0 0,0 0 0 0 0,0-1 0 0 0,0 2 0 0 0,5 8 0 0 0,-3-1 51 0 0,0 0 0 0 0,0 1 0 0 0,-2-1 0 0 0,0 1 0 0 0,0 0 0 0 0,-1 0 0 0 0,-1 1 0 0 0,-1-1 0 0 0,0 1 0 0 0,-1-1 0 0 0,-1 1 0 0 0,0 0 0 0 0,-1-1 0 0 0,-1 1 0 0 0,0 0 0 0 0,-8 27 0 0 0,5-28 234 0 0,0 0 0 0 0,-1 0 1 0 0,0 0-1 0 0,-1-1 0 0 0,-1 0 0 0 0,0 0 0 0 0,-1-1 1 0 0,-1 0-1 0 0,0 0 0 0 0,0-1 0 0 0,-1-1 0 0 0,-1 0 1 0 0,0 0-1 0 0,0-1 0 0 0,-1-1 0 0 0,-21 12 0 0 0,16-12-33 0 0,-1-1 0 0 0,1-1 0 0 0,-1-1-1 0 0,0-1 1 0 0,-1-1 0 0 0,1 0 0 0 0,-1-1-1 0 0,0-1 1 0 0,0-1 0 0 0,0-1-1 0 0,0-1 1 0 0,0-1 0 0 0,0 0 0 0 0,1-1-1 0 0,-25-8 1 0 0,-13-9 95 0 0,53 18-460 0 0,0 0 1 0 0,0 0-1 0 0,0-1 1 0 0,1 1 0 0 0,-1-1-1 0 0,0 0 1 0 0,1 0-1 0 0,0 0 1 0 0,0-1-1 0 0,-4-4 1 0 0,7 7-27 0 0,-1 0 0 0 0,1 0 0 0 0,0 0 0 0 0,0-1 0 0 0,-1 1 0 0 0,1 0 0 0 0,0 0 0 0 0,0-1 0 0 0,0 1 0 0 0,0 0 0 0 0,1 0 0 0 0,-1-1 0 0 0,0 1 0 0 0,0 0 0 0 0,1 0 0 0 0,-1 0 0 0 0,1 0 0 0 0,-1-1 0 0 0,1 1 0 0 0,-1 0 0 0 0,1 0 0 0 0,0 0 0 0 0,1-1 0 0 0,19-22-3609 0 0,-3 13-1620 0 0,30-15 0 0 0,-44 24 4142 0 0,19-11-6869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07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95 344 0 0,'-3'-14'23137'0'0,"3"13"-23072"0"0,1 0-1 0 0,-1 0 1 0 0,1 0 0 0 0,0 0-1 0 0,0 0 1 0 0,-1 0 0 0 0,1 0-1 0 0,0 0 1 0 0,0 0 0 0 0,0 1-1 0 0,0-1 1 0 0,0 0 0 0 0,0 1 0 0 0,0-1-1 0 0,0 1 1 0 0,0-1 0 0 0,1 1-1 0 0,-1-1 1 0 0,0 1 0 0 0,2 0-1 0 0,29-5 333 0 0,-18 4-296 0 0,328-43 825 0 0,-339 44-897 0 0,1-1 5 0 0,46-8-267 0 0,-47 8-313 0 0,7-4-1978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08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181 262 3452 0 0,'37'-53'16498'0'0,"-36"53"-16309"0"0,-1-1 0 0 0,0 0 0 0 0,1 1 0 0 0,-1-1 0 0 0,1 1 0 0 0,-1-1 0 0 0,1 0 0 0 0,-1 1 0 0 0,1-1 0 0 0,-1 1 0 0 0,1-1 1 0 0,-1 1-1 0 0,1 0 0 0 0,0-1 0 0 0,1 0 0 0 0,-1 3-69 0 0,0 0-1 0 0,0 1 1 0 0,-1-1 0 0 0,1 0 0 0 0,0 0-1 0 0,-1 0 1 0 0,0 1 0 0 0,1-1 0 0 0,-1 0 0 0 0,0 1-1 0 0,0-1 1 0 0,0 0 0 0 0,-1 3 0 0 0,-6 38 1386 0 0,4-30-1036 0 0,-86 347 4434 0 0,-18-33-3680 0 0,101-312-1213 0 0,6-14-11 0 0,0-1 0 0 0,0 0 0 0 0,0 0 0 0 0,0 1 0 0 0,0-1 0 0 0,0 0 0 0 0,0 0 0 0 0,0 1 0 0 0,0-1 0 0 0,0 0 0 0 0,0 0 0 0 0,0 1 0 0 0,0-1 0 0 0,-1 0 0 0 0,1 0 0 0 0,0 0 0 0 0,0 1 0 0 0,0-1 0 0 0,0 0 0 0 0,0 0 0 0 0,-1 0 0 0 0,1 0 0 0 0,0 1 0 0 0,0-1 0 0 0,0 0 0 0 0,-1 0 0 0 0,1 0 0 0 0,0 0 0 0 0,0 0 0 0 0,-1 0 0 0 0,1 1 0 0 0,0-1 0 0 0,0 0 0 0 0,-1 0 0 0 0,1 0 0 0 0,0 0 0 0 0,0 0 0 0 0,0 0 0 0 0,-1 0 0 0 0,1 0 0 0 0,0 0 0 0 0,0 0 0 0 0,-1 0 0 0 0,1 0 0 0 0,0 0 0 0 0,0 0 0 0 0,-1-1 0 0 0,1 1 0 0 0,0 0 0 0 0,0 0 0 0 0,-1 0 0 0 0,1 0 0 0 0,0 0 0 0 0,0 0 0 0 0,0-1 0 0 0,-1 1 0 0 0,1 0 0 0 0,-4-7 0 0 0,2-2 0 0 0,1 0 0 0 0,-1-1 0 0 0,1 1 0 0 0,1 0 0 0 0,0 0 0 0 0,0-1 0 0 0,1 1 0 0 0,3-16 0 0 0,-3 14 0 0 0,12-67-27 0 0,3 1 0 0 0,3 1 0 0 0,4 1 1 0 0,3 1-1 0 0,3 1 0 0 0,46-84 0 0 0,-54 117-86 0 0,2 2 1 0 0,1 0-1 0 0,2 1 1 0 0,48-51-1 0 0,-72 85 97 0 0,0 1 0 0 0,1-1 0 0 0,0 1 0 0 0,-1 0 0 0 0,1 0 0 0 0,0 0 0 0 0,0 0-1 0 0,0 0 1 0 0,1 1 0 0 0,-1-1 0 0 0,0 1 0 0 0,0 0 0 0 0,1 0 0 0 0,-1 0 0 0 0,1 0 0 0 0,4 0-1 0 0,-4 2 15 0 0,-1-1-1 0 0,0 1 0 0 0,1 0 0 0 0,-1 0 0 0 0,0 0 0 0 0,1 0 1 0 0,-1 0-1 0 0,0 1 0 0 0,0 0 0 0 0,0-1 0 0 0,0 1 1 0 0,-1 0-1 0 0,1 1 0 0 0,0-1 0 0 0,-1 0 0 0 0,1 1 0 0 0,1 2 1 0 0,4 5 38 0 0,0 0 0 0 0,-2 0 1 0 0,1 1-1 0 0,-1-1 0 0 0,0 1 1 0 0,-1 1-1 0 0,6 19 0 0 0,17 87 121 0 0,-24-93-134 0 0,7 38 65 0 0,-4 1-1 0 0,-2 0 1 0 0,-3 0-1 0 0,-12 121 1 0 0,7-128-36 0 0,3-35-33 0 0,-1-1 0 0 0,-2 0 0 0 0,-4 23 0 0 0,6-40 24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09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157 118 1920 0 0,'-134'-49'18962'0'0,"115"39"-17171"0"0,15 4-779 0 0,26 2-442 0 0,-10 3-570 0 0,223-20-1499 0 0,-1 9-7237 0 0,-171 10 4040 0 0,2-2-2224 0 0</inkml:trace>
  <inkml:trace contextRef="#ctx0" brushRef="#br0" timeOffset="1">1771 5 680 0 0,'-4'0'3106'0'0,"-40"-2"16236"0"0,65 4-19640 0 0,125-4-187 0 0,-55-1-6733 0 0</inkml:trace>
  <inkml:trace contextRef="#ctx0" brushRef="#br0" timeOffset="2">1546 347 3164 0 0,'-130'71'19709'0'0,"130"-71"-19651"0"0,0 1 0 0 0,0-1-1 0 0,0 1 1 0 0,1-1 0 0 0,-1 0-1 0 0,0 1 1 0 0,0-1-1 0 0,0 1 1 0 0,1-1 0 0 0,-1 0-1 0 0,0 1 1 0 0,0-1-1 0 0,1 0 1 0 0,-1 1 0 0 0,0-1-1 0 0,1 0 1 0 0,-1 0-1 0 0,0 1 1 0 0,1-1 0 0 0,-1 0-1 0 0,1 0 1 0 0,-1 0 0 0 0,0 1-1 0 0,1-1 1 0 0,-1 0-1 0 0,1 0 1 0 0,-1 0 0 0 0,1 0-1 0 0,-1 0 1 0 0,0 0-1 0 0,1 0 1 0 0,-1 0 0 0 0,1 0-1 0 0,160-9 1608 0 0,-10 0-2700 0 0,0-2-5671 0 0,-89-1-1752 0 0,-27 5 564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1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500 135 624 0 0,'2'-2'1937'0'0,"0"-1"-1341"0"0,26-36 7122 0 0,-7-7-1117 0 0,-20 44-6054 0 0,-1-1-62 0 0,0-1-387 0 0,0 3 33 0 0,-1-1-1 0 0,1 0 0 0 0,0 0 0 0 0,0 0 0 0 0,-1 0 1 0 0,1 0-1 0 0,-1 1 0 0 0,1-1 0 0 0,-1 0 1 0 0,0 0-1 0 0,0 1 0 0 0,0-1 0 0 0,0 1 0 0 0,0-1 1 0 0,0 1-1 0 0,0-1 0 0 0,-1 1 0 0 0,1-1 0 0 0,-2 0 1 0 0,2 1 12 0 0,-3 0-107 0 0,0 1-25 0 0,1 0 0 0 0,-1 1 0 0 0,0-1 1 0 0,1 1-1 0 0,-1-1 0 0 0,1 1 0 0 0,-1 0 0 0 0,1 0 0 0 0,-1 1 0 0 0,1-1 1 0 0,0 1-1 0 0,-1-1 0 0 0,-2 4 0 0 0,-9 6 4 0 0,1 1 1 0 0,0 1-1 0 0,0 0 1 0 0,2 1-1 0 0,-1 0 0 0 0,2 1 1 0 0,0 0-1 0 0,1 1 1 0 0,-15 31-1 0 0,-3 17 365 0 0,-26 86-1 0 0,46-127-207 0 0,-26 100 1347 0 0,-31 208 1 0 0,54-265-1155 0 0,-82 776 4159 0 0,89-351-3127 0 0,9-367-1291 0 0,9 402 599 0 0,-48 197-705 0 0,18-481 0 0 0,4 129 0 0 0,12-181 0 0 0,2-80 0 0 0,-1-81 0 0 0,0 26 0 0 0,-1-36 0 0 0,0-4 0 0 0,0 2 0 0 0,0-1 0 0 0,0-1 0 0 0,0-1 0 0 0,0-1 0 0 0,2 0 0 0 0,-1 0 0 0 0,0 1 0 0 0,1-1 0 0 0,2-1 0 0 0,0 1 0 0 0,1-2 0 0 0,0 3 0 0 0,0-3 0 0 0,1-1 0 0 0,0 1 0 0 0,-1-1 0 0 0,0-1 0 0 0,3-1 0 0 0,3 1 0 0 0,5-4 0 0 0,7-4 0 0 0,1 0 0 0 0,0-2 0 0 0,-1-1 0 0 0,1-1 0 0 0,25-7 0 0 0,-5 2 0 0 0,874-120 0 0 0,-871 123 17 0 0,-8 1-76 0 0,-1-1 1 0 0,45-13-1 0 0,-48 7-4156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11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26 154 288 0 0,'-25'-46'21625'0'0,"25"46"-21611"0"0,-1-1-1 0 0,1 0 1 0 0,0 1 0 0 0,0-1-1 0 0,0 0 1 0 0,1 1-1 0 0,-1-1 1 0 0,0 1-1 0 0,0-1 1 0 0,0 0-1 0 0,0 1 1 0 0,1-1-1 0 0,-1 1 1 0 0,0-1 0 0 0,1 1-1 0 0,-1-1 1 0 0,0 0-1 0 0,1 1 1 0 0,-1-1-1 0 0,0 1 1 0 0,1-1-1 0 0,82-15 134 0 0,110-8-1 0 0,-115 16-123 0 0,239-27 3075 0 0,-315 35-2905 0 0,17-2 114 0 0,3-1-1382 0 0,-10 1-3436 0 0,-2-2 1967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15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27 2652 0 0,'-56'16'16924'0'0,"56"-15"-16895"0"0,1 0 0 0 0,0-1 0 0 0,0 1 0 0 0,-1-1 0 0 0,1 1 0 0 0,0-1 0 0 0,0 1 0 0 0,0-1 0 0 0,0 1 0 0 0,-1-1 0 0 0,1 0 0 0 0,0 1 0 0 0,0-1 0 0 0,0 0-1 0 0,0 0 1 0 0,0 0 0 0 0,0 0 0 0 0,0 0 0 0 0,1 0 0 0 0,20 1 257 0 0,-21-1-281 0 0,60 0 566 0 0,69-10 1 0 0,-33 2-334 0 0,149-15 547 0 0,-225 23-372 0 0,-17 0-239 0 0,0-1 3 0 0,11 0-53 0 0,-11 1 4 0 0,15-2 143 0 0,-3 0-394 0 0,-13 2-156 0 0,9-3-2309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16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46 104 1176 0 0,'-1'-2'2966'0'0,"-44"-40"12898"0"0,46 38-15594 0 0,-1 3-265 0 0,0 1 1 0 0,0 0 0 0 0,0 0-1 0 0,0-1 1 0 0,-1 1-1 0 0,1 0 1 0 0,0 0 0 0 0,0 0-1 0 0,0-1 1 0 0,1 1-1 0 0,-1 0 1 0 0,0 0-1 0 0,0-1 1 0 0,0 1 0 0 0,0 0-1 0 0,0 0 1 0 0,0 0-1 0 0,0-1 1 0 0,0 1 0 0 0,0 0-1 0 0,0 0 1 0 0,1 0-1 0 0,-1-1 1 0 0,0 1 0 0 0,0 0-1 0 0,0 0 1 0 0,0 0-1 0 0,1 0 1 0 0,-1-1 0 0 0,0 1-1 0 0,0 0 1 0 0,0 0-1 0 0,1 0 1 0 0,-1 0 0 0 0,0 0-1 0 0,0 0 1 0 0,0 0-1 0 0,1 0 1 0 0,220-41-49 0 0,-160 35-2813 0 0,-40 5-514 0 0,1 1-3442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16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0 80 0 0,'-128'16'11617'0'0,"124"-15"-11475"0"0,0 1 0 0 0,1-1 0 0 0,-1 1 0 0 0,1-1 1 0 0,0 1-1 0 0,-1 0 0 0 0,1 0 0 0 0,0 0 0 0 0,0 1 0 0 0,0-1 0 0 0,0 1 0 0 0,1 0 0 0 0,-1 0 0 0 0,1 0 1 0 0,-3 4-1 0 0,-2 3 390 0 0,1 1 0 0 0,-10 22 0 0 0,8-15-67 0 0,2 0 0 0 0,-8 33 0 0 0,12-45-399 0 0,1 0-1 0 0,0 1 1 0 0,1-1-1 0 0,-1 1 1 0 0,1-1-1 0 0,0 1 1 0 0,1-1-1 0 0,0 1 1 0 0,0-1-1 0 0,0 0 1 0 0,3 9-1 0 0,-2-13-43 0 0,-1 0-1 0 0,1 0 1 0 0,-1 0 0 0 0,1 0-1 0 0,-1 0 1 0 0,1 0-1 0 0,0 0 1 0 0,0-1-1 0 0,0 1 1 0 0,0-1-1 0 0,0 1 1 0 0,0-1-1 0 0,0 0 1 0 0,1 0 0 0 0,-1 0-1 0 0,0 0 1 0 0,1 0-1 0 0,-1-1 1 0 0,1 1-1 0 0,-1-1 1 0 0,1 1-1 0 0,-1-1 1 0 0,3 0 0 0 0,9 1 26 0 0,-1-1 0 0 0,0-1 0 0 0,14-2 0 0 0,-16 2-42 0 0,97-14 92 0 0,-97 14-84 0 0,1 1 0 0 0,0 1 0 0 0,0 0-1 0 0,-1 1 1 0 0,1 0 0 0 0,-1 0 0 0 0,1 1 0 0 0,-1 1-1 0 0,0 0 1 0 0,0 0 0 0 0,-1 1 0 0 0,1 1 0 0 0,10 7-1 0 0,-14-9 134 0 0,0 1-1 0 0,0 1 1 0 0,0-1-1 0 0,-1 1 1 0 0,0 1-1 0 0,0-1 1 0 0,-1 1-1 0 0,0 0 1 0 0,0 0-1 0 0,0 0 0 0 0,-1 1 1 0 0,0-1-1 0 0,0 1 1 0 0,-1 0-1 0 0,0 1 1 0 0,-1-1-1 0 0,0 0 1 0 0,0 1-1 0 0,0 9 1 0 0,-1-11 79 0 0,-1-1-1 0 0,-1 1 1 0 0,1 0 0 0 0,-1-1 0 0 0,0 1 0 0 0,-1 0 0 0 0,1-1 0 0 0,-1 1 0 0 0,-1-1 0 0 0,1 0 0 0 0,-1 0 0 0 0,0 0 0 0 0,-1 0-1 0 0,1 0 1 0 0,-1-1 0 0 0,0 1 0 0 0,-1-1 0 0 0,1 0 0 0 0,-1 0 0 0 0,0-1 0 0 0,-10 8 0 0 0,4-5 0 0 0,1 0 1 0 0,-1-1-1 0 0,0-1 1 0 0,0 0 0 0 0,-1 0-1 0 0,0-1 1 0 0,1-1-1 0 0,-1 0 1 0 0,-1 0-1 0 0,1-1 1 0 0,-14 0-1 0 0,-9-1-40 0 0,1-3 0 0 0,0 0 0 0 0,0-2 0 0 0,-49-13 0 0 0,-5-8-8169 0 0,73 18 2646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19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0 1904 0 0,'-4'1'4177'0'0,"-15"1"209"0"0,-2 2 500 0 0,19-4-3910 0 0,-42 12 9287 0 0,43-12-10165 0 0,1 1 1 0 0,-1-1 0 0 0,0 0-1 0 0,1 0 1 0 0,-1 0 0 0 0,1 0 0 0 0,-1 1-1 0 0,1-1 1 0 0,-1 0 0 0 0,1 1-1 0 0,-1-1 1 0 0,1 0 0 0 0,-1 1-1 0 0,1-1 1 0 0,-1 1 0 0 0,0 0-1 0 0,2 0-61 0 0,0 1 0 0 0,1-1 0 0 0,-1 0 0 0 0,0 0 0 0 0,1 0 0 0 0,-1 0 0 0 0,0 0 0 0 0,1 0 0 0 0,-1-1 0 0 0,1 1 0 0 0,0 0 0 0 0,-1-1 0 0 0,1 1 0 0 0,-1-1 0 0 0,1 1 0 0 0,2-1 0 0 0,36 6 202 0 0,-23-4-156 0 0,128 10 189 0 0,-34-4-207 0 0,43-2-16 0 0,-25-1 514 0 0,-125-5-396 0 0,40 0 447 0 0,-40 0-514 0 0,0-2-658 0 0,1-1-852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20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91 2312 0 0,'51'-91'27189'0'0,"-49"109"-26649"0"0,0-1-1 0 0,0 1 0 0 0,-2-1 1 0 0,0 1-1 0 0,-4 24 0 0 0,3-34-509 0 0,-18 205-30 0 0,-16 227 0 0 0,32-368 0 0 0,3-55 0 0 0,0-1 0 0 0,0 1-2042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25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69 628 0 0,'9'-22'8219'0'0,"1"0"-3195"0"0,-10 10-1227 0 0,2 7-2039 0 0,1-2-2294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27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1 844 0 0,'0'0'4088'0'0,"11"8"-4584"0"0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28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1116 0 0,'0'0'2424'0'0,"-14"4"-4616"0"0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29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61 828 0 0,'-15'-9'6693'0'0,"9"5"-5171"0"0,-18-9 6031 0 0,17 11-7224 0 0,-18-2 9218 0 0,16 4-8019 0 0,12 1-1489 0 0,28 2 26 0 0,0-1 1 0 0,0-2-1 0 0,0-1 1 0 0,44-7-1 0 0,-25 3-40 0 0,54-8 9 0 0,10 5-34 0 0,-110 8 13 0 0,-1 0-3 0 0,11 0-12 0 0,-10 0 2 0 0,-6 2-110 0 0,-2 2 113 0 0,1-1-1 0 0,-1 0 1 0 0,-1 0 0 0 0,1 0 0 0 0,0-1 0 0 0,-1 1-1 0 0,1-1 1 0 0,-1 0 0 0 0,0-1 0 0 0,-5 2-1 0 0,-59 14-128 0 0,47-12 103 0 0,-90 14 8 0 0,-13 5-56 0 0,122-23 39 0 0,-1-1-45 0 0,-10 0 22 0 0,11 0-54 0 0,19-4-398 0 0,45-14 574 0 0,-37 11 13 0 0,35-14 1 0 0,-58 20-57 0 0,17-3 102 0 0,2-1 67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35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538 35 1040 0 0,'15'-33'19402'0'0,"-16"31"-19040"0"0,-11 5 2718 0 0,-27 24-4761 0 0,26-17 2698 0 0,-9 6-946 0 0,1 0-1 0 0,1 2 1 0 0,0 0-1 0 0,-19 25 1 0 0,-63 90 91 0 0,91-117-119 0 0,-132 204 174 0 0,121-177-206 0 0,1 1 0 0 0,2 1 0 0 0,-19 66 1 0 0,35-102 10 0 0,1 1 0 0 0,0-1 0 0 0,1 1 0 0 0,0 0 0 0 0,1 0 0 0 0,0-1 0 0 0,0 1 0 0 0,1 0 0 0 0,0-1 0 0 0,1 1 1 0 0,0 0-1 0 0,3 9 0 0 0,-2-13-3 0 0,-1-1 1 0 0,1 1-1 0 0,0-1 1 0 0,0 0-1 0 0,0 0 1 0 0,1 0-1 0 0,0 0 1 0 0,0 0 0 0 0,0-1-1 0 0,0 0 1 0 0,1 0-1 0 0,0 0 1 0 0,0-1-1 0 0,0 1 1 0 0,0-1-1 0 0,0 0 1 0 0,1-1-1 0 0,-1 1 1 0 0,1-1-1 0 0,8 2 1 0 0,-1-1 25 0 0,0 0 0 0 0,1-1 0 0 0,-1-1 0 0 0,0 0-1 0 0,0-1 1 0 0,1 0 0 0 0,-1-1 0 0 0,0-1 0 0 0,17-4 0 0 0,-9 1 112 0 0,-1-1 0 0 0,-1-1 0 0 0,1-1 1 0 0,-1-1-1 0 0,20-13 0 0 0,-33 18-34 0 0,0 0 1 0 0,0 0-1 0 0,-1 0 0 0 0,0-1 0 0 0,0 0 1 0 0,0 0-1 0 0,0 0 0 0 0,-1-1 0 0 0,0 1 0 0 0,0-1 1 0 0,0 0-1 0 0,2-7 0 0 0,-5 11-107 0 0,0 0-1 0 0,-1 1 1 0 0,1-1 0 0 0,-1 0-1 0 0,1 0 1 0 0,-1 0 0 0 0,0 0-1 0 0,0 0 1 0 0,0 0 0 0 0,0 1-1 0 0,0-1 1 0 0,0 0-1 0 0,0 0 1 0 0,-1 0 0 0 0,1 0-1 0 0,-1 0 1 0 0,1 1 0 0 0,-1-1-1 0 0,0 0 1 0 0,1 0 0 0 0,-1 1-1 0 0,0-1 1 0 0,0 0-1 0 0,-1 1 1 0 0,1-1 0 0 0,0 1-1 0 0,0-1 1 0 0,-1 1 0 0 0,1 0-1 0 0,-1 0 1 0 0,1 0 0 0 0,-3-2-1 0 0,-1 0-8 0 0,0 1 0 0 0,0-1 0 0 0,0 1 0 0 0,0 0-1 0 0,0 1 1 0 0,0-1 0 0 0,-1 1 0 0 0,1 0 0 0 0,-1 0 0 0 0,-10 1 0 0 0,-11 0-142 0 0,1 2 0 0 0,-35 6 0 0 0,2 8-2786 0 0,48-12 968 0 0,1 0 0 0 0,0 1 0 0 0,-11 6-1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37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56 1308 0 0,'32'-30'7733'0'0,"-18"14"-4672"0"0,-2 6-406 0 0,-12 10-2625 0 0,0 1 0 0 0,0-1 0 0 0,0 0 0 0 0,0 1 0 0 0,0-1 0 0 0,0 0 0 0 0,0 1 0 0 0,1-1 0 0 0,-1 0 0 0 0,0 0 0 0 0,0 1 0 0 0,0-1 0 0 0,0 0 0 0 0,0 0 0 0 0,0 1 0 0 0,1-1 0 0 0,-1 0 0 0 0,0 0 0 0 0,0 1 0 0 0,0-1 0 0 0,1 0 0 0 0,-1 0 0 0 0,0 0 0 0 0,0 1 0 0 0,1-1 0 0 0,-1 0 0 0 0,0 0 0 0 0,0 0 0 0 0,1 0 0 0 0,-1 0 0 0 0,0 0 0 0 0,1 1 0 0 0,-1-1 0 0 0,0 0 0 0 0,0 0 0 0 0,1 0 0 0 0,-1 0 0 0 0,0 0 0 0 0,1 0 0 0 0,-1 0 0 0 0,0 0 0 0 0,1 0 0 0 0,-1-1 0 0 0,0 1 0 0 0,0 0 0 0 0,1 0 0 0 0,-1 0 0 0 0,0 0 0 0 0,1 0 0 0 0,-1 0 0 0 0,0-1 0 0 0,0 1 0 0 0,1 0 0 0 0,-1 0 0 0 0,0 0 0 0 0,0 0 0 0 0,0-1 0 0 0,1 1 0 0 0,-1 0 0 0 0,0 0 0 0 0,0-1 0 0 0,0 1 0 0 0,0 0 0 0 0,0 0 0 0 0,1-1 0 0 0,-2 28 41 0 0,-71 381 1216 0 0,55-309-1042 0 0,17-98-233 0 0,-1 0-1 0 0,1 1 0 0 0,0-1 0 0 0,0 0 1 0 0,0 0-1 0 0,1 0 0 0 0,-1 0 1 0 0,0 1-1 0 0,0-1 0 0 0,1 0 0 0 0,-1 0 1 0 0,1 0-1 0 0,-1 0 0 0 0,1 0 1 0 0,-1 0-1 0 0,1 0 0 0 0,-1 0 0 0 0,1 0 1 0 0,0 0-1 0 0,0 0 0 0 0,0 0 0 0 0,-1 0 1 0 0,1-1-1 0 0,0 1 0 0 0,0 0 1 0 0,0-1-1 0 0,0 1 0 0 0,0 0 0 0 0,0-1 1 0 0,0 1-1 0 0,0-1 0 0 0,1 0 0 0 0,-1 1 1 0 0,0-1-1 0 0,2 0 0 0 0,5 2 25 0 0,-1-1 0 0 0,1 0 0 0 0,0 0 0 0 0,8-1 0 0 0,-13 0-30 0 0,22-1 26 0 0,1 0-1 0 0,-1-2 0 0 0,-1-1 0 0 0,1-1 1 0 0,0-1-1 0 0,37-14 0 0 0,-50 15-3 0 0,1 0 1 0 0,-1-1-1 0 0,-1 0 1 0 0,1-1-1 0 0,-1-1 1 0 0,0 1-1 0 0,-1-2 1 0 0,0 1-1 0 0,0-2 1 0 0,-1 1-1 0 0,0-1 1 0 0,-1-1-1 0 0,0 1 1 0 0,11-20-1 0 0,-14 17 462 0 0,0 1-1 0 0,-1-2 0 0 0,0 1 1 0 0,-1 0-1 0 0,1-19 0 0 0,0 12 320 0 0,-4 18-657 0 0,4-20 453 0 0,-4 26-603 0 0,11 651 744 0 0,-5-523-925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21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93 2200 0 0,'-7'-7'14604'0'0,"38"-1"-14161"0"0,1 2 1 0 0,35-4-1 0 0,-30 6-289 0 0,206-33 359 0 0,-139 24 263 0 0,-101 12-713 0 0,1 1-13 0 0,48-6-830 0 0,-49 6 198 0 0,9 8-3857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22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96 127 1316 0 0,'3'-47'10993'0'0,"-2"17"-5011"0"0,1 13-4733 0 0,-2 14-923 0 0,3 0 92 0 0,-3 3-406 0 0,0-1 1 0 0,0 1-1 0 0,0-1 1 0 0,0 1-1 0 0,0 0 1 0 0,1-1-1 0 0,-1 1 1 0 0,0-1-1 0 0,0 1 1 0 0,0 0-1 0 0,1-1 1 0 0,-1 1-1 0 0,0 0 1 0 0,0 0-1 0 0,1-1 1 0 0,-1 1-1 0 0,0 0 1 0 0,1-1-1 0 0,-1 1 1 0 0,0 0-1 0 0,1 0 1 0 0,-1 0-1 0 0,0-1 1 0 0,1 1-1 0 0,-1 0 1 0 0,15-5 78 0 0,-1 2-1 0 0,0-1 1 0 0,1 2 0 0 0,0 0 0 0 0,0 0 0 0 0,0 2 0 0 0,-1 0 0 0 0,1 0 0 0 0,24 5 0 0 0,-31-4-86 0 0,1 1 0 0 0,0 0 0 0 0,-1 0 0 0 0,0 1-1 0 0,1 0 1 0 0,-1 0 0 0 0,0 1 0 0 0,0 0 0 0 0,-1 0 0 0 0,1 1-1 0 0,-1 0 1 0 0,0 1 0 0 0,0-1 0 0 0,-1 1 0 0 0,0 1 0 0 0,0-1-1 0 0,9 14 1 0 0,-13-16 6 0 0,0 0 1 0 0,-1 0-1 0 0,1 0 0 0 0,-1 0 0 0 0,0 0 0 0 0,0 1 0 0 0,-1-1 0 0 0,0 0 1 0 0,1 0-1 0 0,-1 1 0 0 0,0-1 0 0 0,-1 0 0 0 0,1 1 0 0 0,-1-1 0 0 0,0 0 0 0 0,0 0 1 0 0,0 0-1 0 0,-4 7 0 0 0,-1 3 41 0 0,0 0 1 0 0,-2-1 0 0 0,-16 23-1 0 0,8-16 176 0 0,-1 0 0 0 0,-1-2 0 0 0,-25 21 0 0 0,23-21 679 0 0,13-12-274 0 0,12-8 87 0 0,-4 1-709 0 0,3 0 32 0 0,4 0-35 0 0,0 0 0 0 0,0 1 0 0 0,0 0 0 0 0,0 0 0 0 0,-1 1 1 0 0,1 0-1 0 0,0 0 0 0 0,0 1 0 0 0,-1 0 0 0 0,13 5 0 0 0,-9-2-9 0 0,1 0 0 0 0,-1 2 0 0 0,0-1 0 0 0,-1 1 0 0 0,1 1 0 0 0,10 10 0 0 0,-6-4 18 0 0,-1 2 0 0 0,-1-1 0 0 0,0 2 0 0 0,-1 0 0 0 0,0 0 1 0 0,-1 1-1 0 0,-2 1 0 0 0,9 19 0 0 0,-15-28 142 0 0,0 0 0 0 0,0 0 1 0 0,-1 0-1 0 0,0 0 0 0 0,-1 1 0 0 0,0-1 1 0 0,-1 0-1 0 0,0 0 0 0 0,-1 1 0 0 0,0-1 0 0 0,0 0 1 0 0,-1 0-1 0 0,0 0 0 0 0,-1 0 0 0 0,0 0 0 0 0,-1 0 1 0 0,0-1-1 0 0,-1 1 0 0 0,1-1 0 0 0,-2-1 1 0 0,1 1-1 0 0,-14 15 0 0 0,10-14 42 0 0,0 0 0 0 0,0-1 0 0 0,-1 0 0 0 0,0-1-1 0 0,-1 0 1 0 0,1-1 0 0 0,-1 0 0 0 0,-1 0 0 0 0,0-1 0 0 0,1-1 0 0 0,-2 0 0 0 0,1-1 0 0 0,-1 0-1 0 0,1-1 1 0 0,-1 0 0 0 0,0-1 0 0 0,-22 1 0 0 0,0-3-201 0 0,-1-2 0 0 0,1-2 0 0 0,0-1 0 0 0,-49-13 0 0 0,58 8-157 0 0,13 7-512 0 0,-17-6-4520 0 0,20 6 2152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38 224 0 0,'-41'13'16708'0'0,"41"-13"-16658"0"0,0 0 0 0 0,-1 0 0 0 0,1 0 0 0 0,0 0 0 0 0,0 0 0 0 0,-1 0 1 0 0,1 0-1 0 0,0 0 0 0 0,-1 0 0 0 0,1 0 0 0 0,0 0 0 0 0,-1 0 1 0 0,1 0-1 0 0,0 0 0 0 0,-1 0 0 0 0,1 0 0 0 0,0 0 0 0 0,-1 0 0 0 0,1 0 1 0 0,0 0-1 0 0,0-1 0 0 0,-1 1 0 0 0,1 0 0 0 0,0 0 0 0 0,0 0 1 0 0,-1-1-1 0 0,1 1 0 0 0,0 0 0 0 0,0 0 0 0 0,-1 0 0 0 0,1-1 0 0 0,0 1 1 0 0,0 0-1 0 0,0-1 0 0 0,0 1 0 0 0,-1 0 0 0 0,1 0 0 0 0,0-1 1 0 0,0 1-1 0 0,0 0 0 0 0,0-1 0 0 0,0 1 0 0 0,0 0 0 0 0,0-1 0 0 0,0 1 1 0 0,0 0-1 0 0,0-1 0 0 0,0 1 0 0 0,0 0 0 0 0,0-1 0 0 0,1 0 15 0 0,0-1 0 0 0,-1 1 0 0 0,1 0 0 0 0,0 0-1 0 0,0 0 1 0 0,0-1 0 0 0,0 1 0 0 0,0 0 0 0 0,1 0-1 0 0,-1 0 1 0 0,0 0 0 0 0,2 0 0 0 0,4-3-44 0 0,0 1 0 0 0,0 0 0 0 0,0 0 0 0 0,0 1 0 0 0,0 0 0 0 0,15-2 0 0 0,46-1 12 0 0,-67 5-32 0 0,13-1-3 0 0,0 1 0 0 0,1 1 0 0 0,-1 0 0 0 0,0 1 1 0 0,0 1-1 0 0,0 0 0 0 0,0 1 0 0 0,-1 0 0 0 0,0 1 1 0 0,1 1-1 0 0,19 11 0 0 0,-27-13 3 0 0,0 0-1 0 0,0 0 1 0 0,0 1 0 0 0,-1 0-1 0 0,0 0 1 0 0,0 0-1 0 0,0 1 1 0 0,0 0 0 0 0,-1 0-1 0 0,0 0 1 0 0,0 0 0 0 0,-1 1-1 0 0,0 0 1 0 0,0-1 0 0 0,0 1-1 0 0,-1 0 1 0 0,0 1 0 0 0,0-1-1 0 0,-1 0 1 0 0,0 0 0 0 0,0 1-1 0 0,-1-1 1 0 0,0 0 0 0 0,-1 9-1 0 0,-1 3 22 0 0,-2-1 0 0 0,0 1 0 0 0,-1 0 0 0 0,-1-1 0 0 0,0 0-1 0 0,-2-1 1 0 0,0 1 0 0 0,-1-1 0 0 0,-1-1 0 0 0,-12 17 0 0 0,-12 12 189 0 0,-2-2 0 0 0,-46 44 0 0 0,-107 91 921 0 0,189-177-1129 0 0,-1-1 0 0 0,1 0 0 0 0,-1 1 0 0 0,1-1 0 0 0,-1 0 1 0 0,1 1-1 0 0,0-1 0 0 0,-1 0 0 0 0,1 1 0 0 0,0-1 0 0 0,-1 1 0 0 0,1-1 1 0 0,0 1-1 0 0,-1-1 0 0 0,1 1 0 0 0,0-1 0 0 0,0 1 0 0 0,0-1 0 0 0,-1 1 1 0 0,1-1-1 0 0,0 1 0 0 0,0-1 0 0 0,0 1 0 0 0,0 0 0 0 0,0-1 0 0 0,0 1 0 0 0,0-1 1 0 0,0 1-1 0 0,0-1 0 0 0,1 1 0 0 0,-1-1 0 0 0,0 1 0 0 0,0-1 0 0 0,0 1 1 0 0,1-1-1 0 0,-1 1 0 0 0,0-1 0 0 0,0 1 0 0 0,1-1 0 0 0,-1 1 0 0 0,0-1 1 0 0,1 1-1 0 0,-1-1 0 0 0,1 0 0 0 0,-1 1 0 0 0,0-1 0 0 0,1 0 0 0 0,-1 1 1 0 0,1-1-1 0 0,-1 0 0 0 0,1 0 0 0 0,-1 1 0 0 0,1-1 0 0 0,26 7 89 0 0,9-5-13 0 0,0 0 0 0 0,0-3-1 0 0,41-5 1 0 0,-27 1-39 0 0,310-30 445 0 0,-317 31-1535 0 0,-40 3 528 0 0,-1 0 1 0 0,1 1-1 0 0,-1-2 0 0 0,0 1 1 0 0,0 0-1 0 0,1 0 0 0 0,-1-1 1 0 0,0 1-1 0 0,0-1 0 0 0,0 1 1 0 0,0-1-1 0 0,-1 0 0 0 0,1 0 1 0 0,0 0-1 0 0,-1 0 0 0 0,0 0 0 0 0,1 0 1 0 0,-1-1-1 0 0,1-2 0 0 0,2-1-1666 0 0,8-12-5350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40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554 145 1292 0 0,'-1'-2'1604'0'0,"-3"-14"1370"0"0,-2 0 1 0 0,-13-27 0 0 0,18 41-2573 0 0,-5-8 799 0 0,5 9-1004 0 0,0 0 1 0 0,0 0 0 0 0,0 0-1 0 0,0 0 1 0 0,0 0-1 0 0,1-1 1 0 0,-1 1 0 0 0,1 0-1 0 0,-1 0 1 0 0,0 0 0 0 0,1 0-1 0 0,0-1 1 0 0,-1 1-1 0 0,1 0 1 0 0,0-1 0 0 0,0-1-1 0 0,47-6 360 0 0,1 3 0 0 0,87-1 0 0 0,-58 4-395 0 0,185-5 60 0 0,-256 7-211 0 0,1 1 0 0 0,-1 1 0 0 0,0-1 0 0 0,1 1 0 0 0,-1 0 0 0 0,1 1 0 0 0,-1-1 0 0 0,0 1 0 0 0,0 1 0 0 0,0-1 0 0 0,0 1 0 0 0,7 4 0 0 0,-9-4 39 0 0,0 1 0 0 0,-1-1 0 0 0,1 1 0 0 0,-1 0 1 0 0,0-1-1 0 0,0 1 0 0 0,-1 1 0 0 0,1-1 0 0 0,-1 0 0 0 0,0 1 0 0 0,0-1 0 0 0,0 1 0 0 0,-1 0 0 0 0,1-1 0 0 0,-1 1 0 0 0,1 6 0 0 0,3 40 431 0 0,-2 0-1 0 0,-2 1 0 0 0,-10 85 1 0 0,4-74-171 0 0,-70 925 3241 0 0,20-295-2460 0 0,30-73-941 0 0,25 2 51 0 0,2-247-326 0 0,-23 251 395 0 0,15-488 74 0 0,-1-61 148 0 0,-1 17 3401 0 0,8-89-3408 0 0,-2 5-188 0 0,-1 1-242 0 0,-9-5-55 0 0,-2-4 0 0 0,0-1 0 0 0,0-1 0 0 0,-1 0 0 0 0,1-1 0 0 0,0-1 0 0 0,-20-4 0 0 0,-17-1 0 0 0,-18 3-1804 0 0,-1 2 0 0 0,-70 9 0 0 0,-135 30-6247 0 0,146-18 1351 0 0,-8-2-3500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52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317 172 2244 0 0,'33'-28'11052'0'0,"-24"22"-8981"0"0,-11 23-1899 0 0,0-1-1 0 0,-2 0 0 0 0,1 0 0 0 0,-2-1 0 0 0,-7 19 1 0 0,-2 9 99 0 0,-225 601 1711 0 0,224-608-1851 0 0,1 1 792 0 0,-23 41 1 0 0,35-75-609 0 0,1-4-278 0 0,0-1 0 0 0,0 1 0 0 0,0 0 0 0 0,1-1 0 0 0,-1 1 0 0 0,0-1-1 0 0,0 1 1 0 0,1-1 0 0 0,-1 1 0 0 0,1-1 0 0 0,-1 1 0 0 0,1-1 0 0 0,0 0 0 0 0,0 1-1 0 0,0-4 1 0 0,1-23 35 0 0,2 1-1 0 0,1-1 0 0 0,14-46 1 0 0,-9 40-81 0 0,42-165-272 0 0,101-252 1 0 0,-147 439 268 0 0,7-21-72 0 0,3-1 1 0 0,1 2-1 0 0,29-46 0 0 0,-44 76 76 0 0,1-1 1 0 0,0 0-1 0 0,0 1 1 0 0,1-1-1 0 0,-1 1 1 0 0,0 0-1 0 0,1 0 1 0 0,-1 0-1 0 0,1 0 0 0 0,0 0 1 0 0,0 1-1 0 0,0-1 1 0 0,0 1-1 0 0,0 0 1 0 0,0 0-1 0 0,0 0 1 0 0,0 0-1 0 0,0 0 0 0 0,0 1 1 0 0,0-1-1 0 0,6 1 1 0 0,-6 0 5 0 0,1 1 0 0 0,0 0 0 0 0,-1 0 0 0 0,1 0 1 0 0,-1 0-1 0 0,1 1 0 0 0,-1-1 0 0 0,0 1 0 0 0,1 0 0 0 0,-1 0 0 0 0,0 0 1 0 0,0 1-1 0 0,0-1 0 0 0,-1 1 0 0 0,1-1 0 0 0,-1 1 0 0 0,1 0 0 0 0,2 4 1 0 0,9 14 15 0 0,-1 0 0 0 0,-1 1 0 0 0,-1 1 0 0 0,14 39 1 0 0,20 101-20 0 0,-34-105-374 0 0,-3 1 0 0 0,-3-1 0 0 0,-2 1 0 0 0,-3 0 0 0 0,-12 101 0 0 0,9-143-764 0 0,0 0 1 0 0,-7 19-1 0 0,-7 9-5136 0 0,7-23-101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52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124 258 932 0 0,'-92'-69'17760'0'0,"80"60"-16500"0"0,10 7-1066 0 0,0 0 0 0 0,0 1 0 0 0,-1-1 0 0 0,1 0 0 0 0,1 0 0 0 0,-1 0-1 0 0,-3-5 1 0 0,5 6-174 0 0,1 0 0 0 0,-1 1 0 0 0,0-1 0 0 0,1 0-1 0 0,-1 1 1 0 0,1-1 0 0 0,-1 0 0 0 0,1 1 0 0 0,-1-1-1 0 0,1 1 1 0 0,0-1 0 0 0,-1 1 0 0 0,1-1 0 0 0,0 1-1 0 0,-1 0 1 0 0,1-1 0 0 0,1 0 0 0 0,-2 1 11 0 0,21-11-149 0 0,-1 1 0 0 0,2 0 0 0 0,-1 2 0 0 0,1 1 0 0 0,35-8 0 0 0,-26 7-424 0 0,100-25-2815 0 0,1 1-4993 0 0,-83 17 1820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53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1184 0 0,'0'0'17980'0'0,"3"0"-17760"0"0,126-32-1082 0 0,52-16-8747 0 0,-133 32 3100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54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42 144 3560 0 0,'27'-44'15241'0'0,"-20"35"-12175"0"0,-3 19-2272 0 0,-1-1 0 0 0,0 1 0 0 0,-1 0 0 0 0,0 0 0 0 0,-1 0-1 0 0,0 1 1 0 0,-1 13 0 0 0,1 1 23 0 0,2 41 320 0 0,-2 0 1 0 0,-12 81 0 0 0,-30 130-1311 0 0,15-115-3574 0 0,14-103-671 0 0,6-41 413 0 0</inkml:trace>
  <inkml:trace contextRef="#ctx0" brushRef="#br0" timeOffset="1">201 226 1236 0 0,'-20'-107'15389'0'0,"19"103"-15191"0"0,1 1 0 0 0,0-1 1 0 0,0 1-1 0 0,0-1 0 0 0,0 1 1 0 0,1-1-1 0 0,-1 1 0 0 0,1-1 1 0 0,0 1-1 0 0,0-1 0 0 0,0 1 1 0 0,1 0-1 0 0,-1 0 0 0 0,1 0 1 0 0,-1-1-1 0 0,1 2 0 0 0,0-1 1 0 0,0 0-1 0 0,3-3 0 0 0,3 0-117 0 0,0 1-1 0 0,0 0 1 0 0,0 0-1 0 0,1 1 1 0 0,-1 0-1 0 0,1 0 1 0 0,0 1-1 0 0,0 0 1 0 0,0 0-1 0 0,1 1 1 0 0,-1 1-1 0 0,15-2 1 0 0,1 2-33 0 0,1 0 1 0 0,0 2-1 0 0,37 6 0 0 0,-51-5-31 0 0,0 0-1 0 0,0 1 1 0 0,0 1-1 0 0,0-1 0 0 0,-1 2 1 0 0,0 0-1 0 0,0 0 1 0 0,0 1-1 0 0,14 10 1 0 0,-21-12-4 0 0,0-1 0 0 0,0 0 0 0 0,0 1 0 0 0,0 0 0 0 0,-1 0 0 0 0,0 0 1 0 0,0 0-1 0 0,0 0 0 0 0,0 1 0 0 0,-1-1 0 0 0,1 1 0 0 0,-1 0 0 0 0,0 0 1 0 0,-1 0-1 0 0,1 0 0 0 0,-1 0 0 0 0,0 0 0 0 0,0 0 0 0 0,-1 0 0 0 0,1 1 0 0 0,-1-1 1 0 0,0 0-1 0 0,-1 0 0 0 0,0 7 0 0 0,-2-3-7 0 0,1 0-1 0 0,-2 1 1 0 0,1-1-1 0 0,-1-1 1 0 0,-1 1-1 0 0,1-1 1 0 0,-2 0 0 0 0,1 0-1 0 0,-10 11 1 0 0,-8 7 27 0 0,-33 28-1 0 0,10-9 7 0 0,44-43-36 0 0,1-2-5 0 0,0 1-1 0 0,1-1 1 0 0,-1 0 0 0 0,0 1 0 0 0,1-1 0 0 0,-1 1-1 0 0,0-1 1 0 0,1 1 0 0 0,-1-1 0 0 0,1 1 0 0 0,-1-1-1 0 0,1 1 1 0 0,-1 0 0 0 0,1-1 0 0 0,-1 1 0 0 0,1 0 0 0 0,-1 1-1 0 0,1-2 3 0 0,0 1 0 0 0,0-1 0 0 0,-1 0 0 0 0,1 1-1 0 0,0-1 1 0 0,0 1 0 0 0,0-1 0 0 0,0 1 0 0 0,0-1 0 0 0,-1 1-1 0 0,1-1 1 0 0,0 0 0 0 0,0 1 0 0 0,0-1 0 0 0,0 1 0 0 0,1-1-1 0 0,-1 1 1 0 0,0-1 0 0 0,0 1 0 0 0,0-1 0 0 0,0 0 0 0 0,0 1-1 0 0,1-1 1 0 0,-1 1 0 0 0,0-1 0 0 0,0 0 0 0 0,0 1 0 0 0,1-1-1 0 0,-1 1 1 0 0,0-1 0 0 0,1 0 0 0 0,-1 1 0 0 0,0-1 0 0 0,1 0-1 0 0,-1 0 1 0 0,0 1 0 0 0,1-1 0 0 0,0 0 0 0 0,34 14 4 0 0,-1 2-1 0 0,-1 1 1 0 0,-1 1 0 0 0,0 2 0 0 0,35 29 0 0 0,-49-34-14 0 0,1 1 205 0 0,0 1 0 0 0,25 29-1 0 0,-40-42 70 0 0,-1 0-1 0 0,0 1 0 0 0,0-1 0 0 0,0 1 0 0 0,0-1 0 0 0,-1 1 1 0 0,0 0-1 0 0,0 0 0 0 0,0 0 0 0 0,0 0 0 0 0,-1 1 0 0 0,0-1 0 0 0,0 0 1 0 0,0 1-1 0 0,-1-1 0 0 0,0 0 0 0 0,0 11 0 0 0,-2-11-102 0 0,1-1 1 0 0,-1 1-1 0 0,0 0 0 0 0,-1 0 0 0 0,1-1 0 0 0,-1 1 1 0 0,0-1-1 0 0,0 0 0 0 0,0 0 0 0 0,0 0 0 0 0,-1 0 1 0 0,0-1-1 0 0,0 1 0 0 0,0-1 0 0 0,0 0 0 0 0,-6 4 1 0 0,-5 2 400 0 0,0-1 1 0 0,-1-1 0 0 0,-25 9 0 0 0,11-7-563 0 0,0-1 0 0 0,0-2 0 0 0,-1-1 0 0 0,0-1 0 0 0,-36-1 0 0 0,-154-15 0 0 0,197 9-1245 0 0,-43-11 0 0 0,58 12 837 0 0,0-1 1 0 0,1 0 0 0 0,0 0-1 0 0,-1-1 1 0 0,1 0 0 0 0,1-1-1 0 0,-1 1 1 0 0,-7-7-1 0 0,14 10 4 0 0,0 0-1 0 0,0 0 0 0 0,-1-1 0 0 0,1 1 1 0 0,1 0-1 0 0,-1 0 0 0 0,0-1 0 0 0,0 1 1 0 0,0 0-1 0 0,1-1 0 0 0,-1 1 0 0 0,1-1 1 0 0,-1 1-1 0 0,1-1 0 0 0,0 1 0 0 0,-1-3 1 0 0,3-16-7759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56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67 999 936 0 0,'-15'-33'20423'0'0,"15"31"-20016"0"0,1 1-338 0 0,0 0-1 0 0,1 1 1 0 0,-1-1-1 0 0,1 1 0 0 0,-1-1 1 0 0,1 1-1 0 0,-1-1 1 0 0,1 1-1 0 0,0 0 1 0 0,-1 0-1 0 0,1 0 1 0 0,-1 0-1 0 0,1 0 1 0 0,0 0-1 0 0,1 0 0 0 0,57 0-1034 0 0,52-1-3275 0 0,-39 6-3721 0 0,-48-2 674 0 0</inkml:trace>
  <inkml:trace contextRef="#ctx0" brushRef="#br0" timeOffset="1">149 1276 872 0 0,'-135'97'18430'0'0,"134"-96"-18321"0"0,0 0 0 0 0,0-1 0 0 0,0 1 0 0 0,0 0 0 0 0,0 0 0 0 0,0 0 0 0 0,0-1 0 0 0,0 1 0 0 0,0 0 0 0 0,1 0 0 0 0,-1 1 0 0 0,0-1 0 0 0,0 1-1 0 0,1-2-88 0 0,0 1 0 0 0,0-1 0 0 0,0 0 0 0 0,0 1-1 0 0,0-1 1 0 0,0 0 0 0 0,0 0 0 0 0,0 1 0 0 0,0-1-1 0 0,0 0 1 0 0,0 1 0 0 0,0-1 0 0 0,0 0 0 0 0,1 0-1 0 0,-1 1 1 0 0,0-1 0 0 0,0 0 0 0 0,0 0 0 0 0,0 1-1 0 0,1-1 1 0 0,-1 0 0 0 0,0 0 0 0 0,0 1-1 0 0,1-1 1 0 0,-1 0 0 0 0,0 0 0 0 0,0 0 0 0 0,1 0-1 0 0,-1 0 1 0 0,0 1 0 0 0,0-1 0 0 0,1 0 0 0 0,3 1 20 0 0,0 0 0 0 0,-1-1 0 0 0,1 1 1 0 0,0-1-1 0 0,0 0 0 0 0,-1 0 0 0 0,7 0 1 0 0,250-42-243 0 0,-134 18-1496 0 0,23-2-2152 0 0,-51 7-1938 0 0,-16 2-2073 0 0</inkml:trace>
  <inkml:trace contextRef="#ctx0" brushRef="#br0" timeOffset="2">1792 991 3064 0 0,'-17'-21'23426'0'0,"17"21"-23367"0"0,0 0 0 0 0,0 0-1 0 0,-1 0 1 0 0,1-1 0 0 0,0 1 0 0 0,0 0 0 0 0,0 0 0 0 0,-1-1 0 0 0,1 1 0 0 0,0 0 0 0 0,0 0 0 0 0,0-1 0 0 0,0 1 0 0 0,0 0-1 0 0,0-1 1 0 0,-1 1 0 0 0,1 0 0 0 0,0-1 0 0 0,0 1 0 0 0,0 0 0 0 0,0-1 0 0 0,0 1 0 0 0,0 0 0 0 0,0-1 0 0 0,0 1-1 0 0,1 0 1 0 0,-1-1 0 0 0,0 1 0 0 0,0 0 0 0 0,0 0 0 0 0,0-1 0 0 0,0 1 0 0 0,0 0 0 0 0,1-1 0 0 0,-1 1 0 0 0,0 0-1 0 0,0 0 1 0 0,0-1 0 0 0,1 1 0 0 0,-1 0 0 0 0,0 0 0 0 0,0-1 0 0 0,1 1 0 0 0,-1 0 0 0 0,0 0 0 0 0,0 0 0 0 0,1 0-1 0 0,-1 0 1 0 0,0-1 0 0 0,1 1 0 0 0,-1 0 0 0 0,0 0 0 0 0,1 0 0 0 0,-1 0 0 0 0,0 0 0 0 0,0 0 0 0 0,1 0 0 0 0,-1 0-1 0 0,0 0 1 0 0,1 0 0 0 0,28-4-7 0 0,-24 4 210 0 0,52-5 82 0 0,155-13-681 0 0,-71 5-4162 0 0,-70 4-161 0 0,-25-4-4061 0 0,-15 0-1399 0 0</inkml:trace>
  <inkml:trace contextRef="#ctx0" brushRef="#br0" timeOffset="3">3716 187 3344 0 0,'1'-16'2305'0'0,"-1"1"-1"0"0,-1-1 0 0 0,0 0 1 0 0,-1 0-1 0 0,0 1 0 0 0,-2-1 1 0 0,0 1-1 0 0,0 0 0 0 0,-1 0 1 0 0,-8-15-1 0 0,12 28-1881 0 0,-3 3-344 0 0,0 0 1 0 0,0 1 0 0 0,1-1 0 0 0,-1 1-1 0 0,0 0 1 0 0,1 0 0 0 0,-1 0 0 0 0,1 0-1 0 0,0 0 1 0 0,-1 1 0 0 0,-2 3 0 0 0,3-3 19 0 0,-27 23 162 0 0,1 2 1 0 0,1 1-1 0 0,-30 41 1 0 0,-62 104 441 0 0,67-87-540 0 0,4 3 0 0 0,-55 139 1 0 0,59-106 14 0 0,-43 186 1 0 0,75-250-263 0 0,3 1 1 0 0,2 1-1 0 0,3 0 1 0 0,5 99-1 0 0,2-124-35 0 0,2 1-1 0 0,2-1 1 0 0,1 0-1 0 0,2 0 1 0 0,2-1 0 0 0,1 0-1 0 0,1-1 1 0 0,34 60-1 0 0,-36-76-523 0 0,1 0 0 0 0,1-1 0 0 0,1-1 0 0 0,1 0-1 0 0,0 0 1 0 0,0-2 0 0 0,2 0 0 0 0,0-1 0 0 0,0-1 0 0 0,30 16 0 0 0,-27-18-1005 0 0,0-1 0 0 0,0-1 1 0 0,0-1-1 0 0,1-1 0 0 0,0-1 1 0 0,28 3-1 0 0,31-3-8614 0 0</inkml:trace>
  <inkml:trace contextRef="#ctx0" brushRef="#br0" timeOffset="4">4706 684 4124 0 0,'-7'-22'5166'0'0,"-2"0"-1"0"0,-13-26 797 0 0,9 62-4298 0 0,7-4-1274 0 0,1 0-1 0 0,1 0 0 0 0,-1 0 1 0 0,1 1-1 0 0,1-1 0 0 0,0 1 1 0 0,-2 17-1 0 0,1-9-93 0 0,-81 409 2087 0 0,37-142-4965 0 0,44-258 1058 0 0,-4 20-1840 0 0,-2-18-6066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57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53 504 1632 0 0,'3'-56'8258'0'0,"15"-70"0"0"0,-18 124-8170 0 0,1-1-1 0 0,0 0 1 0 0,0 1-1 0 0,0-1 1 0 0,1 1-1 0 0,-1-1 0 0 0,1 1 1 0 0,-1 0-1 0 0,1 0 1 0 0,0-1-1 0 0,0 1 1 0 0,0 0-1 0 0,0 0 0 0 0,0 1 1 0 0,0-1-1 0 0,1 0 1 0 0,-1 1-1 0 0,0-1 1 0 0,1 1-1 0 0,-1 0 1 0 0,1 0-1 0 0,0 0 0 0 0,-1 0 1 0 0,1 0-1 0 0,0 1 1 0 0,0-1-1 0 0,-1 1 1 0 0,6 0-1 0 0,5-1 24 0 0,0 1 0 0 0,0 0 1 0 0,0 1-1 0 0,24 5 0 0 0,-10 0-27 0 0,-1 1 0 0 0,0 2 0 0 0,0 0 0 0 0,0 2-1 0 0,24 13 1 0 0,-33-14-49 0 0,0 0 0 0 0,-1 1 1 0 0,0 1-1 0 0,-1 0 0 0 0,0 1 0 0 0,-1 1 0 0 0,23 28 0 0 0,-34-37-21 0 0,0-1 1 0 0,0 1-1 0 0,0 0 0 0 0,0 1 1 0 0,-1-1-1 0 0,0 0 0 0 0,0 1 0 0 0,0-1 1 0 0,-1 1-1 0 0,0-1 0 0 0,0 1 1 0 0,0 0-1 0 0,-1 0 0 0 0,1-1 1 0 0,-1 1-1 0 0,-1 0 0 0 0,1 0 1 0 0,-1-1-1 0 0,0 1 0 0 0,-1 0 1 0 0,-2 7-1 0 0,0-4 3 0 0,0-1 0 0 0,0 1 0 0 0,-1-1 0 0 0,-1 0 0 0 0,1 0 0 0 0,-1 0 0 0 0,-1-1 0 0 0,1 0 0 0 0,-1 0 0 0 0,0 0 0 0 0,-16 10 0 0 0,-16 6 63 0 0,-1-1 1 0 0,-1-3 0 0 0,-44 16 0 0 0,61-26 2 0 0,-11 2 1 0 0,33-10-94 0 0,28-1-13 0 0,-10-1 20 0 0,0 1 0 0 0,0 1 0 0 0,0 0 0 0 0,27 7 0 0 0,-14 1-5 0 0,1 1 1 0 0,-1 1 0 0 0,-1 2-1 0 0,0 1 1 0 0,27 18-1 0 0,-35-19 135 0 0,0 2 0 0 0,-1 0-1 0 0,-1 1 1 0 0,0 1 0 0 0,-1 0-1 0 0,29 39 1 0 0,-43-51 66 0 0,0 0-1 0 0,1 0 1 0 0,-2 0 0 0 0,1 1-1 0 0,-1-1 1 0 0,0 1 0 0 0,0-1-1 0 0,0 1 1 0 0,-1 0 0 0 0,0-1-1 0 0,0 1 1 0 0,0 0 0 0 0,-1 0 0 0 0,0 0-1 0 0,-1 11 1 0 0,0-11-37 0 0,-1-1 1 0 0,0 0-1 0 0,0 1 0 0 0,0-1 1 0 0,0 0-1 0 0,-1 0 0 0 0,0 0 1 0 0,0-1-1 0 0,0 1 1 0 0,-1-1-1 0 0,1 1 0 0 0,-1-1 1 0 0,0 0-1 0 0,0-1 0 0 0,-1 1 1 0 0,-8 5-1 0 0,-10 5 141 0 0,-1-2 1 0 0,0 0-1 0 0,0-2 0 0 0,-1 0 1 0 0,-1-2-1 0 0,-43 9 0 0 0,-163 12 664 0 0,213-27-1020 0 0,-82 3 442 0 0,87-5-683 0 0,1 0 0 0 0,0-1 0 0 0,-1-1 0 0 0,1 0 0 0 0,-15-5 0 0 0,27 7 154 0 0,0-1-1 0 0,1 1 0 0 0,-1 0 1 0 0,0-1-1 0 0,0 1 1 0 0,0-1-1 0 0,1 1 1 0 0,-1-1-1 0 0,0 0 0 0 0,0 1 1 0 0,1-1-1 0 0,-1 0 1 0 0,1 1-1 0 0,-1-1 1 0 0,0 0-1 0 0,0-1 0 0 0,0 0-340 0 0,1 1 340 0 0,-1 1 0 0 0,1-1 0 0 0,0 0 0 0 0,0 0 0 0 0,-1 1 0 0 0,1-1 0 0 0,0 0 0 0 0,0 0-1 0 0,0 0 1 0 0,0 1 0 0 0,0-1 0 0 0,0 0 0 0 0,0 0 0 0 0,0 0 0 0 0,1 1 0 0 0,-1-1 0 0 0,0 0 0 0 0,0 0 0 0 0,1 1-1 0 0,-1-1 1 0 0,0 0 0 0 0,1 0 0 0 0,-1 1 0 0 0,1-2 0 0 0,2-4-1325 0 0,1 1 425 0 0,-1 0 0 0 0,0 1 0 0 0,1-1 0 0 0,0 1 0 0 0,0 0 0 0 0,0 0 0 0 0,5-4 0 0 0,-1 1-1686 0 0,17-16-6760 0 0</inkml:trace>
  <inkml:trace contextRef="#ctx0" brushRef="#br0" timeOffset="1">1047 970 3304 0 0,'92'-6'17846'0'0,"-31"-5"-13436"0"0,131-20-3727 0 0,-41 10-5850 0 0,-145 19 4858 0 0,57-10-4349 0 0,-22 1-1245 0 0,-9 0-1899 0 0</inkml:trace>
  <inkml:trace contextRef="#ctx0" brushRef="#br0" timeOffset="2">2220 532 1324 0 0,'28'-49'21347'0'0,"-26"76"-16922"0"0,-21 280-1280 0 0,-23-3-623 0 0,40-294-2518 0 0,-32 173-4 0 0,32-171 0 0 0,2-11 0 0 0,0-1 0 0 0,0 0 0 0 0,0 1 0 0 0,0-1 0 0 0,0 0 0 0 0,0 0 0 0 0,0 1 0 0 0,-1-1 0 0 0,1 0 0 0 0,0 0 0 0 0,0 1 0 0 0,0-1 0 0 0,0 0 0 0 0,0 0 0 0 0,0 1 0 0 0,-1-1 0 0 0,1 0 0 0 0,0 0 0 0 0,0 0 0 0 0,0 1 0 0 0,-1-1 0 0 0,1 0 0 0 0,0 0 0 0 0,0 0 0 0 0,0 0 0 0 0,-1 1 0 0 0,1-1 0 0 0,0 0 0 0 0,0 0 0 0 0,-1 0 0 0 0,1 0 0 0 0,-2-1 0 0 0,1 0 0 0 0,0 0 0 0 0,0 0 0 0 0,0 0 0 0 0,0 0 0 0 0,0 0 0 0 0,0 0 0 0 0,0 0 0 0 0,1 0 0 0 0,-1-1 0 0 0,0 1 0 0 0,1 0 0 0 0,-1-1 0 0 0,1 1 0 0 0,-1 0 0 0 0,1-1 0 0 0,-1 1 0 0 0,1-1 0 0 0,0 1 0 0 0,0-1 0 0 0,0 1 0 0 0,0-3 0 0 0,-1-42 0 0 0,2 42 0 0 0,1-35 0 0 0,2 1 0 0 0,2 1 0 0 0,16-55 0 0 0,46-107 0 0 0,-37 127 0 0 0,3 1 0 0 0,3 2 0 0 0,3 1 0 0 0,84-107 0 0 0,-100 151 0 0 0,-7 17 0 0 0,-14 7 0 0 0,0 0 0 0 0,0 0 0 0 0,1 0 0 0 0,-1 0 0 0 0,0 0 0 0 0,0 1 0 0 0,1-1 0 0 0,-1 1 0 0 0,0 0 0 0 0,0 0 0 0 0,0 0 0 0 0,0 1 0 0 0,0-1 0 0 0,0 1 0 0 0,4 2 0 0 0,-2 1 0 0 0,1-1 0 0 0,-1 1 0 0 0,0 0 0 0 0,0 1 0 0 0,0-1 0 0 0,6 11 0 0 0,0 4 0 0 0,0-1 0 0 0,-2 1 0 0 0,12 36 0 0 0,3 22 0 0 0,-3 2 0 0 0,13 112 0 0 0,-21-73 0 0 0,-4 120 0 0 0,-10-202-1670 0 0,1-28 306 0 0,-1 0 0 0 0,-1 0 0 0 0,1-1 0 0 0,-5 14 0 0 0,5-20 1036 0 0,0 1-1 0 0,1-1 1 0 0,-1 0 0 0 0,0 0 0 0 0,0 0-1 0 0,0 0 1 0 0,-1 0 0 0 0,1 0-1 0 0,0 0 1 0 0,-1-1 0 0 0,1 1 0 0 0,-1 0-1 0 0,0-1 1 0 0,1 1 0 0 0,-1-1-1 0 0,0 1 1 0 0,0-1 0 0 0,0 0 0 0 0,0 0-1 0 0,0 0 1 0 0,0 0 0 0 0,0 0 0 0 0,-1-1-1 0 0,1 1 1 0 0,0-1 0 0 0,0 1-1 0 0,-1-1 1 0 0,1 0 0 0 0,0 0 0 0 0,-1 0-1 0 0,1 0 1 0 0,0 0 0 0 0,0 0 0 0 0,-1-1-1 0 0,1 1 1 0 0,0-1 0 0 0,-4-1-1 0 0,-18-5-9069 0 0</inkml:trace>
  <inkml:trace contextRef="#ctx0" brushRef="#br0" timeOffset="3">2204 1060 3252 0 0,'-54'-38'10067'0'0,"-81"-75"0"0"0,135 113-9986 0 0,-1-1 0 0 0,0 0 0 0 0,0 1 0 0 0,1-1 1 0 0,-1 0-1 0 0,0 1 0 0 0,1-1 0 0 0,-1 0 0 0 0,1 0 0 0 0,-1 0 0 0 0,1 0 0 0 0,-1 1 0 0 0,1-1 0 0 0,0 0 0 0 0,-1 0 0 0 0,1 0 0 0 0,0 0 1 0 0,0 0-1 0 0,0 0 0 0 0,0 0 0 0 0,0 0 0 0 0,0 0 0 0 0,0 0 0 0 0,0 0 0 0 0,0 0 0 0 0,1-2 0 0 0,-1 2-25 0 0,1 0-1 0 0,0-1 0 0 0,0 1 0 0 0,1 0 1 0 0,-1-1-1 0 0,0 1 0 0 0,0 0 1 0 0,1 0-1 0 0,-1 0 0 0 0,0 0 1 0 0,1 0-1 0 0,-1 1 0 0 0,1-1 0 0 0,1-1 1 0 0,9-2-7 0 0,-1 1 0 0 0,1 0 1 0 0,16-3-1 0 0,-25 6-10 0 0,157-16-3209 0 0,-84 11-689 0 0,0-4-3671 0 0,-24 1-2148 0 0</inkml:trace>
  <inkml:trace contextRef="#ctx0" brushRef="#br0" timeOffset="4">3112 97 3144 0 0,'-4'-96'21484'0'0,"5"97"-21208"0"0,1-1-1 0 0,-1 1 0 0 0,0 0 0 0 0,0 0 1 0 0,1 0-1 0 0,-1 0 0 0 0,0 1 1 0 0,0-1-1 0 0,0 0 0 0 0,0 0 0 0 0,0 2 1 0 0,1 0 233 0 0,11 12-79 0 0,-2 1-1 0 0,0 0 0 0 0,-1 0 1 0 0,-1 1-1 0 0,10 24 0 0 0,-3 2 446 0 0,13 48 0 0 0,-19-48-875 0 0,-1 0 0 0 0,-2 1 0 0 0,-3 0 0 0 0,-1 0 0 0 0,-4 66 0 0 0,-4-51 0 0 0,-3 0 0 0 0,-2 0 0 0 0,-27 86 0 0 0,7-56 0 0 0,-64 131 0 0 0,-64 69 0 0 0,-6-29-3264 0 0,-112 109-9316 0 0,143-216-1939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6:57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55 8257 0 0,'-27'-7'4444'0'0,"12"-1"1829"0"0,0 0-977 0 0,7-1-3176 0 0,4-1-2492 0 0,0-3-2200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06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654 380 344 0 0,'1'-3'538'0'0,"10"-42"862"0"0,9-43 5752 0 0,-20 85-7045 0 0,-1-1 643 0 0,1 1 0 0 0,0-1 1 0 0,1 0-1 0 0,-1 1 0 0 0,1-1 0 0 0,-1 0 1 0 0,3-4-1 0 0,5-2-1210 0 0,8-2 679 0 0,-1-1 1 0 0,0 0-1 0 0,-1-1 0 0 0,14-17 0 0 0,-19 19 58 0 0,-1 1 1 0 0,0-1-1 0 0,0 0 1 0 0,7-19-1 0 0,-15 30-273 0 0,1 0-1 0 0,-1 0 0 0 0,0 0 0 0 0,0 0 1 0 0,0 0-1 0 0,0 0 0 0 0,1 0 0 0 0,-1 0 1 0 0,0 0-1 0 0,-1 0 0 0 0,1 0 1 0 0,0 1-1 0 0,0-1 0 0 0,0 0 0 0 0,-1 0 1 0 0,1 0-1 0 0,0 0 0 0 0,-1 0 0 0 0,1 0 1 0 0,-1 0-1 0 0,1 0 0 0 0,-1 1 1 0 0,1-1-1 0 0,-1 0 0 0 0,1 0 0 0 0,-1 1 1 0 0,0-1-1 0 0,0 0 0 0 0,1 1 0 0 0,-1-1 1 0 0,0 1-1 0 0,0-1 0 0 0,0 1 1 0 0,1-1-1 0 0,-1 1 0 0 0,0-1 0 0 0,0 1 1 0 0,0 0-1 0 0,0 0 0 0 0,-1-1 0 0 0,-4 0 17 0 0,1 0 0 0 0,-1 0-1 0 0,1 0 1 0 0,-10 1 0 0 0,14 0-20 0 0,-15 1 2 0 0,0 0 0 0 0,-1 1 0 0 0,1 1 0 0 0,1 1-1 0 0,-31 10 1 0 0,-69 38 14 0 0,-67 46 28 0 0,153-80-56 0 0,1 1-1 0 0,0 1 0 0 0,2 2 1 0 0,-25 25-1 0 0,44-40 5 0 0,1 0-1 0 0,0 0 1 0 0,0 1 0 0 0,1 0 0 0 0,0 0-1 0 0,1 0 1 0 0,-1 0 0 0 0,1 1 0 0 0,1 0-1 0 0,-3 9 1 0 0,5-14 7 0 0,0 1 0 0 0,1 0 0 0 0,-1 0-1 0 0,1-1 1 0 0,0 1 0 0 0,0 0 0 0 0,1 0 0 0 0,0-1 0 0 0,0 1 0 0 0,0 0-1 0 0,0-1 1 0 0,0 1 0 0 0,1-1 0 0 0,0 1 0 0 0,0-1 0 0 0,0 0 0 0 0,1 0-1 0 0,-1 0 1 0 0,1 0 0 0 0,0 0 0 0 0,5 4 0 0 0,16 15-5 0 0,1-2 0 0 0,1-1 0 0 0,1 0 0 0 0,41 20-1 0 0,40 31-23 0 0,-88-58 26 0 0,-2 2 0 0 0,0 0-1 0 0,0 1 1 0 0,-2 1 0 0 0,0 0-1 0 0,-1 2 1 0 0,25 38 0 0 0,-38-52 18 0 0,1 0 0 0 0,-1-1 0 0 0,0 1 0 0 0,-1 0 0 0 0,1 0 1 0 0,-1 1-1 0 0,0-1 0 0 0,0 0 0 0 0,-1 0 0 0 0,1 1 0 0 0,-1-1 1 0 0,0 0-1 0 0,-1 1 0 0 0,1-1 0 0 0,-2 7 0 0 0,0-6 91 0 0,-1 1-1 0 0,1-1 1 0 0,-1 0-1 0 0,0 0 1 0 0,-1 0-1 0 0,1 0 1 0 0,-1 0-1 0 0,0-1 1 0 0,-1 1 0 0 0,-7 7-1 0 0,1-4 170 0 0,0 0-1 0 0,0-1 1 0 0,-1 0-1 0 0,0 0 1 0 0,-1-1-1 0 0,1-1 1 0 0,-1 0 0 0 0,-1-1-1 0 0,1 0 1 0 0,-24 4-1 0 0,22-7-104 0 0,0-1 0 0 0,0 0-1 0 0,0-1 1 0 0,0-1-1 0 0,0-1 1 0 0,0 0 0 0 0,1 0-1 0 0,-1-2 1 0 0,1 0-1 0 0,-27-11 1 0 0,11 1-66 0 0,0-1-1 0 0,1-1 1 0 0,-48-36 0 0 0,29 12-577 0 0,48 39 383 0 0,-1 1 1 0 0,0-1-1 0 0,0 1 0 0 0,1-1 1 0 0,-1 1-1 0 0,0-1 1 0 0,1 0-1 0 0,-1 1 0 0 0,1-1 1 0 0,-1 0-1 0 0,1 1 1 0 0,-1-1-1 0 0,1 0 0 0 0,-1 0 1 0 0,1 0-1 0 0,0 1 1 0 0,-1-1-1 0 0,1 0 0 0 0,0 0 1 0 0,0 0-1 0 0,0 0 1 0 0,0 0-1 0 0,-1 0 0 0 0,1 1 1 0 0,0-1-1 0 0,1 0 0 0 0,-1 0 1 0 0,0 0-1 0 0,0 0 1 0 0,0 0-1 0 0,0 0 0 0 0,1 1 1 0 0,-1-1-1 0 0,0 0 1 0 0,1 0-1 0 0,-1 0 0 0 0,1 1 1 0 0,-1-1-1 0 0,1 0 1 0 0,-1 0-1 0 0,1 1 0 0 0,0-1 1 0 0,-1 0-1 0 0,1 1 1 0 0,0-1-1 0 0,-1 1 0 0 0,1-1 1 0 0,0 1-1 0 0,0-1 1 0 0,-1 1-1 0 0,1 0 0 0 0,0-1 1 0 0,1 1-1 0 0,4-2-699 0 0,-1 0 0 0 0,1 0 0 0 0,0 0 0 0 0,0 1 1 0 0,10-1-1 0 0,37 3-6458 0 0,-31-1 2759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07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405 151 1432 0 0,'7'-10'1919'0'0,"-1"1"0"0"0,-1-1 0 0 0,0 0-1 0 0,0 0 1 0 0,-1 0 0 0 0,6-21 0 0 0,-9 26-1425 0 0,0 1-1 0 0,0-1 1 0 0,-1 0 0 0 0,0 0 0 0 0,0-9-1 0 0,-1 13-452 0 0,1 0 0 0 0,0 0-1 0 0,0 0 1 0 0,-1 0 0 0 0,1 0 0 0 0,-1 0-1 0 0,1 0 1 0 0,-1 0 0 0 0,1 0-1 0 0,-1 0 1 0 0,0 0 0 0 0,1 0-1 0 0,-1 0 1 0 0,0 0 0 0 0,0 1 0 0 0,1-1-1 0 0,-1 0 1 0 0,0 1 0 0 0,0-1-1 0 0,0 0 1 0 0,0 1 0 0 0,0-1-1 0 0,0 1 1 0 0,0-1 0 0 0,0 1 0 0 0,0 0-1 0 0,0-1 1 0 0,0 1 0 0 0,-1 0-1 0 0,1 0 1 0 0,0 0 0 0 0,0 0-1 0 0,0 0 1 0 0,0 0 0 0 0,0 0 0 0 0,0 0-1 0 0,0 0 1 0 0,-3 1 0 0 0,-1 0-8 0 0,0 1 0 0 0,-1-1 0 0 0,1 1 0 0 0,0 0 0 0 0,0 0 1 0 0,-6 3-1 0 0,-14 11 30 0 0,1 1 1 0 0,1 1 0 0 0,0 1-1 0 0,-35 40 1 0 0,22-17-15 0 0,-51 76 1 0 0,69-90-42 0 0,1 1 1 0 0,-20 49-1 0 0,32-67-2 0 0,1 0-1 0 0,0 1 0 0 0,1 0 0 0 0,0-1 1 0 0,1 1-1 0 0,0 0 0 0 0,1 1 0 0 0,1-1 0 0 0,0 0 1 0 0,2 17-1 0 0,-2-25 6 0 0,1 0 0 0 0,0 0 0 0 0,1 0 1 0 0,-1 0-1 0 0,1 0 0 0 0,-1-1 0 0 0,1 1 0 0 0,0 0 0 0 0,1-1 1 0 0,-1 0-1 0 0,0 1 0 0 0,1-1 0 0 0,0 0 0 0 0,4 4 0 0 0,-2-4-85 0 0,1 1-1 0 0,-1-1 1 0 0,0 1-1 0 0,1-2 1 0 0,0 1-1 0 0,0-1 1 0 0,0 1-1 0 0,9 1 1 0 0,4-1-595 0 0,-1-1 0 0 0,1 0 0 0 0,0-1 1 0 0,-1-1-1 0 0,26-3 0 0 0,100-23-6918 0 0,-90 12 1948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07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520 195 2268 0 0,'3'-9'971'0'0,"-1"0"-1"0"0,0 0 1 0 0,0 0 0 0 0,-1 0-1 0 0,0 0 1 0 0,0-1-1 0 0,-1 1 1 0 0,-1 0 0 0 0,1 0-1 0 0,-5-18 1 0 0,4 23-823 0 0,0 0 0 0 0,0 0 0 0 0,-1 0 0 0 0,1 0-1 0 0,-1 0 1 0 0,0 1 0 0 0,-1-1 0 0 0,1 1 0 0 0,0-1 0 0 0,-1 1 0 0 0,0 0 0 0 0,0 0 0 0 0,0 0 0 0 0,0 0 0 0 0,0 0 0 0 0,-1 1 0 0 0,1-1-1 0 0,-1 1 1 0 0,0 0 0 0 0,0 0 0 0 0,1 1 0 0 0,-1-1 0 0 0,0 1 0 0 0,-1 0 0 0 0,-7-2 0 0 0,3 2-68 0 0,-1 1 1 0 0,0 0-1 0 0,0 0 1 0 0,0 1-1 0 0,0 0 1 0 0,1 1-1 0 0,-1 0 0 0 0,1 1 1 0 0,-1 0-1 0 0,1 0 1 0 0,0 1-1 0 0,-17 9 1 0 0,1 1 35 0 0,1 2 1 0 0,1 1 0 0 0,-26 23 0 0 0,30-22-73 0 0,0 0-1 0 0,1 2 1 0 0,0 0 0 0 0,2 1 0 0 0,1 1 0 0 0,0 0 0 0 0,2 1 0 0 0,-21 47-1 0 0,31-62-24 0 0,0 1-1 0 0,1 0 0 0 0,0 0 0 0 0,0 0 1 0 0,1 0-1 0 0,0 0 0 0 0,1 0 0 0 0,0 0 1 0 0,0 0-1 0 0,1 0 0 0 0,3 12 0 0 0,-3-17-8 0 0,0 0-1 0 0,1 0 0 0 0,-1 0 0 0 0,1 0 1 0 0,0-1-1 0 0,0 1 0 0 0,0-1 1 0 0,1 1-1 0 0,-1-1 0 0 0,1 0 0 0 0,0 0 1 0 0,0 0-1 0 0,0 0 0 0 0,0 0 0 0 0,1-1 1 0 0,-1 1-1 0 0,1-1 0 0 0,-1 0 1 0 0,1 0-1 0 0,0-1 0 0 0,0 1 0 0 0,0-1 1 0 0,0 1-1 0 0,0-1 0 0 0,0 0 0 0 0,5 0 1 0 0,1 0-41 0 0,0-1 0 0 0,1 0 0 0 0,-1 0 0 0 0,0-1 0 0 0,0 0 1 0 0,0-1-1 0 0,0 0 0 0 0,0 0 0 0 0,-1-1 0 0 0,1-1 0 0 0,-1 0 0 0 0,1 0 1 0 0,-1-1-1 0 0,0 0 0 0 0,14-10 0 0 0,-8 3 4 0 0,0-1 0 0 0,0 0 1 0 0,-1 0-1 0 0,-1-2 0 0 0,0 0 0 0 0,-1 0 0 0 0,12-22 1 0 0,-9 8 292 0 0,-1-1 1 0 0,-2-1 0 0 0,14-51-1 0 0,-21 69-183 0 0,-4 20 87 0 0,-4 18 83 0 0,-1 14-13 0 0,1 0-1 0 0,3 55 1 0 0,1-77-260 0 0,1 0 0 0 0,1-1 0 0 0,0 0 0 0 0,1 1 0 0 0,0-1 0 0 0,2-1 0 0 0,0 1 0 0 0,9 17 0 0 0,-12-28-262 0 0,0 0 0 0 0,0-1 0 0 0,0 0 0 0 0,1 1 0 0 0,-1-1 0 0 0,1-1 0 0 0,0 1 0 0 0,0 0 0 0 0,0-1 0 0 0,1 0 0 0 0,4 3 0 0 0,-5-4-533 0 0,0 0 0 0 0,0-1 1 0 0,0 1-1 0 0,0-1 1 0 0,0 0-1 0 0,1 0 1 0 0,-1-1-1 0 0,0 1 0 0 0,6-1 1 0 0,10 0-5823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09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68 712 0 0,'36'-57'9802'0'0,"-35"55"-9229"0"0,0 1-492 0 0,-1 1 1 0 0,0-1-1 0 0,0 1 1 0 0,0-1-1 0 0,1 1 0 0 0,-1 0 1 0 0,0-1-1 0 0,0 1 1 0 0,1-1-1 0 0,-1 1 0 0 0,0 0 1 0 0,1-1-1 0 0,-1 1 1 0 0,1 0-1 0 0,-1-1 0 0 0,0 1 1 0 0,1 0-1 0 0,-1 0 0 0 0,1-1 1 0 0,-1 1-1 0 0,1 0 1 0 0,-1 0-1 0 0,1 0 0 0 0,-1 0 1 0 0,2-1-1 0 0,0 5 133 0 0,0 0-1 0 0,0 0 1 0 0,0 0-1 0 0,-1 0 1 0 0,1 1-1 0 0,-1-1 1 0 0,0 0-1 0 0,0 1 1 0 0,0-1-1 0 0,-1 8 1 0 0,2 54 1170 0 0,-2-49-1073 0 0,-34 500 2662 0 0,26-430-2797 0 0,3-25-97 0 0,-19 146 263 0 0,21-171-1226 0 0,5-13-2561 0 0,-2-23 3317 0 0,0-1 0 0 0,0 1 0 0 0,0-1 0 0 0,0 1 1 0 0,0-1-1 0 0,1 1 0 0 0,-1-1 0 0 0,0 1 0 0 0,0-1 1 0 0,0 0-1 0 0,1 1 0 0 0,-1-1 0 0 0,0 1 1 0 0,0-1-1 0 0,1 0 0 0 0,-1 1 0 0 0,0-1 0 0 0,1 1 1 0 0,-1-1-1 0 0,1 1 0 0 0,30-4-11272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09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450 241 1292 0 0,'8'-17'1651'0'0,"2"-5"783"0"0,-1 0 1 0 0,8-25-1 0 0,-16 41-2061 0 0,1 0 0 0 0,-1 0 0 0 0,0-1 0 0 0,0 1 0 0 0,-1 0 0 0 0,0-1-1 0 0,0 1 1 0 0,0 0 0 0 0,-1-1 0 0 0,0 1 0 0 0,0 0 0 0 0,0 0 0 0 0,-3-7 0 0 0,3 11-304 0 0,0 0 1 0 0,0-1 0 0 0,-1 1-1 0 0,1 0 1 0 0,0 0 0 0 0,-1 0-1 0 0,0 0 1 0 0,1 0 0 0 0,-1 0-1 0 0,0 1 1 0 0,0-1 0 0 0,0 1-1 0 0,0-1 1 0 0,0 1-1 0 0,0-1 1 0 0,0 1 0 0 0,-4-1-1 0 0,2 0-7 0 0,0 1 0 0 0,-1 0-1 0 0,1 1 1 0 0,0-1-1 0 0,0 1 1 0 0,-1 0-1 0 0,1 0 1 0 0,0 0 0 0 0,-7 2-1 0 0,-2 1 39 0 0,0 0 0 0 0,0 1 0 0 0,0 1-1 0 0,1 0 1 0 0,-19 11 0 0 0,4 1-26 0 0,0 2 0 0 0,2 0 0 0 0,0 1 1 0 0,1 2-1 0 0,2 0 0 0 0,0 2 0 0 0,1 0 0 0 0,2 1 1 0 0,0 1-1 0 0,2 1 0 0 0,-24 49 0 0 0,36-65-52 0 0,1 0 0 0 0,0 0 0 0 0,1 0 0 0 0,1 1 0 0 0,-1-1 0 0 0,2 1 0 0 0,-1 0 0 0 0,2 20 0 0 0,0-28-11 0 0,0 0 0 0 0,0 0 0 0 0,1-1 0 0 0,-1 1 0 0 0,1-1 1 0 0,0 1-1 0 0,0 0 0 0 0,0-1 0 0 0,1 1 0 0 0,-1-1 0 0 0,1 0 0 0 0,0 0 1 0 0,0 1-1 0 0,0-1 0 0 0,0 0 0 0 0,1-1 0 0 0,-1 1 0 0 0,1 0 0 0 0,-1-1 0 0 0,1 1 1 0 0,0-1-1 0 0,0 0 0 0 0,0 0 0 0 0,0 0 0 0 0,1 0 0 0 0,-1-1 0 0 0,0 1 1 0 0,1-1-1 0 0,-1 0 0 0 0,1 0 0 0 0,4 1 0 0 0,2-1 5 0 0,0 0 1 0 0,0 0-1 0 0,0-1 0 0 0,0 0 1 0 0,0-1-1 0 0,0 0 0 0 0,0 0 0 0 0,0-1 1 0 0,-1-1-1 0 0,16-5 0 0 0,-13 3-4 0 0,0-1 0 0 0,0-1 0 0 0,0 0 0 0 0,-1 0 0 0 0,0-1 0 0 0,-1-1 0 0 0,12-11 0 0 0,-5 1 7 0 0,0-1 0 0 0,-1 0 0 0 0,-1-1 0 0 0,-1-1-1 0 0,-1-1 1 0 0,-1 0 0 0 0,16-42 0 0 0,9-55 1882 0 0,-36 118-1850 0 0,3-7 61 0 0,1 45-45 0 0,-2 49 0 0 0,-2-47-45 0 0,7 52 1 0 0,-3-61-234 0 0,1-1 1 0 0,15 42-1 0 0,-16-57-626 0 0,1 0 1 0 0,13 22 0 0 0,-14-28-138 0 0,0-1 0 0 0,0 1 0 0 0,0-1 0 0 0,1 0 0 0 0,11 9 0 0 0,-5-7-3298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0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1 281 1628 0 0,'5'-24'2003'0'0,"7"-36"4009"0"0,29-83 0 0 0,-39 140-5899 0 0,-1-1 0 0 0,0 1 0 0 0,1 0 0 0 0,-1 0 0 0 0,1 0 0 0 0,0 0 0 0 0,0 0 0 0 0,1 0 0 0 0,-1 0 0 0 0,0 1 0 0 0,1-1 0 0 0,0 1 0 0 0,-1 0-1 0 0,1-1 1 0 0,0 1 0 0 0,4-1 0 0 0,-4 2-59 0 0,-1 0-1 0 0,1 0 0 0 0,0 0 1 0 0,0 1-1 0 0,0-1 0 0 0,0 1 1 0 0,0 0-1 0 0,0 0 0 0 0,0 0 0 0 0,0 0 1 0 0,0 1-1 0 0,0-1 0 0 0,0 1 1 0 0,-1 0-1 0 0,1-1 0 0 0,0 1 1 0 0,0 1-1 0 0,-1-1 0 0 0,1 0 1 0 0,2 2-1 0 0,6 4 55 0 0,0 1 0 0 0,-1-1 0 0 0,0 2 0 0 0,-1-1 0 0 0,0 1 0 0 0,0 1 0 0 0,0 0 0 0 0,-2 0 0 0 0,1 0 1 0 0,-1 1-1 0 0,6 14 0 0 0,2 5 13 0 0,-2 1 1 0 0,-2 0-1 0 0,9 36 1 0 0,-16-44 115 0 0,0 0 0 0 0,-2 0 0 0 0,-1 0 1 0 0,0 0-1 0 0,-2 0 0 0 0,-4 23 0 0 0,5-43-35 0 0,0 0-1 0 0,-1-1 1 0 0,1 1 0 0 0,-1-1 0 0 0,0 1-1 0 0,0-1 1 0 0,0 1 0 0 0,0-1-1 0 0,0 0 1 0 0,-3 4 0 0 0,3-5-152 0 0,1-1-1 0 0,0 1 1 0 0,-1-1 0 0 0,1 1 0 0 0,-1-1 0 0 0,1 1 0 0 0,-1-1 0 0 0,1 0 0 0 0,-1 1 0 0 0,1-1 0 0 0,-1 0-1 0 0,1 1 1 0 0,-1-1 0 0 0,0 0 0 0 0,1 0 0 0 0,-1 1 0 0 0,1-1 0 0 0,-1 0 0 0 0,0 0 0 0 0,1 0 0 0 0,-1 0 0 0 0,0 0-1 0 0,1 0 1 0 0,-1 0 0 0 0,1 0 0 0 0,-1 0 0 0 0,0 0 0 0 0,1 0 0 0 0,-1-1 0 0 0,1 1 0 0 0,-1 0 0 0 0,0 0-1 0 0,1-1 1 0 0,-1 1 0 0 0,1 0 0 0 0,-1-1 0 0 0,1 1 0 0 0,-1 0 0 0 0,1-1 0 0 0,-1 1 0 0 0,1-1 0 0 0,-1 0-1 0 0,-1-1-12 0 0,1 0 0 0 0,0 0 0 0 0,0 1 0 0 0,0-1-1 0 0,0-1 1 0 0,0 1 0 0 0,0 0 0 0 0,1 0-1 0 0,-1 0 1 0 0,1 0 0 0 0,-1 0 0 0 0,1-1 0 0 0,0 1-1 0 0,0-3 1 0 0,3-30 115 0 0,1 20-161 0 0,1 1 1 0 0,0-1-1 0 0,1 1 0 0 0,0 1 1 0 0,1-1-1 0 0,1 1 0 0 0,0 0 1 0 0,20-23-1 0 0,-6 11-480 0 0,2 1 0 0 0,0 1 1 0 0,29-20-1 0 0,-30 26-850 0 0,1 2 1 0 0,0 0 0 0 0,35-14-1 0 0,35-10-9248 0 0,-65 30 3759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0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182 164 1668 0 0,'13'-30'4877'0'0,"12"-40"0"0"0,-3 8 193 0 0,-21 61-4651 0 0,-4 38-37 0 0,-2 0 0 0 0,-1-1 0 0 0,-1 1 0 0 0,-19 51 0 0 0,5-17-153 0 0,-45 156 245 0 0,-19 76-1720 0 0,80-278-30 0 0,-5 13-1279 0 0,2-15-4287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1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0 276 2032 0 0,'6'-21'1805'0'0,"19"-62"4844"0"0,-25 83-6601 0 0,1-1 1 0 0,-1 0-1 0 0,1 1 1 0 0,-1-1-1 0 0,0 1 1 0 0,1-1-1 0 0,0 0 1 0 0,-1 1 0 0 0,1-1-1 0 0,-1 1 1 0 0,1-1-1 0 0,0 1 1 0 0,-1 0-1 0 0,1-1 1 0 0,0 1-1 0 0,-1 0 1 0 0,1-1 0 0 0,0 1-1 0 0,-1 0 1 0 0,1 0-1 0 0,0 0 1 0 0,0-1-1 0 0,-1 1 1 0 0,1 0-1 0 0,0 0 1 0 0,0 0-1 0 0,0 0 1 0 0,-1 0 0 0 0,2 1-1 0 0,1-1 38 0 0,-1 1-1 0 0,0-1 0 0 0,0 1 1 0 0,0-1-1 0 0,0 1 1 0 0,1 0-1 0 0,-1 0 1 0 0,3 2-1 0 0,5 5 171 0 0,-1 1 0 0 0,0 0-1 0 0,0 0 1 0 0,-1 0 0 0 0,14 22-1 0 0,31 60 406 0 0,-37-62-509 0 0,81 137 293 0 0,-75-133-283 0 0,1-1-1 0 0,51 53 1 0 0,-44-62 94 0 0,-26-21-220 0 0,-3-2-29 0 0,0 1 1 0 0,0-1-1 0 0,1 0 0 0 0,-1 0 1 0 0,0 1-1 0 0,0-1 0 0 0,0 0 0 0 0,1 0 1 0 0,-1 0-1 0 0,0 0 0 0 0,0-1 0 0 0,0 1 1 0 0,1 0-1 0 0,-1 0 0 0 0,0-1 0 0 0,0 1 1 0 0,2-1-1 0 0,-1 0 10 0 0,1 0-8 0 0,0 0 0 0 0,0 0 0 0 0,0-1 0 0 0,0 1 0 0 0,-1-1-1 0 0,1 1 1 0 0,0-1 0 0 0,-1 0 0 0 0,1 0 0 0 0,-1 0 0 0 0,0 0 0 0 0,1-1 0 0 0,-1 1 0 0 0,2-4-1 0 0,22-39 41 0 0,-21 36-42 0 0,79-187 56 0 0,-64 141-87 0 0,3 1 0 0 0,2 1 0 0 0,49-77 0 0 0,-64 117 16 0 0,0-1 0 0 0,1 2 1 0 0,0-1-1 0 0,1 2 0 0 0,0-1 0 0 0,1 2 0 0 0,27-18 0 0 0,-36 25 23 0 0,1 0 1 0 0,-1 1-1 0 0,1 0 0 0 0,0 0 0 0 0,0 0 0 0 0,0 1 1 0 0,0-1-1 0 0,0 1 0 0 0,0 1 0 0 0,0-1 0 0 0,0 1 0 0 0,0-1 1 0 0,0 1-1 0 0,1 1 0 0 0,-1-1 0 0 0,0 1 0 0 0,0 0 1 0 0,0 0-1 0 0,0 0 0 0 0,0 1 0 0 0,0 0 0 0 0,-1 0 1 0 0,1 0-1 0 0,0 1 0 0 0,-1-1 0 0 0,1 1 0 0 0,-1 0 0 0 0,0 0 1 0 0,5 5-1 0 0,-4-2 63 0 0,0 0-1 0 0,0 1 1 0 0,0-1 0 0 0,-1 1 0 0 0,0 0 0 0 0,-1 0-1 0 0,1 0 1 0 0,2 10 0 0 0,0-1 146 0 0,-2 1 1 0 0,6 31-1 0 0,-7-15 29 0 0,-2 1-1 0 0,-1-1 0 0 0,-1 1 0 0 0,-2-1 0 0 0,-8 35 0 0 0,-46 164 423 0 0,41-178-612 0 0,3-7-149 0 0,4-19-341 0 0,1 1 0 0 0,1 0 0 0 0,2 0-1 0 0,-3 44 1 0 0,8-71 222 0 0,0 0 1 0 0,0-1-1 0 0,0 1 0 0 0,1 0 0 0 0,-1-1 1 0 0,1 1-1 0 0,-1-1 0 0 0,1 1 1 0 0,-1-1-1 0 0,1 1 0 0 0,0-1 0 0 0,0 1 1 0 0,0-1-1 0 0,0 0 0 0 0,0 1 1 0 0,0-1-1 0 0,0 0 0 0 0,0 0 0 0 0,0 0 1 0 0,0 0-1 0 0,3 2 0 0 0,20 6-5645 0 0,-7-6 229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1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117 128 212 0 0,'2'-16'3361'0'0,"0"-1"0"0"0,-1 0 0 0 0,-1-23 0 0 0,-1 13-15 0 0,-2 29-2964 0 0,-1 1-233 0 0,0 1-1 0 0,1 0 0 0 0,-1 0 0 0 0,1 0 1 0 0,0 0-1 0 0,0 1 0 0 0,0-1 1 0 0,0 1-1 0 0,1 0 0 0 0,0-1 1 0 0,-2 7-1 0 0,-19 63 883 0 0,20-60-915 0 0,-3 6 42 0 0,-30 132 513 0 0,31-127-615 0 0,2 0 0 0 0,1 0 0 0 0,1 0 0 0 0,2 29 0 0 0,0-46-43 0 0,0 0 1 0 0,0-1-1 0 0,1 1 1 0 0,0-1-1 0 0,0 0 0 0 0,1 1 1 0 0,0-1-1 0 0,0 0 0 0 0,1-1 1 0 0,-1 1-1 0 0,9 10 1 0 0,-9-13-75 0 0,1 0 0 0 0,-1-1 1 0 0,1 0-1 0 0,0 0 1 0 0,0 0-1 0 0,0 0 0 0 0,0 0 1 0 0,1-1-1 0 0,-1 1 1 0 0,1-1-1 0 0,-1 0 0 0 0,1-1 1 0 0,0 1-1 0 0,0-1 1 0 0,-1 0-1 0 0,1 0 0 0 0,0-1 1 0 0,9 1-1 0 0,-6-1-140 0 0,0-1-1 0 0,0 0 1 0 0,0 0 0 0 0,0-1-1 0 0,0 0 1 0 0,-1 0-1 0 0,1-1 1 0 0,0 0-1 0 0,13-7 1 0 0,-10 3 1 0 0,0 0 1 0 0,-1-1-1 0 0,0 0 0 0 0,0-1 0 0 0,13-15 1 0 0,-5 1 6 0 0,0-1 1 0 0,-2-1 0 0 0,-1 0 0 0 0,21-45-1 0 0,-7-5 534 0 0,21-77 0 0 0,-17 46 1438 0 0,-20 74-1285 0 0,-12 29-287 0 0,3 20 447 0 0,-21 185 1067 0 0,9-149-1623 0 0,2 1 0 0 0,3 0 0 0 0,4 66 0 0 0,0-116-232 0 0,-1 1-1 0 0,1-1 1 0 0,-1 0-1 0 0,1 1 1 0 0,1-1-1 0 0,-1 0 1 0 0,1 0 0 0 0,-1 0-1 0 0,1 0 1 0 0,0 0-1 0 0,0 0 1 0 0,1 0-1 0 0,-1-1 1 0 0,1 1 0 0 0,0-1-1 0 0,5 5 1 0 0,-5-7-139 0 0,-1 1 0 0 0,2 0 0 0 0,-1-1 1 0 0,0 1-1 0 0,0-1 0 0 0,0 0 0 0 0,1 0 0 0 0,-1 0 1 0 0,0 0-1 0 0,1-1 0 0 0,-1 0 0 0 0,1 1 0 0 0,-1-1 1 0 0,1 0-1 0 0,-1-1 0 0 0,1 1 0 0 0,-1-1 0 0 0,0 1 1 0 0,1-1-1 0 0,-1 0 0 0 0,6-3 0 0 0,1 1-984 0 0,-1-1 0 0 0,1-1 1 0 0,-1 0-1 0 0,12-8 0 0 0,15-14-3952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1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170 302 1308 0 0,'14'-51'3504'0'0,"-3"-1"0"0"0,-2-1 0 0 0,2-57-1 0 0,-10 99-2890 0 0,-1-14 1005 0 0,-3 27-1376 0 0,0 0-147 0 0,0 0 1 0 0,0 0-1 0 0,0 1 0 0 0,1-1 0 0 0,-1 1 0 0 0,1-1 1 0 0,-1 1-1 0 0,1 0 0 0 0,0 0 0 0 0,0 0 0 0 0,0 0 1 0 0,-2 7-1 0 0,-17 49 937 0 0,12-32-720 0 0,-17 56 649 0 0,-24 130 1 0 0,3 91-194 0 0,47-303-765 0 0,-12 82 39 0 0,3 1 0 0 0,5 132-1 0 0,4-204-346 0 0,2-1 0 0 0,-1 1 0 0 0,1-1-1 0 0,1 0 1 0 0,0 0 0 0 0,0 0 0 0 0,10 19-1 0 0,-11-26 31 0 0,-1-1 0 0 0,1 0-1 0 0,0 0 1 0 0,1 0 0 0 0,-1 0-1 0 0,1-1 1 0 0,-1 1 0 0 0,1-1-1 0 0,0 1 1 0 0,-1-1 0 0 0,1 0-1 0 0,1 0 1 0 0,-1 0 0 0 0,0-1-1 0 0,0 1 1 0 0,1-1 0 0 0,-1 1-1 0 0,1-1 1 0 0,-1 0 0 0 0,1-1-1 0 0,-1 1 1 0 0,1-1 0 0 0,-1 1-1 0 0,1-1 1 0 0,0 0 0 0 0,-1 0-1 0 0,1-1 1 0 0,5 0 0 0 0,20-6-3901 0 0,2-6-2015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2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146 314 2628 0 0,'21'-63'5627'0'0,"-4"-1"-1"0"0,18-119 0 0 0,-34 180-4956 0 0,-14 25 632 0 0,-23 93 1857 0 0,-24 145 0 0 0,17-63-1591 0 0,21-103-1122 0 0,3 2 0 0 0,-6 117 0 0 0,25-209-421 0 0,-1 5-9 0 0,1 0 0 0 0,0 0 0 0 0,0 0 0 0 0,1 0 0 0 0,3 13 0 0 0,-4-20-13 0 0,0 0-1 0 0,1 0 1 0 0,0 0-1 0 0,-1-1 1 0 0,1 1-1 0 0,0 0 1 0 0,0 0-1 0 0,0 0 1 0 0,0-1-1 0 0,1 1 0 0 0,-1-1 1 0 0,0 1-1 0 0,1-1 1 0 0,-1 1-1 0 0,1-1 1 0 0,-1 0-1 0 0,1 1 1 0 0,0-1-1 0 0,-1 0 1 0 0,1 0-1 0 0,0 0 0 0 0,0-1 1 0 0,0 1-1 0 0,0 0 1 0 0,0-1-1 0 0,0 1 1 0 0,0-1-1 0 0,0 0 1 0 0,0 1-1 0 0,0-1 1 0 0,0 0-1 0 0,3-1 0 0 0,11-1-515 0 0,-1 0 0 0 0,0-2-1 0 0,-1 0 1 0 0,1 0-1 0 0,-1-2 1 0 0,0 0 0 0 0,0 0-1 0 0,0-1 1 0 0,-1-1-1 0 0,17-12 1 0 0,-12 6-1506 0 0,-1 0 0 0 0,24-24 0 0 0,-29 24-327 0 0,0 0 0 0 0,-1-1 0 0 0,11-18 0 0 0,-5 3-5067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2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76 948 0 0,'-179'-48'17608'0'0,"176"47"-16698"0"0,4 1-888 0 0,0-1 0 0 0,0 0 0 0 0,0 0 0 0 0,0 1 0 0 0,0-1 0 0 0,0 0 0 0 0,0 1 0 0 0,0-1 0 0 0,0 1 0 0 0,0-1 0 0 0,0 1 0 0 0,1 0 0 0 0,-1-1 0 0 0,0 1 0 0 0,0 0 0 0 0,0 0 0 0 0,1 0 0 0 0,-1 0 0 0 0,2 0 0 0 0,-1 0 16 0 0,221-9-2665 0 0,-29 3-7557 0 0,-152 2 5455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2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0 496 0 0,'0'0'13894'0'0,"0"3"-12988"0"0,-1 13 734 0 0,-2 0 0 0 0,0 0-1 0 0,0 0 1 0 0,-13 30 0 0 0,0 8 274 0 0,-55 234 1924 0 0,12 0-3997 0 0,59-275-2386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62 206 1648 0 0,'-24'-124'13062'0'0,"4"45"-8136"0"0,20 77-4854 0 0,-5 7-1684 0 0,4-5 1552 0 0,1 1 0 0 0,0-1 0 0 0,-1 0 0 0 0,1 0 0 0 0,0 0 0 0 0,-1 1 0 0 0,1-1 0 0 0,0 0 0 0 0,-1 1 0 0 0,1-1 0 0 0,0 0 1 0 0,0 1-1 0 0,-1-1 0 0 0,1 0 0 0 0,0 1 0 0 0,0-1 0 0 0,-1 0 0 0 0,1 1 0 0 0,0-1 0 0 0,0 1 0 0 0,0-1 0 0 0,0 1 1 0 0,0-1-1 0 0,0 0 0 0 0,0 1 0 0 0,0-1 0 0 0,0 1 0 0 0,0-1 0 0 0,0 1 0 0 0,-4 77-9084 0 0,2-57 4394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3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4 464 0 0,'-39'-1'17687'0'0,"26"-1"-12156"0"0,12 2-5460 0 0,0 0 1 0 0,0 0 0 0 0,0 0-1 0 0,0 0 1 0 0,0 0 0 0 0,0 0-1 0 0,0 0 1 0 0,0 0 0 0 0,0 1-1 0 0,-1-1 1 0 0,1 0 0 0 0,0 0-1 0 0,0 1 1 0 0,0-1 0 0 0,0 1-1 0 0,0-1 1 0 0,0 1 0 0 0,1 0-1 0 0,-1-1 1 0 0,0 1 0 0 0,0 0-1 0 0,0-1 1 0 0,0 1 0 0 0,1 0-1 0 0,-1 0 1 0 0,0 0 0 0 0,1 0-1 0 0,-1 0 1 0 0,1 0 0 0 0,-1 0-1 0 0,1 0 1 0 0,-1 0 0 0 0,1 0-1 0 0,0 0 1 0 0,-1 1 0 0 0,-104 500 5532 0 0,78-346-4703 0 0,-106 669-901 0 0,113-695 0 0 0,-8 51 0 0 0,28-178 0 0 0,-1 1 0 0 0,1-1 0 0 0,-1 0 0 0 0,0 0 0 0 0,0-1 0 0 0,0 1 0 0 0,-2 5 0 0 0,-5 1 0 0 0,7-9 0 0 0,1 1 0 0 0,-1-1 0 0 0,0 0 0 0 0,1 0 0 0 0,-1 1 0 0 0,0-1 0 0 0,0 0 0 0 0,1 0 0 0 0,-1 0 0 0 0,0 0 0 0 0,0 0 0 0 0,0 0 0 0 0,1 0 0 0 0,-1 0 0 0 0,0 0 0 0 0,0 0 0 0 0,0 0 0 0 0,-3-2-261 0 0,0 0 0 0 0,0 0 1 0 0,1 0-1 0 0,-1-1 0 0 0,1 1 0 0 0,0-1 0 0 0,0 0 1 0 0,0 0-1 0 0,0 0 0 0 0,0 0 0 0 0,0 0 1 0 0,1-1-1 0 0,0 1 0 0 0,-4-7 0 0 0,-1-4-1587 0 0,1 1 1 0 0,-9-29-1 0 0,-7-57-8656 0 0,14 41 100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4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0 826 2200 0 0,'12'-38'1344'0'0,"2"0"0"0"0,2 1 0 0 0,1 1 0 0 0,2 0 0 0 0,1 2-1 0 0,26-34 1 0 0,-37 57-1174 0 0,0 0-1 0 0,1 0 0 0 0,0 1 0 0 0,1 0 0 0 0,0 1 1 0 0,0 0-1 0 0,1 1 0 0 0,0 0 0 0 0,1 1 1 0 0,0 0-1 0 0,0 1 0 0 0,0 1 0 0 0,1 0 1 0 0,0 0-1 0 0,0 2 0 0 0,0 0 0 0 0,0 0 1 0 0,0 1-1 0 0,1 1 0 0 0,15 0 0 0 0,-11 3-77 0 0,0 0 0 0 0,-1 1 0 0 0,1 0-1 0 0,-1 2 1 0 0,0 0 0 0 0,-1 1 0 0 0,1 1-1 0 0,-1 1 1 0 0,31 17 0 0 0,-38-18 31 0 0,1 0 0 0 0,-1 1-1 0 0,0 0 1 0 0,-1 0 0 0 0,0 1 0 0 0,0 0 0 0 0,-1 0-1 0 0,0 1 1 0 0,-1 0 0 0 0,0 1 0 0 0,0 0-1 0 0,-1 0 1 0 0,-1 0 0 0 0,0 1 0 0 0,6 20 0 0 0,-9-25 34 0 0,0 1 1 0 0,-1 0 0 0 0,-1-1-1 0 0,1 1 1 0 0,-1 0-1 0 0,-1-1 1 0 0,1 1 0 0 0,-1 0-1 0 0,0-1 1 0 0,-1 1 0 0 0,0-1-1 0 0,0 1 1 0 0,-1-1 0 0 0,0 0-1 0 0,0 0 1 0 0,-1 0-1 0 0,1 0 1 0 0,-1-1 0 0 0,-7 9-1 0 0,4-8-58 0 0,0 1-1 0 0,0-1 0 0 0,-1 0 1 0 0,1-1-1 0 0,-2 0 0 0 0,1 0 1 0 0,-1-1-1 0 0,1 0 0 0 0,-2-1 1 0 0,1 1-1 0 0,0-2 0 0 0,-1 1 1 0 0,1-2-1 0 0,-13 3 0 0 0,-15 0 5 0 0,1-3-1 0 0,0-1 0 0 0,-49-4 0 0 0,84 3-110 0 0,0 0 0 0 0,0 0 0 0 0,0 0 0 0 0,0 0 0 0 0,0-1 0 0 0,0 1 0 0 0,0 0 0 0 0,0 0 0 0 0,0-1 0 0 0,0 1 0 0 0,1-1 0 0 0,-1 1-1 0 0,0-1 1 0 0,0 1 0 0 0,-1-2 0 0 0,2 2 2 0 0,0 0 0 0 0,0-1-1 0 0,-1 1 1 0 0,1 0 0 0 0,0-1-1 0 0,0 1 1 0 0,0 0 0 0 0,0-1-1 0 0,0 1 1 0 0,0 0 0 0 0,0-1-1 0 0,0 1 1 0 0,0 0 0 0 0,0-1-1 0 0,0 1 1 0 0,0 0 0 0 0,0-1-1 0 0,0 1 1 0 0,0 0 0 0 0,1-1-1 0 0,-1 1 1 0 0,0 0 0 0 0,0-1-1 0 0,0 1 1 0 0,0 0 0 0 0,1-1-1 0 0,-1 1 1 0 0,3-3-27 0 0,-1 1 0 0 0,0 0-1 0 0,1 0 1 0 0,-1 0 0 0 0,1 0 0 0 0,5-3-1 0 0,124-62-768 0 0,-43 23 52 0 0,146-96-1 0 0,-208 122 685 0 0,-2-2-1 0 0,0-2 1 0 0,-2 0 0 0 0,0-1-1 0 0,-2-1 1 0 0,0-1-1 0 0,-2-1 1 0 0,-1-1-1 0 0,23-44 1 0 0,-27 41 53 0 0,-1 0 0 0 0,13-51 0 0 0,-22 66 110 0 0,-1-1 1 0 0,0 1-1 0 0,-1 0 0 0 0,-1-1 0 0 0,-1 1 1 0 0,0-1-1 0 0,-4-25 0 0 0,4 39-84 0 0,0 1 0 0 0,0-1 0 0 0,-1 1 1 0 0,1-1-1 0 0,-1 1 0 0 0,1-1 0 0 0,-1 1 0 0 0,0-1 0 0 0,1 1 0 0 0,-1-1 0 0 0,0 1 0 0 0,0 0 0 0 0,0-1 1 0 0,0 1-1 0 0,0 0 0 0 0,0 0 0 0 0,0 0 0 0 0,-1 0 0 0 0,-1-2 0 0 0,1 3-9 0 0,1-1 0 0 0,0 1 0 0 0,-1 0-1 0 0,1 0 1 0 0,-1 0 0 0 0,1 0 0 0 0,-1 0 0 0 0,1 0-1 0 0,-1 0 1 0 0,1 0 0 0 0,-1 0 0 0 0,1 1 0 0 0,-1-1-1 0 0,1 1 1 0 0,0-1 0 0 0,-1 1 0 0 0,1 0 0 0 0,0-1 0 0 0,-1 1-1 0 0,1 0 1 0 0,0 0 0 0 0,0 0 0 0 0,-1 1 0 0 0,-6 4 37 0 0,1 1 1 0 0,0 0 0 0 0,0 0 0 0 0,1 1 0 0 0,0 0 0 0 0,0 0 0 0 0,-8 17 0 0 0,-26 67 433 0 0,19-34-275 0 0,3 1 0 0 0,2 1 0 0 0,-9 70 0 0 0,21-95-150 0 0,0 0 0 0 0,3 1-1 0 0,1-1 1 0 0,1 0 0 0 0,2 1-1 0 0,15 67 1 0 0,-15-93-34 0 0,-1-1 1 0 0,2 0-1 0 0,-1 0 1 0 0,1 0 0 0 0,0-1-1 0 0,1 1 1 0 0,0-1-1 0 0,1 0 1 0 0,-1 0 0 0 0,2-1-1 0 0,-1 0 1 0 0,1 0-1 0 0,0 0 1 0 0,0-1 0 0 0,1 0-1 0 0,-1 0 1 0 0,1-1-1 0 0,1 0 1 0 0,-1 0-1 0 0,1-1 1 0 0,0 0 0 0 0,0-1-1 0 0,0 0 1 0 0,0 0-1 0 0,0-1 1 0 0,1 0 0 0 0,-1-1-1 0 0,1 0 1 0 0,0 0-1 0 0,-1-1 1 0 0,1-1 0 0 0,14-1-1 0 0,-1-2-17 0 0,1-1 0 0 0,-1-1 0 0 0,0-1 0 0 0,-1-1-1 0 0,1-1 1 0 0,-2-1 0 0 0,1-1 0 0 0,-1-1 0 0 0,-1-1 0 0 0,33-27 0 0 0,-18 10-40 0 0,-2-1 1 0 0,-1-2 0 0 0,-1-1 0 0 0,44-66 0 0 0,-60 78 51 0 0,-2-1-1 0 0,15-30 1 0 0,-23 42 47 0 0,-1 0 0 0 0,-1 0 0 0 0,1-1 0 0 0,-2 1-1 0 0,1-1 1 0 0,-2 1 0 0 0,1-16 0 0 0,-1 26-51 0 0,-1 0-1 0 0,0-1 0 0 0,0 1 1 0 0,0 0-1 0 0,0 0 1 0 0,0 0-1 0 0,-1 0 0 0 0,1-1 1 0 0,0 1-1 0 0,-1 0 1 0 0,1 0-1 0 0,0 0 0 0 0,-1 0 1 0 0,1 0-1 0 0,-1 0 0 0 0,1 0 1 0 0,-1 0-1 0 0,0 0 1 0 0,0 0-1 0 0,1 0 0 0 0,-1 0 1 0 0,0 1-1 0 0,0-1 1 0 0,0 0-1 0 0,0 0 0 0 0,0 1 1 0 0,0-1-1 0 0,0 1 1 0 0,0-1-1 0 0,0 1 0 0 0,0-1 1 0 0,0 1-1 0 0,0-1 1 0 0,0 1-1 0 0,0 0 0 0 0,-1 0 1 0 0,1 0-1 0 0,0 0 1 0 0,0 0-1 0 0,0 0 0 0 0,0 0 1 0 0,-1 0-1 0 0,1 0 1 0 0,-2 1-1 0 0,-4 0 30 0 0,-1 1 0 0 0,0 0 0 0 0,1 1 0 0 0,-1 0 0 0 0,-6 4 0 0 0,2-1 5 0 0,0 2 1 0 0,0-1 0 0 0,0 1 0 0 0,1 1 0 0 0,1 0 0 0 0,-1 1 0 0 0,2 0 0 0 0,-11 13 0 0 0,8-7 4 0 0,0 1 1 0 0,1 1-1 0 0,0 0 0 0 0,-14 35 0 0 0,20-40-13 0 0,1 0 1 0 0,1 0-1 0 0,-1 0 0 0 0,2 1 0 0 0,0-1 0 0 0,1 1 0 0 0,0-1 1 0 0,1 1-1 0 0,0-1 0 0 0,5 27 0 0 0,-4-32-5 0 0,1 0 1 0 0,0-1-1 0 0,1 1 0 0 0,0-1 0 0 0,0 0 1 0 0,0 0-1 0 0,1 0 0 0 0,0 0 1 0 0,1 0-1 0 0,-1-1 0 0 0,1 0 0 0 0,0 0 1 0 0,1 0-1 0 0,0-1 0 0 0,0 1 1 0 0,0-1-1 0 0,0-1 0 0 0,1 1 0 0 0,-1-1 1 0 0,9 4-1 0 0,8 1-93 0 0,0-1-1 0 0,1 0 1 0 0,0-2-1 0 0,0-1 1 0 0,0 0-1 0 0,1-2 1 0 0,-1-1 0 0 0,1-1-1 0 0,33-3 1 0 0,-36 0-1114 0 0,0-1 1 0 0,0-1-1 0 0,0 0 1 0 0,-1-2-1 0 0,1-1 0 0 0,27-12 1 0 0,-43 15-327 0 0,1 1 0 0 0,-1-1 0 0 0,0 0 0 0 0,7-6 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5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267 620 328 0 0,'7'-18'4233'0'0,"-2"0"0"0"0,6-30 0 0 0,-6-9 976 0 0,-5 57-5186 0 0,0 0 0 0 0,0-1 0 0 0,-1 1 0 0 0,1-1 0 0 0,0 1 0 0 0,0-1 1 0 0,0 1-1 0 0,0 0 0 0 0,0-1 0 0 0,-1 1 0 0 0,1-1 0 0 0,0 1 0 0 0,0 0 0 0 0,-1-1 0 0 0,1 1 0 0 0,0 0 0 0 0,-1-1 0 0 0,1 1 0 0 0,0 0 0 0 0,-1 0 0 0 0,1-1 0 0 0,0 1 0 0 0,-1 0 0 0 0,1 0 0 0 0,-1 0 0 0 0,1-1 0 0 0,0 1 0 0 0,-1 0 0 0 0,1 0 0 0 0,-1 0 0 0 0,1 0 0 0 0,-1 0 0 0 0,1 0 0 0 0,-1 0 0 0 0,1 0 0 0 0,0 0 0 0 0,-1 0 0 0 0,1 0 0 0 0,-1 0 0 0 0,1 0 0 0 0,-1 0 0 0 0,0 1 0 0 0,-15 3 189 0 0,15-3-221 0 0,-7 3 55 0 0,0 0 0 0 0,0 1 1 0 0,1 0-1 0 0,-1 1 0 0 0,1 0 0 0 0,0 0 0 0 0,-8 10 0 0 0,-1-1 10 0 0,-8 10-12 0 0,2 1 1 0 0,0 0-1 0 0,2 2 1 0 0,-24 40 0 0 0,37-55-29 0 0,0-1 0 0 0,1 2 0 0 0,0-1 1 0 0,1 1-1 0 0,1-1 0 0 0,0 1 0 0 0,-2 18 1 0 0,5-28-4 0 0,1 0 0 0 0,0 0 0 0 0,0 0 0 0 0,0 0 0 0 0,0 1 1 0 0,1-1-1 0 0,-1 0 0 0 0,1 0 0 0 0,0 0 0 0 0,0 0 0 0 0,1 0 1 0 0,-1-1-1 0 0,1 1 0 0 0,0 0 0 0 0,0-1 0 0 0,0 1 1 0 0,1-1-1 0 0,-1 1 0 0 0,1-1 0 0 0,0 0 0 0 0,-1 0 0 0 0,2 0 1 0 0,-1-1-1 0 0,0 1 0 0 0,0-1 0 0 0,1 0 0 0 0,-1 0 1 0 0,1 0-1 0 0,6 3 0 0 0,2-1 8 0 0,1 0-1 0 0,-1-1 1 0 0,1 0 0 0 0,0-1 0 0 0,0 0-1 0 0,0-1 1 0 0,0 0 0 0 0,0-1-1 0 0,0-1 1 0 0,0 0 0 0 0,0 0 0 0 0,0-2-1 0 0,19-5 1 0 0,-14 3-5 0 0,1-2-1 0 0,-1 0 0 0 0,0-1 1 0 0,-1-1-1 0 0,0-1 0 0 0,0 0 1 0 0,-1-1-1 0 0,21-19 1 0 0,-21 15-9 0 0,0-2 0 0 0,-2 0 0 0 0,0-1 0 0 0,-1 0 1 0 0,-1-1-1 0 0,0 0 0 0 0,-1-1 0 0 0,13-35 0 0 0,-18 36-9 0 0,1 0 0 0 0,-2 0 1 0 0,-1-1-1 0 0,0 0 0 0 0,-1 0 0 0 0,-2 0 0 0 0,0 0 0 0 0,0 0 0 0 0,-6-38 0 0 0,3 49-5 0 0,0 0 1 0 0,0-1 0 0 0,-1 1-1 0 0,0 0 1 0 0,0 1-1 0 0,-1-1 1 0 0,0 0-1 0 0,-1 1 1 0 0,0 0 0 0 0,0 0-1 0 0,-1 1 1 0 0,-11-13-1 0 0,13 16 0 0 0,-1 0 1 0 0,-1 0-1 0 0,1 0 0 0 0,0 1 0 0 0,-1 0 0 0 0,0 0 0 0 0,0 0 0 0 0,0 0 1 0 0,0 1-1 0 0,0 0 0 0 0,0 1 0 0 0,-1-1 0 0 0,1 1 0 0 0,0 0 0 0 0,-1 1 1 0 0,1 0-1 0 0,-1 0 0 0 0,1 0 0 0 0,-10 2 0 0 0,1 1 0 0 0,-1 1 0 0 0,1 0-1 0 0,0 1 1 0 0,0 1 0 0 0,0 0 0 0 0,1 1 0 0 0,0 1-1 0 0,0 0 1 0 0,-16 14 0 0 0,19-14 3 0 0,0 1 0 0 0,1 0 0 0 0,0 1 0 0 0,1 0 0 0 0,0 0 0 0 0,1 1 0 0 0,0 0 0 0 0,0 1 0 0 0,1 0 0 0 0,1 0 0 0 0,-6 16 0 0 0,10-23 5 0 0,1 0 1 0 0,-1-1-1 0 0,1 1 0 0 0,1 0 0 0 0,-1 0 1 0 0,1 0-1 0 0,-1 0 0 0 0,1 0 0 0 0,1 0 0 0 0,-1 0 1 0 0,1 0-1 0 0,0-1 0 0 0,0 1 0 0 0,0 0 1 0 0,4 7-1 0 0,-2-7 3 0 0,0 1 1 0 0,0 0 0 0 0,1-1-1 0 0,0 1 1 0 0,0-1 0 0 0,1 0-1 0 0,0-1 1 0 0,-1 1-1 0 0,2-1 1 0 0,6 5 0 0 0,4 1 2 0 0,0-1 0 0 0,1-1 0 0 0,0 0 0 0 0,1-1 0 0 0,-1-1 0 0 0,1-1 0 0 0,22 4 0 0 0,-10-4-8 0 0,0-1 0 0 0,0-1 0 0 0,1-2 0 0 0,-1-1 0 0 0,0-1 1 0 0,0-2-1 0 0,0-1 0 0 0,0-1 0 0 0,33-10 0 0 0,-40 7-18 0 0,0-1-1 0 0,0 0 1 0 0,-1-2 0 0 0,-1 0 0 0 0,0-2-1 0 0,0 0 1 0 0,-2-2 0 0 0,1 0 0 0 0,-2-1-1 0 0,0 0 1 0 0,27-34 0 0 0,-19 14 26 0 0,-1-1 0 0 0,-2-1 0 0 0,-1-1 0 0 0,-2-1 1 0 0,-2-1-1 0 0,-2 0 0 0 0,-2-1 0 0 0,-1-1 0 0 0,12-78 0 0 0,-25 118-12 0 0,-2 7 5 0 0,-5 20 10 0 0,-9 35 25 0 0,-84 429 157 0 0,-16 75 186 0 0,114-556-372 0 0,-113 451 303 0 0,-39-11 253 0 0,76-286 438 0 0,65-138-428 0 0,-1 0 1 0 0,-1-2-1 0 0,-2 1 1 0 0,-29 30-1 0 0,42-49-432 0 0,0 1-1 0 0,1-1 0 0 0,-1 0 0 0 0,-1 0 1 0 0,1 0-1 0 0,0 0 0 0 0,-1-1 0 0 0,1 0 1 0 0,-1 0-1 0 0,0 0 0 0 0,0-1 0 0 0,1 1 1 0 0,-1-1-1 0 0,0 0 0 0 0,0 0 0 0 0,-9-1 1 0 0,9 0-45 0 0,1-1 0 0 0,-1 0 0 0 0,0 0 1 0 0,0 0-1 0 0,0-1 0 0 0,1 0 0 0 0,-1 0 0 0 0,1 0 1 0 0,-1 0-1 0 0,1-1 0 0 0,0 1 0 0 0,0-1 1 0 0,0 0-1 0 0,0 0 0 0 0,1-1 0 0 0,-6-6 1 0 0,3 3-9 0 0,1-1 0 0 0,0 1 0 0 0,0-1 0 0 0,1-1 0 0 0,0 1 0 0 0,1 0 0 0 0,0-1 0 0 0,0 0 0 0 0,1 0 0 0 0,0 0 0 0 0,0 0 0 0 0,1 0 0 0 0,0 0 0 0 0,1 0 0 0 0,0 0 0 0 0,0 0 0 0 0,1-1 0 0 0,2-11 0 0 0,3-8-38 0 0,1 0-1 0 0,2 0 1 0 0,0 1-1 0 0,19-37 1 0 0,-6 21-78 0 0,1 2-1 0 0,3 1 1 0 0,1 0-1 0 0,2 2 1 0 0,57-59 0 0 0,-43 55-186 0 0,2 3 0 0 0,2 1 1 0 0,1 2-1 0 0,61-34 0 0 0,-65 46-1080 0 0,1 2-1 0 0,1 3 1 0 0,89-28-1 0 0,-41 25-4285 0 0,3 5-4729 0 0,-78 16 3112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5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82 1456 0 0,'73'-82'16293'0'0,"-71"95"-15230"0"0,-2-12-1012 0 0,0 0-1 0 0,0 1 1 0 0,0-1 0 0 0,1 1 0 0 0,-1-1 0 0 0,0 0 0 0 0,-1 1 0 0 0,1-1 0 0 0,0 1 0 0 0,0-1 0 0 0,0 0 0 0 0,-1 1 0 0 0,0 1-1 0 0,-81 200 2472 0 0,-98 284-1301 0 0,129-296-1702 0 0,29-62-5105 0 0,21-103 883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6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2508 0 0,'11'-48'5930'0'0,"10"-29"2608"0"0,-21 77-8509 0 0,1-1 1 0 0,-1 1-1 0 0,0 0 1 0 0,0-1-1 0 0,1 1 1 0 0,-1-1-1 0 0,0 1 1 0 0,1 0 0 0 0,-1-1-1 0 0,0 1 1 0 0,1 0-1 0 0,-1-1 1 0 0,1 1-1 0 0,-1 0 1 0 0,0 0-1 0 0,1 0 1 0 0,-1-1-1 0 0,1 1 1 0 0,-1 0 0 0 0,1 0-1 0 0,-1 0 1 0 0,1 0-1 0 0,-1 0 1 0 0,1 0-1 0 0,-1 0 1 0 0,1 0-1 0 0,-1 0 1 0 0,1 0 0 0 0,-1 0-1 0 0,1 0 1 0 0,-1 0-1 0 0,1 0 1 0 0,-1 0-1 0 0,0 0 1 0 0,1 1-1 0 0,-1-1 1 0 0,1 0 0 0 0,0 1-1 0 0,15 8 218 0 0,-15-8-230 0 0,11 7 83 0 0,-1 2 0 0 0,0-1 0 0 0,-1 1 0 0 0,0 1 0 0 0,12 15 0 0 0,38 63 120 0 0,-53-78-192 0 0,29 54 114 0 0,42 100 0 0 0,-15-28 234 0 0,-41-98 189 0 0,-21-38-477 0 0,12-10 32 0 0,-10 4-109 0 0,1 0 0 0 0,-1 0 0 0 0,0 0 0 0 0,0-1-1 0 0,0 1 1 0 0,-1-1 0 0 0,2-7 0 0 0,5-9-14 0 0,136-269-81 0 0,-123 255 63 0 0,2 0 0 0 0,1 2 0 0 0,1 1 0 0 0,2 1 0 0 0,53-48 0 0 0,-73 74 11 0 0,-1 0-1 0 0,1 0 0 0 0,0 1 0 0 0,0 0 1 0 0,1 1-1 0 0,-1 0 0 0 0,1 0 1 0 0,13-4-1 0 0,-18 7 11 0 0,-1 1 0 0 0,0-1-1 0 0,0 1 1 0 0,1 0 0 0 0,-1 0 0 0 0,0 0-1 0 0,1 0 1 0 0,-1 0 0 0 0,0 1 0 0 0,0 0-1 0 0,1 0 1 0 0,-1-1 0 0 0,0 2 0 0 0,0-1-1 0 0,0 0 1 0 0,0 1 0 0 0,0-1 0 0 0,0 1-1 0 0,-1 0 1 0 0,1 0 0 0 0,0 0 0 0 0,-1 0-1 0 0,1 0 1 0 0,-1 1 0 0 0,0-1 0 0 0,0 1-1 0 0,0 0 1 0 0,1 2 0 0 0,4 6 76 0 0,-2 0 0 0 0,0 0 1 0 0,0 0-1 0 0,-1 1 0 0 0,0-1 1 0 0,-1 1-1 0 0,-1 0 0 0 0,0 0 1 0 0,1 24-1 0 0,-2 2 466 0 0,-9 72 0 0 0,-1-49-41 0 0,-26 97 1 0 0,-32 55-199 0 0,24-83-1188 0 0,43-128 867 0 0,-11 43-3364 0 0,11-43 2830 0 0,-1 0 0 0 0,1 0 0 0 0,0 0 0 0 0,0 0 0 0 0,0 0 0 0 0,1 1 0 0 0,-1-1 0 0 0,0 0 0 0 0,1 0 0 0 0,0 0 0 0 0,-1 0 0 0 0,1 0 0 0 0,0-1 0 0 0,0 1 0 0 0,0 0 0 0 0,0 0 0 0 0,0 0 0 0 0,2 2 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7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459 957 2312 0 0,'5'-13'1589'0'0,"-1"0"0"0"0,0 0-1 0 0,-1 0 1 0 0,-1 0 0 0 0,0-1-1 0 0,-1 0 1 0 0,0-17 0 0 0,-2 27-1400 0 0,1-1 0 0 0,0 1 1 0 0,-1-1-1 0 0,0 1 0 0 0,0-1 1 0 0,0 1-1 0 0,-1 0 1 0 0,1-1-1 0 0,-1 1 0 0 0,0 0 1 0 0,-1 0-1 0 0,1 0 0 0 0,0 1 1 0 0,-1-1-1 0 0,0 0 0 0 0,0 1 1 0 0,0 0-1 0 0,0 0 1 0 0,-1 0-1 0 0,1 0 0 0 0,-1 0 1 0 0,0 0-1 0 0,0 1 0 0 0,-6-3 1 0 0,6 4-159 0 0,1 0 1 0 0,-1 1-1 0 0,1-1 1 0 0,-1 1 0 0 0,1 0-1 0 0,-1 0 1 0 0,1 0-1 0 0,-1 0 1 0 0,1 1-1 0 0,-1-1 1 0 0,-5 3-1 0 0,6-2 4 0 0,-12 3 4 0 0,0 1 0 0 0,1 0 1 0 0,0 1-1 0 0,0 1 0 0 0,0 0 0 0 0,1 1 0 0 0,0 0 0 0 0,-15 14 1 0 0,2 0-7 0 0,2 1 1 0 0,-38 45 0 0 0,43-43-10 0 0,0 0 0 0 0,-18 35-1 0 0,30-49-3 0 0,2 1-1 0 0,-1 0 0 0 0,2 0 0 0 0,0 0 0 0 0,0 1 0 0 0,1 0 0 0 0,0-1 0 0 0,0 16 1 0 0,2-24-12 0 0,1 0 1 0 0,0 0 0 0 0,0 0 0 0 0,1-1-1 0 0,-1 1 1 0 0,1 0 0 0 0,0 0 0 0 0,0 0-1 0 0,0-1 1 0 0,0 1 0 0 0,1 0 0 0 0,-1-1-1 0 0,1 1 1 0 0,0-1 0 0 0,0 0 0 0 0,1 1-1 0 0,-1-1 1 0 0,0 0 0 0 0,1 0 0 0 0,0-1 0 0 0,0 1-1 0 0,0-1 1 0 0,4 4 0 0 0,-2-4-41 0 0,0 1 1 0 0,0-1-1 0 0,0 0 1 0 0,0 0-1 0 0,0-1 1 0 0,0 0-1 0 0,1 0 1 0 0,-1 0-1 0 0,1 0 1 0 0,-1-1-1 0 0,1 0 1 0 0,-1 0-1 0 0,0 0 1 0 0,1-1-1 0 0,-1 0 1 0 0,6-1-1 0 0,4-3-68 0 0,0 0 0 0 0,0-1 0 0 0,-1-1 0 0 0,0 0 0 0 0,-1-1 0 0 0,1-1 0 0 0,-1 0 0 0 0,-1 0 0 0 0,0-1 0 0 0,0-1 0 0 0,-1 0 0 0 0,12-15 0 0 0,8-14-3 0 0,-1-2 1 0 0,35-63-1 0 0,-34 46 723 0 0,20-31 764 0 0,-50 88-1320 0 0,0 5-51 0 0,-1 1 0 0 0,0 0 0 0 0,-1 0 0 0 0,1-1 0 0 0,-1 1 0 0 0,0 0 0 0 0,1-1 0 0 0,-2 1 0 0 0,1 0 0 0 0,0-1 0 0 0,-4 6 0 0 0,2 0 27 0 0,-13 37 83 0 0,2 1 0 0 0,3 0 0 0 0,1 0 0 0 0,-4 68 0 0 0,14-106-97 0 0,-1-1 0 0 0,2 1-1 0 0,-1 0 1 0 0,1 0 0 0 0,1-1 0 0 0,3 14 0 0 0,-4-19-27 0 0,0 0 1 0 0,0 0 0 0 0,1 0-1 0 0,-1 0 1 0 0,1 0 0 0 0,0 0-1 0 0,0 0 1 0 0,0 0-1 0 0,0-1 1 0 0,1 1 0 0 0,-1-1-1 0 0,1 1 1 0 0,-1-1 0 0 0,1 0-1 0 0,0 0 1 0 0,0 0 0 0 0,0-1-1 0 0,3 2 1 0 0,-5-2-31 0 0,1-1-1 0 0,0 1 1 0 0,-1-1 0 0 0,1 1-1 0 0,0-1 1 0 0,0 0 0 0 0,-1 0-1 0 0,1 0 1 0 0,0 0 0 0 0,0 0-1 0 0,-1 0 1 0 0,1 0 0 0 0,0 0-1 0 0,2-2 1 0 0,2 1-80 0 0,3-1-152 0 0,1 0-1 0 0,-1 0 1 0 0,0-1-1 0 0,0 0 1 0 0,0-1-1 0 0,0 0 1 0 0,-1-1-1 0 0,1 0 1 0 0,13-10 0 0 0,2-5-880 0 0,34-34 1 0 0,-20 13 163 0 0,-1-2 1 0 0,-3-1 0 0 0,31-50 0 0 0,72-154-785 0 0,12-86 2479 0 0,-77 100 3947 0 0,-49 114-1314 0 0,-23 118-3216 0 0,-2 5-16 0 0,-5 8-51 0 0,1 0 0 0 0,0 1 0 0 0,0 0-1 0 0,-5 16 1 0 0,-15 56 84 0 0,24-76-131 0 0,-171 721 1634 0 0,171-714-1629 0 0,-4 16 47 0 0,2 0 1 0 0,1 1 0 0 0,2 47-1 0 0,2-67-21 0 0,1 0 0 0 0,6 22-1 0 0,-8-31-41 0 0,1 0 0 0 0,0 0 0 0 0,0 0-1 0 0,1 0 1 0 0,-1 0 0 0 0,1-1 0 0 0,-1 1 0 0 0,1-1-1 0 0,0 1 1 0 0,0-1 0 0 0,0 0 0 0 0,0 1 0 0 0,0-1-1 0 0,0 0 1 0 0,1 0 0 0 0,-1-1 0 0 0,4 3 0 0 0,9 0 20 0 0,-10-4-38 0 0,-1 0 0 0 0,1 0 0 0 0,0 0 0 0 0,-1-1 0 0 0,1 1 0 0 0,0-1 0 0 0,-1 0 0 0 0,1-1 0 0 0,-1 1 0 0 0,1-1 0 0 0,-1 0 0 0 0,6-3 0 0 0,-2 1-10 0 0,-1-1-1 0 0,0-1 0 0 0,-1 1 0 0 0,1-1 0 0 0,-1 0 0 0 0,7-8 0 0 0,3-9-14 0 0,0 0-1 0 0,-2 0 0 0 0,14-31 1 0 0,-18 32 94 0 0,-2 0 0 0 0,0-1 0 0 0,-1 0 0 0 0,-1 0 1 0 0,-2-1-1 0 0,0 0 0 0 0,-1 0 0 0 0,-2 0 0 0 0,0 0 0 0 0,-2 0 1 0 0,-5-40-1 0 0,-4 30-51 0 0,9 32-72 0 0,-2 2 74 0 0,-10 2 20 0 0,13-2-31 0 0,-1 1 0 0 0,1 0-1 0 0,-1-1 1 0 0,1 1 0 0 0,0 0 0 0 0,-1-1 0 0 0,1 1 0 0 0,0 0 0 0 0,0-1-1 0 0,0 1 1 0 0,-1 0 0 0 0,1-1 0 0 0,0 1 0 0 0,0 0 0 0 0,0 0-1 0 0,0-1 1 0 0,0 1 0 0 0,0 0 0 0 0,0 0 0 0 0,1-1 0 0 0,-1 1 0 0 0,0 0-1 0 0,0-1 1 0 0,1 2 0 0 0,0 3-54 0 0,0-1 1 0 0,1 1-1 0 0,0 0 1 0 0,0-1-1 0 0,0 1 0 0 0,1-1 1 0 0,-1 0-1 0 0,1 0 1 0 0,0 0-1 0 0,0 0 0 0 0,1 0 1 0 0,5 5-1 0 0,-1-3-105 0 0,0 0 1 0 0,1 0-1 0 0,-1-1 0 0 0,1 0 0 0 0,17 7 1 0 0,6-1-456 0 0,0-2 0 0 0,59 9 0 0 0,-65-13 223 0 0,0-2-1 0 0,1 0 1 0 0,-1-2-1 0 0,1-1 1 0 0,49-6 0 0 0,-66 4 369 0 0,0-1 0 0 0,0 1-1 0 0,0-2 1 0 0,-1 1 0 0 0,1-1 0 0 0,-1-1 0 0 0,17-10 0 0 0,-20 10 140 0 0,0 0-1 0 0,-1 0 0 0 0,1 0 1 0 0,-1 0-1 0 0,0-1 0 0 0,-1 0 0 0 0,1 0 1 0 0,-1 0-1 0 0,-1-1 0 0 0,1 1 1 0 0,-1-1-1 0 0,3-8 0 0 0,-4 11-43 0 0,1-4 266 0 0,0-1 0 0 0,0 1 0 0 0,-1 0-1 0 0,0-1 1 0 0,0 0 0 0 0,-1 0 0 0 0,0 1 0 0 0,0-13 0 0 0,-2 18-251 0 0,-4 5-32 0 0,-1 0-1 0 0,0 1 1 0 0,1-1-1 0 0,0 1 1 0 0,-1 0-1 0 0,1 1 0 0 0,1-1 1 0 0,-1 1-1 0 0,0 0 1 0 0,-4 5-1 0 0,-8 9 325 0 0,-16 24-1 0 0,18-23-172 0 0,-12 17 34 0 0,2 0-1 0 0,-25 48 0 0 0,39-62-189 0 0,0 1 0 0 0,2 0-1 0 0,0 1 1 0 0,2 0 0 0 0,-6 35 0 0 0,11-51-62 0 0,1 0 1 0 0,1 0-1 0 0,-1 0 1 0 0,2 0-1 0 0,-1 0 1 0 0,1 0-1 0 0,0 0 1 0 0,0 0-1 0 0,1 0 0 0 0,0 0 1 0 0,1-1-1 0 0,0 1 1 0 0,3 7-1 0 0,-3-10-127 0 0,1 0-1 0 0,-1 0 1 0 0,0-1 0 0 0,1 1-1 0 0,0-1 1 0 0,0 0 0 0 0,1 0-1 0 0,-1 0 1 0 0,1-1-1 0 0,0 1 1 0 0,-1-1 0 0 0,2 0-1 0 0,-1-1 1 0 0,0 1-1 0 0,0-1 1 0 0,1 0 0 0 0,-1 0-1 0 0,9 1 1 0 0,-1-1-336 0 0,1-1 0 0 0,-1 0 1 0 0,1 0-1 0 0,-1-2 0 0 0,1 1 0 0 0,-1-2 1 0 0,1 0-1 0 0,-1 0 0 0 0,0-2 0 0 0,0 1 0 0 0,0-2 1 0 0,-1 0-1 0 0,1 0 0 0 0,-1-1 0 0 0,0 0 0 0 0,-1-1 1 0 0,1-1-1 0 0,16-14 0 0 0,-7 4 564 0 0,-1-2 1 0 0,0 0-1 0 0,-2-1 0 0 0,0-1 1 0 0,-1 0-1 0 0,-1-2 0 0 0,24-49 1 0 0,-22 38 2551 0 0,-2-1 1 0 0,-2 0-1 0 0,17-67 1 0 0,-28 88-1552 0 0,7-23 326 0 0,-10 36-1234 0 0,-3 16-49 0 0,-11 40 302 0 0,-19 94 360 0 0,17-55-773 0 0,-5 34-99 0 0,16-41-3761 0 0,8-63 1225 0 0,2-10-822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7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3484 0 0,'45'-82'19347'0'0,"-44"80"-18557"0"0,-1 2-757 0 0,0-1 1 0 0,0 1 0 0 0,0 0-1 0 0,0-1 1 0 0,0 1 0 0 0,0 0-1 0 0,0-1 1 0 0,0 1 0 0 0,0 0-1 0 0,0-1 1 0 0,0 1 0 0 0,0 0-1 0 0,0-1 1 0 0,0 1-1 0 0,1 0 1 0 0,-1-1 0 0 0,0 1-1 0 0,0 0 1 0 0,0-1 0 0 0,0 1-1 0 0,0 0 1 0 0,1 0 0 0 0,-1-1-1 0 0,0 1 1 0 0,0 0-1 0 0,1 0 1 0 0,-1-1 0 0 0,0 1-1 0 0,0 0 1 0 0,1 0 0 0 0,-1 0-1 0 0,1-1 1 0 0,8 6 1042 0 0,6 13-26 0 0,-4 1-330 0 0,-1 0 0 0 0,12 34 0 0 0,1 3-202 0 0,-1-9-502 0 0,40 78 699 0 0,-47-100-2415 0 0,22 29 0 0 0,-35-52 1135 0 0,0 0 0 0 0,0 1 0 0 0,0-1 0 0 0,0 0-1 0 0,0-1 1 0 0,1 1 0 0 0,4 3 0 0 0,22-7-11922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8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828 120 1912 0 0,'-12'-27'4521'0'0,"8"16"-2890"0"0,0 1 1 0 0,0 0-1 0 0,-1 1 1 0 0,-1-1-1 0 0,1 1 1 0 0,-2 0-1 0 0,-8-10 0 0 0,14 18-1565 0 0,0 0-1 0 0,0 1 0 0 0,0-1 0 0 0,0 1 0 0 0,0-1 0 0 0,-1 1 0 0 0,1 0 0 0 0,0-1 0 0 0,0 1 1 0 0,0 0-1 0 0,-1 0 0 0 0,1 0 0 0 0,0 0 0 0 0,0 0 0 0 0,-1 0 0 0 0,-1 0 0 0 0,0 0 100 0 0,-3 0 47 0 0,0 1 0 0 0,0-1 0 0 0,0 1 0 0 0,0 0 0 0 0,1 1 0 0 0,-1-1 0 0 0,0 1 0 0 0,1 0 0 0 0,-10 5 0 0 0,-46 31 1363 0 0,48-29-1226 0 0,-41 29 814 0 0,1 3 0 0 0,-50 51 0 0 0,-84 106 312 0 0,59-28-1123 0 0,61-76-5144 0 0,59-87 2005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8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84 1784 0 0,'-3'-5'2250'0'0,"1"-1"-1"0"0,-1 0 0 0 0,1 0 1 0 0,-2-11-1 0 0,-6-7 3277 0 0,4 11-5102 0 0,4 7-624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18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589 1 24 0 0,'-198'23'8888'0'0,"-176"23"6310"0"0,358-41-14572 0 0,16-5-610 0 0,0 1 1 0 0,0-1-1 0 0,0 0 1 0 0,0 1-1 0 0,0-1 1 0 0,0 0-1 0 0,1 0 1 0 0,-1 1-1 0 0,0-1 1 0 0,0 0-1 0 0,0 0 0 0 0,1 1 1 0 0,-1-1-1 0 0,0 0 1 0 0,0 0-1 0 0,1 0 1 0 0,-1 1-1 0 0,0-1 1 0 0,1 0-1 0 0,-1 0 1 0 0,0 0-1 0 0,0 0 1 0 0,1 0-1 0 0,-1 1 1 0 0,0-1-1 0 0,1 0 1 0 0,0 0-1 0 0,35 8 285 0 0,361 23-1065 0 0,-152-16-1529 0 0,-1 3-1754 0 0,-82-8-2563 0 0,-27-2-2770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1264 0 0,'0'0'1888'0'0,"5"15"1654"0"0,-4-11-3282 0 0,0-1 0 0 0,0 1 1 0 0,0-1-1 0 0,1 0 0 0 0,-1 1 0 0 0,1-1 1 0 0,0 0-1 0 0,0 0 0 0 0,0 0 0 0 0,0 0 0 0 0,1 0 1 0 0,-1-1-1 0 0,1 1 0 0 0,0-1 0 0 0,-1 1 1 0 0,1-1-1 0 0,0 0 0 0 0,0 0 0 0 0,1 0 1 0 0,-1-1-1 0 0,0 1 0 0 0,1-1 0 0 0,-1 0 0 0 0,1 0 1 0 0,5 1-1 0 0,12 2 55 0 0,0 0 0 0 0,0-2 0 0 0,30 0 0 0 0,-20-1 112 0 0,599 24 652 0 0,61 22-907 0 0,2 0-119 0 0,2477 108 38 0 0,-1706-91-83 0 0,-615-29 6 0 0,24-2 12 0 0,1023 22-7 0 0,1207-94-7 0 0,-2555 12-42 0 0,839-62 37 0 0,-481 29-1 0 0,-362 25-6 0 0,8-2-5 0 0,2460-77 26 0 0,-1064 116-49 0 0,-1445-4 2164 0 0,-134-2-763 0 0,-366 4-1341 0 0,1 0-10 0 0,13 0-8 0 0,-13 0 22 0 0,1 0-12 0 0,31-1-66 0 0,-32 0-167 0 0,10 0-4093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0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604 243 744 0 0,'0'22'3453'0'0,"-6"32"0"0"0,1-26-1342 0 0,-16 51 0 0 0,20-76-1803 0 0,0 0 0 0 0,1 0-1 0 0,-1-1 1 0 0,0 1 0 0 0,0 0 0 0 0,-1-1 0 0 0,1 1 0 0 0,0-1 0 0 0,-1 1 0 0 0,0-1 0 0 0,1 0 0 0 0,-1 0-1 0 0,0 0 1 0 0,0 0 0 0 0,-5 4 0 0 0,5-6-68 0 0,-2-6 29 0 0,3 5-261 0 0,1 1 1 0 0,-1 0-1 0 0,1-1 0 0 0,-1 1 0 0 0,1 0 1 0 0,0-1-1 0 0,-1 1 0 0 0,1-1 1 0 0,-1 1-1 0 0,1-1 0 0 0,0 1 1 0 0,0 0-1 0 0,-1-1 0 0 0,1 0 0 0 0,0 1 1 0 0,0-1-1 0 0,0 1 0 0 0,-1-1 1 0 0,1 1-1 0 0,0-1 0 0 0,0 0 1 0 0,-2-14 25 0 0,0 0 0 0 0,2 0 0 0 0,-1-1 0 0 0,2 1 1 0 0,0 0-1 0 0,1 0 0 0 0,0 0 0 0 0,1 0 1 0 0,8-20-1 0 0,-3 9-45 0 0,2-1 0 0 0,2 1 0 0 0,0 1 0 0 0,20-31 0 0 0,-25 46-9 0 0,-1-1 1 0 0,1 1-1 0 0,1 0 1 0 0,0 1-1 0 0,0 0 0 0 0,1 0 1 0 0,0 1-1 0 0,1 0 1 0 0,-1 1-1 0 0,2 0 0 0 0,-1 0 1 0 0,19-8-1 0 0,-21 15-4 0 0,-3 0 19 0 0,-1 1 1 0 0,0 0-1 0 0,0 1 1 0 0,1-1-1 0 0,-1 1 1 0 0,0 0-1 0 0,0 0 1 0 0,0 0-1 0 0,0 1 1 0 0,-1-1-1 0 0,1 1 0 0 0,-1 0 1 0 0,0 0-1 0 0,1 0 1 0 0,-1 0-1 0 0,3 5 1 0 0,0 4 8 0 0,0 1 0 0 0,0 0 0 0 0,-1 0 0 0 0,-1 0 0 0 0,0 0-1 0 0,-1 0 1 0 0,2 22 0 0 0,1 98 5 0 0,-6-122-8 0 0,-3 55 20 0 0,-2 1 0 0 0,-3-1-1 0 0,-3-1 1 0 0,-3 0 0 0 0,-3-1-1 0 0,-2 0 1 0 0,-4-2 0 0 0,-2 0-1 0 0,-38 68 1 0 0,46-100 206 0 0,-1-1 0 0 0,-1 0 0 0 0,-39 44-1 0 0,48-62 19 0 0,0-1 0 0 0,0 0 0 0 0,0-1 0 0 0,-1 0-1 0 0,-1-1 1 0 0,0-1 0 0 0,0 1 0 0 0,0-2 0 0 0,-1 0-1 0 0,0 0 1 0 0,-24 6 0 0 0,28-10-153 0 0,-1-1 1 0 0,1-1-1 0 0,-1 1 1 0 0,0-2-1 0 0,1 1 1 0 0,-1-1-1 0 0,0-1 1 0 0,1 0-1 0 0,-1 0 0 0 0,1-1 1 0 0,0 0-1 0 0,0 0 1 0 0,0-1-1 0 0,0-1 1 0 0,-15-9-1 0 0,-7-8 31 0 0,1-1 0 0 0,-47-47 1 0 0,55 49-67 0 0,2 2-57 0 0,6 5-129 0 0,-32-24-1 0 0,44 36 32 0 0,1 4-442 0 0,1-1 489 0 0,-1 0 0 0 0,1 0 0 0 0,0 0 0 0 0,-1-1 0 0 0,1 1 0 0 0,0 0 0 0 0,0 0 0 0 0,0 0 0 0 0,0 0 0 0 0,0 0 0 0 0,0 0 0 0 0,0 0 0 0 0,0 0 0 0 0,0 0 0 0 0,1 1 0 0 0,5 10-869 0 0,1-1 1 0 0,1 1-1 0 0,0-2 0 0 0,11 12 1 0 0,-14-16-392 0 0,1-1 1 0 0,0 0 0 0 0,0-1-1 0 0,0 1 1 0 0,11 5-1 0 0,4 0-5531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1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460 229 1836 0 0,'101'-215'13601'0'0,"-101"214"-13538"0"0,1 1-1 0 0,-1-1 0 0 0,0 0 0 0 0,1 0 0 0 0,-1 0 1 0 0,1 0-1 0 0,-1 0 0 0 0,1 1 0 0 0,-1-1 0 0 0,1 0 1 0 0,0 0-1 0 0,-1 1 0 0 0,1-1 0 0 0,0 1 1 0 0,-1-1-1 0 0,3 0 0 0 0,-3 1-37 0 0,0 0 0 0 0,1 0 0 0 0,-1 0 0 0 0,0 0 0 0 0,1 0 0 0 0,-1 0 1 0 0,0 1-1 0 0,0-1 0 0 0,1 0 0 0 0,-1 0 0 0 0,0 0 0 0 0,0 1 0 0 0,1-1 0 0 0,-1 0 0 0 0,0 0 0 0 0,0 1 0 0 0,1-1 1 0 0,-1 0-1 0 0,0 1 0 0 0,0-1 0 0 0,0 0 0 0 0,0 0 0 0 0,0 1 0 0 0,1-1 0 0 0,-1 0 0 0 0,0 1 0 0 0,0-1 0 0 0,0 1 0 0 0,3 33 866 0 0,-33 261 1130 0 0,-20 1-1456 0 0,19-120-268 0 0,-14 81 34 0 0,-29 181-1 0 0,26 2-132 0 0,47-418-195 0 0,-2 13 24 0 0,1-1 0 0 0,2 1 0 0 0,2-1 1 0 0,6 40-1 0 0,-8-72-21 0 0,0-1 0 0 0,1 1 0 0 0,-1 0 0 0 0,1 0 0 0 0,-1-1 0 0 0,1 1 0 0 0,0 0 0 0 0,0-1 0 0 0,0 1 1 0 0,-1-1-1 0 0,2 1 0 0 0,-1-1 0 0 0,0 1 0 0 0,0-1 0 0 0,0 0 0 0 0,1 0 0 0 0,-1 0 0 0 0,0 1 0 0 0,1-1 0 0 0,-1 0 0 0 0,1-1 0 0 0,-1 1 0 0 0,4 1 0 0 0,-2-1-1 0 0,-1-1 0 0 0,1 0-1 0 0,0 0 1 0 0,-1 0 0 0 0,1 0 0 0 0,0 0-1 0 0,-1-1 1 0 0,1 1 0 0 0,0-1-1 0 0,-1 0 1 0 0,1 0 0 0 0,-1 0 0 0 0,1 0-1 0 0,-1 0 1 0 0,0 0 0 0 0,4-3-1 0 0,4-3 1 0 0,-1 0-1 0 0,0-1 0 0 0,-1 0 0 0 0,0 0 0 0 0,0-1 0 0 0,-1 0 0 0 0,0 0 0 0 0,0-1 1 0 0,-1 0-1 0 0,0 0 0 0 0,-1-1 0 0 0,4-11 0 0 0,-1 2 6 0 0,-1-2 0 0 0,-1 1 0 0 0,-1-1 0 0 0,0 0 0 0 0,1-32 0 0 0,-5 27-8 0 0,-2 1-1 0 0,0-1 1 0 0,-2 0-1 0 0,-1 1 0 0 0,-1 0 1 0 0,-1 0-1 0 0,-1 0 1 0 0,-1 1-1 0 0,-2 0 0 0 0,-22-44 1 0 0,15 41-10 0 0,-1 0-1 0 0,-1 1 1 0 0,-1 1 0 0 0,-1 1-1 0 0,-1 1 1 0 0,-1 1 0 0 0,-2 1-1 0 0,-38-28 1 0 0,-128-81-109 0 0,189 130 92 0 0,1 1 1 0 0,-1-1-1 0 0,1 0 1 0 0,0 0-1 0 0,-1 0 1 0 0,1 0-1 0 0,0-1 1 0 0,0 1-1 0 0,0 0 1 0 0,0 0-1 0 0,0-1 1 0 0,0 1 0 0 0,0 0-1 0 0,0-1 1 0 0,0 1-1 0 0,1-1 1 0 0,-1 1-1 0 0,1-1 1 0 0,-1 0-1 0 0,0-2 1 0 0,2 2 4 0 0,-1 1 0 0 0,0-1 0 0 0,1 0 0 0 0,-1 1 0 0 0,1-1 1 0 0,-1 1-1 0 0,1-1 0 0 0,0 1 0 0 0,0-1 0 0 0,0 1 0 0 0,-1-1 0 0 0,1 1 1 0 0,1 0-1 0 0,-1 0 0 0 0,0-1 0 0 0,0 1 0 0 0,2-1 0 0 0,7-5-118 0 0,0 0-1 0 0,0 1 0 0 0,1 0 1 0 0,17-7-1 0 0,-17 8-70 0 0,69-30-2546 0 0,148-42 0 0 0,-16 24-4808 0 0,-135 38 2657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1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535 164 2148 0 0,'-1'-3'2426'0'0,"-1"-5"-702"0"0,-3-9 758 0 0,-1 1 0 0 0,-1 1 1 0 0,-15-29-1 0 0,19 39-2383 0 0,1 1 1 0 0,-1 0 0 0 0,0 0-1 0 0,0 0 1 0 0,0 1 0 0 0,-1-1-1 0 0,1 1 1 0 0,-1-1-1 0 0,0 1 1 0 0,0 1 0 0 0,0-1-1 0 0,0 0 1 0 0,-1 1 0 0 0,1 0-1 0 0,-1 0 1 0 0,1 0 0 0 0,-1 1-1 0 0,0-1 1 0 0,1 1-1 0 0,-1 0 1 0 0,0 1 0 0 0,0-1-1 0 0,0 1 1 0 0,0 0 0 0 0,0 0-1 0 0,0 0 1 0 0,1 1-1 0 0,-1 0 1 0 0,0 0 0 0 0,0 0-1 0 0,0 0 1 0 0,1 1 0 0 0,-1 0-1 0 0,-8 4 1 0 0,-9 6-59 0 0,1 1 0 0 0,0 2 1 0 0,1 0-1 0 0,1 0 1 0 0,0 2-1 0 0,-26 31 0 0 0,20-19-9 0 0,1 2 0 0 0,1 1 0 0 0,-28 55 0 0 0,43-70-16 0 0,0 0 0 0 0,1 0 0 0 0,-8 32-1 0 0,13-42-4 0 0,1 0 0 0 0,0 1 0 0 0,0-1 0 0 0,0 1 0 0 0,1-1 0 0 0,0 1 0 0 0,0-1 0 0 0,1 1 0 0 0,0-1 0 0 0,1 0 0 0 0,-1 1 0 0 0,4 8 0 0 0,-4-14-5 0 0,0 0-1 0 0,0 0 0 0 0,0 0 1 0 0,1 0-1 0 0,-1 0 1 0 0,0 0-1 0 0,1 0 1 0 0,-1-1-1 0 0,1 1 0 0 0,-1 0 1 0 0,1-1-1 0 0,0 1 1 0 0,0-1-1 0 0,0 0 1 0 0,0 0-1 0 0,0 0 0 0 0,0 0 1 0 0,3 2-1 0 0,-1-3 2 0 0,-1 1-1 0 0,0 0 1 0 0,1-1-1 0 0,-1 0 0 0 0,1 0 1 0 0,-1 0-1 0 0,1 0 1 0 0,-1-1-1 0 0,1 1 1 0 0,-1-1-1 0 0,4-1 1 0 0,2-1 3 0 0,0 0 0 0 0,-1-1 1 0 0,0 0-1 0 0,1-1 1 0 0,-2 0-1 0 0,1 0 0 0 0,-1-1 1 0 0,11-9-1 0 0,-3-1-7 0 0,0-1 1 0 0,-2-1-1 0 0,0-1 0 0 0,0 1 0 0 0,16-37 0 0 0,35-107 63 0 0,-29 67 189 0 0,-34 93-268 0 0,-1 3-12 0 0,1 0 24 0 0,0 0 0 0 0,-1 0 0 0 0,1 0-1 0 0,-1 0 1 0 0,1-1 0 0 0,-1 1 0 0 0,1 0 0 0 0,-1 0 0 0 0,0 0 0 0 0,0 1 0 0 0,1-1 0 0 0,-1 0 0 0 0,0 0-1 0 0,0 0 1 0 0,0 0 0 0 0,0 0 0 0 0,0 0 0 0 0,0 2 0 0 0,-3 27 7 0 0,2-24 10 0 0,-2 19 3 0 0,2 0 1 0 0,3 47 0 0 0,-1-61-31 0 0,0 0 0 0 0,1 0 0 0 0,0 0 0 0 0,1 0 0 0 0,1 0 0 0 0,-1-1 0 0 0,2 0 0 0 0,10 20 0 0 0,-12-26-234 0 0,0 0-1 0 0,1 0 1 0 0,-1 0-1 0 0,1 0 1 0 0,0-1 0 0 0,0 0-1 0 0,0 0 1 0 0,0 0 0 0 0,1 0-1 0 0,-1 0 1 0 0,1-1 0 0 0,0 0-1 0 0,8 3 1 0 0,-5-3-1240 0 0,1 0 1 0 0,0 0-1 0 0,-1-1 0 0 0,12 1 1 0 0,11-3-6128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2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6 347 1976 0 0,'-3'-13'1034'0'0,"2"-1"1"0"0,0 1-1 0 0,0 0 0 0 0,2-1 1 0 0,-1 1-1 0 0,6-24 0 0 0,-3 23-552 0 0,0 0 1 0 0,1 1-1 0 0,1-1 0 0 0,0 1 1 0 0,1 0-1 0 0,12-19 0 0 0,-13 25-372 0 0,0-1 0 0 0,1 1 0 0 0,-1 0 0 0 0,2 0-1 0 0,-1 1 1 0 0,1-1 0 0 0,0 2 0 0 0,0-1 0 0 0,1 1 0 0 0,11-7 0 0 0,-12 9-61 0 0,0 0 0 0 0,0 1 0 0 0,0 0 1 0 0,0 0-1 0 0,1 0 0 0 0,-1 1 0 0 0,0 0 1 0 0,1 1-1 0 0,-1-1 0 0 0,1 1 0 0 0,-1 1 1 0 0,1 0-1 0 0,-1 0 0 0 0,9 2 0 0 0,-10-1-12 0 0,1 0-1 0 0,-1 0 0 0 0,1 0 1 0 0,-1 1-1 0 0,0 0 1 0 0,0 0-1 0 0,0 1 0 0 0,0 0 1 0 0,-1 0-1 0 0,1 0 1 0 0,-1 1-1 0 0,0 0 0 0 0,-1 0 1 0 0,1 0-1 0 0,-1 0 0 0 0,0 1 1 0 0,0-1-1 0 0,0 1 1 0 0,-1 0-1 0 0,0 0 0 0 0,3 9 1 0 0,-2-3 34 0 0,-1 0 0 0 0,0 1 0 0 0,-1 0 0 0 0,0-1 0 0 0,-1 1 0 0 0,0 0 0 0 0,-1 0 0 0 0,-1 0 0 0 0,0 0 0 0 0,-3 17 0 0 0,-33 101 1499 0 0,36-128-1291 0 0,0-2-246 0 0,1-1-1 0 0,-1 0 0 0 0,1 1 1 0 0,-1-1-1 0 0,0 0 1 0 0,0 0-1 0 0,1 1 0 0 0,-1-1 1 0 0,0 0-1 0 0,1 0 0 0 0,-1 0 1 0 0,0 0-1 0 0,0 0 1 0 0,1 0-1 0 0,-1 0 0 0 0,0 0 1 0 0,-1-1-1 0 0,1-4-6 0 0,-1-1 1 0 0,0 0-1 0 0,1-1 1 0 0,0 1-1 0 0,1 0 1 0 0,-1 0-1 0 0,1 0 1 0 0,0 0-1 0 0,1-1 1 0 0,0 1-1 0 0,1-8 1 0 0,3-10-27 0 0,13-37 0 0 0,-11 40-17 0 0,2 0-1 0 0,0 0 1 0 0,1 1-1 0 0,1 0 1 0 0,1 0 0 0 0,14-18-1 0 0,-20 32 9 0 0,-1 0 0 0 0,0 1 0 0 0,1 0 0 0 0,0-1-1 0 0,0 2 1 0 0,1-1 0 0 0,-1 1 0 0 0,1 0 0 0 0,9-4 0 0 0,-11 6 4 0 0,0 1-1 0 0,0-1 1 0 0,1 1 0 0 0,-1 0 0 0 0,1 0 0 0 0,-1 1 0 0 0,1 0 0 0 0,-1 0 0 0 0,1 0 0 0 0,-1 0-1 0 0,1 1 1 0 0,-1 0 0 0 0,1 0 0 0 0,7 3 0 0 0,-5-1 7 0 0,0 1 0 0 0,-1-1 0 0 0,1 1 0 0 0,-1 1 0 0 0,0 0 0 0 0,0 0 0 0 0,0 0 0 0 0,0 0 0 0 0,-1 1 0 0 0,0 1 0 0 0,0-1 0 0 0,-1 1 0 0 0,0-1 0 0 0,0 2 0 0 0,5 9 0 0 0,-4-5 23 0 0,-1 0 0 0 0,0 0 0 0 0,0 0 0 0 0,-2 1 0 0 0,1-1 0 0 0,-2 1 0 0 0,0 0 0 0 0,0 0-1 0 0,-1 17 1 0 0,0-11 15 0 0,-1-10 150 0 0,1 0-1 0 0,-2 0 0 0 0,1 0 0 0 0,-1 0 1 0 0,-4 16-1 0 0,4-23 92 0 0,-2-8-145 0 0,2 6-133 0 0,1 0 0 0 0,0 0-1 0 0,-1 0 1 0 0,1-1-1 0 0,0 1 1 0 0,-1 0-1 0 0,1 0 1 0 0,0-1 0 0 0,0 1-1 0 0,-1 0 1 0 0,1-1-1 0 0,0 1 1 0 0,0 0-1 0 0,-1-1 1 0 0,1 1 0 0 0,0-1-1 0 0,0 1 1 0 0,0 0-1 0 0,0-1 1 0 0,0 1-1 0 0,0 0 1 0 0,0-1 0 0 0,-1 1-1 0 0,1-1 1 0 0,0 1-1 0 0,0 0 1 0 0,0-1-1 0 0,1 1 1 0 0,-1-1 0 0 0,1-14 3 0 0,1 0 0 0 0,0 0 0 0 0,1 1 0 0 0,1 0 1 0 0,0-1-1 0 0,1 1 0 0 0,0 1 0 0 0,1-1 0 0 0,13-21 0 0 0,-4 12-26 0 0,0 0 0 0 0,1 1-1 0 0,2 1 1 0 0,29-29 0 0 0,-41 44 12 0 0,1 1 0 0 0,-1 0 0 0 0,1 0-1 0 0,0 1 1 0 0,1-1 0 0 0,-1 2 0 0 0,1-1 0 0 0,0 1 0 0 0,0 0 0 0 0,0 1 0 0 0,0-1 0 0 0,13 0 0 0 0,-17 2 7 0 0,0 1 0 0 0,0 0 0 0 0,0 0 0 0 0,0 0 0 0 0,0 0 0 0 0,0 1 0 0 0,0 0 0 0 0,0 0 1 0 0,0 0-1 0 0,0 0 0 0 0,0 0 0 0 0,-1 1 0 0 0,1 0 0 0 0,0-1 0 0 0,-1 1 0 0 0,0 1 0 0 0,1-1 0 0 0,-1 0 0 0 0,0 1 0 0 0,0 0 0 0 0,0 0 0 0 0,-1 0 0 0 0,1 0 0 0 0,-1 0 0 0 0,1 0 0 0 0,-1 1 0 0 0,0-1 0 0 0,1 5 0 0 0,1 0 6 0 0,-1 1-1 0 0,0-1 1 0 0,-1 1 0 0 0,0 0-1 0 0,0 0 1 0 0,-1 0 0 0 0,0 11 0 0 0,-5 66 92 0 0,2-68-874 0 0,1 0 0 0 0,0 1-1 0 0,1-1 1 0 0,1 0-1 0 0,3 19 1 0 0,-3-33 253 0 0,0-1 0 0 0,0 0 0 0 0,0 0 0 0 0,0 0 0 0 0,1 0 0 0 0,-1 0 0 0 0,1 0 0 0 0,0 0 0 0 0,-1 0 0 0 0,2-1 0 0 0,-1 1 0 0 0,0 0 0 0 0,0-1 0 0 0,5 4 0 0 0,8 5-5043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4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428 861 3052 0 0,'4'-7'986'0'0,"-1"-1"0"0"0,0 1 0 0 0,0-1-1 0 0,-1 0 1 0 0,0-1 0 0 0,0 1 0 0 0,-1 0-1 0 0,0-9 1 0 0,-1 12-633 0 0,0 0 1 0 0,0 0-1 0 0,-1 0 0 0 0,1 0 0 0 0,-1 0 0 0 0,-1 1 0 0 0,1-1 0 0 0,-1 0 1 0 0,1 0-1 0 0,-1 1 0 0 0,-1-1 0 0 0,1 1 0 0 0,-1-1 0 0 0,-2-3 1 0 0,4 7-310 0 0,0 0 0 0 0,1 0 0 0 0,-1 1 0 0 0,0-1 0 0 0,0 0 0 0 0,1 1 0 0 0,-1-1 0 0 0,0 0 0 0 0,0 1 0 0 0,0-1 0 0 0,0 1 0 0 0,0 0 0 0 0,0-1 0 0 0,-2 0 1 0 0,0 0 55 0 0,-5 0 154 0 0,-3 3-179 0 0,0 0 0 0 0,0 1 0 0 0,1 0 0 0 0,-1 1 0 0 0,0 0 0 0 0,1 1 0 0 0,0 0 0 0 0,0 1 0 0 0,1 0 0 0 0,0 0 0 0 0,0 1 0 0 0,-13 12 0 0 0,-14 15 130 0 0,-47 60 1 0 0,71-80-157 0 0,-4 5-11 0 0,1 1 0 0 0,1 0-1 0 0,1 1 1 0 0,1 0 0 0 0,0 1-1 0 0,2 1 1 0 0,0 0 0 0 0,-10 40-1 0 0,19-58-26 0 0,0 0 1 0 0,1 0-1 0 0,-1 0 0 0 0,1 0 1 0 0,0 0-1 0 0,1-1 0 0 0,-1 1 1 0 0,1 0-1 0 0,0 0 0 0 0,0 0 0 0 0,0 0 1 0 0,3 5-1 0 0,-3-8-13 0 0,0 0 0 0 0,1 1 0 0 0,-1-1 0 0 0,1 0 1 0 0,-1 0-1 0 0,1 0 0 0 0,0 0 0 0 0,0 0 0 0 0,0-1 0 0 0,0 1 0 0 0,0 0 0 0 0,0-1 0 0 0,0 0 1 0 0,1 1-1 0 0,-1-1 0 0 0,0 0 0 0 0,1 0 0 0 0,-1 0 0 0 0,1 0 0 0 0,-1-1 0 0 0,1 1 0 0 0,0-1 1 0 0,-1 0-1 0 0,1 1 0 0 0,-1-1 0 0 0,1 0 0 0 0,3-1 0 0 0,4 0-120 0 0,0 0 0 0 0,0-1 0 0 0,0 0 0 0 0,-1 0 0 0 0,1-1 0 0 0,-1-1 0 0 0,1 0 0 0 0,12-7 0 0 0,-6-1-54 0 0,0 0 0 0 0,-1-1-1 0 0,0 0 1 0 0,-2-1 0 0 0,1-1 0 0 0,-2 0 0 0 0,0-1-1 0 0,-1 0 1 0 0,0-1 0 0 0,15-34 0 0 0,-10 14 466 0 0,-1-1 0 0 0,-2-1 1 0 0,-2 0-1 0 0,8-52 0 0 0,-19 81-41 0 0,-7 25-168 0 0,-8 27-2 0 0,15-42-78 0 0,-39 154 359 0 0,37-138-331 0 0,-1 0 0 0 0,2 1 1 0 0,0-1-1 0 0,2 0 0 0 0,-1 1 0 0 0,2-1 0 0 0,5 26 0 0 0,-6-37-16 0 0,0-1 0 0 0,1 1 1 0 0,0 0-1 0 0,0-1 0 0 0,0 1 0 0 0,0-1 0 0 0,0 1 0 0 0,1-1 1 0 0,0 0-1 0 0,0 0 0 0 0,0-1 0 0 0,1 1 0 0 0,-1 0 0 0 0,1-1 1 0 0,0 0-1 0 0,0 0 0 0 0,0 0 0 0 0,8 4 0 0 0,-5-4-36 0 0,0-1-1 0 0,-1 0 0 0 0,1-1 1 0 0,0 1-1 0 0,0-1 0 0 0,0-1 1 0 0,1 1-1 0 0,-1-1 0 0 0,0 0 1 0 0,0-1-1 0 0,0 0 0 0 0,12-3 1 0 0,-1-1-181 0 0,1-1 1 0 0,-1 0-1 0 0,-1-2 0 0 0,0 0 1 0 0,0-1-1 0 0,0-1 0 0 0,-1 0 1 0 0,0-1-1 0 0,-1-1 0 0 0,26-27 1 0 0,-8 4-235 0 0,-3-1 0 0 0,0-1 1 0 0,31-55-1 0 0,-18 19 221 0 0,-4-2 1 0 0,-3-1-1 0 0,-3-2 0 0 0,32-117 1 0 0,-41 100 1862 0 0,21-167 1 0 0,-45 259-1623 0 0,2-29 423 0 0,-2 32-442 0 0,0 0-1 0 0,0 0 0 0 0,0 0 0 0 0,0-1 0 0 0,0 1 0 0 0,0 0 1 0 0,0 0-1 0 0,0 0 0 0 0,-1 0 0 0 0,1 0 0 0 0,0-1 0 0 0,0 1 0 0 0,0 0 1 0 0,0 0-1 0 0,0 0 0 0 0,0 0 0 0 0,0 0 0 0 0,0-1 0 0 0,0 1 0 0 0,0 0 1 0 0,0 0-1 0 0,0 0 0 0 0,-1 0 0 0 0,1 0 0 0 0,0 0 0 0 0,0 0 1 0 0,0 0-1 0 0,0-1 0 0 0,0 1 0 0 0,0 0 0 0 0,0 0 0 0 0,-1 0 0 0 0,1 0 1 0 0,0 0-1 0 0,0 0 0 0 0,0 0 0 0 0,0 0 0 0 0,0 0 0 0 0,-1 0 0 0 0,1 0 1 0 0,0 0-1 0 0,0 0 0 0 0,0 0 0 0 0,0 0 0 0 0,0 0 0 0 0,-1 0 1 0 0,1 0-1 0 0,0 0 0 0 0,0 0 0 0 0,-12 15 52 0 0,0 7 51 0 0,2 0 1 0 0,0 0-1 0 0,-8 29 1 0 0,1-1 152 0 0,-54 151 790 0 0,-55 257 1 0 0,90-247-769 0 0,33-183-248 0 0,2-1 0 0 0,0 0 0 0 0,2 0 0 0 0,1 1 0 0 0,11 49 0 0 0,-11-71-26 0 0,0 0 1 0 0,0 0-1 0 0,0 0 1 0 0,1 0 0 0 0,-1 0-1 0 0,2 0 1 0 0,-1-1-1 0 0,1 0 1 0 0,-1 0-1 0 0,9 9 1 0 0,-9-12-20 0 0,-1 0 0 0 0,1 1-1 0 0,0-2 1 0 0,0 1 0 0 0,0 0 0 0 0,0 0 0 0 0,0-1-1 0 0,0 0 1 0 0,1 1 0 0 0,-1-1 0 0 0,0-1 0 0 0,1 1-1 0 0,-1 0 1 0 0,1-1 0 0 0,-1 0 0 0 0,1 1 0 0 0,-1-1-1 0 0,1-1 1 0 0,-1 1 0 0 0,0 0 0 0 0,6-2 0 0 0,5-3-59 0 0,-1 1 0 0 0,0-2 0 0 0,-1 1 1 0 0,1-2-1 0 0,-1 0 0 0 0,0 0 0 0 0,-1-1 1 0 0,0-1-1 0 0,0 0 0 0 0,-1 0 0 0 0,0-1 0 0 0,0 0 1 0 0,11-17-1 0 0,1-3-31 0 0,-2-2 1 0 0,0 0-1 0 0,26-63 0 0 0,-39 75 209 0 0,0-1 0 0 0,-1 1 0 0 0,-1-1 0 0 0,0-1 1 0 0,-2 1-1 0 0,-1 0 0 0 0,0-1 0 0 0,-2 0 0 0 0,-1 1 0 0 0,-5-41 0 0 0,6 61-104 0 0,0 0-1 0 0,-1 0 1 0 0,1 0 0 0 0,0 1-1 0 0,0-1 1 0 0,-1 0 0 0 0,1 0-1 0 0,0 0 1 0 0,-1 0 0 0 0,1 0-1 0 0,-1 0 1 0 0,1 1 0 0 0,-1-1 0 0 0,1 0-1 0 0,-1 0 1 0 0,0 1 0 0 0,0-2-1 0 0,0 2-3 0 0,1 0 1 0 0,-1 0-1 0 0,1-1 0 0 0,-1 1 0 0 0,1 0 0 0 0,-1 0 0 0 0,1 0 0 0 0,-1 0 1 0 0,1 0-1 0 0,-1 0 0 0 0,0 0 0 0 0,1 0 0 0 0,-1 0 0 0 0,1 0 1 0 0,-1 0-1 0 0,1 0 0 0 0,-1 0 0 0 0,1 1 0 0 0,-1-1 0 0 0,1 0 1 0 0,-2 1-1 0 0,1 0-1 0 0,-1 0 1 0 0,0 0 0 0 0,0 1-1 0 0,1-1 1 0 0,-1 0-1 0 0,1 1 1 0 0,0-1-1 0 0,-1 1 1 0 0,1 0 0 0 0,0 0-1 0 0,0-1 1 0 0,0 1-1 0 0,-1 4 1 0 0,0-3 4 0 0,1 1 0 0 0,1 0 1 0 0,-1 0-1 0 0,1 0 0 0 0,-1 0 1 0 0,1 0-1 0 0,0 0 0 0 0,0 0 0 0 0,1 0 1 0 0,-1 0-1 0 0,1-1 0 0 0,0 1 0 0 0,0 0 1 0 0,3 6-1 0 0,-1-3-82 0 0,1 0-1 0 0,0-1 1 0 0,0 1 0 0 0,0-1-1 0 0,1 0 1 0 0,0 0 0 0 0,7 7-1 0 0,-2-4-127 0 0,1-1 0 0 0,-1 1 0 0 0,1-2 0 0 0,1 0-1 0 0,-1 0 1 0 0,1-1 0 0 0,1 0 0 0 0,22 6 0 0 0,-25-9 134 0 0,1-1 0 0 0,0 0 1 0 0,0-1-1 0 0,0 0 0 0 0,0 0 0 0 0,0-2 1 0 0,0 1-1 0 0,0-1 0 0 0,0-1 0 0 0,21-5 1 0 0,-24 4 190 0 0,0 0 1 0 0,-1 0 0 0 0,0-1 0 0 0,0 0-1 0 0,0 0 1 0 0,0 0 0 0 0,0-1 0 0 0,-1 0-1 0 0,0 0 1 0 0,0-1 0 0 0,0 0 0 0 0,-1 0-1 0 0,0 0 1 0 0,0-1 0 0 0,5-8 0 0 0,-1-9 1001 0 0,-9 13-574 0 0,0 11-541 0 0,-1 0 0 0 0,1 0 0 0 0,0-1 0 0 0,0 1 0 0 0,0 0 0 0 0,0 0 0 0 0,0 0 0 0 0,-1-1 0 0 0,1 1 0 0 0,0 0 0 0 0,0 0 0 0 0,0 0 0 0 0,-1 0 0 0 0,1 0 0 0 0,0-1 0 0 0,0 1 0 0 0,-1 0 0 0 0,1 0 0 0 0,0 0 0 0 0,0 0 0 0 0,0 0 0 0 0,-1 0 0 0 0,1 0 0 0 0,0 0 0 0 0,0 0 0 0 0,-1 0 0 0 0,1 0 0 0 0,0 0 0 0 0,0 0 0 0 0,-1 0 0 0 0,1 0 0 0 0,0 0 0 0 0,0 0 0 0 0,-1 0 0 0 0,1 1 0 0 0,-6 1 29 0 0,1 0 0 0 0,0 0-1 0 0,0 1 1 0 0,0 0-1 0 0,0 0 1 0 0,1 1 0 0 0,-1-1-1 0 0,1 1 1 0 0,0 0 0 0 0,-4 4-1 0 0,-39 52 344 0 0,26-33-221 0 0,5-6-93 0 0,1 1 0 0 0,1 1 0 0 0,1 0 0 0 0,0 1 0 0 0,2 0 1 0 0,1 1-1 0 0,1 0 0 0 0,1 1 0 0 0,-8 48 0 0 0,15-68-66 0 0,1-1-1 0 0,0 0 1 0 0,0 1 0 0 0,0-1-1 0 0,1 0 1 0 0,-1 1-1 0 0,1-1 1 0 0,1 0-1 0 0,-1 0 1 0 0,1 0 0 0 0,0 0-1 0 0,0 0 1 0 0,3 6-1 0 0,-3-8-68 0 0,0 0 1 0 0,0 0-1 0 0,1-1 0 0 0,-1 1 0 0 0,1-1 0 0 0,0 1 0 0 0,0-1 0 0 0,0 0 0 0 0,0 0 0 0 0,0 0 0 0 0,0 0 0 0 0,0 0 0 0 0,1-1 0 0 0,-1 1 0 0 0,0-1 0 0 0,1 0 0 0 0,0 0 0 0 0,-1 0 0 0 0,8 0 0 0 0,6-1-444 0 0,0 0 0 0 0,0-1 0 0 0,0 0 0 0 0,-1-2-1 0 0,1 0 1 0 0,0 0 0 0 0,-1-2 0 0 0,30-12-1 0 0,-1-4-1213 0 0,73-44-1 0 0,-101 53 1663 0 0,0 0 0 0 0,0-1 0 0 0,-1 0 1 0 0,-1-2-1 0 0,0 1 0 0 0,23-33 1 0 0,-28 33 749 0 0,0 0-1 0 0,-2-1 1 0 0,0 0 0 0 0,0 0 0 0 0,-1-1 0 0 0,-1 0 0 0 0,-1 0 0 0 0,6-31 0 0 0,3-10 1978 0 0,-13 55-2304 0 0,-3 4-275 0 0,0 1 0 0 0,0 0-1 0 0,1 0 1 0 0,-1 0 0 0 0,1 0-1 0 0,-2 6 1 0 0,-62 209 3021 0 0,53-166-2957 0 0,2 1 0 0 0,-3 67 0 0 0,12-111-638 0 0,1-1 0 0 0,0 1 0 0 0,0-1-1 0 0,1 1 1 0 0,0-1 0 0 0,1 0 0 0 0,2 10-1 0 0,-3-16 81 0 0,0 1-1 0 0,1-1 0 0 0,-1 1 1 0 0,0-1-1 0 0,1 0 0 0 0,-1 1 0 0 0,1-1 1 0 0,0 0-1 0 0,0 0 0 0 0,4 3 0 0 0,-4-3-235 0 0,0-1 0 0 0,1 1-1 0 0,-1-1 1 0 0,1 0 0 0 0,0 0 0 0 0,0 0-1 0 0,-1 0 1 0 0,1 0 0 0 0,0 0-1 0 0,0-1 1 0 0,0 0 0 0 0,3 1 0 0 0,16-1-6872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4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1 143 424 0 0,'12'-90'15490'0'0,"-6"52"-11178"0"0,-6 38-4228 0 0,0-1-1 0 0,0 0 1 0 0,0 1 0 0 0,0-1-1 0 0,0 0 1 0 0,1 1 0 0 0,-1-1-1 0 0,0 1 1 0 0,0-1 0 0 0,0 1-1 0 0,1-1 1 0 0,-1 0 0 0 0,0 1 0 0 0,1-1-1 0 0,-1 1 1 0 0,0-1 0 0 0,1 1-1 0 0,-1-1 1 0 0,1 1 0 0 0,-1 0-1 0 0,1-1 1 0 0,-1 1 0 0 0,1 0-1 0 0,-1-1 1 0 0,1 1 0 0 0,-1 0 0 0 0,1-1-1 0 0,0 1 1 0 0,-1 0 0 0 0,1 0-1 0 0,-1 0 1 0 0,1 0 0 0 0,0-1-1 0 0,2 2 72 0 0,-1-1-1 0 0,0 0 1 0 0,0 1-1 0 0,0-1 1 0 0,0 1-1 0 0,0-1 0 0 0,0 1 1 0 0,0 0-1 0 0,0 0 1 0 0,2 1-1 0 0,5 4 241 0 0,-1-1 0 0 0,0 2-1 0 0,9 7 1 0 0,4 9 24 0 0,-1 0-1 0 0,-1 2 0 0 0,-1 0 1 0 0,18 34-1 0 0,48 113-520 0 0,-54-105-983 0 0,-27-61 342 0 0,-1-1 1 0 0,1 0-1 0 0,-1 1 1 0 0,2-1-1 0 0,-1 0 1 0 0,0-1 0 0 0,1 1-1 0 0,0-1 1 0 0,8 9-1 0 0,11-17-7671 0 0,-19 3 6985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4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543 110 2600 0 0,'-2'-9'1361'0'0,"-1"-1"0"0"0,0 1 0 0 0,-1 1 0 0 0,0-1 0 0 0,0 0 0 0 0,-1 1 0 0 0,0 0 0 0 0,0 0-1 0 0,-1 0 1 0 0,-7-7 0 0 0,10 14-1222 0 0,1 0-1 0 0,-1 0 0 0 0,1 0 0 0 0,-1 0 0 0 0,0 0 1 0 0,1 0-1 0 0,-1 1 0 0 0,0-1 0 0 0,0 1 1 0 0,0 0-1 0 0,1 0 0 0 0,-1 0 0 0 0,0 0 0 0 0,0 1 1 0 0,1-1-1 0 0,-1 1 0 0 0,0-1 0 0 0,0 1 1 0 0,1 0-1 0 0,-1 0 0 0 0,-4 3 0 0 0,-9 4 283 0 0,1 0 0 0 0,0 2 0 0 0,0 0 0 0 0,1 0-1 0 0,0 2 1 0 0,-14 14 0 0 0,-69 85 833 0 0,76-86-1070 0 0,-9 14-6 0 0,1 1 1 0 0,2 1-1 0 0,-34 71 0 0 0,18-7-7497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8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4 103 1408 0 0,'5'-20'17892'0'0,"-3"13"-17928"0"0,-1 2 312 0 0,0 0 0 0 0,-1 0 0 0 0,0-1 0 0 0,0 1 0 0 0,0 0 0 0 0,0 0 0 0 0,-1 0 0 0 0,0 0-1 0 0,-2-6 1 0 0,3 10-184 0 0,-1-1-19 0 0,-1-6-64 0 0,1 6-187 0 0,-3-4-509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8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15 1904 0 0,'-66'-3'8225'0'0,"-22"-3"976"0"0,86 6-8830 0 0,162 3 1096 0 0,21-2-2260 0 0,106-1-3509 0 0,-96-6-3482 0 0,-127 3 1899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9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52 2708 0 0,'2'-16'6347'0'0,"-3"-20"4900"0"0,-5 52-10972 0 0,-55 155 1769 0 0,21-63-2502 0 0,7 2-5235 0 0,29-88-1373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9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99 1992 0 0,'12'-16'4299'0'0,"-2"-1"0"0"0,17-35 0 0 0,-26 52-4228 0 0,-1 0-1 0 0,0-1 1 0 0,0 1 0 0 0,1 0 0 0 0,-1-1 0 0 0,0 1 0 0 0,0 0 0 0 0,0-1 0 0 0,0 1-1 0 0,0-1 1 0 0,1 1 0 0 0,-1 0 0 0 0,0-1 0 0 0,0 1 0 0 0,0-1 0 0 0,0 1 0 0 0,0 0 0 0 0,0-1-1 0 0,0 1 1 0 0,0-1 0 0 0,-1 1 0 0 0,1 0 0 0 0,0-1 0 0 0,0 1 0 0 0,0-1 0 0 0,0 1-1 0 0,0 0 1 0 0,-1-1 0 0 0,1 1 0 0 0,0 0 0 0 0,0-1 0 0 0,-1 1 0 0 0,1 0 0 0 0,0-1 0 0 0,-1 1-1 0 0,-15 1 657 0 0,-16 15-418 0 0,17-7-241 0 0,1 1 0 0 0,0 0 1 0 0,1 1-1 0 0,0 1 0 0 0,1 0 0 0 0,0 1 0 0 0,1 0 0 0 0,0 0 0 0 0,1 1 0 0 0,-15 29 0 0 0,24-41-67 0 0,1-1-1 0 0,-1 1 1 0 0,1 0-1 0 0,-1 0 1 0 0,1-1-1 0 0,0 1 1 0 0,0 0-1 0 0,0 0 1 0 0,0-1-1 0 0,0 1 1 0 0,0 0-1 0 0,1 0 1 0 0,-1 0-1 0 0,0-1 1 0 0,1 1-1 0 0,-1 0 1 0 0,1-1 0 0 0,0 1-1 0 0,0 0 1 0 0,0-1-1 0 0,0 1 1 0 0,0-1-1 0 0,0 1 1 0 0,0-1-1 0 0,0 0 1 0 0,0 1-1 0 0,0-1 1 0 0,1 0-1 0 0,-1 0 1 0 0,1 0-1 0 0,-1 0 1 0 0,3 1-1 0 0,5 4-1 0 0,0 0-1 0 0,0-1 1 0 0,19 7-1 0 0,9 1 19 0 0,-20-8-54 0 0,0 2 0 0 0,20 9-1 0 0,-32-14 57 0 0,-1 1 0 0 0,0 0 0 0 0,0-1-1 0 0,0 1 1 0 0,-1 1 0 0 0,1-1 0 0 0,0 0 0 0 0,-1 1-1 0 0,0 0 1 0 0,0 0 0 0 0,0 0 0 0 0,-1 0 0 0 0,3 5-1 0 0,-4-6 99 0 0,0-1 1 0 0,0 1-1 0 0,-1 0 0 0 0,1 0 0 0 0,-1 0 0 0 0,0 0 0 0 0,0-1 0 0 0,0 1 0 0 0,0 0 0 0 0,0 0 0 0 0,-1 0 0 0 0,1 0 0 0 0,-1 0 0 0 0,0-1 0 0 0,0 1 0 0 0,0 0 0 0 0,0-1 0 0 0,0 1 0 0 0,-1 0 0 0 0,1-1 0 0 0,-1 0 0 0 0,0 1 0 0 0,1-1 1 0 0,-1 0-1 0 0,-3 3 0 0 0,-2 2 115 0 0,0 0 1 0 0,-1-1 0 0 0,1 0-1 0 0,-1-1 1 0 0,0 0 0 0 0,-13 7-1 0 0,14-9-239 0 0,1 0 0 0 0,0-1 0 0 0,-1 0-1 0 0,0 0 1 0 0,0 0 0 0 0,0-1 0 0 0,1 0 0 0 0,-1 0-1 0 0,0-1 1 0 0,0 0 0 0 0,0 0 0 0 0,0-1 0 0 0,0 0-1 0 0,0 0 1 0 0,0 0 0 0 0,0-1 0 0 0,0 0 0 0 0,-6-3-1 0 0,6 2-689 0 0,1-1 0 0 0,0 0 0 0 0,0 1-1 0 0,1-2 1 0 0,-1 1 0 0 0,1-1 0 0 0,0 0 0 0 0,0 0-1 0 0,0 0 1 0 0,1-1 0 0 0,-6-8 0 0 0,-4-9-4530 0 0,2-3-2715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39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1140 0 0,'0'-12'5333'0'0,"0"-6"-1609"0"0,0 5-1288 0 0,0-1-928 0 0,0 4-540 0 0,0-2-1196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1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1204 0 0,'0'-3'483'0'0,"0"0"-1"0"0,0 0 0 0 0,0 0 1 0 0,1 0-1 0 0,-1 0 1 0 0,1 0-1 0 0,0 1 0 0 0,0-1 1 0 0,0 0-1 0 0,0 0 1 0 0,0 1-1 0 0,1-1 0 0 0,2-4 1 0 0,-2 5-253 0 0,0 0 1 0 0,0 1 0 0 0,0-1-1 0 0,0 0 1 0 0,0 1 0 0 0,0-1-1 0 0,0 1 1 0 0,0 0 0 0 0,0 0-1 0 0,1 0 1 0 0,-1 0-1 0 0,1 0 1 0 0,3-1 0 0 0,-1 2-103 0 0,-1-1 1 0 0,1 1-1 0 0,0 0 1 0 0,0 0-1 0 0,0 0 1 0 0,0 1-1 0 0,-1 0 1 0 0,1 0 0 0 0,0 0-1 0 0,0 0 1 0 0,-1 1-1 0 0,1 0 1 0 0,-1 0-1 0 0,0 0 1 0 0,1 0-1 0 0,3 4 1 0 0,0 0-64 0 0,-1 0 0 0 0,0 1 0 0 0,0 0 1 0 0,0 1-1 0 0,-1-1 0 0 0,0 1 0 0 0,0 0 0 0 0,-1 1 1 0 0,0-1-1 0 0,-1 1 0 0 0,0 0 0 0 0,0 0 0 0 0,-1 1 1 0 0,0-1-1 0 0,-1 1 0 0 0,2 14 0 0 0,-2-8 177 0 0,0-1 0 0 0,-2 1 0 0 0,0 0 0 0 0,-1-1 0 0 0,0 1 0 0 0,-1 0 0 0 0,-1-1 0 0 0,0 0 0 0 0,-10 25 0 0 0,2-19 1098 0 0,11-20-1322 0 0,-1-1 1 0 0,1 0-1 0 0,0 1 1 0 0,0-1-1 0 0,-1 0 0 0 0,1 0 1 0 0,0 1-1 0 0,-1-1 1 0 0,1 0-1 0 0,0 0 0 0 0,-1 0 1 0 0,1 1-1 0 0,0-1 0 0 0,-1 0 1 0 0,1 0-1 0 0,0 0 1 0 0,-1 0-1 0 0,1 0 0 0 0,-1 0 1 0 0,1 0-1 0 0,0 1 1 0 0,-1-1-1 0 0,1 0 0 0 0,-1 0 1 0 0,1-1-1 0 0,0 1 1 0 0,-1 0-1 0 0,1 0 0 0 0,-1 0 1 0 0,1 0-1 0 0,0 0 1 0 0,-1 0-1 0 0,1 0 0 0 0,0-1 1 0 0,-1 1-1 0 0,1 0 0 0 0,0 0 1 0 0,-1-1-1 0 0,1 1 1 0 0,0 0-1 0 0,-1-1 0 0 0,0-1-5 0 0,0-1-1 0 0,0 1 0 0 0,0 0 1 0 0,1-1-1 0 0,-1 0 0 0 0,1 1 0 0 0,-1-1 1 0 0,1 1-1 0 0,0-1 0 0 0,0 1 1 0 0,0-1-1 0 0,0 1 0 0 0,1-1 1 0 0,-1 0-1 0 0,1 1 0 0 0,0-3 0 0 0,0-1 9 0 0,2-12-13 0 0,1 0 0 0 0,0 0 0 0 0,2 1-1 0 0,-1 0 1 0 0,2 0 0 0 0,1 0 0 0 0,0 1 0 0 0,12-18 0 0 0,-14 25-20 0 0,1 0-1 0 0,-1 0 1 0 0,2 1 0 0 0,-1 0-1 0 0,1 1 1 0 0,0-1 0 0 0,1 2-1 0 0,0-1 1 0 0,0 1-1 0 0,0 0 1 0 0,1 1 0 0 0,-1 0-1 0 0,1 1 1 0 0,20-7 0 0 0,-23 10 8 0 0,1-1-1 0 0,-1 1 1 0 0,1 0 0 0 0,-1 1 0 0 0,0 0 0 0 0,1 0 0 0 0,-1 1 0 0 0,1 0 0 0 0,-1 0-1 0 0,0 0 1 0 0,1 1 0 0 0,-1 0 0 0 0,0 1 0 0 0,0-1 0 0 0,-1 2 0 0 0,1-1 0 0 0,0 0-1 0 0,-1 1 1 0 0,0 1 0 0 0,0-1 0 0 0,0 1 0 0 0,-1 0 0 0 0,1 0 0 0 0,-1 0 0 0 0,7 11-1 0 0,-4-6 20 0 0,-1 1-1 0 0,-1-1 0 0 0,0 1 1 0 0,0 1-1 0 0,-1-1 1 0 0,-1 1-1 0 0,0 0 0 0 0,0 0 1 0 0,-1 1-1 0 0,-1-1 0 0 0,0 1 1 0 0,0-1-1 0 0,-2 1 0 0 0,0 17 1 0 0,0-28-3 0 0,-4 23 111 0 0,4-24-117 0 0,-1 0 0 0 0,1 0 0 0 0,0-1 0 0 0,0 1 0 0 0,-1 0 0 0 0,1 0-1 0 0,0-1 1 0 0,-1 1 0 0 0,1 0 0 0 0,-1-1 0 0 0,1 1 0 0 0,-1 0 0 0 0,1-1 0 0 0,-1 1-1 0 0,1-1 1 0 0,-1 1 0 0 0,0-1 0 0 0,1 1 0 0 0,-1-1 0 0 0,0 1 0 0 0,1-1 0 0 0,-1 0-1 0 0,0 1 1 0 0,0-1 0 0 0,0 0 0 0 0,1 0 0 0 0,-1 1 0 0 0,-1-1 0 0 0,1 0-5 0 0,-1-1 0 0 0,1 1 0 0 0,0-1 1 0 0,0 1-1 0 0,-1-1 0 0 0,1 0 0 0 0,0 1 0 0 0,0-1 0 0 0,0 0 1 0 0,0 0-1 0 0,0 0 0 0 0,0 1 0 0 0,0-1 0 0 0,0 0 1 0 0,0-1-1 0 0,0 1 0 0 0,0 0 0 0 0,1 0 0 0 0,-1 0 1 0 0,0 0-1 0 0,1-1 0 0 0,-1 1 0 0 0,1 0 0 0 0,-1 0 0 0 0,1-1 1 0 0,0 1-1 0 0,0 0 0 0 0,-1-1 0 0 0,1-1 0 0 0,-1-4-19 0 0,0 1-1 0 0,1-1 1 0 0,0 0-1 0 0,0-10 0 0 0,2 6 0 0 0,0 1 0 0 0,1 0-1 0 0,0 0 1 0 0,1 1 0 0 0,0-1-1 0 0,1 1 1 0 0,-1 0 0 0 0,2 0-1 0 0,-1 0 1 0 0,1 1 0 0 0,1-1-1 0 0,0 2 1 0 0,0-1 0 0 0,0 1-1 0 0,10-8 1 0 0,-5 5-4 0 0,1 1 0 0 0,-1 1 0 0 0,2-1 0 0 0,-1 2 0 0 0,1 0 0 0 0,0 1 0 0 0,1 0-1 0 0,-1 1 1 0 0,25-5 0 0 0,-35 9 22 0 0,1 0-1 0 0,0 0 0 0 0,0 1 1 0 0,-1 0-1 0 0,1 0 0 0 0,0 0 0 0 0,0 0 1 0 0,-1 1-1 0 0,1 0 0 0 0,0 0 1 0 0,-1 0-1 0 0,1 0 0 0 0,0 1 0 0 0,-1-1 1 0 0,0 1-1 0 0,1 1 0 0 0,-1-1 1 0 0,0 0-1 0 0,0 1 0 0 0,0 0 0 0 0,-1 0 1 0 0,1 0-1 0 0,-1 1 0 0 0,1-1 1 0 0,-1 1-1 0 0,0 0 0 0 0,-1-1 0 0 0,1 1 1 0 0,-1 1-1 0 0,1-1 0 0 0,-1 0 1 0 0,0 0-1 0 0,-1 1 0 0 0,1-1 0 0 0,-1 1 1 0 0,2 9-1 0 0,-1 6 10 0 0,0 0 1 0 0,-2 0-1 0 0,-2 31 1 0 0,-1 7 18 0 0,3-54-172 0 0,0 0 1 0 0,1 0 0 0 0,-1 0-1 0 0,1 1 1 0 0,0-1 0 0 0,2 7-1 0 0,-3-10 14 0 0,1 0-1 0 0,-1 0 1 0 0,1 0-1 0 0,0 1 1 0 0,-1-1-1 0 0,1 0 1 0 0,0 0-1 0 0,0 0 1 0 0,0 0 0 0 0,0 0-1 0 0,0-1 1 0 0,0 1-1 0 0,0 0 1 0 0,0 0-1 0 0,0-1 1 0 0,0 1-1 0 0,1 0 1 0 0,-1-1-1 0 0,0 1 1 0 0,0-1-1 0 0,1 0 1 0 0,-1 1 0 0 0,0-1-1 0 0,1 0 1 0 0,-1 0-1 0 0,0 0 1 0 0,1 0-1 0 0,-1 0 1 0 0,2 0-1 0 0,7-2-346 0 0,1 0 0 0 0,-1 0 0 0 0,0-1 0 0 0,0 0 0 0 0,-1-1 0 0 0,1 0-1 0 0,-1-1 1 0 0,0 0 0 0 0,0 0 0 0 0,0-1 0 0 0,-1 0 0 0 0,15-14 0 0 0,-3 1 716 0 0,-2-1 0 0 0,0 0 0 0 0,30-45-1 0 0,-26 28 3676 0 0,26-60 0 0 0,-32 58-1618 0 0,-16 37-1911 0 0,0 8-331 0 0,-1 0 0 0 0,-1-1 0 0 0,1 1 0 0 0,-1-1 0 0 0,0 1-1 0 0,0-1 1 0 0,-5 8 0 0 0,-5 15 69 0 0,6-10-57 0 0,-6 17 39 0 0,-11 51 0 0 0,21-75-82 0 0,1 0-1 0 0,0-1 1 0 0,0 1-1 0 0,1 0 1 0 0,0 0-1 0 0,1 0 1 0 0,0-1-1 0 0,1 1 1 0 0,4 15-1 0 0,-5-23-35 0 0,0-1 0 0 0,0 1 0 0 0,0-1 0 0 0,1 0 0 0 0,-1 1-1 0 0,0-1 1 0 0,1 0 0 0 0,0 0 0 0 0,-1 0 0 0 0,1 0 0 0 0,0 0 0 0 0,0 0 0 0 0,0 0-1 0 0,0-1 1 0 0,0 1 0 0 0,1-1 0 0 0,2 2 0 0 0,-1-2-100 0 0,0 1-1 0 0,0-1 1 0 0,0 0-1 0 0,1 0 1 0 0,-1 0-1 0 0,0-1 1 0 0,1 1-1 0 0,-1-1 1 0 0,8-1-1 0 0,-1 0-207 0 0,0-1 0 0 0,0 0-1 0 0,0-1 1 0 0,0-1-1 0 0,0 1 1 0 0,-1-2-1 0 0,13-6 1 0 0,-6 0 84 0 0,-1 0 1 0 0,-1 0 0 0 0,0-2-1 0 0,-1 0 1 0 0,0-1-1 0 0,-1 0 1 0 0,0-1 0 0 0,-1 0-1 0 0,12-22 1 0 0,-7 9 902 0 0,-2-1 0 0 0,-1 0 1 0 0,-2-1-1 0 0,16-55 1 0 0,-15 42 600 0 0,-12 41-961 0 0,-13 16-59 0 0,-7 24 254 0 0,-25 77 0 0 0,39-97-454 0 0,0-1-1 0 0,1 1 1 0 0,1 0-1 0 0,1 0 0 0 0,1 0 1 0 0,0 0-1 0 0,3 21 1 0 0,-2-36-44 0 0,0 0 1 0 0,1 0 0 0 0,0 0 0 0 0,-1 0 0 0 0,1 0 0 0 0,0 0 0 0 0,1 0 0 0 0,-1 0 0 0 0,0-1 0 0 0,1 1 0 0 0,-1 0 0 0 0,1-1 0 0 0,0 1 0 0 0,0-1-1 0 0,0 0 1 0 0,0 1 0 0 0,4 2 0 0 0,-2-3-124 0 0,-1 0-1 0 0,1 0 0 0 0,0 0 1 0 0,0 0-1 0 0,0-1 0 0 0,0 0 1 0 0,0 1-1 0 0,0-1 0 0 0,0-1 1 0 0,0 1-1 0 0,7 0 0 0 0,0-1-393 0 0,1-1-1 0 0,0 0 1 0 0,-1-1-1 0 0,1 0 0 0 0,-1 0 1 0 0,1-1-1 0 0,-1-1 1 0 0,14-6-1 0 0,-6 0-893 0 0,-1 0-1 0 0,0-1 1 0 0,0-1-1 0 0,16-16 0 0 0,4-7-3507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1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299 245 1776 0 0,'6'-45'3116'0'0,"-1"-1"0"0"0,-3 0 0 0 0,-3-46-1 0 0,1 91-3071 0 0,0 0 0 0 0,0 1 0 0 0,0-1 0 0 0,0 0 0 0 0,0 1 1 0 0,0-1-1 0 0,0 1 0 0 0,0-1 0 0 0,-1 0 0 0 0,1 1 0 0 0,0-1 0 0 0,0 1 0 0 0,0-1 0 0 0,-1 1 0 0 0,1-1 0 0 0,0 0 0 0 0,-1 1 0 0 0,1-1 0 0 0,-1 1 0 0 0,1 0 0 0 0,0-1 0 0 0,-1 1 0 0 0,1-1 0 0 0,-1 1 0 0 0,1 0 0 0 0,-1-1 0 0 0,0 1 0 0 0,0-1-23 0 0,0 1 0 0 0,0 1 0 0 0,0-1 0 0 0,0 0-1 0 0,0 0 1 0 0,1 0 0 0 0,-1 0 0 0 0,0 1 0 0 0,0-1 0 0 0,0 0 0 0 0,0 1-1 0 0,0-1 1 0 0,1 0 0 0 0,-1 1 0 0 0,0-1 0 0 0,0 2 0 0 0,-4 1 46 0 0,1 1 0 0 0,0 0 0 0 0,0 0 0 0 0,0 0 0 0 0,-3 6 0 0 0,-15 25 759 0 0,2 1 0 0 0,-21 53 0 0 0,-22 81 952 0 0,31-74-887 0 0,-25 134 0 0 0,47-175-823 0 0,2 1-1 0 0,4 0 0 0 0,1 0 0 0 0,5 56 0 0 0,-1-107-237 0 0,-1 1-1 0 0,1-1 1 0 0,0 0-1 0 0,0 0 0 0 0,1 1 1 0 0,-1-1-1 0 0,1 0 1 0 0,0 0-1 0 0,1-1 0 0 0,-1 1 1 0 0,5 5-1 0 0,-6-7-102 0 0,1-1 0 0 0,1 0 1 0 0,-1 0-1 0 0,0 0 0 0 0,0 0 0 0 0,1-1 0 0 0,-1 1 0 0 0,1-1 0 0 0,-1 1 1 0 0,1-1-1 0 0,0 0 0 0 0,0 0 0 0 0,-1 0 0 0 0,1 0 0 0 0,0-1 0 0 0,0 1 1 0 0,0-1-1 0 0,0 1 0 0 0,0-1 0 0 0,0 0 0 0 0,5-1 0 0 0,0 0-816 0 0,-1 0-1 0 0,1 0 0 0 0,0-1 0 0 0,-1 0 0 0 0,8-4 1 0 0,19-10-4522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1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315 224 60 0 0,'9'-45'5853'0'0,"-2"0"0"0"0,2-80-1 0 0,-11 117-4567 0 0,-4 12-852 0 0,-3 15 102 0 0,-132 388 7214 0 0,86-231-5462 0 0,9-35-1004 0 0,-30 160-1 0 0,76-296-1340 0 0,-2 0 118 0 0,1 1 0 0 0,1-1 0 0 0,-1 1 0 0 0,1-1 0 0 0,1 11 0 0 0,-1-14-105 0 0,0-1 1 0 0,0 0-1 0 0,1 0 0 0 0,-1 0 0 0 0,0 0 1 0 0,1 1-1 0 0,-1-1 0 0 0,1 0 1 0 0,-1 0-1 0 0,1 0 0 0 0,0 0 1 0 0,0 0-1 0 0,-1 0 0 0 0,1 0 0 0 0,0 0 1 0 0,0-1-1 0 0,0 1 0 0 0,0 0 1 0 0,0 0-1 0 0,0-1 0 0 0,0 1 1 0 0,0-1-1 0 0,0 1 0 0 0,0-1 1 0 0,0 1-1 0 0,1-1 0 0 0,-1 1 0 0 0,0-1 1 0 0,0 0-1 0 0,0 0 0 0 0,1 0 1 0 0,-1 0-1 0 0,0 0 0 0 0,0 0 1 0 0,3 0-1 0 0,10-2-852 0 0,1 0 0 0 0,-1-1 1 0 0,0-1-1 0 0,0 0 0 0 0,0-1 0 0 0,0 0 0 0 0,21-13 1 0 0,-11 5-2321 0 0,-1-2 1 0 0,0 0-1 0 0,27-26 1 0 0,-21 14-5505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1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38 68 0 0,'-118'-37'18190'0'0,"116"37"-17534"0"0,19 2-222 0 0,130 15-2239 0 0,0-6-5012 0 0,-111-9 3286 0 0,-2 0-1260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2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0 2320 0 0,'0'0'2119'0'0,"-6"12"2898"0"0,4-8-4505 0 0,-44 92 8436 0 0,2 5-4552 0 0,32-72-3776 0 0,2 1 0 0 0,1 1 0 0 0,2-1-1 0 0,-7 61 1 0 0,13-89-674 0 0,1 0 0 0 0,0-1 1 0 0,0 1-1 0 0,0 0 0 0 0,0 0 0 0 0,0-1 0 0 0,1 1 0 0 0,-1 0 0 0 0,0 0 1 0 0,1-1-1 0 0,-1 1 0 0 0,1 0 0 0 0,0-1 0 0 0,0 1 0 0 0,-1-1 0 0 0,1 1 1 0 0,0-1-1 0 0,3 3 0 0 0,-3-3-128 0 0,0 0-1 0 0,0-1 1 0 0,0 1 0 0 0,1 0 0 0 0,-1-1-1 0 0,0 0 1 0 0,1 1 0 0 0,-1-1 0 0 0,0 0-1 0 0,1 0 1 0 0,-1 1 0 0 0,1-1-1 0 0,-1 0 1 0 0,0-1 0 0 0,1 1 0 0 0,-1 0-1 0 0,0 0 1 0 0,1 0 0 0 0,-1-1 0 0 0,0 1-1 0 0,1-1 1 0 0,-1 1 0 0 0,0-1-1 0 0,3-1 1 0 0,2-1-1599 0 0,0 0 0 0 0,0 0 0 0 0,0-1-1 0 0,5-4 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2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140 115 2412 0 0,'-19'-17'2724'0'0,"3"2"-663"0"0,1 3-289 0 0,1-2-316 0 0,0 2-284 0 0,4 3-240 0 0,0-1-208 0 0,1 1-184 0 0,1 3-272 0 0,-6-1-772 0 0,3 3-1556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2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22 1608 0 0,'-18'-22'14031'0'0,"18"22"-13956"0"0,-1 1 1 0 0,1-1-1 0 0,-1 0 0 0 0,0 1 0 0 0,1-1 0 0 0,-1 1 0 0 0,1-1 0 0 0,-1 1 0 0 0,1-1 0 0 0,-1 1 0 0 0,1-1 0 0 0,0 1 0 0 0,-1-1 0 0 0,1 1 0 0 0,0-1 0 0 0,-1 1 0 0 0,1 1 0 0 0,-3 100 2873 0 0,-16 106 1 0 0,-38 101-1010 0 0,-113 296-1231 0 0,165-587-745 0 0,-2 6-479 0 0,-1-1 0 0 0,0 0-1 0 0,-14 24 1 0 0,21-46 250 0 0,1 0 0 0 0,-1 0 0 0 0,1 0 0 0 0,-1 0 0 0 0,0 0 0 0 0,1 0-1 0 0,-1 0 1 0 0,0 0 0 0 0,0 0 0 0 0,0 0 0 0 0,1-1 0 0 0,-1 1 0 0 0,0 0 0 0 0,0 0 0 0 0,0-1 0 0 0,-1 1-1 0 0,1-1 1 0 0,0 1 0 0 0,0-1 0 0 0,0 1 0 0 0,0-1 0 0 0,0 0 0 0 0,-1 0 0 0 0,1 1 0 0 0,0-1 0 0 0,0 0-1 0 0,0 0 1 0 0,-1 0 0 0 0,1 0 0 0 0,0-1 0 0 0,0 1 0 0 0,0 0 0 0 0,-1 0 0 0 0,1-1 0 0 0,0 1 0 0 0,0-1-1 0 0,0 1 1 0 0,0-1 0 0 0,0 1 0 0 0,0-1 0 0 0,0 1 0 0 0,0-1 0 0 0,0 0 0 0 0,0 0 0 0 0,0 0 0 0 0,0 1-1 0 0,1-1 1 0 0,-1 0 0 0 0,0 0 0 0 0,0 0 0 0 0,1 0 0 0 0,-1 0 0 0 0,0-2 0 0 0,-9-14-6393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3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1075 112 0 0,'7'-34'1324'0'0,"2"1"0"0"0,1 1-1 0 0,2-1 1 0 0,1 2 0 0 0,2 0 0 0 0,1 0 0 0 0,25-36 0 0 0,-33 55-1152 0 0,1 1 1 0 0,0 0-1 0 0,1 0 1 0 0,0 1-1 0 0,1 0 1 0 0,0 1-1 0 0,1 0 1 0 0,0 1-1 0 0,0 0 1 0 0,1 1-1 0 0,0 0 1 0 0,0 1 0 0 0,0 0-1 0 0,1 1 1 0 0,0 1-1 0 0,0 0 1 0 0,0 1-1 0 0,0 1 1 0 0,25-2-1 0 0,-20 4-106 0 0,0 1 0 0 0,0 1 0 0 0,-1 1 0 0 0,1 0 0 0 0,-1 1 0 0 0,0 2 0 0 0,0-1 0 0 0,-1 2 0 0 0,0 0 0 0 0,30 18 0 0 0,-36-18 9 0 0,-1 0 0 0 0,0 1 0 0 0,0 0 0 0 0,-1 1 0 0 0,0 0-1 0 0,0 0 1 0 0,10 15 0 0 0,-14-16 67 0 0,0-1-1 0 0,-1 1 0 0 0,0 0 0 0 0,0 1 0 0 0,-1-1 0 0 0,0 1 0 0 0,-1 0 1 0 0,0-1-1 0 0,0 1 0 0 0,0 0 0 0 0,-1 10 0 0 0,-1-8 28 0 0,-1-1 0 0 0,0 0 0 0 0,-1 0 0 0 0,0 0 0 0 0,-1 0 1 0 0,0 0-1 0 0,0 0 0 0 0,-1 0 0 0 0,0-1 0 0 0,-1 0 0 0 0,0 0 0 0 0,0 0 0 0 0,-1-1 0 0 0,0 1 0 0 0,-1-1 0 0 0,-9 8 0 0 0,2-1 37 0 0,-2-1 0 0 0,1-1-1 0 0,-2-1 1 0 0,0 0 0 0 0,0-1 0 0 0,-1-1-1 0 0,-20 9 1 0 0,35-18-188 0 0,0 1 0 0 0,0-1 0 0 0,0 0 0 0 0,0 0 0 0 0,0-1 0 0 0,-1 1 0 0 0,-5 0 0 0 0,9-1-26 0 0,0 0-1 0 0,0-1 1 0 0,-1 1 0 0 0,1 0 0 0 0,0 0-1 0 0,0 0 1 0 0,0 0 0 0 0,0 0-1 0 0,0-1 1 0 0,0 1 0 0 0,-1 0 0 0 0,1 0-1 0 0,0 0 1 0 0,0-1 0 0 0,0 1-1 0 0,0 0 1 0 0,0 0 0 0 0,0 0 0 0 0,0-1-1 0 0,0 1 1 0 0,0 0 0 0 0,0 0-1 0 0,0 0 1 0 0,0-1 0 0 0,0 1 0 0 0,0 0-1 0 0,0 0 1 0 0,0 0 0 0 0,0-1 0 0 0,0 1-1 0 0,0 0 1 0 0,0 0 0 0 0,0 0-1 0 0,0-1 1 0 0,0 1 0 0 0,1 0 0 0 0,-1 0-1 0 0,0 0 1 0 0,0-1 0 0 0,0 1-1 0 0,0 0 1 0 0,1 0 0 0 0,5-11-313 0 0,12-9-139 0 0,1 0 0 0 0,1 1 0 0 0,1 1 0 0 0,33-21 0 0 0,7-7-259 0 0,31-28-440 0 0,-3-3 1 0 0,89-101-1 0 0,-147 141 943 0 0,-2-1 0 0 0,-2 0-1 0 0,26-50 1 0 0,-38 59 251 0 0,-1-2 1 0 0,-2 0-1 0 0,0 0 1 0 0,-3-1-1 0 0,9-44 1 0 0,-5-30 936 0 0,-12 91-788 0 0,-1 0 0 0 0,-1 0 0 0 0,0 0 0 0 0,-1 1 0 0 0,-4-17 0 0 0,6 30-174 0 0,0 0-1 0 0,0 0 0 0 0,0 0 1 0 0,-1 0-1 0 0,1 0 0 0 0,0 0 1 0 0,-1 0-1 0 0,1 0 1 0 0,-1 0-1 0 0,1 1 0 0 0,-1-1 1 0 0,1 0-1 0 0,-1 0 0 0 0,1 0 1 0 0,-1 1-1 0 0,0-1 1 0 0,1 0-1 0 0,-1 1 0 0 0,0-1 1 0 0,0 1-1 0 0,0-1 0 0 0,1 1 1 0 0,-1-1-1 0 0,0 1 1 0 0,0-1-1 0 0,-2 0 0 0 0,2 2-3 0 0,-1-1 0 0 0,1 0 0 0 0,-1 0 0 0 0,1 1 0 0 0,-1-1 0 0 0,1 0 0 0 0,-1 1 0 0 0,1 0 0 0 0,-1-1 0 0 0,1 1 0 0 0,0 0 0 0 0,-1 0 0 0 0,1 0 0 0 0,0-1 0 0 0,-1 3-1 0 0,-5 3 8 0 0,0 1-1 0 0,0 0 0 0 0,1 0 0 0 0,-6 11 0 0 0,-11 20 163 0 0,1 1-1 0 0,3 1 1 0 0,-21 59 0 0 0,-27 133 621 0 0,57-181-599 0 0,-9 98-1 0 0,18-116-144 0 0,1 0 1 0 0,1 0 0 0 0,2 0-1 0 0,8 36 1 0 0,-9-59-33 0 0,1 1 0 0 0,0-1 0 0 0,1 1 0 0 0,0-1 0 0 0,0 0-1 0 0,1 0 1 0 0,1-1 0 0 0,-1 1 0 0 0,1-1 0 0 0,1-1 0 0 0,12 14 0 0 0,-13-17-43 0 0,0 0 0 0 0,0 0 0 0 0,1 0 0 0 0,-1-1 0 0 0,1 0 0 0 0,0-1 0 0 0,1 1 0 0 0,-1-1 0 0 0,1-1 0 0 0,-1 1 0 0 0,1-1 0 0 0,0-1 0 0 0,0 1 0 0 0,-1-1 0 0 0,1-1 0 0 0,14 0 0 0 0,-6-1-104 0 0,0-2 0 0 0,-1 0 0 0 0,1 0 0 0 0,-1-1 0 0 0,0-1-1 0 0,0-1 1 0 0,0 0 0 0 0,-1-1 0 0 0,0-1 0 0 0,0 0 0 0 0,-1-1-1 0 0,24-19 1 0 0,-11 5 28 0 0,-1-2-1 0 0,-1 0 0 0 0,-1-1 1 0 0,36-54-1 0 0,-41 52 853 0 0,-2-1 0 0 0,0-1 0 0 0,-2-1 0 0 0,17-56 0 0 0,-30 87-728 0 0,-1-1-1 0 0,1 0 1 0 0,-1 1 0 0 0,0-1-1 0 0,0 0 1 0 0,1 1 0 0 0,-1-1 0 0 0,0 0-1 0 0,0 0 1 0 0,0 1 0 0 0,0-1 0 0 0,0 0-1 0 0,0 0 1 0 0,0 1 0 0 0,0-1-1 0 0,0 0 1 0 0,0 1 0 0 0,-1-1 0 0 0,1 0-1 0 0,0 0 1 0 0,-1 0 0 0 0,1 1-17 0 0,-1 0 0 0 0,1 0 0 0 0,-1 0 1 0 0,1 0-1 0 0,-1 1 0 0 0,0-1 1 0 0,1 0-1 0 0,-1 0 0 0 0,1 0 0 0 0,-1 1 1 0 0,1-1-1 0 0,-1 0 0 0 0,1 0 0 0 0,-1 1 1 0 0,1-1-1 0 0,-1 1 0 0 0,1-1 0 0 0,0 0 1 0 0,-1 2-1 0 0,-29 30 23 0 0,28-29 14 0 0,-16 21 0 0 0,0 0 0 0 0,3 1 1 0 0,0 1-1 0 0,1 0 1 0 0,1 1-1 0 0,2 1 0 0 0,1 0 1 0 0,1 0-1 0 0,1 1 1 0 0,-7 56-1 0 0,14-79-30 0 0,1 1 1 0 0,-1-1-1 0 0,1 1 0 0 0,1 0 1 0 0,-1-1-1 0 0,1 1 1 0 0,1-1-1 0 0,-1 1 0 0 0,1-1 1 0 0,0 0-1 0 0,0 1 1 0 0,6 9-1 0 0,-5-12-39 0 0,-1 0-1 0 0,1-1 1 0 0,1 1 0 0 0,-1-1-1 0 0,0 1 1 0 0,1-1 0 0 0,0 0-1 0 0,0 0 1 0 0,0-1 0 0 0,0 1-1 0 0,0-1 1 0 0,0 0 0 0 0,1 0 0 0 0,-1 0-1 0 0,1-1 1 0 0,-1 0 0 0 0,1 1-1 0 0,5-1 1 0 0,8 1-313 0 0,0 0 0 0 0,0-2 0 0 0,0 0 0 0 0,0-1-1 0 0,0-1 1 0 0,-1-1 0 0 0,1 0 0 0 0,22-8 0 0 0,-6-1-271 0 0,0 0 0 0 0,-1-3 0 0 0,36-20 0 0 0,-44 20 399 0 0,-1-1 1 0 0,-1 0-1 0 0,0-2 0 0 0,-1 0 0 0 0,28-32 1 0 0,-36 34 607 0 0,-2 1 0 0 0,0-1 1 0 0,-1-1-1 0 0,-1 0 0 0 0,-1-1 1 0 0,0 0-1 0 0,-1 0 0 0 0,9-33 1 0 0,-14 41-115 0 0,-2 8-198 0 0,0-1-1 0 0,0 1 1 0 0,-1-1 0 0 0,1 1-1 0 0,-1-1 1 0 0,1 1 0 0 0,-1-1 0 0 0,0 1-1 0 0,0-1 1 0 0,0 0 0 0 0,0 1 0 0 0,0-1-1 0 0,-1 1 1 0 0,1-1 0 0 0,-3-4-1 0 0,3 5 0 0 0,-4 2-18 0 0,0 0-51 0 0,0 0 0 0 0,1 1 0 0 0,-1 0 0 0 0,0-1 0 0 0,0 1 0 0 0,1 1 0 0 0,-1-1 0 0 0,1 0 0 0 0,-1 1 0 0 0,1 0 0 0 0,-7 4 0 0 0,3-1 3 0 0,1 1-1 0 0,-1 0 1 0 0,1 0 0 0 0,-11 13-1 0 0,4 0 4 0 0,0 1-1 0 0,1 0 0 0 0,-10 25 1 0 0,17-35-37 0 0,1 1 0 0 0,0 0 0 0 0,1 0 0 0 0,0 0 0 0 0,0 0 0 0 0,1 1 0 0 0,1-1 0 0 0,0 0 0 0 0,1 15-1 0 0,0-21-145 0 0,1 1 0 0 0,-1-1-1 0 0,1 0 1 0 0,1 0-1 0 0,-1 0 1 0 0,1 0-1 0 0,0 0 1 0 0,0 0-1 0 0,0 0 1 0 0,0 0-1 0 0,1-1 1 0 0,0 1-1 0 0,0-1 1 0 0,1 0-1 0 0,-1 0 1 0 0,1 0-1 0 0,-1 0 1 0 0,1-1-1 0 0,0 0 1 0 0,1 0-1 0 0,-1 0 1 0 0,6 3-1 0 0,3 0-804 0 0,0 0 1 0 0,0-1-1 0 0,0-1 0 0 0,1 0 0 0 0,-1-1 0 0 0,1 0 0 0 0,0-1 1 0 0,0-1-1 0 0,28-1 0 0 0,-2-3-3377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4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335 761 444 0 0,'4'-7'1270'0'0,"0"-1"1"0"0,0 1-1 0 0,-1-1 1 0 0,0 0-1 0 0,0 1 1 0 0,-1-1-1 0 0,0-1 0 0 0,-1 1 1 0 0,0 0-1 0 0,1-15 1 0 0,-2 21-1201 0 0,0 1 1 0 0,0 0 0 0 0,-1 0 0 0 0,1-1 0 0 0,0 1 0 0 0,0 0-1 0 0,-1 0 1 0 0,1 0 0 0 0,-1-1 0 0 0,1 1 0 0 0,-1 0 0 0 0,0 0-1 0 0,1 0 1 0 0,-1 0 0 0 0,0 0 0 0 0,0 0 0 0 0,0 0 0 0 0,0 1-1 0 0,1-1 1 0 0,-1 0 0 0 0,0 0 0 0 0,-1 1 0 0 0,1-1 0 0 0,0 0-1 0 0,0 1 1 0 0,0-1 0 0 0,0 1 0 0 0,0 0 0 0 0,0-1 0 0 0,-1 1-1 0 0,1 0 1 0 0,0 0 0 0 0,0-1 0 0 0,-1 1 0 0 0,1 0 0 0 0,0 0-1 0 0,0 0 1 0 0,-1 1 0 0 0,-1-1 0 0 0,-4 1 69 0 0,-1 0 0 0 0,1 0 0 0 0,0 1 0 0 0,0 0 0 0 0,-9 3 0 0 0,-4 4 48 0 0,1 1 0 0 0,0 1-1 0 0,0 1 1 0 0,1 0 0 0 0,1 1 0 0 0,0 1 0 0 0,0 1 0 0 0,2 0 0 0 0,0 1 0 0 0,0 1 0 0 0,2 0 0 0 0,0 1 0 0 0,-20 38 0 0 0,29-47-156 0 0,0 1 0 0 0,0 0 1 0 0,1-1-1 0 0,0 1 0 0 0,1 0 1 0 0,0 0-1 0 0,0 1 0 0 0,1-1 1 0 0,1 15-1 0 0,0-22-23 0 0,0 0 0 0 0,0 0 1 0 0,1 0-1 0 0,0 1 0 0 0,-1-1 0 0 0,1 0 0 0 0,0 0 0 0 0,1 0 1 0 0,-1-1-1 0 0,0 1 0 0 0,1 0 0 0 0,0 0 0 0 0,-1-1 1 0 0,1 1-1 0 0,0-1 0 0 0,0 1 0 0 0,1-1 0 0 0,-1 0 1 0 0,0 0-1 0 0,1 0 0 0 0,-1 0 0 0 0,1 0 0 0 0,0-1 1 0 0,0 1-1 0 0,-1-1 0 0 0,1 0 0 0 0,0 0 0 0 0,0 0 1 0 0,0 0-1 0 0,0 0 0 0 0,1-1 0 0 0,-1 1 0 0 0,6-1 1 0 0,1 1-12 0 0,1-2 1 0 0,0 1 0 0 0,-1-2 0 0 0,1 1 0 0 0,-1-1-1 0 0,0-1 1 0 0,1 0 0 0 0,-1 0 0 0 0,0-1 0 0 0,-1-1 0 0 0,19-10-1 0 0,-2-1-127 0 0,0-2-1 0 0,40-37 1 0 0,-17 9 15 0 0,-3-3 0 0 0,-1-1 0 0 0,-2-2 0 0 0,-3-2 0 0 0,-3-2 0 0 0,-1-2-1 0 0,-4-1 1 0 0,-2-1 0 0 0,-2-1 0 0 0,-3-2 0 0 0,28-113 0 0 0,-52 171 139 0 0,12-61 442 0 0,-12 58-404 0 0,0 0 0 0 0,-1 1 0 0 0,0-1 0 0 0,0 0 1 0 0,-1 1-1 0 0,-2-13 0 0 0,3 19-56 0 0,-1 0-1 0 0,1 0 1 0 0,0 1 0 0 0,0-1-1 0 0,0 0 1 0 0,-1 0-1 0 0,1 1 1 0 0,0-1 0 0 0,-1 0-1 0 0,1 1 1 0 0,-1-1 0 0 0,1 0-1 0 0,-1 1 1 0 0,1-1-1 0 0,-1 1 1 0 0,1-1 0 0 0,-1 1-1 0 0,1-1 1 0 0,-1 1-1 0 0,0-1 1 0 0,1 1 0 0 0,-1 0-1 0 0,0-1 1 0 0,0 1-1 0 0,1 0 1 0 0,-2-1 0 0 0,0 1-2 0 0,1 0 0 0 0,-1 0 1 0 0,0 1-1 0 0,1-1 0 0 0,-1 0 1 0 0,1 1-1 0 0,0-1 0 0 0,-1 1 1 0 0,1-1-1 0 0,-1 1 1 0 0,1 0-1 0 0,-2 1 0 0 0,-4 2 17 0 0,0 1-1 0 0,1 0 1 0 0,-10 12-1 0 0,-3 6 187 0 0,1 0 0 0 0,2 1-1 0 0,0 1 1 0 0,2 1 0 0 0,0 0-1 0 0,-14 42 1 0 0,-44 174 1190 0 0,61-192-1195 0 0,1 1-1 0 0,3-1 0 0 0,2 2 1 0 0,2 100-1 0 0,4-145-230 0 0,-1 0 1 0 0,1-1-1 0 0,1 1 0 0 0,-1 0 0 0 0,1 0 1 0 0,0-1-1 0 0,1 1 0 0 0,-1-1 1 0 0,1 1-1 0 0,0-1 0 0 0,6 8 0 0 0,-7-12-221 0 0,0 0-1 0 0,0 0 1 0 0,1 0-1 0 0,-1 0 1 0 0,1 0-1 0 0,-1 0 1 0 0,1-1-1 0 0,-1 1 1 0 0,1-1-1 0 0,0 1 1 0 0,0-1-1 0 0,0 0 1 0 0,0 0-1 0 0,0-1 1 0 0,0 1-1 0 0,0-1 1 0 0,0 1-1 0 0,0-1 1 0 0,0 0-1 0 0,0 0 1 0 0,0 0-1 0 0,0 0 1 0 0,0-1-1 0 0,0 1 1 0 0,0-1-1 0 0,0 0 1 0 0,5-2-1 0 0,-3 1-1272 0 0,1 0-1 0 0,0-1 0 0 0,-1 0 1 0 0,9-5-1 0 0,4-6-5860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4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58 2788 0 0,'-53'-12'2953'0'0,"8"1"-701"0"0,9 4-396 0 0,5 1-284 0 0,2 0-296 0 0,7 0-256 0 0,-1 2-236 0 0,8 1-176 0 0,-2 1 208 0 0,-4 2-908 0 0,11 3-1360 0 0,17 6-2140 0 0,15-2-4793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5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81 196 0 0,'7'-16'2596'0'0,"0"2"652"0"0,-1-1 0 0 0,6-19 0 0 0,-11 32-2837 0 0,-11 29 423 0 0,-214 522 2751 0 0,80-201-2806 0 0,92-230 1741 0 0,52-121-1971 0 0,4-13-174 0 0,8-21-313 0 0,3 2-20 0 0,2 0 0 0 0,35-51 0 0 0,-40 69-56 0 0,0 1-1 0 0,1 0 1 0 0,1 1-1 0 0,0 0 1 0 0,1 1-1 0 0,27-19 1 0 0,-35 29 0 0 0,0-1 1 0 0,0 2-1 0 0,0-1 1 0 0,1 1-1 0 0,0 0 1 0 0,-1 0-1 0 0,1 1 0 0 0,0 0 1 0 0,0 0-1 0 0,0 1 1 0 0,0 0-1 0 0,0 1 0 0 0,17 0 1 0 0,-19 1 6 0 0,1 0 0 0 0,0 1 0 0 0,-1 0 1 0 0,0 0-1 0 0,1 0 0 0 0,-1 1 0 0 0,0-1 0 0 0,0 1 1 0 0,0 1-1 0 0,-1-1 0 0 0,1 1 0 0 0,-1 0 0 0 0,0 1 1 0 0,0-1-1 0 0,0 1 0 0 0,-1 0 0 0 0,5 6 0 0 0,-2 0 16 0 0,0 0-1 0 0,-1 0 0 0 0,-1 1 0 0 0,0 0 1 0 0,0 0-1 0 0,-1 0 0 0 0,-1 0 0 0 0,0 1 0 0 0,-1 0 1 0 0,0-1-1 0 0,-1 1 0 0 0,0 0 0 0 0,-1 0 1 0 0,-1 0-1 0 0,0 0 0 0 0,-4 19 0 0 0,3-20 91 0 0,-1 0-1 0 0,0 0 0 0 0,-1 0 0 0 0,0-1 0 0 0,0 0 1 0 0,-1 1-1 0 0,-1-2 0 0 0,0 1 0 0 0,-1-1 0 0 0,0 0 0 0 0,0 0 1 0 0,-1 0-1 0 0,0-1 0 0 0,-1-1 0 0 0,0 1 0 0 0,0-1 1 0 0,-16 10-1 0 0,17-15-34 0 0,0 1 1 0 0,0-1-1 0 0,0 0 0 0 0,0-1 1 0 0,0 0-1 0 0,0 0 0 0 0,-1-1 1 0 0,1 0-1 0 0,-1 0 0 0 0,1-1 1 0 0,-1 0-1 0 0,1 0 1 0 0,-1-1-1 0 0,1 0 0 0 0,-13-4 1 0 0,-6-3 6 0 0,1-1 0 0 0,-1-1 1 0 0,-32-18-1 0 0,3-7-1600 0 0,55 35 1396 0 0,0 0 0 0 0,1-1 0 0 0,-1 1 1 0 0,0-1-1 0 0,1 1 0 0 0,-1 0 0 0 0,0-1 0 0 0,1 0 0 0 0,-1 1 1 0 0,1-1-1 0 0,-1 1 0 0 0,1-1 0 0 0,-1 0 0 0 0,1 1 1 0 0,-1-1-1 0 0,1 0 0 0 0,-1 1 0 0 0,1-1 0 0 0,0 0 0 0 0,-1 0 1 0 0,1 1-1 0 0,0-1 0 0 0,0 0 0 0 0,0 0 0 0 0,0 1 1 0 0,0-1-1 0 0,0 0 0 0 0,0 0 0 0 0,0 0 0 0 0,0 1 0 0 0,0-1 1 0 0,0 0-1 0 0,0 0 0 0 0,0 0 0 0 0,1 1 0 0 0,-1-1 1 0 0,0 0-1 0 0,1 0 0 0 0,-1 1 0 0 0,0-1 0 0 0,1 0 0 0 0,-1 1 1 0 0,1-1-1 0 0,-1 0 0 0 0,1 1 0 0 0,-1-1 0 0 0,1 1 1 0 0,0-1-1 0 0,-1 1 0 0 0,1-1 0 0 0,0 1 0 0 0,-1-1 1 0 0,2 1-1 0 0,5-5-1432 0 0,1 0 1 0 0,0 1 0 0 0,16-6-1 0 0,-16 7-467 0 0,17-7-3159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46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69 3192 0 0,'59'-62'13566'0'0,"-59"62"-13528"0"0,0-1 0 0 0,0 1 0 0 0,0 0 0 0 0,0-1 0 0 0,0 1 0 0 0,0 0 0 0 0,1-1 0 0 0,-1 1 0 0 0,0 0-1 0 0,0-1 1 0 0,0 1 0 0 0,1 0 0 0 0,-1 0 0 0 0,0-1 0 0 0,0 1 0 0 0,1 0 0 0 0,-1 0 0 0 0,0 0 0 0 0,1-1 0 0 0,-1 1 0 0 0,0 0 0 0 0,0 0-1 0 0,1 0 1 0 0,-1 0 0 0 0,0 0 0 0 0,1 0 0 0 0,-1-1 0 0 0,1 1 0 0 0,-1 0 0 0 0,0 0 0 0 0,1 0 0 0 0,-1 0 0 0 0,0 0 0 0 0,1 0-1 0 0,-1 0 1 0 0,0 1 0 0 0,1-1 0 0 0,-1 0 0 0 0,0 0 0 0 0,1 0 0 0 0,-1 0 0 0 0,0 0 0 0 0,1 0 0 0 0,-1 1 0 0 0,0-1 0 0 0,1 0 0 0 0,-1 0-1 0 0,0 1 1 0 0,0-1 0 0 0,1 0 0 0 0,-1 0 0 0 0,0 1 0 0 0,1-1 0 0 0,2 17 433 0 0,-8 38-131 0 0,-2 47-123 0 0,7-91-179 0 0,1 1 0 0 0,0-1 0 0 0,1 0 0 0 0,0 1 0 0 0,0-1 0 0 0,8 18 0 0 0,-9-26-18 0 0,1 1 1 0 0,-1 0-1 0 0,1-1 0 0 0,0 1 1 0 0,1-1-1 0 0,-1 0 0 0 0,0 0 1 0 0,1 0-1 0 0,0 0 1 0 0,0 0-1 0 0,0 0 0 0 0,0-1 1 0 0,0 1-1 0 0,0-1 0 0 0,1 0 1 0 0,-1 0-1 0 0,1 0 1 0 0,0-1-1 0 0,-1 1 0 0 0,1-1 1 0 0,0 0-1 0 0,0 0 0 0 0,0 0 1 0 0,0-1-1 0 0,4 1 1 0 0,0-1-6 0 0,-1 0 0 0 0,0-1 0 0 0,0 0 0 0 0,1 0 0 0 0,-1-1 0 0 0,0 1 0 0 0,0-2 0 0 0,0 1 1 0 0,-1-1-1 0 0,1 0 0 0 0,-1 0 0 0 0,1-1 0 0 0,6-5 0 0 0,4-5-9 0 0,0 0 0 0 0,-2-1-1 0 0,0 0 1 0 0,0-1 0 0 0,20-32-1 0 0,-7 5 51 0 0,27-58 0 0 0,-55 101-65 0 0,1-1 1 0 0,-1 0-1 0 0,0 1 1 0 0,0-1-1 0 0,0 1 1 0 0,1-1-1 0 0,-1 1 1 0 0,0-1 0 0 0,1 1-1 0 0,-1-1 1 0 0,0 1-1 0 0,1-1 1 0 0,-1 1-1 0 0,1-1 1 0 0,-1 1-1 0 0,1 0 1 0 0,-1-1-1 0 0,1 1 1 0 0,-1 0 0 0 0,1-1-1 0 0,-1 1 1 0 0,1 0-1 0 0,0-1 1 0 0,4 11-42 0 0,-3 21 48 0 0,-17 73 120 0 0,-47 175 0 0 0,36-173-61 0 0,14-59-26 0 0,-74 290 341 0 0,-26-8 158 0 0,41-181-202 0 0,59-128-212 0 0,0 0 0 0 0,-1-1 0 0 0,-1 0 0 0 0,-1-2 1 0 0,-18 18-1 0 0,27-30-79 0 0,1 0 1 0 0,-1-1 0 0 0,0 0-1 0 0,0 0 1 0 0,0 0 0 0 0,-1 0-1 0 0,1-1 1 0 0,-1 0 0 0 0,0-1-1 0 0,0 1 1 0 0,-8 1 0 0 0,11-4-23 0 0,0 0 1 0 0,0 1-1 0 0,-1-1 0 0 0,1 0 1 0 0,0-1-1 0 0,0 1 1 0 0,0-1-1 0 0,1 0 1 0 0,-1 0-1 0 0,0 0 0 0 0,0 0 1 0 0,0-1-1 0 0,1 0 1 0 0,-1 0-1 0 0,1 0 1 0 0,-1 0-1 0 0,1 0 0 0 0,0 0 1 0 0,0-1-1 0 0,0 0 1 0 0,-5-5-1 0 0,2 1-5 0 0,0 0 1 0 0,1-1-1 0 0,0 1 0 0 0,0-1 1 0 0,1 0-1 0 0,0 0 0 0 0,1 0 1 0 0,-1-1-1 0 0,2 0 0 0 0,-4-13 1 0 0,4 8-7 0 0,0 1 0 0 0,2-1 0 0 0,-1 1 0 0 0,2-1 0 0 0,0 0 0 0 0,3-19 0 0 0,3 6-14 0 0,0-1 0 0 0,2 1-1 0 0,1 0 1 0 0,2 1 0 0 0,0 1-1 0 0,18-28 1 0 0,-4 14-9 0 0,1 1 0 0 0,2 1 0 0 0,2 1 0 0 0,1 2 0 0 0,2 1 0 0 0,1 2 0 0 0,53-37-1 0 0,-32 32-1100 0 0,0 2-1 0 0,3 2 0 0 0,0 3 0 0 0,104-35 1 0 0,-119 50-549 0 0,68-25-7105 0 0,-86 29 3533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53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31 565 2172 0 0,'0'0'1726'0'0,"-25"18"6870"0"0,20-14-7279 0 0,8-5-498 0 0,17-10-229 0 0,30-20-435 0 0,36-25-102 0 0,-2-4 1 0 0,-3-3 0 0 0,-4-4 0 0 0,121-132-1 0 0,-192 192-55 0 0,0 1-1 0 0,-1-1 0 0 0,0 0 0 0 0,0-1 0 0 0,0 1 0 0 0,-1-1 0 0 0,0 0 0 0 0,-1 0 0 0 0,5-16 0 0 0,-8 24 1 0 0,-1-1 0 0 0,1 1 0 0 0,0-1-1 0 0,0 1 1 0 0,0 0 0 0 0,0-1 0 0 0,0 1 0 0 0,-1-1 0 0 0,1 1-1 0 0,0 0 1 0 0,0-1 0 0 0,-1 1 0 0 0,1 0 0 0 0,0-1 0 0 0,-1 1 0 0 0,1 0-1 0 0,0 0 1 0 0,-1-1 0 0 0,1 1 0 0 0,0 0 0 0 0,-1 0 0 0 0,1 0-1 0 0,-1-1 1 0 0,1 1 0 0 0,0 0 0 0 0,-1 0 0 0 0,1 0 0 0 0,-1 0-1 0 0,1 0 1 0 0,0 0 0 0 0,-1 0 0 0 0,1 0 0 0 0,-1 0 0 0 0,1 0-1 0 0,-1 0 1 0 0,1 0 0 0 0,0 0 0 0 0,-1 0 0 0 0,0 1 0 0 0,-15 1-24 0 0,16-2 26 0 0,-13 3-2 0 0,1 2 0 0 0,-1-1 1 0 0,1 1-1 0 0,0 1 0 0 0,0 0 0 0 0,-17 13 0 0 0,22-14-2 0 0,1 0 0 0 0,0 0 0 0 0,0 0 0 0 0,0 1 0 0 0,1 0 0 0 0,-1 0 0 0 0,1 0 0 0 0,1 1 0 0 0,-1 0 0 0 0,1 0 0 0 0,-6 14 0 0 0,9-17 1 0 0,0 1 0 0 0,1-1-1 0 0,-1 1 1 0 0,1-1 0 0 0,0 1 0 0 0,0-1-1 0 0,0 1 1 0 0,1 0 0 0 0,-1-1-1 0 0,1 1 1 0 0,0-1 0 0 0,1 1-1 0 0,-1-1 1 0 0,1 0 0 0 0,0 0-1 0 0,0 0 1 0 0,4 7 0 0 0,6 7 5 0 0,1 0 1 0 0,22 25-1 0 0,-5-9 15 0 0,-20-21-5 0 0,-1 0-1 0 0,0 0 1 0 0,-1 1 0 0 0,0 0-1 0 0,-1 1 1 0 0,0 0 0 0 0,5 21-1 0 0,-11-34 104 0 0,-1 0 0 0 0,1 1 1 0 0,-1-1-1 0 0,0 1 0 0 0,0-1 0 0 0,0 1 0 0 0,0 0 0 0 0,0-1 0 0 0,0 1 0 0 0,-1-1 0 0 0,1 1 0 0 0,-1-1 0 0 0,0 0 0 0 0,0 1 0 0 0,0-1 0 0 0,0 0 0 0 0,0 1 0 0 0,0-1 0 0 0,-1 0 0 0 0,-2 3 0 0 0,3-4 10 0 0,-1 1-1 0 0,0-1 1 0 0,1 0 0 0 0,-1 0-1 0 0,0 0 1 0 0,0 0 0 0 0,0 0-1 0 0,0 0 1 0 0,0 0 0 0 0,0-1-1 0 0,0 1 1 0 0,-1-1-1 0 0,1 1 1 0 0,0-1 0 0 0,0 0-1 0 0,0 0 1 0 0,0 0 0 0 0,0 0-1 0 0,-1 0 1 0 0,1-1 0 0 0,0 1-1 0 0,-4-2 1 0 0,-5-2 77 0 0,0 0 0 0 0,1 0 0 0 0,-1-2 0 0 0,1 1 0 0 0,0-1 0 0 0,1 0 0 0 0,-17-15 0 0 0,12 9-596 0 0,1-1-1 0 0,1-1 0 0 0,0 0 0 0 0,-11-17 0 0 0,22 30-6 0 0,0 0 1 0 0,0 0-1 0 0,0 0 0 0 0,1 0 0 0 0,-1 0 1 0 0,0-1-1 0 0,1 1 0 0 0,-1 0 1 0 0,1-1-1 0 0,-1 1 0 0 0,1 0 1 0 0,0-1-1 0 0,0 1 0 0 0,-1 0 1 0 0,1-1-1 0 0,0 1 0 0 0,0-1 1 0 0,0 1-1 0 0,1 0 0 0 0,-1-1 1 0 0,0 1-1 0 0,0 0 0 0 0,1-1 0 0 0,-1 1 1 0 0,1 0-1 0 0,-1-1 0 0 0,1 1 1 0 0,0 0-1 0 0,-1 0 0 0 0,1 0 1 0 0,1-2-1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53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83 1532 0 0,'6'-5'1658'0'0,"1"1"0"0"0,-1-1 1 0 0,-1-1-1 0 0,1 1 0 0 0,-1-1 0 0 0,0 0 0 0 0,0 0 0 0 0,6-11 1 0 0,-11 16-1570 0 0,1 1 0 0 0,-1-1 0 0 0,0 1 0 0 0,1-1 0 0 0,-1 0 1 0 0,0 1-1 0 0,1-1 0 0 0,-1 1 0 0 0,0-1 0 0 0,0 0 0 0 0,0 1 1 0 0,0-1-1 0 0,1 0 0 0 0,-1 1 0 0 0,0-1 0 0 0,0 0 0 0 0,0 1 1 0 0,0-1-1 0 0,-1 1 0 0 0,1-1 0 0 0,0 0 0 0 0,0 1 0 0 0,0-1 1 0 0,0 0-1 0 0,-1 1 0 0 0,1-1 0 0 0,0 1 0 0 0,-1-2 0 0 0,0 2-38 0 0,0-1 1 0 0,0 1-1 0 0,0-1 0 0 0,0 1 0 0 0,0 0 0 0 0,0-1 0 0 0,0 1 0 0 0,0 0 1 0 0,0 0-1 0 0,0 0 0 0 0,0 0 0 0 0,0 0 0 0 0,0 0 0 0 0,0 0 0 0 0,-2 0 1 0 0,-3 1-17 0 0,-1 1 0 0 0,1 0 0 0 0,0 0 0 0 0,-8 3 0 0 0,-15 10 10 0 0,2 1-1 0 0,0 2 0 0 0,1 0 1 0 0,1 2-1 0 0,1 0 1 0 0,0 2-1 0 0,2 1 0 0 0,1 0 1 0 0,-23 33-1 0 0,38-47-37 0 0,0 0-1 0 0,1 1 0 0 0,0-1 1 0 0,1 1-1 0 0,0 0 0 0 0,0 0 0 0 0,1 1 1 0 0,-3 17-1 0 0,5-24-3 0 0,1-1 0 0 0,0 1 0 0 0,0 0 0 0 0,0 0 0 0 0,1 0 0 0 0,-1-1 0 0 0,1 1 0 0 0,0 0 0 0 0,0-1 0 0 0,0 1 0 0 0,0 0 0 0 0,0-1 0 0 0,1 1 0 0 0,0-1 0 0 0,0 0 0 0 0,0 0 0 0 0,0 1 0 0 0,0-1 0 0 0,1-1-1 0 0,-1 1 1 0 0,1 0 0 0 0,0-1 0 0 0,0 1 0 0 0,0-1 0 0 0,0 0 0 0 0,0 0 0 0 0,6 3 0 0 0,1-1-35 0 0,0 1-1 0 0,0-2 1 0 0,1 1-1 0 0,0-2 1 0 0,0 1 0 0 0,0-1-1 0 0,0-1 1 0 0,20 0-1 0 0,-7-1-331 0 0,-1-2 0 0 0,1-1 0 0 0,25-6-1 0 0,-40 7-227 0 0,1-1 0 0 0,-1-1 0 0 0,0 1 0 0 0,14-9 0 0 0,-19 10-809 0 0,0-1-1 0 0,0 0 1 0 0,1 0-1 0 0,-2 0 1 0 0,7-6-1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55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283 852 52 0 0,'9'-8'1688'0'0,"-1"0"0"0"0,0-1 0 0 0,0 0-1 0 0,0 0 1 0 0,-1-1 0 0 0,11-20 0 0 0,-16 25-1278 0 0,0 0 1 0 0,-1 1-1 0 0,1-1 0 0 0,-1 0 1 0 0,0 0-1 0 0,0 0 0 0 0,-1 0 1 0 0,1-7-1 0 0,-1 11-384 0 0,-1 0 0 0 0,1 0 0 0 0,-1 0-1 0 0,0 0 1 0 0,1 1 0 0 0,-1-1 0 0 0,0 0 0 0 0,0 0-1 0 0,1 0 1 0 0,-1 1 0 0 0,0-1 0 0 0,0 0 0 0 0,0 1-1 0 0,0-1 1 0 0,0 1 0 0 0,0-1 0 0 0,0 1 0 0 0,0-1-1 0 0,0 1 1 0 0,0 0 0 0 0,0 0 0 0 0,0-1 0 0 0,-3 1-1 0 0,-10 2-3 0 0,0 1 0 0 0,0 0 0 0 0,0 1 0 0 0,0 1 0 0 0,0 0 0 0 0,1 1 0 0 0,0 0-1 0 0,0 1 1 0 0,1 1 0 0 0,-14 10 0 0 0,3-1-2 0 0,1 1 0 0 0,1 2 0 0 0,1 0 0 0 0,-24 30 0 0 0,38-43-18 0 0,1 1 0 0 0,-1-1 1 0 0,2 1-1 0 0,-1 1 0 0 0,1-1 1 0 0,0 0-1 0 0,1 1 1 0 0,-3 10-1 0 0,5-16-6 0 0,1-1 1 0 0,-1 0-1 0 0,1 0 1 0 0,0 1-1 0 0,0-1 0 0 0,0 0 1 0 0,0 1-1 0 0,0-1 1 0 0,0 0-1 0 0,1 1 1 0 0,-1-1-1 0 0,1 0 0 0 0,0 0 1 0 0,-1 0-1 0 0,1 0 1 0 0,0 1-1 0 0,0-1 0 0 0,1 0 1 0 0,-1 0-1 0 0,0-1 1 0 0,1 1-1 0 0,-1 0 0 0 0,1 0 1 0 0,-1-1-1 0 0,1 1 1 0 0,0-1-1 0 0,0 1 0 0 0,0-1 1 0 0,0 0-1 0 0,0 0 1 0 0,0 0-1 0 0,0 0 1 0 0,0 0-1 0 0,0 0 0 0 0,0 0 1 0 0,4 0-1 0 0,5 2-105 0 0,0-1 0 0 0,0-1 1 0 0,1 1-1 0 0,-1-2 0 0 0,0 0 0 0 0,0 0 0 0 0,0-1 0 0 0,0 0 1 0 0,1-1-1 0 0,-1 0 0 0 0,-1-1 0 0 0,1 0 0 0 0,0 0 0 0 0,-1-2 1 0 0,0 1-1 0 0,0-1 0 0 0,0-1 0 0 0,18-12 0 0 0,-10 4 240 0 0,0-1 0 0 0,0-1-1 0 0,-2 0 1 0 0,0-1 0 0 0,-1-1 0 0 0,0-1-1 0 0,-2 0 1 0 0,13-24 0 0 0,5-14 2044 0 0,-30 56-2062 0 0,11-27 312 0 0,-12 28-374 0 0,2-11 1736 0 0,-3 14-1021 0 0,-8 25-630 0 0,-11 22-88 0 0,2 2-1 0 0,-17 77 1 0 0,34-123-43 0 0,0-1 0 0 0,0 1 0 0 0,1-1 0 0 0,0 1-1 0 0,0-1 1 0 0,2 12 0 0 0,-2-15-1 0 0,0 0 1 0 0,1 0-1 0 0,0 0 0 0 0,-1-1 1 0 0,1 1-1 0 0,0 0 0 0 0,0 0 1 0 0,0 0-1 0 0,0 0 0 0 0,0-1 1 0 0,0 1-1 0 0,1-1 0 0 0,-1 1 0 0 0,1-1 1 0 0,-1 1-1 0 0,1-1 0 0 0,-1 0 1 0 0,1 0-1 0 0,0 0 0 0 0,0 0 1 0 0,3 2-1 0 0,5 0-230 0 0,1 0 1 0 0,-1-1-1 0 0,1 0 0 0 0,0-1 1 0 0,0 0-1 0 0,0 0 0 0 0,0-1 1 0 0,0-1-1 0 0,0 0 0 0 0,0 0 1 0 0,0-1-1 0 0,19-6 0 0 0,-11 1-338 0 0,1 0 0 0 0,-1 0-1 0 0,0-2 1 0 0,-1-1 0 0 0,34-23 0 0 0,-31 16 317 0 0,-1-1 0 0 0,0-2 0 0 0,-2 1-1 0 0,0-2 1 0 0,-1-1 0 0 0,-1 0 0 0 0,-2-1 0 0 0,0 0 0 0 0,16-38 0 0 0,5-24 66 0 0,33-128 0 0 0,-54 166 187 0 0,47-232 1948 0 0,-39 160-9 0 0,-22 119-1941 0 0,0-1 1 0 0,0 1-1 0 0,1 0 0 0 0,-1-1 1 0 0,0 1-1 0 0,0 0 1 0 0,0 0-1 0 0,0-1 0 0 0,0 1 1 0 0,1 0-1 0 0,-1-1 1 0 0,0 1-1 0 0,0 0 0 0 0,0-1 1 0 0,0 1-1 0 0,0 0 1 0 0,0-1-1 0 0,0 1 0 0 0,0 0 1 0 0,0-1-1 0 0,0 1 1 0 0,-1 0-1 0 0,1-1 0 0 0,0 1 1 0 0,0 0-1 0 0,0-1 1 0 0,0 1-1 0 0,0 0 0 0 0,-1 0 1 0 0,1-1-1 0 0,0 1 1 0 0,0 0-1 0 0,0 0 0 0 0,-1-1 1 0 0,1 1-1 0 0,-1-1 1 0 0,-9 11 66 0 0,-11 20-3 0 0,-15 42 180 0 0,3 1 1 0 0,3 1-1 0 0,-27 106 0 0 0,41-119-38 0 0,-16 105 0 0 0,29-142-230 0 0,2 1-1 0 0,0-1 0 0 0,1 0 0 0 0,2 0 0 0 0,0 1 0 0 0,2-1 0 0 0,9 34 1 0 0,-10-48-261 0 0,1-1 1 0 0,-1 0 0 0 0,2-1-1 0 0,-1 1 1 0 0,1-1 0 0 0,0 0-1 0 0,1 0 1 0 0,0 0 0 0 0,0-1-1 0 0,1 0 1 0 0,0 0 0 0 0,0 0-1 0 0,0-1 1 0 0,1 0 0 0 0,0-1-1 0 0,0 0 1 0 0,1 0 0 0 0,-1 0-1 0 0,18 5 1 0 0,-15-6 42 0 0,1-2 1 0 0,-1 1-1 0 0,0-1 0 0 0,1-1 0 0 0,-1 0 1 0 0,1-1-1 0 0,-1 0 0 0 0,1 0 0 0 0,-1-1 1 0 0,1-1-1 0 0,-1 0 0 0 0,0-1 0 0 0,0 0 1 0 0,0 0-1 0 0,0-1 0 0 0,14-8 0 0 0,-5 1 491 0 0,0-2 0 0 0,-1 0 0 0 0,0-1 0 0 0,-1-1 0 0 0,-1 0 0 0 0,23-27 0 0 0,-25 25 623 0 0,-1-2 0 0 0,0 0 0 0 0,-2 0 0 0 0,0-1 0 0 0,-1-1 0 0 0,12-31 0 0 0,-22 49-698 0 0,0-1-1 0 0,0 1 0 0 0,0 0 1 0 0,-1 0-1 0 0,0-1 0 0 0,1 1 1 0 0,-1 0-1 0 0,-1-6 1 0 0,1 8-156 0 0,0 0 0 0 0,0 0 1 0 0,0 0-1 0 0,-1 0 0 0 0,1 0 1 0 0,0 0-1 0 0,-1 0 0 0 0,1 1 1 0 0,0-1-1 0 0,-1 0 0 0 0,1 0 1 0 0,-1 0-1 0 0,1 1 0 0 0,-1-1 1 0 0,0 0-1 0 0,1 1 0 0 0,-1-1 1 0 0,0 1-1 0 0,1-1 0 0 0,-1 0 1 0 0,0 1-1 0 0,0-1 1 0 0,1 1-1 0 0,-1 0 0 0 0,0-1 1 0 0,0 1-1 0 0,0 0 0 0 0,0-1 1 0 0,0 1-1 0 0,0 0 0 0 0,1 0 1 0 0,-1 0-1 0 0,0 0 0 0 0,0 0 1 0 0,0 0-1 0 0,0 0 0 0 0,-2 0 1 0 0,-14 4 69 0 0,0 0 0 0 0,0 1 0 0 0,0 0 0 0 0,1 1 1 0 0,0 1-1 0 0,0 1 0 0 0,1 1 0 0 0,-28 18 0 0 0,14-5-3 0 0,1 0 0 0 0,1 2-1 0 0,-36 41 1 0 0,57-57-70 0 0,0 0 0 0 0,0 0-1 0 0,0 1 1 0 0,1 0 0 0 0,0 0 0 0 0,1 0 0 0 0,0 1 0 0 0,1-1 0 0 0,-4 17 0 0 0,6-22-8 0 0,0 0 0 0 0,0 0 0 0 0,1 0 1 0 0,-1 1-1 0 0,1-1 0 0 0,0 0 0 0 0,1 0 0 0 0,-1 1 0 0 0,1-1 1 0 0,0 0-1 0 0,0 0 0 0 0,0 0 0 0 0,0 0 0 0 0,1 0 1 0 0,0 0-1 0 0,-1 0 0 0 0,2 0 0 0 0,-1 0 0 0 0,0-1 1 0 0,1 1-1 0 0,-1-1 0 0 0,1 0 0 0 0,0 0 0 0 0,7 5 0 0 0,-5-4 1 0 0,0 0 0 0 0,0-1-1 0 0,0 0 1 0 0,1 0 0 0 0,-1 0-1 0 0,1-1 1 0 0,0 0-1 0 0,0 0 1 0 0,0 0 0 0 0,0-1-1 0 0,0 0 1 0 0,0 0 0 0 0,0-1-1 0 0,12 0 1 0 0,-10-1-6 0 0,0 0 1 0 0,1-1 0 0 0,-1 0 0 0 0,-1 0-1 0 0,1-1 1 0 0,0 0 0 0 0,-1-1-1 0 0,1 1 1 0 0,-1-1 0 0 0,7-5 0 0 0,3-5-4 0 0,0 0-1 0 0,-1-1 1 0 0,0-1 0 0 0,-1-1 0 0 0,-1 0 0 0 0,-1 0 0 0 0,16-28 0 0 0,32-57 255 0 0,-60 100-287 0 0,-1 1 11 0 0,4-3 1 0 0,-3 4 16 0 0,-1 0 0 0 0,0 0 0 0 0,0 0 0 0 0,1 0-1 0 0,-1 0 1 0 0,0 0 0 0 0,0 0 0 0 0,0 1 0 0 0,1-1-1 0 0,-1 0 1 0 0,0 0 0 0 0,0 0 0 0 0,0 0 0 0 0,0 0-1 0 0,1 1 1 0 0,-1-1 0 0 0,0 0 0 0 0,0 0 0 0 0,0 0-1 0 0,0 0 1 0 0,0 1 0 0 0,0-1 0 0 0,1 0-1 0 0,-1 0 1 0 0,0 1 0 0 0,0-1 0 0 0,0 0 0 0 0,0 0-1 0 0,0 0 1 0 0,0 1 0 0 0,0-1 0 0 0,0 0 0 0 0,0 0-1 0 0,0 1 1 0 0,0-1 0 0 0,0 0 0 0 0,0 0 0 0 0,0 0-1 0 0,0 1 1 0 0,0-1 0 0 0,0 0 0 0 0,-1 0 0 0 0,1 14-1 0 0,-1-1 0 0 0,0 0 1 0 0,-5 22-1 0 0,-3 15 37 0 0,8-35-130 0 0,-2 10-146 0 0,2 35-1 0 0,7-20-2426 0 0,-5-34 1631 0 0,1-1 1 0 0,-1-1-1 0 0,1 1 1 0 0,1 0-1 0 0,3 7 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56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1040 0 0,'5'-15'2610'0'0,"0"1"0"0"0,0 0 0 0 0,12-21 0 0 0,-16 34-2544 0 0,-1 0 0 0 0,1 0 1 0 0,-1 0-1 0 0,1 0 1 0 0,0 1-1 0 0,0-1 0 0 0,-1 0 1 0 0,1 0-1 0 0,0 1 0 0 0,0-1 1 0 0,0 0-1 0 0,0 1 1 0 0,0-1-1 0 0,0 1 0 0 0,0-1 1 0 0,0 1-1 0 0,0 0 0 0 0,0-1 1 0 0,0 1-1 0 0,0 0 1 0 0,0 0-1 0 0,0 0 0 0 0,2 0 1 0 0,0 0-2 0 0,0 0 0 0 0,0 1 0 0 0,-1-1 1 0 0,1 1-1 0 0,0 0 0 0 0,0 0 0 0 0,-1 0 1 0 0,1 0-1 0 0,2 2 0 0 0,3 3 72 0 0,0-1 0 0 0,0 1 0 0 0,0 1 0 0 0,8 8 0 0 0,-6-3 29 0 0,0 1-1 0 0,-1 0 1 0 0,-1 0 0 0 0,0 1 0 0 0,-1 0-1 0 0,0 0 1 0 0,-1 1 0 0 0,-1 0 0 0 0,0 0-1 0 0,-1 0 1 0 0,-1 0 0 0 0,0 1 0 0 0,-1 0-1 0 0,-1-1 1 0 0,0 1 0 0 0,-1 0 0 0 0,-1 0-1 0 0,0-1 1 0 0,-6 23 0 0 0,4-27 128 0 0,0 0 0 0 0,-1-1 1 0 0,0 1-1 0 0,0-1 0 0 0,-2 0 1 0 0,1 0-1 0 0,-1-1 0 0 0,0 1 0 0 0,-1-1 1 0 0,-16 16-1 0 0,22-24-212 0 0,0 0 1 0 0,0 0-1 0 0,0 0 1 0 0,0 0-1 0 0,0 0 1 0 0,0-1-1 0 0,0 1 1 0 0,0 0-1 0 0,-1 0 1 0 0,1-1-1 0 0,0 1 1 0 0,-1-1-1 0 0,1 1 1 0 0,0-1-1 0 0,-1 0 1 0 0,1 1-1 0 0,-1-1 1 0 0,-1 0-1 0 0,2 0-32 0 0,0 0-1 0 0,0-1 1 0 0,0 1 0 0 0,0 0-1 0 0,0-1 1 0 0,0 1 0 0 0,1-1-1 0 0,-1 1 1 0 0,0-1 0 0 0,0 1-1 0 0,0-1 1 0 0,0 0 0 0 0,0 1-1 0 0,1-1 1 0 0,-1 0 0 0 0,0 0-1 0 0,1 0 1 0 0,-2-1-1 0 0,0-1-8 0 0,1 0-1 0 0,0 0 1 0 0,-1 0-1 0 0,1 0 1 0 0,0 0 0 0 0,0 0-1 0 0,1-1 1 0 0,-1 1-1 0 0,1 0 1 0 0,-1-1-1 0 0,1 1 1 0 0,0 0-1 0 0,1-5 1 0 0,2-3-41 0 0,0 0 1 0 0,1 1 0 0 0,0-1 0 0 0,1 1 0 0 0,0 0 0 0 0,0 0 0 0 0,1 1 0 0 0,1-1 0 0 0,0 1 0 0 0,12-12 0 0 0,5-4-364 0 0,2 1 1 0 0,28-21 0 0 0,-19 20-1948 0 0,61-35 0 0 0,-2 14-8247 0 0,-76 39 5175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59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580 201 580 0 0,'5'-5'944'0'0,"-1"-1"0"0"0,1 0 1 0 0,-1 0-1 0 0,0 0 0 0 0,-1 0 0 0 0,1-1 0 0 0,-1 1 0 0 0,-1-1 1 0 0,1 0-1 0 0,-1 0 0 0 0,1-7 0 0 0,-1 8-606 0 0,-1 0 0 0 0,-1 1 0 0 0,1-1-1 0 0,-1 0 1 0 0,0 0 0 0 0,0 1 0 0 0,-1-1 0 0 0,0 0 0 0 0,0 1-1 0 0,0-1 1 0 0,-1 0 0 0 0,1 1 0 0 0,-1 0 0 0 0,-5-10 0 0 0,5 13-314 0 0,1 0 0 0 0,-1 0 0 0 0,0 1 0 0 0,0-1 0 0 0,0 0 0 0 0,0 1 0 0 0,0-1 0 0 0,0 1 0 0 0,0 0 0 0 0,0-1 0 0 0,-1 1 0 0 0,1 0 0 0 0,0 0 0 0 0,-1 1 0 0 0,1-1 0 0 0,-1 0 0 0 0,1 1 0 0 0,-1 0 0 0 0,1-1 0 0 0,-1 1 0 0 0,1 0 0 0 0,-1 0 0 0 0,1 1 0 0 0,-1-1 0 0 0,1 0 0 0 0,-1 1 0 0 0,-4 1 0 0 0,-6 2-3 0 0,0 0-1 0 0,0 0 1 0 0,-22 13-1 0 0,7-2 0 0 0,2 1 0 0 0,0 1 0 0 0,1 1-1 0 0,1 1 1 0 0,0 1 0 0 0,2 1 0 0 0,0 1 0 0 0,-26 36-1 0 0,43-52-12 0 0,1 1 0 0 0,0 0 0 0 0,0 0-1 0 0,0 0 1 0 0,1 1 0 0 0,0-1 0 0 0,1 1-1 0 0,-4 16 1 0 0,6-23-4 0 0,0 1 0 0 0,0 0 0 0 0,-1 0-1 0 0,1 0 1 0 0,1 0 0 0 0,-1 0 0 0 0,0 0 0 0 0,0 0 0 0 0,1 0-1 0 0,-1 0 1 0 0,1 0 0 0 0,-1-1 0 0 0,1 1 0 0 0,0 0 0 0 0,0 0-1 0 0,0-1 1 0 0,0 1 0 0 0,0 0 0 0 0,0-1 0 0 0,0 1-1 0 0,1-1 1 0 0,-1 1 0 0 0,0-1 0 0 0,1 0 0 0 0,-1 0 0 0 0,1 1-1 0 0,0-1 1 0 0,-1 0 0 0 0,1-1 0 0 0,0 1 0 0 0,0 0-1 0 0,-1 0 1 0 0,1-1 0 0 0,0 1 0 0 0,0-1 0 0 0,0 1 0 0 0,0-1-1 0 0,0 0 1 0 0,0 0 0 0 0,0 0 0 0 0,3 0 0 0 0,7 0-1 0 0,1-1 0 0 0,-1 0 1 0 0,0-1-1 0 0,0 0 1 0 0,0-1-1 0 0,0 0 0 0 0,0-1 1 0 0,-1 0-1 0 0,1-1 1 0 0,-1 0-1 0 0,0-1 0 0 0,-1 0 1 0 0,1-1-1 0 0,-1 0 1 0 0,-1-1-1 0 0,17-15 0 0 0,-4 0 6 0 0,-1-1 0 0 0,-1 0-1 0 0,-1-2 1 0 0,-1 0 0 0 0,19-38-1 0 0,-6 9 319 0 0,-29 53-325 0 0,-11 25 39 0 0,-70 170 1699 0 0,-283 659 358 0 0,292-704-1964 0 0,-23 51 276 0 0,90-194-330 0 0,5-10-78 0 0,9-16-82 0 0,30-28-279 0 0,81-78 0 0 0,-91 100-353 0 0,0 2 1 0 0,2 1-1 0 0,70-38 1 0 0,11 9-3226 0 0,-4 1-3980 0 0,-77 35 2828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7:59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198 228 1220 0 0,'-37'-146'13075'0'0,"37"145"-13003"0"0,0 0 0 0 0,0 0 0 0 0,0 1 0 0 0,0-1 0 0 0,0 0 0 0 0,-1 0 0 0 0,1 1 0 0 0,0-1 0 0 0,-1 0 0 0 0,1 0 0 0 0,0 1 0 0 0,-1-1 0 0 0,1 1 0 0 0,-1-1 0 0 0,1 0 0 0 0,-1 1 0 0 0,1-1 0 0 0,-1 1 0 0 0,0-1 0 0 0,1 1 0 0 0,-1-1 0 0 0,0 1 0 0 0,-1-1 0 0 0,1 1-12 0 0,1 0 1 0 0,-1 0-1 0 0,0 1 1 0 0,1-1-1 0 0,-1 0 0 0 0,0 1 1 0 0,1-1-1 0 0,-1 0 1 0 0,0 1-1 0 0,1-1 0 0 0,-1 1 1 0 0,1-1-1 0 0,-1 1 1 0 0,0-1-1 0 0,1 1 0 0 0,-1 0 1 0 0,1-1-1 0 0,0 1 0 0 0,-1 1 1 0 0,-5 7 404 0 0,1 1-1 0 0,-6 17 1 0 0,8-18-182 0 0,-70 177 1596 0 0,63-154-1768 0 0,1 0-1 0 0,2 1 1 0 0,-6 64-1 0 0,13-93-157 0 0,0 0-1 0 0,0 0 1 0 0,0-1 0 0 0,0 1-1 0 0,0 0 1 0 0,1 0-1 0 0,0-1 1 0 0,0 1-1 0 0,0 0 1 0 0,0-1 0 0 0,1 1-1 0 0,-1-1 1 0 0,1 1-1 0 0,0-1 1 0 0,3 4-1 0 0,-4-5-59 0 0,1-1 0 0 0,0 1 0 0 0,0-1-1 0 0,0 0 1 0 0,0 1 0 0 0,0-1 0 0 0,0 0-1 0 0,0 0 1 0 0,0-1 0 0 0,0 1 0 0 0,0 0-1 0 0,1-1 1 0 0,-1 1 0 0 0,0-1 0 0 0,1 0 0 0 0,-1 0-1 0 0,0 0 1 0 0,0 0 0 0 0,1 0 0 0 0,-1 0-1 0 0,0-1 1 0 0,1 1 0 0 0,-1-1 0 0 0,0 1-1 0 0,0-1 1 0 0,4-1 0 0 0,10-5-386 0 0,1-1 0 0 0,-2 0 0 0 0,1-1 1 0 0,-1-1-1 0 0,0 0 0 0 0,-1-1 0 0 0,0-1 0 0 0,-1 0 0 0 0,19-24 1 0 0,8-13-54 0 0,45-74 0 0 0,-81 116 506 0 0,107-187 2773 0 0,-73 122-311 0 0,-28 58-1844 0 0,-11 23 65 0 0,-11 27 102 0 0,-34 62 116 0 0,-29 64-193 0 0,61-127-864 0 0,2 1 0 0 0,-13 62 0 0 0,23-88-351 0 0,0 1-1 0 0,1-1 1 0 0,0 1 0 0 0,1 13-1 0 0,1-22 143 0 0,-1 1 1 0 0,0 0-1 0 0,1 0 1 0 0,-1-1-1 0 0,1 1 0 0 0,0 0 1 0 0,0-1-1 0 0,0 1 0 0 0,0-1 1 0 0,0 1-1 0 0,1-1 0 0 0,-1 1 1 0 0,1-1-1 0 0,-1 0 1 0 0,1 0-1 0 0,0 0 0 0 0,0 0 1 0 0,0 0-1 0 0,0 0 0 0 0,0-1 1 0 0,3 3-1 0 0,12 4-5129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0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344 141 1464 0 0,'5'-10'1044'0'0,"-1"0"-1"0"0,-1 0 1 0 0,0 0 0 0 0,0 0-1 0 0,-1 0 1 0 0,0 0-1 0 0,-1-1 1 0 0,0 1-1 0 0,0-1 1 0 0,-1 1 0 0 0,-2-12-1 0 0,2 22-1019 0 0,0 0-1 0 0,0-1 0 0 0,-1 1 1 0 0,1-1-1 0 0,0 1 1 0 0,0-1-1 0 0,-1 1 0 0 0,1 0 1 0 0,0-1-1 0 0,-1 1 1 0 0,1 0-1 0 0,0-1 0 0 0,-1 1 1 0 0,1 0-1 0 0,-1 0 1 0 0,1-1-1 0 0,0 1 0 0 0,-1 0 1 0 0,1 0-1 0 0,-1 0 0 0 0,1 0 1 0 0,-1-1-1 0 0,1 1 1 0 0,-1 0-1 0 0,1 0 0 0 0,-1 0 1 0 0,1 0-1 0 0,0 0 1 0 0,-1 0-1 0 0,1 0 0 0 0,-1 0 1 0 0,1 0-1 0 0,-1 0 1 0 0,1 1-1 0 0,-1-1 0 0 0,1 0 1 0 0,-1 0-1 0 0,0 1 0 0 0,-15 5 164 0 0,16-5-180 0 0,-25 14 322 0 0,2 2-1 0 0,0 0 0 0 0,1 2 0 0 0,1 1 1 0 0,-30 34-1 0 0,37-38-185 0 0,-17 17 189 0 0,-32 45-1 0 0,54-66-290 0 0,2 0-1 0 0,-1 0 1 0 0,2 0-1 0 0,-1 1 1 0 0,2 0-1 0 0,0 0 1 0 0,1 1-1 0 0,-4 17 1 0 0,7-28-54 0 0,0 0 0 0 0,1 0 0 0 0,0 0 0 0 0,0 0 1 0 0,0 1-1 0 0,0-1 0 0 0,0 0 0 0 0,1 0 1 0 0,-1 0-1 0 0,1 0 0 0 0,0 0 0 0 0,0 0 0 0 0,0 0 1 0 0,0 0-1 0 0,0-1 0 0 0,1 1 0 0 0,-1 0 0 0 0,1 0 1 0 0,0-1-1 0 0,0 1 0 0 0,0-1 0 0 0,0 0 0 0 0,0 0 1 0 0,3 3-1 0 0,-2-3-112 0 0,1 0 0 0 0,-1 0 0 0 0,1-1 0 0 0,0 1 0 0 0,0-1 0 0 0,-1 0 0 0 0,1 0 0 0 0,0 0 0 0 0,0 0 0 0 0,0-1 0 0 0,0 1 0 0 0,0-1 0 0 0,0 0 0 0 0,1 0 0 0 0,-1-1 0 0 0,0 1 0 0 0,0-1 0 0 0,3-1 0 0 0,6-2-114 0 0,-1-1-1 0 0,0 0 0 0 0,0-1 1 0 0,0 0-1 0 0,-1-1 0 0 0,0 0 1 0 0,0-1-1 0 0,-1 0 0 0 0,0 0 0 0 0,-1-1 1 0 0,1-1-1 0 0,13-18 0 0 0,4-10 376 0 0,-1 0 0 0 0,25-51 0 0 0,6-26 3402 0 0,-41 87-2701 0 0,-15 27-645 0 0,-1 2-148 0 0,0 1 0 0 0,0 0 1 0 0,1 0-1 0 0,-2 0 1 0 0,1 0-1 0 0,0 0 0 0 0,0 0 1 0 0,0 0-1 0 0,-2 3 1 0 0,-51 173 1180 0 0,46-145-1783 0 0,0 1 1 0 0,2 1-1 0 0,0 45 1 0 0,7-46-2333 0 0,3-14-2912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0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78 2576 0 0,'20'-76'12131'0'0,"-20"74"-11657"0"0,1 3-427 0 0,0-1-1 0 0,0 0 1 0 0,0 1 0 0 0,0-1 0 0 0,0 0 0 0 0,0 1-1 0 0,0-1 1 0 0,0 1 0 0 0,0 0 0 0 0,-1-1 0 0 0,1 1-1 0 0,0 0 1 0 0,0-1 0 0 0,-1 1 0 0 0,1 0 0 0 0,0 0-1 0 0,-1-1 1 0 0,1 1 0 0 0,-1 0 0 0 0,1 0 0 0 0,-1 0-1 0 0,1 0 1 0 0,-1 0 0 0 0,0 0 0 0 0,1 0 0 0 0,-1 1-1 0 0,7 29 405 0 0,-7-29-369 0 0,3 24 136 0 0,-1 0-1 0 0,-2 0 1 0 0,0 1 0 0 0,-2-1 0 0 0,-1 0 0 0 0,-1 0-1 0 0,-1-1 1 0 0,-1 1 0 0 0,-1-1 0 0 0,-1 0-1 0 0,-2 0 1 0 0,0-1 0 0 0,-15 23 0 0 0,24-45-184 0 0,0 0-1 0 0,0 0 1 0 0,-1 0 0 0 0,1-1 0 0 0,0 1-1 0 0,-1-1 1 0 0,1 1 0 0 0,-1-1 0 0 0,1 1-1 0 0,-3 1 1 0 0,3-3-25 0 0,0 0 0 0 0,1 0 0 0 0,-1 1-1 0 0,0-1 1 0 0,1 0 0 0 0,-1 0 0 0 0,0 0 0 0 0,1 1-1 0 0,-1-1 1 0 0,0 0 0 0 0,1 0 0 0 0,-1 0-1 0 0,0 0 1 0 0,1 0 0 0 0,-1 0 0 0 0,0-1 0 0 0,1 1-1 0 0,-1 0 1 0 0,0 0 0 0 0,1 0 0 0 0,-2-1 0 0 0,0-1-8 0 0,1 1 0 0 0,0 0 1 0 0,-1-1-1 0 0,1 0 0 0 0,0 1 1 0 0,0-1-1 0 0,-1 0 1 0 0,1 1-1 0 0,1-1 0 0 0,-1 0 1 0 0,0 0-1 0 0,0 0 0 0 0,1 0 1 0 0,-1 0-1 0 0,1 0 0 0 0,-1 0 1 0 0,1 0-1 0 0,0 0 1 0 0,0-3-1 0 0,0-11-29 0 0,1-1-1 0 0,0 0 1 0 0,1 1 0 0 0,1-1-1 0 0,0 1 1 0 0,2-1 0 0 0,-1 1-1 0 0,2 1 1 0 0,10-20 0 0 0,-7 16-1 0 0,1 1 0 0 0,1 1 0 0 0,0 0 0 0 0,1 0 0 0 0,1 1 0 0 0,1 1 0 0 0,18-16 0 0 0,-24 24 12 0 0,1 1 1 0 0,0-1-1 0 0,0 2 0 0 0,1-1 1 0 0,-1 2-1 0 0,1-1 0 0 0,0 1 1 0 0,0 1-1 0 0,1-1 0 0 0,-1 2 0 0 0,19-3 1 0 0,-25 4 17 0 0,-1 1 0 0 0,1 0 0 0 0,0 0 0 0 0,0 0 0 0 0,0 0 0 0 0,0 1 0 0 0,0-1 0 0 0,-1 1 1 0 0,1 0-1 0 0,0 0 0 0 0,0 0 0 0 0,-1 1 0 0 0,1-1 0 0 0,-1 1 0 0 0,1 0 0 0 0,-1 0 0 0 0,0 0 0 0 0,0 1 1 0 0,0-1-1 0 0,0 1 0 0 0,0-1 0 0 0,0 1 0 0 0,-1 0 0 0 0,1 0 0 0 0,-1 0 0 0 0,0 1 0 0 0,0-1 0 0 0,0 0 1 0 0,0 1-1 0 0,-1-1 0 0 0,0 1 0 0 0,1 0 0 0 0,-1 0 0 0 0,1 6 0 0 0,0 3 24 0 0,-1 0-1 0 0,0 0 1 0 0,-1 0 0 0 0,0 0-1 0 0,-1 0 1 0 0,0 0 0 0 0,-4 14 0 0 0,-28 90-74 0 0,24-88-98 0 0,6-19-238 0 0,0-3-838 0 0,1 2 0 0 0,-1-1 0 0 0,2 0 0 0 0,-2 15 0 0 0,20-26-5695 0 0,-5-5 2797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1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138 257 2580 0 0,'13'-45'4309'0'0,"-2"1"-1"0"0,-2-2 1 0 0,4-63-1 0 0,-12 99-3898 0 0,0 8-44 0 0,-2 6-134 0 0,-4 5-106 0 0,0 0-37 0 0,-47 203 2667 0 0,39-153-2179 0 0,-92 479 1243 0 0,103-518-1750 0 0,-1 42 0 0 0,3-55-289 0 0,1 0-1 0 0,0 1 0 0 0,0-1 0 0 0,0 0 1 0 0,1 0-1 0 0,0 1 0 0 0,1-2 1 0 0,5 15-1 0 0,-7-20-25 0 0,0 1 0 0 0,1 0 1 0 0,-1-1-1 0 0,0 1 0 0 0,0-1 0 0 0,1 1 1 0 0,-1-1-1 0 0,1 0 0 0 0,-1 0 0 0 0,1 0 1 0 0,0 0-1 0 0,0 0 0 0 0,-1 0 0 0 0,1 0 1 0 0,0 0-1 0 0,0 0 0 0 0,0-1 0 0 0,0 1 0 0 0,0-1 1 0 0,0 0-1 0 0,2 1 0 0 0,0-1-804 0 0,0 0 1 0 0,1 0-1 0 0,-1-1 0 0 0,0 0 1 0 0,1 1-1 0 0,-1-1 0 0 0,0-1 0 0 0,8-2 1 0 0,5-5-6078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1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6 2904 0 0,'7'-5'20954'0'0,"-21"33"-19962"0"0,-12 33 0 0 0,7-14-474 0 0,-17 44-23 0 0,-18 39-240 0 0,53-129-367 0 0,0 0-1 0 0,1 0 1 0 0,-1 1-1 0 0,1-1 0 0 0,-1 0 1 0 0,1 0-1 0 0,0 0 0 0 0,-1 0 1 0 0,1 0-1 0 0,0 0 0 0 0,0 1 1 0 0,0-1-1 0 0,0 0 0 0 0,0 2 1 0 0,5 0-2081 0 0,-5-3 2084 0 0,0 0-1 0 0,1 0 0 0 0,-1 0 1 0 0,0 0-1 0 0,1 0 1 0 0,-1 0-1 0 0,0 0 0 0 0,1 0 1 0 0,-1 0-1 0 0,0 0 0 0 0,0-1 1 0 0,1 1-1 0 0,3-2-798 0 0,0 1-1 0 0,0-1 0 0 0,-1 0 1 0 0,1 0-1 0 0,0-1 0 0 0,2-2 1 0 0,10-10-4289 0 0,3-5-2645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1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35 169 300 0 0,'-2'-19'3560'0'0,"0"0"-1"0"0,-1 0 1 0 0,-1 0-1 0 0,-6-20 1 0 0,-3-15-2971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1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1 844 0 0,'-152'18'13785'0'0,"140"-14"-12946"0"0,12 2-243 0 0,1-5-564 0 0,0 0-1 0 0,1 0 0 0 0,-1 0 1 0 0,0 0-1 0 0,1 0 1 0 0,-1-1-1 0 0,0 1 0 0 0,1 0 1 0 0,-1-1-1 0 0,1 1 0 0 0,1 0 1 0 0,61 6-967 0 0,0-2 0 0 0,1-2 0 0 0,68-8 0 0 0,-118 5 571 0 0,117-9-5036 0 0,-67-1 867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2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22 1456 0 0,'2'-1'2600'0'0,"11"-7"1791"0"0,5-3 672 0 0,-17 11-4944 0 0,-1-1 1 0 0,1 1-1 0 0,-1 0 0 0 0,1 0 0 0 0,-1 0 1 0 0,1 0-1 0 0,-1 0 0 0 0,1 0 0 0 0,0 0 1 0 0,-1 0-1 0 0,1 0 0 0 0,-1 0 0 0 0,1 0 1 0 0,-1 0-1 0 0,1 0 0 0 0,-1 0 0 0 0,1 0 1 0 0,-1 1-1 0 0,1-1 0 0 0,-1 0 0 0 0,0 0 1 0 0,1 1-1 0 0,-1-1 0 0 0,1 0 0 0 0,-1 0 1 0 0,1 1-1 0 0,-1-1 0 0 0,0 1 0 0 0,1-1 1 0 0,-1 0-1 0 0,1 2 0 0 0,-1 0 3 0 0,1 0 0 0 0,-1 1 0 0 0,0-1 0 0 0,0 1-1 0 0,0-1 1 0 0,0 1 0 0 0,0-1 0 0 0,0 1 0 0 0,-1-1-1 0 0,1 0 1 0 0,-1 1 0 0 0,0-1 0 0 0,-1 3 0 0 0,0 2 290 0 0,-24 118 2742 0 0,-25 93-958 0 0,14-101-1674 0 0,-33 97-117 0 0,69-211-445 0 0,-38 110-1974 0 0,21-38-8281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2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169 100 2120 0 0,'-13'-29'7017'0'0,"-4"-12"2782"0"0,12 14-6762 0 0,9 26-2966 0 0,-1 1 0 0 0,1-1 0 0 0,0 1 0 0 0,-1 0 1 0 0,1 0-1 0 0,0 0 0 0 0,7 1 0 0 0,82 8 204 0 0,114 6-862 0 0,-202-14 573 0 0,31-4-41 0 0,18-2 337 0 0,-51 5-160 0 0,16-2 110 0 0,-16 2-215 0 0,-3 0-18 0 0,1 0 1 0 0,0 0-1 0 0,0 0 1 0 0,0 0-1 0 0,0 0 1 0 0,-1 0-1 0 0,1 0 0 0 0,0 0 1 0 0,0 0-1 0 0,0 0 1 0 0,-1 1-1 0 0,1-1 0 0 0,0 0 1 0 0,0 0-1 0 0,0 1 1 0 0,-1-1-1 0 0,1 1 0 0 0,0-1 1 0 0,-1 0-1 0 0,1 1 1 0 0,0-1-1 0 0,-1 1 0 0 0,1 0 1 0 0,-1-1-1 0 0,1 1 1 0 0,-1 0-1 0 0,1-1 0 0 0,-1 1 1 0 0,1 0-1 0 0,-1-1 1 0 0,0 1-1 0 0,1 0 0 0 0,-1 0 1 0 0,0-1-1 0 0,0 1 1 0 0,1 0-1 0 0,-1 0 1 0 0,0 0-1 0 0,0-1 0 0 0,0 1 1 0 0,0 0-1 0 0,0 0 1 0 0,0 0-1 0 0,0 0 0 0 0,-1 1 1 0 0,-3 22 22 0 0,-11 39 0 0 0,-4 23-77 0 0,17-77 63 0 0,1 0 1 0 0,1 0 0 0 0,0-1-1 0 0,0 1 1 0 0,1 0-1 0 0,0 0 1 0 0,3 13 0 0 0,-3-18-12 0 0,0-1 0 0 0,0 0 0 0 0,0 0 0 0 0,0 0 0 0 0,1-1 0 0 0,-1 1 0 0 0,1 0 0 0 0,0-1 0 0 0,0 1 0 0 0,0 0 0 0 0,0-1 0 0 0,0 0 0 0 0,1 0 0 0 0,-1 0 0 0 0,1 0 0 0 0,-1 0 0 0 0,1 0 0 0 0,0 0 0 0 0,-1-1 0 0 0,1 0 0 0 0,0 1 0 0 0,0-1 0 0 0,5 1 0 0 0,-5-1-48 0 0,1-1 1 0 0,0 1-1 0 0,0-1 1 0 0,0 0-1 0 0,0 0 1 0 0,0-1 0 0 0,0 1-1 0 0,-1-1 1 0 0,1 0-1 0 0,0 0 1 0 0,0 0-1 0 0,-1 0 1 0 0,1-1-1 0 0,0 1 1 0 0,-1-1-1 0 0,0 0 1 0 0,1 0-1 0 0,2-3 1 0 0,7-6-43 0 0,-1 0-1 0 0,-1-1 1 0 0,0 0-1 0 0,0-1 1 0 0,15-25-1 0 0,37-78 1641 0 0,-55 101-980 0 0,5-6-70 0 0,-7 18-427 0 0,-7 16-26 0 0,-14 43 1294 0 0,-43 101 0 0 0,32-89-500 0 0,-22 60 492 0 0,-63 157 919 0 0,81-220-1685 0 0,-2 0-1 0 0,-51 73 1 0 0,73-123-564 0 0,-2 0 1 0 0,0-1-1 0 0,0 0 1 0 0,-1 0 0 0 0,-1-2-1 0 0,0 1 1 0 0,-1-2 0 0 0,0 0-1 0 0,-1-1 1 0 0,-20 10-1 0 0,27-16 0 0 0,-1 0 0 0 0,0 0 0 0 0,0-1 0 0 0,0 0 0 0 0,-1-1 0 0 0,1 0 0 0 0,-1-1 0 0 0,0 0 0 0 0,1 0 0 0 0,-1-1 0 0 0,1-1 0 0 0,-1 0-1 0 0,0 0 1 0 0,1-1 0 0 0,0 0 0 0 0,-1-1 0 0 0,1 0 0 0 0,0-1 0 0 0,-11-5 0 0 0,13 5 0 0 0,0-1 0 0 0,1 1 0 0 0,0-1 0 0 0,0 0 0 0 0,1-1 0 0 0,-1 0 0 0 0,1 0 0 0 0,-8-10 0 0 0,12 13 0 0 0,0 0 0 0 0,0 0 0 0 0,0 0 0 0 0,0-1 0 0 0,0 1 0 0 0,1-1 0 0 0,-1 1 0 0 0,1-1 0 0 0,0 0 0 0 0,0 1 0 0 0,0-1 0 0 0,1 0 0 0 0,-1 0 0 0 0,1 0 0 0 0,0 0 0 0 0,0 1 0 0 0,1-1 0 0 0,-1 0 0 0 0,1 0 0 0 0,-1 0 0 0 0,3-4 0 0 0,3-6 0 0 0,1 0 0 0 0,0 1 0 0 0,1 0 0 0 0,0 1 0 0 0,1-1 0 0 0,0 2 0 0 0,1-1 0 0 0,1 1 0 0 0,0 1 0 0 0,0 0 0 0 0,20-14 0 0 0,15-6 0 0 0,87-44 0 0 0,-130 73 0 0 0,86-40-1613 0 0,50-6-5007 0 0,100-8-5744 0 0,-194 48 2598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476 463 1976 0 0,'0'-2'2318'0'0,"13"-49"10451"0"0,-13 49-12211 0 0,-2 14-277 0 0,-35 219 3694 0 0,37-230-3606 0 0,0 7 2978 0 0,1-20-3264 0 0,0 0-1 0 0,1 0 1 0 0,0 0 0 0 0,1 0-1 0 0,1 0 1 0 0,5-13 0 0 0,35-70-152 0 0,-40 86 58 0 0,57-101-119 0 0,9-20 117 0 0,-58 104 6 0 0,-1-1 0 0 0,-1 0 0 0 0,6-30-1 0 0,-14 51 13 0 0,0-30 16 0 0,-2 33-20 0 0,1 1-9 0 0,-1 1 0 0 0,0-1 1 0 0,0 1-1 0 0,0 0 0 0 0,0-1 1 0 0,0 1-1 0 0,0-1 0 0 0,0 1 1 0 0,0-1-1 0 0,-1 1 0 0 0,1 0 1 0 0,0-1-1 0 0,-1 1 0 0 0,1 0 1 0 0,-1-1-1 0 0,0 1 0 0 0,1 0 0 0 0,-1 0 1 0 0,0-1-1 0 0,0 1 0 0 0,0 0 1 0 0,0 0-1 0 0,0 0 0 0 0,0 0 1 0 0,0 0-1 0 0,0 0 0 0 0,-2-1 1 0 0,1 2 3 0 0,0 1 0 0 0,0-1 1 0 0,0 1-1 0 0,0-1 1 0 0,0 1-1 0 0,1 0 0 0 0,-1-1 1 0 0,0 1-1 0 0,1 0 0 0 0,-1 0 1 0 0,0 0-1 0 0,1 1 1 0 0,-1-1-1 0 0,1 0 0 0 0,-3 3 1 0 0,-6 8 1 0 0,0 0 0 0 0,0 1 0 0 0,1 0 0 0 0,0 0 0 0 0,-8 18 1 0 0,-29 77-12 0 0,38-85 12 0 0,-31 83-28 0 0,-28 126 0 0 0,-6 116-32 0 0,10-52 33 0 0,40-212 52 0 0,-48 120 0 0 0,67-193-3 0 0,-33 69 123 0 0,33-74-55 0 0,0 0 0 0 0,0 0 1 0 0,0 0-1 0 0,-1 0 1 0 0,1 0-1 0 0,-2-1 0 0 0,1 0 1 0 0,0 0-1 0 0,-9 5 0 0 0,12-9-73 0 0,0 0-1 0 0,0 0 1 0 0,0 0-1 0 0,0-1 1 0 0,0 1-1 0 0,0-1 0 0 0,0 0 1 0 0,0 1-1 0 0,0-1 1 0 0,-1 0-1 0 0,1 0 1 0 0,0 0-1 0 0,0 0 1 0 0,0-1-1 0 0,0 1 0 0 0,0-1 1 0 0,0 1-1 0 0,0-1 1 0 0,0 0-1 0 0,0 0 1 0 0,0 1-1 0 0,0-1 1 0 0,0-1-1 0 0,1 1 0 0 0,-1 0 1 0 0,0 0-1 0 0,1-1 1 0 0,-1 1-1 0 0,1-1 1 0 0,-1 1-1 0 0,0-3 0 0 0,-3-1-14 0 0,0-1 0 0 0,1 0 0 0 0,0 0 0 0 0,0 0 0 0 0,1 0-1 0 0,0 0 1 0 0,-5-13 0 0 0,5 6-21 0 0,1 0 1 0 0,0-1-1 0 0,0 0 1 0 0,2 1-1 0 0,0-1 0 0 0,0 0 1 0 0,1 1-1 0 0,1-1 0 0 0,0 1 1 0 0,1-1-1 0 0,6-16 0 0 0,3-7-107 0 0,2 2 0 0 0,33-61-1 0 0,-22 54 26 0 0,1 1 0 0 0,2 1 0 0 0,58-63 1 0 0,-62 78 46 0 0,1 0 1 0 0,2 2 0 0 0,0 1-1 0 0,2 1 1 0 0,60-32 0 0 0,-83 49-1 0 0,0 1-1 0 0,1 0 1 0 0,-1 0 0 0 0,1 1 0 0 0,-1 0 0 0 0,1 0 0 0 0,0 0-1 0 0,0 1 1 0 0,0 0 0 0 0,0 1 0 0 0,14 0 0 0 0,-19 0 39 0 0,1 0 1 0 0,-1 0-1 0 0,0 0 1 0 0,0 1-1 0 0,0-1 1 0 0,1 1-1 0 0,-1 0 1 0 0,0 0-1 0 0,0-1 1 0 0,0 1-1 0 0,0 1 1 0 0,0-1-1 0 0,0 0 1 0 0,0 0-1 0 0,0 1 1 0 0,-1-1-1 0 0,4 4 1 0 0,-5-4 10 0 0,1 0 1 0 0,0 1-1 0 0,-1-1 1 0 0,1 1-1 0 0,-1 0 1 0 0,1-1-1 0 0,-1 1 1 0 0,0-1-1 0 0,1 1 1 0 0,-1 0-1 0 0,0-1 1 0 0,0 1-1 0 0,0-1 1 0 0,-1 1-1 0 0,1 0 1 0 0,0-1-1 0 0,0 1 0 0 0,-2 1 1 0 0,0 4 14 0 0,-1-1 0 0 0,0 0 0 0 0,0 0 0 0 0,0 0 0 0 0,-1 0-1 0 0,0 0 1 0 0,0-1 0 0 0,-6 6 0 0 0,-4 0 15 0 0,1 0 0 0 0,-2-2-1 0 0,1 1 1 0 0,-1-2 0 0 0,-1 0 0 0 0,0 0-1 0 0,0-2 1 0 0,0 0 0 0 0,-32 7 0 0 0,45-12-75 0 0,-11 1-220 0 0,15-4 262 0 0,0 1 1 0 0,0 0-1 0 0,0-1 0 0 0,1 1 0 0 0,-1 0 1 0 0,1 0-1 0 0,-1 0 0 0 0,1 0 0 0 0,-1 1 1 0 0,1-1-1 0 0,0 0 0 0 0,-1 0 0 0 0,1 1 0 0 0,0-1 1 0 0,-1 1-1 0 0,1 0 0 0 0,0-1 0 0 0,0 1 1 0 0,-1 0-1 0 0,1 0 0 0 0,0 0 0 0 0,3 1 0 0 0,36 3-82 0 0,-35-3 92 0 0,0 1 0 0 0,0 0 0 0 0,0 0 0 0 0,0 1 0 0 0,0-1 1 0 0,-1 1-1 0 0,1 1 0 0 0,-1-1 0 0 0,0 1 0 0 0,1 0 0 0 0,-2 0 0 0 0,1 0 0 0 0,0 1 0 0 0,-1-1 1 0 0,0 1-1 0 0,0 0 0 0 0,-1 0 0 0 0,1 1 0 0 0,4 10 0 0 0,2 6 5 0 0,-2 1 1 0 0,-1 0-1 0 0,9 46 0 0 0,-5-20 1 0 0,-11-46-2 0 0,1 1 0 0 0,-1-1-1 0 0,1 1 1 0 0,0-1 0 0 0,0 0-1 0 0,1 1 1 0 0,-1-1-1 0 0,0 0 1 0 0,1 0 0 0 0,0 0-1 0 0,0 0 1 0 0,0 0 0 0 0,0 0-1 0 0,0-1 1 0 0,1 1 0 0 0,-1-1-1 0 0,1 1 1 0 0,5 3 0 0 0,-3-5-31 0 0,0 0 1 0 0,1 0-1 0 0,-1-1 1 0 0,0 1-1 0 0,1-1 1 0 0,-1 0-1 0 0,0 0 1 0 0,1-1 0 0 0,-1 0-1 0 0,8-2 1 0 0,-3 1-229 0 0,89-14-3186 0 0,-9 1-977 0 0,1 3-3461 0 0,-55 9 1869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5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30 1428 0 0,'21'-30'17643'0'0,"-29"44"-16331"0"0,-16 27-1614 0 0,-14 21 211 0 0,-26 46 157 0 0,39-51-3649 0 0,20-42-599 0 0,-6 31-1 0 0,9-32-1521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6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13 894 2756 0 0,'8'-4'12895'0'0,"-11"10"-12699"0"0,0 0-1 0 0,0 0 0 0 0,1-1 0 0 0,0 1 0 0 0,0 1 0 0 0,0-1 0 0 0,1 0 1 0 0,0 0-1 0 0,0 0 0 0 0,1 1 0 0 0,0-1 0 0 0,0 1 0 0 0,0-1 0 0 0,1 0 1 0 0,2 12-1 0 0,-2-15-177 0 0,0 1 1 0 0,0 0-1 0 0,0-1 0 0 0,0 0 1 0 0,0 1-1 0 0,1-1 1 0 0,0 0-1 0 0,0 1 0 0 0,0-1 1 0 0,0 0-1 0 0,0 0 1 0 0,0-1-1 0 0,1 1 1 0 0,-1 0-1 0 0,1-1 0 0 0,0 0 1 0 0,0 1-1 0 0,0-1 1 0 0,0 0-1 0 0,0 0 0 0 0,0-1 1 0 0,1 1-1 0 0,-1-1 1 0 0,0 0-1 0 0,1 0 1 0 0,-1 0-1 0 0,1 0 0 0 0,6 1 1 0 0,2-3-8 0 0,-1 0 1 0 0,0 0 0 0 0,0-1-1 0 0,0 0 1 0 0,0-1 0 0 0,0 0 0 0 0,-1-1-1 0 0,1 0 1 0 0,-1 0 0 0 0,0-1-1 0 0,0-1 1 0 0,-1 0 0 0 0,1 0-1 0 0,-1-1 1 0 0,-1 0 0 0 0,13-13-1 0 0,-2 1-127 0 0,-2 0 0 0 0,0-2 0 0 0,-1 0 0 0 0,-1-1 0 0 0,-2 0 0 0 0,13-25 0 0 0,0-14 82 0 0,-3-1 0 0 0,-2-1 0 0 0,-3-1 0 0 0,-2 0 0 0 0,-4-1 0 0 0,-2-1 0 0 0,-3 0-1 0 0,-3 0 1 0 0,-3-1 0 0 0,-8-66 0 0 0,-4 93 255 0 0,8 41-203 0 0,-2 2-14 0 0,1 0-1 0 0,-1 0 1 0 0,1 0-1 0 0,-1 1 0 0 0,1 0 1 0 0,0 0-1 0 0,1 0 1 0 0,-1 0-1 0 0,1 1 0 0 0,0-1 1 0 0,0 1-1 0 0,0 0 0 0 0,-3 6 1 0 0,-6 17 9 0 0,-12 34 0 0 0,15-35-6 0 0,-28 78 69 0 0,-26 119 0 0 0,49-157-49 0 0,3 0 0 0 0,3 1 0 0 0,0 70-1 0 0,8-109 5 0 0,2 1 0 0 0,1-1 0 0 0,6 31 0 0 0,-7-51-51 0 0,0 0 0 0 0,1-1 1 0 0,-1 1-1 0 0,2 0 0 0 0,-1-1 1 0 0,1 0-1 0 0,1 1 0 0 0,-1-2 1 0 0,1 1-1 0 0,1 0 0 0 0,-1-1 1 0 0,1 0-1 0 0,13 11 0 0 0,-16-15-119 0 0,1-1 0 0 0,0 0 0 0 0,0 1 0 0 0,0-2 0 0 0,0 1 0 0 0,0 0 0 0 0,0-1 0 0 0,0 0 0 0 0,0 1 0 0 0,1-2 0 0 0,-1 1 0 0 0,0 0 0 0 0,1-1 0 0 0,8 0 0 0 0,-6-1-78 0 0,1-1 1 0 0,-1 1 0 0 0,0-1 0 0 0,0-1-1 0 0,1 1 1 0 0,-1-1 0 0 0,-1 0 0 0 0,8-5-1 0 0,4-3-191 0 0,-1-2-1 0 0,0 0 1 0 0,-1 0 0 0 0,-1-2-1 0 0,19-21 1 0 0,-6 1 60 0 0,-1-2 0 0 0,-2-1 0 0 0,-2-1 0 0 0,-1 0 0 0 0,-2-2 0 0 0,25-75 0 0 0,-17 22 1378 0 0,-3 0-1 0 0,12-106 1 0 0,-19 39 3454 0 0,-17 159-4043 0 0,-3 4-419 0 0,1 0-1 0 0,-1 1 1 0 0,1-1 0 0 0,0 1 0 0 0,0-1 0 0 0,1 1 0 0 0,-1 0 0 0 0,0-1 0 0 0,0 6 0 0 0,-1 1 31 0 0,-30 122 866 0 0,-79 368 1054 0 0,86-365-1452 0 0,25-133-307 0 0,2-4-87 0 0,7-12-58 0 0,8-21-135 0 0,0 0-57 0 0,0 1 0 0 0,44-64 0 0 0,-47 81 72 0 0,0 0 0 0 0,1 1 0 0 0,1 0 0 0 0,1 1 0 0 0,0 1 0 0 0,28-19 0 0 0,-42 32 47 0 0,1 0 0 0 0,-1 0 1 0 0,1 0-1 0 0,0 0 0 0 0,-1 1 0 0 0,1-1 1 0 0,0 1-1 0 0,0 0 0 0 0,0 0 1 0 0,0 1-1 0 0,0-1 0 0 0,0 1 1 0 0,0 0-1 0 0,0 0 0 0 0,0 0 0 0 0,0 0 1 0 0,0 1-1 0 0,0-1 0 0 0,5 3 1 0 0,-6-1 12 0 0,0-1 1 0 0,0 1-1 0 0,0 1 1 0 0,0-1-1 0 0,0 0 1 0 0,-1 1-1 0 0,1-1 1 0 0,-1 1-1 0 0,0 0 1 0 0,0-1-1 0 0,0 1 1 0 0,0 0-1 0 0,0 1 1 0 0,-1-1-1 0 0,1 0 1 0 0,-1 0-1 0 0,0 1 1 0 0,0-1 0 0 0,0 1-1 0 0,0-1 1 0 0,0 6-1 0 0,1 7 89 0 0,-1 1 1 0 0,-1-1-1 0 0,-2 20 0 0 0,-17 95 190 0 0,12-94-232 0 0,1 1 0 0 0,-1 46 0 0 0,7-83-54 0 0,0 0 1 0 0,0-1-1 0 0,0 1 0 0 0,0 0 1 0 0,1 0-1 0 0,-1-1 1 0 0,0 1-1 0 0,0 0 1 0 0,1-1-1 0 0,-1 1 0 0 0,0 0 1 0 0,1-1-1 0 0,-1 1 1 0 0,0-1-1 0 0,1 1 0 0 0,-1 0 1 0 0,1-1-1 0 0,-1 1 1 0 0,1-1-1 0 0,-1 1 1 0 0,1-1-1 0 0,0 0 0 0 0,-1 1 1 0 0,1-1-1 0 0,0 0 1 0 0,-1 1-1 0 0,1-1 1 0 0,0 0-1 0 0,-1 0 0 0 0,1 1 1 0 0,0-1-1 0 0,-1 0 1 0 0,1 0-1 0 0,1 0 1 0 0,22-1 33 0 0,-12-2-40 0 0,0-1-1 0 0,-1 0 1 0 0,0 0-1 0 0,0-1 1 0 0,0 0-1 0 0,-1-1 1 0 0,18-12-1 0 0,-6 1-113 0 0,-1-1 0 0 0,23-24 1 0 0,-28 25 52 0 0,0-2 1 0 0,-2 1-1 0 0,0-2 0 0 0,0 0 1 0 0,-2-1-1 0 0,-1 0 1 0 0,0 0-1 0 0,-2-1 1 0 0,13-44-1 0 0,-20 54 161 0 0,0 1 0 0 0,-1-1 0 0 0,1-16 0 0 0,-2 28-93 0 0,0-1 0 0 0,0 1 0 0 0,0-1 0 0 0,0 1 1 0 0,0-1-1 0 0,0 1 0 0 0,0 0 0 0 0,0-1 0 0 0,-1 1 1 0 0,1-1-1 0 0,0 1 0 0 0,0-1 0 0 0,0 1 0 0 0,0 0 1 0 0,-1-1-1 0 0,1 1 0 0 0,0 0 0 0 0,0-1 0 0 0,-1 1 1 0 0,1 0-1 0 0,0-1 0 0 0,0 1 0 0 0,-1 0 0 0 0,1-1 0 0 0,0 1 1 0 0,-1 0-1 0 0,1 0 0 0 0,-1-1 0 0 0,1 1 0 0 0,0 0 1 0 0,-1 0-1 0 0,1 0 0 0 0,-1 0 0 0 0,1 0 0 0 0,0-1 1 0 0,-1 1-1 0 0,1 0 0 0 0,-1 0 0 0 0,1 0 0 0 0,-1 0 1 0 0,1 0-1 0 0,0 0 0 0 0,-1 0 0 0 0,1 1 0 0 0,-1-1 1 0 0,0 0-1 0 0,-18 9 76 0 0,11-2 10 0 0,1 0 1 0 0,0 1-1 0 0,1 0 0 0 0,-1 0 1 0 0,2 1-1 0 0,-1 0 0 0 0,1 0 1 0 0,-8 19-1 0 0,1 3 216 0 0,-11 47 0 0 0,18-60-222 0 0,2 0 1 0 0,-3 32-1 0 0,6-43-60 0 0,-1-1-1 0 0,2 0 1 0 0,-1 1 0 0 0,1-1 0 0 0,0 0-1 0 0,0 1 1 0 0,0-1 0 0 0,1 0 0 0 0,0 0-1 0 0,0 0 1 0 0,5 9 0 0 0,-4-12-50 0 0,0 0 1 0 0,0 0 0 0 0,0 0-1 0 0,1 0 1 0 0,-1 0-1 0 0,1 0 1 0 0,0-1 0 0 0,-1 0-1 0 0,1 0 1 0 0,0 0 0 0 0,0 0-1 0 0,1-1 1 0 0,-1 1-1 0 0,0-1 1 0 0,0 0 0 0 0,1 0-1 0 0,-1-1 1 0 0,1 1-1 0 0,7-1 1 0 0,5 0-635 0 0,0-1 1 0 0,-1 0-1 0 0,1-2 1 0 0,15-3-1 0 0,38-13-3205 0 0,-26 2-1816 0 0,-5-1-2300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6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1 3304 0 0,'-358'41'14831'0'0,"324"-36"-13554"0"0,31-5-889 0 0,8 0-420 0 0,218-25-4584 0 0,-71 12-2406 0 0,-82 8 1296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7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86 1700 0 0,'-6'-8'5451'0'0,"10"1"-3011"0"0,-3 5-2082 0 0,0 0 1 0 0,0 0-1 0 0,1 0 0 0 0,-1 0 1 0 0,1 0-1 0 0,-1 0 0 0 0,1 0 1 0 0,0 1-1 0 0,-1-1 1 0 0,1 0-1 0 0,0 1 0 0 0,0 0 1 0 0,0-1-1 0 0,0 1 0 0 0,1 0 1 0 0,-1 0-1 0 0,3-1 0 0 0,-3 2-243 0 0,-1 0 0 0 0,1 0 0 0 0,0 0 0 0 0,-1 1 0 0 0,1-1 0 0 0,-1 0 0 0 0,1 1 0 0 0,-1-1 0 0 0,1 1-1 0 0,-1-1 1 0 0,1 1 0 0 0,-1 0 0 0 0,0 0 0 0 0,1 0 0 0 0,-1 0 0 0 0,0 0 0 0 0,0 0 0 0 0,0 0-1 0 0,2 2 1 0 0,-1 0 29 0 0,0-1-1 0 0,-1 1 1 0 0,1 0-1 0 0,-1 0 1 0 0,0 0-1 0 0,1 0 1 0 0,-2 1-1 0 0,1-1 1 0 0,1 3-1 0 0,-1 8 204 0 0,0 0-1 0 0,0-1 1 0 0,-3 21-1 0 0,2-32-320 0 0,-3 21 105 0 0,0-1-1 0 0,-1 0 1 0 0,-2 0 0 0 0,0 0-1 0 0,-1 0 1 0 0,-1-1 0 0 0,-2 0-1 0 0,0-1 1 0 0,0 0 0 0 0,-2 0-1 0 0,-22 28 1 0 0,32-47-118 0 0,1 1 0 0 0,-1 0 0 0 0,0-1 0 0 0,1 1 0 0 0,-1-1 0 0 0,0 1-1 0 0,0-1 1 0 0,0 0 0 0 0,0 0 0 0 0,0 0 0 0 0,0 0 0 0 0,0 0 0 0 0,-1 0 0 0 0,1-1 0 0 0,-4 2 0 0 0,5-2-11 0 0,-1 0 1 0 0,1-1 0 0 0,0 1 0 0 0,0 0-1 0 0,-1 0 1 0 0,1-1 0 0 0,0 1 0 0 0,0-1-1 0 0,0 1 1 0 0,0-1 0 0 0,-1 1 0 0 0,1-1-1 0 0,0 0 1 0 0,0 1 0 0 0,0-1 0 0 0,0 0 0 0 0,0 0-1 0 0,1 0 1 0 0,-1 0 0 0 0,0 0 0 0 0,0 0-1 0 0,0 0 1 0 0,1 0 0 0 0,-1 0 0 0 0,1 0-1 0 0,-1-1 1 0 0,1 1 0 0 0,-1 0 0 0 0,1 0-1 0 0,-1-3 1 0 0,-1-4 13 0 0,1 0-1 0 0,0 0 1 0 0,0 0-1 0 0,1 0 0 0 0,0 0 1 0 0,0-1-1 0 0,0 1 1 0 0,1 0-1 0 0,1 0 1 0 0,0 0-1 0 0,4-13 1 0 0,2-1-23 0 0,0 0 1 0 0,22-37 0 0 0,-18 38-23 0 0,1 0 0 0 0,2 1 0 0 0,0 0 0 0 0,1 1 1 0 0,22-20-1 0 0,-27 29 18 0 0,0 0 0 0 0,1 1-1 0 0,0 1 1 0 0,0 0 0 0 0,1 0 0 0 0,0 2 0 0 0,1-1 0 0 0,-1 2 0 0 0,1 0 0 0 0,16-4-1 0 0,-25 8 18 0 0,0 0-1 0 0,0 0 0 0 0,-1 1 1 0 0,1 0-1 0 0,0 0 1 0 0,0 0-1 0 0,0 0 0 0 0,0 1 1 0 0,0 0-1 0 0,0 0 0 0 0,0 0 1 0 0,0 0-1 0 0,0 1 0 0 0,-1 0 1 0 0,1 0-1 0 0,-1 0 0 0 0,0 1 1 0 0,1-1-1 0 0,-1 1 0 0 0,6 5 1 0 0,-6-4 2 0 0,0 1 1 0 0,0-1-1 0 0,-1 1 1 0 0,1 0-1 0 0,-1 0 1 0 0,0 0-1 0 0,-1 0 1 0 0,1 1-1 0 0,-1-1 1 0 0,0 1-1 0 0,0-1 1 0 0,-1 1-1 0 0,1 0 1 0 0,-1 0-1 0 0,-1 0 1 0 0,1 11-1 0 0,-3 12 46 0 0,-2 1-1 0 0,-1-1 1 0 0,-2 0-1 0 0,-1 0 1 0 0,-16 42-1 0 0,9-28-26 0 0,14-42-27 0 0,1 0 0 0 0,-1 1 0 0 0,1-1 0 0 0,-1 0 0 0 0,1 0 0 0 0,0 1 0 0 0,0-1 0 0 0,0 0 0 0 0,0 1 0 0 0,0-1 0 0 0,0 0 0 0 0,0 1 0 0 0,0-1-1 0 0,0 0 1 0 0,0 1 0 0 0,1-1 0 0 0,-1 0 0 0 0,1 2 0 0 0,0-2-18 0 0,-1 0 1 0 0,1-1-1 0 0,0 1 0 0 0,-1-1 0 0 0,1 1 0 0 0,0-1 0 0 0,0 1 1 0 0,-1-1-1 0 0,1 1 0 0 0,0-1 0 0 0,0 0 0 0 0,0 0 1 0 0,-1 1-1 0 0,1-1 0 0 0,0 0 0 0 0,0 0 0 0 0,0 0 0 0 0,0 0 1 0 0,0 0-1 0 0,-1 0 0 0 0,2 0 0 0 0,7-1-283 0 0,-1-1-1 0 0,0 0 1 0 0,0 0-1 0 0,13-6 1 0 0,-14 6-13 0 0,165-69-6133 0 0,-61 23 203 0 0,-38 19 31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7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407 148 40 0 0,'-4'0'2918'0'0,"-4"-1"-941"0"0,-35-2 7074 0 0,16 5-6231 0 0,25-2-2743 0 0,1 1 1 0 0,-1-1 0 0 0,1 1 0 0 0,-1 0 0 0 0,1-1 0 0 0,-1 1 0 0 0,1 0 0 0 0,0 0 0 0 0,0 0-1 0 0,-1 0 1 0 0,1 0 0 0 0,0 0 0 0 0,0 0 0 0 0,0 1 0 0 0,0-1 0 0 0,0 0 0 0 0,0 1 0 0 0,0-1 0 0 0,1 0-1 0 0,-1 1 1 0 0,0-1 0 0 0,1 1 0 0 0,-1-1 0 0 0,1 1 0 0 0,0-1 0 0 0,-1 1 0 0 0,1 1 0 0 0,-1 2 93 0 0,1-4-153 0 0,0 0 1 0 0,-1 0-1 0 0,1 0 1 0 0,0 0-1 0 0,1 0 1 0 0,-1 0-1 0 0,0 1 1 0 0,0-1-1 0 0,0 0 1 0 0,1 0-1 0 0,-1 0 1 0 0,0 0-1 0 0,1 0 1 0 0,-1 0-1 0 0,1 0 1 0 0,-1 0-1 0 0,1 0 1 0 0,0 0-1 0 0,-1-1 1 0 0,1 1-1 0 0,0 0 1 0 0,0 0-1 0 0,0 0 1 0 0,22 15 239 0 0,-11-13-210 0 0,0 0 0 0 0,-1 0 0 0 0,1-1 0 0 0,0 0 0 0 0,0-1 0 0 0,1 0 0 0 0,-1-1 0 0 0,0-1 0 0 0,0 0 0 0 0,0 0 0 0 0,0-1 0 0 0,0-1 0 0 0,-1 0 0 0 0,1 0 0 0 0,20-10 0 0 0,-27 10-43 0 0,0 0 1 0 0,-1-1-1 0 0,1 1 0 0 0,-1-1 1 0 0,0 1-1 0 0,0-1 0 0 0,-1-1 1 0 0,1 1-1 0 0,-1 0 0 0 0,0-1 1 0 0,0 0-1 0 0,0 1 0 0 0,-1-1 1 0 0,1 0-1 0 0,-1-1 0 0 0,0 1 1 0 0,-1 0-1 0 0,1 0 0 0 0,-1-1 1 0 0,1-8-1 0 0,-2 10-10 0 0,0-1 0 0 0,0 1-1 0 0,0 0 1 0 0,-1 0 0 0 0,0 0 0 0 0,1 0-1 0 0,-1 0 1 0 0,-1 0 0 0 0,1 0 0 0 0,0 0-1 0 0,-1 0 1 0 0,0 1 0 0 0,0-1 0 0 0,0 0-1 0 0,0 1 1 0 0,-1 0 0 0 0,1-1 0 0 0,-1 1-1 0 0,0 0 1 0 0,0 0 0 0 0,0 1 0 0 0,0-1-1 0 0,-1 1 1 0 0,1-1 0 0 0,-1 1 0 0 0,1 0-1 0 0,-1 0 1 0 0,-4-1 0 0 0,1 1-2 0 0,1 0 0 0 0,-1 0 0 0 0,0 0 0 0 0,0 1 0 0 0,0 0-1 0 0,0 0 1 0 0,0 1 0 0 0,0 0 0 0 0,0 0 0 0 0,0 1 0 0 0,-7 1 0 0 0,2 1 26 0 0,1 0 0 0 0,-1 0 1 0 0,1 1-1 0 0,0 1 0 0 0,-20 11 0 0 0,4 2 217 0 0,1 1-1 0 0,0 2 1 0 0,-39 40 0 0 0,39-35 21 0 0,2 0 1 0 0,1 2 0 0 0,1 1-1 0 0,2 1 1 0 0,1 1 0 0 0,1 0-1 0 0,1 1 1 0 0,-15 43 0 0 0,28-64-200 0 0,1 1 0 0 0,0-1 0 0 0,1 0 0 0 0,0 1 0 0 0,0 0 0 0 0,1 19 0 0 0,1-27-49 0 0,1 0-1 0 0,-1 0 1 0 0,1 0-1 0 0,0 0 1 0 0,0 0-1 0 0,1 0 1 0 0,-1 0-1 0 0,1 0 1 0 0,0 0-1 0 0,0-1 1 0 0,0 1-1 0 0,1-1 1 0 0,-1 0-1 0 0,1 1 1 0 0,0-1-1 0 0,-1 0 1 0 0,2-1-1 0 0,-1 1 1 0 0,0 0-1 0 0,0-1 1 0 0,1 0-1 0 0,4 3 1 0 0,5 1-180 0 0,1 0 1 0 0,0-1 0 0 0,0-1-1 0 0,0 0 1 0 0,0-1 0 0 0,0-1-1 0 0,1 0 1 0 0,0 0 0 0 0,17-2-1 0 0,12-1-2008 0 0,76-13-1 0 0,-67 4-2536 0 0,71-22-1 0 0,-65 12-1865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8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544 169 1264 0 0,'6'-11'1420'0'0,"-1"1"1"0"0,0 0-1 0 0,0-1 0 0 0,-1 0 1 0 0,0 0-1 0 0,2-13 0 0 0,-5 21-1227 0 0,-1 0-1 0 0,0 1 1 0 0,1-1 0 0 0,-1 0 0 0 0,0 1-1 0 0,0-1 1 0 0,0 0 0 0 0,0 1-1 0 0,-1-1 1 0 0,1 1 0 0 0,-1-1-1 0 0,0 0 1 0 0,1 1 0 0 0,-1-1-1 0 0,0 1 1 0 0,-1 0 0 0 0,1-1-1 0 0,0 1 1 0 0,-1 0 0 0 0,1 0-1 0 0,-1-1 1 0 0,0 1 0 0 0,0 1-1 0 0,1-1 1 0 0,-1 0 0 0 0,0 0-1 0 0,-1 1 1 0 0,1-1 0 0 0,0 1-1 0 0,0-1 1 0 0,-1 1 0 0 0,1 0-1 0 0,-4-1 1 0 0,-1 0 3 0 0,1 1-1 0 0,-1 0 1 0 0,0 0-1 0 0,1 0 1 0 0,-1 1-1 0 0,0 0 1 0 0,1 1-1 0 0,-1-1 1 0 0,0 1-1 0 0,1 0 1 0 0,-12 4-1 0 0,-2 2 278 0 0,0 0-1 0 0,-26 14 1 0 0,18-6-175 0 0,0 2 0 0 0,1 1 1 0 0,1 1-1 0 0,1 1 0 0 0,1 1 0 0 0,-33 36 1 0 0,39-36-195 0 0,0 1 1 0 0,2 0 0 0 0,1 1 0 0 0,0 1 0 0 0,2 0-1 0 0,1 1 1 0 0,-17 49 0 0 0,26-68-92 0 0,2 1 0 0 0,-1 0 0 0 0,1 0 0 0 0,0 0 0 0 0,0 0 0 0 0,1 0 0 0 0,0 0 0 0 0,0 0 1 0 0,1 0-1 0 0,0 0 0 0 0,0 0 0 0 0,4 13 0 0 0,-3-16-63 0 0,0 0 0 0 0,0 0 0 0 0,0 0 0 0 0,1 0 0 0 0,-1 0 0 0 0,1-1 0 0 0,0 1 0 0 0,0-1 0 0 0,0 0 0 0 0,1 0 0 0 0,-1 0 0 0 0,1 0 0 0 0,-1-1 0 0 0,1 1 0 0 0,0-1 0 0 0,0 0 0 0 0,0 0 0 0 0,1-1 0 0 0,-1 1 0 0 0,0-1 0 0 0,5 1 0 0 0,1 0-157 0 0,0-1-1 0 0,0 0 0 0 0,0-1 0 0 0,1 0 0 0 0,-1 0 1 0 0,0-1-1 0 0,0-1 0 0 0,0 0 0 0 0,-1 0 0 0 0,1-1 1 0 0,0 0-1 0 0,-1 0 0 0 0,0-1 0 0 0,1-1 0 0 0,-2 1 1 0 0,1-1-1 0 0,14-12 0 0 0,-1 0 10 0 0,-1-1 1 0 0,-1 0 0 0 0,0-2-1 0 0,-1-1 1 0 0,19-27-1 0 0,-10 6 1236 0 0,-2-1 0 0 0,-1-1 0 0 0,20-51-1 0 0,-45 93-460 0 0,-5 22 261 0 0,-22 36 331 0 0,-27 64-121 0 0,47-100-1062 0 0,0 0 0 0 0,1 0 0 0 0,2 1 0 0 0,-4 26 0 0 0,8-43-252 0 0,0 1 0 0 0,0-1 0 0 0,0 0 0 0 0,0 0 0 0 0,0 1 0 0 0,1-1 0 0 0,0 0 0 0 0,0 0 0 0 0,0 0 0 0 0,0 0 0 0 0,1 0 0 0 0,-1 0 0 0 0,1 0 0 0 0,0-1 0 0 0,0 1 0 0 0,0 0 0 0 0,1-1 0 0 0,0 0 0 0 0,-1 1 0 0 0,7 4 0 0 0,-5-5-398 0 0,0 0 0 0 0,0-1 0 0 0,1 1 0 0 0,-1-1 0 0 0,1 0 0 0 0,-1 0 0 0 0,1-1 0 0 0,0 1 0 0 0,0-1 0 0 0,-1 0 0 0 0,1 0 0 0 0,0-1-1 0 0,0 0 1 0 0,0 0 0 0 0,0 0 0 0 0,0 0 0 0 0,8-2 0 0 0,17-4-5698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8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363 155 3008 0 0,'4'-13'1780'0'0,"0"1"-1"0"0,-2 0 1 0 0,1-1-1 0 0,0-16 0 0 0,-2 26-1457 0 0,-1-1 0 0 0,0 1 0 0 0,0-1-1 0 0,0 0 1 0 0,-1 1 0 0 0,1-1-1 0 0,-1 1 1 0 0,0-1 0 0 0,0 1-1 0 0,0 0 1 0 0,0-1 0 0 0,-1 1-1 0 0,1 0 1 0 0,-1 0 0 0 0,0 0-1 0 0,0 0 1 0 0,0 0 0 0 0,0 0-1 0 0,-5-4 1 0 0,6 6-242 0 0,-1 0 0 0 0,0 1 0 0 0,0-1 0 0 0,1 1 0 0 0,-1-1 1 0 0,0 1-1 0 0,0-1 0 0 0,0 1 0 0 0,0 0 0 0 0,0 0 0 0 0,1 0 0 0 0,-1 0 0 0 0,0 0 0 0 0,0 0 0 0 0,0 0 1 0 0,0 1-1 0 0,-2 0 0 0 0,-31 12 600 0 0,16-3-429 0 0,1 2-1 0 0,1 0 0 0 0,0 0 1 0 0,1 2-1 0 0,0 0 0 0 0,1 1 1 0 0,-23 29-1 0 0,19-18-108 0 0,0 0 0 0 0,2 2 0 0 0,1 0 0 0 0,-17 41-1 0 0,28-57-106 0 0,1-1 0 0 0,0 1-1 0 0,1 0 1 0 0,0 0 0 0 0,1 0-1 0 0,1 0 1 0 0,0 1 0 0 0,0-1-1 0 0,2 20 1 0 0,0-27-66 0 0,0 0-1 0 0,0 0 1 0 0,0-1 0 0 0,0 1-1 0 0,1 0 1 0 0,-1 0 0 0 0,1-1 0 0 0,1 1-1 0 0,-1-1 1 0 0,1 0 0 0 0,-1 0-1 0 0,1 0 1 0 0,0 0 0 0 0,1 0-1 0 0,-1 0 1 0 0,1-1 0 0 0,0 0-1 0 0,-1 0 1 0 0,1 0 0 0 0,1 0 0 0 0,-1 0-1 0 0,0-1 1 0 0,1 0 0 0 0,-1 0-1 0 0,1 0 1 0 0,6 2 0 0 0,0-2-320 0 0,1 0 0 0 0,0 0-1 0 0,0-1 1 0 0,0-1 0 0 0,0 0 0 0 0,0 0 0 0 0,0-1 0 0 0,0-1 0 0 0,0 0 0 0 0,0 0 0 0 0,-1-2 0 0 0,1 1 0 0 0,20-11 0 0 0,2-2-806 0 0,-1-2 0 0 0,-2-1 0 0 0,38-29 0 0 0,40-45-4431 0 0,-54 40 448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08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253 295 1316 0 0,'61'-139'6799'0'0,"-55"121"-5430"0"0,0-1 1 0 0,-1 0-1 0 0,-1 0 0 0 0,-1 0 0 0 0,2-33 0 0 0,-5 51-1342 0 0,0 1 0 0 0,0 0 1 0 0,0 0-1 0 0,0-1 0 0 0,0 1 0 0 0,0 0 0 0 0,0-1 0 0 0,0 1 1 0 0,0 0-1 0 0,0 0 0 0 0,0-1 0 0 0,0 1 0 0 0,0 0 0 0 0,0 0 0 0 0,0-1 1 0 0,0 1-1 0 0,0 0 0 0 0,0 0 0 0 0,0-1 0 0 0,0 1 0 0 0,0 0 1 0 0,0 0-1 0 0,-1-1 0 0 0,1 1 0 0 0,0 0 0 0 0,0 0 0 0 0,0-1 0 0 0,0 1 1 0 0,-1 0-1 0 0,1 0 0 0 0,0 0 0 0 0,0 0 0 0 0,-1-1 0 0 0,1 1 1 0 0,0 0-1 0 0,0 0 0 0 0,-1 0 0 0 0,1 0 0 0 0,-10 7 317 0 0,-6 17-95 0 0,-24 59 1591 0 0,-31 92 0 0 0,-17 92 983 0 0,61-182-2162 0 0,-58 190 1088 0 0,84-273-1662 0 0,15-16-216 0 0,46-55-1047 0 0,-19 19 728 0 0,69-63-96 0 0,-92 96 448 0 0,0 1 0 0 0,2 1 1 0 0,0 1-1 0 0,31-17 0 0 0,-48 30 94 0 0,-1-1-1 0 0,1 1 1 0 0,-1 0-1 0 0,1 0 1 0 0,0 0-1 0 0,-1 0 0 0 0,1 1 1 0 0,0-1-1 0 0,0 1 1 0 0,0-1-1 0 0,-1 1 1 0 0,1 0-1 0 0,0 0 1 0 0,0 0-1 0 0,0 0 1 0 0,0 1-1 0 0,-1-1 1 0 0,1 1-1 0 0,0 0 1 0 0,0 0-1 0 0,-1 0 0 0 0,1 0 1 0 0,-1 0-1 0 0,4 2 1 0 0,-4 0 29 0 0,1-1 0 0 0,-1 1 0 0 0,0-1 0 0 0,1 1 0 0 0,-1 0 0 0 0,-1 0 0 0 0,1 0 0 0 0,0 0 0 0 0,-1 0 0 0 0,1 1 0 0 0,-1-1 0 0 0,0 0 0 0 0,0 1 0 0 0,0-1 0 0 0,-1 0 0 0 0,1 1 0 0 0,-1-1 1 0 0,0 1-1 0 0,0 4 0 0 0,-1 14 205 0 0,-2 0 1 0 0,0-1 0 0 0,-12 41-1 0 0,8-36-116 0 0,-7 51 0 0 0,14-75-132 0 0,0-1 0 0 0,0 1 0 0 0,0-1 0 0 0,0 1 0 0 0,0-1 0 0 0,0 1 0 0 0,0-1 1 0 0,0 1-1 0 0,0-1 0 0 0,1 0 0 0 0,-1 1 0 0 0,1-1 0 0 0,-1 1 0 0 0,1-1 0 0 0,0 0 0 0 0,-1 1 1 0 0,1-1-1 0 0,0 0 0 0 0,0 0 0 0 0,0 0 0 0 0,0 0 0 0 0,0 0 0 0 0,2 2 0 0 0,-1-2-117 0 0,0 0-1 0 0,0 0 0 0 0,0 0 0 0 0,0-1 1 0 0,1 1-1 0 0,-1 0 0 0 0,0-1 0 0 0,1 0 1 0 0,-1 0-1 0 0,0 1 0 0 0,1-1 0 0 0,-1-1 1 0 0,4 1-1 0 0,8-3-1181 0 0,0 0 0 0 0,0-1 0 0 0,24-10 0 0 0,-33 12 852 0 0,64-26-7204 0 0,-25 6-131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2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166 765 268 0 0,'9'-10'11923'0'0,"-6"8"-10731"0"0,9 21-654 0 0,-11-17-514 0 0,0 1 1 0 0,0-1 0 0 0,0 0 0 0 0,1 0-1 0 0,-1 0 1 0 0,0 0 0 0 0,1 0 0 0 0,0 0-1 0 0,-1 0 1 0 0,1-1 0 0 0,0 1 0 0 0,0 0 0 0 0,0-1-1 0 0,0 0 1 0 0,0 1 0 0 0,0-1 0 0 0,0 0-1 0 0,0 0 1 0 0,5 1 0 0 0,-2 0-3 0 0,0-1 1 0 0,0-1-1 0 0,0 1 1 0 0,0-1-1 0 0,0 0 1 0 0,0 0-1 0 0,0 0 1 0 0,0 0-1 0 0,0-1 1 0 0,0 0-1 0 0,0 0 1 0 0,0-1-1 0 0,0 1 1 0 0,0-1-1 0 0,4-2 1 0 0,-1-1-3 0 0,-1 1 1 0 0,0-1 0 0 0,0 0-1 0 0,-1 0 1 0 0,0-1-1 0 0,1 0 1 0 0,-2 0 0 0 0,10-12-1 0 0,-8 9 29 0 0,-1-1-1 0 0,0 0 1 0 0,-1 0 0 0 0,1 0-1 0 0,-2-1 1 0 0,0 0-1 0 0,0 0 1 0 0,-1 0 0 0 0,0 0-1 0 0,-1 0 1 0 0,0-1-1 0 0,-1 1 1 0 0,0-22-1 0 0,-2 26 15 0 0,0 1 0 0 0,0-1 0 0 0,-1 0 0 0 0,1 0 0 0 0,-2 1 0 0 0,1-1 0 0 0,-1 1 0 0 0,0 0 0 0 0,0 0-1 0 0,-7-9 1 0 0,9 12-53 0 0,-1 1-1 0 0,0 0 0 0 0,0 0 1 0 0,-1 0-1 0 0,1 0 1 0 0,0 0-1 0 0,-1 0 0 0 0,1 1 1 0 0,-1-1-1 0 0,1 1 0 0 0,-1 0 1 0 0,0 0-1 0 0,1 0 0 0 0,-1 0 1 0 0,0 0-1 0 0,0 1 1 0 0,0-1-1 0 0,0 1 0 0 0,0-1 1 0 0,0 1-1 0 0,0 0 0 0 0,1 0 1 0 0,-1 1-1 0 0,0-1 0 0 0,0 1 1 0 0,0-1-1 0 0,-3 2 1 0 0,-6 2 4 0 0,0 1 1 0 0,1 1-1 0 0,-1 0 1 0 0,1 0-1 0 0,0 1 1 0 0,1 0-1 0 0,-1 1 1 0 0,1 1-1 0 0,1-1 1 0 0,-16 19-1 0 0,-1 5-11 0 0,1 1 1 0 0,-20 37-1 0 0,26-39-2 0 0,2 1 0 0 0,-16 42 0 0 0,27-59 6 0 0,0 1 0 0 0,2 0 0 0 0,0 0 0 0 0,1 0-1 0 0,0 0 1 0 0,1 1 0 0 0,1 20 0 0 0,1-33 0 0 0,0 0-1 0 0,1 0 1 0 0,-1 0 0 0 0,1-1 0 0 0,0 1 0 0 0,0 0-1 0 0,0-1 1 0 0,0 1 0 0 0,1-1 0 0 0,-1 1 0 0 0,1-1-1 0 0,0 1 1 0 0,0-1 0 0 0,1 0 0 0 0,-1 0 0 0 0,0 0-1 0 0,4 3 1 0 0,-1-3 1 0 0,-1 0-1 0 0,0 0 0 0 0,1-1 1 0 0,-1 0-1 0 0,1 1 1 0 0,0-2-1 0 0,-1 1 0 0 0,1 0 1 0 0,0-1-1 0 0,0 0 1 0 0,8 1-1 0 0,6-1 11 0 0,0-1-1 0 0,0-1 1 0 0,0-1 0 0 0,0 0 0 0 0,34-10-1 0 0,-18 3-19 0 0,0-3 0 0 0,-1-1 0 0 0,-1-1 0 0 0,0-2-1 0 0,-1-1 1 0 0,-1-1 0 0 0,0-2 0 0 0,-2-1 0 0 0,0-2 0 0 0,47-47-1 0 0,-42 32-62 0 0,-2-1 0 0 0,-1-2 0 0 0,-2-1 0 0 0,-2-1 0 0 0,-1-1 0 0 0,-3-2 0 0 0,21-58 0 0 0,-17 24 39 0 0,22-115 0 0 0,-31 113 546 0 0,-12 43-360 0 0,-6 37-144 0 0,-2 3-14 0 0,1 1 0 0 0,-1 0 1 0 0,1-1-1 0 0,-1 1 0 0 0,1 0 0 0 0,0 0 1 0 0,-1 0-1 0 0,1 0 0 0 0,0 0 1 0 0,-1 4-1 0 0,1-4 1 0 0,-42 90 139 0 0,-31 98 1 0 0,-15 103 640 0 0,75-241-641 0 0,-8 69 0 0 0,18-91-89 0 0,2-1-1 0 0,1 1 1 0 0,6 58-1 0 0,-4-81-36 0 0,0-1 1 0 0,0 1-1 0 0,1-1 0 0 0,0 1 0 0 0,0-1 0 0 0,0 0 0 0 0,1 0 0 0 0,0 0 0 0 0,0 0 0 0 0,1 0 0 0 0,0-1 0 0 0,4 6 0 0 0,-4-7-7 0 0,-1-1-1 0 0,1 0 0 0 0,0 0 0 0 0,0 0 1 0 0,0-1-1 0 0,0 1 0 0 0,1-1 0 0 0,-1 0 1 0 0,1 0-1 0 0,-1-1 0 0 0,1 1 0 0 0,-1-1 1 0 0,1 0-1 0 0,0 0 0 0 0,0-1 0 0 0,0 1 1 0 0,6-1-1 0 0,4-1-108 0 0,1-1 0 0 0,-1 0-1 0 0,0-1 1 0 0,0-1 0 0 0,0 0 0 0 0,-1-1 0 0 0,1-1 0 0 0,-1 0 0 0 0,0-1 0 0 0,-1 0 0 0 0,22-16 0 0 0,-6 1-175 0 0,0-1 1 0 0,-2-2 0 0 0,45-50 0 0 0,-45 42 113 0 0,0-2 0 0 0,32-57 0 0 0,-45 67 401 0 0,-2 0-1 0 0,-1-1 1 0 0,-1 0 0 0 0,13-55 0 0 0,-22 79-212 0 0,0 0 1 0 0,-1 0-1 0 0,1 0 1 0 0,-1 1-1 0 0,1-1 1 0 0,-1 0-1 0 0,0 0 1 0 0,0 0 0 0 0,0 0-1 0 0,0 0 1 0 0,0 0-1 0 0,0 0 1 0 0,-1 0-1 0 0,1 0 1 0 0,-1 0-1 0 0,1 0 1 0 0,-1 0-1 0 0,0 0 1 0 0,0 0 0 0 0,0 1-1 0 0,0-1 1 0 0,0 0-1 0 0,0 0 1 0 0,0 1-1 0 0,0-1 1 0 0,-3-1-1 0 0,3 3-21 0 0,-1-1 1 0 0,0 1-1 0 0,0 0 0 0 0,0 0 0 0 0,0 0 0 0 0,1 1 0 0 0,-1-1 0 0 0,0 0 0 0 0,0 1 0 0 0,1-1 0 0 0,-1 1 0 0 0,0-1 0 0 0,0 1 0 0 0,1 0 1 0 0,-1 0-1 0 0,1 0 0 0 0,-3 1 0 0 0,3-1 6 0 0,-8 4 8 0 0,2 1-1 0 0,-1 0 1 0 0,0 0-1 0 0,1 1 1 0 0,0 0-1 0 0,-9 12 1 0 0,-33 52 32 0 0,36-52-40 0 0,-1 4-3 0 0,0 0 0 0 0,2 1-1 0 0,0 0 1 0 0,2 1 0 0 0,1 1 0 0 0,0-1 0 0 0,2 1-1 0 0,2 1 1 0 0,-4 26 0 0 0,9-49 2 0 0,-1 1-1 0 0,1-1 1 0 0,0 0 0 0 0,0 1-1 0 0,1-1 1 0 0,-1 0-1 0 0,1 1 1 0 0,0-1 0 0 0,0 0-1 0 0,1 0 1 0 0,-1 0 0 0 0,1 0-1 0 0,0 0 1 0 0,0 0-1 0 0,0 0 1 0 0,0 0 0 0 0,1-1-1 0 0,5 7 1 0 0,-5-7-13 0 0,1 0 1 0 0,0-1 0 0 0,-1 0-1 0 0,1 1 1 0 0,0-1 0 0 0,0-1-1 0 0,0 1 1 0 0,1-1 0 0 0,-1 1-1 0 0,0-1 1 0 0,0 0 0 0 0,1-1-1 0 0,-1 1 1 0 0,1-1 0 0 0,-1 0-1 0 0,1 0 1 0 0,-1 0-1 0 0,7-1 1 0 0,3-2-134 0 0,1-1 1 0 0,-1 0-1 0 0,0 0 1 0 0,0-2-1 0 0,-1 1 1 0 0,1-2-1 0 0,-1 0 0 0 0,-1-1 1 0 0,15-10-1 0 0,11-12-324 0 0,50-49 0 0 0,-22 11 225 0 0,-42 42 172 0 0,1 0 1 0 0,1 1-1 0 0,1 2 1 0 0,45-30-1 0 0,-44 40 21 0 0,-27 13 39 0 0,1-1-1 0 0,-1 0 1 0 0,1 0-1 0 0,-1 1 0 0 0,1-1 1 0 0,0 1-1 0 0,-1 0 1 0 0,1-1-1 0 0,-1 1 1 0 0,1 0-1 0 0,0 0 0 0 0,-1 0 1 0 0,1 0-1 0 0,0 0 1 0 0,-1 0-1 0 0,1 1 0 0 0,0-1 1 0 0,1 1-1 0 0,2 1-3 0 0,-2-2 19 0 0,1 1-1 0 0,-1 0 0 0 0,0 0 1 0 0,0 1-1 0 0,0-1 0 0 0,0 1 1 0 0,0-1-1 0 0,0 1 0 0 0,0 0 1 0 0,0 0-1 0 0,-1 0 0 0 0,1 0 1 0 0,-1 1-1 0 0,0-1 0 0 0,1 1 1 0 0,-1-1-1 0 0,0 1 0 0 0,0 0 1 0 0,-1 0-1 0 0,1 0 0 0 0,-1 0 1 0 0,1 0-1 0 0,-1 0 1 0 0,0 0-1 0 0,0 1 0 0 0,0-1 1 0 0,0 5-1 0 0,1 3 115 0 0,-1-1 0 0 0,0 1 1 0 0,-1-1-1 0 0,0 1 0 0 0,0 0 1 0 0,-1-1-1 0 0,-3 14 0 0 0,0-9 51 0 0,-1 0 0 0 0,0 0 0 0 0,-1-1 0 0 0,0 1 0 0 0,-1-2 0 0 0,-1 1 0 0 0,0-1 0 0 0,-1 0 0 0 0,0-1 0 0 0,-1 1 0 0 0,-1-2-1 0 0,1 0 1 0 0,-2 0 0 0 0,0-1 0 0 0,-24 16 0 0 0,34-25-136 0 0,1 0 0 0 0,-1 0 1 0 0,0-1-1 0 0,0 1 0 0 0,0 0 0 0 0,0-1 0 0 0,0 0 0 0 0,0 1 0 0 0,0-1 1 0 0,-3 0-1 0 0,4 0-37 0 0,0 0 1 0 0,1 0 0 0 0,-1 0-1 0 0,0 0 1 0 0,0 0 0 0 0,1 0 0 0 0,-1-1-1 0 0,0 1 1 0 0,1 0 0 0 0,-1 0-1 0 0,1-1 1 0 0,-1 1 0 0 0,0 0-1 0 0,1-1 1 0 0,-1 1 0 0 0,1-1-1 0 0,-1 1 1 0 0,1 0 0 0 0,-1-1 0 0 0,1 0-1 0 0,-1 1 1 0 0,1-1 0 0 0,-1 1-1 0 0,1-1 1 0 0,0 1 0 0 0,-1-1-1 0 0,1 0 1 0 0,0 1 0 0 0,0-1-1 0 0,-1 0 1 0 0,1 1 0 0 0,0-1 0 0 0,0 0-1 0 0,0 0 1 0 0,0-6-24 0 0,1 0 1 0 0,0 0-1 0 0,0 0 0 0 0,0 1 1 0 0,1-1-1 0 0,0 0 0 0 0,1 1 1 0 0,-1-1-1 0 0,1 1 1 0 0,0 0-1 0 0,1 0 0 0 0,-1 0 1 0 0,1 1-1 0 0,8-9 0 0 0,1-2-35 0 0,2 0-1 0 0,0 1 0 0 0,28-22 0 0 0,-30 27 32 0 0,1 1 0 0 0,0 0-1 0 0,0 1 1 0 0,1 0 0 0 0,0 1-1 0 0,0 1 1 0 0,1 1 0 0 0,27-7-1 0 0,-38 11 17 0 0,0 0 0 0 0,0 0 0 0 0,0 1 0 0 0,1 0 0 0 0,-1 0-1 0 0,0 0 1 0 0,0 1 0 0 0,1-1 0 0 0,-1 1 0 0 0,0 0 0 0 0,0 1-1 0 0,0-1 1 0 0,0 1 0 0 0,0 0 0 0 0,0 1 0 0 0,-1-1 0 0 0,1 1-1 0 0,-1 0 1 0 0,1 0 0 0 0,-1 0 0 0 0,0 0 0 0 0,0 1 0 0 0,-1 0-1 0 0,1 0 1 0 0,-1 0 0 0 0,0 0 0 0 0,0 0 0 0 0,0 1 0 0 0,0-1-1 0 0,3 10 1 0 0,-3-7 14 0 0,0 1-1 0 0,-1-1 1 0 0,0 1-1 0 0,-1-1 1 0 0,1 1-1 0 0,-1 0 1 0 0,-1 0-1 0 0,0 0 1 0 0,0-1-1 0 0,0 1 1 0 0,-1 0-1 0 0,0 0 1 0 0,-4 14-1 0 0,1-11 84 0 0,0 1 0 0 0,-1-1 0 0 0,0 0 0 0 0,0 0 0 0 0,-1 0 0 0 0,-1-1-1 0 0,-15 19 1 0 0,22-28-84 0 0,0-1-1 0 0,0 1 0 0 0,-1-1 0 0 0,1 1 1 0 0,0-1-1 0 0,-1 1 0 0 0,1-1 1 0 0,-1 1-1 0 0,1-1 0 0 0,0 1 1 0 0,-1-1-1 0 0,1 0 0 0 0,-1 1 1 0 0,1-1-1 0 0,-1 0 0 0 0,1 0 0 0 0,-1 1 1 0 0,0-1-1 0 0,1 0 0 0 0,-1 0 1 0 0,1 0-1 0 0,-1 0 0 0 0,1 1 1 0 0,-1-1-1 0 0,0 0 0 0 0,1 0 1 0 0,-1 0-1 0 0,1 0 0 0 0,-1-1 0 0 0,-1 1 1 0 0,2-1-4 0 0,-1 1 1 0 0,0-1-1 0 0,1 0 0 0 0,-1 0 1 0 0,1 0-1 0 0,-1 0 1 0 0,1 1-1 0 0,-1-1 1 0 0,1 0-1 0 0,0 0 0 0 0,-1 0 1 0 0,1 0-1 0 0,0 0 1 0 0,0 0-1 0 0,-1-2 1 0 0,1-3-5 0 0,-1-1 1 0 0,1 1-1 0 0,0-1 1 0 0,2-11-1 0 0,5-3-7 0 0,0 0 0 0 0,1 0 0 0 0,1 0 0 0 0,0 1 0 0 0,2 1 0 0 0,1-1 0 0 0,0 2-1 0 0,1 0 1 0 0,24-25 0 0 0,-25 30-10 0 0,1 0 0 0 0,0 1 0 0 0,1 1 0 0 0,1 0 0 0 0,0 1 0 0 0,0 0 0 0 0,1 2 0 0 0,0 0 0 0 0,1 0 0 0 0,-1 2 0 0 0,1 0 0 0 0,22-5 0 0 0,-35 10 11 0 0,0 1 0 0 0,-1-1 0 0 0,1 1 0 0 0,-1-1 0 0 0,1 1 0 0 0,-1 0 0 0 0,1 1 0 0 0,0-1 0 0 0,-1 1 0 0 0,1-1 0 0 0,-1 1 0 0 0,1 0 0 0 0,-1 0 0 0 0,0 1 0 0 0,1-1 0 0 0,-1 1 0 0 0,0 0-1 0 0,0-1 1 0 0,5 5 0 0 0,-5-3 7 0 0,-1 0-1 0 0,1 0 0 0 0,-1 0 0 0 0,0 0 0 0 0,0 0 0 0 0,0 1 0 0 0,-1-1 0 0 0,1 1 0 0 0,-1-1 1 0 0,0 1-1 0 0,0-1 0 0 0,0 1 0 0 0,0 0 0 0 0,-1 0 0 0 0,1-1 0 0 0,-1 1 0 0 0,0 0 0 0 0,-1 5 1 0 0,-2 15 33 0 0,-1-1 0 0 0,-1 1 0 0 0,-2-1 1 0 0,0 0-1 0 0,-11 23 0 0 0,-17 56 39 0 0,34-99-67 0 0,1 0 0 0 0,-1 0 0 0 0,1 1-1 0 0,-1-1 1 0 0,1 0 0 0 0,0 1 0 0 0,0 5 0 0 0,1-8-4 0 0,-1 0-1 0 0,0 1 1 0 0,1-1 0 0 0,-1 0 0 0 0,1 0 0 0 0,-1 0 0 0 0,1 0-1 0 0,0 0 1 0 0,-1 0 0 0 0,1 0 0 0 0,0 0 0 0 0,0-1 0 0 0,-1 1 0 0 0,1 0-1 0 0,0 0 1 0 0,0 0 0 0 0,0-1 0 0 0,0 1 0 0 0,0-1 0 0 0,0 1-1 0 0,0-1 1 0 0,0 1 0 0 0,1-1 0 0 0,-1 1 0 0 0,0-1 0 0 0,0 0 0 0 0,0 0-1 0 0,2 1 1 0 0,12 0-84 0 0,-1-1 0 0 0,0 0-1 0 0,0-1 1 0 0,1 0 0 0 0,-1-1 0 0 0,0-1-1 0 0,0 0 1 0 0,0-1 0 0 0,-1 0 0 0 0,25-12-1 0 0,-13 4-79 0 0,0-1-1 0 0,-1-2 0 0 0,-1 0 1 0 0,37-32-1 0 0,-31 19 208 0 0,-2-1 1 0 0,-1-1-1 0 0,-1-1 0 0 0,-1-1 0 0 0,-2-1 1 0 0,30-62-1 0 0,-42 70 313 0 0,-10 24-354 0 0,0 1 0 0 0,0-1 0 0 0,0 1-1 0 0,0 0 1 0 0,0-1 0 0 0,0 1 0 0 0,0 0-1 0 0,0-1 1 0 0,-1 1 0 0 0,1-1 0 0 0,0 1-1 0 0,0 0 1 0 0,0-1 0 0 0,0 1 0 0 0,-1 0 0 0 0,1-1-1 0 0,0 1 1 0 0,0 0 0 0 0,0-1 0 0 0,-1 1-1 0 0,1 0 1 0 0,0 0 0 0 0,-1-1 0 0 0,1 1-1 0 0,0 0 1 0 0,-1 0 0 0 0,1 0 0 0 0,0-1-1 0 0,-1 1 1 0 0,1 0 0 0 0,0 0 0 0 0,-1 0-1 0 0,1 0 1 0 0,-1 0 0 0 0,1 0 0 0 0,0 0-1 0 0,-1 0 1 0 0,1 0 0 0 0,0 0 0 0 0,-1 0-1 0 0,1 0 1 0 0,-1 0 0 0 0,1 0 0 0 0,0 0-1 0 0,-1 0 1 0 0,1 0 0 0 0,0 0 0 0 0,-1 0-1 0 0,1 1 1 0 0,-1-1 0 0 0,-4 2 5 0 0,0 0-1 0 0,0 1 1 0 0,1-1 0 0 0,-1 1 0 0 0,1 0-1 0 0,0 0 1 0 0,0 1 0 0 0,0-1 0 0 0,0 1-1 0 0,-5 6 1 0 0,-2 1 18 0 0,-27 27 203 0 0,-63 80 1 0 0,86-97-193 0 0,0 0 0 0 0,2 2 0 0 0,0 0 0 0 0,1 0-1 0 0,2 1 1 0 0,-8 26 0 0 0,17-47-26 0 0,0 1 0 0 0,0-1 0 0 0,0 1 0 0 0,1-1 0 0 0,-1 1-1 0 0,1 0 1 0 0,0-1 0 0 0,0 1 0 0 0,1-1 0 0 0,-1 1 0 0 0,1 0-1 0 0,0-1 1 0 0,0 1 0 0 0,2 4 0 0 0,-2-6-8 0 0,0 0 1 0 0,0 0-1 0 0,1 0 1 0 0,0 0-1 0 0,-1 0 1 0 0,1 0-1 0 0,0 0 0 0 0,0 0 1 0 0,0-1-1 0 0,0 1 1 0 0,0-1-1 0 0,0 0 1 0 0,0 1-1 0 0,0-1 1 0 0,1 0-1 0 0,-1 0 0 0 0,0-1 1 0 0,1 1-1 0 0,-1 0 1 0 0,1-1-1 0 0,4 1 1 0 0,10 0-190 0 0,0-1 0 0 0,0 0 0 0 0,-1-2 0 0 0,1 0 0 0 0,0 0 0 0 0,-1-2 0 0 0,0 0 0 0 0,28-11 0 0 0,-2-2-895 0 0,80-46 1 0 0,-78 36 494 0 0,73-62 1 0 0,31-44 618 0 0,-145 130-16 0 0,5-5-3 0 0,0 0 0 0 0,1 1 1 0 0,0 0-1 0 0,0 1 1 0 0,0 0-1 0 0,19-9 1 0 0,-27 15-16 0 0,1-1 0 0 0,0 1 0 0 0,0-1 0 0 0,-1 1 0 0 0,1 0 1 0 0,0-1-1 0 0,0 1 0 0 0,0 0 0 0 0,0 0 0 0 0,-1 0 0 0 0,1 1 1 0 0,0-1-1 0 0,0 0 0 0 0,0 1 0 0 0,-1-1 0 0 0,1 1 0 0 0,0 0 1 0 0,0-1-1 0 0,2 3 0 0 0,-2-1 13 0 0,1 0 0 0 0,-1 0 0 0 0,0 0 0 0 0,0 0 0 0 0,0 0 0 0 0,0 1 1 0 0,-1-1-1 0 0,1 0 0 0 0,-1 1 0 0 0,1 0 0 0 0,0 3 0 0 0,2 7 56 0 0,0 0 0 0 0,-1 0 0 0 0,0 0-1 0 0,0 17 1 0 0,-2-27-61 0 0,1 20 95 0 0,-1 0 0 0 0,0 0-1 0 0,-2-1 1 0 0,-1 1 0 0 0,-4 24-1 0 0,4-37 47 0 0,0 0-1 0 0,-1 0 1 0 0,0-1-1 0 0,-1 1 1 0 0,0-1-1 0 0,0 0 1 0 0,-1 0-1 0 0,0-1 1 0 0,0 1-1 0 0,-1-1 1 0 0,0 0-1 0 0,-1 0 1 0 0,-13 12-1 0 0,19-19-118 0 0,0 0-1 0 0,0 0 1 0 0,0-1-1 0 0,0 1 1 0 0,0 0-1 0 0,-1-1 0 0 0,1 1 1 0 0,0-1-1 0 0,0 1 1 0 0,0-1-1 0 0,0 1 1 0 0,-1-1-1 0 0,1 0 1 0 0,0 1-1 0 0,0-1 1 0 0,-1 0-1 0 0,-1 0 1 0 0,2 0-21 0 0,1-1 0 0 0,-1 1 0 0 0,0 0 0 0 0,1-1 1 0 0,-1 1-1 0 0,0 0 0 0 0,1-1 0 0 0,-1 1 1 0 0,0-1-1 0 0,1 1 0 0 0,-1-1 0 0 0,1 1 0 0 0,-1-1 1 0 0,1 1-1 0 0,0-1 0 0 0,-1 0 0 0 0,1 1 0 0 0,-1-1 1 0 0,1 0-1 0 0,0 1 0 0 0,-1-2 0 0 0,0-2 0 0 0,1 1 0 0 0,-1-1 0 0 0,0 1 0 0 0,1-1 0 0 0,0 1 0 0 0,0-1 0 0 0,0 0-1 0 0,0 1 1 0 0,2-7 0 0 0,4-8-28 0 0,0 0 0 0 0,1 0-1 0 0,1 1 1 0 0,0 0 0 0 0,2 1 0 0 0,0 0-1 0 0,1 0 1 0 0,0 1 0 0 0,18-18 0 0 0,-8 12-14 0 0,0 0 1 0 0,2 2 0 0 0,0 0 0 0 0,2 2 0 0 0,31-18 0 0 0,-36 24 5 0 0,0 1 1 0 0,0 1 0 0 0,1 0-1 0 0,0 2 1 0 0,1 0 0 0 0,33-5-1 0 0,-52 11 23 0 0,-1 1-1 0 0,1 0 0 0 0,-1-1 1 0 0,1 1-1 0 0,-1 0 1 0 0,1 1-1 0 0,-1-1 1 0 0,1 0-1 0 0,-1 1 0 0 0,1 0 1 0 0,-1-1-1 0 0,0 1 1 0 0,1 0-1 0 0,-1 0 1 0 0,0 0-1 0 0,1 1 0 0 0,-1-1 1 0 0,0 0-1 0 0,0 1 1 0 0,2 2-1 0 0,-2-2 9 0 0,0 1 0 0 0,0 0-1 0 0,0 0 1 0 0,-1 0 0 0 0,1 0 0 0 0,-1 0-1 0 0,0 0 1 0 0,0 1 0 0 0,0-1 0 0 0,0 0 0 0 0,0 1-1 0 0,-1-1 1 0 0,0 4 0 0 0,0 8 40 0 0,0 0 0 0 0,-2 0 1 0 0,0 0-1 0 0,0 0 0 0 0,-7 19 0 0 0,-21 50 27 0 0,18-52-34 0 0,-11 41 1 0 0,23-71-42 0 0,-1-1 0 0 0,1 1 1 0 0,0 0-1 0 0,-1 0 1 0 0,1 0-1 0 0,0 0 0 0 0,0-1 1 0 0,0 1-1 0 0,0 0 1 0 0,1 0-1 0 0,-1 0 0 0 0,0 0 1 0 0,1-1-1 0 0,-1 1 1 0 0,1 0-1 0 0,0-1 0 0 0,-1 1 1 0 0,1 0-1 0 0,0-1 1 0 0,0 1-1 0 0,0-1 1 0 0,2 3-1 0 0,0-2-12 0 0,-1 0 1 0 0,1 0-1 0 0,0 0 1 0 0,0-1-1 0 0,0 1 1 0 0,0-1-1 0 0,0 0 1 0 0,0 0-1 0 0,0 0 1 0 0,0 0-1 0 0,0 0 1 0 0,3-1-1 0 0,11 2-80 0 0,-1-2-1 0 0,0 0 1 0 0,0-1-1 0 0,17-2 1 0 0,-5-3-305 0 0,0 0 0 0 0,-1-1 0 0 0,0-2 0 0 0,0-1 0 0 0,-1-1 0 0 0,-1-1 0 0 0,0-1 0 0 0,0-2 0 0 0,-2 0 0 0 0,32-26 0 0 0,-2-5-103 0 0,-3-2 0 0 0,-1-1 0 0 0,44-62 0 0 0,-46 51 894 0 0,-3-2 1 0 0,-3-2-1 0 0,-3-2 0 0 0,-2-2 1 0 0,26-73-1 0 0,-54 120 309 0 0,-1 0-1 0 0,-1-1 0 0 0,-1 0 0 0 0,-1 1 0 0 0,-1-2 0 0 0,0-23 1 0 0,-3 45-672 0 0,0 0 1 0 0,0 0 0 0 0,0 0 0 0 0,0 0-1 0 0,0 0 1 0 0,0 0 0 0 0,0 0-1 0 0,0 0 1 0 0,0 0 0 0 0,-1 0 0 0 0,1 0-1 0 0,0 0 1 0 0,-1 0 0 0 0,1 0 0 0 0,-1 0-1 0 0,1 0 1 0 0,-1 0 0 0 0,1 0 0 0 0,-1 0-1 0 0,0 1 1 0 0,0-1 0 0 0,1 0-1 0 0,-2-1 1 0 0,1 2-14 0 0,0 0-1 0 0,0 0 0 0 0,-1-1 1 0 0,1 1-1 0 0,0 0 0 0 0,0 0 1 0 0,0 0-1 0 0,0 0 0 0 0,0 0 1 0 0,-1 0-1 0 0,1 1 0 0 0,0-1 1 0 0,0 0-1 0 0,0 0 1 0 0,0 1-1 0 0,0-1 0 0 0,-2 2 1 0 0,-3 1 9 0 0,0 1 1 0 0,-1 0 0 0 0,2 0-1 0 0,-1 1 1 0 0,-6 6 0 0 0,-10 12 191 0 0,1 2-1 0 0,2 1 1 0 0,0 1 0 0 0,-29 56 0 0 0,-43 124 1386 0 0,55-110-733 0 0,4 1 0 0 0,-20 111-1 0 0,50-201-814 0 0,0 0-1 0 0,1 1 0 0 0,0-1 1 0 0,1 1-1 0 0,0-1 0 0 0,0 1 1 0 0,2 12-1 0 0,-1-18-39 0 0,0-1 1 0 0,0 1-1 0 0,0 0 0 0 0,0 0 0 0 0,0 0 1 0 0,1-1-1 0 0,0 1 0 0 0,-1-1 0 0 0,1 1 1 0 0,0-1-1 0 0,0 1 0 0 0,0-1 0 0 0,0 0 1 0 0,1 0-1 0 0,-1 0 0 0 0,0-1 0 0 0,1 1 0 0 0,0 0 1 0 0,-1-1-1 0 0,1 1 0 0 0,0-1 0 0 0,0 0 1 0 0,4 1-1 0 0,5 1-384 0 0,1 0 0 0 0,0-1-1 0 0,0 0 1 0 0,1-2 0 0 0,-1 1 0 0 0,0-1 0 0 0,0-1-1 0 0,0 0 1 0 0,0-1 0 0 0,13-4 0 0 0,-5 1-1148 0 0,0-2 1 0 0,0 0-1 0 0,0-1 1 0 0,-1-1-1 0 0,22-14 0 0 0,-11 2-3388 0 0,-2-4-2411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2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48 1884 0 0,'-206'-44'17550'0'0,"193"41"-16722"0"0,11 2-127 0 0,226 10-195 0 0,-44-1-3681 0 0,1-13-6841 0 0,-137 0 4142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2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174 115 948 0 0,'15'-28'8669'0'0,"22"-51"0"0"0,-36 77-8365 0 0,4-3 724 0 0,-4 10-771 0 0,-1 1-1 0 0,0-1 1 0 0,0 0-1 0 0,-1 1 1 0 0,0-1-1 0 0,0 0 0 0 0,0 0 1 0 0,-3 7-1 0 0,-16 43 1001 0 0,19-54-1231 0 0,-77 166 1336 0 0,45-99-1285 0 0,2 0 0 0 0,-23 78 1 0 0,52-140-438 0 0,1-1 0 0 0,-1 1 0 0 0,1 0 1 0 0,1 0-1 0 0,-1-1 0 0 0,1 1 0 0 0,0 7 0 0 0,0-12 180 0 0,1 1 0 0 0,-1-1 1 0 0,0 0-1 0 0,1 1 0 0 0,-1-1 0 0 0,1 0 0 0 0,-1 1 0 0 0,1-1 0 0 0,-1 0 1 0 0,1 0-1 0 0,0 0 0 0 0,0 0 0 0 0,0 1 0 0 0,-1-1 0 0 0,1 0 0 0 0,0 0 0 0 0,0-1 1 0 0,1 1-1 0 0,-1 0 0 0 0,0 0 0 0 0,0 0 0 0 0,0-1 0 0 0,0 1 0 0 0,1-1 0 0 0,-1 1 1 0 0,0-1-1 0 0,1 1 0 0 0,-1-1 0 0 0,0 0 0 0 0,1 0 0 0 0,-1 1 0 0 0,0-1 1 0 0,1 0-1 0 0,2-1 0 0 0,3 1-967 0 0,0-1 0 0 0,1 0 1 0 0,-1-1-1 0 0,0 0 0 0 0,0 0 1 0 0,13-6-1 0 0,4-3-4051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3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126 242 2300 0 0,'19'-19'1946'0'0,"-1"-1"0"0"0,-1-1-1 0 0,-1-1 1 0 0,0 0 0 0 0,-2-1-1 0 0,-1 0 1 0 0,16-41 0 0 0,-28 63-1907 0 0,-1 0 0 0 0,0 1 1 0 0,0-1-1 0 0,0 0 0 0 0,0 0 1 0 0,0 1-1 0 0,0-1 1 0 0,0 0-1 0 0,0 0 0 0 0,0 1 1 0 0,0-1-1 0 0,0 0 0 0 0,0 1 1 0 0,-1-1-1 0 0,1 0 0 0 0,0 1 1 0 0,0-1-1 0 0,-1 0 0 0 0,1 1 1 0 0,0-1-1 0 0,-1 0 1 0 0,1 1-1 0 0,-1-1 0 0 0,1 1 1 0 0,-1-1-1 0 0,1 1 0 0 0,-1-1 1 0 0,1 1-1 0 0,-1-1 0 0 0,0 1 1 0 0,1 0-1 0 0,-2-1 1 0 0,-20-5 384 0 0,12 7-358 0 0,0 0 0 0 0,-1 1-1 0 0,1 1 1 0 0,0 0 0 0 0,0 0 0 0 0,0 1 0 0 0,1 0-1 0 0,0 0 1 0 0,-1 1 0 0 0,1 1 0 0 0,-14 11 0 0 0,21-16-60 0 0,-1 1 0 0 0,1 0 1 0 0,0 0-1 0 0,0 0 0 0 0,0 0 1 0 0,0 0-1 0 0,0 0 1 0 0,1 1-1 0 0,-1-1 0 0 0,1 0 1 0 0,-1 1-1 0 0,1 0 0 0 0,0-1 1 0 0,0 1-1 0 0,0 0 1 0 0,0-1-1 0 0,1 1 0 0 0,-1 0 1 0 0,1 0-1 0 0,0 0 1 0 0,-1 3-1 0 0,2-2 2 0 0,0 0 0 0 0,1 1 1 0 0,-1-1-1 0 0,0 0 0 0 0,1-1 0 0 0,0 1 0 0 0,0 0 1 0 0,0 0-1 0 0,1-1 0 0 0,-1 1 0 0 0,1-1 0 0 0,0 0 1 0 0,5 5-1 0 0,29 27 50 0 0,-14-14-23 0 0,28 34 0 0 0,-45-48 240 0 0,-1 0 1 0 0,0 0-1 0 0,0 0 0 0 0,-1 1 1 0 0,0 0-1 0 0,0 0 0 0 0,-1 0 1 0 0,0 0-1 0 0,3 16 0 0 0,-5-21-139 0 0,-1 0 0 0 0,0 0 0 0 0,1 0 0 0 0,-1 1 0 0 0,0-1 0 0 0,-1 0 0 0 0,1 0 0 0 0,0 1 0 0 0,-1-1 0 0 0,0 0 0 0 0,0 0 0 0 0,0 0 0 0 0,0 0 0 0 0,0 0 0 0 0,-1 0 0 0 0,1 0 0 0 0,-1 0 0 0 0,0 0 0 0 0,0-1 0 0 0,0 1-1 0 0,0-1 1 0 0,0 1 0 0 0,-1-1 0 0 0,1 0 0 0 0,-1 0 0 0 0,1 0 0 0 0,-1 0 0 0 0,0-1 0 0 0,0 1 0 0 0,0-1 0 0 0,0 1 0 0 0,0-1 0 0 0,-3 1 0 0 0,-1 0-79 0 0,1 0-1 0 0,-1-1 1 0 0,1 0 0 0 0,-1 0 0 0 0,1-1-1 0 0,-1 0 1 0 0,0 0 0 0 0,1 0 0 0 0,-1-1-1 0 0,1 0 1 0 0,-1 0 0 0 0,1 0 0 0 0,0-1-1 0 0,-1 0 1 0 0,-9-5 0 0 0,10 4-360 0 0,0-1 0 0 0,0 0 0 0 0,1 0 0 0 0,-1-1 0 0 0,1 1-1 0 0,0-1 1 0 0,0 0 0 0 0,1-1 0 0 0,-1 1 0 0 0,1-1 0 0 0,0 0 0 0 0,1 0 0 0 0,-5-10 0 0 0,4 6-1005 0 0,0 0 0 0 0,1 0 0 0 0,-2-11 0 0 0,-2-35-7527 0 0,6 29 503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3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44 104 784 0 0,'-19'-43'9537'0'0,"-2"-8"-3649"0"0,20 49-5948 0 0,-2-5-482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5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5 895 1868 0 0,'-1'-6'813'0'0,"-1"1"0"0"0,1 0 0 0 0,1-1 0 0 0,-1 1 0 0 0,1-1-1 0 0,0 0 1 0 0,0 1 0 0 0,1-1 0 0 0,-1 1 0 0 0,4-11 0 0 0,-3 13-721 0 0,-1 1 0 0 0,1 0 0 0 0,0 0 0 0 0,0-1 0 0 0,0 1 0 0 0,0 0 0 0 0,0 0 0 0 0,0 0 0 0 0,1 0 0 0 0,-1 0 0 0 0,1 0 0 0 0,-1 0 0 0 0,1 1 0 0 0,0-1 0 0 0,0 1 0 0 0,0-1 0 0 0,0 1 0 0 0,0-1 0 0 0,0 1 0 0 0,0 0 0 0 0,0 0 0 0 0,0 0 0 0 0,1 0 0 0 0,-1 1 0 0 0,0-1 1 0 0,1 1-1 0 0,-1-1 0 0 0,0 1 0 0 0,4 0 0 0 0,0 0-7 0 0,0 1 0 0 0,0-1 0 0 0,-1 2 0 0 0,1-1 0 0 0,0 1 1 0 0,0 0-1 0 0,-1 0 0 0 0,1 0 0 0 0,-1 1 0 0 0,0 0 0 0 0,0 0 1 0 0,0 0-1 0 0,0 0 0 0 0,0 1 0 0 0,-1 0 0 0 0,0 0 1 0 0,1 0-1 0 0,-2 1 0 0 0,8 9 0 0 0,-3-2 44 0 0,0 0 0 0 0,0 1 0 0 0,-1-1 0 0 0,-1 2 1 0 0,0-1-1 0 0,-1 1 0 0 0,-1-1 0 0 0,0 1 0 0 0,3 18 0 0 0,-5-20 70 0 0,-1 0 0 0 0,0 0 0 0 0,-1 0 0 0 0,0 0 1 0 0,-1 0-1 0 0,0 0 0 0 0,-1 0 0 0 0,0 0 0 0 0,-1 0 0 0 0,0-1 0 0 0,-7 17 0 0 0,9-25-91 0 0,-1 1-1 0 0,0-1 0 0 0,1 0 0 0 0,-1 1 0 0 0,-1-1 1 0 0,1 0-1 0 0,0 0 0 0 0,-1 0 0 0 0,1-1 0 0 0,-1 1 0 0 0,0-1 1 0 0,-5 5-1 0 0,6-6 22 0 0,-8-9 78 0 0,9 8-202 0 0,1 0-1 0 0,-1-1 1 0 0,0 1 0 0 0,1-1 0 0 0,-1 1-1 0 0,1-1 1 0 0,-1 1 0 0 0,1-1-1 0 0,-1 1 1 0 0,1-1 0 0 0,-1 1 0 0 0,1-1-1 0 0,-1 0 1 0 0,1 1 0 0 0,0-1 0 0 0,-1 0-1 0 0,1 1 1 0 0,0-1 0 0 0,0 0-1 0 0,-1 0 1 0 0,0-5 4 0 0,1 1 0 0 0,-1-1-1 0 0,1 1 1 0 0,0 0 0 0 0,0-1-1 0 0,1 1 1 0 0,0-1 0 0 0,0 1 0 0 0,3-10-1 0 0,1 0-11 0 0,0 0 1 0 0,9-14-1 0 0,-7 15-13 0 0,2-1-1 0 0,0 2 1 0 0,0-1-1 0 0,2 1 1 0 0,12-13 0 0 0,-15 19 3 0 0,-1 0 1 0 0,1 0 0 0 0,0 0-1 0 0,1 1 1 0 0,0 1 0 0 0,0-1-1 0 0,0 1 1 0 0,1 1 0 0 0,10-4 0 0 0,-15 6 9 0 0,-1 1 1 0 0,0 0 0 0 0,0 1 0 0 0,1-1 0 0 0,-1 1 0 0 0,0-1 0 0 0,1 2 0 0 0,-1-1-1 0 0,0 0 1 0 0,1 1 0 0 0,-1-1 0 0 0,0 1 0 0 0,0 1 0 0 0,1-1 0 0 0,-1 0 0 0 0,4 3-1 0 0,-2 0-2 0 0,-1-1-1 0 0,1 1 0 0 0,-1 0 0 0 0,0 0 1 0 0,-1 1-1 0 0,1-1 0 0 0,-1 1 1 0 0,0 0-1 0 0,7 11 0 0 0,-3-3 8 0 0,-2 0 0 0 0,0 0 0 0 0,0 1 0 0 0,-1 0 0 0 0,-1 0 0 0 0,0 0 0 0 0,-1 1 0 0 0,2 26 0 0 0,-4-37 10 0 0,-1 0 0 0 0,0 0 1 0 0,0 0-1 0 0,0 0 0 0 0,0 0 0 0 0,-1 0 0 0 0,0-1 0 0 0,1 1 0 0 0,-1 0 0 0 0,-1 0 1 0 0,1 0-1 0 0,-1-1 0 0 0,1 1 0 0 0,-1-1 0 0 0,0 1 0 0 0,0-1 0 0 0,-1 0 0 0 0,1 1 1 0 0,-1-1-1 0 0,0 0 0 0 0,-4 3 0 0 0,5-5 6 0 0,1 0-16 0 0,-1-2 1 0 0,0 1-1 0 0,1 0 1 0 0,-1 0-1 0 0,0 0 0 0 0,1-1 1 0 0,-1 1-1 0 0,1-1 1 0 0,-1 0-1 0 0,0 1 1 0 0,1-1-1 0 0,0 0 0 0 0,-1 0 1 0 0,1 0-1 0 0,-1 0 1 0 0,1 0-1 0 0,0 0 1 0 0,0 0-1 0 0,-2-2 0 0 0,1 0-1 0 0,0 0-1 0 0,1 1 0 0 0,-1-1 0 0 0,1 0 0 0 0,0 0 0 0 0,-1 0 0 0 0,1 0 1 0 0,1-1-1 0 0,-2-4 0 0 0,1 0-10 0 0,0-1 0 0 0,1 1 0 0 0,0-1 1 0 0,1 1-1 0 0,0-1 0 0 0,0 1 0 0 0,3-11 0 0 0,0 5-10 0 0,2 1 0 0 0,0-1 0 0 0,0 1-1 0 0,1 0 1 0 0,1 1 0 0 0,0 0 0 0 0,1 0 0 0 0,0 1-1 0 0,1 0 1 0 0,0 0 0 0 0,1 1 0 0 0,0 0 0 0 0,0 1-1 0 0,1 1 1 0 0,0-1 0 0 0,1 2 0 0 0,-1 0 0 0 0,2 0-1 0 0,-1 2 1 0 0,1-1 0 0 0,0 2 0 0 0,23-6 0 0 0,-32 9 16 0 0,0 1 0 0 0,1-1 0 0 0,-1 1 1 0 0,1-1-1 0 0,-1 1 0 0 0,1 1 1 0 0,-1-1-1 0 0,1 1 0 0 0,-1 0 1 0 0,11 4-1 0 0,-14-4 7 0 0,0 0-1 0 0,0 0 0 0 0,1 0 1 0 0,-1 1-1 0 0,0-1 1 0 0,0 1-1 0 0,0-1 1 0 0,-1 1-1 0 0,1 0 1 0 0,0 0-1 0 0,0-1 1 0 0,-1 1-1 0 0,1 0 0 0 0,-1 1 1 0 0,0-1-1 0 0,0 0 1 0 0,0 0-1 0 0,0 1 1 0 0,0-1-1 0 0,0 0 1 0 0,-1 1-1 0 0,1-1 1 0 0,-1 1-1 0 0,1-1 0 0 0,-1 5 1 0 0,0 4 24 0 0,0 0 0 0 0,-1 1 0 0 0,0-1 0 0 0,-1 1 1 0 0,-1-1-1 0 0,-4 14 0 0 0,-30 66 85 0 0,13-35-85 0 0,11-25-1 0 0,8-20-30 0 0,0 1 1 0 0,0 0-1 0 0,1 0 0 0 0,-3 19 1 0 0,6-30-33 0 0,1 0 1 0 0,0 0 0 0 0,0-1 0 0 0,1 1 0 0 0,-1 0-1 0 0,0 0 1 0 0,0 0 0 0 0,0 0 0 0 0,0 0 0 0 0,1-1-1 0 0,-1 1 1 0 0,1 0 0 0 0,-1 0 0 0 0,0 0 0 0 0,1-1-1 0 0,-1 1 1 0 0,1 0 0 0 0,-1-1 0 0 0,1 1 0 0 0,0 0 0 0 0,-1-1-1 0 0,1 1 1 0 0,0-1 0 0 0,-1 1 0 0 0,1-1 0 0 0,0 1-1 0 0,0-1 1 0 0,-1 1 0 0 0,1-1 0 0 0,0 0 0 0 0,0 1-1 0 0,0-1 1 0 0,0 0 0 0 0,0 0 0 0 0,-1 0 0 0 0,1 0-1 0 0,0 0 1 0 0,0 0 0 0 0,0 0 0 0 0,1 0 0 0 0,34-4-1484 0 0,-18-2 694 0 0,-1 0 0 0 0,0-1 1 0 0,-1 0-1 0 0,0-2 0 0 0,0 0 0 0 0,0-1 0 0 0,21-18 1 0 0,5-7 267 0 0,43-49 1 0 0,1-22 4411 0 0,-32 37 1713 0 0,-54 69-5542 0 0,0 0-1 0 0,1 0 1 0 0,-1 0 0 0 0,0 1-1 0 0,0-1 1 0 0,1 0-1 0 0,-1 0 1 0 0,0 1 0 0 0,1-1-1 0 0,-1 0 1 0 0,0 0-1 0 0,0 1 1 0 0,0-1 0 0 0,1 0-1 0 0,-1 1 1 0 0,0-1-1 0 0,0 0 1 0 0,0 1-1 0 0,0-1 1 0 0,0 0 0 0 0,0 1-1 0 0,0-1 1 0 0,1 1-1 0 0,-1-1 1 0 0,0 0 0 0 0,0 1-1 0 0,0-1 1 0 0,0 0-1 0 0,-1 1 1 0 0,1 0 0 0 0,-1 11 392 0 0,-30 71 1234 0 0,-11 36-986 0 0,37-103-612 0 0,2 0 0 0 0,0 0 0 0 0,0 0 0 0 0,2 0 0 0 0,0 26 0 0 0,1-38-60 0 0,0-1-1 0 0,0 1 1 0 0,1-1 0 0 0,-1 1 0 0 0,1-1 0 0 0,0 1-1 0 0,0-1 1 0 0,0 1 0 0 0,1-1 0 0 0,-1 0 0 0 0,1 0-1 0 0,-1 1 1 0 0,1-1 0 0 0,0 0 0 0 0,1-1-1 0 0,-1 1 1 0 0,0 0 0 0 0,1-1 0 0 0,-1 1 0 0 0,1-1-1 0 0,0 0 1 0 0,0 0 0 0 0,0 0 0 0 0,0 0 0 0 0,6 2-1 0 0,-4-2-94 0 0,0-1-1 0 0,1 1 0 0 0,-1-2 0 0 0,1 1 0 0 0,-1-1 1 0 0,1 1-1 0 0,0-1 0 0 0,-1-1 0 0 0,1 1 0 0 0,-1-1 0 0 0,1 0 1 0 0,-1 0-1 0 0,0-1 0 0 0,1 0 0 0 0,-1 0 0 0 0,5-2 1 0 0,8-6-202 0 0,-1 0 0 0 0,-1-1 0 0 0,1 0 1 0 0,-2-1-1 0 0,1-1 0 0 0,-2-1 0 0 0,22-25 1 0 0,-4-1-170 0 0,47-78 0 0 0,-53 74 1011 0 0,-3-1 1 0 0,35-93-1 0 0,-51 124-234 0 0,-6 12-253 0 0,0 0-1 0 0,0 0 0 0 0,0 0 1 0 0,0-1-1 0 0,0 1 0 0 0,0 0 1 0 0,-1 0-1 0 0,1 0 0 0 0,-1-1 1 0 0,1-2-1 0 0,-17 25 246 0 0,0 5-137 0 0,1 1-1 0 0,1 0 1 0 0,1 1 0 0 0,2 0-1 0 0,1 1 1 0 0,1 0 0 0 0,1 1 0 0 0,-8 58-1 0 0,16-82-149 0 0,0-1 0 0 0,-1 1-1 0 0,1 0 1 0 0,1 0-1 0 0,-1 0 1 0 0,1 0 0 0 0,0-1-1 0 0,0 1 1 0 0,0 0-1 0 0,1-1 1 0 0,-1 1 0 0 0,1-1-1 0 0,0 1 1 0 0,1-1-1 0 0,-1 0 1 0 0,5 5 0 0 0,-4-5-44 0 0,0-1 0 0 0,0 0 0 0 0,1-1 0 0 0,-1 1 0 0 0,1-1 0 0 0,-1 1 0 0 0,1-1 0 0 0,0 0 0 0 0,0-1 0 0 0,0 1 0 0 0,0 0 0 0 0,1-1 1 0 0,-1 0-1 0 0,0 0 0 0 0,0-1 0 0 0,1 1 0 0 0,-1-1 0 0 0,6 0 0 0 0,8-1-330 0 0,0-1 1 0 0,0 0-1 0 0,-1-1 0 0 0,0-1 1 0 0,1-1-1 0 0,-1-1 1 0 0,-1 0-1 0 0,26-13 0 0 0,-7 0-667 0 0,-2-2 0 0 0,57-44 0 0 0,-55 34 605 0 0,-1-1-1 0 0,-2-2 1 0 0,-2-1 0 0 0,-1-1-1 0 0,-2-1 1 0 0,-1-2-1 0 0,30-62 1 0 0,-19 24 717 0 0,-4-2 0 0 0,-3-2 0 0 0,22-94 0 0 0,-11-40 4164 0 0,-32 155-3010 0 0,-8 60-1438 0 0,-1 0-1 0 0,0 0 1 0 0,0 0 0 0 0,0-1 0 0 0,0 1-1 0 0,0 0 1 0 0,0 0 0 0 0,0 0-1 0 0,1 0 1 0 0,-1-1 0 0 0,0 1-1 0 0,0 0 1 0 0,0 0 0 0 0,0 0 0 0 0,0-1-1 0 0,0 1 1 0 0,0 0 0 0 0,0 0-1 0 0,0 0 1 0 0,0-1 0 0 0,0 1-1 0 0,0 0 1 0 0,0 0 0 0 0,0 0 0 0 0,0-1-1 0 0,0 1 1 0 0,-1 0 0 0 0,1 0-1 0 0,0 0 1 0 0,0-1 0 0 0,0 1-1 0 0,0 0 1 0 0,0 0 0 0 0,0 0-1 0 0,0 0 1 0 0,-1 0 0 0 0,1-1 0 0 0,0 1-1 0 0,0 0 1 0 0,0 0 0 0 0,0 0-1 0 0,-1 0 1 0 0,1 0 0 0 0,0 0-1 0 0,0 0 1 0 0,0 0 0 0 0,-1-1 0 0 0,1 1-1 0 0,0 0 1 0 0,0 0 0 0 0,0 0-1 0 0,-1 0 1 0 0,1 0 0 0 0,0 0-1 0 0,0 0 1 0 0,0 0 0 0 0,-1 0 0 0 0,1 0-1 0 0,0 0 1 0 0,0 0 0 0 0,0 1-1 0 0,-1-1 1 0 0,-8 7 90 0 0,-1 6 18 0 0,2 0-1 0 0,-1 1 1 0 0,2 0 0 0 0,-11 27-1 0 0,-2 2 218 0 0,-65 138 1108 0 0,-69 211 0 0 0,137-342-1364 0 0,2 1 1 0 0,2 0 0 0 0,-11 99 0 0 0,23-143-103 0 0,1 0 1 0 0,0 0 0 0 0,0 0-1 0 0,1 0 1 0 0,0 0 0 0 0,0 0-1 0 0,0 0 1 0 0,1 0 0 0 0,0 0-1 0 0,1-1 1 0 0,0 1 0 0 0,5 9-1 0 0,-6-12-86 0 0,1-1 1 0 0,0 0-1 0 0,0 1 0 0 0,0-1 1 0 0,0-1-1 0 0,0 1 0 0 0,1 0 1 0 0,-1-1-1 0 0,1 1 0 0 0,-1-1 0 0 0,1 0 1 0 0,0 0-1 0 0,0-1 0 0 0,0 1 1 0 0,0-1-1 0 0,0 0 0 0 0,1 0 0 0 0,-1 0 1 0 0,0-1-1 0 0,0 1 0 0 0,8-1 1 0 0,8-1-452 0 0,-1-1 0 0 0,0-1 0 0 0,0 0 1 0 0,0-2-1 0 0,-1 0 0 0 0,0-1 1 0 0,0-1-1 0 0,0 0 0 0 0,32-20 1 0 0,-19 8-100 0 0,-1-2 0 0 0,-1 0 0 0 0,-1-3 0 0 0,34-35 0 0 0,-24 17 615 0 0,-2-1 0 0 0,-2-2 0 0 0,-2-2 1 0 0,-2-1-1 0 0,27-59 0 0 0,-23 32 2663 0 0,-4-1 0 0 0,40-155-1 0 0,-48 143 216 0 0,-21 85-2532 0 0,-5 5-146 0 0,0 0-87 0 0,0 1 0 0 0,0 0 1 0 0,0 0-1 0 0,1 0 1 0 0,-1 0-1 0 0,1 1 0 0 0,-1-1 1 0 0,1 1-1 0 0,-5 8 0 0 0,-25 46 812 0 0,24-41-591 0 0,-156 324 3413 0 0,129-253-2765 0 0,-48 184-1 0 0,80-253-874 0 0,-2 3 72 0 0,-4 42 1 0 0,9-59-110 0 0,1 1 1 0 0,0-1-1 0 0,0 1 1 0 0,0-1-1 0 0,1 1 1 0 0,0-1-1 0 0,0 1 1 0 0,0-1-1 0 0,1 0 1 0 0,-1 1 0 0 0,1-1-1 0 0,1 0 1 0 0,2 5-1 0 0,-3-7-40 0 0,1-1 0 0 0,-1 1 0 0 0,1-1 0 0 0,-1 1 0 0 0,1-1 0 0 0,0 0 0 0 0,0 0 0 0 0,0 0 0 0 0,1-1 0 0 0,-1 1-1 0 0,0-1 1 0 0,1 1 0 0 0,-1-1 0 0 0,0 0 0 0 0,1-1 0 0 0,-1 1 0 0 0,1-1 0 0 0,0 1 0 0 0,-1-1 0 0 0,1 0 0 0 0,4-1 0 0 0,6 1-472 0 0,0-2 0 0 0,-1 0 1 0 0,1-1-1 0 0,15-5 0 0 0,-2-1-1060 0 0,0-1 0 0 0,-1-1-1 0 0,45-27 1 0 0,-51 25-735 0 0,28-23 0 0 0,-35 24-511 0 0,0 0 0 0 0,18-23 0 0 0,-14 13-3710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5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71 976 0 0,'-123'-20'18714'0'0,"121"19"-17999"0"0,2 1-672 0 0,0-1 1 0 0,1 0-1 0 0,-1 0 0 0 0,0 1 0 0 0,1-1 0 0 0,-1 0 0 0 0,0 1 1 0 0,1-1-1 0 0,-1 0 0 0 0,1 1 0 0 0,-1-1 0 0 0,1 1 0 0 0,0-1 1 0 0,-1 1-1 0 0,1-1 0 0 0,0 1 0 0 0,-1-1 0 0 0,1 1 0 0 0,0 0 1 0 0,-1-1-1 0 0,1 1 0 0 0,0 0 0 0 0,0-1 0 0 0,-1 1 1 0 0,1 0-1 0 0,0 0 0 0 0,0 0 0 0 0,-1 0 0 0 0,1 0 0 0 0,0 0 1 0 0,0 0-1 0 0,0 0 0 0 0,1 0 0 0 0,3 0 126 0 0,77-11-947 0 0,106 0 0 0 0,-14 2-6881 0 0,-137 6 3406 0 0,-4 1-1917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5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0 1612 0 0,'-28'12'13220'0'0,"21"-8"-11459"0"0,-7 14 2493 0 0,8 1-2362 0 0,1 0 0 0 0,-6 37-1 0 0,-1 13-50 0 0,-70 220 616 0 0,77-274-2394 0 0,4-10-59 0 0,-2 2-98 0 0,1 0 0 0 0,0 0 0 0 0,1 0 1 0 0,-1 1-1 0 0,1-1 0 0 0,1 0 0 0 0,-1 15 1 0 0,2-22 1 0 0,-1 1-1 0 0,0 0 1 0 0,1 0 0 0 0,-1 0 0 0 0,0-1 0 0 0,1 1 0 0 0,-1 0 0 0 0,1 0-1 0 0,-1-1 1 0 0,1 1 0 0 0,-1-1 0 0 0,1 1 0 0 0,0 0 0 0 0,-1-1 0 0 0,1 1-1 0 0,0-1 1 0 0,-1 1 0 0 0,1-1 0 0 0,0 0 0 0 0,0 1 0 0 0,0-1-1 0 0,-1 0 1 0 0,1 1 0 0 0,0-1 0 0 0,0 0 0 0 0,0 0 0 0 0,-1 0 0 0 0,2 0-1 0 0,24-2-2191 0 0,-14-2 911 0 0,-1-1 1 0 0,0 0-1 0 0,0 0 0 0 0,-1-2 1 0 0,1 1-1 0 0,-1-1 1 0 0,-1-1-1 0 0,1 1 1 0 0,-1-2-1 0 0,8-9 1 0 0,14-15-6306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6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96 148 1220 0 0,'-10'-17'3336'0'0,"0"0"-811"0"0,-1 3-269 0 0,1-1-356 0 0,1 1-288 0 0,1 0-340 0 0,3 4-216 0 0,-2-2-228 0 0,0 3-155 0 0,2 1-173 0 0,0-1-356 0 0,-4 1-924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6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96 2356 0 0,'-4'-7'2093'0'0,"0"1"0"0"0,1-1 0 0 0,-1 0 0 0 0,2 0-1 0 0,-5-12 1 0 0,-2-7 3071 0 0,4 13-2784 0 0,5 13-2353 0 0,0-1 1 0 0,0 1-1 0 0,0 0 1 0 0,-1 0-1 0 0,1 0 1 0 0,0-1-1 0 0,0 1 1 0 0,0 0-1 0 0,-1 0 1 0 0,1 0-1 0 0,0 0 1 0 0,0-1-1 0 0,0 1 1 0 0,-1 0-1 0 0,1 0 1 0 0,0 0-1 0 0,0 0 1 0 0,-1 0-1 0 0,1 0 1 0 0,0 0-1 0 0,0 0 1 0 0,-1 0-1 0 0,1 0 1 0 0,0 0-1 0 0,0 0 1 0 0,-1 0-1 0 0,1 0 1 0 0,0 0-1 0 0,0 0 1 0 0,-1 0-1 0 0,1 0 1 0 0,0 0 0 0 0,0 0-1 0 0,-1 0 1 0 0,1 0-1 0 0,0 0 1 0 0,0 1-1 0 0,-1-1 1 0 0,1 0-1 0 0,0 0 1 0 0,0 0-1 0 0,0 0 1 0 0,-1 1-1 0 0,1-1 1 0 0,0 0-1 0 0,0 0 1 0 0,0 0-1 0 0,0 1 1 0 0,0-1-1 0 0,-1 0 1 0 0,1 0-1 0 0,0 1 1 0 0,0-1-1 0 0,0 0 1 0 0,0 0-1 0 0,0 1 1 0 0,0-1-1 0 0,0 0 1 0 0,0 0-1 0 0,0 1 1 0 0,0-1-1 0 0,-129 432 6368 0 0,59-188-4818 0 0,-160 544-944 0 0,221-754-1155 0 0,4-14-577 0 0,-1-1-1 0 0,0 0 1 0 0,-15 29-1 0 0,7-87-15295 0 0,12 15 7347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7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0 941 2188 0 0,'8'-18'1475'0'0,"1"0"0"0"0,0 1 0 0 0,1 0 0 0 0,19-23 0 0 0,-19 27-921 0 0,1 1 1 0 0,0 0-1 0 0,1 1 0 0 0,1 1 1 0 0,20-14-1 0 0,-21 16-433 0 0,0 2-1 0 0,0 0 1 0 0,1 0 0 0 0,0 1-1 0 0,0 0 1 0 0,0 2 0 0 0,1-1-1 0 0,-1 2 1 0 0,1-1 0 0 0,-1 2 0 0 0,1 0-1 0 0,0 1 1 0 0,0 0 0 0 0,0 1-1 0 0,-1 0 1 0 0,17 4 0 0 0,-20-2-10 0 0,0-1 1 0 0,0 1 0 0 0,0 1 0 0 0,-1 0-1 0 0,1 0 1 0 0,-1 1 0 0 0,0 0 0 0 0,0 0 0 0 0,0 1-1 0 0,-1 0 1 0 0,10 9 0 0 0,-15-11 3 0 0,1 0 0 0 0,-1 0 1 0 0,0 0-1 0 0,0 0 0 0 0,0 1 1 0 0,-1-1-1 0 0,0 1 0 0 0,0-1 1 0 0,0 1-1 0 0,0 0 0 0 0,0 0 1 0 0,-1 0-1 0 0,0 0 0 0 0,0 0 1 0 0,-1 0-1 0 0,1 0 0 0 0,-1 1 1 0 0,0-1-1 0 0,0 0 0 0 0,-1 0 1 0 0,0 0-1 0 0,0 0 0 0 0,0 0 1 0 0,-3 7-1 0 0,-1 2 43 0 0,-1-1 1 0 0,-1 0-1 0 0,0 0 1 0 0,-1-1-1 0 0,0 0 0 0 0,-1 0 1 0 0,0-1-1 0 0,-1 0 0 0 0,0-1 1 0 0,-1 0-1 0 0,-15 11 1 0 0,-2 0 99 0 0,-1-2 0 0 0,-1-2 0 0 0,-49 22 1 0 0,69-37-137 0 0,13-8-106 0 0,13-11-100 0 0,227-155-1547 0 0,-181 122 817 0 0,99-105 0 0 0,-128 118 519 0 0,-2-2 0 0 0,-1-1 0 0 0,47-87 0 0 0,-60 95 255 0 0,-3-2 0 0 0,0 0-1 0 0,-2-1 1 0 0,-2 0 0 0 0,-1-1 0 0 0,5-43-1 0 0,-12 53 128 0 0,0-1 0 0 0,-1 0-1 0 0,-2 0 1 0 0,-1 0 0 0 0,-7-38-1 0 0,9 65-84 0 0,0-1-1 0 0,0 0 1 0 0,0 1 0 0 0,0-1-1 0 0,0 0 1 0 0,0 0-1 0 0,-1 1 1 0 0,1-1-1 0 0,0 0 1 0 0,0 1 0 0 0,-1-1-1 0 0,1 0 1 0 0,-1 1-1 0 0,1-1 1 0 0,0 1-1 0 0,-1-1 1 0 0,1 1 0 0 0,-1-1-1 0 0,1 1 1 0 0,-1-1-1 0 0,0 1 1 0 0,1-1-1 0 0,-1 1 1 0 0,1-1 0 0 0,-1 1-1 0 0,0 0 1 0 0,1 0-1 0 0,-1-1 1 0 0,0 1-1 0 0,1 0 1 0 0,-2-1 0 0 0,0 2-1 0 0,0-1 0 0 0,1 1 1 0 0,-1-1-1 0 0,1 1 0 0 0,-1 0 1 0 0,1-1-1 0 0,-1 1 1 0 0,1 0-1 0 0,0 0 0 0 0,-1 0 1 0 0,1 0-1 0 0,0 0 1 0 0,-2 2-1 0 0,-5 5 8 0 0,1 0 0 0 0,-12 19 1 0 0,-6 14 4 0 0,2 1 1 0 0,3 1 0 0 0,-19 52 0 0 0,-30 141 240 0 0,56-183-5 0 0,-11 101-1 0 0,22-132-204 0 0,2-1-1 0 0,0 0 0 0 0,1 0 1 0 0,1 0-1 0 0,1 1 0 0 0,0-1 0 0 0,13 37 1 0 0,-13-51-25 0 0,0 1 1 0 0,1-1-1 0 0,0 1 1 0 0,0-1-1 0 0,1 0 1 0 0,-1-1-1 0 0,2 1 1 0 0,-1-1 0 0 0,1 0-1 0 0,0 0 1 0 0,0-1-1 0 0,11 8 1 0 0,-8-7-35 0 0,0-1 0 0 0,1 0 0 0 0,-1-1 0 0 0,1 0 0 0 0,0-1 0 0 0,0 0 0 0 0,0-1 0 0 0,0 0 0 0 0,12 1 0 0 0,-4-2-83 0 0,0 0 0 0 0,1-2 1 0 0,-1 0-1 0 0,0-1 1 0 0,0-1-1 0 0,0-1 1 0 0,-1 0-1 0 0,1-1 0 0 0,-1-1 1 0 0,0-1-1 0 0,18-9 1 0 0,-18 6 110 0 0,0-1 1 0 0,-1 0 0 0 0,0-2-1 0 0,0 1 1 0 0,-2-2 0 0 0,1 0-1 0 0,-2-1 1 0 0,0 0-1 0 0,-1-1 1 0 0,21-34 0 0 0,-22 29 841 0 0,-1-1 0 0 0,-1 0 0 0 0,0 0 0 0 0,-2-1 0 0 0,6-29 0 0 0,-13 51-606 0 0,-2 2-219 0 0,0-1 1 0 0,0 1-1 0 0,0 0 1 0 0,0-1-1 0 0,0 1 0 0 0,0 0 1 0 0,1 1-1 0 0,-1-1 1 0 0,0 0-1 0 0,0 0 1 0 0,1 1-1 0 0,-3 2 0 0 0,-19 21 309 0 0,22-23-306 0 0,-17 20 284 0 0,1 1 0 0 0,2 0-1 0 0,-18 34 1 0 0,28-46-270 0 0,0-1-1 0 0,1 1 1 0 0,0 0-1 0 0,0 0 1 0 0,1 1-1 0 0,1-1 1 0 0,0 1-1 0 0,0-1 1 0 0,2 1 0 0 0,0 20-1 0 0,0-28-29 0 0,0-1 0 0 0,1 1 1 0 0,0-1-1 0 0,0 1 0 0 0,0-1 0 0 0,0 1 1 0 0,0-1-1 0 0,1 0 0 0 0,-1 0 0 0 0,1 0 0 0 0,0 0 1 0 0,0 0-1 0 0,0 0 0 0 0,1 0 0 0 0,-1 0 0 0 0,1-1 1 0 0,3 4-1 0 0,-1-3-91 0 0,-1-1 0 0 0,1 1 0 0 0,-1-1 0 0 0,1 0 0 0 0,0 0 1 0 0,0-1-1 0 0,0 1 0 0 0,0-1 0 0 0,0 0 0 0 0,10 0 0 0 0,-1 0-508 0 0,1-2-1 0 0,-1 0 0 0 0,0-1 1 0 0,0 0-1 0 0,-1-1 0 0 0,1 0 1 0 0,25-11-1 0 0,-23 7-491 0 0,-1-1 1 0 0,0 0-1 0 0,0-1 1 0 0,-1 0-1 0 0,21-19 1 0 0,-22 15-1300 0 0,0 0 0 0 0,19-26 0 0 0,-8 5-2855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7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119 126 2568 0 0,'-56'-74'10240'0'0,"18"30"-6365"0"0,38 43-3882 0 0,-1 1 0 0 0,1-1-1 0 0,0 1 1 0 0,-1-1 0 0 0,1 1 0 0 0,-1-1 0 0 0,1 1-1 0 0,-1-1 1 0 0,1 1 0 0 0,-1 0 0 0 0,1-1 0 0 0,-1 1 0 0 0,1 0-1 0 0,-1-1 1 0 0,1 1 0 0 0,-1 0 0 0 0,0 0 0 0 0,1 0 0 0 0,-1 0-1 0 0,0-1 1 0 0,1 1 0 0 0,-1 0 0 0 0,1 0 0 0 0,-1 0 0 0 0,0 0-1 0 0,1 0 1 0 0,-1 0 0 0 0,0 1 0 0 0,1-1 0 0 0,-1 0 0 0 0,1 0-1 0 0,-1 0 1 0 0,0 0 0 0 0,0 1 0 0 0,-1 0-115 0 0,2 0-47 0 0,-1 1-1 0 0,1-1 0 0 0,-1 0 1 0 0,1 1-1 0 0,0-1 0 0 0,-1 0 1 0 0,1 1-1 0 0,0-1 0 0 0,0 0 1 0 0,0 1-1 0 0,0-1 0 0 0,0 0 1 0 0,0 1-1 0 0,1-1 1 0 0,-1 1-1 0 0,1 1 0 0 0,-1-1-371 0 0,6 20-5057 0 0,-1-8 715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8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118 701 2508 0 0,'-3'15'5145'0'0,"1"-7"-3472"0"0,1 0-1 0 0,0 0 1 0 0,1 0-1 0 0,0 0 1 0 0,0 10-1 0 0,1-16-1567 0 0,-1 0 0 0 0,1 1-1 0 0,0-1 1 0 0,-1 0 0 0 0,1 0 0 0 0,0 1 0 0 0,0-1-1 0 0,0 0 1 0 0,1 0 0 0 0,-1 0 0 0 0,0 0 0 0 0,1-1-1 0 0,0 1 1 0 0,-1 0 0 0 0,1 0 0 0 0,0-1 0 0 0,0 1-1 0 0,0-1 1 0 0,0 0 0 0 0,0 0 0 0 0,0 1 0 0 0,3 0 0 0 0,-1 0-78 0 0,1 0 1 0 0,-1 0 0 0 0,1-1 0 0 0,-1 1 0 0 0,1-1 0 0 0,0 0 0 0 0,0 0 0 0 0,-1-1 0 0 0,1 1 0 0 0,0-1 0 0 0,0 0 0 0 0,0-1-1 0 0,0 1 1 0 0,-1-1 0 0 0,1 0 0 0 0,0 0 0 0 0,0 0 0 0 0,-1-1 0 0 0,1 0 0 0 0,-1 0 0 0 0,1 0 0 0 0,-1 0 0 0 0,0 0 0 0 0,0-1-1 0 0,0 0 1 0 0,0 0 0 0 0,-1 0 0 0 0,1-1 0 0 0,-1 1 0 0 0,0-1 0 0 0,4-5 0 0 0,-1 0-22 0 0,-1 0-1 0 0,0-1 1 0 0,-1 0-1 0 0,0 0 1 0 0,-1 0-1 0 0,0 0 1 0 0,0 0 0 0 0,-1-1-1 0 0,-1 0 1 0 0,1 1-1 0 0,-2-1 1 0 0,0-11 0 0 0,0 21-6 0 0,0 0 0 0 0,0 0 0 0 0,0 0 0 0 0,-1 0 0 0 0,1 0-1 0 0,0 1 1 0 0,0-1 0 0 0,-1 0 0 0 0,1 0 0 0 0,-1 0 0 0 0,1 0 0 0 0,-1 0 0 0 0,1 1 0 0 0,-1-1 0 0 0,0 0 0 0 0,1 0 0 0 0,-1 1 0 0 0,0-1 0 0 0,1 1 0 0 0,-1-1 0 0 0,0 0 0 0 0,0 1 0 0 0,0-1 0 0 0,0 1 0 0 0,1 0 0 0 0,-1-1 0 0 0,-2 1 0 0 0,0-1 1 0 0,1 0-1 0 0,-1 0 1 0 0,0 1 0 0 0,0 0-1 0 0,0-1 1 0 0,0 1 0 0 0,0 0-1 0 0,1 1 1 0 0,-5 0 0 0 0,-8 2 28 0 0,1 1 1 0 0,0 1 0 0 0,0 0 0 0 0,1 1 0 0 0,-1 1-1 0 0,1 0 1 0 0,0 0 0 0 0,1 2 0 0 0,0-1 0 0 0,-21 21-1 0 0,21-17 2 0 0,0 0 0 0 0,1 1 0 0 0,1 1 0 0 0,0-1 0 0 0,0 2 0 0 0,2-1 0 0 0,0 1 0 0 0,0 0 0 0 0,-8 28 0 0 0,15-39-25 0 0,-1 0-1 0 0,1 0 1 0 0,1 0 0 0 0,-1 0 0 0 0,1 1-1 0 0,-1-1 1 0 0,1 0 0 0 0,0 0-1 0 0,1 0 1 0 0,-1 0 0 0 0,1 0 0 0 0,0 0-1 0 0,0 0 1 0 0,0 0 0 0 0,0 0-1 0 0,1 0 1 0 0,2 5 0 0 0,-1-5-125 0 0,0 1 0 0 0,0-1 1 0 0,1 0-1 0 0,0 0 0 0 0,0 0 0 0 0,0 0 0 0 0,0-1 1 0 0,1 1-1 0 0,0-1 0 0 0,-1 0 0 0 0,8 3 1 0 0,7 1-737 0 0,-1 0 1 0 0,1-1-1 0 0,1-1 1 0 0,-1-1-1 0 0,40 4 1 0 0,-23-6-193 0 0,0-1 0 0 0,0-2 0 0 0,0-2 0 0 0,0-1 0 0 0,0-2 0 0 0,48-14 0 0 0,-55 11 1214 0 0,-1 0 0 0 0,-1-3 0 0 0,1 0 0 0 0,42-28 0 0 0,-49 27 1057 0 0,-2-2 0 0 0,30-28 0 0 0,-40 35-548 0 0,-1-1 0 0 0,0 0 0 0 0,-1-1 1 0 0,0 0-1 0 0,0 0 0 0 0,-1-1 0 0 0,6-13 0 0 0,-12 24-630 0 0,1-1-1 0 0,-1 0 1 0 0,0 0 0 0 0,1 0-1 0 0,-1 0 1 0 0,0 0-1 0 0,0 1 1 0 0,0-1 0 0 0,0 0-1 0 0,0 0 1 0 0,0 0-1 0 0,0 0 1 0 0,0 0 0 0 0,0 0-1 0 0,0 0 1 0 0,0 0-1 0 0,0 0 1 0 0,-1 1 0 0 0,1-1-1 0 0,0 0 1 0 0,-1 0-1 0 0,1 0 1 0 0,-1 0 0 0 0,0-1-1 0 0,0 1 4 0 0,0 0 0 0 0,-1 0 0 0 0,1 0 0 0 0,0 1 0 0 0,-1-1 0 0 0,1 0 0 0 0,-1 0 0 0 0,1 1 0 0 0,-1-1 0 0 0,1 1 0 0 0,-1-1 1 0 0,-2 0-1 0 0,-3 1 85 0 0,0-1 1 0 0,0 1-1 0 0,1 0 1 0 0,-1 0-1 0 0,-10 3 1 0 0,3 0-20 0 0,-1 2 1 0 0,2 0 0 0 0,-1 0 0 0 0,0 1 0 0 0,1 1 0 0 0,1 0 0 0 0,-1 1 0 0 0,1 1 0 0 0,-17 14 0 0 0,17-12-73 0 0,0 0 1 0 0,1 0-1 0 0,1 1 1 0 0,0 1 0 0 0,0 0-1 0 0,1 0 1 0 0,1 1-1 0 0,-11 23 1 0 0,18-34-35 0 0,-1 1 0 0 0,1-1 0 0 0,0 0-1 0 0,0 0 1 0 0,1 1 0 0 0,-1-1 0 0 0,1 1 0 0 0,-1-1 0 0 0,1 0 0 0 0,0 1 0 0 0,0-1-1 0 0,1 1 1 0 0,-1-1 0 0 0,1 0 0 0 0,0 1 0 0 0,-1-1 0 0 0,2 0 0 0 0,-1 1-1 0 0,2 4 1 0 0,-1-6 0 0 0,0 1-1 0 0,1-1 0 0 0,-1 1 1 0 0,0-1-1 0 0,1 0 0 0 0,-1 0 1 0 0,1 0-1 0 0,0 0 0 0 0,-1 0 0 0 0,1-1 1 0 0,0 1-1 0 0,0-1 0 0 0,0 0 1 0 0,0 0-1 0 0,1 0 0 0 0,-1 0 1 0 0,0 0-1 0 0,0-1 0 0 0,0 0 1 0 0,6 1-1 0 0,6-2-18 0 0,-1 0 0 0 0,0 0 1 0 0,0-1-1 0 0,0-1 0 0 0,0 0 0 0 0,0-1 0 0 0,-1-1 0 0 0,0 0 1 0 0,0-1-1 0 0,23-13 0 0 0,-9 2-46 0 0,0-1 1 0 0,-1-1-1 0 0,39-39 1 0 0,-33 24-45 0 0,-2-1 0 0 0,-1-1-1 0 0,-2-1 1 0 0,-2-1 0 0 0,30-62 0 0 0,-21 28-33 0 0,-3-1-1 0 0,27-102 1 0 0,-45 133 276 0 0,-2-1 0 0 0,-2 0 0 0 0,-2-1 1 0 0,1-47-1 0 0,-8 90-139 0 0,0 0 0 0 0,0 0 0 0 0,0 0 1 0 0,0 0-1 0 0,0 0 0 0 0,0 0 0 0 0,0 0 1 0 0,0 0-1 0 0,-1 0 0 0 0,1 0 1 0 0,0 0-1 0 0,-1 0 0 0 0,1 0 0 0 0,-1 0 1 0 0,1 1-1 0 0,-1-1 0 0 0,0-1 0 0 0,0 2-2 0 0,1-1 0 0 0,0 1 0 0 0,-1 0 0 0 0,1 0-1 0 0,-1-1 1 0 0,0 1 0 0 0,1 0 0 0 0,-1 0 0 0 0,1 0 0 0 0,-1 0-1 0 0,1 0 1 0 0,-1 0 0 0 0,1 0 0 0 0,-1 0 0 0 0,1 0-1 0 0,-1 0 1 0 0,0 0 0 0 0,1 0 0 0 0,-1 0 0 0 0,1 0-1 0 0,-1 0 1 0 0,0 1 0 0 0,-2 0-1 0 0,0 1 1 0 0,-1 0-1 0 0,1 0 1 0 0,0 0-1 0 0,0 0 0 0 0,1 1 1 0 0,-5 4-1 0 0,-11 12 29 0 0,2 2 1 0 0,0 0-1 0 0,-23 43 1 0 0,-28 77 421 0 0,62-131-403 0 0,-26 61 308 0 0,-25 84 0 0 0,47-126-273 0 0,2 1 1 0 0,1 0-1 0 0,1 0 0 0 0,2 1 1 0 0,0 58-1 0 0,4-82-122 0 0,-1 1 1 0 0,1-1-1 0 0,1 0 1 0 0,-1 0-1 0 0,1 0 1 0 0,1 0-1 0 0,-1 0 1 0 0,1 0-1 0 0,0 0 1 0 0,1-1-1 0 0,0 1 1 0 0,0-1-1 0 0,0 0 1 0 0,1-1-1 0 0,-1 1 1 0 0,8 6-1 0 0,-3-5-425 0 0,0 0 0 0 0,0-1-1 0 0,1 0 1 0 0,0-1 0 0 0,0 0-1 0 0,0 0 1 0 0,0-1-1 0 0,1 0 1 0 0,21 4 0 0 0,-12-5-2148 0 0,0 0 1 0 0,25 0 0 0 0,-3-4-5575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19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358 150 2048 0 0,'7'-31'5504'0'0,"-2"0"-1"0"0,3-56 0 0 0,-25 103-4775 0 0,-13 40 14 0 0,-38 102 0 0 0,39-86-284 0 0,-162 431 1241 0 0,154-399-953 0 0,33-97-469 0 0,3-12-101 0 0,2-13-68 0 0,10-10-109 0 0,0 2 1 0 0,2-1 0 0 0,0 2 0 0 0,2 0 0 0 0,22-28 0 0 0,-27 39-2 0 0,1 2 0 0 0,0 0 0 0 0,1 0 0 0 0,0 1 0 0 0,1 0 0 0 0,0 1 0 0 0,0 1 0 0 0,1 0 0 0 0,1 0 0 0 0,24-9 1 0 0,-29 15-8 0 0,0 0 1 0 0,0 1 0 0 0,1 0 0 0 0,-1 1 0 0 0,0 0 0 0 0,1 1 0 0 0,-1 0 0 0 0,1 0 0 0 0,-1 1-1 0 0,0 1 1 0 0,0 0 0 0 0,0 0 0 0 0,0 1 0 0 0,0 0 0 0 0,0 0 0 0 0,11 7 0 0 0,-16-8 4 0 0,1 1 0 0 0,0 0-1 0 0,-1 1 1 0 0,0-1 0 0 0,0 1 0 0 0,0 0 0 0 0,0 1 0 0 0,-1-1 0 0 0,1 1 0 0 0,-1-1 0 0 0,0 2-1 0 0,-1-1 1 0 0,1 0 0 0 0,-1 0 0 0 0,0 1 0 0 0,0 0 0 0 0,-1 0 0 0 0,0 0 0 0 0,0 0 0 0 0,0 0 0 0 0,-1 0-1 0 0,0 0 1 0 0,0 0 0 0 0,0 1 0 0 0,-1-1 0 0 0,0 0 0 0 0,-1 9 0 0 0,-2-1 22 0 0,0-1-1 0 0,-1 1 1 0 0,0-1 0 0 0,-1 0-1 0 0,-1 0 1 0 0,0-1 0 0 0,-1 1-1 0 0,0-1 1 0 0,-1-1 0 0 0,0 1-1 0 0,0-1 1 0 0,-2-1 0 0 0,-17 17-1 0 0,17-18 6 0 0,0 0-1 0 0,0-1 0 0 0,-1-1 1 0 0,-1 1-1 0 0,1-2 1 0 0,-1 1-1 0 0,0-2 0 0 0,0 1 1 0 0,-1-2-1 0 0,1 0 0 0 0,-1 0 1 0 0,0-1-1 0 0,0-1 0 0 0,-21 2 1 0 0,26-4-130 0 0,0-1 1 0 0,0 0-1 0 0,1 0 0 0 0,-1 0 1 0 0,0-1-1 0 0,1 0 1 0 0,-1-1-1 0 0,-10-4 1 0 0,14 5-424 0 0,0-1-1 0 0,0 1 1 0 0,0-1 0 0 0,0 0 0 0 0,0 0-1 0 0,1 0 1 0 0,-1 0 0 0 0,1 0 0 0 0,0-1 0 0 0,0 0-1 0 0,0 1 1 0 0,0-1 0 0 0,1 0 0 0 0,-4-8-1 0 0,6 11 190 0 0,0 0 1 0 0,0 0-1 0 0,0 0 0 0 0,0 0 0 0 0,0 0 0 0 0,0 0 0 0 0,0-1 0 0 0,0 1 0 0 0,0 0 0 0 0,0 0 0 0 0,1 0 0 0 0,-1 0 0 0 0,1 0 0 0 0,-1 0 0 0 0,2-2 0 0 0,-1 0-998 0 0,4-12-5092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0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378 103 244 0 0,'11'-6'4316'0'0,"0"1"-1"0"0,22-9 1 0 0,-11 7-2174 0 0,-22 7-2096 0 0,1 0 0 0 0,0 0 0 0 0,-1 0 0 0 0,1 0-1 0 0,0 0 1 0 0,-1 0 0 0 0,1 0 0 0 0,-1 0 0 0 0,1 1 0 0 0,0-1 0 0 0,-1 0 0 0 0,1 0 0 0 0,-1 0 0 0 0,1 1 0 0 0,0-1 0 0 0,-1 0 0 0 0,1 1 0 0 0,-1-1 0 0 0,1 0 0 0 0,-1 1 0 0 0,1-1 0 0 0,-1 1 0 0 0,0-1 0 0 0,1 1 0 0 0,-1-1-1 0 0,1 2 1 0 0,8 14 353 0 0,-9-16-385 0 0,6 18 214 0 0,0 0 1 0 0,4 28-1 0 0,-8-33-185 0 0,0-1 0 0 0,1 1 0 0 0,1-1-1 0 0,0 0 1 0 0,1 0 0 0 0,0 0 0 0 0,10 17 0 0 0,-13-26-24 0 0,0-1 0 0 0,0 1 0 0 0,0-1 0 0 0,0 0 0 0 0,0 1 0 0 0,1-1 1 0 0,-1 0-1 0 0,1 0 0 0 0,0-1 0 0 0,-1 1 0 0 0,1 0 0 0 0,0-1 0 0 0,0 0 1 0 0,0 0-1 0 0,0 0 0 0 0,0 0 0 0 0,5 1 0 0 0,-3-2 1 0 0,0 1 1 0 0,0-2-1 0 0,0 1 0 0 0,0 0 0 0 0,0-1 0 0 0,0 0 1 0 0,0 0-1 0 0,0 0 0 0 0,0-1 0 0 0,5-2 0 0 0,2-2-1 0 0,-1 0-1 0 0,0 0 0 0 0,0-1 1 0 0,0-1-1 0 0,-1 0 0 0 0,-1 0 1 0 0,18-19-1 0 0,20-34 1213 0 0,65-110 1 0 0,-112 171-1224 0 0,0-1 1 0 0,0 1-1 0 0,0 0 1 0 0,0-1-1 0 0,0 1 1 0 0,0 0-1 0 0,1 0 1 0 0,-1-1-1 0 0,0 1 1 0 0,0 0-1 0 0,0-1 1 0 0,0 1-1 0 0,1 0 1 0 0,-1 0-1 0 0,0 0 1 0 0,0-1-1 0 0,0 1 1 0 0,1 0-1 0 0,-1 0 1 0 0,0 0-1 0 0,0-1 1 0 0,1 1-1 0 0,-1 0 1 0 0,0 0-1 0 0,1 0 1 0 0,-1 0-1 0 0,0 0 1 0 0,0 0-1 0 0,1 0 1 0 0,-1 0-1 0 0,0-1 1 0 0,1 1-1 0 0,-1 0 1 0 0,0 0-1 0 0,1 1 1 0 0,2 10 79 0 0,-4 18-31 0 0,-41 215 1587 0 0,-102 342 1 0 0,123-513-1522 0 0,-53 168 383 0 0,59-202-383 0 0,-2-1 0 0 0,-1 0 1 0 0,-45 69-1 0 0,55-97-99 0 0,0 0 1 0 0,-1 0 0 0 0,0-1 0 0 0,0 0-1 0 0,-1 0 1 0 0,-1-1 0 0 0,1 0-1 0 0,-1-1 1 0 0,0 0 0 0 0,-1-1-1 0 0,0-1 1 0 0,0 1 0 0 0,0-2 0 0 0,0 0-1 0 0,-1 0 1 0 0,0-1 0 0 0,0-1-1 0 0,-16 2 1 0 0,15-3-11 0 0,-1-1 0 0 0,1 0 0 0 0,-1-2 1 0 0,1 1-1 0 0,-1-2 0 0 0,1 1 0 0 0,0-2 0 0 0,0 0 0 0 0,0-1 0 0 0,1 0 0 0 0,0-1 1 0 0,0-1-1 0 0,0 0 0 0 0,1-1 0 0 0,0 0 0 0 0,-15-13 0 0 0,21 16-5 0 0,1 0-1 0 0,0 0 0 0 0,1 0 1 0 0,-1-1-1 0 0,1 0 1 0 0,0 0-1 0 0,0 0 1 0 0,1-1-1 0 0,0 1 0 0 0,0-1 1 0 0,0 1-1 0 0,1-1 1 0 0,0 0-1 0 0,0 0 1 0 0,1 0-1 0 0,-1-11 0 0 0,2 7 1 0 0,0 0 0 0 0,1-1 0 0 0,0 1-1 0 0,1 0 1 0 0,0 1 0 0 0,1-1 0 0 0,0 0-1 0 0,1 1 1 0 0,0-1 0 0 0,7-10-1 0 0,7-11-182 0 0,1 1 0 0 0,2 1 0 0 0,1 1-1 0 0,1 1 1 0 0,37-34 0 0 0,144-114-2797 0 0,-190 165 2695 0 0,202-149-5337 0 0,-69 60-2533 0 0,-83 59 1601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0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88 659 852 0 0,'19'-26'8222'0'0,"-13"18"-5550"0"0,0 0 1 0 0,1 1-1 0 0,8-9 0 0 0,-10 12-2518 0 0,0 0 0 0 0,0 1 0 0 0,0 0 0 0 0,8-4 0 0 0,18-8 220 0 0,0-1-1 0 0,37-26 1 0 0,-55 32-299 0 0,1-1 1 0 0,-2 0-1 0 0,1-1 1 0 0,-2 0-1 0 0,0-1 1 0 0,18-26-1 0 0,-15 14-23 0 0,0 0-1 0 0,-2-1 1 0 0,-1 0-1 0 0,14-51 1 0 0,14-114 255 0 0,-38 190-309 0 0,-1 1 0 0 0,0-1 1 0 0,1 0-1 0 0,-1 0 1 0 0,0 1-1 0 0,0-1 0 0 0,0 0 1 0 0,0 0-1 0 0,0 0 0 0 0,0 1 1 0 0,0-1-1 0 0,0 0 0 0 0,0 0 1 0 0,0 0-1 0 0,0 1 1 0 0,0-1-1 0 0,0 0 0 0 0,-1 0 1 0 0,1 1-1 0 0,0-1 0 0 0,-1 0 1 0 0,1 0-1 0 0,0 1 0 0 0,-1-1 1 0 0,1 0-1 0 0,-1 1 0 0 0,0-2 1 0 0,0 2-1 0 0,0 0 0 0 0,0 0 1 0 0,0 1-1 0 0,0-1 0 0 0,-1 0 0 0 0,1 0 0 0 0,1 1 1 0 0,-1-1-1 0 0,0 0 0 0 0,0 1 0 0 0,0-1 1 0 0,0 1-1 0 0,0-1 0 0 0,0 1 0 0 0,0 0 0 0 0,1-1 1 0 0,-2 2-1 0 0,-6 5-6 0 0,0 1-1 0 0,-12 15 1 0 0,-10 22-17 0 0,1 2 0 0 0,-28 61-1 0 0,-35 107 36 0 0,82-192-8 0 0,-127 391 96 0 0,101-294-71 0 0,30-98-26 0 0,3-11-6 0 0,0-1 0 0 0,-1 1 0 0 0,-7 16 1 0 0,6-19 10 0 0,-3-2 2 0 0,8-6-8 0 0,-1 1-1 0 0,1-1 1 0 0,-1 0-1 0 0,0 1 0 0 0,1-1 1 0 0,-1 0-1 0 0,0 1 0 0 0,1-1 1 0 0,-1 0-1 0 0,0 0 0 0 0,1 0 1 0 0,-1 0-1 0 0,0 0 1 0 0,0 0-1 0 0,1 0 0 0 0,-1 0 1 0 0,0 0-1 0 0,1 0 0 0 0,-1 0 1 0 0,0 0-1 0 0,1 0 1 0 0,-1-1-1 0 0,0 1 0 0 0,1 0 1 0 0,-1-1-1 0 0,0 1 0 0 0,1 0 1 0 0,-1-1-1 0 0,1 1 0 0 0,-1-1 1 0 0,0 1-1 0 0,1 0 1 0 0,-1-1-1 0 0,1 0 0 0 0,0 1 1 0 0,-1-1-1 0 0,1 1 0 0 0,-1-1 1 0 0,1 0-1 0 0,-2-2-3 0 0,1 1 1 0 0,0-1-1 0 0,0 1 0 0 0,0-1 1 0 0,0 1-1 0 0,0-1 0 0 0,0 0 0 0 0,0-4 1 0 0,1-4-23 0 0,1 0 1 0 0,0 0 0 0 0,0 0-1 0 0,1 1 1 0 0,1-1 0 0 0,-1 0 0 0 0,2 1-1 0 0,0-1 1 0 0,0 1 0 0 0,9-17-1 0 0,3 0-31 0 0,2 0-1 0 0,28-35 1 0 0,-23 35 28 0 0,1 1 0 0 0,1 1 0 0 0,1 1 1 0 0,1 1-1 0 0,35-21 0 0 0,-46 33 13 0 0,1 1 0 0 0,0 1 1 0 0,0 1-1 0 0,1 1 0 0 0,0 0 1 0 0,0 1-1 0 0,1 1 0 0 0,-1 1 1 0 0,1 0-1 0 0,0 2 0 0 0,20-1 1 0 0,-29 3 4 0 0,1 1 0 0 0,-1 1 1 0 0,0 0-1 0 0,0 0 1 0 0,0 1-1 0 0,0 0 0 0 0,-1 1 1 0 0,1 0-1 0 0,16 10 0 0 0,-22-12 9 0 0,0 0-1 0 0,-1 1 0 0 0,0 0 0 0 0,0-1 0 0 0,0 1 0 0 0,0 0 0 0 0,0 1 0 0 0,0-1 0 0 0,-1 0 0 0 0,0 1 0 0 0,4 6 0 0 0,-5-7 6 0 0,0 0-1 0 0,0-1 1 0 0,-1 1-1 0 0,1 0 0 0 0,-1 0 1 0 0,0 0-1 0 0,0 0 0 0 0,0 0 1 0 0,0-1-1 0 0,0 1 1 0 0,0 0-1 0 0,-1 0 0 0 0,0 0 1 0 0,1 0-1 0 0,-1-1 1 0 0,0 1-1 0 0,0 0 0 0 0,-3 4 1 0 0,-1 0 7 0 0,1-1 0 0 0,-1 0 1 0 0,0-1-1 0 0,0 1 0 0 0,0-1 1 0 0,-1 0-1 0 0,0 0 1 0 0,0 0-1 0 0,0-1 0 0 0,-1 0 1 0 0,1 0-1 0 0,-15 5 0 0 0,2-1 15 0 0,-1-1-1 0 0,0-1 0 0 0,-31 5 1 0 0,36-9-6 0 0,0 1 1 0 0,0-2-1 0 0,-1 0 0 0 0,1-1 1 0 0,-29-4-1 0 0,40 4-25 0 0,0-1 0 0 0,0 0 0 0 0,0 0-1 0 0,0 0 1 0 0,0-1 0 0 0,0 1 0 0 0,0-1-1 0 0,0 0 1 0 0,1 0 0 0 0,-1 0 0 0 0,1-1-1 0 0,-1 1 1 0 0,1-1 0 0 0,0 0 0 0 0,0 0-1 0 0,0 0 1 0 0,0 0 0 0 0,1 0 0 0 0,-1-1 0 0 0,1 1-1 0 0,0-1 1 0 0,0 0 0 0 0,0 1 0 0 0,-2-9-1 0 0,3 11 3 0 0,1 0 0 0 0,0 0 0 0 0,-1 0 0 0 0,1 1 0 0 0,0-1 0 0 0,0 0 0 0 0,0 0 0 0 0,0 0 0 0 0,0 0 0 0 0,0 0 0 0 0,0 0 0 0 0,0 0 0 0 0,0 0 0 0 0,0 0 0 0 0,1 0 0 0 0,-1 0 0 0 0,0 1 0 0 0,1-1 0 0 0,-1 0-1 0 0,0 0 1 0 0,1 0 0 0 0,-1 0 0 0 0,1 1 0 0 0,0-1 0 0 0,-1 0 0 0 0,1 0 0 0 0,-1 1 0 0 0,1-1 0 0 0,0 1 0 0 0,0-1 0 0 0,-1 0 0 0 0,1 1 0 0 0,0-1 0 0 0,0 1 0 0 0,0 0 0 0 0,0-1 0 0 0,-1 1 0 0 0,1 0 0 0 0,0-1 0 0 0,0 1 0 0 0,0 0 0 0 0,0 0-1 0 0,0 0 1 0 0,0 0 0 0 0,0 0 0 0 0,0 0 0 0 0,1 0 0 0 0,2 1 3 0 0,1 0 0 0 0,-1 0-1 0 0,0 1 1 0 0,0-1 0 0 0,0 1-1 0 0,0 0 1 0 0,-1 0 0 0 0,1 0-1 0 0,0 1 1 0 0,-1-1 0 0 0,0 1-1 0 0,1 0 1 0 0,-1 0-1 0 0,0 0 1 0 0,-1 0 0 0 0,5 6-1 0 0,5 7 6 0 0,-2 0-1 0 0,11 21 1 0 0,18 42 18 0 0,-19-36 60 0 0,35 54 0 0 0,-50-89-54 0 0,2 0 0 0 0,-1-1-1 0 0,1 0 1 0 0,0-1-1 0 0,0 1 1 0 0,1-1 0 0 0,0-1-1 0 0,0 1 1 0 0,0-1-1 0 0,1-1 1 0 0,15 7 0 0 0,-18-10-416 0 0,1 0 0 0 0,-1-1 1 0 0,0 0-1 0 0,1 1 0 0 0,-1-2 0 0 0,0 1 1 0 0,1-1-1 0 0,-1 0 0 0 0,10-3 1 0 0,9-5-2598 0 0,-7 1-2760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2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57 1648 0 0,'-2'-15'5995'0'0,"1"4"-4206"0"0,-3-16 2969 0 0,4 26-4722 0 0,0 1 1 0 0,-1 0-1 0 0,1 0 0 0 0,0 0 0 0 0,0 0 0 0 0,0-1 0 0 0,0 1 1 0 0,0 0-1 0 0,0 0 0 0 0,0 0 0 0 0,0 0 0 0 0,-1 0 0 0 0,1-1 1 0 0,0 1-1 0 0,0 0 0 0 0,0 0 0 0 0,0 0 0 0 0,0 0 0 0 0,-1 0 1 0 0,1 0-1 0 0,0 0 0 0 0,0 0 0 0 0,0-1 0 0 0,-1 1 0 0 0,1 0 0 0 0,0 0 1 0 0,0 0-1 0 0,0 0 0 0 0,0 0 0 0 0,-1 0 0 0 0,1 0 0 0 0,0 0 1 0 0,0 0-1 0 0,0 0 0 0 0,-1 0 0 0 0,1 1 0 0 0,0-1 0 0 0,0 0 1 0 0,-1 0-1 0 0,-9 13-63 0 0,-6 9 218 0 0,-1-1 1 0 0,0 0-1 0 0,-2-1 0 0 0,0-1 1 0 0,-22 16-1 0 0,6-4-59 0 0,-77 83-361 0 0,78-72-2408 0 0,4 3-3506 0 0,20-30 666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3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1988 0 0,'28'-43'9433'0'0,"28"-55"581"0"0,-56 98-9997 0 0,1 1 1 0 0,-1-1-1 0 0,1 1 0 0 0,-1-1 0 0 0,0 1 0 0 0,1 0 1 0 0,-1-1-1 0 0,0 1 0 0 0,0-1 0 0 0,1 1 0 0 0,-1 0 1 0 0,0-1-1 0 0,0 1 0 0 0,0 0 0 0 0,0-1 0 0 0,0 1 0 0 0,0 0 1 0 0,-7 38 586 0 0,-24 112 1178 0 0,-13 184 1 0 0,41-302-1338 0 0,0-9-1930 0 0,3-7-5451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2972 0 0,'5'-76'11592'0'0,"-5"47"-9608"0"0,0 27-1839 0 0,0 2-218 0 0,0 0-1 0 0,0-1 1 0 0,0 1 0 0 0,0 0 0 0 0,1 0 0 0 0,-1-1-1 0 0,0 1 1 0 0,0 0 0 0 0,0 0 0 0 0,0-1-1 0 0,0 1 1 0 0,1 0 0 0 0,-1 0 0 0 0,0-1 0 0 0,0 1-1 0 0,1 0 1 0 0,-1 0 0 0 0,0 0 0 0 0,0 0-1 0 0,0-1 1 0 0,1 1 0 0 0,-1 0 0 0 0,0 0 0 0 0,1 0-1 0 0,-1 0 1 0 0,0 0 0 0 0,0 0 0 0 0,1 0 0 0 0,-1 0-1 0 0,0 0 1 0 0,0 0 0 0 0,1 0 0 0 0,18 22-6909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3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1 628 0 0,'0'7'1846'0'0,"-2"48"20858"0"0,2-55-22752 0 0,0 0 1 0 0,0 0-1 0 0,0 1 0 0 0,0-1 0 0 0,0 0 0 0 0,0 0 0 0 0,0 1 1 0 0,0-1-1 0 0,0 0 0 0 0,0 0 0 0 0,0 1 0 0 0,0-1 0 0 0,0 0 0 0 0,0 1 1 0 0,0-1-1 0 0,0 0 0 0 0,0 0 0 0 0,0 1 0 0 0,0-1 0 0 0,0 0 1 0 0,0 0-1 0 0,0 1 0 0 0,1-1 0 0 0,-1 0 0 0 0,0 0 0 0 0,0 0 0 0 0,0 1 1 0 0,1-1-1 0 0,-1 0 0 0 0,0 0 0 0 0,0 0 0 0 0,0 0 0 0 0,1 1 1 0 0,-1-1-1 0 0,12-2-2503 0 0,14-13-6379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4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21 324 3112 0 0,'0'-13'8972'0'0,"-1"2"-4198"0"0,2-7-424 0 0,-1 18-4328 0 0,1 0 0 0 0,-1-1 0 0 0,1 1 0 0 0,-1 0 0 0 0,1-1 0 0 0,-1 1 0 0 0,1 0 0 0 0,0-1 0 0 0,-1 1 0 0 0,1 0-1 0 0,0 0 1 0 0,-1 0 0 0 0,1 0 0 0 0,0 0 0 0 0,-1 0 0 0 0,1 0 0 0 0,-1 0 0 0 0,1 0 0 0 0,0 0 0 0 0,-1 0 0 0 0,1 0 0 0 0,0 0 0 0 0,-1 0 0 0 0,1 1-1 0 0,0-1 1 0 0,-1 0 0 0 0,1 0 0 0 0,-1 1 0 0 0,1-1 0 0 0,0 1 0 0 0,7 1 16 0 0,-1 1 0 0 0,0-2 0 0 0,1 1 0 0 0,0-1 0 0 0,-1 0 0 0 0,1-1 0 0 0,0 0 0 0 0,-1 0 0 0 0,1 0 0 0 0,0-1 1 0 0,-1 0-1 0 0,1-1 0 0 0,-1 0 0 0 0,1 0 0 0 0,-1 0 0 0 0,14-7 0 0 0,-11 3-3 0 0,1 0 0 0 0,-1-1 1 0 0,-1 0-1 0 0,1 0 0 0 0,-1-1 1 0 0,-1 0-1 0 0,1 0 0 0 0,-1-1 1 0 0,-1 0-1 0 0,10-16 0 0 0,-10 15-11 0 0,0 0-1 0 0,-2-1 0 0 0,1 0 1 0 0,-1 0-1 0 0,-1 0 0 0 0,0-1 0 0 0,0 1 1 0 0,-1-1-1 0 0,2-23 0 0 0,-5 33-30 0 0,1 1-1 0 0,-1-1 1 0 0,0 1 0 0 0,0-1-1 0 0,-1 1 1 0 0,1-1 0 0 0,0 1-1 0 0,0-1 1 0 0,-1 1 0 0 0,1-1-1 0 0,-1 1 1 0 0,1 0 0 0 0,-1-1 0 0 0,0 1-1 0 0,1 0 1 0 0,-1-1 0 0 0,0 1-1 0 0,0 0 1 0 0,0 0 0 0 0,0 0-1 0 0,0-1 1 0 0,0 1 0 0 0,-1 1-1 0 0,-1-3 1 0 0,1 3 0 0 0,0-1 0 0 0,0 0 0 0 0,-1 1 0 0 0,1-1 1 0 0,0 1-1 0 0,-1 0 0 0 0,1 0 0 0 0,0 0 0 0 0,-1 0 0 0 0,1 0 0 0 0,0 0 0 0 0,-1 1 1 0 0,1-1-1 0 0,-3 2 0 0 0,-6 1-4 0 0,-1 2 0 0 0,1 0 0 0 0,0 0 0 0 0,-18 12 0 0 0,11-3 19 0 0,1-1-1 0 0,0 2 0 0 0,1 0 0 0 0,1 1 1 0 0,0 1-1 0 0,2 0 0 0 0,-1 1 0 0 0,2 1 0 0 0,1 0 1 0 0,0 0-1 0 0,1 1 0 0 0,1 0 0 0 0,1 1 0 0 0,1 0 1 0 0,1 0-1 0 0,-6 37 0 0 0,11-49 42 0 0,1 0 1 0 0,0 0-1 0 0,0 1 1 0 0,1-1-1 0 0,0-1 0 0 0,1 1 1 0 0,0 0-1 0 0,0 0 1 0 0,1 0-1 0 0,0-1 0 0 0,0 0 1 0 0,1 1-1 0 0,0-1 1 0 0,1-1-1 0 0,0 1 0 0 0,0-1 1 0 0,0 1-1 0 0,1-1 0 0 0,0-1 1 0 0,1 1-1 0 0,-1-1 1 0 0,1-1-1 0 0,0 1 0 0 0,1-1 1 0 0,-1 0-1 0 0,12 5 1 0 0,-3-1 79 0 0,1-1 0 0 0,0-1 0 0 0,0 0 0 0 0,1-2 0 0 0,0 0 0 0 0,0 0 0 0 0,0-2 0 0 0,0 0 0 0 0,1-2 0 0 0,-1 0 0 0 0,27-1 0 0 0,-42-1-449 0 0,-1 1 0 0 0,1-1 0 0 0,0 1 0 0 0,-1-1 0 0 0,1 0 0 0 0,0 0-1 0 0,-1 0 1 0 0,1 0 0 0 0,-1 0 0 0 0,0-1 0 0 0,3-1 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2176 0 0,'29'-8'21303'0'0,"-19"5"-17620"0"0,-5 1-5050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6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721 86 16 0 0,'2'-11'5809'0'0,"-2"8"-5101"0"0,0 0-1 0 0,-1 0 1 0 0,1 0-1 0 0,-1 1 0 0 0,0-1 1 0 0,0 0-1 0 0,0 0 1 0 0,0 0-1 0 0,-1 0 1 0 0,-1-2-1 0 0,2 3-169 0 0,1 2-510 0 0,0 0 0 0 0,0 0-1 0 0,0-1 1 0 0,0 1 0 0 0,-1 0-1 0 0,1 0 1 0 0,0-1 0 0 0,0 1-1 0 0,0 0 1 0 0,0 0 0 0 0,-1-1-1 0 0,1 1 1 0 0,0 0 0 0 0,0 0-1 0 0,0 0 1 0 0,-1 0 0 0 0,1-1-1 0 0,0 1 1 0 0,0 0 0 0 0,-1 0-1 0 0,1 0 1 0 0,0 0 0 0 0,0 0-1 0 0,-1 0 1 0 0,1 0 0 0 0,0 0-1 0 0,0 0 1 0 0,-1 0 0 0 0,1 0-1 0 0,0 0 1 0 0,0 0 0 0 0,-1 0-1 0 0,1 0 1 0 0,0 0 0 0 0,0 0-1 0 0,-1 0 1 0 0,1 0 0 0 0,0 0-1 0 0,-1 0 1 0 0,1 0 0 0 0,0 0-1 0 0,0 0 1 0 0,0 1 0 0 0,-1-1-1 0 0,1 0 1 0 0,0 0 0 0 0,0 0-1 0 0,-1 0 1 0 0,1 1 0 0 0,0-1-1 0 0,0 0 1 0 0,0 1 0 0 0,-13 9 819 0 0,-13 27 442 0 0,2 0-1 0 0,-34 73 1 0 0,18-33-534 0 0,-418 810 2519 0 0,386-747-2294 0 0,72-139-955 0 0,0-1 0 0 0,0 1 0 0 0,0-1 0 0 0,0 0 0 0 0,0 1 0 0 0,0-1 0 0 0,-1 0 0 0 0,1 1 0 0 0,0-1 0 0 0,0 0 0 0 0,0 1 0 0 0,0-1 1 0 0,-1 0-1 0 0,1 0 0 0 0,0 1 0 0 0,0-1 0 0 0,-1 0 0 0 0,1 0 0 0 0,0 1 0 0 0,-1-1 0 0 0,1 0 0 0 0,0 0 0 0 0,-1 0 0 0 0,1 1 0 0 0,0-1 0 0 0,-1 0 0 0 0,1 0 0 0 0,-1 0 0 0 0,-1-10 177 0 0,5-18-192 0 0,41-109-180 0 0,66-140 0 0 0,-78 203 15 0 0,118-264-452 0 0,-105 251 358 0 0,98-144 0 0 0,-123 203 174 0 0,39-39 1 0 0,-52 59 55 0 0,0 1 1 0 0,0 1-1 0 0,1-1 1 0 0,0 1-1 0 0,0 1 1 0 0,1-1 0 0 0,0 2-1 0 0,0-1 1 0 0,18-6-1 0 0,-25 11 18 0 0,0-1 0 0 0,0 1-1 0 0,0 0 1 0 0,0-1 0 0 0,0 1 0 0 0,0 0 0 0 0,0 0-1 0 0,0 0 1 0 0,0 1 0 0 0,0-1 0 0 0,0 1-1 0 0,0-1 1 0 0,0 1 0 0 0,0-1 0 0 0,0 1-1 0 0,-1 0 1 0 0,1 0 0 0 0,3 2 0 0 0,-2-1 7 0 0,0 1 1 0 0,-1-1 0 0 0,1 1 0 0 0,-1 0-1 0 0,0-1 1 0 0,0 1 0 0 0,0 0 0 0 0,0 1-1 0 0,2 5 1 0 0,1 2 15 0 0,-2 1 1 0 0,1 0-1 0 0,-1 0 0 0 0,2 24 0 0 0,-2 21 173 0 0,-1 0 1 0 0,-10 80 0 0 0,-26 114 818 0 0,6-59-451 0 0,18-115-390 0 0,2-29-83 0 0,3 1 0 0 0,1-1-1 0 0,5 67 1 0 0,-1-115-85 0 0,0 1 0 0 0,0 0 0 0 0,1 0 0 0 0,-1 0 0 0 0,1-1 0 0 0,-1 1 0 0 0,0 0 0 0 0,1 0 0 0 0,0-1 0 0 0,-1 1 0 0 0,1 0 0 0 0,-1-1 0 0 0,1 1 0 0 0,0-1 0 0 0,-1 1 0 0 0,1-1 0 0 0,0 1 0 0 0,-1-1 0 0 0,1 1 0 0 0,0-1 0 0 0,0 0 0 0 0,0 1 0 0 0,-1-1 0 0 0,1 0 0 0 0,0 0 0 0 0,0 0 0 0 0,0 1 0 0 0,0-1-1 0 0,0 0 1 0 0,-1 0 0 0 0,1 0 0 0 0,0 0 0 0 0,0-1 0 0 0,0 1 0 0 0,0 0 0 0 0,0 0 0 0 0,-1 0 0 0 0,1-1 0 0 0,0 1 0 0 0,0 0 0 0 0,0-1 0 0 0,0 0 0 0 0,9-6-5 0 0,0-1 1 0 0,0 1-1 0 0,-1-2 0 0 0,0 1 0 0 0,-1-2 1 0 0,0 1-1 0 0,-1-1 0 0 0,12-19 0 0 0,-6 6-37 0 0,0-2-1 0 0,-2 1 1 0 0,9-28-1 0 0,-18 46 7 0 0,-1 1 0 0 0,1-1 0 0 0,-1 1-1 0 0,0-1 1 0 0,-1 0 0 0 0,1 0 0 0 0,-1 1 0 0 0,0-1-1 0 0,-1 0 1 0 0,1 0 0 0 0,-1 1 0 0 0,0-1 0 0 0,0 1 0 0 0,-1-1-1 0 0,0 1 1 0 0,0-1 0 0 0,0 1 0 0 0,-1 0 0 0 0,1 0-1 0 0,-1 0 1 0 0,0 0 0 0 0,-1 0 0 0 0,-3-4 0 0 0,-1 1-20 0 0,0 1-1 0 0,0 0 1 0 0,-1 0 0 0 0,1 1 0 0 0,-2 0 0 0 0,1 1 0 0 0,0 0 0 0 0,-1 0-1 0 0,0 1 1 0 0,0 0 0 0 0,-17-3 0 0 0,-13-2-15 0 0,-1 2-1 0 0,-78-2 1 0 0,-85 12 13 0 0,137-1 46 0 0,-125 0-118 0 0,189-2 55 0 0,10-8-539 0 0,-6 7 580 0 0,0 0 1 0 0,-1 0-1 0 0,1 0 0 0 0,0 0 0 0 0,0 0 0 0 0,0 0 1 0 0,0 0-1 0 0,0 1 0 0 0,0-1 0 0 0,0 0 1 0 0,0 1-1 0 0,1-1 0 0 0,-1 1 0 0 0,0-1 0 0 0,2 0 1 0 0,68-19-2600 0 0,129-19 1 0 0,76 9-7643 0 0,-200 22 3829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20 1212 0 0,'-22'0'5975'0'0,"-2"0"2191"0"0,15 0-5577 0 0,9-1-2547 0 0,1 1 1 0 0,-1-1 0 0 0,1 1 0 0 0,0-1 0 0 0,-1 1 0 0 0,1-1 0 0 0,0 1-1 0 0,0-1 1 0 0,-1 1 0 0 0,1-1 0 0 0,0 1 0 0 0,0 0 0 0 0,0-1 0 0 0,1 1-1 0 0,328-13-247 0 0,-259 16-3562 0 0,-1 4-3388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7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1 316 0 0,'-164'69'18176'0'0,"159"-65"-16639"0"0,13-2-1173 0 0,17-2-258 0 0,235-12-1263 0 0,-144 8-1828 0 0,-1-2-3530 0 0,-49-1-923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8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1051 132 1504 0 0,'16'-12'3621'0'0,"-1"-1"0"0"0,-1 0 0 0 0,19-22 761 0 0,-33 35-4269 0 0,1-1 1 0 0,0 1-1 0 0,-1-1 1 0 0,1 1 0 0 0,0-1-1 0 0,-1 0 1 0 0,1 1-1 0 0,-1-1 1 0 0,1 0-1 0 0,-1 0 1 0 0,1 1-1 0 0,-1-1 1 0 0,0 0-1 0 0,1 0 1 0 0,-1 0-1 0 0,0 0 1 0 0,0 1-1 0 0,1-1 1 0 0,-1 0 0 0 0,0 0-1 0 0,0 0 1 0 0,0 0-1 0 0,0 0 1 0 0,0 0-1 0 0,0 1 1 0 0,0-1-1 0 0,-1 0 1 0 0,1 0-1 0 0,0 0 1 0 0,0 0-1 0 0,-1 0 1 0 0,1 1-1 0 0,0-1 1 0 0,-2-1 0 0 0,-1-1-59 0 0,0 0 0 0 0,-1 0 1 0 0,0 0-1 0 0,0 1 0 0 0,1-1 1 0 0,-1 1-1 0 0,-1 0 0 0 0,1 0 0 0 0,0 1 1 0 0,0-1-1 0 0,-1 1 0 0 0,1 0 1 0 0,-9-1-1 0 0,5 1-36 0 0,0 1 0 0 0,0 1 0 0 0,0-1 0 0 0,0 1 0 0 0,0 0 0 0 0,0 1 0 0 0,-11 3 0 0 0,6 0-16 0 0,0 0 0 0 0,0 1 0 0 0,1 0-1 0 0,0 1 1 0 0,0 0 0 0 0,0 1-1 0 0,1 0 1 0 0,0 1 0 0 0,-9 10 0 0 0,4-1 13 0 0,2 1-1 0 0,0 0 1 0 0,1 1 0 0 0,1 0 0 0 0,-15 36 0 0 0,-34 116 632 0 0,47-116-183 0 0,2 1 0 0 0,-7 75-1 0 0,5 117 828 0 0,-2 14-374 0 0,-110 536 1442 0 0,-19-160-444 0 0,86-394-1191 0 0,-21 125 48 0 0,-22 87 196 0 0,4-97-969 0 0,76-266 0 0 0,22-93 0 0 0,-1 0 0 0 0,1 1 0 0 0,0-1 0 0 0,0 1 0 0 0,-1-1 0 0 0,1 1 0 0 0,0-1 0 0 0,1 0 0 0 0,-1 1 0 0 0,0-1 0 0 0,0 1 0 0 0,0-1 0 0 0,1 0 0 0 0,-1 1 0 0 0,1-1 0 0 0,-1 0 0 0 0,1 1 0 0 0,-1-1 0 0 0,1 0 0 0 0,0 0 0 0 0,0 0 0 0 0,0 1 0 0 0,0-1 0 0 0,0 0 0 0 0,0 0 0 0 0,0 0 0 0 0,0-1 0 0 0,0 1 0 0 0,0 0 0 0 0,0 0 0 0 0,0 0 0 0 0,1-1 0 0 0,0 1 0 0 0,3 1 0 0 0,0-1 0 0 0,0 0 0 0 0,1 0 0 0 0,-1 0 0 0 0,0-1 0 0 0,8 0 0 0 0,-5 0 0 0 0,62 0-1246 0 0,82-10-1 0 0,70-20-3271 0 0,-146 18 3292 0 0,132-30-9999 0 0,-97 12 324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29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49 2048 0 0,'0'-12'14392'0'0,"0"10"-14362"0"0,1 1 0 0 0,-1-1 0 0 0,1 1 0 0 0,-1 0 0 0 0,1-1 0 0 0,0 1 1 0 0,0 0-1 0 0,-1 0 0 0 0,1-1 0 0 0,0 1 0 0 0,0 0 0 0 0,0 0 0 0 0,0 0 1 0 0,1 0-1 0 0,-1 0 0 0 0,0 1 0 0 0,0-1 0 0 0,1 0 0 0 0,-1 0 1 0 0,0 1-1 0 0,1-1 0 0 0,-1 1 0 0 0,0-1 0 0 0,1 1 0 0 0,1-1 0 0 0,40-8 33 0 0,-33 8-53 0 0,-1 0-1 0 0,1 1 1 0 0,-1 0-1 0 0,1 1 1 0 0,-1 0-1 0 0,1 0 1 0 0,-1 1-1 0 0,0 0 1 0 0,0 1-1 0 0,13 5 1 0 0,-18-7-5 0 0,-1 1 1 0 0,1 0-1 0 0,-1 0 0 0 0,1 0 1 0 0,-1 1-1 0 0,0-1 0 0 0,0 1 1 0 0,0 0-1 0 0,0-1 1 0 0,-1 1-1 0 0,1 0 0 0 0,-1 1 1 0 0,1-1-1 0 0,-1 0 1 0 0,0 1-1 0 0,-1-1 0 0 0,1 1 1 0 0,-1 0-1 0 0,1 0 1 0 0,-1-1-1 0 0,0 1 0 0 0,0 0 1 0 0,-1 0-1 0 0,1 0 0 0 0,-1 0 1 0 0,0 0-1 0 0,0 4 1 0 0,-2 4 38 0 0,0-1 1 0 0,0 0-1 0 0,-1 0 1 0 0,0-1-1 0 0,-1 1 1 0 0,-1-1-1 0 0,0 0 1 0 0,0 0 0 0 0,0 0-1 0 0,-8 9 1 0 0,-13 16 475 0 0,-35 37 1 0 0,59-70-491 0 0,-58 60 812 0 0,-11 13-229 0 0,70-74-598 0 0,0 0 1 0 0,1 0-1 0 0,-1 0 1 0 0,0 0-1 0 0,0 0 1 0 0,0 0-1 0 0,1 0 1 0 0,-1 0-1 0 0,0 0 1 0 0,1 1-1 0 0,-1-1 1 0 0,1 0-1 0 0,0 0 1 0 0,-1 3-1 0 0,2-4-9 0 0,-1 1 0 0 0,1 0 0 0 0,0-1 0 0 0,0 1-1 0 0,0-1 1 0 0,0 0 0 0 0,0 1 0 0 0,0-1 0 0 0,0 0-1 0 0,0 0 1 0 0,0 1 0 0 0,0-1 0 0 0,0 0 0 0 0,0 0-1 0 0,0 0 1 0 0,0 0 0 0 0,0 0 0 0 0,0 0 0 0 0,0-1-1 0 0,0 1 1 0 0,1 0 0 0 0,170-19 114 0 0,22-2-123 0 0,-82 11 208 0 0,41 0-3186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43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45 144 1012 0 0,'0'0'1234'0'0,"-5"-12"2175"0"0,-29-21 3247 0 0,33 33-6628 0 0,1 0 0 0 0,0-1 1 0 0,-1 1-1 0 0,1 0 0 0 0,0 0 0 0 0,-1-1 0 0 0,1 1 1 0 0,0 0-1 0 0,-1 0 0 0 0,1-1 0 0 0,0 1 0 0 0,0 0 0 0 0,0-1 1 0 0,-1 1-1 0 0,1 0 0 0 0,0-1 0 0 0,0 1 0 0 0,0 0 1 0 0,0-1-1 0 0,-1 1 0 0 0,1 0 0 0 0,0-1 0 0 0,0 1 0 0 0,0-1 1 0 0,0 1-1 0 0,0 0 0 0 0,0-1 0 0 0,0 1 0 0 0,0-1 0 0 0,0 1 1 0 0,0 0-1 0 0,0-1 0 0 0,0 1 0 0 0,1-1 0 0 0,-1 1 1 0 0,7-18 341 0 0,0 12-355 0 0,1 0 0 0 0,0 0 0 0 0,0 1 0 0 0,1 0 0 0 0,-1 1 0 0 0,1-1 0 0 0,0 2 0 0 0,0-1 0 0 0,13-2 0 0 0,0 0-13 0 0,1 2 0 0 0,-1 0 0 0 0,25 0 0 0 0,-36 4-1 0 0,1 0 1 0 0,-1 0-1 0 0,1 1 1 0 0,-1 0-1 0 0,1 1 1 0 0,15 5-1 0 0,-24-7 4 0 0,0 1 0 0 0,-1 0 0 0 0,1 0 0 0 0,-1 0 0 0 0,0 1 0 0 0,1-1 0 0 0,-1 0 0 0 0,0 1 0 0 0,0 0 0 0 0,1-1 0 0 0,-1 1 0 0 0,-1 0 0 0 0,1 0 0 0 0,0 0-1 0 0,0 0 1 0 0,-1 0 0 0 0,1 1 0 0 0,-1-1 0 0 0,0 0 0 0 0,0 1 0 0 0,1-1 0 0 0,-2 1 0 0 0,1-1 0 0 0,0 1 0 0 0,0 0 0 0 0,-1-1 0 0 0,0 1 0 0 0,1 0 0 0 0,-1-1-1 0 0,0 1 1 0 0,0 0 0 0 0,-1 3 0 0 0,-1 6 7 0 0,-1-1-1 0 0,-1 0 0 0 0,1 0 1 0 0,-2-1-1 0 0,1 1 0 0 0,-2-1 1 0 0,1 0-1 0 0,-1 0 0 0 0,-13 15 1 0 0,-8 8 34 0 0,-37 35 0 0 0,56-60-20 0 0,7-8-27 0 0,0 1-1 0 0,0-1 1 0 0,0 1-1 0 0,0-1 1 0 0,1 1 0 0 0,-1 0-1 0 0,0 0 1 0 0,0-1 0 0 0,1 1-1 0 0,-1 0 1 0 0,0 0 0 0 0,1 0-1 0 0,-1 0 1 0 0,1 0-1 0 0,-1 0 1 0 0,1 0 0 0 0,-1 0-1 0 0,1 0 1 0 0,0 0 0 0 0,0 0-1 0 0,-1 0 1 0 0,1 0-1 0 0,0 0 1 0 0,0 0 0 0 0,0 0-1 0 0,0 0 1 0 0,0 2 0 0 0,1-2-23 0 0,2 0 14 0 0,54 6-44 0 0,-36-5 38 0 0,0 2 0 0 0,0 1 0 0 0,0 0 0 0 0,-1 1 0 0 0,0 2 0 0 0,0 0 0 0 0,-1 1 0 0 0,0 0 0 0 0,21 15 0 0 0,-38-22 33 0 0,1 0 0 0 0,0 0-1 0 0,-1 0 1 0 0,0 1 0 0 0,1-1-1 0 0,-1 0 1 0 0,0 1 0 0 0,0 0-1 0 0,0-1 1 0 0,-1 1 0 0 0,1 0-1 0 0,-1 0 1 0 0,1 0 0 0 0,-1 0-1 0 0,0 0 1 0 0,0 0 0 0 0,0 0 0 0 0,0 6-1 0 0,-1-4 23 0 0,0-1 1 0 0,-1 0-1 0 0,1 0 0 0 0,-1 0 0 0 0,0 0 0 0 0,0 0 0 0 0,-1 0 1 0 0,1 0-1 0 0,-1 0 0 0 0,0 0 0 0 0,0-1 0 0 0,-5 8 0 0 0,-1-1 120 0 0,-1 1 1 0 0,-1-1-1 0 0,0 0 0 0 0,0-1 0 0 0,-1 0 0 0 0,0-1 0 0 0,-22 12 0 0 0,20-13-92 0 0,-1-2 0 0 0,0 1 0 0 0,0-2 0 0 0,0 0-1 0 0,-1-1 1 0 0,1 0 0 0 0,-1-1 0 0 0,0-1 0 0 0,0 0 0 0 0,1-1 0 0 0,-1-1-1 0 0,0 0 1 0 0,0-1 0 0 0,1 0 0 0 0,-1-2 0 0 0,1 1 0 0 0,0-2 0 0 0,0 0-1 0 0,0 0 1 0 0,1-2 0 0 0,-25-14 0 0 0,31 16-57 0 0,1 1-15 0 0,1 0 0 0 0,-1 0 0 0 0,1-1 0 0 0,-8-7 0 0 0,12 10-97 0 0,1 2 34 0 0,0-1 0 0 0,0 1 0 0 0,0-1 0 0 0,0 1 0 0 0,0-1 0 0 0,0 1 0 0 0,0-1 1 0 0,0 1-1 0 0,1-1 0 0 0,-1 1 0 0 0,0-1 0 0 0,0 1 0 0 0,1 0 0 0 0,-1-1 1 0 0,0 1-1 0 0,0-1 0 0 0,1 1 0 0 0,-1 0 0 0 0,1-1 0 0 0,-1 1 0 0 0,0 0 0 0 0,1 0 1 0 0,-1-1-1 0 0,1 1 0 0 0,-1 0 0 0 0,0 0 0 0 0,1-1 0 0 0,-1 1 0 0 0,1 0 0 0 0,-1 0 1 0 0,1 0-1 0 0,-1 0 0 0 0,1 0 0 0 0,0 0 0 0 0,22-1-7435 0 0,-7 3 2360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43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60 100 1468 0 0,'12'-26'4157'0'0,"-5"10"-1517"0"0,0-1 1 0 0,7-23 1038 0 0,-15 43-3089 0 0,-14 33 74 0 0,0-12-466 0 0,1 1-1 0 0,-17 41 0 0 0,26-53-171 0 0,1 0-1 0 0,0 0 1 0 0,1 0-1 0 0,0 0 1 0 0,1 0-1 0 0,0 0 1 0 0,1 23 0 0 0,1-32-18 0 0,1 0 0 0 0,-1 0 1 0 0,1-1-1 0 0,0 1 1 0 0,0 0-1 0 0,0 0 1 0 0,1-1-1 0 0,-1 1 1 0 0,1 0-1 0 0,0-1 1 0 0,0 1-1 0 0,0-1 1 0 0,1 0-1 0 0,-1 0 0 0 0,1 0 1 0 0,3 3-1 0 0,-1-2 1 0 0,0 0-1 0 0,1 0 0 0 0,0 0 0 0 0,-1-1 1 0 0,1 0-1 0 0,0 0 0 0 0,1-1 0 0 0,-1 0 1 0 0,7 2-1 0 0,3-1 4 0 0,0 0 0 0 0,1-1-1 0 0,-1-1 1 0 0,1-1 0 0 0,0 0 0 0 0,-1-1-1 0 0,17-3 1 0 0,-15 0 51 0 0,-1 0-1 0 0,-1-1 0 0 0,1-1 0 0 0,-1 0 1 0 0,0-1-1 0 0,0-1 0 0 0,-1 0 1 0 0,0-1-1 0 0,0-1 0 0 0,-1 0 1 0 0,-1-1-1 0 0,1-1 0 0 0,-2 0 1 0 0,0-1-1 0 0,0 0 0 0 0,-1 0 0 0 0,-1-2 1 0 0,0 1-1 0 0,-1-1 0 0 0,-1 0 1 0 0,13-31-1 0 0,-9 13 1144 0 0,-10 25-807 0 0,-8 23-127 0 0,-25 79 288 0 0,-26 137 0 0 0,23-86-513 0 0,34-142-86 0 0,-52 199-3216 0 0,13-68-4744 0 0,18-70 325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46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49 592 0 0,'1'-9'1899'0'0,"1"0"-1"0"0,0 0 1 0 0,4-12 2330 0 0,-3 36-3332 0 0,-34 106 405 0 0,19-83-1087 0 0,-12 76-1 0 0,23-110-200 0 0,1 1-1 0 0,0-1 1 0 0,0 0-1 0 0,0 1 1 0 0,0-1-1 0 0,1 1 1 0 0,-1-1-1 0 0,1 0 1 0 0,0 0-1 0 0,0 1 1 0 0,1-1-1 0 0,-1 0 1 0 0,1 0-1 0 0,0 0 1 0 0,4 6-1 0 0,-3-7-2 0 0,0 0 0 0 0,-1-1 0 0 0,1 1 0 0 0,1 0 0 0 0,-1-1 0 0 0,0 0 0 0 0,1 0 0 0 0,-1 0 0 0 0,1 0 0 0 0,0 0 0 0 0,-1-1 0 0 0,1 1-1 0 0,0-1 1 0 0,0 0 0 0 0,0 0 0 0 0,7 0 0 0 0,-2 0-8 0 0,0-1 1 0 0,0 1-1 0 0,0-2 0 0 0,0 1 0 0 0,0-1 0 0 0,-1-1 1 0 0,1 1-1 0 0,0-2 0 0 0,-1 1 0 0 0,1-1 0 0 0,-1 0 1 0 0,0-1-1 0 0,0 0 0 0 0,0 0 0 0 0,-1-1 0 0 0,1 0 0 0 0,-1 0 1 0 0,0-1-1 0 0,10-10 0 0 0,-2-1 40 0 0,-2 1 1 0 0,0-2-1 0 0,-1 0 0 0 0,-1 0 0 0 0,-1-1 1 0 0,0 0-1 0 0,6-21 0 0 0,8-21 873 0 0,-24 60-448 0 0,1 3-405 0 0,-1 0-1 0 0,0 0 1 0 0,0 1-1 0 0,0-1 0 0 0,0 0 1 0 0,0 0-1 0 0,0 1 1 0 0,-1-1-1 0 0,1 0 0 0 0,-1 0 1 0 0,0 3-1 0 0,0-1 91 0 0,-81 319 1934 0 0,9-47-3444 0 0,73-273 1102 0 0,-6 33-2037 0 0,6-34 1967 0 0,0-1 1 0 0,0 1 0 0 0,0-1-1 0 0,0 1 1 0 0,1-1 0 0 0,-1 0-1 0 0,0 1 1 0 0,1-1 0 0 0,-1 1-1 0 0,0-1 1 0 0,1 0 0 0 0,0 1-1 0 0,-1-1 1 0 0,1 0 0 0 0,0 0-1 0 0,0 1 1 0 0,-1-1 0 0 0,1 0-1 0 0,0 0 1 0 0,0 0 0 0 0,0 0-1 0 0,2 1 1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46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1 195 748 0 0,'2'-16'5151'0'0,"5"-21"1335"0"0,-6 31-5940 0 0,0 1-1 0 0,0 1 1 0 0,1-1-1 0 0,0 0 1 0 0,0 0-1 0 0,1 1 1 0 0,-1-1-1 0 0,5-5 1 0 0,-2 5-370 0 0,0 0 0 0 0,0 0 0 0 0,0 1 0 0 0,1 0 0 0 0,-1 0 0 0 0,1 1 0 0 0,0 0 0 0 0,0 0 0 0 0,1 0 0 0 0,-1 0 0 0 0,10-2 0 0 0,10-1-6 0 0,42-5 0 0 0,-51 8-75 0 0,215-22-1470 0 0,-203 24-1363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46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0 568 0 0,'-4'0'1829'0'0,"-12"2"-794"0"0,0 0 1 0 0,0 1-1 0 0,0 1 0 0 0,1 0 1 0 0,-1 1-1 0 0,1 1 0 0 0,-21 11 1 0 0,25-11-737 0 0,-1 1 0 0 0,2 0 0 0 0,-1 0 0 0 0,1 1 0 0 0,0 0 0 0 0,1 1 0 0 0,0 0 1 0 0,0 1-1 0 0,1 0 0 0 0,-9 14 0 0 0,14-20-213 0 0,0 1 89 0 0,0 0 0 0 0,-1 1 0 0 0,2 0-1 0 0,-1-1 1 0 0,1 1 0 0 0,-4 12 0 0 0,6-17-153 0 0,0 1 1 0 0,0-1-1 0 0,0 1 0 0 0,0-1 1 0 0,1 1-1 0 0,-1-1 0 0 0,0 1 1 0 0,1-1-1 0 0,-1 1 0 0 0,1-1 1 0 0,-1 1-1 0 0,1-1 0 0 0,0 0 1 0 0,0 1-1 0 0,0-1 0 0 0,-1 0 1 0 0,1 0-1 0 0,0 0 0 0 0,0 0 1 0 0,1 0-1 0 0,-1 0 0 0 0,0 0 1 0 0,0 0-1 0 0,0 0 0 0 0,1 0 1 0 0,-1 0-1 0 0,0-1 0 0 0,1 1 1 0 0,-1-1-1 0 0,1 1 0 0 0,-1-1 1 0 0,1 1-1 0 0,2-1 0 0 0,15 4 28 0 0,1-1 0 0 0,0 0-1 0 0,0-2 1 0 0,0 0-1 0 0,0-2 1 0 0,37-4-1 0 0,10-1 17 0 0,-62 6-65 0 0,16-1 144 0 0,0 1-1 0 0,0 0 1 0 0,36 6-1 0 0,-51-5-111 0 0,-1 1-1 0 0,1 0 1 0 0,0-1-1 0 0,-1 2 1 0 0,1-1-1 0 0,-1 0 1 0 0,0 1-1 0 0,0 0 1 0 0,0 1-1 0 0,0-1 1 0 0,-1 1-1 0 0,1 0 1 0 0,-1 0-1 0 0,0 0 1 0 0,0 0-1 0 0,0 1 1 0 0,-1 0-1 0 0,4 5 1 0 0,-4-5 37 0 0,-1-1 0 0 0,0 1-1 0 0,0 0 1 0 0,0 0 0 0 0,0 0 0 0 0,-1 0 0 0 0,0 0 0 0 0,0 0-1 0 0,0 1 1 0 0,0-1 0 0 0,-1 0 0 0 0,0 1 0 0 0,0-1 0 0 0,-1 0-1 0 0,0 0 1 0 0,-1 7 0 0 0,0-4 4 0 0,-1-1 0 0 0,0 0 0 0 0,0 0 0 0 0,-1 0 1 0 0,0-1-1 0 0,0 1 0 0 0,-1-1 0 0 0,1 0 0 0 0,-1 0 0 0 0,-11 10 0 0 0,8-10 19 0 0,0 1 0 0 0,0-1 0 0 0,0 0 0 0 0,-1-1-1 0 0,0 0 1 0 0,0 0 0 0 0,-1-1 0 0 0,1 0 0 0 0,-1-1 0 0 0,0 0 0 0 0,0 0 0 0 0,0-1-1 0 0,0 0 1 0 0,0-1 0 0 0,0-1 0 0 0,-1 1 0 0 0,1-1 0 0 0,0-1 0 0 0,-1 0-1 0 0,-17-4 1 0 0,-16-7 65 0 0,-60-23-1 0 0,37 11-1384 0 0,64 23 598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47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540 139 2148 0 0,'13'-22'3605'0'0,"-1"-1"0"0"0,-2 0 0 0 0,13-36 0 0 0,-23 59-3576 0 0,0-1-1 0 0,0 1 1 0 0,0 0 0 0 0,0-1-1 0 0,0 1 1 0 0,0 0 0 0 0,0-1-1 0 0,0 1 1 0 0,0 0 0 0 0,0-1-1 0 0,0 1 1 0 0,0 0 0 0 0,0-1-1 0 0,0 1 1 0 0,0 0 0 0 0,0-1-1 0 0,-1 1 1 0 0,1 0-1 0 0,0-1 1 0 0,0 1 0 0 0,0 0-1 0 0,0 0 1 0 0,-1-1 0 0 0,1 1-1 0 0,0 0 1 0 0,0 0 0 0 0,-1-1-1 0 0,1 1 1 0 0,0 0 0 0 0,0 0-1 0 0,-1-1 1 0 0,1 1 0 0 0,0 0-1 0 0,-1 0 1 0 0,1 0-1 0 0,0 0 1 0 0,-1 0 0 0 0,1 0-1 0 0,0-1 1 0 0,-1 1 0 0 0,0 0-1 0 0,-11 0 219 0 0,6 2-169 0 0,0 0-1 0 0,-1 1 1 0 0,1 0-1 0 0,0 0 0 0 0,0 0 1 0 0,0 1-1 0 0,1 0 0 0 0,-1 0 1 0 0,1 0-1 0 0,-8 9 1 0 0,5-6-14 0 0,-28 26 204 0 0,2 1-1 0 0,-43 54 1 0 0,59-64-184 0 0,1 1 1 0 0,1 1 0 0 0,1 0 0 0 0,1 1-1 0 0,-10 30 1 0 0,20-48-62 0 0,1 0 0 0 0,1 1 0 0 0,0-1 0 0 0,0 1 0 0 0,1 0-1 0 0,0-1 1 0 0,0 1 0 0 0,1 0 0 0 0,1-1 0 0 0,0 1 0 0 0,2 12 0 0 0,-1-14-7 0 0,0-1 1 0 0,1 0 0 0 0,0 0 0 0 0,0-1 0 0 0,0 1-1 0 0,1 0 1 0 0,0-1 0 0 0,0 0 0 0 0,1 0 0 0 0,-1 0 0 0 0,1-1-1 0 0,1 0 1 0 0,-1 1 0 0 0,1-2 0 0 0,8 7 0 0 0,-1-3 1 0 0,0-1-1 0 0,1 0 1 0 0,0-1 0 0 0,0 0 0 0 0,0-2 0 0 0,1 1 0 0 0,-1-2 0 0 0,1 0 0 0 0,0 0 0 0 0,0-1 0 0 0,1-1 0 0 0,-1-1 0 0 0,0 0 0 0 0,0-1 0 0 0,0-1 0 0 0,0 0 0 0 0,15-5 0 0 0,-25 6-13 0 0,-1-1 1 0 0,0 0-1 0 0,0 0 0 0 0,1-1 0 0 0,-2 1 1 0 0,1-1-1 0 0,0 0 0 0 0,0 0 1 0 0,-1 0-1 0 0,0 0 0 0 0,0-1 0 0 0,0 1 1 0 0,4-7-1 0 0,-7 9-3 0 0,1 0 0 0 0,-1-1-1 0 0,0 1 1 0 0,1-1 0 0 0,-1 1 0 0 0,0-1 0 0 0,0 1-1 0 0,0-1 1 0 0,0 1 0 0 0,-1-1 0 0 0,1 1 0 0 0,0 0-1 0 0,-1-1 1 0 0,1 1 0 0 0,-1-1 0 0 0,1 1 0 0 0,-1 0-1 0 0,1-1 1 0 0,-1 1 0 0 0,0 0 0 0 0,0 0 0 0 0,0-1-1 0 0,0 1 1 0 0,0 0 0 0 0,0 0 0 0 0,0 0 0 0 0,-2-2-1 0 0,-3-1 4 0 0,1-1-1 0 0,-1 1 0 0 0,0 0 1 0 0,-8-4-1 0 0,-6 0-139 0 0,-1 0 0 0 0,0 1 0 0 0,0 1 0 0 0,0 1-1 0 0,0 1 1 0 0,-1 1 0 0 0,0 1 0 0 0,0 0 0 0 0,0 2 0 0 0,-36 4 0 0 0,19 0-1697 0 0,-62 16 0 0 0,-30 22-5503 0 0,81-23 966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47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18 110 1156 0 0,'0'0'1752'0'0,"-2"-14"3398"0"0,-1 5-4052 0 0,-9-18 10466 0 0,13 24-11250 0 0,-1 3-308 0 0,0 0 0 0 0,0 0 1 0 0,0-1-1 0 0,0 1 0 0 0,0 0 1 0 0,0 0-1 0 0,0-1 0 0 0,0 1 1 0 0,1 0-1 0 0,-1 0 0 0 0,0-1 1 0 0,0 1-1 0 0,0 0 0 0 0,0 0 1 0 0,0-1-1 0 0,0 1 0 0 0,0 0 1 0 0,0 0-1 0 0,1 0 0 0 0,-1 0 1 0 0,0-1-1 0 0,0 1 0 0 0,0 0 1 0 0,1 0-1 0 0,-1 0 0 0 0,0 0 1 0 0,0-1-1 0 0,0 1 0 0 0,1 0 1 0 0,-1 0-1 0 0,0 0 0 0 0,0 0 1 0 0,0 0-1 0 0,1 0 0 0 0,230-34 574 0 0,6 18-547 0 0,-220 15-25 0 0,42 2-55 0 0,-57-1 80 0 0,-1 1-1 0 0,1-1 1 0 0,0 0 0 0 0,-1 0-1 0 0,1 1 1 0 0,0-1-1 0 0,-1 1 1 0 0,1 0 0 0 0,0-1-1 0 0,-1 1 1 0 0,1 0-1 0 0,-1 0 1 0 0,1 0-1 0 0,-1 0 1 0 0,0 0 0 0 0,1 0-1 0 0,-1 1 1 0 0,0-1-1 0 0,0 0 1 0 0,0 1-1 0 0,0-1 1 0 0,0 0 0 0 0,0 1-1 0 0,0-1 1 0 0,0 1-1 0 0,-1 0 1 0 0,1-1 0 0 0,0 1-1 0 0,-1 0 1 0 0,0-1-1 0 0,1 1 1 0 0,-1 0-1 0 0,0 0 1 0 0,0-1 0 0 0,0 1-1 0 0,0 0 1 0 0,0 2-1 0 0,-1 5 116 0 0,0 0-1 0 0,-1 0 0 0 0,0 0 1 0 0,0 0-1 0 0,-5 12 1 0 0,-24 47 493 0 0,-2-2 0 0 0,-74 110 0 0 0,80-134-451 0 0,4-6-167 0 0,-109 164-423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48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109 146 2484 0 0,'11'-13'2087'0'0,"-1"0"0"0"0,-1 0-1 0 0,1-1 1 0 0,-2 0 0 0 0,10-23 0 0 0,-17 36-1852 0 0,-2-2 41 0 0,1 3-269 0 0,0-1 1 0 0,0 1-1 0 0,0 0 1 0 0,0 0 0 0 0,0-1-1 0 0,0 1 1 0 0,0 0-1 0 0,0 0 1 0 0,0 0 0 0 0,0-1-1 0 0,0 1 1 0 0,0 0-1 0 0,-1 0 1 0 0,1 0 0 0 0,0-1-1 0 0,0 1 1 0 0,0 0-1 0 0,0 0 1 0 0,0 0-1 0 0,0 0 1 0 0,0-1 0 0 0,0 1-1 0 0,-1 0 1 0 0,1 0-1 0 0,0 0 1 0 0,0 0 0 0 0,0 0-1 0 0,0-1 1 0 0,-1 1-1 0 0,1 0 1 0 0,0 0 0 0 0,0 0-1 0 0,0 0 1 0 0,0 0-1 0 0,-1 0 1 0 0,1 0 0 0 0,0 0-1 0 0,0 0 1 0 0,-1 0-1 0 0,1 0 1 0 0,0 0 0 0 0,-1 0-1 0 0,-12 4 58 0 0,0 1 1 0 0,0 1-1 0 0,1 0 0 0 0,0 1 0 0 0,-23 16 1 0 0,29-18-51 0 0,-1 0 0 0 0,1 0 0 0 0,0 1 0 0 0,0 0 0 0 0,1 0 0 0 0,0 1 0 0 0,0-1 0 0 0,0 1 0 0 0,1 0 0 0 0,0 0 0 0 0,-5 14 0 0 0,8-17 13 0 0,0 0 1 0 0,1-1 0 0 0,0 1 0 0 0,-1 0 0 0 0,1 0 0 0 0,0 0 0 0 0,1-1-1 0 0,-1 1 1 0 0,1 0 0 0 0,0-1 0 0 0,0 1 0 0 0,0 0 0 0 0,0-1 0 0 0,1 1 0 0 0,-1-1-1 0 0,1 1 1 0 0,0-1 0 0 0,0 0 0 0 0,0 0 0 0 0,0 0 0 0 0,1 0 0 0 0,3 4 0 0 0,8 6 13 0 0,0 0 0 0 0,1 0 1 0 0,20 12-1 0 0,-10-7-31 0 0,0 1 27 0 0,41 41 0 0 0,-60-54 79 0 0,0 0 0 0 0,0 1 0 0 0,-1 0 0 0 0,0 0 1 0 0,-1 1-1 0 0,1-1 0 0 0,-2 1 0 0 0,1 0 0 0 0,-1 0 0 0 0,0 0 0 0 0,3 15 0 0 0,-5-19-63 0 0,-1 0 0 0 0,-1 0-1 0 0,1 0 1 0 0,0 0 0 0 0,-1 0-1 0 0,0 0 1 0 0,0 0 0 0 0,0 0 0 0 0,0 0-1 0 0,-1-1 1 0 0,1 1 0 0 0,-1 0 0 0 0,0-1-1 0 0,0 1 1 0 0,-1-1 0 0 0,1 0 0 0 0,-1 0-1 0 0,1 0 1 0 0,-1 0 0 0 0,0 0 0 0 0,0 0-1 0 0,0-1 1 0 0,-1 1 0 0 0,-4 2-1 0 0,0 0-10 0 0,-1 0 0 0 0,0 0 0 0 0,0-1-1 0 0,-1 0 1 0 0,1-1 0 0 0,-1 1 0 0 0,0-2-1 0 0,-15 3 1 0 0,16-4-12 0 0,1-1 0 0 0,-1 0-1 0 0,0 0 1 0 0,0-1 0 0 0,1 0 0 0 0,-1 0-1 0 0,1-1 1 0 0,-1 0 0 0 0,-8-4 0 0 0,16 6-30 0 0,0 0 1 0 0,1-1 0 0 0,-1 1 0 0 0,0-1 0 0 0,0 1 0 0 0,0-1-1 0 0,0 1 1 0 0,1-1 0 0 0,-1 0 0 0 0,0 1 0 0 0,0-1 0 0 0,1 0 0 0 0,-1 0-1 0 0,1 0 1 0 0,-1 1 0 0 0,1-1 0 0 0,-1 0 0 0 0,1 0 0 0 0,-1 0-1 0 0,1 0 1 0 0,0 0 0 0 0,-1 0 0 0 0,1 0 0 0 0,0 0 0 0 0,0 0 0 0 0,0 0-1 0 0,0 0 1 0 0,0 0 0 0 0,0 0 0 0 0,0 0 0 0 0,0 0 0 0 0,0 0-1 0 0,0 0 1 0 0,0 0 0 0 0,1 0 0 0 0,-1 0 0 0 0,1-1 0 0 0,1-2-1 0 0,0-1 0 0 0,0 1 1 0 0,1 0-1 0 0,-1 0 0 0 0,6-7 1 0 0,12-10 7 0 0,1 2 0 0 0,0 0 0 0 0,2 1 1 0 0,41-25-1 0 0,-19 12-5 0 0,-6 4-3 0 0,-14 11-6 0 0,0-1 1 0 0,-2-1 0 0 0,0-1 0 0 0,36-39 0 0 0,-55 53 1 0 0,0-1 0 0 0,0 0 1 0 0,0 0-1 0 0,0 0 0 0 0,-1 0 1 0 0,0 0-1 0 0,-1-1 0 0 0,1 1 1 0 0,-1-1-1 0 0,-1 0 0 0 0,1 0 1 0 0,-1 0-1 0 0,0 0 1 0 0,0-10-1 0 0,-2 11 2 0 0,0 1 1 0 0,0-1 0 0 0,0 0-1 0 0,-1 1 1 0 0,1-1-1 0 0,-1 1 1 0 0,-1-1-1 0 0,1 1 1 0 0,-1 0-1 0 0,0 0 1 0 0,0 0-1 0 0,0 0 1 0 0,-1 1-1 0 0,0-1 1 0 0,0 1 0 0 0,0 0-1 0 0,-8-7 1 0 0,2 4 6 0 0,0 0 1 0 0,0 1 0 0 0,-1 0 0 0 0,1 0 0 0 0,-1 1-1 0 0,-1 1 1 0 0,1 0 0 0 0,-23-5 0 0 0,26 7-67 0 0,0 1-1 0 0,0 0 1 0 0,0 0 0 0 0,0 1 0 0 0,0 0-1 0 0,0 0 1 0 0,0 1 0 0 0,0 0-1 0 0,0 1 1 0 0,1 0 0 0 0,-1 0 0 0 0,0 0-1 0 0,1 1 1 0 0,-11 5 0 0 0,16-6-169 0 0,-1-1-1 0 0,1 1 1 0 0,0-1 0 0 0,0 1 0 0 0,0 0 0 0 0,1 0-1 0 0,-1 0 1 0 0,0 0 0 0 0,1 0 0 0 0,-1 0-1 0 0,1 0 1 0 0,0 0 0 0 0,0 1 0 0 0,0-1 0 0 0,0 0-1 0 0,0 1 1 0 0,0-1 0 0 0,0 1 0 0 0,1-1 0 0 0,-1 6-1 0 0,1-5-361 0 0,0-1 0 0 0,0 1 0 0 0,0 0 0 0 0,1-1 0 0 0,-1 1-1 0 0,1-1 1 0 0,0 1 0 0 0,-1 0 0 0 0,1-1 0 0 0,0 0 0 0 0,1 1 0 0 0,1 3-1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49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153 128 864 0 0,'16'-7'1837'0'0,"0"-1"0"0"0,0 0 0 0 0,-1-1 1 0 0,-1-1-1 0 0,0 0 0 0 0,19-18 0 0 0,-10 0 909 0 0,-22 26-2438 0 0,-1 1-261 0 0,0 0 0 0 0,0 1 0 0 0,-1-1 0 0 0,1 0 0 0 0,0 0-1 0 0,-1 0 1 0 0,1 0 0 0 0,0 0 0 0 0,-1 0 0 0 0,1 1 0 0 0,-1-1 0 0 0,1 0-1 0 0,-2-1 1 0 0,-3 1-8 0 0,0 0-1 0 0,0 0 1 0 0,-1 0-1 0 0,1 1 0 0 0,-1 0 1 0 0,1 0-1 0 0,0 0 1 0 0,-1 1-1 0 0,1 0 1 0 0,0 0-1 0 0,-1 0 0 0 0,1 0 1 0 0,0 1-1 0 0,0 0 1 0 0,0 0-1 0 0,0 0 1 0 0,-7 5-1 0 0,-6 4 9 0 0,1 0 0 0 0,0 1 0 0 0,-21 18 0 0 0,28-22-24 0 0,1 1-1 0 0,0 0 1 0 0,0 0-1 0 0,1 1 1 0 0,0 0-1 0 0,1 0 1 0 0,0 1-1 0 0,1 0 1 0 0,0 0-1 0 0,1 0 1 0 0,0 1-1 0 0,0 0 1 0 0,-3 15-1 0 0,8-25-17 0 0,-1-1 0 0 0,1 1-1 0 0,0-1 1 0 0,0 1 0 0 0,0-1 0 0 0,0 1 0 0 0,0 0 0 0 0,0-1-1 0 0,0 1 1 0 0,0-1 0 0 0,1 1 0 0 0,-1-1 0 0 0,0 1-1 0 0,1-1 1 0 0,0 1 0 0 0,-1-1 0 0 0,1 1 0 0 0,0-1 0 0 0,0 0-1 0 0,-1 1 1 0 0,1-1 0 0 0,3 3 0 0 0,-3-3 1 0 0,1 0 0 0 0,0 0-1 0 0,0 0 1 0 0,0 0 0 0 0,0 0 0 0 0,0-1 0 0 0,1 1 0 0 0,-1-1 0 0 0,0 1 0 0 0,0-1-1 0 0,0 0 1 0 0,0 0 0 0 0,1 0 0 0 0,2 0 0 0 0,4-1 3 0 0,-1 0 1 0 0,0 0 0 0 0,1-1-1 0 0,-1-1 1 0 0,0 1-1 0 0,0-1 1 0 0,9-5-1 0 0,14-12 139 0 0,0-1 0 0 0,-2-2-1 0 0,46-45 1 0 0,-24 21 1529 0 0,-42 37-1182 0 0,-8 8-369 0 0,0 0 1 0 0,1 1 0 0 0,-1-1 0 0 0,1 0 0 0 0,0 0-1 0 0,0 1 1 0 0,-1-1 0 0 0,1 1 0 0 0,0-1-1 0 0,0 1 1 0 0,0 0 0 0 0,4-2 0 0 0,-5 3-60 0 0,0 1-1 0 0,-1-1 1 0 0,1 1 0 0 0,0-1-1 0 0,-1 1 1 0 0,1 0 0 0 0,-1-1 0 0 0,1 1-1 0 0,-1 0 1 0 0,1-1 0 0 0,-1 1-1 0 0,1 0 1 0 0,-1 0 0 0 0,1-1 0 0 0,-1 1-1 0 0,0 0 1 0 0,0 0 0 0 0,1 0 0 0 0,-1-1-1 0 0,0 1 1 0 0,0 0 0 0 0,0 0-1 0 0,0 0 1 0 0,0 0 0 0 0,0 0 0 0 0,0-1-1 0 0,0 1 1 0 0,0 0 0 0 0,-1 0-1 0 0,1 1 1 0 0,-7 29 707 0 0,6-29-679 0 0,-30 90 658 0 0,-4-2-1 0 0,-47 87 0 0 0,66-146-971 0 0,-33 67-1975 0 0,15-34-6067 0 0,25-49 2195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50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1200 100 404 0 0,'-23'-18'3924'0'0,"3"0"-903"0"0,-2 1 1 0 0,-38-22 0 0 0,59 39-2996 0 0,1 0 0 0 0,0 0 0 0 0,0 0 1 0 0,0 0-1 0 0,0 0 0 0 0,-1 0 1 0 0,1 0-1 0 0,0 0 0 0 0,0 0 0 0 0,0 0 1 0 0,0 0-1 0 0,0 0 0 0 0,-1 0 1 0 0,1 0-1 0 0,0 0 0 0 0,0 0 0 0 0,0 0 1 0 0,0 0-1 0 0,-1 0 0 0 0,1 0 1 0 0,0 0-1 0 0,0-1 0 0 0,0 1 0 0 0,0 0 1 0 0,0 0-1 0 0,0 0 0 0 0,0 0 1 0 0,-1 0-1 0 0,1 0 0 0 0,0 0 0 0 0,0-1 1 0 0,0 1-1 0 0,0 0 0 0 0,0 0 1 0 0,0 0-1 0 0,0 0 0 0 0,0 0 0 0 0,0-1 1 0 0,0 1-1 0 0,0 0 0 0 0,0 0 1 0 0,0 0-1 0 0,0 0 0 0 0,0 0 0 0 0,0-1 1 0 0,0 1-1 0 0,0 0 0 0 0,0 0 1 0 0,0 0-1 0 0,0 0 0 0 0,0-1 0 0 0,0 1 1 0 0,0 0-1 0 0,0 0 0 0 0,0 0 1 0 0,0 0-1 0 0,0 0 0 0 0,0-1 0 0 0,1 1 1 0 0,12-2 400 0 0,25 4-371 0 0,-37-2 20 0 0,752 25 628 0 0,-553-21-652 0 0,60 0 2617 0 0,-259-5-2661 0 0,0 1-1 0 0,0 0 0 0 0,0 0 0 0 0,0 0 0 0 0,0 0 0 0 0,0 0 0 0 0,-1 0 0 0 0,1 0 0 0 0,0 0 0 0 0,0 1 1 0 0,0-1-1 0 0,0 0 0 0 0,0 1 0 0 0,0-1 0 0 0,0 0 0 0 0,0 1 0 0 0,-1-1 0 0 0,1 1 0 0 0,0-1 0 0 0,0 1 1 0 0,0 0-1 0 0,-1-1 0 0 0,1 1 0 0 0,0 0 0 0 0,-1-1 0 0 0,1 1 0 0 0,-1 0 0 0 0,1 0 0 0 0,-1 0 0 0 0,1 0 1 0 0,-1-1-1 0 0,0 1 0 0 0,1 0 0 0 0,-1 0 0 0 0,0 0 0 0 0,0 0 0 0 0,1 0 0 0 0,-1 0 0 0 0,0 0 0 0 0,0 0 1 0 0,0 1-1 0 0,-1 3 4 0 0,0 1 0 0 0,0-1 0 0 0,0 0 1 0 0,-1 0-1 0 0,-4 10 0 0 0,4-10 7 0 0,-3 8-27 0 0,-179 516 2200 0 0,68 95-403 0 0,53 9-1066 0 0,29-265-424 0 0,-44 202-82 0 0,-52-10-54 0 0,111-498-116 0 0,-2-1 0 0 0,-43 84 0 0 0,50-119 72 0 0,0-1-1 0 0,-2 0 0 0 0,-1-1 0 0 0,-1-1 1 0 0,-1 0-1 0 0,-1-2 0 0 0,-39 35 0 0 0,44-46 3 0 0,1-1 0 0 0,-1 0 1 0 0,-1-1-1 0 0,1-1 0 0 0,-1 0 0 0 0,-1-1 0 0 0,1-1 0 0 0,-22 5 0 0 0,-18 0-149 0 0,-67 2 0 0 0,55-6 58 0 0,-473 75-3645 0 0,182-9-7760 0 0,211-41 1938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52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286 136 612 0 0,'-18'-4'3023'0'0,"-27"-8"3074"0"0,44 12-6031 0 0,0 0-1 0 0,0 0 1 0 0,0-1 0 0 0,0 1-1 0 0,1 0 1 0 0,-1-1-1 0 0,0 1 1 0 0,0 0 0 0 0,0-1-1 0 0,1 1 1 0 0,-1-1-1 0 0,0 1 1 0 0,0-1 0 0 0,1 0-1 0 0,-1 1 1 0 0,1-1-1 0 0,-1 0 1 0 0,0 1-1 0 0,1-1 1 0 0,-1 0 0 0 0,1 0-1 0 0,0 1 1 0 0,-1-1-1 0 0,1 0 1 0 0,0 0 0 0 0,-1 0-1 0 0,1 0 1 0 0,0 0-1 0 0,0 0 1 0 0,0 1 0 0 0,-1-1-1 0 0,1 0 1 0 0,0 0-1 0 0,1 0 1 0 0,-1 0 0 0 0,0 0-1 0 0,0 0 1 0 0,0 0-1 0 0,0 1 1 0 0,1-1-1 0 0,-1 0 1 0 0,0 0 0 0 0,1 0-1 0 0,-1 0 1 0 0,1 1-1 0 0,-1-1 1 0 0,1 0 0 0 0,-1 0-1 0 0,1 1 1 0 0,-1-1-1 0 0,1 0 1 0 0,0 1 0 0 0,-1-1-1 0 0,2 0 1 0 0,4-4-28 0 0,-1 1 1 0 0,0 0 0 0 0,1 0 0 0 0,0 0-1 0 0,9-4 1 0 0,9-2 7 0 0,1 1 0 0 0,0 1-1 0 0,0 1 1 0 0,1 1 0 0 0,-1 1 0 0 0,47-2 0 0 0,-58 6-32 0 0,0 1 0 0 0,0 1 1 0 0,0 0-1 0 0,-1 1 0 0 0,1 0 1 0 0,-1 1-1 0 0,1 1 1 0 0,-1 0-1 0 0,0 1 0 0 0,0 0 1 0 0,-1 1-1 0 0,0 0 0 0 0,0 1 1 0 0,18 13-1 0 0,-25-16 4 0 0,-1 0-1 0 0,1 0 1 0 0,-1 0 0 0 0,0 1 0 0 0,0-1-1 0 0,0 1 1 0 0,-1 0 0 0 0,0 0 0 0 0,0 0-1 0 0,0 1 1 0 0,0-1 0 0 0,-1 1 0 0 0,0-1-1 0 0,0 1 1 0 0,-1 0 0 0 0,1 0 0 0 0,-1 0-1 0 0,-1 0 1 0 0,1 0 0 0 0,-1 0-1 0 0,0 0 1 0 0,0 0 0 0 0,-1 0 0 0 0,0 0-1 0 0,0 0 1 0 0,0 0 0 0 0,-4 9 0 0 0,-2 6-13 0 0,-2 0 0 0 0,-1-1 0 0 0,0 1 0 0 0,-1-2 0 0 0,-2 0 1 0 0,0 0-1 0 0,0-1 0 0 0,-2-1 0 0 0,0 0 0 0 0,-1-1 0 0 0,-1-1 0 0 0,0 0 1 0 0,-35 21-1 0 0,46-32 0 0 0,-23 7 82 0 0,28-11-85 0 0,1 1 0 0 0,-1-1 1 0 0,0 0-1 0 0,0 0 0 0 0,0 0 1 0 0,0 0-1 0 0,0 0 0 0 0,0 0 1 0 0,0 0-1 0 0,0 0 0 0 0,0 0 1 0 0,0 0-1 0 0,0-1 1 0 0,1 1-1 0 0,-1 0 0 0 0,0-1 1 0 0,0 1-1 0 0,0 0 0 0 0,0-1 1 0 0,0 0-1 0 0,1 1-3 0 0,-1 0 1 0 0,1-1-1 0 0,0 1 0 0 0,0 0 1 0 0,-1-1-1 0 0,1 1 0 0 0,0 0 1 0 0,0-1-1 0 0,0 1 0 0 0,0 0 0 0 0,-1-1 1 0 0,1 1-1 0 0,0 0 0 0 0,0-1 1 0 0,0 1-1 0 0,0-1 0 0 0,0 1 1 0 0,0 0-1 0 0,0-1 0 0 0,0 1 1 0 0,0-1-1 0 0,0 1 0 0 0,0 0 1 0 0,0-1-1 0 0,0 1 0 0 0,1 0 1 0 0,-1-1-1 0 0,0 1 0 0 0,0 0 1 0 0,0-1-1 0 0,0 1 0 0 0,1 0 1 0 0,-1-1-1 0 0,0 1 0 0 0,0 0 0 0 0,1-1 1 0 0,-1 1-1 0 0,0 0 0 0 0,1 0 1 0 0,-1 0-1 0 0,0-1 0 0 0,0 1 1 0 0,1 0-1 0 0,-1 0 0 0 0,1-1 1 0 0,1 0-1 0 0,0 0 3 0 0,-1-1 1 0 0,1 1-1 0 0,0 0 1 0 0,0 0 0 0 0,0 0-1 0 0,0 0 1 0 0,0 1 0 0 0,0-1-1 0 0,0 0 1 0 0,0 1 0 0 0,0-1-1 0 0,2 1 1 0 0,5-1-7 0 0,1 0 0 0 0,-1 1-1 0 0,0 1 1 0 0,0-1 0 0 0,1 1 0 0 0,-1 1-1 0 0,0 0 1 0 0,0 0 0 0 0,0 1 0 0 0,-1 0-1 0 0,1 0 1 0 0,-1 1 0 0 0,13 7 0 0 0,-10-5 8 0 0,13 7-7 0 0,-1 1 0 0 0,42 31 0 0 0,-56-37 22 0 0,0 0 0 0 0,-1 0 1 0 0,1 1-1 0 0,-2 0 0 0 0,1 1 0 0 0,-1-1 0 0 0,-1 1 1 0 0,1 1-1 0 0,4 11 0 0 0,-10-19 28 0 0,0 0 1 0 0,0 0-1 0 0,0 0 0 0 0,0 0 1 0 0,0 0-1 0 0,0 1 0 0 0,-1-1 1 0 0,1 0-1 0 0,-1 1 0 0 0,0-1 1 0 0,0 0-1 0 0,-1 0 0 0 0,1 1 0 0 0,-1-1 1 0 0,1 0-1 0 0,-1 0 0 0 0,0 1 1 0 0,0-1-1 0 0,0 0 0 0 0,-1 0 1 0 0,1 0-1 0 0,-1 0 0 0 0,0-1 1 0 0,1 1-1 0 0,-1 0 0 0 0,-1-1 1 0 0,1 1-1 0 0,0-1 0 0 0,0 0 1 0 0,-1 1-1 0 0,0-1 0 0 0,1 0 0 0 0,-1-1 1 0 0,0 1-1 0 0,0 0 0 0 0,-3 1 1 0 0,-7 2 101 0 0,0 0 1 0 0,0 0-1 0 0,-1-1 1 0 0,1-1-1 0 0,-1 0 1 0 0,0-1-1 0 0,-17 1 1 0 0,-15-2 71 0 0,0-2-1 0 0,-56-8 1 0 0,-90-24 315 0 0,129 22-475 0 0,-136-31-84 0 0,196 41-108 0 0,1 1-21 0 0,1 0 0 0 0,-1 0 1 0 0,1 0-1 0 0,0 0 0 0 0,-1 0 0 0 0,1 0 1 0 0,-1 0-1 0 0,1 1 0 0 0,-1-1 1 0 0,1 0-1 0 0,0 1 0 0 0,-1-1 0 0 0,1 1 1 0 0,0 0-1 0 0,0-1 0 0 0,-1 1 1 0 0,0 1-1 0 0,3 15-4617 0 0,0-15 4175 0 0,2 2-49 0 0,16 7-7216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53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60 364 2400 0 0,'78'-63'9443'0'0,"-73"59"-8739"0"0,0 0 1 0 0,1 0-1 0 0,-1 1 0 0 0,7-4 1 0 0,-10 6-381 0 0,-1 1-260 0 0,0 1 0 0 0,-1 0 0 0 0,1-1-1 0 0,-1 1 1 0 0,1-1 0 0 0,-1 1 0 0 0,1 0 0 0 0,-1-1 0 0 0,0 1 0 0 0,1 0 0 0 0,-1 0 0 0 0,0-1 0 0 0,1 1 0 0 0,-1 0 0 0 0,0 1 0 0 0,-2 46 745 0 0,-1-1 1 0 0,-17 74 0 0 0,-33 96-604 0 0,44-183-101 0 0,-37 121 288 0 0,45-154-386 0 0,1 0 0 0 0,0 0 0 0 0,0-1 0 0 0,0 1 0 0 0,0 0 0 0 0,-1 0 0 0 0,1-1 0 0 0,0 1 0 0 0,-1 0 0 0 0,1-1 0 0 0,-1 1 0 0 0,1 0 0 0 0,0-1 0 0 0,-1 1 0 0 0,1-1 0 0 0,-1 1 0 0 0,0-1 0 0 0,1 1 0 0 0,-1-1 0 0 0,1 1 0 0 0,-1-1 0 0 0,0 1 0 0 0,1-1 0 0 0,-1 0 0 0 0,0 0 0 0 0,0 1 0 0 0,1-1 0 0 0,-1 0 0 0 0,0 0 0 0 0,0 0 0 0 0,1 0 0 0 0,-1 1 0 0 0,0-1-1 0 0,0 0 1 0 0,1 0 0 0 0,-1-1 0 0 0,0 1 0 0 0,0 0 0 0 0,1 0 0 0 0,-1 0 0 0 0,0 0 0 0 0,0-1 0 0 0,1 1 0 0 0,-1 0 0 0 0,0-1 0 0 0,1 1 0 0 0,-1-1 0 0 0,0 1 0 0 0,1 0 0 0 0,-1-1 0 0 0,1 0 0 0 0,-1 1 0 0 0,1-1 0 0 0,-1 1 0 0 0,1-1 0 0 0,-1 1 0 0 0,1-1 0 0 0,0 0 0 0 0,-1 0 0 0 0,1 1 0 0 0,0-1 0 0 0,-1 0 0 0 0,1 0 0 0 0,-3-8 1 0 0,1 0 1 0 0,0 0-1 0 0,0 0 1 0 0,1 0-1 0 0,0 0 1 0 0,1 0-1 0 0,0 0 1 0 0,2-12-1 0 0,1-7-17 0 0,10-38 0 0 0,2 12 3 0 0,3 0 1 0 0,1 1 0 0 0,3 1-1 0 0,39-66 1 0 0,-23 55 2 0 0,4 1 0 0 0,87-102 0 0 0,-66 100-77 0 0,-57 59 63 0 0,0 0 0 0 0,0 1 0 0 0,0-1 0 0 0,0 1 0 0 0,1 0 0 0 0,0 1-1 0 0,0-1 1 0 0,0 1 0 0 0,10-2 0 0 0,-14 4 11 0 0,0 1-1 0 0,0-1 0 0 0,0 1 1 0 0,0 0-1 0 0,0 0 1 0 0,0 0-1 0 0,0 1 0 0 0,0-1 1 0 0,0 1-1 0 0,-1-1 1 0 0,1 1-1 0 0,0 0 0 0 0,0 0 1 0 0,0 0-1 0 0,-1 1 1 0 0,4 1-1 0 0,-2 0 0 0 0,0 0 0 0 0,0 1-1 0 0,0-1 1 0 0,-1 1 0 0 0,1 0-1 0 0,-1 0 1 0 0,0 0 0 0 0,4 8 0 0 0,0 2 9 0 0,0 0 0 0 0,-2 0 0 0 0,0 1 0 0 0,0 0 0 0 0,2 19 0 0 0,3 28 85 0 0,-4 1 0 0 0,-2 0-1 0 0,-4 62 1 0 0,-25 190 486 0 0,22-287-526 0 0,-26 144 479 0 0,28-164-458 0 0,-3 0-9 0 0,1-2 4 0 0,2-4-69 0 0,-1-2-758 0 0,1-1 637 0 0,1 1-1 0 0,-1 0 1 0 0,1 0-1 0 0,-1 0 1 0 0,1-1-1 0 0,-1 1 0 0 0,0 0 1 0 0,1-1-1 0 0,-1 1 1 0 0,1 0-1 0 0,0-1 1 0 0,-1 1-1 0 0,1-1 1 0 0,-1 1-1 0 0,1-1 0 0 0,-1 1 1 0 0,1-1-1 0 0,0 1 1 0 0,0-1-1 0 0,-1 1 1 0 0,1-1-1 0 0,0 1 1 0 0,0-1-1 0 0,-1 1 1 0 0,1-1-1 0 0,0 0 0 0 0,0 1 1 0 0,0-1-1 0 0,0 1 1 0 0,0-2-1 0 0,0-24-4998 0 0,0 18 1738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53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94 744 0 0,'-53'-15'8340'0'0,"51"14"-7508"0"0,-5 0 2065 0 0,19-3-1976 0 0,20-1-348 0 0,187-21 746 0 0,-5 1-901 0 0,-166 21-409 0 0,78-8-3830 0 0,-124 12 2877 0 0,11 1-4652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56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19 126 608 0 0,'-9'-22'8789'0'0,"6"17"-6974"0"0,-4-11 4700 0 0,7 15-6428 0 0,0 1 0 0 0,0-1 0 0 0,0 1 0 0 0,0-1 0 0 0,0 1 0 0 0,0-1 0 0 0,0 1 0 0 0,0-1 0 0 0,1 1 0 0 0,-1-1-1 0 0,0 1 1 0 0,0 0 0 0 0,0-1 0 0 0,0 1 0 0 0,1-1 0 0 0,-1 1 0 0 0,0-1 0 0 0,1 1 0 0 0,-1 0 0 0 0,0-1 0 0 0,1 1 0 0 0,-1 0 0 0 0,0-1-1 0 0,1 1 1 0 0,-1 0 0 0 0,0-1 0 0 0,1 1 0 0 0,-1 0 0 0 0,1 0 0 0 0,-1 0 0 0 0,1-1 0 0 0,-1 1 0 0 0,1 0 0 0 0,-1 0 0 0 0,1 0 0 0 0,85-24 41 0 0,142-20 0 0 0,-224 44-659 0 0,0-1 0 0 0,-1 1 0 0 0,1-1 0 0 0,0 1 0 0 0,-1 1-1 0 0,1-1 1 0 0,0 0 0 0 0,3 2 0 0 0,5 4-4144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57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13 2448 0 0,'-169'103'14807'0'0,"169"-103"-14792"0"0,-1 0-1 0 0,1 0 1 0 0,0 1-1 0 0,0-1 1 0 0,-1 0 0 0 0,1 0-1 0 0,0 0 1 0 0,0 0-1 0 0,0 0 1 0 0,-1 0 0 0 0,1 1-1 0 0,0-1 1 0 0,0 0-1 0 0,0 0 1 0 0,-1 0 0 0 0,1 1-1 0 0,0-1 1 0 0,0 0 0 0 0,0 0-1 0 0,0 0 1 0 0,-1 1-1 0 0,1-1 1 0 0,0 0 0 0 0,0 0-1 0 0,0 1 1 0 0,0-1-1 0 0,0 0 1 0 0,0 0 0 0 0,0 1-1 0 0,0-1 1 0 0,0 0-1 0 0,0 0 1 0 0,0 1 0 0 0,0-1-1 0 0,0 0 1 0 0,0 0 0 0 0,0 1-1 0 0,0-1 1 0 0,0 0-1 0 0,0 1 1 0 0,0-1 0 0 0,1 0-1 0 0,-1 0 1 0 0,0 1-1 0 0,1-1 5 0 0,0 1 0 0 0,-1-1-1 0 0,1 1 1 0 0,0-1-1 0 0,0 0 1 0 0,0 1-1 0 0,0-1 1 0 0,0 0 0 0 0,0 0-1 0 0,-1 0 1 0 0,1 1-1 0 0,0-1 1 0 0,0 0 0 0 0,0 0-1 0 0,1-1 1 0 0,63-6 186 0 0,82-19 0 0 0,-38 4-238 0 0,52-3-1444 0 0,-49 8-1234 0 0,0-2-3355 0 0,-55 7 137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8:59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572 126 1540 0 0,'14'-18'3874'0'0,"-6"7"-2066"0"0,0 1 0 0 0,12-23 0 0 0,-19 31-1426 0 0,0 2-333 0 0,-1 0 0 0 0,0-1 0 0 0,1 1 0 0 0,-1 0 1 0 0,0-1-1 0 0,1 1 0 0 0,-1-1 0 0 0,0 1 0 0 0,0-1 0 0 0,0 1 1 0 0,1 0-1 0 0,-1-1 0 0 0,0 1 0 0 0,0-1 0 0 0,0 1 0 0 0,0-1 0 0 0,0 1 1 0 0,0-1-1 0 0,0 1 0 0 0,0-1 0 0 0,0 1 0 0 0,0-1 0 0 0,0 1 1 0 0,0-1-1 0 0,0 0 0 0 0,-1-15 1026 0 0,0 15-1047 0 0,1-1 326 0 0,-10-6 699 0 0,6 6-934 0 0,2 1-86 0 0,1-1 0 0 0,-1 1 0 0 0,0 0-1 0 0,0 0 1 0 0,0 0 0 0 0,0 0 0 0 0,0 1 0 0 0,0-1 0 0 0,0 1 0 0 0,-2-1 0 0 0,-2 0-15 0 0,1 2 1 0 0,-1-1-1 0 0,1 0 0 0 0,-1 1 1 0 0,1 0-1 0 0,0 1 1 0 0,-6 1-1 0 0,-8 3 40 0 0,1 2 0 0 0,-1 0 0 0 0,2 1 0 0 0,-1 1 0 0 0,1 0 1 0 0,1 1-1 0 0,0 1 0 0 0,-24 24 0 0 0,24-22 234 0 0,1 1 1 0 0,-21 25 0 0 0,31-32-275 0 0,-1 0 0 0 0,1 0 1 0 0,1 1-1 0 0,-1 0 1 0 0,1 0-1 0 0,1 0 0 0 0,-5 18 1 0 0,-9 64 995 0 0,-11 173 0 0 0,25 94-882 0 0,4 439 1870 0 0,-93 627-1379 0 0,47-960-780 0 0,6-119 590 0 0,34-288-384 0 0,-11 81 121 0 0,11-77-63 0 0,5-57-106 0 0,-1-1 1 0 0,0 0-1 0 0,1 0 1 0 0,0 0-1 0 0,0 0 1 0 0,0 0-1 0 0,0 1 1 0 0,1-1-1 0 0,-1 0 1 0 0,2 4-1 0 0,-1-5 2 0 0,0-1 0 0 0,-1 1 0 0 0,1-1 0 0 0,0 0 0 0 0,0 0 0 0 0,0 1 0 0 0,1-1-1 0 0,-1 0 1 0 0,0 0 0 0 0,0 0 0 0 0,1 0 0 0 0,1 1 0 0 0,1 0 21 0 0,10 0-9 0 0,-1 0 0 0 0,1 0 1 0 0,-1-1-1 0 0,1-1 0 0 0,-1 0 1 0 0,1-1-1 0 0,-1 0 0 0 0,17-5 0 0 0,-5 2 0 0 0,51-8-540 0 0,-1-2 0 0 0,0-5 0 0 0,-1-2 0 0 0,127-57 1 0 0,-186 71-453 0 0,0-2 0 0 0,0 1 0 0 0,17-16 1 0 0,-21 15-1730 0 0,-2 0 0 0 0,15-16-1 0 0,-12 10-3040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04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69 1116 0 0,'2'-2'888'0'0,"98"-65"11182"0"0,-110 72-10446 0 0,-21 13-631 0 0,1 1-1 0 0,1 1 0 0 0,1 1 1 0 0,1 2-1 0 0,-30 31 1 0 0,16-5-177 0 0,-51 78 1 0 0,73-96-685 0 0,1 1 1 0 0,1 1-1 0 0,2 0 1 0 0,-11 36-1 0 0,23-59-117 0 0,0 1 1 0 0,1-1-1 0 0,0 1 0 0 0,0-1 0 0 0,1 1 0 0 0,1 0 0 0 0,0 0 1 0 0,0-1-1 0 0,1 1 0 0 0,3 13 0 0 0,-3-19-10 0 0,1 0 1 0 0,-1-1-1 0 0,1 1 0 0 0,0-1 1 0 0,0 0-1 0 0,0 0 0 0 0,1 1 1 0 0,0-1-1 0 0,0-1 0 0 0,0 1 1 0 0,0 0-1 0 0,0-1 0 0 0,1 0 1 0 0,-1 1-1 0 0,1-1 0 0 0,0-1 1 0 0,0 1-1 0 0,0-1 0 0 0,0 1 1 0 0,0-1-1 0 0,1 0 0 0 0,-1-1 1 0 0,1 1-1 0 0,-1-1 0 0 0,8 2 1 0 0,0-1 11 0 0,0-1 0 0 0,1 0 1 0 0,-1-1-1 0 0,0 0 0 0 0,1-1 1 0 0,-1 0-1 0 0,0-1 0 0 0,0 0 1 0 0,1-1-1 0 0,-2 0 0 0 0,14-6 1 0 0,-16 5-2 0 0,0 0 1 0 0,0 0 0 0 0,0-1 0 0 0,-1 0-1 0 0,0-1 1 0 0,0 0 0 0 0,0 0-1 0 0,-1-1 1 0 0,0 0 0 0 0,0 0-1 0 0,-1 0 1 0 0,0-1 0 0 0,0 0 0 0 0,7-13-1 0 0,-12 18-12 0 0,1 0 0 0 0,0 0 0 0 0,-1 0-1 0 0,0 0 1 0 0,0-1 0 0 0,0 1 0 0 0,0 0 0 0 0,0-1-1 0 0,-1 1 1 0 0,1 0 0 0 0,-1-1 0 0 0,0 1 0 0 0,0-1-1 0 0,0 1 1 0 0,-1-1 0 0 0,1 1 0 0 0,-1 0 0 0 0,0-1-1 0 0,0 1 1 0 0,0 0 0 0 0,0-1 0 0 0,-1 1 0 0 0,1 0-1 0 0,-1 0 1 0 0,0 0 0 0 0,0 0 0 0 0,0 1 0 0 0,0-1-1 0 0,0 0 1 0 0,0 1 0 0 0,-1-1 0 0 0,0 1 0 0 0,-4-4-1 0 0,-4 0-10 0 0,0 0-1 0 0,0 0 1 0 0,0 1 0 0 0,0 0-1 0 0,-1 1 1 0 0,0 0-1 0 0,0 1 1 0 0,-13-2-1 0 0,-40-1-1632 0 0,3 5-6918 0 0,57 1 7301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09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47 1768 0 0,'21'-47'13313'0'0,"-21"50"-12595"0"0,1 6-193 0 0,-1 1-1 0 0,0-1 1 0 0,-1 0-1 0 0,0 1 1 0 0,0-1-1 0 0,-1 0 1 0 0,-3 12-1 0 0,-4 18 468 0 0,-39 269 2555 0 0,11-101-2951 0 0,36-205-1080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0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1 127 164 0 0,'10'-28'6733'0'0,"7"-13"2302"0"0,-2 17-5837 0 0,-13 21-3068 0 0,0 1-1 0 0,0 0 1 0 0,1 0-1 0 0,-1 0 0 0 0,1 0 1 0 0,-1 1-1 0 0,1-1 0 0 0,0 1 1 0 0,0-1-1 0 0,0 1 1 0 0,0 0-1 0 0,0 0 0 0 0,4-1 1 0 0,42-5 302 0 0,-40 6-324 0 0,2 0-68 0 0,0 1 0 0 0,1 0 1 0 0,-1 0-1 0 0,0 1 0 0 0,0 1 0 0 0,0 0 1 0 0,0 0-1 0 0,0 1 0 0 0,15 6 0 0 0,-23-8-27 0 0,0 1-1 0 0,0-1 0 0 0,0 1 0 0 0,0-1 0 0 0,-1 1 1 0 0,1 0-1 0 0,0 1 0 0 0,-1-1 0 0 0,1 0 0 0 0,-1 1 1 0 0,0-1-1 0 0,1 1 0 0 0,-1 0 0 0 0,-1-1 0 0 0,1 1 1 0 0,0 0-1 0 0,-1 0 0 0 0,1 0 0 0 0,-1 1 0 0 0,0-1 1 0 0,0 0-1 0 0,0 0 0 0 0,-1 1 0 0 0,1-1 0 0 0,-1 0 1 0 0,0 1-1 0 0,0-1 0 0 0,0 1 0 0 0,0-1 0 0 0,0 0 1 0 0,-1 1-1 0 0,0-1 0 0 0,1 0 0 0 0,-3 6 0 0 0,-3 8 50 0 0,-1-1 0 0 0,0 0-1 0 0,-1 0 1 0 0,0-1 0 0 0,-2 0-1 0 0,-17 22 1 0 0,-77 78 466 0 0,34-43-480 0 0,69-71-19 0 0,0 0 0 0 0,0 0 0 0 0,0 0 0 0 0,1 0 0 0 0,-1 0 0 0 0,0 0 0 0 0,1 0 0 0 0,-1 0 0 0 0,0 0 0 0 0,1 0 0 0 0,0 1 0 0 0,-1-1 0 0 0,1 0 0 0 0,0 0 0 0 0,-1 0 0 0 0,1 2 0 0 0,0-2 4 0 0,0 0 0 0 0,0-1 0 0 0,1 1 0 0 0,-1-1 0 0 0,0 1 0 0 0,0-1 0 0 0,1 1 0 0 0,-1-1 0 0 0,0 1 0 0 0,1-1 0 0 0,-1 1 0 0 0,1-1 0 0 0,-1 1 0 0 0,0-1 0 0 0,1 0 0 0 0,-1 1 0 0 0,1-1 0 0 0,-1 0 0 0 0,1 1 0 0 0,-1-1 0 0 0,1 0 0 0 0,-1 0 0 0 0,1 0 0 0 0,0 1 0 0 0,4 0 71 0 0,0 0 0 0 0,0 0 1 0 0,0-1-1 0 0,0 0 0 0 0,0 0 0 0 0,10-1 0 0 0,183-32 328 0 0,-104 15-1022 0 0,35-13-5323 0 0,-69 15-5448 0 0,-47 13 5831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4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10 172 0 0,'-15'3'9785'0'0,"2"-4"-6833"0"0,2-2-872 0 0,11 2-2035 0 0,0 1 0 0 0,0 0 1 0 0,0 0-1 0 0,0 0 0 0 0,1 0 1 0 0,-1 0-1 0 0,0 0 0 0 0,0 0 1 0 0,0 0-1 0 0,0 0 0 0 0,0 0 1 0 0,1 0-1 0 0,-1-1 0 0 0,0 1 1 0 0,0 0-1 0 0,0 0 0 0 0,0 0 1 0 0,0 0-1 0 0,0 0 0 0 0,0-1 1 0 0,0 1-1 0 0,0 0 0 0 0,1 0 1 0 0,-1 0-1 0 0,0 0 0 0 0,0 0 1 0 0,0-1-1 0 0,0 1 0 0 0,0 0 1 0 0,0 0-1 0 0,0 0 0 0 0,0 0 1 0 0,0-1-1 0 0,0 1 0 0 0,0 0 0 0 0,0 0 1 0 0,0 0-1 0 0,0 0 0 0 0,0-1 1 0 0,-1 1-1 0 0,1 0 0 0 0,0 0 1 0 0,0 0-1 0 0,0 0 0 0 0,0-1 1 0 0,0 1-1 0 0,0 0 0 0 0,0 0 1 0 0,0 0-1 0 0,0 0 0 0 0,-1 0 1 0 0,1 0-1 0 0,0 0 0 0 0,0-1 1 0 0,0 1-1 0 0,0 0 0 0 0,-1 0 1 0 0,4 0-51 0 0,-1-1 0 0 0,1 1 0 0 0,0 0 1 0 0,-1 0-1 0 0,1 0 0 0 0,-1 1 0 0 0,1-1 1 0 0,0 1-1 0 0,-1-1 0 0 0,1 1 1 0 0,-1 0-1 0 0,1 0 0 0 0,-1 0 0 0 0,0 0 1 0 0,1 0-1 0 0,-1 1 0 0 0,0-1 0 0 0,0 1 1 0 0,0-1-1 0 0,0 1 0 0 0,0 0 1 0 0,0 0-1 0 0,-1 0 0 0 0,1 0 0 0 0,0 0 1 0 0,1 3-1 0 0,-1-1 2 0 0,0 0 1 0 0,-1 0-1 0 0,1 0 0 0 0,-1 1 1 0 0,0-1-1 0 0,0 0 0 0 0,0 1 1 0 0,0-1-1 0 0,-1 0 0 0 0,0 1 1 0 0,0-1-1 0 0,0 1 1 0 0,-1-1-1 0 0,-1 8 0 0 0,-2 3 7 0 0,-1-1 0 0 0,0 0 0 0 0,-1 1 0 0 0,-1-2 0 0 0,0 1 0 0 0,-1-1 0 0 0,0 0 0 0 0,-12 12 0 0 0,-88 92 573 0 0,87-97-346 0 0,-44 45 894 0 0,57-57-926 0 0,-5 7 446 0 0,15-10-397 0 0,10-3-186 0 0,33-4 21 0 0,58-10 1 0 0,-12 0-454 0 0,-89 12 15 0 0,28-2-3226 0 0,-19 2 1563 0 0,21-2-5639 0 0,-14-3 3302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4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62 100 136 0 0,'0'-4'1439'0'0,"-6"-43"11431"0"0,4 19-8110 0 0,-5 8 68 0 0,7 29-3156 0 0,3 14-562 0 0,-1 0 0 0 0,-2 0-1 0 0,0 0 1 0 0,-6 32 0 0 0,1 11-277 0 0,2-30-486 0 0,-16 69 0 0 0,6-43-422 0 0,8-28-3404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05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318 126 536 0 0,'24'-30'7579'0'0,"-9"-1"-4400"0"0,-15 29-3071 0 0,0-1 0 0 0,0 1 0 0 0,-1 0 0 0 0,1 0-1 0 0,0 0 1 0 0,-1 0 0 0 0,0 0 0 0 0,1 0 0 0 0,-1 0 0 0 0,0 0-1 0 0,0 1 1 0 0,0-1 0 0 0,0 0 0 0 0,0 0 0 0 0,0 0 0 0 0,-1 1-1 0 0,-1-3 1 0 0,-1 1-57 0 0,-1 0 0 0 0,1 0 0 0 0,-1 0 0 0 0,0 1 0 0 0,1-1 0 0 0,-1 1 0 0 0,0 0 0 0 0,0 1 0 0 0,-1-1 0 0 0,1 1 0 0 0,0 0 0 0 0,0 0 0 0 0,-1 1 0 0 0,1 0 0 0 0,0 0 0 0 0,-1 0 0 0 0,-6 1 0 0 0,3 0-39 0 0,0 1 0 0 0,0 0 0 0 0,0 0-1 0 0,0 1 1 0 0,0 0 0 0 0,1 1 0 0 0,-1 0 0 0 0,1 0 0 0 0,-9 6 0 0 0,4 1-7 0 0,1-1 0 0 0,0 1-1 0 0,1 1 1 0 0,0 0 0 0 0,0 1 0 0 0,1 0 0 0 0,1 1 0 0 0,1-1-1 0 0,-1 2 1 0 0,2-1 0 0 0,0 1 0 0 0,1 0 0 0 0,1 1 0 0 0,0 0-1 0 0,1-1 1 0 0,-3 22 0 0 0,7-33-2 0 0,-1-1 0 0 0,1 1 1 0 0,0 0-1 0 0,0-1 0 0 0,0 1 0 0 0,0 0 1 0 0,1-1-1 0 0,0 1 0 0 0,-1-1 0 0 0,1 1 0 0 0,1-1 1 0 0,-1 1-1 0 0,0-1 0 0 0,1 1 0 0 0,0-1 1 0 0,0 0-1 0 0,0 0 0 0 0,0 0 0 0 0,0 0 1 0 0,0 0-1 0 0,1-1 0 0 0,-1 1 0 0 0,1-1 0 0 0,0 1 1 0 0,0-1-1 0 0,0 0 0 0 0,0 0 0 0 0,0 0 1 0 0,1-1-1 0 0,-1 1 0 0 0,4 0 0 0 0,0 0 8 0 0,1 0-1 0 0,-1 0 0 0 0,1-1 1 0 0,0 0-1 0 0,-1-1 1 0 0,1 0-1 0 0,-1 0 0 0 0,1-1 1 0 0,0 0-1 0 0,-1 0 1 0 0,1 0-1 0 0,-1-1 0 0 0,15-6 1 0 0,-12 3-6 0 0,1 0 1 0 0,0-1 0 0 0,-1 0-1 0 0,0-1 1 0 0,-1 0 0 0 0,0-1-1 0 0,0 0 1 0 0,0 0 0 0 0,13-19-1 0 0,0-4 869 0 0,32-59-1 0 0,-49 83-593 0 0,1-5 68 0 0,1 0 168 0 0,-9 31-243 0 0,-19 107 882 0 0,-8 165 1 0 0,23-10-4046 0 0,6-278 2435 0 0,0 19-1350 0 0,2-5-5056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07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33 1516 0 0,'20'-20'6968'0'0,"-9"8"-3069"0"0,-7 13-3013 0 0,-4-1-859 0 0,1 0-1 0 0,-1 0 1 0 0,0 0-1 0 0,0 0 1 0 0,1 0 0 0 0,-1 0-1 0 0,0 0 1 0 0,0 0-1 0 0,1 0 1 0 0,-1 0-1 0 0,0 0 1 0 0,0 0 0 0 0,1 0-1 0 0,-1 0 1 0 0,0 0-1 0 0,0 0 1 0 0,1 0-1 0 0,-1 0 1 0 0,0 1 0 0 0,0-1-1 0 0,1 0 1 0 0,-1 0-1 0 0,0 0 1 0 0,0 0-1 0 0,0 1 1 0 0,1-1 0 0 0,-1 0-1 0 0,0 0 1 0 0,0 0-1 0 0,0 1 1 0 0,0-1-1 0 0,0 0 1 0 0,1 0-1 0 0,-1 1 1 0 0,0-1 0 0 0,0 0-1 0 0,0 0 1 0 0,0 1-1 0 0,-2 58 3064 0 0,-17 106-1 0 0,-27 59-1878 0 0,22-114-775 0 0,-15 38-964 0 0,40-135-2292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07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1 137 740 0 0,'9'-25'4640'0'0,"-6"14"-2970"0"0,1 1-1 0 0,0 0 1 0 0,0 0-1 0 0,13-19 1 0 0,-15 26-1495 0 0,1 0 1 0 0,0-1-1 0 0,0 1 1 0 0,0 1-1 0 0,0-1 1 0 0,1 0-1 0 0,-1 1 1 0 0,1 0-1 0 0,0 0 0 0 0,0 0 1 0 0,0 0-1 0 0,0 0 1 0 0,0 1-1 0 0,0 0 1 0 0,0 0-1 0 0,7-1 1 0 0,-1 0-46 0 0,0 1 0 0 0,0 1 0 0 0,0 0 1 0 0,0 0-1 0 0,0 1 0 0 0,0 0 0 0 0,0 1 1 0 0,0 0-1 0 0,0 0 0 0 0,0 1 0 0 0,-1 0 0 0 0,0 1 1 0 0,0 0-1 0 0,0 1 0 0 0,10 6 0 0 0,-13-7-55 0 0,1 1 1 0 0,-1 0-1 0 0,-1 0 0 0 0,1 1 0 0 0,-1 0 1 0 0,0 0-1 0 0,0 0 0 0 0,0 0 0 0 0,-1 1 1 0 0,0 0-1 0 0,-1 0 0 0 0,1 0 0 0 0,-1 0 1 0 0,-1 0-1 0 0,1 1 0 0 0,-1 0 0 0 0,-1-1 1 0 0,1 1-1 0 0,0 15 0 0 0,-2-6 20 0 0,-2 0 0 0 0,1 0 0 0 0,-2-1 0 0 0,0 1 0 0 0,-1-1 0 0 0,-1 1 0 0 0,0-2 0 0 0,-1 1 0 0 0,-1 0-1 0 0,0-1 1 0 0,-1 0 0 0 0,-1-1 0 0 0,-15 20 0 0 0,-14 13 459 0 0,-2-2 0 0 0,-64 55 0 0 0,80-78-274 0 0,22-20-248 0 0,-13 12 374 0 0,-20 25 1 0 0,35-39-377 0 0,-1 0-1 0 0,1 1 1 0 0,0-1 0 0 0,0 1 0 0 0,-1-1 0 0 0,1 0-1 0 0,0 1 1 0 0,0-1 0 0 0,0 1 0 0 0,-1-1-1 0 0,1 1 1 0 0,0-1 0 0 0,0 1 0 0 0,0-1-1 0 0,0 1 1 0 0,0-1 0 0 0,0 1 0 0 0,0-1 0 0 0,0 0-1 0 0,0 1 1 0 0,0-1 0 0 0,0 1 0 0 0,0-1-1 0 0,1 1 1 0 0,-1-1 0 0 0,0 1 0 0 0,0-1 0 0 0,0 1-1 0 0,1-1 1 0 0,-1 0 0 0 0,0 1 0 0 0,0-1-1 0 0,1 1 1 0 0,-1-1 0 0 0,0 0 0 0 0,1 1-1 0 0,-1-1 1 0 0,1 0 0 0 0,-1 0 0 0 0,0 1 0 0 0,1-1-1 0 0,-1 0 1 0 0,1 0 0 0 0,-1 1 0 0 0,1-1-1 0 0,-1 0 1 0 0,1 0 0 0 0,-1 0 0 0 0,0 0 0 0 0,1 0-1 0 0,-1 0 1 0 0,1 0 0 0 0,0 0 0 0 0,24 3 159 0 0,-25-3-167 0 0,63 0 252 0 0,70-11-1 0 0,-20 2-192 0 0,199-6-185 0 0,-85 5-2979 0 0,-211 9 1063 0 0,0 0 0 0 0,20-6 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0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52 904 0 0,'3'-25'8044'0'0,"-1"12"-4280"0"0,0 0 510 0 0,-3 24-1714 0 0,-10 54-94 0 0,-34 113 0 0 0,20-89-2079 0 0,-18 52-36 0 0,41-134 1593 0 0,0-2-3521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1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60 1696 0 0,'51'-60'16838'0'0,"-53"61"-16462"0"0,-13 8-101 0 0,0 1-1 0 0,0 0 1 0 0,1 0 0 0 0,0 1 0 0 0,-15 18 0 0 0,-11 7-245 0 0,39-35-31 0 0,-1 0-1 0 0,1 0 1 0 0,-1 1-1 0 0,1-1 1 0 0,-1 0-1 0 0,1 1 1 0 0,0 0-1 0 0,0-1 1 0 0,0 1-1 0 0,0 0 1 0 0,0-1-1 0 0,0 1 0 0 0,1 0 1 0 0,-1 0-1 0 0,0 0 1 0 0,0 2-1 0 0,1-2 6 0 0,0-1 0 0 0,0 1 0 0 0,1-1 0 0 0,-1 0 0 0 0,0 1 0 0 0,1-1 0 0 0,-1 1 0 0 0,0-1 0 0 0,1 0 0 0 0,0 0 0 0 0,-1 1 0 0 0,1-1 0 0 0,0 0 0 0 0,0 0 0 0 0,-1 1 0 0 0,1-1 0 0 0,2 1 0 0 0,1 2 48 0 0,2 0 0 0 0,-1 0 0 0 0,0 0 0 0 0,1-1 0 0 0,0 0 0 0 0,-1 0 0 0 0,13 4 0 0 0,-3-2 31 0 0,-1 2 0 0 0,28 16-1 0 0,-35-19-9 0 0,-1 0 0 0 0,0 1 0 0 0,0 0-1 0 0,0 0 1 0 0,0 0 0 0 0,-1 1 0 0 0,0-1-1 0 0,5 8 1 0 0,-8-10 155 0 0,0 1-1 0 0,0-1 1 0 0,-1 1 0 0 0,1-1 0 0 0,-1 1-1 0 0,0 0 1 0 0,0-1 0 0 0,0 1 0 0 0,0 0-1 0 0,0 0 1 0 0,-1 0 0 0 0,0 0 0 0 0,0 0-1 0 0,0-1 1 0 0,0 1 0 0 0,-1 0-1 0 0,1 0 1 0 0,-2 5 0 0 0,0-5 46 0 0,0 1 0 0 0,-1 0 1 0 0,1-1-1 0 0,-1 1 0 0 0,0-1 0 0 0,0 0 0 0 0,0 0 1 0 0,-1 0-1 0 0,1 0 0 0 0,-1-1 0 0 0,0 1 0 0 0,-5 2 1 0 0,-2 2 14 0 0,-1-1 0 0 0,1-1 0 0 0,-2 0 0 0 0,1-1 1 0 0,0 0-1 0 0,-1-1 0 0 0,0 0 0 0 0,0-1 0 0 0,-17 2 1 0 0,26-4-428 0 0,1-1 1 0 0,0 0 0 0 0,-1 0-1 0 0,1 0 1 0 0,0-1 0 0 0,0 1 0 0 0,-1-1-1 0 0,1 0 1 0 0,0 0 0 0 0,0 0-1 0 0,-6-3 1 0 0,7 3-275 0 0,0 0 0 0 0,0-1 0 0 0,0 1 0 0 0,0-1 0 0 0,0 0 0 0 0,0 1 0 0 0,1-1 0 0 0,-1 0 0 0 0,1 0 0 0 0,-1 0 0 0 0,1 0 0 0 0,-2-5 0 0 0,1 3-596 0 0,1-1 0 0 0,0 1-1 0 0,0-1 1 0 0,0 0 0 0 0,0 1 0 0 0,1-1 0 0 0,0 1-1 0 0,0-1 1 0 0,0 0 0 0 0,1 1 0 0 0,-1-1 0 0 0,1 0-1 0 0,0 1 1 0 0,1-1 0 0 0,1-4 0 0 0,5-8-6191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1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0 100 432 0 0,'2'-43'25807'0'0,"2"41"-25198"0"0,-3 1-589 0 0,-1 1 0 0 0,0 0-1 0 0,0 0 1 0 0,0-1 0 0 0,0 1-1 0 0,1 0 1 0 0,-1 0-1 0 0,0-1 1 0 0,0 1 0 0 0,1 0-1 0 0,-1 0 1 0 0,0 0 0 0 0,0-1-1 0 0,1 1 1 0 0,-1 0-1 0 0,0 0 1 0 0,1 0 0 0 0,-1 0-1 0 0,0 0 1 0 0,1 0 0 0 0,-1 0-1 0 0,0-1 1 0 0,1 1-1 0 0,-1 0 1 0 0,0 0 0 0 0,1 0-1 0 0,-1 0 1 0 0,0 0 0 0 0,1 1-1 0 0,109-7 815 0 0,113-19 0 0 0,-86 8-1426 0 0,-134 17 192 0 0,10-3-530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2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88 1600 0 0,'-17'-49'10439'0'0,"4"11"-3866"0"0,8 64-4803 0 0,-1 26-707 0 0,-2-1 1 0 0,-2-1 0 0 0,-29 83-1 0 0,6-21-1420 0 0,16-49-4856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2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409 133 764 0 0,'57'-74'13382'0'0,"-56"74"-13335"0"0,-1 0 0 0 0,0-1 0 0 0,1 1 0 0 0,-1 0 0 0 0,0-1 0 0 0,1 1 0 0 0,-1 0 1 0 0,0-1-1 0 0,0 1 0 0 0,1-1 0 0 0,-1 1 0 0 0,0 0 0 0 0,0-1 0 0 0,0 1 0 0 0,0-1 0 0 0,0 1 0 0 0,1-1 0 0 0,-1 1 0 0 0,0-1 0 0 0,0 1 0 0 0,0-1 0 0 0,0 1 1 0 0,0 0-1 0 0,0-1 0 0 0,-1 1 0 0 0,1-1 0 0 0,0 1 0 0 0,0-1 0 0 0,0 1 0 0 0,0-1 0 0 0,0 1 0 0 0,-1 0 0 0 0,1-1 0 0 0,0 1 0 0 0,0-1 0 0 0,-1 1 0 0 0,1 0 1 0 0,0-1-1 0 0,-1 1 0 0 0,1 0 0 0 0,0-1 0 0 0,-1 1 0 0 0,1 0 0 0 0,0 0 0 0 0,-1-1 0 0 0,1 1 0 0 0,-1 0 0 0 0,1 0 0 0 0,-1 0 0 0 0,1-1 0 0 0,0 1 0 0 0,-1 0 1 0 0,1 0-1 0 0,-1 0 0 0 0,1 0 0 0 0,-1 0 0 0 0,1 0 0 0 0,-1 0 0 0 0,1 0 0 0 0,-1 0 0 0 0,-27 3 458 0 0,26-3-452 0 0,-11 4-2 0 0,-1 0-1 0 0,1 0 1 0 0,0 1-1 0 0,0 1 1 0 0,1 0 0 0 0,0 1-1 0 0,0 1 1 0 0,0-1 0 0 0,1 2-1 0 0,0 0 1 0 0,1 0 0 0 0,0 1-1 0 0,0 0 1 0 0,1 0-1 0 0,0 1 1 0 0,-7 13 0 0 0,14-21-44 0 0,0 0 1 0 0,1 0 0 0 0,0 1 0 0 0,-1-1 0 0 0,1 0-1 0 0,0 1 1 0 0,1-1 0 0 0,-1 0 0 0 0,0 1 0 0 0,1-1-1 0 0,0 1 1 0 0,0-1 0 0 0,0 1 0 0 0,0-1 0 0 0,1 1-1 0 0,-1-1 1 0 0,1 1 0 0 0,0-1 0 0 0,0 0-1 0 0,0 1 1 0 0,1-1 0 0 0,-1 0 0 0 0,1 0 0 0 0,-1 0-1 0 0,1 0 1 0 0,0 0 0 0 0,0 0 0 0 0,1-1 0 0 0,-1 1-1 0 0,0 0 1 0 0,6 3 0 0 0,7 6 14 0 0,1-1-1 0 0,0-1 1 0 0,0 0-1 0 0,31 12 1 0 0,-20-9-26 0 0,-14-7 28 0 0,1 2 0 0 0,-1-1 0 0 0,0 2 0 0 0,-1 0 0 0 0,0 0 0 0 0,18 19 0 0 0,-27-25 40 0 0,-1 0 0 0 0,1 0 0 0 0,-1 0 0 0 0,0 0 0 0 0,0 1 0 0 0,0-1 0 0 0,0 0 0 0 0,0 1 0 0 0,-1 0 0 0 0,0-1 0 0 0,0 1 0 0 0,0 0 0 0 0,0 0 0 0 0,0-1 1 0 0,-1 1-1 0 0,1 0 0 0 0,-1 0 0 0 0,0 0 0 0 0,-1 0 0 0 0,1 0 0 0 0,-1-1 0 0 0,1 1 0 0 0,-1 0 0 0 0,0 0 0 0 0,0-1 0 0 0,-1 1 0 0 0,1 0 0 0 0,-1-1 0 0 0,0 0 0 0 0,0 1 1 0 0,-3 3-1 0 0,-1 1 126 0 0,0 0 1 0 0,-1-1 0 0 0,0 0-1 0 0,0 0 1 0 0,-1-1 0 0 0,0 0-1 0 0,0 0 1 0 0,0-1-1 0 0,-18 9 1 0 0,14-9 123 0 0,-1 0 0 0 0,0 0 0 0 0,0-1 0 0 0,0-1 0 0 0,0 0 1 0 0,-19 1-1 0 0,29-4-298 0 0,0 0 0 0 0,0 0 0 0 0,0 0 0 0 0,-1 0 0 0 0,1 0 1 0 0,0-1-1 0 0,0 1 0 0 0,0-1 0 0 0,0 0 0 0 0,0 0 0 0 0,1 0 1 0 0,-1 0-1 0 0,0-1 0 0 0,0 1 0 0 0,1-1 0 0 0,-1 0 0 0 0,0 1 0 0 0,1-1 1 0 0,0 0-1 0 0,0-1 0 0 0,-1 1 0 0 0,1 0 0 0 0,0-1 0 0 0,1 1 1 0 0,-1-1-1 0 0,0 1 0 0 0,1-1 0 0 0,-1 0 0 0 0,1 0 0 0 0,0 0 1 0 0,0 1-1 0 0,0-1 0 0 0,0 0 0 0 0,1 0 0 0 0,-1-1 0 0 0,1 1 0 0 0,0 0 1 0 0,0 0-1 0 0,0 0 0 0 0,0 0 0 0 0,0 0 0 0 0,1 0 0 0 0,-1 0 1 0 0,1 0-1 0 0,0 0 0 0 0,0 0 0 0 0,0 0 0 0 0,0 0 0 0 0,1 0 1 0 0,1-3-1 0 0,17-22 31 0 0,0 0 0 0 0,2 2 0 0 0,40-40 1 0 0,-13 15-67 0 0,-34 35 6 0 0,14-15 25 0 0,33-47 0 0 0,-55 69-4 0 0,-1-1 0 0 0,0 0 0 0 0,-1-1 0 0 0,0 1 0 0 0,0-1-1 0 0,-1 0 1 0 0,-1 0 0 0 0,0 0 0 0 0,3-23 0 0 0,-6 31-17 0 0,1 1 1 0 0,-1-1-1 0 0,-1 0 1 0 0,1 0-1 0 0,0 0 1 0 0,-1 0-1 0 0,1 0 1 0 0,-1 0-1 0 0,0 0 1 0 0,0 1-1 0 0,0-1 1 0 0,0 0-1 0 0,-1 1 1 0 0,1-1-1 0 0,-1 1 1 0 0,-2-4-1 0 0,0 2 4 0 0,0 1-1 0 0,1-1 1 0 0,-1 1-1 0 0,0 0 1 0 0,0 1-1 0 0,0-1 1 0 0,-1 1-1 0 0,1 0 0 0 0,-6-2 1 0 0,-8-2-161 0 0,-1 1 1 0 0,1 1-1 0 0,-39-4 0 0 0,57 8 155 0 0,-39-2-1737 0 0,0 2-1 0 0,-66 8 1 0 0,63-3-2227 0 0,0-2 0 0 0,-43-3-1 0 0,50-4-1771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6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42 1116 0 0,'-27'-11'8790'0'0,"8"1"-6419"0"0,19 10-2348 0 0,-1 0 0 0 0,1 0-1 0 0,0 0 1 0 0,0-1 0 0 0,0 1-1 0 0,-1 0 1 0 0,1 0-1 0 0,0 0 1 0 0,0 0 0 0 0,0 0-1 0 0,-1-1 1 0 0,1 1 0 0 0,0 0-1 0 0,0 0 1 0 0,0 0 0 0 0,0-1-1 0 0,0 1 1 0 0,-1 0 0 0 0,1 0-1 0 0,0 0 1 0 0,0-1 0 0 0,0 1-1 0 0,0 0 1 0 0,0 0-1 0 0,0-1 1 0 0,0 1 0 0 0,0 0-1 0 0,0 0 1 0 0,0-1 0 0 0,0 1-1 0 0,0 0 1 0 0,0 0 0 0 0,0 0-1 0 0,0-1 1 0 0,0 1 0 0 0,0 0-1 0 0,0 0 1 0 0,0-1 0 0 0,0 1-1 0 0,1 0 1 0 0,-1 0-1 0 0,0 0 1 0 0,0-1 0 0 0,0 1-1 0 0,0 0 1 0 0,0 0 0 0 0,1 0-1 0 0,-1-1 1 0 0,0 1 0 0 0,0 0-1 0 0,0 0 1 0 0,1 0 0 0 0,-1 0-1 0 0,0 0 1 0 0,0 0 0 0 0,0-1-1 0 0,1 1 1 0 0,-1 0-1 0 0,0 0 1 0 0,0 0 0 0 0,1 0-1 0 0,-1 0 1 0 0,0 0 0 0 0,0 0-1 0 0,1 0 1 0 0,-1 0 0 0 0,0 0-1 0 0,1 0 1 0 0,11-3-14 0 0,1 1 0 0 0,0 0 1 0 0,1 1-1 0 0,-1 0 0 0 0,0 1 0 0 0,0 0 1 0 0,0 1-1 0 0,0 1 0 0 0,0 0 0 0 0,0 1 0 0 0,0 0 1 0 0,17 7-1 0 0,-28-9 3 0 0,0 0 1 0 0,0 0-1 0 0,0 0 0 0 0,0 0 1 0 0,0 1-1 0 0,-1-1 0 0 0,1 1 0 0 0,0-1 1 0 0,-1 1-1 0 0,1-1 0 0 0,-1 1 1 0 0,1 0-1 0 0,-1 0 0 0 0,0 0 1 0 0,0-1-1 0 0,0 1 0 0 0,0 1 1 0 0,0-1-1 0 0,0 0 0 0 0,0 0 1 0 0,-1 0-1 0 0,1 0 0 0 0,-1 0 1 0 0,0 1-1 0 0,1-1 0 0 0,-1 0 1 0 0,0 0-1 0 0,0 1 0 0 0,-1-1 0 0 0,1 0 1 0 0,0 0-1 0 0,-1 1 0 0 0,1-1 1 0 0,-1 0-1 0 0,0 0 0 0 0,0 0 1 0 0,0 0-1 0 0,-1 2 0 0 0,-5 9 89 0 0,0-1-1 0 0,0-1 0 0 0,-1 1 0 0 0,-19 18 0 0 0,6-7 63 0 0,-2-2-1 0 0,-1 0 0 0 0,-39 26 0 0 0,-86 44 384 0 0,82-54-287 0 0,20-12-163 0 0,-55 40-1 0 0,102-65-86 0 0,0 0 0 0 0,0 1 0 0 0,-1-1 0 0 0,1 0 0 0 0,0 0 0 0 0,-1 0 0 0 0,1 1 0 0 0,0-1 0 0 0,0 0 0 0 0,-1 1 0 0 0,1-1 0 0 0,0 0 0 0 0,0 1 0 0 0,0-1 0 0 0,-1 0 0 0 0,1 1 0 0 0,0-1 0 0 0,0 0 0 0 0,0 1 0 0 0,0-1 0 0 0,0 0-1 0 0,0 1 1 0 0,0-1 0 0 0,0 1 0 0 0,0-1 0 0 0,0 0 0 0 0,0 1 0 0 0,0-1 0 0 0,0 0 0 0 0,0 1 0 0 0,0-1 0 0 0,0 1 0 0 0,0-1 0 0 0,1 0 0 0 0,-1 1 0 0 0,0-1 0 0 0,0 0 0 0 0,0 1 0 0 0,1-1 0 0 0,-1 0 0 0 0,0 0 0 0 0,0 1 0 0 0,1-1 0 0 0,-1 0 0 0 0,0 0 0 0 0,0 1 0 0 0,1-1 0 0 0,-1 0 0 0 0,0 0 0 0 0,1 0 0 0 0,-1 1 0 0 0,0-1 0 0 0,1 0-1 0 0,1 1 68 0 0,0 0 0 0 0,1 0 0 0 0,-1 0 0 0 0,0 0-1 0 0,0-1 1 0 0,1 1 0 0 0,-1-1 0 0 0,1 1 0 0 0,3-1-1 0 0,52-3 310 0 0,107-21-1 0 0,-61 6-520 0 0,-78 15-157 0 0,32-6-3893 0 0,-7-2-3536 0 0,-38 7 3866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6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34 131 1412 0 0,'-5'-131'19899'0'0,"-5"156"-18695"0"0,4 6-805 0 0,-6 59 1 0 0,12-75-376 0 0,0 0 0 0 0,0 0 0 0 0,2 0 0 0 0,0 0 0 0 0,7 29-1 0 0,-8-41-20 0 0,0 0 0 0 0,0-1 0 0 0,0 1 0 0 0,0 0 0 0 0,1-1 0 0 0,-1 1 0 0 0,1-1 0 0 0,-1 1 0 0 0,1-1 0 0 0,0 0 0 0 0,0 1 0 0 0,0-1 0 0 0,1 0 0 0 0,-1 0 0 0 0,0-1 0 0 0,1 1 0 0 0,-1 0 0 0 0,1-1 0 0 0,-1 1-1 0 0,1-1 1 0 0,0 0 0 0 0,0 0 0 0 0,-1 0 0 0 0,1 0 0 0 0,5 0 0 0 0,-3-1-28 0 0,-1 0 0 0 0,0 0 1 0 0,0 0-1 0 0,1-1 0 0 0,-1 1 0 0 0,0-1 0 0 0,0 0 0 0 0,0 0 0 0 0,0-1 1 0 0,0 1-1 0 0,0-1 0 0 0,0 0 0 0 0,-1 0 0 0 0,1 0 0 0 0,-1-1 1 0 0,1 1-1 0 0,4-5 0 0 0,4-6 19 0 0,-1-1 0 0 0,0 0-1 0 0,-1-1 1 0 0,-1 0 0 0 0,0 0 0 0 0,-1-1 0 0 0,10-28 0 0 0,-6 15 70 0 0,18-28-1 0 0,-30 55 30 0 0,7 14 874 0 0,-10 38 481 0 0,-2-1 0 0 0,-17 72 0 0 0,1-6-1114 0 0,21-114-348 0 0,-10 87-2503 0 0,9-77 1170 0 0,1 0 1 0 0,1 0 0 0 0,0 0-1 0 0,0-1 1 0 0,1 1 0 0 0,4 12 0 0 0,-6-22 837 0 0,1 1 0 0 0,-1-1 1 0 0,1 0-1 0 0,0 1 1 0 0,-1-1-1 0 0,1 0 1 0 0,0 0-1 0 0,8 8-3050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7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91 100 628 0 0,'-17'-17'4537'0'0,"-16"-16"4757"0"0,29 30-8638 0 0,1 0 0 0 0,0 0 1 0 0,1 0-1 0 0,-1 0 1 0 0,1-1-1 0 0,-1 1 0 0 0,1-1 1 0 0,0 0-1 0 0,-3-7 1 0 0,6 11-639 0 0,-1-1 1 0 0,0 1 0 0 0,1-1 0 0 0,-1 1 0 0 0,1-1 0 0 0,-1 1 0 0 0,1-1 0 0 0,-1 1-1 0 0,1 0 1 0 0,-1-1 0 0 0,1 1 0 0 0,-1 0 0 0 0,1-1 0 0 0,0 1 0 0 0,-1 0 0 0 0,1 0-1 0 0,0-1 1 0 0,-1 1 0 0 0,1 0 0 0 0,0 0 0 0 0,-1 0 0 0 0,1 0 0 0 0,0 0 0 0 0,0 0 0 0 0,13-1 89 0 0,-4 0-100 0 0,1 1-1 0 0,-1 1 0 0 0,1 0 0 0 0,-1 0 1 0 0,1 1-1 0 0,-1 0 0 0 0,0 0 1 0 0,0 2-1 0 0,0-1 0 0 0,0 1 1 0 0,0 0-1 0 0,-1 1 0 0 0,0 0 0 0 0,0 1 1 0 0,0 0-1 0 0,-1 0 0 0 0,14 13 1 0 0,-19-15-6 0 0,0 0 0 0 0,-1 0 1 0 0,1 0-1 0 0,0 0 0 0 0,-1 0 0 0 0,0 1 1 0 0,0-1-1 0 0,-1 1 0 0 0,1-1 1 0 0,-1 1-1 0 0,0 0 0 0 0,0 0 1 0 0,0 6-1 0 0,-1-3 24 0 0,0-1 0 0 0,-1 1 0 0 0,0-1 0 0 0,0 0 0 0 0,0 1 0 0 0,-1-1 0 0 0,0 0 0 0 0,-4 7 0 0 0,-4 7 302 0 0,-1-1-1 0 0,-1 1 0 0 0,-1-2 0 0 0,-23 27 0 0 0,-119 128 4253 0 0,155-174-4544 0 0,0 0-1 0 0,-1 1 0 0 0,1-1 1 0 0,-1 1-1 0 0,1-1 0 0 0,-1 0 1 0 0,1 1-1 0 0,0-1 0 0 0,-1 1 1 0 0,1-1-1 0 0,0 1 0 0 0,0-1 1 0 0,-1 1-1 0 0,1-1 0 0 0,0 1 0 0 0,0-1 1 0 0,0 1-1 0 0,0 0 0 0 0,-1-1 1 0 0,1 1-1 0 0,0-1 0 0 0,0 1 1 0 0,0-1-1 0 0,0 1 0 0 0,0 0 1 0 0,1-1-1 0 0,-1 1 0 0 0,0-1 1 0 0,0 1-1 0 0,0-1 0 0 0,1 2 1 0 0,0-1 0 0 0,0-1 0 0 0,0 1 0 0 0,0 0 1 0 0,0-1-1 0 0,0 0 0 0 0,0 1 0 0 0,1-1 0 0 0,-1 0 1 0 0,0 1-1 0 0,0-1 0 0 0,0 0 0 0 0,1 0 0 0 0,-1 0 1 0 0,2 0-1 0 0,49-6 258 0 0,-47 5-240 0 0,203-42 188 0 0,-124 17-4461 0 0,-81 25 3334 0 0,0-1 0 0 0,0 1 0 0 0,1-1-1 0 0,-1 1 1 0 0,0-1 0 0 0,0 0-1 0 0,-1 0 1 0 0,5-4 0 0 0,-6 5 678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7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103 227 1264 0 0,'-2'-13'10994'0'0,"0"6"-8021"0"0,-1 0-1 0 0,1 0 1 0 0,-8-12 0 0 0,-9-6-747 0 0,-36-22-1375 0 0,53 46-858 0 0,-4-6-111 0 0,6 7 114 0 0,0-1 0 0 0,0 1 1 0 0,-1 0-1 0 0,1 0 1 0 0,0 0-1 0 0,0 0 1 0 0,0-1-1 0 0,0 1 0 0 0,0 0 1 0 0,0 0-1 0 0,0 0 1 0 0,0 0-1 0 0,-1-1 0 0 0,1 1 1 0 0,0 0-1 0 0,0 0 1 0 0,0 0-1 0 0,0-1 0 0 0,0 1 1 0 0,0 0-1 0 0,0 0 1 0 0,0-1-1 0 0,0 1 0 0 0,0 0 1 0 0,0 0-1 0 0,0 0 1 0 0,1-1-1 0 0,-1 1 0 0 0,0 0 1 0 0,0 0-1 0 0,0 0 1 0 0,0-1-1 0 0,0 1 0 0 0,0 0 1 0 0,0 0-1 0 0,1 0 1 0 0,-1 0-1 0 0,0 0 0 0 0,0-1 1 0 0,0 1-1 0 0,0 0 1 0 0,0 0-1 0 0,1 0 0 0 0,-1 0 1 0 0,0 0-1 0 0,0 0 1 0 0,0 0-1 0 0,1-1 0 0 0,-1 1 1 0 0,0 0-1 0 0,0 0 1 0 0,0 0-1 0 0,1 0 0 0 0,-1 0 1 0 0,0 0-1 0 0,0 0 1 0 0,0 0-1 0 0,1 0 0 0 0,80-5-757 0 0,-44 4 413 0 0,0-2 0 0 0,54-11 1 0 0,-63 7 796 0 0,1 0 1 0 0,-1-2 0 0 0,50-24-1 0 0,-76 32-246 0 0,0 0 0 0 0,0 0 0 0 0,-1 1 0 0 0,1-1-1 0 0,0 1 1 0 0,0-1 0 0 0,0 1 0 0 0,0 0 0 0 0,0-1-1 0 0,0 1 1 0 0,0 0 0 0 0,0 0 0 0 0,0 0 0 0 0,0 1 0 0 0,-1-1-1 0 0,5 1 1 0 0,-6 0-139 0 0,1 0-1 0 0,-1 0 1 0 0,0-1 0 0 0,1 1-1 0 0,-1 0 1 0 0,0 0 0 0 0,0-1-1 0 0,0 1 1 0 0,0 0 0 0 0,0 0 0 0 0,0 0-1 0 0,0-1 1 0 0,0 1 0 0 0,0 0-1 0 0,0 0 1 0 0,0-1 0 0 0,-1 1-1 0 0,1 1 45 0 0,-36 194 810 0 0,14-82-653 0 0,-39 160-271 0 0,33-158-340 0 0,20-91-5395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18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76 183 2124 0 0,'-7'-14'6536'0'0,"-14"-20"4933"0"0,21 33-11395 0 0,0 1 0 0 0,0-1 0 0 0,0 0 1 0 0,0 1-1 0 0,0-1 0 0 0,0 0 0 0 0,1 1 1 0 0,-1-1-1 0 0,0 0 0 0 0,0 0 0 0 0,1 1 1 0 0,-1-1-1 0 0,0 1 0 0 0,1-1 1 0 0,-1 0-1 0 0,0 1 0 0 0,2-1 0 0 0,5-5 27 0 0,0 1-1 0 0,1 0 0 0 0,-1 1 0 0 0,1 0 0 0 0,0 0 1 0 0,1 1-1 0 0,11-3 0 0 0,69-15 84 0 0,-66 16-128 0 0,106-18 45 0 0,1 6 0 0 0,172-2 0 0 0,-262 19-99 0 0,134 2-244 0 0,-170-2 241 0 0,0 0 0 0 0,1 1 0 0 0,-1 0 0 0 0,0 0-1 0 0,0 0 1 0 0,1 0 0 0 0,-1 1 0 0 0,0 0 0 0 0,0-1 0 0 0,-1 1 0 0 0,1 1 0 0 0,0-1-1 0 0,-1 1 1 0 0,1-1 0 0 0,-1 1 0 0 0,0 0 0 0 0,0 0 0 0 0,0 0 0 0 0,4 6-1 0 0,-3-1 37 0 0,0-1-1 0 0,-1 0 0 0 0,0 1 0 0 0,0-1 0 0 0,-1 1 1 0 0,0 0-1 0 0,-1 0 0 0 0,0 0 0 0 0,1 15 0 0 0,-2 36 425 0 0,-3 1 0 0 0,-14 81 0 0 0,3-41 1 0 0,-63 1417 2673 0 0,79-1105-3103 0 0,-16 726 2014 0 0,-72-332-301 0 0,53-638-1177 0 0,27-144-461 0 0,-2 0 0 0 0,0 0 0 0 0,-2-1 0 0 0,-21 39 0 0 0,23-51-163 0 0,1 0-1 0 0,-2-1 1 0 0,1 0 0 0 0,-1 0-1 0 0,-1-1 1 0 0,0 0 0 0 0,-21 15-1 0 0,13-13-172 0 0,0-1 0 0 0,-1 0 0 0 0,-1-2-1 0 0,-27 9 1 0 0,-12-1-741 0 0,-2-3-1 0 0,-86 8 0 0 0,130-19 796 0 0,-114 11-6050 0 0,40-8-1672 0 0,-2-1-3620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27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11 548 0 0,'0'0'1316'0'0,"-8"-5"-708"0"0,-1-1-628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37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8 934 628 0 0,'-7'7'9233'0'0,"8"1"-8778"0"0,1-1 0 0 0,-1 0-1 0 0,2 0 1 0 0,-1 0 0 0 0,1 0 0 0 0,4 6 0 0 0,2 10-89 0 0,-8-22-344 0 0,-1 0 0 0 0,1 0 0 0 0,-1 0 0 0 0,1 0 0 0 0,0 0 0 0 0,-1 0 0 0 0,1 0-1 0 0,0 0 1 0 0,0 0 0 0 0,0 0 0 0 0,0 0 0 0 0,0-1 0 0 0,0 1 0 0 0,0 0 0 0 0,0-1 0 0 0,0 1 0 0 0,0 0-1 0 0,0-1 1 0 0,0 1 0 0 0,1-1 0 0 0,-1 0 0 0 0,0 1 0 0 0,0-1 0 0 0,1 0 0 0 0,-1 0 0 0 0,0 0 0 0 0,0 0-1 0 0,1 0 1 0 0,-1 0 0 0 0,0 0 0 0 0,0 0 0 0 0,1-1 0 0 0,1 1 0 0 0,3-2 35 0 0,1 0 1 0 0,-1-1-1 0 0,1 1 1 0 0,8-6 0 0 0,-14 8-55 0 0,17-11 19 0 0,0-1 0 0 0,-1 0-1 0 0,0-1 1 0 0,-1-1 0 0 0,0-1 0 0 0,22-26 0 0 0,-6 1-53 0 0,42-70 0 0 0,102-228-107 0 0,-30 51-27 0 0,-144 283 153 0 0,14-19-74 0 0,-16 22 86 0 0,1 1 0 0 0,0-1-1 0 0,-1 1 1 0 0,1-1 0 0 0,0 1-1 0 0,0-1 1 0 0,-1 1 0 0 0,1-1-1 0 0,0 1 1 0 0,0 0-1 0 0,0-1 1 0 0,0 1 0 0 0,-1 0-1 0 0,1 0 1 0 0,0 0 0 0 0,0-1-1 0 0,0 1 1 0 0,0 0 0 0 0,0 0-1 0 0,0 0 1 0 0,-1 1 0 0 0,1-1-1 0 0,0 0 1 0 0,0 0 0 0 0,0 0-1 0 0,1 1 1 0 0,-2 0 2 0 0,1 0 1 0 0,0 0-1 0 0,0 0 0 0 0,0 0 1 0 0,-1 0-1 0 0,1 1 1 0 0,-1-1-1 0 0,1 0 0 0 0,-1 0 1 0 0,1 1-1 0 0,-1-1 0 0 0,0 0 1 0 0,0 1-1 0 0,1-1 0 0 0,-1 0 1 0 0,0 1-1 0 0,0-1 0 0 0,0 0 1 0 0,-1 3-1 0 0,1-2 4 0 0,-3 51 183 0 0,-3-1 1 0 0,-2 0-1 0 0,-18 66 0 0 0,4-21-45 0 0,6-24-55 0 0,-21 129 174 0 0,36-194-235 0 0,1 1 0 0 0,0-1 0 0 0,0 1 0 0 0,0-1 0 0 0,3 13-1 0 0,-3-21-26 0 0,1 1 1 0 0,-1-1-1 0 0,0 0 0 0 0,0 1 0 0 0,0-1 0 0 0,1 0 0 0 0,-1 1 0 0 0,0-1 0 0 0,0 0 0 0 0,1 1 0 0 0,-1-1 0 0 0,0 0 0 0 0,1 1 0 0 0,-1-1 0 0 0,0 0 0 0 0,1 0 0 0 0,-1 1 0 0 0,0-1 0 0 0,1 0 0 0 0,-1 0 0 0 0,1 0 0 0 0,-1 1 0 0 0,0-1 0 0 0,1 0 1 0 0,-1 0-1 0 0,1 0 0 0 0,-1 0 0 0 0,1 0 0 0 0,-1 0 0 0 0,1 0 0 0 0,-1 0 0 0 0,1 0 0 0 0,12-3-1 0 0,-12 3-1 0 0,5-3-7 0 0,0 1 0 0 0,0-1-1 0 0,0 0 1 0 0,0-1-1 0 0,0 1 1 0 0,-1-1-1 0 0,1 0 1 0 0,5-7-1 0 0,37-41-118 0 0,-40 42 83 0 0,47-58-460 0 0,82-135 0 0 0,23-90 100 0 0,-78 128 241 0 0,-75 156 231 0 0,-7 20 32 0 0,-7 20 122 0 0,-39 114 846 0 0,-53 169 687 0 0,23 7-670 0 0,73-299-995 0 0,-3 43 0 0 0,6-58-117 0 0,0 0-1 0 0,1 1 1 0 0,0-1-1 0 0,0 1 1 0 0,0-1-1 0 0,1 0 1 0 0,0 0-1 0 0,0 0 1 0 0,6 12-1 0 0,-6-17-64 0 0,-1 0-1 0 0,1 0 1 0 0,-1 1-1 0 0,1-1 1 0 0,0 0-1 0 0,0 0 1 0 0,0-1-1 0 0,0 1 1 0 0,0 0-1 0 0,0-1 1 0 0,0 1-1 0 0,1-1 1 0 0,-1 0-1 0 0,0 0 1 0 0,1 0-1 0 0,-1 0 1 0 0,4 1-1 0 0,-1-1-100 0 0,0 0-1 0 0,0-1 0 0 0,0 0 0 0 0,0 0 0 0 0,0 0 0 0 0,0 0 0 0 0,1-1 0 0 0,6-1 0 0 0,4-3-351 0 0,0 0 1 0 0,0-1 0 0 0,0-1-1 0 0,19-11 1 0 0,-3-1-63 0 0,0 0 1 0 0,-2-3-1 0 0,-1 0 1 0 0,0-2-1 0 0,48-54 0 0 0,-57 55 1060 0 0,-1-2-1 0 0,27-47 1 0 0,-33 49 821 0 0,-2-1 0 0 0,-1 0 1 0 0,12-40-1 0 0,-22 63-1215 0 0,1 0-1 0 0,-1 1 0 0 0,0-1 0 0 0,1 0 0 0 0,-1 0 0 0 0,0 0 0 0 0,0 1 1 0 0,0-1-1 0 0,0 0 0 0 0,0 0 0 0 0,1 0 0 0 0,-1 1 0 0 0,-1-1 1 0 0,1 0-1 0 0,0 0 0 0 0,0 0 0 0 0,0 0 0 0 0,-1-1 0 0 0,-8 11 1307 0 0,-13 27 85 0 0,8-9-1187 0 0,1 0 0 0 0,1 1 0 0 0,1 1 1 0 0,1-1-1 0 0,2 2 0 0 0,1-1 0 0 0,1 1 0 0 0,-3 58 0 0 0,9-81-256 0 0,0 0 1 0 0,1 0-1 0 0,0 0 0 0 0,0-1 0 0 0,0 1 0 0 0,1 0 0 0 0,0-1 0 0 0,0 1 0 0 0,1-1 1 0 0,0 0-1 0 0,0 1 0 0 0,8 9 0 0 0,-8-12-73 0 0,-1-1 1 0 0,1 0-1 0 0,0 0 0 0 0,0 0 0 0 0,1-1 1 0 0,-1 1-1 0 0,1-1 0 0 0,-1 1 1 0 0,1-1-1 0 0,0-1 0 0 0,-1 1 1 0 0,1 0-1 0 0,0-1 0 0 0,0 0 0 0 0,1 0 1 0 0,-1 0-1 0 0,0 0 0 0 0,0-1 1 0 0,0 1-1 0 0,1-1 0 0 0,6-1 0 0 0,1 0-198 0 0,0-2 0 0 0,0 1 0 0 0,-1-2 0 0 0,1 0 0 0 0,-1 0 0 0 0,0-1-1 0 0,0 0 1 0 0,14-9 0 0 0,-3 0-236 0 0,-1-1 0 0 0,35-32 0 0 0,-40 31 349 0 0,0-1 0 0 0,-2 0 0 0 0,0-1-1 0 0,-1 0 1 0 0,17-32 0 0 0,-10 10 1658 0 0,26-79-1 0 0,-40 99-1020 0 0,-5 17-124 0 0,-3 5-177 0 0,-4 7 29 0 0,0 0 1 0 0,0 0-1 0 0,1 1 0 0 0,0-1 0 0 0,1 1 0 0 0,-5 19 0 0 0,-15 66 354 0 0,24-94-566 0 0,-4 18 126 0 0,-2 37-1 0 0,6-48-111 0 0,0-1 0 0 0,0 0 0 0 0,0 1 1 0 0,1-1-1 0 0,1 0 0 0 0,-1 0 0 0 0,1 0 0 0 0,4 10 0 0 0,-5-14-78 0 0,1-1-1 0 0,-1 1 0 0 0,1-1 0 0 0,0 0 1 0 0,0 0-1 0 0,0 0 0 0 0,0 0 0 0 0,0 0 1 0 0,0-1-1 0 0,0 1 0 0 0,1 0 0 0 0,-1-1 1 0 0,1 0-1 0 0,-1 0 0 0 0,1 1 0 0 0,-1-2 1 0 0,1 1-1 0 0,0 0 0 0 0,-1 0 0 0 0,1-1 1 0 0,0 1-1 0 0,0-1 0 0 0,0 0 1 0 0,-1 0-1 0 0,1 0 0 0 0,4-1 0 0 0,8-1-581 0 0,-1 0-1 0 0,0-1 1 0 0,24-7 0 0 0,-9-1-447 0 0,0-1 1 0 0,-1-2 0 0 0,-1 0-1 0 0,0-2 1 0 0,-1-1 0 0 0,0-1-1 0 0,-2-1 1 0 0,0-1-1 0 0,-1-1 1 0 0,32-39 0 0 0,-20 16-1606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37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65 430 4628 0 0,'19'-45'1571'0'0,"-3"-1"-1"0"0,-2 0 0 0 0,-1-1 0 0 0,-3-1 1 0 0,4-49-1 0 0,-10-1 2419 0 0,-4 96-3746 0 0,-1 2-227 0 0,0 0 0 0 0,0 1-1 0 0,1-1 1 0 0,-1 0 0 0 0,0 1 0 0 0,0-1-1 0 0,1 1 1 0 0,-1-1 0 0 0,0 1-1 0 0,1-1 1 0 0,-1 1 0 0 0,1 0-1 0 0,-1-1 1 0 0,1 1 0 0 0,-1 0-1 0 0,1-1 1 0 0,-1 1 0 0 0,1 0 0 0 0,0-1-1 0 0,-1 1 1 0 0,1 1 0 0 0,-9 22 258 0 0,7-16-114 0 0,-93 343 2593 0 0,64-168-2485 0 0,28-154-392 0 0,2 1 0 0 0,1-1 1 0 0,1 1-1 0 0,6 35 1 0 0,-7-62-20 0 0,1 5-124 0 0,1 0 0 0 0,0 0 0 0 0,0 0 0 0 0,5 9 0 0 0,-7-15 108 0 0,1-1 1 0 0,0 1-1 0 0,-1-1 0 0 0,1 1 1 0 0,0-1-1 0 0,0 1 1 0 0,0-1-1 0 0,0 1 1 0 0,1-1-1 0 0,-1 0 1 0 0,0 0-1 0 0,0 0 1 0 0,1 0-1 0 0,-1 0 1 0 0,1 0-1 0 0,-1 0 1 0 0,1 0-1 0 0,-1 0 1 0 0,1-1-1 0 0,0 1 1 0 0,-1 0-1 0 0,1-1 1 0 0,0 0-1 0 0,-1 1 0 0 0,1-1 1 0 0,0 0-1 0 0,0 0 1 0 0,2 0-1 0 0,4-1-328 0 0,0-1 0 0 0,1 0 0 0 0,-1-1 0 0 0,0 0 0 0 0,0 0 0 0 0,0 0 0 0 0,0-1 0 0 0,-1 0 0 0 0,10-7 0 0 0,2-4-1200 0 0,-1 0 0 0 0,23-24 0 0 0,-6 2-1367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38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29 383 3284 0 0,'27'-58'3273'0'0,"-3"0"0"0"0,-3-2 0 0 0,19-85 0 0 0,-25 86-339 0 0,-15 56-2465 0 0,0 5-333 0 0,-57 275 3912 0 0,30-126-2611 0 0,13-81-1060 0 0,-25 132 202 0 0,31-144-582 0 0,-1 89-1 0 0,8-146-60 0 0,1 0 0 0 0,0 1 0 0 0,0-1 0 0 0,0 0 0 0 0,0 0 0 0 0,0 1 0 0 0,0-1 0 0 0,0 0 0 0 0,1 0 0 0 0,-1 0 0 0 0,0 1 0 0 0,1-1 0 0 0,-1 0 0 0 0,1 0 0 0 0,-1 0 0 0 0,1 0 0 0 0,-1 0 0 0 0,1 0 0 0 0,0 0 0 0 0,-1 0 0 0 0,1 0 0 0 0,0 0 0 0 0,0 0 0 0 0,0 0 0 0 0,0 0 0 0 0,0-1 0 0 0,0 1 0 0 0,0 0 0 0 0,2 0 0 0 0,0-1-153 0 0,0 1 1 0 0,0-1 0 0 0,0 0 0 0 0,-1 0-1 0 0,1-1 1 0 0,0 1 0 0 0,0-1-1 0 0,0 1 1 0 0,0-1 0 0 0,-1 0-1 0 0,1 0 1 0 0,2-2 0 0 0,24-9-1306 0 0,-2-2 0 0 0,0-1 0 0 0,-1 0 0 0 0,40-33 0 0 0,-30 18-30 0 0,-2-2 0 0 0,43-50 1 0 0,-58 59 1977 0 0,-2-1-1 0 0,0-1 1 0 0,14-29 0 0 0,-19 29 3525 0 0,14-40-1 0 0,-9 23-205 0 0,-16 40-3355 0 0,-8 25 613 0 0,1 0-64 0 0,-12 31 1 0 0,3-9-562 0 0,-8 40-96 0 0,-16 132 1 0 0,38-209-268 0 0,0 0 0 0 0,1 0-1 0 0,1 13 1 0 0,-1-1 62 0 0,1-19-91 0 0,-1-1-1 0 0,0 1 0 0 0,0-1 0 0 0,0 0 0 0 0,0 1 0 0 0,0-1 0 0 0,0 0 0 0 0,0 1 0 0 0,0-1 0 0 0,1 0 0 0 0,-1 1 0 0 0,0-1 0 0 0,0 0 1 0 0,1 1-1 0 0,-1-1 0 0 0,0 0 0 0 0,0 0 0 0 0,1 1 0 0 0,-1-1 0 0 0,0 0 0 0 0,1 0 0 0 0,-1 1 0 0 0,0-1 0 0 0,0 0 0 0 0,1 0 0 0 0,-1 0 0 0 0,1 0 1 0 0,-1 0-1 0 0,0 0 0 0 0,1 1 0 0 0,-1-1 0 0 0,0 0 0 0 0,1 0 0 0 0,-1 0 0 0 0,1 0 0 0 0,-1 0 0 0 0,0 0 0 0 0,1 0 0 0 0,-1-1 0 0 0,0 1 1 0 0,1 0-1 0 0,-1 0 0 0 0,0 0 0 0 0,1 0 0 0 0,-1 0 0 0 0,0 0 0 0 0,1-1 0 0 0,-1 1 0 0 0,0 0 0 0 0,1 0 0 0 0,-1-1 0 0 0,20-10-610 0 0,-18 10 462 0 0,2-2-512 0 0,1-1 0 0 0,-1 0-1 0 0,0 0 1 0 0,0 0-1 0 0,-1-1 1 0 0,1 1 0 0 0,-1-1-1 0 0,4-7 1 0 0,-5 8-193 0 0,1-23-10781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39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27 104 1324 0 0,'-3'1'7015'0'0,"-20"0"2562"0"0,33-4-10030 0 0,407-81 1240 0 0,-405 82-726 0 0,1-1-1 0 0,22-7 1 0 0,-32 9-395 0 0,5-2-2484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39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12 268 0 0,'22'-10'20992'0'0,"-17"8"-21628"0"0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0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45 2300 0 0,'-12'-45'18670'0'0,"10"50"-17716"0"0,-4 15 27 0 0,-2 24 266 0 0,-23 165-329 0 0,-45 265 3769 0 0,50-349-3182 0 0,-75 211 0 0 0,98-323-1495 0 0,2-10-16 0 0,0 0 0 0 0,0 0-1 0 0,0 0 1 0 0,0 0 0 0 0,0 0 0 0 0,-1 0 0 0 0,1-1 0 0 0,-1 1 0 0 0,1 0-1 0 0,-1-1 1 0 0,0 1 0 0 0,-3 2 0 0 0,4-5-140 0 0,0 1 0 0 0,1-1-1 0 0,-1 1 1 0 0,0-1 0 0 0,0 1 0 0 0,0-1 0 0 0,0 0 0 0 0,0 0-1 0 0,0 1 1 0 0,0-1 0 0 0,0 0 0 0 0,0 0 0 0 0,0 0 0 0 0,0 0-1 0 0,0 0 1 0 0,0 0 0 0 0,0 0 0 0 0,0 0 0 0 0,0 0 0 0 0,0-1-1 0 0,0 1 1 0 0,0 0 0 0 0,0-1 0 0 0,0 1 0 0 0,0-1 0 0 0,1 1-1 0 0,-1-1 1 0 0,0 1 0 0 0,0-1 0 0 0,0 1 0 0 0,1-1 0 0 0,-2-1-1 0 0,-2-1-656 0 0,0-1 0 0 0,1 1-1 0 0,-1-1 1 0 0,1 0 0 0 0,-3-4-1 0 0,0-3-1083 0 0,1 0-1 0 0,0 0 0 0 0,0 0 0 0 0,1-1 0 0 0,1 1 1 0 0,-5-24-1 0 0,2-6-5547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1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0 980 1068 0 0,'5'-29'1774'0'0,"0"-17"281"0"0,3 1 1 0 0,2 1-1 0 0,18-51 0 0 0,-24 83-1890 0 0,1 1-1 0 0,0-1 0 0 0,1 1 0 0 0,0 0 0 0 0,1 1 0 0 0,0 0 0 0 0,0 0 1 0 0,1 0-1 0 0,1 1 0 0 0,0 0 0 0 0,0 1 0 0 0,0 0 0 0 0,1 0 0 0 0,0 1 1 0 0,1 0-1 0 0,18-9 0 0 0,-19 13-122 0 0,0 0-1 0 0,0 0 1 0 0,0 1 0 0 0,1 0-1 0 0,-1 1 1 0 0,1 0 0 0 0,-1 1-1 0 0,1 0 1 0 0,0 1 0 0 0,-1 0-1 0 0,0 0 1 0 0,1 1 0 0 0,-1 1-1 0 0,0 0 1 0 0,0 0 0 0 0,13 6-1 0 0,-9-3 74 0 0,0 1 0 0 0,0 1-1 0 0,-1-1 1 0 0,0 2-1 0 0,-1 0 1 0 0,0 1-1 0 0,0 0 1 0 0,-1 0 0 0 0,-1 1-1 0 0,16 21 1 0 0,-23-29 40 0 0,-1 0 0 0 0,0 1 0 0 0,0-1 0 0 0,-1 0 0 0 0,1 1 0 0 0,-1 0 0 0 0,0-1 0 0 0,0 1 1 0 0,0 0-1 0 0,0-1 0 0 0,0 1 0 0 0,-1 0 0 0 0,0 0 0 0 0,0 0 0 0 0,0 0 0 0 0,0-1 0 0 0,0 1 0 0 0,-1 0 0 0 0,0 0 0 0 0,0 0 0 0 0,-1 4 1 0 0,-1-3-23 0 0,1 0 0 0 0,-1-1 1 0 0,0 1-1 0 0,0-1 1 0 0,0 1-1 0 0,-1-1 1 0 0,1 0-1 0 0,-1 0 1 0 0,0-1-1 0 0,0 1 1 0 0,-1-1-1 0 0,1 0 1 0 0,-1 0-1 0 0,-7 4 1 0 0,-9 1 37 0 0,0 0 0 0 0,0-1 1 0 0,-1-1-1 0 0,0-1 0 0 0,0-1 1 0 0,-35 2-1 0 0,54-6-177 0 0,-3-2-21 0 0,6 2 25 0 0,1 0-1 0 0,-1 0 1 0 0,0 0 0 0 0,0-1 0 0 0,0 1 0 0 0,0 0 0 0 0,1 0 0 0 0,-1 0 0 0 0,0 0 0 0 0,0 0 0 0 0,0-1 0 0 0,0 1 0 0 0,0 0-1 0 0,1 0 1 0 0,-1 0 0 0 0,0-1 0 0 0,0 1 0 0 0,0 0 0 0 0,0 0 0 0 0,0 0 0 0 0,0-1 0 0 0,0 1 0 0 0,0 0 0 0 0,0 0 0 0 0,0-1-1 0 0,0 1 1 0 0,0 0 0 0 0,0 0 0 0 0,0 0 0 0 0,0-1 0 0 0,0 1 0 0 0,0 0 0 0 0,0 0 0 0 0,0 0 0 0 0,0-1 0 0 0,0 1-1 0 0,0 0 1 0 0,-1 0 0 0 0,1 0 0 0 0,0-1 0 0 0,0 1 0 0 0,0 0 0 0 0,0 0 0 0 0,0 0 0 0 0,-1 0 0 0 0,1-1 0 0 0,0 1 0 0 0,0 0-1 0 0,0 0 1 0 0,-1 0 0 0 0,1 0 0 0 0,0 0 0 0 0,0 0 0 0 0,0 0 0 0 0,-1 0 0 0 0,1-1 0 0 0,0 1 0 0 0,0 0 0 0 0,0 0 0 0 0,-1 0-1 0 0,1 0 1 0 0,0 0 0 0 0,0 0 0 0 0,-1 0 0 0 0,1 0 0 0 0,0 0 0 0 0,0 0 0 0 0,-1 1 0 0 0,6-6-122 0 0,0 1 0 0 0,0 0 0 0 0,0 0 0 0 0,0 1 0 0 0,0-1 0 0 0,1 1 1 0 0,10-4-1 0 0,2-2-157 0 0,108-56-1086 0 0,174-98-1500 0 0,-256 135 2497 0 0,-1-2 1 0 0,-1-2 0 0 0,-2-2-1 0 0,53-56 1 0 0,-80 76 358 0 0,-1-2 1 0 0,-1 1-1 0 0,0-2 0 0 0,0 0 0 0 0,-2 0 1 0 0,0 0-1 0 0,11-35 0 0 0,-17 40 194 0 0,1 0 0 0 0,-2 0 0 0 0,0 0 0 0 0,0 0 0 0 0,-1-1 0 0 0,-1 1 0 0 0,0 0-1 0 0,-1-1 1 0 0,0 1 0 0 0,-1 0 0 0 0,0-1 0 0 0,-1 1 0 0 0,-6-16 0 0 0,9 27-170 0 0,0 0 0 0 0,-1-1 0 0 0,1 1 0 0 0,-1 0 0 0 0,1 0 0 0 0,-1 0 0 0 0,1 0 0 0 0,-1 0 0 0 0,1 0 0 0 0,-1 0 0 0 0,0 0 0 0 0,0 0 0 0 0,0 0 0 0 0,1 1 0 0 0,-1-1 0 0 0,0 0 0 0 0,0 0 0 0 0,0 1 0 0 0,0-1 0 0 0,0 0 0 0 0,0 1 0 0 0,-1-1 0 0 0,1 1 0 0 0,0 0 0 0 0,-2-1 0 0 0,2 1-5 0 0,-1 0-1 0 0,0 1 1 0 0,1-1 0 0 0,-1 1 0 0 0,0-1 0 0 0,1 1 0 0 0,-1-1 0 0 0,1 1-1 0 0,-1 0 1 0 0,1 0 0 0 0,-1 0 0 0 0,1 0 0 0 0,0 0 0 0 0,-1 0-1 0 0,-1 2 1 0 0,-4 5 50 0 0,0 0-1 0 0,0 1 0 0 0,1 0 1 0 0,-6 10-1 0 0,-7 16 160 0 0,3 0 1 0 0,0 0-1 0 0,3 2 1 0 0,-11 40-1 0 0,9-12 20 0 0,-10 103 0 0 0,23-140-184 0 0,0 0 0 0 0,2 0-1 0 0,6 43 1 0 0,-5-59-45 0 0,1 0 0 0 0,1 0-1 0 0,0 0 1 0 0,1 0 0 0 0,0-1-1 0 0,1 1 1 0 0,0-1 0 0 0,1 0-1 0 0,0-1 1 0 0,12 17 0 0 0,-14-23-148 0 0,0 0 0 0 0,0 1 0 0 0,0-1 0 0 0,1-1 1 0 0,0 1-1 0 0,-1-1 0 0 0,1 1 0 0 0,1-1 0 0 0,-1-1 0 0 0,0 1 0 0 0,1-1 1 0 0,-1 0-1 0 0,1 0 0 0 0,8 1 0 0 0,-7-2-111 0 0,1 0 0 0 0,0-1 0 0 0,-1 0 0 0 0,1 0 1 0 0,0-1-1 0 0,-1 0 0 0 0,1-1 0 0 0,-1 1 0 0 0,1-1 0 0 0,6-3 0 0 0,1-2 49 0 0,-1 1-1 0 0,0-2 0 0 0,-1 0 0 0 0,1 0 0 0 0,-2-1 0 0 0,1-1 1 0 0,-1 0-1 0 0,-1-1 0 0 0,0 0 0 0 0,12-16 0 0 0,-7 4 1296 0 0,0-1 0 0 0,14-29 0 0 0,17-53 6665 0 0,-42 99-6892 0 0,-5 14-358 0 0,-5 22 186 0 0,4-23-340 0 0,-17 82 1388 0 0,10-56-1503 0 0,1 1 0 0 0,2 0 0 0 0,-1 41 1 0 0,6-69-243 0 0,0 6 65 0 0,0 0 1 0 0,0-1-1 0 0,2 1 1 0 0,1 10 0 0 0,-2-19-72 0 0,-1 1 0 0 0,1-1 0 0 0,0 0 1 0 0,0 1-1 0 0,0-1 0 0 0,0 0 0 0 0,0 0 1 0 0,1 0-1 0 0,-1 0 0 0 0,1 0 0 0 0,-1 0 1 0 0,1 0-1 0 0,-1-1 0 0 0,1 1 0 0 0,0 0 1 0 0,0-1-1 0 0,0 0 0 0 0,0 1 0 0 0,0-1 1 0 0,0 0-1 0 0,1 0 0 0 0,3 2 0 0 0,-4-3-77 0 0,0 0 0 0 0,0 1 0 0 0,0-1 0 0 0,-1 0 0 0 0,1 0 0 0 0,0 0-1 0 0,0 0 1 0 0,0 0 0 0 0,0 0 0 0 0,-1-1 0 0 0,1 1 0 0 0,0-1 0 0 0,2 0 0 0 0,3-1-221 0 0,7-1-669 0 0,1-1 0 0 0,0-1 0 0 0,-1-1 0 0 0,0 0 0 0 0,0 0 0 0 0,25-17-1 0 0,-17 8-1674 0 0,-1-1-1 0 0,-1-1 0 0 0,19-20 0 0 0,-12 7-5157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1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72 2864 0 0,'-57'-52'10863'0'0,"35"34"-8575"0"0,20 16-1680 0 0,-2 3-331 0 0,3-1-289 0 0,1 0 0 0 0,-1 0 0 0 0,1 0 0 0 0,-1-1 0 0 0,1 1 0 0 0,-1 0 0 0 0,1 0 0 0 0,-1 0 0 0 0,1 1 0 0 0,-1-1 0 0 0,1 0 0 0 0,-1 0 0 0 0,1 0 0 0 0,-1 0 0 0 0,1 0 0 0 0,-1 1 0 0 0,1-1 1 0 0,0 0-1 0 0,-1 0 0 0 0,1 1 0 0 0,-1-1 0 0 0,1 0 0 0 0,-1 1 0 0 0,0 3-412 0 0,0 1 1 0 0,-1-1 0 0 0,2 1-1 0 0,-1-1 1 0 0,1 1 0 0 0,-1-1-1 0 0,1 6 1 0 0,2 19-5175 0 0,1-13 374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1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55 1244 0 0,'11'-20'16196'0'0,"-10"13"-13403"0"0,-1 6-2609 0 0,1 0-1 0 0,-1 0 0 0 0,0 0 0 0 0,0 0 1 0 0,-1 0-1 0 0,1 0 0 0 0,0 0 1 0 0,0 0-1 0 0,0 0 0 0 0,-1 0 1 0 0,1 0-1 0 0,0 1 0 0 0,-1-1 1 0 0,1 0-1 0 0,-1 0 0 0 0,1 0 1 0 0,-1 0-1 0 0,1 1 0 0 0,-1-1 1 0 0,0 0-1 0 0,1 0 0 0 0,-1 1 1 0 0,-1-1-1 0 0,-3-1-107 0 0,-1 1 0 0 0,1-1 0 0 0,-1 2 0 0 0,0-1 0 0 0,0 1 1 0 0,0 0-1 0 0,1 0 0 0 0,-1 0 0 0 0,0 1 0 0 0,0 0 0 0 0,1 0 0 0 0,-1 0 0 0 0,1 1 0 0 0,-1 0 0 0 0,1 0 1 0 0,-8 4-1 0 0,-5 3-90 0 0,-1 1 0 0 0,1 1 0 0 0,-21 16 1 0 0,28-17-5 0 0,0-1 0 0 0,0 2 1 0 0,1-1-1 0 0,0 2 0 0 0,1-1 1 0 0,-9 15-1 0 0,14-21 6 0 0,1-1-1 0 0,1 1 1 0 0,-1 0-1 0 0,1 0 1 0 0,0 0 0 0 0,0 0-1 0 0,0 1 1 0 0,1-1-1 0 0,-1 0 1 0 0,2 1 0 0 0,-1-1-1 0 0,0 1 1 0 0,1-1 0 0 0,0 1-1 0 0,0 0 1 0 0,1-1-1 0 0,0 1 1 0 0,-1-1 0 0 0,4 7-1 0 0,-2-7-157 0 0,1-1 0 0 0,-1 0-1 0 0,1 0 1 0 0,0 0 0 0 0,1 0 0 0 0,-1 0-1 0 0,1 0 1 0 0,0-1 0 0 0,0 0-1 0 0,0 0 1 0 0,0 0 0 0 0,0 0 0 0 0,1-1-1 0 0,-1 1 1 0 0,1-1 0 0 0,0 0-1 0 0,0 0 1 0 0,0-1 0 0 0,5 1 0 0 0,12 3-989 0 0,-1-1 1 0 0,1-1 0 0 0,23 0 0 0 0,-11-3-889 0 0,1-1 1 0 0,0-2 0 0 0,0-2-1 0 0,47-11 1 0 0,-29 2-2780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2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303 139 2260 0 0,'10'-10'1358'0'0,"29"-32"4551"0"0,-37 39-5454 0 0,0 0 0 0 0,0 0 0 0 0,0 0 1 0 0,0 0-1 0 0,-1-1 0 0 0,1 1 0 0 0,-1-1 0 0 0,0 1 0 0 0,0-1 1 0 0,0 0-1 0 0,0 1 0 0 0,-1-7 0 0 0,0 9-351 0 0,0-1 0 0 0,0 1 0 0 0,0-1 0 0 0,0 1 0 0 0,0-1 0 0 0,-1 1 0 0 0,1-1 0 0 0,-1 1 0 0 0,1-1 0 0 0,-1 1 0 0 0,0-1 0 0 0,0 1-1 0 0,1 0 1 0 0,-1-1 0 0 0,0 1 0 0 0,0 0 0 0 0,0 0 0 0 0,0 0 0 0 0,0 0 0 0 0,-1 0 0 0 0,1 0 0 0 0,0 0 0 0 0,0 0 0 0 0,-1 0 0 0 0,1 0 0 0 0,-1 1 0 0 0,1-1 0 0 0,0 0 0 0 0,-1 1 0 0 0,1 0 0 0 0,-1-1 0 0 0,1 1 0 0 0,-1 0 0 0 0,0 0 0 0 0,-2-1-1 0 0,-4 1 121 0 0,0 0-1 0 0,0 1 0 0 0,0 0 0 0 0,0 0 0 0 0,-13 3 0 0 0,3 2-110 0 0,1 1 0 0 0,-1 1-1 0 0,1 0 1 0 0,1 1 0 0 0,0 0-1 0 0,0 2 1 0 0,1 0 0 0 0,0 1-1 0 0,0 0 1 0 0,2 1 0 0 0,0 1-1 0 0,0 0 1 0 0,-18 27 0 0 0,25-32-88 0 0,1 1 0 0 0,0 0 0 0 0,1 0 0 0 0,0 1 0 0 0,0-1 0 0 0,1 1 0 0 0,1 0 0 0 0,0 0 0 0 0,-1 16 0 0 0,2-23-19 0 0,1-1 1 0 0,0 1 0 0 0,1 0-1 0 0,-1-1 1 0 0,1 1 0 0 0,0-1 0 0 0,-1 1-1 0 0,2-1 1 0 0,-1 1 0 0 0,0-1-1 0 0,1 0 1 0 0,-1 1 0 0 0,5 5-1 0 0,-4-7-17 0 0,0 0 0 0 0,1 0 0 0 0,-1 0 0 0 0,0 0 0 0 0,1 0 0 0 0,0-1-1 0 0,-1 1 1 0 0,1-1 0 0 0,0 0 0 0 0,0 0 0 0 0,0 0 0 0 0,0 0 0 0 0,0 0 0 0 0,0 0 0 0 0,0-1-1 0 0,0 0 1 0 0,0 1 0 0 0,0-1 0 0 0,3 0 0 0 0,5-1-228 0 0,0-1-1 0 0,-1 0 1 0 0,1 0-1 0 0,-1-1 1 0 0,1 0-1 0 0,-1 0 1 0 0,0-1-1 0 0,0-1 1 0 0,0 0-1 0 0,-1 0 1 0 0,17-13-1 0 0,-4 1-163 0 0,-1-1-1 0 0,-1 0 1 0 0,28-33-1 0 0,51-81 5067 0 0,-98 130-4556 0 0,-1 2-97 0 0,0-1 0 0 0,0 1-1 0 0,1 0 1 0 0,-1 0 0 0 0,0-1 0 0 0,0 1 0 0 0,1 0-1 0 0,-1-1 1 0 0,0 1 0 0 0,1 0 0 0 0,-1 0 0 0 0,1-1-1 0 0,-1 1 1 0 0,0 0 0 0 0,1 0 0 0 0,-1 0-1 0 0,0 0 1 0 0,1 0 0 0 0,-1-1 0 0 0,1 1 0 0 0,-1 0-1 0 0,0 0 1 0 0,1 0 0 0 0,0 0 0 0 0,0 9 148 0 0,-1 0 0 0 0,0-1 0 0 0,0 1 0 0 0,-1 0 0 0 0,0-1 0 0 0,0 1 0 0 0,-1-1 0 0 0,-5 16 0 0 0,-3 18 80 0 0,7-26-215 0 0,0 2-8 0 0,1 0-1 0 0,-1 20 1 0 0,3-34-294 0 0,0-1 0 0 0,0 1-1 0 0,0 0 1 0 0,0-1 0 0 0,1 1-1 0 0,0 0 1 0 0,0-1 0 0 0,0 1-1 0 0,0-1 1 0 0,0 0 0 0 0,1 1-1 0 0,-1-1 1 0 0,1 0 0 0 0,0 0-1 0 0,0 0 1 0 0,5 5 0 0 0,-5-6-321 0 0,1 0 1 0 0,0-1 0 0 0,0 1 0 0 0,0-1-1 0 0,0 0 1 0 0,0 0 0 0 0,1 0-1 0 0,-1-1 1 0 0,0 1 0 0 0,0-1-1 0 0,1 1 1 0 0,-1-1 0 0 0,0 0-1 0 0,1 0 1 0 0,-1-1 0 0 0,0 1-1 0 0,4-2 1 0 0,16-2-5939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2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257 114 1628 0 0,'-19'-81'14712'0'0,"13"48"-9551"0"0,4 35-4419 0 0,-1 1-398 0 0,1 1-1 0 0,-1-1 1 0 0,0 1 0 0 0,1 0 0 0 0,0 0 0 0 0,0 0 0 0 0,0 0-1 0 0,0 0 1 0 0,-1 8 0 0 0,-12 48 1961 0 0,10-40-1688 0 0,-42 174 365 0 0,-71 333 2200 0 0,98-402-10309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2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70 1580 0 0,'-105'-61'17472'0'0,"104"60"-17091"0"0,6-1-289 0 0,1 0-1 0 0,0 1 1 0 0,0 0-1 0 0,0 0 1 0 0,0 0-1 0 0,0 1 1 0 0,0 0-1 0 0,0 0 1 0 0,0 1 0 0 0,7 1-1 0 0,14 0 46 0 0,420 16-463 0 0,-406-16 168 0 0,-25-2 133 0 0,-6 0-17 0 0,0 0 0 0 0,-1 1 0 0 0,1 0 0 0 0,0 0 1 0 0,-1 1-1 0 0,1 0 0 0 0,-1 1 0 0 0,16 6 0 0 0,-23-8 76 0 0,-1 0 1 0 0,0 1-1 0 0,0-1 0 0 0,0 0 0 0 0,0 1 1 0 0,0-1-1 0 0,0 1 0 0 0,0-1 0 0 0,0 1 1 0 0,0-1-1 0 0,0 1 0 0 0,-1-1 0 0 0,1 1 1 0 0,-1 0-1 0 0,1-1 0 0 0,-1 1 0 0 0,0 0 1 0 0,0 2-1 0 0,0 31 1180 0 0,0-29-997 0 0,-3 19 678 0 0,-2 1 0 0 0,0-1 1 0 0,-14 40-1 0 0,11-44-712 0 0,2 1 1 0 0,0 0 0 0 0,2 0 0 0 0,-4 44-1 0 0,8-65-284 0 0,0 0 0 0 0,-1 0-1 0 0,1 0 1 0 0,0 0-1 0 0,0 0 1 0 0,0 0-1 0 0,1 0 1 0 0,-1 0 0 0 0,0 0-1 0 0,0 0 1 0 0,0 0-1 0 0,1 0 1 0 0,-1 0-1 0 0,1 0 1 0 0,-1 0 0 0 0,1 0-1 0 0,-1 0 1 0 0,1 0-1 0 0,-1-1 1 0 0,1 1-1 0 0,0 0 1 0 0,-1 0 0 0 0,1 0-1 0 0,0-1 1 0 0,0 1-1 0 0,-1-1 1 0 0,1 1 0 0 0,0 0-1 0 0,0-1 1 0 0,0 1-1 0 0,0-1 1 0 0,0 0-1 0 0,0 1 1 0 0,0-1 0 0 0,0 0-1 0 0,0 0 1 0 0,0 1-1 0 0,0-1 1 0 0,0 0-1 0 0,0 0 1 0 0,2 0 0 0 0,1-1-1130 0 0,0 0 0 0 0,1 0 1 0 0,-1 0-1 0 0,0 0 1 0 0,1-1-1 0 0,-1 0 1 0 0,0 0-1 0 0,5-3 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2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86 2376 0 0,'-41'-44'10158'0'0,"6"7"-3612"0"0,34 35-6201 0 0,1 2-406 0 0,-1 0 0 0 0,1-1-1 0 0,-1 1 1 0 0,1 0 0 0 0,-1 0 0 0 0,1-1-1 0 0,-1 1 1 0 0,1 0 0 0 0,-1 0-1 0 0,1 0 1 0 0,0 0 0 0 0,-1 0 0 0 0,1 0-1 0 0,-1 0 1 0 0,1 0 0 0 0,-1 0 0 0 0,1 0-1 0 0,-1 0 1 0 0,1 0 0 0 0,-1 0 0 0 0,1 0-1 0 0,-1 0 1 0 0,1 1 0 0 0,-1-1 0 0 0,1 0-1 0 0,-1 0 1 0 0,1 1 0 0 0,0-1 0 0 0,-1 0-1 0 0,1 0 1 0 0,-1 1 0 0 0,1-1-1 0 0,0 0 1 0 0,-1 1 0 0 0,1-1 0 0 0,0 1-1 0 0,-1-1 1 0 0,1 0 0 0 0,0 1 0 0 0,0-1-1 0 0,0 1 1 0 0,-1 0 0 0 0,-2 28-7777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3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88 3400 0 0,'-13'-20'9222'0'0,"-8"-6"-559"0"0,19 26-8578 0 0,-1 1 0 0 0,1-1 0 0 0,0 1 0 0 0,0 0 0 0 0,-1 0 0 0 0,1 0 0 0 0,0 0 0 0 0,0 0 0 0 0,0 1 0 0 0,0-1-1 0 0,0 0 1 0 0,1 1 0 0 0,-1 0 0 0 0,0-1 0 0 0,1 1 0 0 0,-1 0 0 0 0,-1 3 0 0 0,-26 40 399 0 0,24-37-324 0 0,-19 34 195 0 0,-32 75 0 0 0,50-103-317 0 0,1 0 1 0 0,1 0-1 0 0,0 1 1 0 0,1 0-1 0 0,0-1 1 0 0,2 1-1 0 0,-1 0 1 0 0,2 0-1 0 0,2 29 1 0 0,-1-39-13 0 0,0-1 0 0 0,0 1 0 0 0,0-1 0 0 0,1 1 0 0 0,-1-1-1 0 0,1 0 1 0 0,0 1 0 0 0,0-1 0 0 0,1 0 0 0 0,-1 0 0 0 0,1-1 0 0 0,0 1 0 0 0,0 0 0 0 0,0-1 0 0 0,1 0 0 0 0,-1 0 0 0 0,1 0 0 0 0,-1 0-1 0 0,1 0 1 0 0,6 2 0 0 0,-5-3-12 0 0,0 0 0 0 0,0 0-1 0 0,0 0 1 0 0,1-1 0 0 0,-1 0-1 0 0,0 0 1 0 0,1-1-1 0 0,-1 1 1 0 0,1-1 0 0 0,-1 0-1 0 0,1-1 1 0 0,-1 1 0 0 0,1-1-1 0 0,-1 0 1 0 0,1 0 0 0 0,-1-1-1 0 0,6-2 1 0 0,0-1-35 0 0,1 0 0 0 0,-2-1 0 0 0,1 0 1 0 0,-1-1-1 0 0,1 0 0 0 0,-2-1 0 0 0,1 0 0 0 0,-1-1 0 0 0,-1 1 0 0 0,1-2 1 0 0,-2 1-1 0 0,1-1 0 0 0,-1 0 0 0 0,-1-1 0 0 0,0 0 0 0 0,0 0 1 0 0,-1 0-1 0 0,0 0 0 0 0,-1-1 0 0 0,-1 0 0 0 0,0 0 0 0 0,0 0 0 0 0,-1 0 1 0 0,0 0-1 0 0,-2-1 0 0 0,1 1 0 0 0,-1 0 0 0 0,-1-1 0 0 0,0 1 1 0 0,-1 0-1 0 0,0 0 0 0 0,-1-1 0 0 0,0 2 0 0 0,-1-1 0 0 0,0 0 0 0 0,-11-19 1 0 0,-12-12-281 0 0,-37-43 0 0 0,63 84 263 0 0,1 2-33 0 0,1 0 71 0 0,-1-1 0 0 0,0 1 0 0 0,0-1 0 0 0,0 1 0 0 0,1 0 0 0 0,-1-1 1 0 0,0 1-1 0 0,0 0 0 0 0,1 0 0 0 0,-1-1 0 0 0,0 1 0 0 0,0 0 0 0 0,1 0 0 0 0,-1-1 0 0 0,1 1 0 0 0,-1 0 0 0 0,0 0 1 0 0,1 0-1 0 0,-1-1 0 0 0,0 1 0 0 0,1 0 0 0 0,-1 0 0 0 0,1 0 0 0 0,-1 0 0 0 0,0 0 0 0 0,1 0 0 0 0,-1 0 0 0 0,1 0 0 0 0,-1 0 1 0 0,0 0-1 0 0,1 0 0 0 0,0 0 0 0 0,15 2-13 0 0,-14-1 10 0 0,53 6-39 0 0,-1 2 1 0 0,81 25 0 0 0,-115-27 22 0 0,0 0 0 0 0,-1 2 1 0 0,1 0-1 0 0,-2 1 1 0 0,1 0-1 0 0,-1 2 1 0 0,-1 0-1 0 0,0 1 1 0 0,24 25-1 0 0,-34-30 45 0 0,0 0-1 0 0,-1 0 1 0 0,0 1-1 0 0,0 0 1 0 0,-1 0 0 0 0,0 0-1 0 0,0 0 1 0 0,-1 1-1 0 0,-1 0 1 0 0,1 0-1 0 0,-2 0 1 0 0,1 0-1 0 0,-1 1 1 0 0,-1-1 0 0 0,0 0-1 0 0,0 1 1 0 0,-1-1-1 0 0,-1 1 1 0 0,0-1-1 0 0,-3 18 1 0 0,1-18 316 0 0,0 0-1 0 0,0 0 1 0 0,-1 0 0 0 0,0 0-1 0 0,-1-1 1 0 0,0 0 0 0 0,-10 14-1 0 0,15-23-305 0 0,0 0-1 0 0,0 1 0 0 0,0-1 1 0 0,0 1-1 0 0,-1-1 0 0 0,1 0 0 0 0,0 0 1 0 0,0 1-1 0 0,0-1 0 0 0,-1 0 1 0 0,1 1-1 0 0,0-1 0 0 0,0 0 0 0 0,-1 0 1 0 0,1 0-1 0 0,0 1 0 0 0,-1-1 1 0 0,1 0-1 0 0,0 0 0 0 0,-1 0 0 0 0,1 0 1 0 0,0 1-1 0 0,-1-1 0 0 0,1 0 1 0 0,-1 0-1 0 0,1 0 0 0 0,0 0 0 0 0,-1 0 1 0 0,1 0-1 0 0,0 0 0 0 0,-1 0 0 0 0,1 0 1 0 0,-1 0-1 0 0,1 0 0 0 0,0 0 1 0 0,-1-1-1 0 0,1 1 0 0 0,0 0 0 0 0,-1 0 1 0 0,1 0-1 0 0,0 0 0 0 0,-1-1 1 0 0,1 1-1 0 0,0 0 0 0 0,0 0 0 0 0,-1-1 1 0 0,0 0 3 0 0,1 1 0 0 0,0-1 1 0 0,-1 0-1 0 0,1 0 1 0 0,-1 0-1 0 0,1 0 0 0 0,0 0 1 0 0,0 0-1 0 0,-1 0 0 0 0,1 0 1 0 0,0 0-1 0 0,0 0 1 0 0,0 0-1 0 0,0-1 0 0 0,2-6 14 0 0,0 0 0 0 0,1-1 0 0 0,0 1 1 0 0,0 0-1 0 0,1 1 0 0 0,0-1 0 0 0,0 1 0 0 0,10-13 0 0 0,47-52 39 0 0,-56 67-90 0 0,16-16-21 0 0,2 0 1 0 0,0 1-1 0 0,2 2 1 0 0,0 0 0 0 0,1 2-1 0 0,0 0 1 0 0,50-20-1 0 0,-67 33 6 0 0,-1 0 0 0 0,1 0-1 0 0,0 1 1 0 0,0 0 0 0 0,1 0-1 0 0,-1 1 1 0 0,0 1 0 0 0,0-1-1 0 0,1 2 1 0 0,-1-1-1 0 0,0 1 1 0 0,0 0 0 0 0,1 1-1 0 0,-1 0 1 0 0,-1 1 0 0 0,1 0-1 0 0,0 0 1 0 0,0 1 0 0 0,-1 0-1 0 0,0 0 1 0 0,0 1 0 0 0,0 0-1 0 0,-1 1 1 0 0,1-1-1 0 0,-1 2 1 0 0,-1-1 0 0 0,1 1-1 0 0,5 7 1 0 0,-3-2 0 0 0,-1 0 0 0 0,-1 1 0 0 0,0 0 0 0 0,-1 1 0 0 0,0-1 0 0 0,-1 1 0 0 0,-1 0 0 0 0,0 0 0 0 0,-1 0 0 0 0,0 1 0 0 0,-1-1 0 0 0,-1 1 0 0 0,-1 27 0 0 0,1-6-635 0 0,2-14-2669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1992 0 0,'0'0'11620'0'0,"0"0"-11614"0"0,-1 1 0 0 0,1-1 0 0 0,0 0 0 0 0,0 0 0 0 0,0 0 0 0 0,-1 1 0 0 0,1-1 0 0 0,0 0 0 0 0,0 0 0 0 0,0 1 0 0 0,-1-1 0 0 0,1 0 0 0 0,0 0 0 0 0,0 1 0 0 0,0-1 0 0 0,0 0 0 0 0,0 0 0 0 0,0 1 0 0 0,0-1 0 0 0,-1 0 0 0 0,1 1 0 0 0,0-1 0 0 0,0 0 0 0 0,0 0 0 0 0,0 1 0 0 0,0-1 0 0 0,1 1 0 0 0,42 9 193 0 0,0-1 0 0 0,1-2-1 0 0,80 2 1 0 0,-75-6-54 0 0,1764 97 357 0 0,-1520-86-467 0 0,504 32-21 0 0,374 16 37 0 0,408-38 476 0 0,536-22 48 0 0,-1363-36-515 0 0,-653 26 275 0 0,87-11 616 0 0,-115 10-94 0 0,-69 9-748 0 0,24-6 113 0 0,-23 5 432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49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66 1100 0 0,'0'0'7387'0'0,"-21"-8"1980"0"0,20 8-9366 0 0,1-4-1 0 0,19-1 5 0 0,304-23-259 0 0,-270 25 129 0 0,15 0 254 0 0,-61 1 68 0 0,0 1 0 0 0,0-1 1 0 0,-1-1-1 0 0,9-3 0 0 0,-11 12-213 0 0,-4-6 16 0 0,0 1 0 0 0,0-1-1 0 0,1 0 1 0 0,-1 0-1 0 0,0 1 1 0 0,1-1-1 0 0,-1 0 1 0 0,0 1-1 0 0,0-1 1 0 0,0 0 0 0 0,1 1-1 0 0,-1-1 1 0 0,0 0-1 0 0,0 1 1 0 0,0-1-1 0 0,0 0 1 0 0,0 1 0 0 0,0-1-1 0 0,0 1 1 0 0,0-1-1 0 0,0 0 1 0 0,0 1-1 0 0,0-1 1 0 0,0 1-1 0 0,0-1 1 0 0,0 0 0 0 0,0 1-1 0 0,0-1 1 0 0,0 0-1 0 0,0 1 1 0 0,-1 0-1 0 0,-65 266-139 0 0,46-174 163 0 0,2-12 17 0 0,-31 129 54 0 0,33-154 108 0 0,-38 89 0 0 0,46-126 106 0 0,-1-1 1 0 0,-1 0-1 0 0,-1-1 1 0 0,-1 0-1 0 0,0 0 0 0 0,-1-1 1 0 0,-17 16-1 0 0,22-25-121 0 0,0 1 1 0 0,-1-2-1 0 0,0 1 1 0 0,-1-2-1 0 0,1 1 1 0 0,-1-1-1 0 0,0 0 1 0 0,0-1-1 0 0,-1 0 0 0 0,1-1 1 0 0,-1 0-1 0 0,0-1 1 0 0,0 0-1 0 0,-20 1 1 0 0,7-3-15 0 0,0-2 1 0 0,-1 0 0 0 0,1-2 0 0 0,0 0 0 0 0,0-2 0 0 0,1-1-1 0 0,-45-18 1 0 0,9-4-65 0 0,-95-60 0 0 0,142 82-646 0 0,10 6 315 0 0,0 0 1 0 0,0 0-1 0 0,0 0 0 0 0,0 0 1 0 0,0 0-1 0 0,1-1 1 0 0,-1 1-1 0 0,0 0 0 0 0,1-1 1 0 0,0 1-1 0 0,-1-1 1 0 0,1 0-1 0 0,0 1 0 0 0,-2-4 1 0 0,3 5 58 0 0,1-1 0 0 0,-1 0 0 0 0,0 1 0 0 0,1-1 0 0 0,-1 1 0 0 0,0-1 0 0 0,1 1 0 0 0,-1-1 0 0 0,1 1 0 0 0,-1-1 0 0 0,1 1 1 0 0,-1-1-1 0 0,1 1 0 0 0,0-1 0 0 0,-1 1 0 0 0,1 0 0 0 0,-1-1 0 0 0,1 1 0 0 0,0 0 0 0 0,-1 0 0 0 0,1 0 0 0 0,1-1 0 0 0,15-5-1448 0 0,-17 6 1587 0 0,74-20-8403 0 0,-36 10 2628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99 1384 0 0,'-6'-70'13486'0'0,"5"42"-9440"0"0,-7 55-3558 0 0,-8 64 509 0 0,-60 312 623 0 0,0-14-1161 0 0,61-321 902 0 0,15-67-1176 0 0,0-3-92 0 0,-1-8-77 0 0,1 0 0 0 0,1 0 0 0 0,0 0-1 0 0,0 0 1 0 0,1 0 0 0 0,0 1 0 0 0,1-1 0 0 0,4-11 0 0 0,5-10-73 0 0,21-35 0 0 0,-23 47 45 0 0,2 0 0 0 0,0 0 0 0 0,1 1 0 0 0,1 1 0 0 0,1 0-1 0 0,0 1 1 0 0,1 1 0 0 0,36-27 0 0 0,-44 37-8 0 0,1 0 1 0 0,-1 0-1 0 0,1 1 1 0 0,0 0-1 0 0,0 1 1 0 0,1 0-1 0 0,-1 0 1 0 0,1 1-1 0 0,17-2 1 0 0,-19 4-4 0 0,0 0 0 0 0,-1 1 1 0 0,1-1-1 0 0,-1 1 0 0 0,1 1 1 0 0,-1 0-1 0 0,1 0 0 0 0,-1 0 1 0 0,0 1-1 0 0,0 0 0 0 0,0 1 1 0 0,0-1-1 0 0,12 10 0 0 0,-14-9 16 0 0,0 0 0 0 0,-1 0 0 0 0,1 0 0 0 0,-1 1 0 0 0,0-1 0 0 0,0 1 0 0 0,0 0 0 0 0,-1 1 0 0 0,1-1 0 0 0,-1 0 0 0 0,0 1 0 0 0,-1 0 0 0 0,0 0 0 0 0,0 0 0 0 0,0 0 0 0 0,0 0 0 0 0,-1 0 0 0 0,0 0 0 0 0,-1 0 0 0 0,1 1 0 0 0,-1-1 0 0 0,-1 8 0 0 0,-2 11 31 0 0,-1-1 1 0 0,-1 1-1 0 0,-2-1 0 0 0,-11 32 1 0 0,-3 7-52 0 0,20-59 18 0 0,-1 0 1 0 0,1 1-1 0 0,0-1 0 0 0,1 1 0 0 0,-1-1 1 0 0,1 1-1 0 0,0 8 0 0 0,1-12 11 0 0,0-1-1 0 0,-1 1 1 0 0,1-1-1 0 0,0 0 1 0 0,0 1-1 0 0,0-1 1 0 0,-1 0-1 0 0,1 0 0 0 0,0 1 1 0 0,0-1-1 0 0,0 0 1 0 0,0 0-1 0 0,0 0 1 0 0,-1 0-1 0 0,1 0 1 0 0,0 0-1 0 0,0 0 1 0 0,1-1-1 0 0,-1 1 2 0 0,15-2 9 0 0,0-2 1 0 0,0 0 0 0 0,0 0-1 0 0,-1-2 1 0 0,1 0-1 0 0,19-11 1 0 0,-7 4-33 0 0,166-85-14 0 0,-161 78 60 0 0,-1-1 0 0 0,-1-1 1 0 0,46-45-1 0 0,-71 61 2 0 0,0 0 0 0 0,-1 0 0 0 0,0-1 0 0 0,0 0 0 0 0,-1 0 0 0 0,0 0 0 0 0,0 0 0 0 0,3-11 0 0 0,-6 18-32 0 0,-1-1 1 0 0,1 0-1 0 0,-1 1 1 0 0,0-1 0 0 0,0 0-1 0 0,1 0 1 0 0,-1 1-1 0 0,0-1 1 0 0,0 0 0 0 0,0 0-1 0 0,0 0 1 0 0,0 1 0 0 0,0-1-1 0 0,0 0 1 0 0,0 0-1 0 0,0 1 1 0 0,0-1 0 0 0,-1 0-1 0 0,1 0 1 0 0,0 1 0 0 0,0-1-1 0 0,-1 0 1 0 0,1 0-1 0 0,0 1 1 0 0,-1-1 0 0 0,1 0-1 0 0,-1 1 1 0 0,0-1-1 0 0,0 0 0 0 0,0 1-1 0 0,0-1 1 0 0,0 1-1 0 0,-1-1 1 0 0,1 1-1 0 0,0 0 0 0 0,0 0 1 0 0,-1 0-1 0 0,1 0 1 0 0,0-1-1 0 0,0 2 0 0 0,-1-1 1 0 0,1 0-1 0 0,0 0 1 0 0,-2 1-1 0 0,-5 1-15 0 0,-1 0-1 0 0,1 1 1 0 0,-11 5 0 0 0,6-1 12 0 0,0 1 0 0 0,0 0 0 0 0,1 0 0 0 0,0 1 0 0 0,1 1 0 0 0,0 0 0 0 0,-13 16 0 0 0,18-20 17 0 0,1 0 0 0 0,0 0-1 0 0,1 1 1 0 0,-1 0 0 0 0,1 0 0 0 0,1 0 0 0 0,-1 1-1 0 0,1-1 1 0 0,1 1 0 0 0,-1 0 0 0 0,1 0-1 0 0,1 0 1 0 0,-1 0 0 0 0,0 16 0 0 0,3-20 4 0 0,0 1 0 0 0,0 0 0 0 0,0-1 1 0 0,0 1-1 0 0,1-1 0 0 0,0 1 0 0 0,0-1 0 0 0,0 0 0 0 0,0 1 1 0 0,1-1-1 0 0,-1 0 0 0 0,1-1 0 0 0,0 1 0 0 0,1 0 0 0 0,-1-1 1 0 0,0 0-1 0 0,1 0 0 0 0,0 0 0 0 0,0 0 0 0 0,0 0 1 0 0,0-1-1 0 0,0 0 0 0 0,6 3 0 0 0,8 2 16 0 0,0 0-1 0 0,0-1 1 0 0,0-1-1 0 0,27 4 1 0 0,-15-5-376 0 0,-1-1 0 0 0,0-1 0 0 0,1-2 0 0 0,-1-1-1 0 0,46-8 1 0 0,-48 5-1637 0 0,0-2-1 0 0,-1-2 0 0 0,35-13 1 0 0,-40 11-2647 0 0,-5 0-2399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0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468 124 2368 0 0,'-22'-121'13291'0'0,"22"118"-12560"0"0,-10 10-254 0 0,7-2-345 0 0,0 0 0 0 0,1 1 1 0 0,0-1-1 0 0,0 1 0 0 0,0-1 1 0 0,0 1-1 0 0,1 0 0 0 0,-1 11 1 0 0,-1-2 106 0 0,-89 592 5726 0 0,69-429-4854 0 0,-191 1046 2604 0 0,208-1196-3746 0 0,2-9-431 0 0,0 0-1 0 0,-13 33 0 0 0,16-51 330 0 0,1-1-1 0 0,0 1 1 0 0,0-1 0 0 0,0 1-1 0 0,0-1 1 0 0,-1 1 0 0 0,1-1-1 0 0,0 1 1 0 0,0-1-1 0 0,-1 1 1 0 0,1-1 0 0 0,0 0-1 0 0,-1 1 1 0 0,1-1 0 0 0,0 0-1 0 0,-1 1 1 0 0,1-1-1 0 0,-1 0 1 0 0,1 1 0 0 0,0-1-1 0 0,-1 0 1 0 0,1 0 0 0 0,-1 1-1 0 0,1-1 1 0 0,-1 0-1 0 0,1 0 1 0 0,-1 0 0 0 0,1 0-1 0 0,-1 0 1 0 0,1 0 0 0 0,-1 0-1 0 0,1 0 1 0 0,-1 0-1 0 0,1 0 1 0 0,-1 0 0 0 0,1 0-1 0 0,-1 0 1 0 0,1 0 0 0 0,-1 0-1 0 0,1 0 1 0 0,-1-1-1 0 0,1 1 1 0 0,-1 0 0 0 0,1 0-1 0 0,-1-1 1 0 0,1 1-1 0 0,0 0 1 0 0,-1-1 0 0 0,1 1-1 0 0,-1 0 1 0 0,1-1 0 0 0,0 1-1 0 0,-1 0 1 0 0,1-1-1 0 0,0 1 1 0 0,-1-1 0 0 0,-1-3-715 0 0,-1 1 0 0 0,1-1 0 0 0,0 0 0 0 0,0 1 0 0 0,-3-9 0 0 0,-3-15-4219 0 0,2-6-2441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1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1 325 2988 0 0,'2'-19'1205'0'0,"1"-1"0"0"0,2 1 0 0 0,-1 0 0 0 0,2 0 0 0 0,1 0 0 0 0,0 1 0 0 0,18-33 0 0 0,-18 41-1011 0 0,0 0-1 0 0,0 0 0 0 0,1 1 0 0 0,0 0 0 0 0,0 0 1 0 0,1 1-1 0 0,0 0 0 0 0,1 1 0 0 0,0 0 1 0 0,0 0-1 0 0,0 1 0 0 0,1 0 0 0 0,22-8 0 0 0,-16 9-105 0 0,-1 1 0 0 0,1 0 0 0 0,0 1 0 0 0,0 1 0 0 0,0 0 0 0 0,0 2-1 0 0,1 0 1 0 0,-1 1 0 0 0,0 0 0 0 0,0 1 0 0 0,0 2 0 0 0,0-1 0 0 0,-1 2 0 0 0,1 0-1 0 0,-1 1 1 0 0,0 1 0 0 0,-1 0 0 0 0,27 17 0 0 0,-37-21 114 0 0,-1 1-1 0 0,0-1 1 0 0,0 1 0 0 0,0 0-1 0 0,0 0 1 0 0,-1 0 0 0 0,0 0-1 0 0,1 1 1 0 0,-2-1 0 0 0,1 1-1 0 0,0 0 1 0 0,-1 0 0 0 0,0 0-1 0 0,3 9 1 0 0,-5-10-68 0 0,1 0 1 0 0,-1 0-1 0 0,0 0 0 0 0,0-1 0 0 0,0 1 1 0 0,0 0-1 0 0,-1 0 0 0 0,1 0 1 0 0,-1 0-1 0 0,0-1 0 0 0,0 1 0 0 0,-1 0 1 0 0,1-1-1 0 0,-1 1 0 0 0,0-1 0 0 0,0 0 1 0 0,0 1-1 0 0,0-1 0 0 0,0 0 1 0 0,-1 0-1 0 0,-4 4 0 0 0,-1 1-34 0 0,0-1 0 0 0,-1-1 0 0 0,0 1 0 0 0,0-1 0 0 0,-1-1 0 0 0,0 0 0 0 0,0 0 0 0 0,0-1 0 0 0,0 0 0 0 0,-1-1 0 0 0,-12 3 0 0 0,15-4-532 0 0,-1-1 0 0 0,0 0 0 0 0,0-1 0 0 0,1 1 0 0 0,-1-2 0 0 0,0 1 0 0 0,0-1 0 0 0,-12-3 0 0 0,20 4 250 0 0,1 0 0 0 0,-1-1 1 0 0,0 1-1 0 0,0 0 0 0 0,0 0 1 0 0,0 0-1 0 0,0-1 0 0 0,0 1 1 0 0,1 0-1 0 0,-1-1 0 0 0,0 1 1 0 0,0-1-1 0 0,1 1 0 0 0,-1-1 0 0 0,0 1 1 0 0,1-1-1 0 0,-1 0 0 0 0,0 1 1 0 0,1-1-1 0 0,-1 0 0 0 0,1 1 1 0 0,-1-1-1 0 0,1 0 0 0 0,-1 0 0 0 0,1 1 1 0 0,-1-1-1 0 0,1 0 0 0 0,0 0 1 0 0,0 0-1 0 0,-1 0 0 0 0,1 1 1 0 0,0-1-1 0 0,0 0 0 0 0,0 0 1 0 0,0 0-1 0 0,0 0 0 0 0,0 0 0 0 0,0 0 1 0 0,1-1-1 0 0,0-2-623 0 0,1 1 0 0 0,-1-1 0 0 0,1 1 0 0 0,0 0 0 0 0,0 0 0 0 0,1 0 0 0 0,2-4 0 0 0,7-5-3377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1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1416 0 0,'39'-39'15172'0'0,"-36"38"-14234"0"0,-3 0-906 0 0,1 1-1 0 0,-1 0 1 0 0,1-1 0 0 0,-1 1-1 0 0,1 0 1 0 0,0 0-1 0 0,-1-1 1 0 0,1 1-1 0 0,-1 0 1 0 0,1 0 0 0 0,-1 0-1 0 0,1 0 1 0 0,0 0-1 0 0,-1-1 1 0 0,1 1-1 0 0,-1 0 1 0 0,1 0 0 0 0,0 0-1 0 0,-1 1 1 0 0,1-1-1 0 0,-1 0 1 0 0,1 0-1 0 0,-1 0 1 0 0,1 0 0 0 0,0 1-1 0 0,-1-1 1 0 0,1 0-1 0 0,-1 0 1 0 0,1 1-1 0 0,0 0 1 0 0,6 8 34 0 0,1 2-1 0 0,-2-1 0 0 0,1 1 1 0 0,-2 0-1 0 0,1 0 1 0 0,-1 1-1 0 0,-1-1 1 0 0,0 1-1 0 0,-1 0 1 0 0,0 0-1 0 0,-1 1 1 0 0,1 22-1 0 0,-2-25 62 0 0,-1 0 0 0 0,0-1 0 0 0,-1 1-1 0 0,0 0 1 0 0,-1 0 0 0 0,0 0 0 0 0,0-1-1 0 0,-1 1 1 0 0,0-1 0 0 0,-1 0 0 0 0,0 0 0 0 0,-1 0-1 0 0,0 0 1 0 0,0-1 0 0 0,0 0 0 0 0,-14 15-1 0 0,18-22-92 0 0,0 0-1 0 0,0 0 1 0 0,1 0-1 0 0,-1 0 1 0 0,0 0-1 0 0,-1 0 1 0 0,1-1-1 0 0,0 1 1 0 0,0 0-1 0 0,0-1 1 0 0,0 1-1 0 0,0 0 1 0 0,-1-1-1 0 0,1 0 1 0 0,0 1-1 0 0,-1-1 1 0 0,1 0-1 0 0,0 1 1 0 0,-1-1-1 0 0,1 0 1 0 0,0 0-1 0 0,-1 0 1 0 0,1 0-1 0 0,0 0 1 0 0,0-1-1 0 0,-1 1 1 0 0,1 0-1 0 0,0-1 1 0 0,-1 1-1 0 0,0-1 1 0 0,0 0-25 0 0,0-1 0 0 0,1 1 0 0 0,-1-1 0 0 0,1 1 0 0 0,0-1 0 0 0,-1 0 0 0 0,1 1 0 0 0,0-1 0 0 0,0 0 0 0 0,0 0 0 0 0,0 0 0 0 0,0 0 0 0 0,0 0 0 0 0,1 0 0 0 0,-1 0 0 0 0,1 0 0 0 0,-1 0 0 0 0,1-3 0 0 0,-1-2-15 0 0,1 0-1 0 0,1-1 0 0 0,-1 1 0 0 0,1 0 0 0 0,0 0 0 0 0,1-1 1 0 0,0 1-1 0 0,0 0 0 0 0,0 0 0 0 0,1 0 0 0 0,0 1 0 0 0,0-1 1 0 0,1 1-1 0 0,0 0 0 0 0,0 0 0 0 0,1 0 0 0 0,-1 0 0 0 0,1 1 1 0 0,10-10-1 0 0,-4 6-12 0 0,0 0 0 0 0,1 0 0 0 0,0 1 0 0 0,1 0 0 0 0,0 1 0 0 0,0 0 0 0 0,0 1 0 0 0,1 1 0 0 0,13-4 0 0 0,-18 7 0 0 0,0 0-1 0 0,0 1 0 0 0,-1 0 0 0 0,1 0 0 0 0,0 1 0 0 0,0 0 1 0 0,0 1-1 0 0,0-1 0 0 0,0 2 0 0 0,-1-1 0 0 0,14 5 1 0 0,-17-4 14 0 0,-1 0 0 0 0,1 0 0 0 0,-1 0 0 0 0,1 1 0 0 0,-1 0 0 0 0,0-1 1 0 0,0 1-1 0 0,0 1 0 0 0,0-1 0 0 0,0 1 0 0 0,-1-1 0 0 0,1 1 0 0 0,-1 0 1 0 0,0 0-1 0 0,-1 1 0 0 0,1-1 0 0 0,-1 0 0 0 0,1 1 0 0 0,-1 0 0 0 0,-1-1 1 0 0,3 8-1 0 0,0 4-15 0 0,0 0-1 0 0,2 0 1 0 0,10 23 0 0 0,-15-37 21 0 0,0-1 0 0 0,0 0 0 0 0,0 0 1 0 0,0 0-1 0 0,0 0 0 0 0,1 0 0 0 0,-1 0 0 0 0,0 0 0 0 0,1-1 0 0 0,-1 1 1 0 0,1 0-1 0 0,-1-1 0 0 0,1 1 0 0 0,-1-1 0 0 0,1 1 0 0 0,-1-1 1 0 0,2 0-1 0 0,24 2 11 0 0,-19-4-32 0 0,-1 1 1 0 0,0-1-1 0 0,0 0 0 0 0,0-1 0 0 0,0 0 0 0 0,0 0 0 0 0,0 0 0 0 0,-1-1 0 0 0,1 0 0 0 0,-1 0 0 0 0,0 0 0 0 0,-1-1 0 0 0,1 0 0 0 0,-1 0 1 0 0,10-12-1 0 0,-6 5 3 0 0,-1 0 1 0 0,0-1 0 0 0,0 0-1 0 0,-1 0 1 0 0,-1-1 0 0 0,9-26 0 0 0,-12 30 86 0 0,-1 0 1 0 0,0 0 0 0 0,0 0 0 0 0,-1-20-1 0 0,0 27-53 0 0,-1-1 0 0 0,-1 1 0 0 0,1 0 0 0 0,0-1 0 0 0,-1 1-1 0 0,0 0 1 0 0,1 0 0 0 0,-1 0 0 0 0,-1 0 0 0 0,1 0-1 0 0,0 0 1 0 0,-1 0 0 0 0,1 0 0 0 0,-1 0 0 0 0,0 0 0 0 0,0 1-1 0 0,0-1 1 0 0,-4-3 0 0 0,3 4-21 0 0,0 1 1 0 0,-1-1-1 0 0,1 1 1 0 0,0 0-1 0 0,0 0 1 0 0,-1 0-1 0 0,1 0 1 0 0,-1 1-1 0 0,1-1 1 0 0,0 1-1 0 0,-1 0 1 0 0,1 0-1 0 0,-1 0 0 0 0,1 0 1 0 0,-1 1-1 0 0,1-1 1 0 0,0 1-1 0 0,-1 0 1 0 0,1 0-1 0 0,0 0 1 0 0,0 1-1 0 0,-1-1 1 0 0,1 1-1 0 0,-4 2 1 0 0,0 0-186 0 0,0 1 1 0 0,0 0 0 0 0,1 0 0 0 0,-1 0 0 0 0,1 0 0 0 0,0 1 0 0 0,1 0 0 0 0,-1 0 0 0 0,-4 9 0 0 0,8-13-18 0 0,0 1 1 0 0,1 0 0 0 0,-1 0 0 0 0,1 0 0 0 0,0 0 0 0 0,0 1 0 0 0,0-1 0 0 0,0 0 0 0 0,0 0 0 0 0,1 1 0 0 0,-1-1 0 0 0,1 0-1 0 0,0 1 1 0 0,0-1 0 0 0,0 0 0 0 0,1 1 0 0 0,-1-1 0 0 0,1 0 0 0 0,0 0 0 0 0,2 6 0 0 0,-1-5-93 0 0,0 0 1 0 0,0-1-1 0 0,1 1 1 0 0,0-1-1 0 0,-1 1 1 0 0,1-1-1 0 0,1 0 1 0 0,-1 0-1 0 0,0-1 1 0 0,1 1-1 0 0,-1-1 1 0 0,1 1-1 0 0,0-1 1 0 0,0 0-1 0 0,7 2 1 0 0,46 12-4574 0 0,-24-9 938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2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358 551 2236 0 0,'2'-4'775'0'0,"1"-1"1"0"0,-1 1-1 0 0,0-1 0 0 0,-1 1 0 0 0,1-1 1 0 0,-1 1-1 0 0,0-1 0 0 0,0 0 0 0 0,0 0 1 0 0,-1 1-1 0 0,1-1 0 0 0,-1 0 0 0 0,-1-9 1 0 0,0 10-537 0 0,1 1 1 0 0,-1 0-1 0 0,0 0 1 0 0,0-1 0 0 0,0 1-1 0 0,-1 0 1 0 0,1 0-1 0 0,-1 0 1 0 0,1 0 0 0 0,-1 1-1 0 0,0-1 1 0 0,0 0-1 0 0,-1 1 1 0 0,1-1-1 0 0,0 1 1 0 0,-1 0 0 0 0,1-1-1 0 0,-1 1 1 0 0,0 1-1 0 0,-4-3 1 0 0,4 3-186 0 0,0 0-1 0 0,0 0 1 0 0,0 0-1 0 0,0 1 1 0 0,0 0-1 0 0,0-1 1 0 0,0 1-1 0 0,0 0 1 0 0,0 1-1 0 0,0-1 1 0 0,0 0-1 0 0,0 1 1 0 0,0 0-1 0 0,-4 1 1 0 0,-39 18 274 0 0,27-10-232 0 0,0 2 0 0 0,0 0-1 0 0,1 2 1 0 0,1 0-1 0 0,0 0 1 0 0,1 2-1 0 0,1 0 1 0 0,0 1-1 0 0,1 0 1 0 0,1 1-1 0 0,1 1 1 0 0,-11 21 0 0 0,19-32-79 0 0,1-1 0 0 0,0 0 1 0 0,1 1-1 0 0,0 0 1 0 0,0-1-1 0 0,1 1 1 0 0,0 0-1 0 0,0 0 1 0 0,1 13-1 0 0,0-18-19 0 0,0 0 0 0 0,1 1 1 0 0,-1-1-1 0 0,1 0 0 0 0,0 0 0 0 0,0 0 0 0 0,0 0 1 0 0,0 0-1 0 0,0 0 0 0 0,1 0 0 0 0,0-1 1 0 0,-1 1-1 0 0,1 0 0 0 0,0-1 0 0 0,0 1 0 0 0,0-1 1 0 0,1 0-1 0 0,-1 0 0 0 0,1 0 0 0 0,-1 0 0 0 0,1 0 1 0 0,-1 0-1 0 0,1-1 0 0 0,0 1 0 0 0,0-1 0 0 0,5 2 1 0 0,0-1-248 0 0,1 0 1 0 0,-1-1 0 0 0,1 0-1 0 0,0-1 1 0 0,-1 1 0 0 0,1-2-1 0 0,0 1 1 0 0,-1-1 0 0 0,1-1 0 0 0,-1 1-1 0 0,1-1 1 0 0,-1-1 0 0 0,0 0-1 0 0,13-6 1 0 0,1-2-664 0 0,0 0 1 0 0,0-2-1 0 0,36-29 0 0 0,-26 16 241 0 0,-1-3 0 0 0,-1 0 0 0 0,-2-2 0 0 0,-1-1 0 0 0,45-69 0 0 0,-48 60 1227 0 0,-2-1 0 0 0,-1-1 1 0 0,-2-1-1 0 0,25-91 0 0 0,-36 104 793 0 0,-2 0 1 0 0,-1-1 0 0 0,2-41-1 0 0,-7 71-1218 0 0,-21 18 157 0 0,-6 30 473 0 0,2 0 0 0 0,-20 56 0 0 0,14-31-143 0 0,7-19-376 0 0,3 1 1 0 0,3 0-1 0 0,1 2 0 0 0,4 0 1 0 0,-11 79-1 0 0,23-122-294 0 0,0 0-1 0 0,1-1 1 0 0,0 1-1 0 0,1 0 1 0 0,0 0 0 0 0,1 0-1 0 0,0-1 1 0 0,5 13-1 0 0,-6-20-100 0 0,1 0-1 0 0,-1-1 0 0 0,1 1 0 0 0,0-1 0 0 0,0 1 1 0 0,0-1-1 0 0,1 0 0 0 0,-1 0 0 0 0,1 0 0 0 0,0 0 1 0 0,0 0-1 0 0,0-1 0 0 0,0 1 0 0 0,0-1 1 0 0,1 0-1 0 0,-1 0 0 0 0,1 0 0 0 0,-1 0 0 0 0,1-1 1 0 0,0 1-1 0 0,0-1 0 0 0,-1 0 0 0 0,1 0 0 0 0,0 0 1 0 0,0-1-1 0 0,0 1 0 0 0,4-1 0 0 0,3 0-453 0 0,-1-1-1 0 0,1 0 0 0 0,-1-1 1 0 0,0 1-1 0 0,0-2 0 0 0,0 0 1 0 0,19-8-1 0 0,-6 1-1428 0 0,-1-2 1 0 0,24-17 0 0 0,-13 6-1992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2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16 172 5160 0 0,'56'-77'4974'0'0,"-49"68"-3909"0"0,-2-1-1 0 0,1-1 0 0 0,-1 1 0 0 0,-1-1 1 0 0,0 1-1 0 0,3-14 0 0 0,-4 15 121 0 0,-7 18-926 0 0,-15 25 102 0 0,2 0 0 0 0,2 0 0 0 0,-15 48 0 0 0,23-61-290 0 0,0 1 1 0 0,-3 24 0 0 0,9-41-74 0 0,0 0 0 0 0,0 1 0 0 0,1-1 0 0 0,0 0 1 0 0,0 1-1 0 0,0-1 0 0 0,1 0 0 0 0,-1 0 0 0 0,1 1 1 0 0,1-1-1 0 0,-1 0 0 0 0,1 0 0 0 0,0 0 0 0 0,0 0 1 0 0,3 5-1 0 0,-4-8-62 0 0,1 0 0 0 0,0 0 0 0 0,0 0 0 0 0,0 0 1 0 0,0 0-1 0 0,0 0 0 0 0,0-1 0 0 0,0 1 0 0 0,1-1 0 0 0,-1 1 0 0 0,1-1 0 0 0,-1 0 1 0 0,1 0-1 0 0,-1 0 0 0 0,5 1 0 0 0,-1-2-139 0 0,0 1 0 0 0,-1 0-1 0 0,1-1 1 0 0,0 0 0 0 0,-1-1 0 0 0,1 1 0 0 0,6-2 0 0 0,6-3-698 0 0,-1 0 1 0 0,-1 0-1 0 0,30-16 1 0 0,-24 10 503 0 0,-1-1 1 0 0,0-1 0 0 0,-1-1 0 0 0,0-1 0 0 0,-1-1-1 0 0,-1-1 1 0 0,21-24 0 0 0,-26 25 1556 0 0,0-1 0 0 0,-1-1 0 0 0,-1 0 0 0 0,0 0 0 0 0,9-23 0 0 0,6-16 3142 0 0,-25 55-3947 0 0,-10 28-134 0 0,-3 4-326 0 0,0 1 0 0 0,2 0 0 0 0,1 0 0 0 0,1 1 0 0 0,2 0 0 0 0,-2 37 0 0 0,8-67-131 0 0,0 0-1 0 0,0 0 1 0 0,-1 0 0 0 0,2 0 0 0 0,-1 0-1 0 0,0 0 1 0 0,0 0 0 0 0,1 1-1 0 0,-1-1 1 0 0,1 0 0 0 0,-1 0 0 0 0,1 0-1 0 0,0 0 1 0 0,0-1 0 0 0,0 1-1 0 0,0 0 1 0 0,0 0 0 0 0,1 0 0 0 0,-1-1-1 0 0,0 1 1 0 0,1-1 0 0 0,-1 1-1 0 0,1-1 1 0 0,0 1 0 0 0,3 1 0 0 0,-1-1-557 0 0,1 0 0 0 0,0-1 0 0 0,-1 1 1 0 0,1-1-1 0 0,0 0 0 0 0,0-1 1 0 0,0 1-1 0 0,0-1 0 0 0,10 0 0 0 0,16-1-5074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3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312 105 36 0 0,'3'-6'1390'0'0,"0"1"1"0"0,0-1-1 0 0,-1 0 0 0 0,0-1 0 0 0,0 1 1 0 0,1-8-1 0 0,-2 11-1017 0 0,-1 1 1 0 0,0 0-1 0 0,0 0 1 0 0,0-1-1 0 0,0 1 1 0 0,0 0-1 0 0,0 0 0 0 0,-1-1 1 0 0,1 1-1 0 0,-1 0 1 0 0,0 0-1 0 0,1 0 0 0 0,-1 0 1 0 0,0-1-1 0 0,0 1 1 0 0,0 0-1 0 0,-1 1 0 0 0,1-1 1 0 0,-3-3-1 0 0,3 4-296 0 0,-1 0-1 0 0,1 0 0 0 0,0 0 1 0 0,-1 0-1 0 0,1 0 0 0 0,-1 1 1 0 0,0-1-1 0 0,1 1 1 0 0,-1-1-1 0 0,1 1 0 0 0,-1 0 1 0 0,0-1-1 0 0,1 1 0 0 0,-1 0 1 0 0,0 0-1 0 0,1 0 1 0 0,-1 0-1 0 0,0 0 0 0 0,-2 1 1 0 0,-31 11 530 0 0,20-5-447 0 0,1 1 0 0 0,-1 1 0 0 0,2 1 0 0 0,0 0 0 0 0,0 0 0 0 0,0 1 0 0 0,-19 24 0 0 0,13-12-24 0 0,1 1 1 0 0,2 0 0 0 0,-22 43-1 0 0,33-57-94 0 0,0 0-1 0 0,2 0 0 0 0,-1 0 0 0 0,1 0 1 0 0,0 1-1 0 0,1-1 0 0 0,1 1 0 0 0,-1 12 1 0 0,1-20-105 0 0,1 1 0 0 0,0-1 0 0 0,1 0 1 0 0,-1 1-1 0 0,1-1 0 0 0,-1 1 1 0 0,1-1-1 0 0,0 0 0 0 0,0 1 0 0 0,1-1 1 0 0,-1 0-1 0 0,1 0 0 0 0,-1 0 1 0 0,1 0-1 0 0,0 0 0 0 0,0 0 0 0 0,0-1 1 0 0,1 1-1 0 0,-1-1 0 0 0,0 1 1 0 0,1-1-1 0 0,0 0 0 0 0,0 0 0 0 0,-1 0 1 0 0,1 0-1 0 0,0-1 0 0 0,1 1 1 0 0,-1-1-1 0 0,3 2 0 0 0,7 0-446 0 0,0 0-1 0 0,0-1 0 0 0,0 0 1 0 0,0-1-1 0 0,1 0 0 0 0,-1-1 1 0 0,0-1-1 0 0,0 0 0 0 0,0-1 1 0 0,18-4-1 0 0,0-2-1259 0 0,0-2-1 0 0,0-1 0 0 0,30-16 1 0 0,-6-1-2830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3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270 243 1556 0 0,'5'-26'2664'0'0,"-1"0"0"0"0,-2 0-1 0 0,0 0 1 0 0,-2 0 0 0 0,-1-1 0 0 0,-7-43 0 0 0,8 70-2620 0 0,0-1 1 0 0,0 1-1 0 0,0-1 1 0 0,0 1 0 0 0,0-1-1 0 0,0 0 1 0 0,0 1 0 0 0,0-1-1 0 0,0 1 1 0 0,0-1 0 0 0,0 1-1 0 0,-1-1 1 0 0,1 1 0 0 0,0-1-1 0 0,0 1 1 0 0,-1-1-1 0 0,1 1 1 0 0,0-1 0 0 0,-1 1-1 0 0,1-1 1 0 0,0 1 0 0 0,-1-1-1 0 0,1 1 1 0 0,-1 0 0 0 0,1-1-1 0 0,0 1 1 0 0,-1 0 0 0 0,1-1-1 0 0,-1 1 1 0 0,1 0 0 0 0,-1 0-1 0 0,0 0 1 0 0,1-1-1 0 0,-1 1 1 0 0,1 0 0 0 0,-1 0-1 0 0,1 0 1 0 0,-1 0 0 0 0,1 0-1 0 0,-1 0 1 0 0,0 0 0 0 0,1 0-1 0 0,-1 0 1 0 0,1 0 0 0 0,-1 0-1 0 0,1 0 1 0 0,-1 1-1 0 0,1-1 1 0 0,-1 0 0 0 0,1 0-1 0 0,-1 0 1 0 0,1 1 0 0 0,-1-1-1 0 0,1 0 1 0 0,-1 1 0 0 0,0 0-1 0 0,-22 21 1261 0 0,5 4-385 0 0,1 0-1 0 0,1 2 1 0 0,1 0-1 0 0,-18 50 1 0 0,-28 126 607 0 0,15 5-686 0 0,37-157-574 0 0,2 1 0 0 0,1 55 1 0 0,6-104-358 0 0,0 1 0 0 0,0-1 0 0 0,1 1 0 0 0,-1-1 0 0 0,1 1 0 0 0,0-1 0 0 0,0 1 0 0 0,1-1 0 0 0,-1 0 0 0 0,1 0 0 0 0,3 7 0 0 0,-3-10-92 0 0,-1 1 0 0 0,0-1-1 0 0,1 1 1 0 0,-1-1 0 0 0,1 0-1 0 0,-1 0 1 0 0,1 1 0 0 0,0-1-1 0 0,-1 0 1 0 0,1-1 0 0 0,0 1-1 0 0,0 0 1 0 0,0 0 0 0 0,0-1 0 0 0,-1 1-1 0 0,1-1 1 0 0,0 0 0 0 0,0 1-1 0 0,0-1 1 0 0,0 0 0 0 0,0 0-1 0 0,0 0 1 0 0,0 0 0 0 0,0-1-1 0 0,0 1 1 0 0,0-1 0 0 0,0 1-1 0 0,2-2 1 0 0,9-2-1811 0 0,0-1 1 0 0,0-1-1 0 0,-1 0 1 0 0,0-1-1 0 0,0 0 1 0 0,17-14-1 0 0,8-8-7108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3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52 1760 0 0,'-206'-36'23663'0'0,"204"36"-22662"0"0,153-5-1346 0 0,-74 5-1348 0 0,98-1-3701 0 0,-60-4-3623 0 0,-70 0 1446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192 574 1304 0 0,'5'-29'4343'0'0,"0"1"0"0"0,-2-1-1 0 0,-1-33 210 0 0,-19 65-4253 0 0,11 0-265 0 0,1 0-1 0 0,0 0 0 0 0,0 1 1 0 0,0 0-1 0 0,0 0 1 0 0,1 0-1 0 0,0 1 1 0 0,0-1-1 0 0,-6 9 1 0 0,-3 2 22 0 0,0 1-13 0 0,0 0-1 0 0,-20 35 0 0 0,29-45-38 0 0,0 1-1 0 0,1 0 1 0 0,-1 0-1 0 0,2 0 1 0 0,-1 1-1 0 0,1-1 1 0 0,0 1 0 0 0,1 0-1 0 0,0-1 1 0 0,-1 16-1 0 0,2-21 0 0 0,1 0-1 0 0,-1-1 1 0 0,0 1 0 0 0,1-1-1 0 0,-1 1 1 0 0,1-1-1 0 0,0 1 1 0 0,-1-1-1 0 0,1 0 1 0 0,0 1-1 0 0,0-1 1 0 0,0 0-1 0 0,0 0 1 0 0,0 1-1 0 0,0-1 1 0 0,0 0-1 0 0,0 0 1 0 0,0 0-1 0 0,1 0 1 0 0,-1 0-1 0 0,0-1 1 0 0,1 1-1 0 0,-1 0 1 0 0,1-1-1 0 0,-1 1 1 0 0,1-1-1 0 0,-1 1 1 0 0,1-1-1 0 0,-1 0 1 0 0,1 1-1 0 0,-1-1 1 0 0,1 0-1 0 0,-1 0 1 0 0,1 0-1 0 0,0 0 1 0 0,1-1-1 0 0,7 1-2 0 0,1-2 0 0 0,-1 1 0 0 0,0-1 0 0 0,11-4-1 0 0,-6 1 12 0 0,-1-1-1 0 0,0-1 0 0 0,-1 0 0 0 0,0-1 0 0 0,0 0 0 0 0,0-1 0 0 0,-1 0 0 0 0,0-1 0 0 0,-1 0 1 0 0,0-1-1 0 0,-1-1 0 0 0,0 1 0 0 0,-1-2 0 0 0,12-19 0 0 0,-6 7-20 0 0,-1-1 0 0 0,-1-1 0 0 0,-2 0 0 0 0,-1-1 0 0 0,-1 0 0 0 0,9-47 0 0 0,-14 54-12 0 0,-1 0 0 0 0,-1-22 1 0 0,-2 37 8 0 0,0 0 0 0 0,0 0 0 0 0,0 1 0 0 0,-1-1 0 0 0,0 0 0 0 0,-1 1-1 0 0,1-1 1 0 0,-1 0 0 0 0,0 1 0 0 0,0 0 0 0 0,-1-1 0 0 0,-3-6 0 0 0,4 11 7 0 0,1-1-1 0 0,0 1 1 0 0,-1-1 0 0 0,1 1-1 0 0,-1 0 1 0 0,1-1-1 0 0,-1 1 1 0 0,1 0 0 0 0,-1 0-1 0 0,0 0 1 0 0,0 1 0 0 0,1-1-1 0 0,-1 0 1 0 0,0 0-1 0 0,0 1 1 0 0,0 0 0 0 0,0-1-1 0 0,0 1 1 0 0,-3 0 0 0 0,1 0-3 0 0,-1 0 1 0 0,1 1 0 0 0,0 0 0 0 0,0 0 0 0 0,0 0 0 0 0,0 0 0 0 0,0 1 0 0 0,-7 3 0 0 0,0 1-5 0 0,0 1-1 0 0,0 1 1 0 0,1 0 0 0 0,0 0-1 0 0,-9 10 1 0 0,5-3-4 0 0,1 0-1 0 0,0 1 1 0 0,1 1 0 0 0,-10 19 0 0 0,18-30 13 0 0,1 1 1 0 0,0-1 0 0 0,0 1 0 0 0,0 0 0 0 0,1 0 0 0 0,0 0 0 0 0,1 0 0 0 0,-1 0-1 0 0,1 1 1 0 0,1-1 0 0 0,-1 0 0 0 0,1 1 0 0 0,0-1 0 0 0,3 13 0 0 0,-2-17 5 0 0,0 1 0 0 0,0-1 0 0 0,0 1 0 0 0,1-1 0 0 0,0 0-1 0 0,-1 1 1 0 0,1-1 0 0 0,0 0 0 0 0,1 0 0 0 0,-1 0 0 0 0,1-1 0 0 0,-1 1 0 0 0,1-1 0 0 0,0 1 0 0 0,3 1 0 0 0,-1 0 0 0 0,1-1-1 0 0,0 0 1 0 0,-1-1 0 0 0,1 1 0 0 0,0-1-1 0 0,1 0 1 0 0,-1-1 0 0 0,7 2-1 0 0,6-2-33 0 0,0 1 0 0 0,1-2-1 0 0,-1-1 1 0 0,36-5-1 0 0,-34 2-47 0 0,0 0 1 0 0,0-2-1 0 0,0 0 0 0 0,-1-2 0 0 0,0 0 0 0 0,-1-1 0 0 0,0-1 0 0 0,0-1 0 0 0,-1 0 0 0 0,0-2 0 0 0,-1 0 0 0 0,17-17 0 0 0,-11 7-5 0 0,-1-1-1 0 0,-2-1 0 0 0,-1-1 1 0 0,0-1-1 0 0,-2 0 1 0 0,-1-1-1 0 0,17-44 0 0 0,-9 16 253 0 0,-14 35-144 0 0,-8 18-48 0 0,-3 6-32 0 0,-27 102 397 0 0,-14 108 0 0 0,25-117-19 0 0,-7 38 142 0 0,-55 279 800 0 0,-25-7 36 0 0,82-340-636 0 0,-29 65 0 0 0,38-105-190 0 0,0 0 0 0 0,-2-1 0 0 0,0-1 0 0 0,-2 0 0 0 0,-24 26 0 0 0,35-44-302 0 0,0 1-1 0 0,-1-1 1 0 0,0-1-1 0 0,-1 1 0 0 0,1-1 1 0 0,-1 0-1 0 0,0-1 1 0 0,0 0-1 0 0,0 0 1 0 0,-1-1-1 0 0,1 0 0 0 0,-1 0 1 0 0,0-1-1 0 0,0 0 1 0 0,0-1-1 0 0,0 0 1 0 0,0 0-1 0 0,0-1 0 0 0,-14-1 1 0 0,12-1-82 0 0,0 0 1 0 0,1 0 0 0 0,-1-1 0 0 0,1 0-1 0 0,0-1 1 0 0,0-1 0 0 0,0 1-1 0 0,0-1 1 0 0,1-1 0 0 0,0 0-1 0 0,0 0 1 0 0,0-1 0 0 0,1 0-1 0 0,0 0 1 0 0,0-1 0 0 0,-6-9-1 0 0,9 11-65 0 0,1 0-1 0 0,0 0 0 0 0,1 0 0 0 0,-1 0 0 0 0,1 0 0 0 0,0-1 0 0 0,1 0 0 0 0,0 1 1 0 0,0-1-1 0 0,0 0 0 0 0,1 0 0 0 0,-1-10 0 0 0,2 7 6 0 0,0-1 0 0 0,1 1 0 0 0,0 0 0 0 0,0 0 0 0 0,2 1 0 0 0,-1-1 0 0 0,8-19 0 0 0,1 6-68 0 0,1 0 0 0 0,1 1 0 0 0,1 0-1 0 0,1 1 1 0 0,0 0 0 0 0,20-18-1 0 0,7-4-604 0 0,2 2 0 0 0,2 2 0 0 0,1 1 0 0 0,91-53-1 0 0,-73 55-1966 0 0,2 3-1 0 0,1 2 0 0 0,104-31 1 0 0,-138 53 363 0 0,16-6-4387 0 0,-27 8 674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6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9 820 1976 0 0,'-6'39'9871'0'0,"4"-1"-6687"0"0,2-36-3132 0 0,1 0 1 0 0,0 0-1 0 0,0 0 1 0 0,0 0-1 0 0,0 0 1 0 0,0 0-1 0 0,0-1 1 0 0,1 1-1 0 0,-1 0 1 0 0,1-1 0 0 0,-1 1-1 0 0,1-1 1 0 0,-1 1-1 0 0,1-1 1 0 0,0 0-1 0 0,0 0 1 0 0,-1 0-1 0 0,1 0 1 0 0,0 0-1 0 0,0 0 1 0 0,0 0-1 0 0,5 1 1 0 0,3-1 16 0 0,0 0 0 0 0,1 0 1 0 0,-1-1-1 0 0,1 0 0 0 0,-1-1 1 0 0,0 0-1 0 0,1-1 0 0 0,-1 0 0 0 0,0-1 1 0 0,0 0-1 0 0,0 0 0 0 0,0-1 1 0 0,-1 0-1 0 0,0-1 0 0 0,17-11 0 0 0,-6 2-41 0 0,0 0 0 0 0,-1-2-1 0 0,-1-1 1 0 0,0 0 0 0 0,24-32 0 0 0,-15 12-24 0 0,-1-2 0 0 0,-2 0 0 0 0,32-71 0 0 0,35-135-32 0 0,-10-47-148 0 0,-80 291 148 0 0,-3 1 5 0 0,1 0 18 0 0,0 1 1 0 0,-1-1-1 0 0,1 1 1 0 0,-1 0 0 0 0,1-1-1 0 0,0 1 1 0 0,0 0-1 0 0,-1 0 1 0 0,1 0 0 0 0,0 0-1 0 0,0 0 1 0 0,0 0-1 0 0,0 0 1 0 0,0 0 0 0 0,0 0-1 0 0,0 0 1 0 0,-1 3-1 0 0,-16 30-7 0 0,12-23 7 0 0,-15 28-13 0 0,-250 527 816 0 0,262-542-766 0 0,0 1-1 0 0,2 0 1 0 0,1 0 0 0 0,1 1 0 0 0,1 0 0 0 0,-1 49 0 0 0,5-70-22 0 0,1 1 0 0 0,-1-1 0 0 0,1 0 0 0 0,0 0 0 0 0,0 0 0 0 0,1 0 0 0 0,-1 0 0 0 0,1 0 0 0 0,0-1 0 0 0,1 1 0 0 0,-1-1 0 0 0,6 8 0 0 0,-6-9-53 0 0,0-1-1 0 0,1 1 0 0 0,-1-1 1 0 0,1 0-1 0 0,-1 0 1 0 0,1 0-1 0 0,0-1 1 0 0,0 1-1 0 0,0-1 0 0 0,0 1 1 0 0,0-1-1 0 0,0 0 1 0 0,0 0-1 0 0,0 0 1 0 0,1-1-1 0 0,-1 1 1 0 0,0-1-1 0 0,1 1 0 0 0,-1-1 1 0 0,7-1-1 0 0,5-1-270 0 0,0-1-1 0 0,0 0 1 0 0,0-2-1 0 0,-1 0 0 0 0,1 0 1 0 0,-1-1-1 0 0,0-1 1 0 0,-1 0-1 0 0,1-1 1 0 0,-1 0-1 0 0,15-14 0 0 0,3-4 89 0 0,-2-1 1 0 0,-1-1-1 0 0,30-40 0 0 0,-15 8 2884 0 0,55-101 0 0 0,-81 130-1477 0 0,-16 29-986 0 0,-12 26-33 0 0,8-16-126 0 0,-17 41 112 0 0,-24 83-1 0 0,37-104-111 0 0,1-1 0 0 0,2 1 1 0 0,1 1-1 0 0,0 50 0 0 0,3-75-24 0 0,1 1 0 0 0,-1 0 0 0 0,1 0 0 0 0,0-1 0 0 0,0 1 0 0 0,0-1 0 0 0,0 1 0 0 0,1-1 0 0 0,0 1 0 0 0,0-1 0 0 0,0 0 0 0 0,1 0 0 0 0,-1 0 0 0 0,1 0 0 0 0,0 0 0 0 0,0 0 0 0 0,0-1 0 0 0,1 0 0 0 0,5 5 0 0 0,-5-5-16 0 0,0-1-1 0 0,0 0 1 0 0,1 0-1 0 0,-1-1 1 0 0,0 1 0 0 0,1-1-1 0 0,-1 0 1 0 0,1 0 0 0 0,-1-1-1 0 0,1 1 1 0 0,-1-1 0 0 0,1 0-1 0 0,0 0 1 0 0,-1 0 0 0 0,1-1-1 0 0,-1 0 1 0 0,1 1 0 0 0,-1-2-1 0 0,1 1 1 0 0,5-3 0 0 0,3-2-53 0 0,0 0 0 0 0,0-2 0 0 0,0 0 0 0 0,-1 0 0 0 0,0-1 0 0 0,0 0 0 0 0,-1-1 0 0 0,0 0 0 0 0,-1-1 0 0 0,11-16 0 0 0,7-11 160 0 0,43-79 0 0 0,-66 108 45 0 0,39-79 1621 0 0,-43 86-1753 0 0,0 0-10 0 0,5-2 1 0 0,-4 5-1 0 0,-1 4-6 0 0,0 0 1 0 0,0 1 0 0 0,0-1-1 0 0,-1 1 1 0 0,0-1-1 0 0,0 1 1 0 0,0-1-1 0 0,-1 1 1 0 0,0-1-1 0 0,-1 7 1 0 0,-2 9 14 0 0,2-3 15 0 0,-1 12-8 0 0,1 49 0 0 0,2-72-18 0 0,1 1 1 0 0,0-1-1 0 0,0 1 1 0 0,0-1-1 0 0,1 1 1 0 0,0-1-1 0 0,1 0 1 0 0,0 0-1 0 0,0 0 1 0 0,0 0-1 0 0,8 11 1 0 0,-8-15 2 0 0,-1 0 0 0 0,1 0 1 0 0,-1-1-1 0 0,1 1 0 0 0,0-1 1 0 0,0 1-1 0 0,0-1 0 0 0,0 0 1 0 0,0 0-1 0 0,1 0 0 0 0,-1-1 0 0 0,1 1 1 0 0,-1-1-1 0 0,1 0 0 0 0,0 0 1 0 0,6 1-1 0 0,-5-2 2 0 0,1 1 0 0 0,-1-2-1 0 0,1 1 1 0 0,-1-1 0 0 0,1 0 0 0 0,-1 0-1 0 0,1 0 1 0 0,-1-1 0 0 0,0 0 0 0 0,7-3-1 0 0,2-2 5 0 0,0-1-1 0 0,-1-1 1 0 0,0 0-1 0 0,0-1 0 0 0,-1 0 1 0 0,0-1-1 0 0,10-13 1 0 0,-9 9 28 0 0,0-2 0 0 0,-1 1 0 0 0,-1-2 0 0 0,-1 0 0 0 0,0 0 0 0 0,13-37 0 0 0,-18 41 76 0 0,-1 0 1 0 0,-1 0-1 0 0,0 0 0 0 0,-1-1 1 0 0,0 1-1 0 0,-1 0 1 0 0,-1-1-1 0 0,-1 1 1 0 0,0-1-1 0 0,-4-20 1 0 0,5 34-131 0 0,0 0 0 0 0,0 1 1 0 0,0-1-1 0 0,0 0 1 0 0,-1 0-1 0 0,1 1 0 0 0,0-1 1 0 0,-1 0-1 0 0,1 1 1 0 0,0-1-1 0 0,-1 0 0 0 0,1 1 1 0 0,-1-1-1 0 0,1 0 1 0 0,-1 1-1 0 0,0-1 1 0 0,1 1-1 0 0,-1-1 0 0 0,1 1 1 0 0,-1-1-1 0 0,0 1 1 0 0,1 0-1 0 0,-1-1 0 0 0,0 1 1 0 0,0 0-1 0 0,1 0 1 0 0,-2-1-1 0 0,2 1 11 0 0,-2 0-317 0 0,-11 10-1081 0 0,12-8 1253 0 0,0 0 1 0 0,1 1-1 0 0,-1-1 0 0 0,0 0 1 0 0,1 0-1 0 0,-1 1 0 0 0,1-1 1 0 0,0 0-1 0 0,0 1 1 0 0,0-1-1 0 0,0 0 0 0 0,0 1 1 0 0,0-1-1 0 0,1 0 0 0 0,-1 1 1 0 0,1-1-1 0 0,-1 0 0 0 0,1 0 1 0 0,2 4-1 0 0,-1-3-22 0 0,0 0 1 0 0,1 1-1 0 0,-1-1 0 0 0,1 0 1 0 0,0-1-1 0 0,0 1 0 0 0,0-1 1 0 0,0 1-1 0 0,0-1 0 0 0,6 4 1 0 0,7 1-234 0 0,0-1 1 0 0,0 0-1 0 0,0-1 1 0 0,22 5-1 0 0,-16-6 218 0 0,-1 0-1 0 0,1-2 1 0 0,0 0 0 0 0,-1-1-1 0 0,33-4 1 0 0,-42 2 547 0 0,0-1-1 0 0,0 0 0 0 0,-1-1 1 0 0,1 0-1 0 0,-1-1 1 0 0,0 0-1 0 0,1-1 0 0 0,-2 0 1 0 0,1-1-1 0 0,-1 0 1 0 0,14-11-1 0 0,-19 12 115 0 0,0 0 0 0 0,-1 0 0 0 0,1 0 0 0 0,-1-1 0 0 0,0 1 0 0 0,-1-1 0 0 0,0 0-1 0 0,4-7 1 0 0,-7 12-249 0 0,0 0-211 0 0,0 1 0 0 0,0 0-1 0 0,-1-1 1 0 0,1 1 0 0 0,0 0 0 0 0,-1-1 0 0 0,1 1 0 0 0,0 0 0 0 0,0-1 0 0 0,-1 1-1 0 0,1 0 1 0 0,-1 0 0 0 0,1-1 0 0 0,0 1 0 0 0,-1 0 0 0 0,1 0 0 0 0,-1 0 0 0 0,1-1 0 0 0,0 1-1 0 0,-1 0 1 0 0,1 0 0 0 0,-1 0 0 0 0,1 0 0 0 0,-1 0 0 0 0,-9 4 29 0 0,0 1 0 0 0,1 0 1 0 0,0 0-1 0 0,0 1 0 0 0,1 0 0 0 0,-1 0 0 0 0,1 1 1 0 0,0 0-1 0 0,1 1 0 0 0,-11 14 0 0 0,2-1 38 0 0,1 1-1 0 0,1 0 1 0 0,-14 30-1 0 0,23-40-47 0 0,0-1 0 0 0,1 1 0 0 0,0 0 0 0 0,1 1 0 0 0,0-1 0 0 0,-1 18 0 0 0,3-23-4 0 0,1 0 0 0 0,0 0 0 0 0,0 1 0 0 0,1-1 0 0 0,0 0 0 0 0,0 0 0 0 0,1 0 1 0 0,0 0-1 0 0,0 0 0 0 0,0 0 0 0 0,1 0 0 0 0,5 9 0 0 0,-7-14-18 0 0,1 0 0 0 0,0 0 0 0 0,-1 1 0 0 0,1-1 0 0 0,0-1 0 0 0,0 1 0 0 0,0 0 0 0 0,0 0 0 0 0,0-1 0 0 0,1 1 0 0 0,-1-1 0 0 0,0 0 0 0 0,1 1 0 0 0,-1-1 0 0 0,1 0 0 0 0,-1-1 0 0 0,4 2 0 0 0,-1-1 1 0 0,0-1 0 0 0,0 1 1 0 0,0-1-1 0 0,1 0 0 0 0,-1-1 0 0 0,0 1 1 0 0,0-1-1 0 0,7-2 0 0 0,3-2-3 0 0,-1 0 0 0 0,0-1 0 0 0,0 0 1 0 0,0-1-1 0 0,13-10 0 0 0,-6 3 249 0 0,-1 0 0 0 0,-1-2 1 0 0,33-33-1 0 0,-44 40 48 0 0,0 0 1 0 0,-1-1-1 0 0,0 0 0 0 0,-1 0 1 0 0,0-1-1 0 0,0 1 0 0 0,-1-1 0 0 0,0-1 1 0 0,5-22-1 0 0,-9 30-235 0 0,0 0 0 0 0,-1 0 1 0 0,0 0-1 0 0,0 0 0 0 0,0-1 0 0 0,0 1 1 0 0,-1 0-1 0 0,1 0 0 0 0,-1 0 0 0 0,0 0 1 0 0,-1 0-1 0 0,1 0 0 0 0,-4-6 0 0 0,1 3-10 0 0,0 1-1 0 0,0 0 1 0 0,0 0-1 0 0,-1 0 1 0 0,0 1-1 0 0,0-1 0 0 0,-8-5 1 0 0,1 2-108 0 0,0 0 1 0 0,-1 1-1 0 0,0 1 1 0 0,-1 0-1 0 0,0 0 1 0 0,-27-8-1 0 0,-8 3-2475 0 0,3 5-3942 0 0,6 8-5593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6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58 5457 0 0,'-229'-23'18383'0'0,"215"20"-17081"0"0,22-1-525 0 0,27-1-365 0 0,359-17-1832 0 0,1 28-4158 0 0,-345-5 4625 0 0,145 5-7048 0 0,-111-4 26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7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10 186 1752 0 0,'-2'-5'692'0'0,"0"0"0"0"0,1 0 0 0 0,0 0 0 0 0,0 0 0 0 0,0 0-1 0 0,0 0 1 0 0,1 0 0 0 0,0 0 0 0 0,0 0 0 0 0,0-1 0 0 0,1 1 0 0 0,0 0 0 0 0,1-6-1 0 0,0 5-292 0 0,0-1-1 0 0,0 1 1 0 0,1 0-1 0 0,0 0 1 0 0,0 0-1 0 0,1 0 1 0 0,0 0-1 0 0,0 1 1 0 0,8-9-1 0 0,-9 10-351 0 0,1 1 1 0 0,-1-1-1 0 0,1 1 1 0 0,0 0-1 0 0,0 0 1 0 0,0 0-1 0 0,0 1 0 0 0,1-1 1 0 0,-1 1-1 0 0,1 0 1 0 0,0 0-1 0 0,-1 1 0 0 0,1-1 1 0 0,0 1-1 0 0,0 0 1 0 0,0 1-1 0 0,0-1 1 0 0,0 1-1 0 0,0 0 0 0 0,0 0 1 0 0,0 0-1 0 0,0 1 1 0 0,0 0-1 0 0,0 0 0 0 0,0 0 1 0 0,-1 0-1 0 0,1 1 1 0 0,0 0-1 0 0,6 3 1 0 0,-5-1-35 0 0,0 1 1 0 0,0 0 0 0 0,0 0 0 0 0,-1 0 0 0 0,1 0-1 0 0,-1 1 1 0 0,0 0 0 0 0,-1 0 0 0 0,1 0 0 0 0,-1 1-1 0 0,-1 0 1 0 0,1 0 0 0 0,-1-1 0 0 0,0 2 0 0 0,-1-1 0 0 0,0 0-1 0 0,0 1 1 0 0,0-1 0 0 0,-1 1 0 0 0,0-1 0 0 0,-1 1-1 0 0,1-1 1 0 0,-2 13 0 0 0,0-9 173 0 0,0-1-1 0 0,-1 1 1 0 0,0-1-1 0 0,0 0 1 0 0,-1 0-1 0 0,0 0 1 0 0,-1 0-1 0 0,0-1 1 0 0,-1 1-1 0 0,0-1 1 0 0,0 0-1 0 0,-1-1 1 0 0,0 1-1 0 0,0-1 1 0 0,-1 0-1 0 0,0-1 1 0 0,-9 8 0 0 0,15-14-117 0 0,0 0-1 0 0,0 0 1 0 0,0-1 0 0 0,-1 1 0 0 0,1 0 0 0 0,0 0 0 0 0,0-1 0 0 0,-1 1 0 0 0,1-1 0 0 0,0 1 0 0 0,-1-1 0 0 0,1 0 0 0 0,-1 1 0 0 0,1-1 0 0 0,0 0 0 0 0,-1 0 0 0 0,1 0 0 0 0,-3 0 0 0 0,3-1-59 0 0,0 1 0 0 0,1-1 0 0 0,-1 1 0 0 0,0-1 1 0 0,1 1-1 0 0,-1-1 0 0 0,0 1 0 0 0,1-1 0 0 0,-1 0 0 0 0,1 1 0 0 0,-1-1 0 0 0,1 0 0 0 0,-1 1 1 0 0,1-1-1 0 0,0 0 0 0 0,-1 0 0 0 0,1 1 0 0 0,0-1 0 0 0,-1 0 0 0 0,1 0 0 0 0,0 0 0 0 0,0 1 1 0 0,0-1-1 0 0,0 0 0 0 0,0 0 0 0 0,0 0 0 0 0,0 0 0 0 0,0 1 0 0 0,0-1 0 0 0,0 0 0 0 0,1 0 1 0 0,-1-1-1 0 0,2-6 4 0 0,0-1 1 0 0,1 1-1 0 0,0 0 1 0 0,0 0 0 0 0,1 0-1 0 0,0 1 1 0 0,0-1-1 0 0,8-9 1 0 0,4-4 4 0 0,27-27 0 0 0,-26 30-40 0 0,1 2 0 0 0,1 0 0 0 0,0 1 1 0 0,1 1-1 0 0,32-17 0 0 0,-43 26 2 0 0,-1 1 1 0 0,1 0-1 0 0,0 0 1 0 0,0 1-1 0 0,1 1 0 0 0,-1-1 1 0 0,1 2-1 0 0,-1-1 1 0 0,1 1-1 0 0,-1 0 0 0 0,1 1 1 0 0,0 0-1 0 0,-1 1 1 0 0,1 0-1 0 0,-1 0 0 0 0,18 6 1 0 0,-22-5 11 0 0,0 0 0 0 0,0 1 0 0 0,0-1 0 0 0,0 1 0 0 0,-1 0 0 0 0,1 0 0 0 0,-1 1 0 0 0,0 0 0 0 0,0-1 0 0 0,0 1 0 0 0,0 1 1 0 0,-1-1-1 0 0,0 0 0 0 0,1 1 0 0 0,-2 0 0 0 0,1 0 0 0 0,0-1 0 0 0,-1 2 0 0 0,0-1 0 0 0,2 7 0 0 0,-1 1 34 0 0,-1 0 0 0 0,0 1-1 0 0,-1-1 1 0 0,0 1 0 0 0,-1-1-1 0 0,-3 27 1 0 0,2-36 1 0 0,-2 3-4 0 0,2-5-26 0 0,0-4-79 0 0,1 1 76 0 0,0-1 0 0 0,-1 1 0 0 0,1-1 0 0 0,0 1 0 0 0,0-1 0 0 0,0 1 0 0 0,0-1 0 0 0,0 1 0 0 0,0-1 0 0 0,0 1 0 0 0,1 0 0 0 0,-1-1 0 0 0,1-1 0 0 0,5-10-15 0 0,0 0-1 0 0,1 1 0 0 0,1 0 0 0 0,0 0 0 0 0,0 0 1 0 0,1 1-1 0 0,12-11 0 0 0,-3 5-14 0 0,1 0 0 0 0,0 1-1 0 0,25-15 1 0 0,-31 23 6 0 0,1 0 1 0 0,0 1-1 0 0,0 0 1 0 0,1 1-1 0 0,-1 1 1 0 0,21-5-1 0 0,-30 9 18 0 0,0 0 0 0 0,0 1 0 0 0,1-1 0 0 0,-1 1 0 0 0,0 0 0 0 0,0 1 0 0 0,1-1 1 0 0,-1 1-1 0 0,10 3 0 0 0,-12-3 8 0 0,0 0 1 0 0,0 1-1 0 0,0 0 1 0 0,0-1-1 0 0,0 1 1 0 0,0 0-1 0 0,0 1 1 0 0,-1-1-1 0 0,1 0 1 0 0,-1 1-1 0 0,1-1 1 0 0,-1 1-1 0 0,0 0 1 0 0,0 0-1 0 0,0 0 0 0 0,2 4 1 0 0,-2-2 13 0 0,0 1 1 0 0,0 0-1 0 0,-1-1 0 0 0,1 1 0 0 0,-1 0 1 0 0,0 0-1 0 0,-1 0 0 0 0,0 0 0 0 0,0 0 1 0 0,0-1-1 0 0,-1 10 0 0 0,-3 9 14 0 0,-12 36 0 0 0,0 1-3353 0 0,16-60 3049 0 0,0 1-1 0 0,0-1 0 0 0,0 1 1 0 0,1-1-1 0 0,-1 1 0 0 0,0-1 1 0 0,0 0-1 0 0,1 1 1 0 0,-1-1-1 0 0,1 0 0 0 0,0 1 1 0 0,-1-1-1 0 0,1 0 0 0 0,0 1 1 0 0,-1-1-1 0 0,1 0 0 0 0,0 0 1 0 0,0 0-1 0 0,0 0 0 0 0,0 0 1 0 0,0 0-1 0 0,1 0 1 0 0,-1 0-1 0 0,0 0 0 0 0,0 0 1 0 0,1-1-1 0 0,-1 1 0 0 0,0-1 1 0 0,1 1-1 0 0,-1-1 0 0 0,0 1 1 0 0,1-1-1 0 0,-1 0 0 0 0,1 1 1 0 0,-1-1-1 0 0,1 0 1 0 0,-1 0-1 0 0,0 0 0 0 0,2 0 1 0 0,14 0-4411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8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1029 2616 0 0,'12'-10'1600'0'0,"-1"0"-1"0"0,1 0 1 0 0,-2-1-1 0 0,1 0 1 0 0,13-21-1 0 0,-20 26-1048 0 0,0 0 0 0 0,0-1 0 0 0,0 0 0 0 0,-1 1 0 0 0,0-1 0 0 0,-1-1 0 0 0,0 1 0 0 0,0 0-1 0 0,0-1 1 0 0,-1 1 0 0 0,0-1 0 0 0,0 1 0 0 0,-1-11 0 0 0,0 16-509 0 0,0 1 1 0 0,0-1-1 0 0,-1 0 1 0 0,1 0-1 0 0,-1 1 1 0 0,1-1-1 0 0,-1 0 1 0 0,1 1-1 0 0,-1-1 0 0 0,0 0 1 0 0,0 1-1 0 0,0-1 1 0 0,0 1-1 0 0,0-1 1 0 0,0 1-1 0 0,0 0 1 0 0,0 0-1 0 0,-1-1 1 0 0,1 1-1 0 0,0 0 1 0 0,-1 0-1 0 0,1 0 0 0 0,-1 0 1 0 0,0 0-1 0 0,1 1 1 0 0,-1-1-1 0 0,1 0 1 0 0,-1 1-1 0 0,0-1 1 0 0,0 1-1 0 0,1 0 1 0 0,-1-1-1 0 0,0 1 1 0 0,0 0-1 0 0,1 0 1 0 0,-1 0-1 0 0,0 0 0 0 0,0 0 1 0 0,-2 1-1 0 0,-6 1-23 0 0,1 0 0 0 0,-1 0 0 0 0,1 1 0 0 0,0 0 0 0 0,-1 0 0 0 0,-8 6 0 0 0,-6 4-4 0 0,0 1 1 0 0,0 1-1 0 0,1 1 0 0 0,-27 25 0 0 0,40-31-6 0 0,0-1 0 0 0,0 2 0 0 0,1 0 0 0 0,0 0 0 0 0,1 0 0 0 0,0 1 0 0 0,1 0 0 0 0,0 1 0 0 0,1-1 0 0 0,-6 21 0 0 0,11-31-7 0 0,0 1 1 0 0,0-1-1 0 0,1 1 0 0 0,-1-1 0 0 0,1 1 1 0 0,0-1-1 0 0,0 1 0 0 0,0 0 0 0 0,0-1 1 0 0,0 1-1 0 0,0 0 0 0 0,1-1 0 0 0,-1 1 1 0 0,1-1-1 0 0,0 1 0 0 0,0-1 0 0 0,0 1 1 0 0,0-1-1 0 0,0 0 0 0 0,0 1 0 0 0,0-1 1 0 0,1 0-1 0 0,0 0 0 0 0,-1 0 0 0 0,1 0 1 0 0,4 3-1 0 0,-3-2-19 0 0,1-1 1 0 0,1 0-1 0 0,-1 0 0 0 0,0 0 0 0 0,0-1 1 0 0,1 1-1 0 0,-1-1 0 0 0,1 0 1 0 0,-1 0-1 0 0,1-1 0 0 0,0 1 1 0 0,-1-1-1 0 0,1 0 0 0 0,7-1 1 0 0,-1-1-41 0 0,0 0 1 0 0,0-1 0 0 0,0 0 0 0 0,0-1-1 0 0,-1 0 1 0 0,0-1 0 0 0,0 0-1 0 0,0 0 1 0 0,0-1 0 0 0,-1 0 0 0 0,0-1-1 0 0,0 0 1 0 0,13-14 0 0 0,1-4 63 0 0,-1-1 0 0 0,-1-1 1 0 0,21-36-1 0 0,-20 23 716 0 0,9-12 179 0 0,-30 51-884 0 0,-1 5-15 0 0,-1-1 1 0 0,1 0-1 0 0,-1 1 1 0 0,1-1 0 0 0,-1 0-1 0 0,0 1 1 0 0,0-1-1 0 0,-1 0 1 0 0,-2 5-1 0 0,1 1-3 0 0,-11 28-8 0 0,-18 60-4 0 0,29-85 20 0 0,1 0 1 0 0,0 0-1 0 0,1 0 0 0 0,0 0 1 0 0,1 0-1 0 0,1 16 0 0 0,-1-25-1 0 0,1 0-1 0 0,-1 0 1 0 0,1 0-1 0 0,0 0 1 0 0,-1 0-1 0 0,1-1 1 0 0,1 1 0 0 0,-1 0-1 0 0,0-1 1 0 0,1 1-1 0 0,-1 0 1 0 0,1-1-1 0 0,0 0 1 0 0,0 1-1 0 0,0-1 1 0 0,0 0 0 0 0,0 0-1 0 0,4 3 1 0 0,-2-3-6 0 0,0 0 1 0 0,0 0-1 0 0,0-1 1 0 0,0 1-1 0 0,0-1 1 0 0,0 0-1 0 0,0 0 1 0 0,1 0-1 0 0,-1-1 0 0 0,0 1 1 0 0,7-1-1 0 0,4-1-69 0 0,0-1 0 0 0,0 0 0 0 0,0-1 0 0 0,0-1 0 0 0,0 0 0 0 0,15-8-1 0 0,-3 0-200 0 0,-1-1 0 0 0,-1-1 0 0 0,0-1 0 0 0,-1-1 0 0 0,35-30 0 0 0,-28 17-21 0 0,-2-1-1 0 0,0-1 1 0 0,30-45 0 0 0,-16 11 21 0 0,-3-2 1 0 0,-3-1-1 0 0,47-124 1 0 0,-60 127 795 0 0,-3-1 0 0 0,-3 0 0 0 0,-3-2 1 0 0,11-128-1 0 0,-25 195-515 0 0,-1 0 0 0 0,0-1-1 0 0,0 1 1 0 0,0 0 0 0 0,0 0 0 0 0,0-1 0 0 0,0 1 0 0 0,-1 0-1 0 0,1-1 1 0 0,0 1 0 0 0,-1 0 0 0 0,0-2 0 0 0,1 2-11 0 0,0 1 1 0 0,0 0-1 0 0,-1 0 1 0 0,1 0 0 0 0,0 0-1 0 0,0 0 1 0 0,-1 0-1 0 0,1 0 1 0 0,0-1-1 0 0,0 1 1 0 0,-1 0 0 0 0,1 0-1 0 0,0 0 1 0 0,0 0-1 0 0,-1 0 1 0 0,1 0 0 0 0,0 0-1 0 0,0 0 1 0 0,-1 0-1 0 0,1 0 1 0 0,0 1-1 0 0,0-1 1 0 0,-1 0 0 0 0,1 0-1 0 0,0 0 1 0 0,0 0-1 0 0,-1 0 1 0 0,1 0-1 0 0,0 0 1 0 0,0 1 0 0 0,0-1-1 0 0,-1 0 1 0 0,1 0-1 0 0,0 0 1 0 0,0 1 0 0 0,0-1-1 0 0,-22 29 33 0 0,-7 25 269 0 0,-40 108-1 0 0,56-127-164 0 0,-90 255 684 0 0,79-204-680 0 0,-21 127 0 0 0,44-208-140 0 0,-9 94 57 0 0,9-88-44 0 0,1-1-1 0 0,1 1 1 0 0,0-1-1 0 0,0 1 1 0 0,1-1-1 0 0,0 1 1 0 0,5 12-1 0 0,-6-20-5 0 0,1 0-1 0 0,-1 0 0 0 0,1 0 1 0 0,0 0-1 0 0,0 0 1 0 0,0 0-1 0 0,0 0 1 0 0,1 0-1 0 0,-1-1 1 0 0,1 0-1 0 0,0 1 0 0 0,-1-1 1 0 0,1 0-1 0 0,6 3 1 0 0,-4-3-2 0 0,0 1 1 0 0,1-2 0 0 0,-1 1 0 0 0,1 0-1 0 0,-1-1 1 0 0,1 0 0 0 0,0-1-1 0 0,8 1 1 0 0,2-2-70 0 0,-1 0-1 0 0,1-1 0 0 0,-1-1 1 0 0,1 0-1 0 0,25-10 1 0 0,-16 3-58 0 0,0-1 0 0 0,-1-2 0 0 0,0 0 0 0 0,-1-1 0 0 0,-1-2 0 0 0,0 0 0 0 0,-2-1 0 0 0,1-1 0 0 0,-2-1 1 0 0,-1-1-1 0 0,26-36 0 0 0,-29 37 168 0 0,-2-2 0 0 0,0 0 0 0 0,-2 0 1 0 0,0-1-1 0 0,-2-1 0 0 0,0 0 0 0 0,-1 0 0 0 0,-2 0 1 0 0,0-1-1 0 0,-2 0 0 0 0,0 0 0 0 0,-2-1 1 0 0,0-26-1 0 0,-3 42 13 0 0,1-1 1 0 0,-2 1-1 0 0,1 0 1 0 0,-6-15-1 0 0,7 22-57 0 0,-1-1 0 0 0,0 1 1 0 0,0-1-1 0 0,0 1 0 0 0,0 0 0 0 0,-1-1 0 0 0,1 1 1 0 0,-1 0-1 0 0,1 0 0 0 0,-1 0 0 0 0,0 0 0 0 0,0 0 1 0 0,1 0-1 0 0,-2 1 0 0 0,1-1 0 0 0,0 1 0 0 0,0-1 1 0 0,0 1-1 0 0,-1 0 0 0 0,-2-2 0 0 0,3 3-3 0 0,-1 0 0 0 0,0 0 0 0 0,0 0 0 0 0,1 0 0 0 0,-1 0 0 0 0,0 0-1 0 0,1 1 1 0 0,-1-1 0 0 0,0 1 0 0 0,1 0 0 0 0,-1 0 0 0 0,1 0 0 0 0,-1 0 0 0 0,1 0 0 0 0,-5 3 0 0 0,0 0-3 0 0,1 1 1 0 0,-1 0 0 0 0,-9 9 0 0 0,9-7-2 0 0,1-1-1 0 0,1 1 1 0 0,0 0-1 0 0,0 0 1 0 0,0 0-1 0 0,0 1 1 0 0,1-1-1 0 0,1 1 1 0 0,-1 0-1 0 0,1 1 1 0 0,1-1-1 0 0,-4 17 1 0 0,6-20-15 0 0,-1 1 1 0 0,1 0-1 0 0,0 0 1 0 0,0 0-1 0 0,1-1 0 0 0,0 1 1 0 0,0 0-1 0 0,0 0 1 0 0,1-1-1 0 0,0 1 1 0 0,0-1-1 0 0,0 0 1 0 0,1 1-1 0 0,0-1 0 0 0,0 0 1 0 0,0 0-1 0 0,0-1 1 0 0,1 1-1 0 0,0-1 1 0 0,5 6-1 0 0,3 0-127 0 0,0-1 0 0 0,1 1 0 0 0,0-2 0 0 0,1 0 0 0 0,0 0 0 0 0,0-2 1 0 0,0 0-1 0 0,23 7 0 0 0,-13-6-205 0 0,1-2 1 0 0,-1 0-1 0 0,1-2 1 0 0,41 1-1 0 0,-56-4 329 0 0,0-1-1 0 0,0 0 0 0 0,0 0 1 0 0,0-1-1 0 0,0 0 0 0 0,0-1 0 0 0,0 0 1 0 0,-1-1-1 0 0,1 0 0 0 0,-1 0 0 0 0,0-1 1 0 0,-1 0-1 0 0,15-10 0 0 0,-14 6 518 0 0,0 1 0 0 0,0-1 1 0 0,0 0-1 0 0,-1-1 0 0 0,-1 0 0 0 0,12-19 0 0 0,-19 29-470 0 0,1-1 0 0 0,-1 0 1 0 0,1 1-1 0 0,-1-1 0 0 0,1 0 0 0 0,-1 1 1 0 0,0-1-1 0 0,1 0 0 0 0,-1 0 1 0 0,0 1-1 0 0,1-1 0 0 0,-1 0 0 0 0,0 0 1 0 0,0 0-1 0 0,0 0 0 0 0,0 1 0 0 0,0-1 1 0 0,0 0-1 0 0,0 0 0 0 0,0 0 1 0 0,0 0-1 0 0,0-1 0 0 0,-1 2-11 0 0,0 0 0 0 0,1 0-1 0 0,-1 0 1 0 0,0 0 0 0 0,1-1 0 0 0,-1 1 0 0 0,0 0-1 0 0,0 0 1 0 0,1 0 0 0 0,-1 1 0 0 0,0-1-1 0 0,1 0 1 0 0,-1 0 0 0 0,0 0 0 0 0,1 0 0 0 0,-1 1-1 0 0,1-1 1 0 0,-1 0 0 0 0,0 0 0 0 0,0 1-1 0 0,-7 3 29 0 0,1 1 0 0 0,-1 0 0 0 0,-9 8 0 0 0,-9 10 114 0 0,1 2 0 0 0,1 1-1 0 0,-23 33 1 0 0,37-45-141 0 0,0 0 1 0 0,1 1-1 0 0,1 0 0 0 0,1 1 0 0 0,0 0 1 0 0,0 0-1 0 0,2 0 0 0 0,-5 25 0 0 0,9-36-39 0 0,0-1-1 0 0,1 0 0 0 0,-1 1 1 0 0,1-1-1 0 0,1 1 1 0 0,-1-1-1 0 0,0 1 0 0 0,1-1 1 0 0,0 0-1 0 0,0 1 0 0 0,0-1 1 0 0,1 0-1 0 0,-1 0 1 0 0,1 0-1 0 0,0 0 0 0 0,5 7 1 0 0,-5-8-117 0 0,1 0 1 0 0,0 0 0 0 0,0-1-1 0 0,0 1 1 0 0,0-1-1 0 0,1 1 1 0 0,-1-1-1 0 0,1 0 1 0 0,0 0 0 0 0,-1-1-1 0 0,1 1 1 0 0,0-1-1 0 0,0 0 1 0 0,0 0 0 0 0,0 0-1 0 0,0 0 1 0 0,0-1-1 0 0,6 1 1 0 0,2-2-305 0 0,0 1-1 0 0,0-2 1 0 0,-1 0-1 0 0,1 0 1 0 0,0-1-1 0 0,-1 0 1 0 0,1-1 0 0 0,-1 0-1 0 0,0-1 1 0 0,19-11-1 0 0,-5 0-72 0 0,0-1 1 0 0,-1-1-1 0 0,25-25 0 0 0,-27 21 1086 0 0,-1-1-1 0 0,-1 0 1 0 0,24-38-1 0 0,37-82 9992 0 0,-78 135-9563 0 0,-4 7-362 0 0,-11 14-126 0 0,-16 24-216 0 0,3 6-50 0 0,3 2-1 0 0,-20 55 1 0 0,35-84-439 0 0,1 1 0 0 0,0-1-1 0 0,1 1 1 0 0,1 0 0 0 0,1 0 0 0 0,1 1-1 0 0,-1 34 1 0 0,3-49-36 0 0,0-1-1 0 0,1 0 1 0 0,0 1 0 0 0,-1-1-1 0 0,1 0 1 0 0,0 0-1 0 0,0 0 1 0 0,0 0 0 0 0,0 0-1 0 0,0 0 1 0 0,1 0 0 0 0,-1 0-1 0 0,1 0 1 0 0,-1 0 0 0 0,1-1-1 0 0,-1 1 1 0 0,1 0 0 0 0,0-1-1 0 0,0 0 1 0 0,0 1 0 0 0,0-1-1 0 0,0 0 1 0 0,0 0-1 0 0,0 0 1 0 0,1 0 0 0 0,3 1-1 0 0,2 0-1361 0 0,1 0-1 0 0,0-1 0 0 0,-1 0 1 0 0,1 0-1 0 0,0-1 0 0 0,10 0 1 0 0,14-3-7434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9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184 126 956 0 0,'2'-17'5003'0'0,"0"0"0"0"0,-1-1 0 0 0,-2-21 0 0 0,0 5 515 0 0,0 34-5462 0 0,0 0 0 0 0,1 0 1 0 0,-1 0-1 0 0,0 0 1 0 0,0 1-1 0 0,0-1 0 0 0,1 0 1 0 0,-1 0-1 0 0,0 1 0 0 0,0-1 1 0 0,0 1-1 0 0,1-1 0 0 0,-1 1 1 0 0,0-1-1 0 0,1 1 0 0 0,-2 0 1 0 0,-31 55 1741 0 0,-42 96 0 0 0,60-113-1759 0 0,2 0 0 0 0,1 1 0 0 0,-11 72 0 0 0,23-111-108 0 0,-1-1 0 0 0,1 1 1 0 0,0 0-1 0 0,0-1 1 0 0,0 1-1 0 0,0 0 1 0 0,0-1-1 0 0,0 1 0 0 0,0 0 1 0 0,0-1-1 0 0,0 1 1 0 0,0 0-1 0 0,0-1 1 0 0,1 1-1 0 0,-1 0 1 0 0,0-1-1 0 0,0 1 0 0 0,1 0 1 0 0,-1-1-1 0 0,0 1 1 0 0,1-1-1 0 0,-1 1 1 0 0,0-1-1 0 0,1 1 1 0 0,-1-1-1 0 0,1 1 0 0 0,-1-1 1 0 0,1 1-1 0 0,-1-1 1 0 0,1 1-1 0 0,-1-1 1 0 0,1 0-1 0 0,0 1 0 0 0,-1-1 1 0 0,1 0-1 0 0,0 0 1 0 0,-1 1-1 0 0,1-1 1 0 0,0 0-1 0 0,-1 0 1 0 0,1 0-1 0 0,0 0 0 0 0,-1 0 1 0 0,1 0-1 0 0,0 0 1 0 0,-1 0-1 0 0,1 0 1 0 0,0 0-1 0 0,4-1-588 0 0,-1 0 0 0 0,0 0 0 0 0,-1 0 0 0 0,1-1 0 0 0,0 1 0 0 0,6-4 0 0 0,19-15-4624 0 0,-11 3-1098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09:59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49 1680 0 0,'-15'-18'8413'0'0,"2"4"-4277"0"0,4 5-3111 0 0,3 1-3216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0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53 1992 0 0,'-111'-33'12847'0'0,"102"31"-11657"0"0,-13-5 2210 0 0,22 7-3375 0 0,1 0 0 0 0,-1 0 0 0 0,0 0 0 0 0,0 0 1 0 0,0 0-1 0 0,0 0 0 0 0,1 0 0 0 0,-1 0 1 0 0,0 0-1 0 0,0 0 0 0 0,0 0 0 0 0,0 0 1 0 0,1 0-1 0 0,-1 0 0 0 0,0 0 0 0 0,0-1 1 0 0,0 1-1 0 0,0 0 0 0 0,0 0 0 0 0,1 0 0 0 0,-1 0 1 0 0,0 0-1 0 0,0 0 0 0 0,0 0 0 0 0,0 0 1 0 0,0-1-1 0 0,0 1 0 0 0,0 0 0 0 0,1 0 1 0 0,-1 0-1 0 0,0 0 0 0 0,0-1 0 0 0,0 1 0 0 0,0 0 1 0 0,0 0-1 0 0,0 0 0 0 0,0 0 0 0 0,0-1 1 0 0,0 1-1 0 0,0 0 0 0 0,0 0 0 0 0,0 0 1 0 0,0 0-1 0 0,0-1 0 0 0,0 1 0 0 0,0 0 1 0 0,0 0-1 0 0,0 0 0 0 0,0 0 0 0 0,0-1 0 0 0,0 1 1 0 0,-1 0-1 0 0,1 0 0 0 0,0 0 0 0 0,0 0 1 0 0,0 0-1 0 0,0 0 0 0 0,0-1 0 0 0,0 1 1 0 0,0 0-1 0 0,0 0 0 0 0,-1 0 0 0 0,1 0 0 0 0,0 0 1 0 0,0 0-1 0 0,2-1-16 0 0,-1 0 0 0 0,1 1 0 0 0,0-1 0 0 0,0 1 0 0 0,0 0 0 0 0,0 0 0 0 0,0-1 0 0 0,-1 1 1 0 0,1 1-1 0 0,0-1 0 0 0,0 0 0 0 0,2 1 0 0 0,5 0 9 0 0,370 17-2652 0 0,-126-2-8233 0 0,-212-14 5542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0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35 616 0 0,'0'0'3707'0'0,"-21"18"4159"0"0,20-18-7835 0 0,1 1 1 0 0,0-1-1 0 0,0 1 0 0 0,-1-1 0 0 0,1 0 0 0 0,0 1 1 0 0,0-1-1 0 0,0 1 0 0 0,0-1 0 0 0,0 0 0 0 0,-1 1 1 0 0,1-1-1 0 0,0 1 0 0 0,0-1 0 0 0,0 1 0 0 0,0-1 1 0 0,0 0-1 0 0,0 1 0 0 0,0-1 0 0 0,1 1 0 0 0,-1-1 1 0 0,0 1-1 0 0,0-1 0 0 0,0 0 0 0 0,0 1 0 0 0,0-1 1 0 0,1 1-1 0 0,-1-1 0 0 0,0 0 0 0 0,1 1 1 0 0,0 0 249 0 0,24-9 638 0 0,-22 5-569 0 0,1-1-1 0 0,-1 0 0 0 0,0 0 1 0 0,0 0-1 0 0,0-1 1 0 0,0 1-1 0 0,2-8 0 0 0,-4 10-185 0 0,1-14 204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1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579 23 1464 0 0,'-3'-19'20886'0'0,"-2"18"-20783"0"0,0 0-1 0 0,0 0 1 0 0,0 1-1 0 0,0 0 1 0 0,0 0-1 0 0,0 0 1 0 0,0 0-1 0 0,0 1 1 0 0,0 0 0 0 0,0 0-1 0 0,0 0 1 0 0,1 1-1 0 0,-1 0 1 0 0,-6 2-1 0 0,-12 7-31 0 0,-34 23-1 0 0,24-14 295 0 0,-23 13 128 0 0,-79 61 1 0 0,108-73-443 0 0,1 2 1 0 0,1 1-1 0 0,1 2 1 0 0,-33 44-1 0 0,53-65-43 0 0,0 1 1 0 0,0 0-1 0 0,1 1 0 0 0,0-1 0 0 0,0 1 0 0 0,0-1 0 0 0,1 1 0 0 0,0 0 0 0 0,1 0 0 0 0,-1-1 1 0 0,1 1-1 0 0,0 9 0 0 0,1-11-4 0 0,1 0 1 0 0,-1-1-1 0 0,1 1 0 0 0,0 0 1 0 0,0-1-1 0 0,1 1 0 0 0,-1-1 1 0 0,1 0-1 0 0,0 1 0 0 0,1-1 1 0 0,-1 0-1 0 0,0 0 1 0 0,1 0-1 0 0,0 0 0 0 0,0-1 1 0 0,0 1-1 0 0,1-1 0 0 0,-1 0 1 0 0,5 4-1 0 0,3 0-135 0 0,1 1-1 0 0,-1-1 1 0 0,1-1 0 0 0,1 0 0 0 0,-1-1-1 0 0,1 0 1 0 0,0-1 0 0 0,0-1-1 0 0,0 0 1 0 0,1-1 0 0 0,-1 0 0 0 0,1-1-1 0 0,-1 0 1 0 0,17-2 0 0 0,-10 0-1124 0 0,-1-1 1 0 0,0-1-1 0 0,34-10 1 0 0,-35 8-1261 0 0,-1-2 0 0 0,0 0 0 0 0,30-18 0 0 0,-23 10-3865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1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247 217 1720 0 0,'-2'-28'17001'0'0,"2"27"-16856"0"0,-1 3 231 0 0,-3 10 588 0 0,5-10-923 0 0,-1 0 1 0 0,0 0 0 0 0,1 0-1 0 0,-1 0 1 0 0,1 0 0 0 0,0-1-1 0 0,0 1 1 0 0,0 0 0 0 0,-1 0-1 0 0,2-1 1 0 0,-1 1-1 0 0,0-1 1 0 0,0 1 0 0 0,0-1-1 0 0,1 1 1 0 0,-1-1 0 0 0,1 0-1 0 0,-1 0 1 0 0,1 1 0 0 0,-1-1-1 0 0,1 0 1 0 0,0 0 0 0 0,-1-1-1 0 0,5 2 1 0 0,-3-1-18 0 0,1 0 1 0 0,-1 0-1 0 0,0-1 1 0 0,1 1-1 0 0,-1-1 1 0 0,1 0-1 0 0,-1 0 1 0 0,1-1-1 0 0,-1 1 1 0 0,1 0-1 0 0,-1-1 1 0 0,0 0-1 0 0,1 0 1 0 0,2-2-1 0 0,1 0-32 0 0,-1-1 1 0 0,0 1-1 0 0,0-2 1 0 0,0 1-1 0 0,0-1 1 0 0,-1 0-1 0 0,0 0 1 0 0,0 0-1 0 0,0-1 1 0 0,0 0-1 0 0,-1 1 1 0 0,3-8-1 0 0,0 1-26 0 0,0 0-1 0 0,-2 0 0 0 0,1 0 0 0 0,-2-1 0 0 0,5-20 0 0 0,-8 30 27 0 0,0 0-1 0 0,0 0 1 0 0,-1 0-1 0 0,0-1 1 0 0,1 1-1 0 0,-1 0 1 0 0,0 0 0 0 0,-1-1-1 0 0,1 1 1 0 0,-1 0-1 0 0,1 0 1 0 0,-1 0-1 0 0,0-1 1 0 0,-2-3-1 0 0,2 5 3 0 0,-1 0 0 0 0,1 1 1 0 0,0-1-1 0 0,-1 1 0 0 0,0-1 0 0 0,1 1 0 0 0,-1 0 0 0 0,0 0 0 0 0,1-1 0 0 0,-1 1 0 0 0,0 0 0 0 0,0 1 1 0 0,0-1-1 0 0,0 0 0 0 0,0 1 0 0 0,0-1 0 0 0,0 1 0 0 0,0-1 0 0 0,0 1 0 0 0,-1 0 0 0 0,1 0 0 0 0,0 0 0 0 0,-2 0 1 0 0,-5 1 4 0 0,0 0 1 0 0,0 0 0 0 0,0 1 0 0 0,1 0-1 0 0,-1 1 1 0 0,1 0 0 0 0,-1 0 0 0 0,1 1-1 0 0,-15 9 1 0 0,0 2 138 0 0,-41 33 1 0 0,33-21 51 0 0,1 1 1 0 0,-34 39 0 0 0,56-56-160 0 0,-1-1 1 0 0,2 1-1 0 0,-1 0 1 0 0,2 0 0 0 0,-1 1-1 0 0,2 0 1 0 0,-1 0 0 0 0,2 1-1 0 0,0 0 1 0 0,0-1-1 0 0,-2 16 1 0 0,6-25-18 0 0,-1 1 1 0 0,1 0-1 0 0,0 0 0 0 0,0-1 0 0 0,1 1 0 0 0,-1 0 1 0 0,1-1-1 0 0,-1 1 0 0 0,1-1 0 0 0,0 1 1 0 0,1-1-1 0 0,-1 1 0 0 0,0-1 0 0 0,1 1 0 0 0,0-1 1 0 0,0 0-1 0 0,0 0 0 0 0,4 4 0 0 0,-2-3-127 0 0,0-1 0 0 0,0 1 0 0 0,1-1 0 0 0,-1 0 0 0 0,1-1 0 0 0,0 1 0 0 0,0-1 0 0 0,0 0 0 0 0,0 0 0 0 0,0 0 0 0 0,7 1 0 0 0,10 0-555 0 0,-1 0-1 0 0,1-2 0 0 0,-1 0 0 0 0,1-2 0 0 0,24-3 1 0 0,-2-1-1696 0 0,0-2 0 0 0,-1-1 0 0 0,62-22 0 0 0,-44 7-2942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440 105 872 0 0,'3'-4'722'0'0,"0"-1"0"0"0,0 1 0 0 0,-1-1 1 0 0,0 0-1 0 0,0 0 0 0 0,0 0 0 0 0,0 0 0 0 0,-1 0 0 0 0,0-1 0 0 0,0 1 0 0 0,0 0 0 0 0,-1-1 1 0 0,0 1-1 0 0,0-6 0 0 0,-1 10-632 0 0,1-1 1 0 0,0 1 0 0 0,-1 0 0 0 0,0 0-1 0 0,1-1 1 0 0,-1 1 0 0 0,0 0 0 0 0,0 0-1 0 0,1 0 1 0 0,-1 0 0 0 0,0 0 0 0 0,0 0-1 0 0,0 0 1 0 0,0 0 0 0 0,0 0 0 0 0,-1 0-1 0 0,1 1 1 0 0,0-1 0 0 0,0 0 0 0 0,-1 1-1 0 0,1-1 1 0 0,0 1 0 0 0,0-1-1 0 0,-1 1 1 0 0,1 0 0 0 0,-1 0 0 0 0,1-1-1 0 0,0 1 1 0 0,-1 0 0 0 0,1 0 0 0 0,-2 1-1 0 0,-4-1 39 0 0,1 0 0 0 0,-1 1-1 0 0,1 0 1 0 0,0 1 0 0 0,-8 2-1 0 0,6-2-53 0 0,1 1 0 0 0,0 0-1 0 0,0 0 1 0 0,0 1 0 0 0,0 0-1 0 0,1 0 1 0 0,0 1 0 0 0,-10 8-1 0 0,14-11-60 0 0,0 0 0 0 0,0 1-1 0 0,0-1 1 0 0,0 0 0 0 0,1 1-1 0 0,-1 0 1 0 0,1-1 0 0 0,0 1-1 0 0,-1 0 1 0 0,1-1 0 0 0,0 1-1 0 0,1 0 1 0 0,-1 0 0 0 0,0 0-1 0 0,1 0 1 0 0,0 0 0 0 0,-1 0-1 0 0,1 0 1 0 0,0 0 0 0 0,1 0-1 0 0,-1 0 1 0 0,1 0 0 0 0,-1-1-1 0 0,1 1 1 0 0,1 5 0 0 0,7 9-1 0 0,0 0 1 0 0,0-1-1 0 0,2 0 0 0 0,0 0 1 0 0,0-2-1 0 0,18 18 0 0 0,-14-16 342 0 0,-2 0 0 0 0,0 0 0 0 0,0 1 0 0 0,17 35 0 0 0,-28-50-165 0 0,-2 0 0 0 0,1 1 0 0 0,0-1 0 0 0,0 0 0 0 0,-1 1 0 0 0,1-1 0 0 0,-1 0 0 0 0,1 1 0 0 0,-1-1 0 0 0,0 0 0 0 0,0 1 0 0 0,0-1 0 0 0,-1 1 0 0 0,1-1 0 0 0,0 0 0 0 0,-1 1 0 0 0,0-1 0 0 0,-1 4 0 0 0,0-2-13 0 0,0-1 0 0 0,0 0 1 0 0,0-1-1 0 0,0 1 0 0 0,-1 0 0 0 0,1-1 0 0 0,-1 1 0 0 0,0-1 0 0 0,0 0 1 0 0,0 0-1 0 0,-4 3 0 0 0,-4 0 51 0 0,0 0 1 0 0,0-1-1 0 0,0 0 0 0 0,0 0 1 0 0,-1-1-1 0 0,-19 2 1 0 0,6-3-335 0 0,-1 0 1 0 0,1-2 0 0 0,0 0-1 0 0,-39-7 1 0 0,48 4-980 0 0,0-1 0 0 0,0-1-1 0 0,-15-6 1 0 0,19 6-1005 0 0,1-1-1 0 0,-1 0 1 0 0,2 0 0 0 0,-16-13-1 0 0,4-1-5795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2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274 821 2056 0 0,'-9'7'1261'0'0,"0"1"0"0"0,1 1-1 0 0,0 0 1 0 0,0 0 0 0 0,1 0 0 0 0,-9 15-1 0 0,-7 13 5441 0 0,25-44-5647 0 0,211-423 160 0 0,14-25-1498 0 0,-225 451 268 0 0,1 0-1 0 0,0 0 1 0 0,0 1-1 0 0,1-1 0 0 0,-1 1 1 0 0,1 0-1 0 0,0-1 1 0 0,-1 2-1 0 0,9-6 0 0 0,-11 8 15 0 0,0-1-1 0 0,0 1 1 0 0,-1 0-1 0 0,1 0 0 0 0,0 0 1 0 0,0 0-1 0 0,0 0 0 0 0,0 0 1 0 0,-1 0-1 0 0,1 0 0 0 0,0 0 1 0 0,0 0-1 0 0,0 0 0 0 0,-1 0 1 0 0,1 0-1 0 0,0 1 0 0 0,0-1 1 0 0,0 0-1 0 0,-1 0 0 0 0,1 1 1 0 0,0-1-1 0 0,0 1 1 0 0,-1-1-1 0 0,1 1 0 0 0,0-1 1 0 0,-1 1-1 0 0,1-1 0 0 0,-1 1 1 0 0,1 0-1 0 0,-1-1 0 0 0,1 1 1 0 0,-1 0-1 0 0,1-1 0 0 0,-1 1 1 0 0,0 0-1 0 0,1 0 0 0 0,-1 1 1 0 0,12 28-12 0 0,-8 6 45 0 0,-1 1 0 0 0,-4 62 0 0 0,-16 75-24 0 0,7-85 7 0 0,0 4 0 0 0,-2-1 30 0 0,5 2 1 0 0,6 109 0 0 0,1-198-22 0 0,-1-3-78 0 0,1 1-1 0 0,0-1 1 0 0,0 0-1 0 0,1 1 1 0 0,-1-1-1 0 0,0 0 1 0 0,1 0 0 0 0,-1 1-1 0 0,1-1 1 0 0,0 0-1 0 0,0 0 1 0 0,1 3-1 0 0,5-24-1032 0 0,-7 2 717 0 0,0 0 0 0 0,-1 0 0 0 0,0 1 0 0 0,-6-25 0 0 0,-21-67-32 0 0,23 93 335 0 0,-7-25 24 0 0,-2 0 1 0 0,-1 2-1 0 0,-39-71 0 0 0,43 92 71 0 0,0 0 0 0 0,-1 0 1 0 0,0 2-1 0 0,-2-1 0 0 0,0 1 0 0 0,0 1 0 0 0,-1 1 1 0 0,-1 0-1 0 0,0 1 0 0 0,-22-12 0 0 0,26 18-23 0 0,-1 0 0 0 0,-1 1 0 0 0,1 0 1 0 0,-1 2-1 0 0,1-1 0 0 0,-1 2 0 0 0,0 0 0 0 0,0 0 0 0 0,-1 1 0 0 0,-25 2 0 0 0,29 0-7 0 0,0 0-1 0 0,0 1 0 0 0,1 0 1 0 0,-1 1-1 0 0,1 0 0 0 0,0 0 1 0 0,0 1-1 0 0,0 1 0 0 0,0 0 1 0 0,1 0-1 0 0,-1 0 0 0 0,1 2 0 0 0,1-1 1 0 0,-15 14-1 0 0,21-18 5 0 0,0 0 1 0 0,1 0-1 0 0,-1 0 0 0 0,0 0 0 0 0,1 0 0 0 0,-1 1 1 0 0,1-1-1 0 0,0 1 0 0 0,0-1 0 0 0,0 1 1 0 0,0-1-1 0 0,0 1 0 0 0,1 0 0 0 0,-1-1 1 0 0,1 1-1 0 0,0 0 0 0 0,-1 4 0 0 0,2-5 4 0 0,-1 0 0 0 0,1 1 0 0 0,0-1-1 0 0,-1 0 1 0 0,1 0 0 0 0,0 0 0 0 0,0 0 0 0 0,1 0-1 0 0,-1 0 1 0 0,0-1 0 0 0,0 1 0 0 0,1 0-1 0 0,-1 0 1 0 0,1-1 0 0 0,0 1 0 0 0,-1-1 0 0 0,1 0-1 0 0,0 1 1 0 0,0-1 0 0 0,0 0 0 0 0,4 2-1 0 0,11 4 25 0 0,1 0 0 0 0,0-2-1 0 0,0 0 1 0 0,36 5 0 0 0,80 2 52 0 0,-100-10-74 0 0,253 6-1837 0 0,-96-11-4368 0 0,-111 0 721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3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415 134 112 0 0,'14'-5'1768'0'0,"0"-1"0"0"0,0 0 0 0 0,0-1 1 0 0,-1 0-1 0 0,0-1 0 0 0,0-1 0 0 0,-1 0 0 0 0,0 0 0 0 0,0-1 1 0 0,9-12-1 0 0,-20 21-1671 0 0,0 1 0 0 0,-1-1 0 0 0,1 0 0 0 0,0 0 0 0 0,-1 0 0 0 0,1 1 0 0 0,0-1 0 0 0,-1 0 0 0 0,1 0 0 0 0,-1 0 0 0 0,0 0 0 0 0,1 0 0 0 0,-1 0 0 0 0,0 0 0 0 0,1 0 0 0 0,-1 0 0 0 0,0 0 0 0 0,0 0 0 0 0,0 0 0 0 0,0 0 0 0 0,0 0 0 0 0,0 0 0 0 0,0-1 0 0 0,-1 1-59 0 0,0 0 1 0 0,1 0-1 0 0,-1 0 1 0 0,0 1 0 0 0,1-1-1 0 0,-1 0 1 0 0,0 1-1 0 0,0-1 1 0 0,0 1-1 0 0,0-1 1 0 0,1 1 0 0 0,-1-1-1 0 0,0 1 1 0 0,0-1-1 0 0,0 1 1 0 0,0 0-1 0 0,0 0 1 0 0,0-1 0 0 0,-1 1-1 0 0,-4-1-12 0 0,0 1 0 0 0,0-1 0 0 0,0 1 0 0 0,0 1 0 0 0,0-1-1 0 0,0 1 1 0 0,-7 2 0 0 0,-14 6 18 0 0,0 1-1 0 0,1 1 1 0 0,-47 28 0 0 0,-68 56 24 0 0,135-90-66 0 0,-29 19-24 0 0,-41 42 1 0 0,63-54 0 0 0,1 0 0 0 0,1 1 0 0 0,0 0 0 0 0,1 1 0 0 0,0 1 0 0 0,-9 19 0 0 0,18-33 21 0 0,0 0 0 0 0,1 1 0 0 0,-1-1 0 0 0,0 1 1 0 0,1-1-1 0 0,-1 1 0 0 0,1-1 0 0 0,0 1 0 0 0,-1-1 0 0 0,1 1 0 0 0,0 0 0 0 0,0-1 0 0 0,0 1 0 0 0,0-1 0 0 0,0 1 0 0 0,0-1 0 0 0,1 1 0 0 0,-1 0 0 0 0,0-1 0 0 0,1 1 0 0 0,0-1 0 0 0,0 3 0 0 0,1-2-5 0 0,-1-1-1 0 0,1 0 1 0 0,-1 1 0 0 0,1-1-1 0 0,-1 0 1 0 0,1 0 0 0 0,0 0 0 0 0,-1 0-1 0 0,1 0 1 0 0,0-1 0 0 0,0 1 0 0 0,0 0-1 0 0,0-1 1 0 0,-1 0 0 0 0,5 1 0 0 0,4 0-68 0 0,0-1 1 0 0,0 0 0 0 0,0-1 0 0 0,-1 0 0 0 0,1 0 0 0 0,12-4 0 0 0,-4-1-35 0 0,0-1 0 0 0,0-1 0 0 0,-1-1 0 0 0,0-1 0 0 0,0 0 0 0 0,-1-1 0 0 0,0 0 0 0 0,-1-1 0 0 0,22-24 0 0 0,8-13 4 0 0,55-78 0 0 0,-83 104 206 0 0,-8 9-132 0 0,1 0 1 0 0,13-13-1 0 0,-7 34-11 0 0,-14-4 40 0 0,-1-1 0 0 0,1 1 0 0 0,-1-1 1 0 0,0 1-1 0 0,1-1 0 0 0,-1 1 0 0 0,-1 0 0 0 0,1-1 1 0 0,0 1-1 0 0,-1 0 0 0 0,1 0 0 0 0,-1 0 0 0 0,0 4 0 0 0,0-2 6 0 0,5 117 99 0 0,-1-5-1427 0 0,-2-96-827 0 0,8 34 0 0 0,-3-40-1096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3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1 197 392 0 0,'8'-12'1144'0'0,"15"-21"2110"0"0,38-44 0 0 0,-54 69-2900 0 0,1 1 0 0 0,0-1 0 0 0,0 1 1 0 0,1 0-1 0 0,0 1 0 0 0,0 0 0 0 0,0 1 0 0 0,1 0 0 0 0,0 0 0 0 0,13-4 0 0 0,-20 8-316 0 0,0 1 0 0 0,-1 0 0 0 0,1 0 0 0 0,0 0 0 0 0,0 0 0 0 0,0 0 0 0 0,-1 1 0 0 0,1-1 0 0 0,0 1 0 0 0,-1-1 0 0 0,1 1 0 0 0,0 0 0 0 0,-1 0 0 0 0,1 1 0 0 0,-1-1 0 0 0,0 0 0 0 0,1 1 0 0 0,-1-1 0 0 0,0 1 0 0 0,0 0 0 0 0,0 0 0 0 0,0 0 0 0 0,2 2 0 0 0,1 2 68 0 0,0 0 0 0 0,0 0 0 0 0,-1 0 1 0 0,0 0-1 0 0,0 1 0 0 0,-1-1 0 0 0,3 9 1 0 0,-2-4 162 0 0,0 0 0 0 0,-1 1 1 0 0,-1 0-1 0 0,0 0 1 0 0,-1 0-1 0 0,0 0 0 0 0,0 0 1 0 0,-2 0-1 0 0,1 0 0 0 0,-1 0 1 0 0,-1 0-1 0 0,0-1 1 0 0,-1 1-1 0 0,-1 0 0 0 0,1-1 1 0 0,-2 0-1 0 0,1 0 1 0 0,-2 0-1 0 0,1 0 0 0 0,-1-1 1 0 0,-10 12-1 0 0,16-21-225 0 0,0-1 0 0 0,-1 1 0 0 0,1 0 0 0 0,-1 0 0 0 0,1-1 0 0 0,-1 1-1 0 0,1 0 1 0 0,-1-1 0 0 0,0 1 0 0 0,1-1 0 0 0,-1 1 0 0 0,0 0 0 0 0,1-1 0 0 0,-1 0 0 0 0,0 1 0 0 0,0-1-1 0 0,0 1 1 0 0,1-1 0 0 0,-1 0 0 0 0,0 0 0 0 0,0 1 0 0 0,0-1 0 0 0,0 0 0 0 0,1 0 0 0 0,-1 0 0 0 0,0 0 0 0 0,0 0-1 0 0,0 0 1 0 0,0 0 0 0 0,0 0 0 0 0,0 0 0 0 0,1-1 0 0 0,-1 1 0 0 0,0 0 0 0 0,-1-1 0 0 0,1 0-30 0 0,1 0 0 0 0,-1 1 0 0 0,0-1 0 0 0,0 0 0 0 0,1 0 0 0 0,-1 0 0 0 0,0 0 0 0 0,1-1 0 0 0,-1 1-1 0 0,1 0 1 0 0,0 0 0 0 0,-1 0 0 0 0,1 0 0 0 0,0 0 0 0 0,-1-1 0 0 0,1 1 0 0 0,0 0 0 0 0,0 0 0 0 0,0 0 0 0 0,0-1 0 0 0,1-1 0 0 0,2-10-8 0 0,0 1-1 0 0,1-1 0 0 0,0 1 0 0 0,1 0 1 0 0,0 0-1 0 0,1 0 0 0 0,1 0 0 0 0,0 1 1 0 0,0 1-1 0 0,1-1 0 0 0,18-18 1 0 0,-12 15-30 0 0,1 0 1 0 0,0 1 0 0 0,1 1-1 0 0,0 1 1 0 0,1 0 0 0 0,1 1-1 0 0,22-10 1 0 0,-31 16 8 0 0,1 1 1 0 0,0 0-1 0 0,0 1 0 0 0,0 0 1 0 0,0 1-1 0 0,1 0 0 0 0,-1 0 1 0 0,0 1-1 0 0,0 0 0 0 0,11 2 1 0 0,-17-2 16 0 0,-1 1-1 0 0,0-1 1 0 0,1 1 0 0 0,-1 0 0 0 0,0 0 0 0 0,1 0 0 0 0,-1 1 0 0 0,0-1 0 0 0,0 1 0 0 0,0-1 0 0 0,0 1-1 0 0,-1 0 1 0 0,1 0 0 0 0,0 0 0 0 0,-1 1 0 0 0,1-1 0 0 0,-1 1 0 0 0,0-1 0 0 0,0 1 0 0 0,0 0 0 0 0,0-1-1 0 0,0 1 1 0 0,-1 0 0 0 0,1 1 0 0 0,-1-1 0 0 0,0 0 0 0 0,0 0 0 0 0,0 0 0 0 0,0 1 0 0 0,0-1 0 0 0,-1 1-1 0 0,0-1 1 0 0,0 5 0 0 0,-1 6-33 0 0,0 1 0 0 0,-2-1 0 0 0,0 0 0 0 0,0-1 0 0 0,-1 1-1 0 0,-6 13 1 0 0,3-9-1328 0 0,1-1-1 0 0,-6 35 1 0 0,12-50 1064 0 0,0 1 0 0 0,-1-1 0 0 0,1 0 0 0 0,0 0-1 0 0,1 0 1 0 0,-1 0 0 0 0,0 0 0 0 0,1 0 0 0 0,-1 0 0 0 0,1 0 0 0 0,-1 0 0 0 0,1 0 0 0 0,0 0 0 0 0,0-1 0 0 0,0 1 0 0 0,0 0-1 0 0,0 0 1 0 0,0-1 0 0 0,1 1 0 0 0,-1 0 0 0 0,1-1 0 0 0,-1 0 0 0 0,1 1 0 0 0,-1-1 0 0 0,1 0 0 0 0,0 0 0 0 0,-1 0-1 0 0,1 0 1 0 0,0 0 0 0 0,0 0 0 0 0,0 0 0 0 0,0 0 0 0 0,3 0 0 0 0,13 3-4267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235 538 1436 0 0,'39'-34'4119'0'0,"37"-41"-1"0"0,-63 61-2841 0 0,-1-1-1 0 0,-1 0 1 0 0,-1-1-1 0 0,0 0 1 0 0,0 0 0 0 0,9-27-1 0 0,-18 41-1159 0 0,0-1 0 0 0,0 0 0 0 0,0 0 0 0 0,0 0 0 0 0,-1 0 0 0 0,1 0 1 0 0,-1 0-1 0 0,0 0 0 0 0,0 0 0 0 0,0 0 0 0 0,0 1 0 0 0,0-1 0 0 0,-1 0 0 0 0,1 0 0 0 0,-1 0 0 0 0,-1-4 0 0 0,0 6-92 0 0,0-1 0 0 0,0 1 0 0 0,0 0 0 0 0,0 0-1 0 0,0 1 1 0 0,0-1 0 0 0,0 0 0 0 0,0 1 0 0 0,0-1 0 0 0,0 1-1 0 0,0-1 1 0 0,0 1 0 0 0,-1 0 0 0 0,1 0 0 0 0,-3 1 0 0 0,-9 0 18 0 0,-1 2 1 0 0,1 0 0 0 0,0 0-1 0 0,0 1 1 0 0,0 1 0 0 0,0 0-1 0 0,1 1 1 0 0,-23 14 0 0 0,11-4-25 0 0,1 1 0 0 0,0 1 0 0 0,-28 27 0 0 0,34-27-7 0 0,1 1 1 0 0,1 0-1 0 0,-26 39 0 0 0,37-51-14 0 0,1 0 1 0 0,0 0-1 0 0,0 1 0 0 0,1-1 0 0 0,0 1 0 0 0,0 0 0 0 0,1 0 0 0 0,0 0 0 0 0,1 0 0 0 0,-1 0 0 0 0,2 1 0 0 0,-1-1 0 0 0,1 0 0 0 0,0 1 0 0 0,2 12 0 0 0,-1-19 7 0 0,0 1-1 0 0,-1 0 1 0 0,1 0 0 0 0,1-1 0 0 0,-1 1-1 0 0,0-1 1 0 0,0 1 0 0 0,1-1 0 0 0,0 1-1 0 0,-1-1 1 0 0,1 0 0 0 0,0 0-1 0 0,0 0 1 0 0,0 0 0 0 0,0 0 0 0 0,0 0-1 0 0,5 2 1 0 0,-3-2 7 0 0,1 0 0 0 0,-1-1 1 0 0,1 1-1 0 0,-1-1 0 0 0,1 0 0 0 0,-1 0 1 0 0,1-1-1 0 0,-1 1 0 0 0,1-1 0 0 0,5 0 0 0 0,2-1-43 0 0,1-1 0 0 0,-1 0 0 0 0,1-1-1 0 0,-1 0 1 0 0,0-1 0 0 0,0 0 0 0 0,13-7-1 0 0,-1-2-206 0 0,-1-2 0 0 0,-1 0 0 0 0,0-2 0 0 0,-2 0 1 0 0,1-1-1 0 0,-2-2 0 0 0,-1 1 0 0 0,21-30 0 0 0,0-6-202 0 0,-2-1 0 0 0,33-71 0 0 0,32-93 2557 0 0,-96 205-2006 0 0,-7 19-57 0 0,-11 30-13 0 0,4-13 36 0 0,-50 172 725 0 0,45-142-1245 0 0,-10 96 1 0 0,22-140-29 0 0,1 1 1 0 0,0-1 0 0 0,0 0 0 0 0,1 1-1 0 0,0-1 1 0 0,2 9 0 0 0,-2-12-175 0 0,0 0 0 0 0,1-1 0 0 0,0 1 0 0 0,-1 0 0 0 0,1-1 0 0 0,1 1 0 0 0,-1-1 0 0 0,0 1 0 0 0,1-1 0 0 0,0 0 0 0 0,0 0 0 0 0,4 4 0 0 0,13 7-5583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4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183 133 2000 0 0,'11'-38'6681'0'0,"-3"12"485"0"0,19-43 1005 0 0,-27 72-7971 0 0,0 13 29 0 0,-1 1 0 0 0,0-1 0 0 0,-2 0 1 0 0,0 0-1 0 0,-1 0 0 0 0,-9 26 1 0 0,4-11 137 0 0,-26 71 431 0 0,-50 106-1 0 0,21-58-6843 0 0,64-149 5778 0 0,-11 28-3459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5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105 145 596 0 0,'-1'-26'4828'0'0,"0"18"-3670"0"0,1 1 1 0 0,0-1 0 0 0,0 1 0 0 0,0-1 0 0 0,1 1 0 0 0,0-1 0 0 0,0 1-1 0 0,1-1 1 0 0,4-13 0 0 0,-4 19-1075 0 0,0 0 1 0 0,0 0-1 0 0,0 0 0 0 0,0 0 0 0 0,0 0 1 0 0,0 0-1 0 0,0 1 0 0 0,1-1 0 0 0,-1 1 0 0 0,0-1 1 0 0,1 1-1 0 0,-1 0 0 0 0,1 0 0 0 0,0 0 0 0 0,-1 0 1 0 0,1 0-1 0 0,0 1 0 0 0,4-1 0 0 0,7 0 43 0 0,-1 0 0 0 0,19 1 0 0 0,-30 0-116 0 0,14 1 30 0 0,0 1 0 0 0,1 0 0 0 0,-1 1 0 0 0,0 1 0 0 0,0 0 0 0 0,19 8 0 0 0,-29-9-34 0 0,0-1 1 0 0,0 1-1 0 0,0 0 0 0 0,-1 0 1 0 0,1 1-1 0 0,-1 0 0 0 0,0 0 1 0 0,0 0-1 0 0,0 0 0 0 0,-1 1 1 0 0,0 0-1 0 0,0 0 0 0 0,0 0 1 0 0,0 1-1 0 0,-1-1 0 0 0,1 1 1 0 0,-2 0-1 0 0,5 9 0 0 0,-7-12 3 0 0,1 0 0 0 0,-1 0-1 0 0,0 0 1 0 0,0 1 0 0 0,0-1-1 0 0,-1 0 1 0 0,1 0 0 0 0,-1 0-1 0 0,1 0 1 0 0,-1 1 0 0 0,0-1-1 0 0,0 0 1 0 0,-1 0 0 0 0,1-1-1 0 0,0 1 1 0 0,-1 0 0 0 0,0 0-1 0 0,0-1 1 0 0,-3 5-1 0 0,-1 0 14 0 0,0 0 0 0 0,-1-1 0 0 0,0 1 0 0 0,0-1 0 0 0,-11 7 0 0 0,-16 7 244 0 0,-17 12 1926 0 0,50-31-2007 0 0,1 0-178 0 0,0-1 0 0 0,-1 0 0 0 0,1 1 0 0 0,0-1 0 0 0,0 0 1 0 0,0 1-1 0 0,-1-1 0 0 0,1 0 0 0 0,0 1 0 0 0,0-1 0 0 0,-1 0 1 0 0,1 0-1 0 0,0 1 0 0 0,-1-1 0 0 0,1 0 0 0 0,0 0 0 0 0,-1 0 0 0 0,1 1 1 0 0,0-1-1 0 0,-1 0 0 0 0,1 0 0 0 0,0 0 0 0 0,-2 0 0 0 0,-4 4 62 0 0,6-3-68 0 0,0-1 0 0 0,0 1 0 0 0,1-1 0 0 0,-1 0 0 0 0,0 1 0 0 0,0-1 0 0 0,0 1 0 0 0,1-1 0 0 0,-1 1 0 0 0,0-1 0 0 0,0 0 0 0 0,1 1 0 0 0,-1-1 0 0 0,0 0 0 0 0,1 1 0 0 0,-1-1 1 0 0,0 0-1 0 0,1 1 0 0 0,-1-1 0 0 0,1 0 0 0 0,-1 0 0 0 0,1 1 0 0 0,17 12-4 0 0,0 1-1 0 0,-1 1 1 0 0,-1 0 0 0 0,-1 2 0 0 0,16 20 0 0 0,-24-28 9 0 0,-1 0 0 0 0,0 0 1 0 0,0 1-1 0 0,-1 0 1 0 0,-1 0-1 0 0,1 1 1 0 0,-2-1-1 0 0,1 1 1 0 0,-2 0-1 0 0,1 0 1 0 0,-1 0-1 0 0,0 17 1 0 0,-2-22 34 0 0,0-1 0 0 0,-1 1 0 0 0,0-1 0 0 0,0 1 0 0 0,0-1 0 0 0,-1 0 0 0 0,0 1-1 0 0,0-1 1 0 0,0 0 0 0 0,0 0 0 0 0,-1 0 0 0 0,-5 8 0 0 0,2-7 60 0 0,1 1 0 0 0,-1-1 0 0 0,-1 0-1 0 0,1-1 1 0 0,-1 1 0 0 0,1-1 0 0 0,-15 7 0 0 0,9-6 46 0 0,-1 0 1 0 0,0-1-1 0 0,0 0 1 0 0,0-1-1 0 0,-1 0 1 0 0,1-1-1 0 0,-1-1 1 0 0,0 0-1 0 0,-27-1 1 0 0,29-2-213 0 0,0 0 1 0 0,0-1-1 0 0,0-1 1 0 0,1 0-1 0 0,-1-1 1 0 0,1 0-1 0 0,0-1 1 0 0,0 0-1 0 0,-12-7 0 0 0,16 7-608 0 0,0 0 0 0 0,1 0-1 0 0,-1 0 1 0 0,1-1 0 0 0,0 0-1 0 0,-6-7 1 0 0,9 9-418 0 0,0 0 0 0 0,0-1 0 0 0,1 1 0 0 0,-1-1-1 0 0,1 0 1 0 0,0 1 0 0 0,0-1 0 0 0,1 0 0 0 0,0 0 0 0 0,-2-8 0 0 0,1 0-4821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5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84 1052 0 0,'13'-21'4103'0'0,"-6"9"-1227"0"0,0 0-1 0 0,1 0 1 0 0,14-15 670 0 0,-19 57-2943 0 0,-6-12-186 0 0,-2 0 1 0 0,0 1-1 0 0,0-2 1 0 0,-12 23-1 0 0,-37 67 274 0 0,24-53-457 0 0,1 0-147 0 0,-6 12-1858 0 0,14-21-2331 0 0,21-45 3932 0 0,0 1 0 0 0,0-1 1 0 0,-1 1-1 0 0,1-1 1 0 0,0 1-1 0 0,0-1 0 0 0,0 1 1 0 0,0 0-1 0 0,0-1 0 0 0,-1 1 1 0 0,1-1-1 0 0,0 1 0 0 0,0-1 1 0 0,0 1-1 0 0,1-1 1 0 0,-1 1-1 0 0,0 0 0 0 0,0-1 1 0 0,0 1-1 0 0,0-1 0 0 0,0 1 1 0 0,1-1-1 0 0,-1 1 0 0 0,0-1 1 0 0,1 1-1 0 0,-1-1 0 0 0,0 1 1 0 0,1-1-1 0 0,-1 0 1 0 0,0 1-1 0 0,1-1 0 0 0,-1 1 1 0 0,1-1-1 0 0,-1 0 0 0 0,0 1 1 0 0,1-1-1 0 0,-1 0 0 0 0,1 0 1 0 0,-1 1-1 0 0,1-1 1 0 0,0 0-1 0 0,-1 0 0 0 0,1 0 1 0 0,-1 0-1 0 0,1 0 0 0 0,-1 0 1 0 0,2 0-1 0 0,-1 1-146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5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227 116 2104 0 0,'97'-92'12350'0'0,"-74"68"-9008"0"0,-39 27-3115 0 0,2 2-191 0 0,1 0 0 0 0,0 1 0 0 0,1 1 0 0 0,0 0 0 0 0,0 1 0 0 0,0 0 0 0 0,-12 12 0 0 0,21-18-37 0 0,1 0 0 0 0,0 0 0 0 0,-1 0-1 0 0,1 0 1 0 0,0 0 0 0 0,0 0 0 0 0,1 0 0 0 0,-1 1 0 0 0,0-1 0 0 0,1 1-1 0 0,-1-1 1 0 0,1 1 0 0 0,0 0 0 0 0,0 0 0 0 0,0-1 0 0 0,0 1 0 0 0,0 4 0 0 0,1-4 3 0 0,0 0 0 0 0,1 1 0 0 0,-1-1 0 0 0,1 0 0 0 0,0 0 0 0 0,0 0 1 0 0,0 1-1 0 0,0-1 0 0 0,0 0 0 0 0,1 0 0 0 0,-1-1 0 0 0,1 1 1 0 0,0 0-1 0 0,0 0 0 0 0,3 2 0 0 0,44 50 97 0 0,-28-33-297 0 0,18 25-1 0 0,-34-40 807 0 0,1 1-1 0 0,-2 0 1 0 0,1 0-1 0 0,-1 1 1 0 0,0 0-1 0 0,-1-1 1 0 0,4 15-1 0 0,-7-21-402 0 0,0 0-1 0 0,-1 0 0 0 0,1 0 1 0 0,0 0-1 0 0,-1 0 0 0 0,1 0 1 0 0,-1 0-1 0 0,0 0 0 0 0,1 0 1 0 0,-1 0-1 0 0,0 0 0 0 0,0-1 0 0 0,-1 1 1 0 0,1 0-1 0 0,0-1 0 0 0,0 1 1 0 0,-1 0-1 0 0,1-1 0 0 0,-1 0 1 0 0,1 1-1 0 0,-1-1 0 0 0,0 0 1 0 0,0 0-1 0 0,-2 1 0 0 0,-5 2 7 0 0,0 0 0 0 0,0-1 0 0 0,0-1 0 0 0,0 0-1 0 0,-1 0 1 0 0,1-1 0 0 0,-1 0 0 0 0,0 0 0 0 0,1-1 0 0 0,-1 0-1 0 0,0-1 1 0 0,1 0 0 0 0,-1-1 0 0 0,-15-4 0 0 0,15 3-558 0 0,0-1 1 0 0,0 0-1 0 0,0-1 1 0 0,0 0 0 0 0,-14-9-1 0 0,18 9-392 0 0,-1 0 0 0 0,1-1 0 0 0,0 1-1 0 0,1-1 1 0 0,-1 0 0 0 0,1 0 0 0 0,-7-13-1 0 0,5 7-1127 0 0,0-1 0 0 0,-7-23-1 0 0,2-7-5065 0 0,7 12-1293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6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4044 0 0,'0'-3'3143'0'0,"7"-38"10716"0"0,-2 26-11311 0 0,-5 13-1967 0 0,1-8-1836 0 0,1 5 1603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8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95 1588 0 0,'1'-10'2481'0'0,"1"0"0"0"0,5-18 0 0 0,-1 4 1247 0 0,-6 23-3567 0 0,0 0 1 0 0,1 0-1 0 0,-1-1 1 0 0,0 1-1 0 0,0 0 1 0 0,0 0-1 0 0,0-1 1 0 0,0 1-1 0 0,0 0 1 0 0,-1 0-1 0 0,1-1 1 0 0,0 1 0 0 0,0 0-1 0 0,-1 0 1 0 0,1 0-1 0 0,-2-2 1 0 0,-17 20-108 0 0,1 2 0 0 0,0 0 0 0 0,1 1 1 0 0,-18 28-1 0 0,16-21-33 0 0,17-24-18 0 0,-124 176 92 0 0,108-150-74 0 0,1 2 0 0 0,2 0 0 0 0,0 1 0 0 0,-12 42-1 0 0,26-70-11 0 0,0 0 0 0 0,0 1-1 0 0,0-1 1 0 0,0 1-1 0 0,1-1 1 0 0,-1 1-1 0 0,1-1 1 0 0,1 1 0 0 0,-1 0-1 0 0,0-1 1 0 0,1 1-1 0 0,0-1 1 0 0,0 0-1 0 0,0 1 1 0 0,3 5 0 0 0,-2-8-3 0 0,-1 1 1 0 0,1-1 0 0 0,0 0 0 0 0,0 0 0 0 0,0 1 0 0 0,0-1 0 0 0,1 0 0 0 0,-1-1 0 0 0,1 1-1 0 0,-1 0 1 0 0,1-1 0 0 0,-1 1 0 0 0,1-1 0 0 0,0 0 0 0 0,0 0 0 0 0,-1 0 0 0 0,1 0 0 0 0,0-1-1 0 0,0 1 1 0 0,0-1 0 0 0,0 1 0 0 0,0-1 0 0 0,0 0 0 0 0,3-1 0 0 0,8 1-1 0 0,-1-1 0 0 0,1 0 0 0 0,0-2 0 0 0,-1 1 0 0 0,0-2 0 0 0,0 0 0 0 0,0 0 0 0 0,0-1 0 0 0,-1-1 0 0 0,1 0 0 0 0,-2 0 0 0 0,1-1 0 0 0,-1-1 0 0 0,0 0 0 0 0,0-1-1 0 0,-1 0 1 0 0,0 0 0 0 0,-1-1 0 0 0,0-1 0 0 0,0 1 0 0 0,-1-1 0 0 0,-1-1 0 0 0,0 0 0 0 0,0 0 0 0 0,-1 0 0 0 0,-1 0 0 0 0,0-1 0 0 0,0 0 0 0 0,4-24 0 0 0,-6 19 29 0 0,-1 0-1 0 0,-1 0 1 0 0,0-1 0 0 0,-1 1-1 0 0,-1 0 1 0 0,-1 0 0 0 0,-1-1-1 0 0,0 2 1 0 0,-1-1-1 0 0,-1 0 1 0 0,-1 1 0 0 0,-8-19-1 0 0,13 34-34 0 0,0 0-1 0 0,0 0 1 0 0,0-1 0 0 0,-1 1-1 0 0,1 0 1 0 0,-1 0-1 0 0,0 0 1 0 0,1 0 0 0 0,-1 1-1 0 0,0-1 1 0 0,0 0-1 0 0,0 1 1 0 0,0 0 0 0 0,0-1-1 0 0,-1 1 1 0 0,1 0-1 0 0,0 0 1 0 0,-1 0 0 0 0,-4-1-1 0 0,3 1-1 0 0,0 1-1 0 0,0 0 0 0 0,0 0 0 0 0,1 0 1 0 0,-1 1-1 0 0,0-1 0 0 0,0 1 1 0 0,0 0-1 0 0,0 0 0 0 0,0 0 0 0 0,-5 4 1 0 0,-6 2-8 0 0,1 2 0 0 0,0-1 0 0 0,1 2 0 0 0,0 0 0 0 0,-12 12 0 0 0,7-5-2 0 0,1 0 0 0 0,1 2 1 0 0,-22 30-1 0 0,31-38-11 0 0,0 0 1 0 0,1 0-1 0 0,0 1 1 0 0,1 0-1 0 0,1 0 1 0 0,-1 0-1 0 0,2 0 1 0 0,-4 19-1 0 0,7-28 4 0 0,0-1 0 0 0,-1 0 0 0 0,1 1-1 0 0,0-1 1 0 0,0 0 0 0 0,1 1 0 0 0,-1-1 0 0 0,0 0-1 0 0,1 0 1 0 0,0 1 0 0 0,-1-1 0 0 0,1 0 0 0 0,0 0-1 0 0,0 0 1 0 0,0 0 0 0 0,0 0 0 0 0,0 0 0 0 0,1 0-1 0 0,-1 0 1 0 0,1 0 0 0 0,-1 0 0 0 0,1-1 0 0 0,0 1-1 0 0,0-1 1 0 0,-1 1 0 0 0,1-1 0 0 0,0 0 0 0 0,0 1-1 0 0,0-1 1 0 0,1 0 0 0 0,-1-1 0 0 0,0 1 0 0 0,0 0-1 0 0,0 0 1 0 0,1-1 0 0 0,-1 0 0 0 0,4 1 0 0 0,5 0-154 0 0,1 0 0 0 0,0 0 1 0 0,-1-2-1 0 0,1 1 0 0 0,0-1 1 0 0,11-3-1 0 0,23-7-344 0 0,0-2 0 0 0,-2-1 0 0 0,1-3 0 0 0,-2-1 0 0 0,78-47 0 0 0,-28 6 835 0 0,118-99 0 0 0,-202 150-152 0 0,-1 1 0 0 0,2 1 0 0 0,-1 0 1 0 0,13-6-1 0 0,-21 12-164 0 0,0 0 1 0 0,-1 0 0 0 0,1-1-1 0 0,0 1 1 0 0,0 0 0 0 0,0 0-1 0 0,-1 1 1 0 0,1-1 0 0 0,0 0-1 0 0,0 0 1 0 0,0 0 0 0 0,-1 0 0 0 0,1 1-1 0 0,0-1 1 0 0,0 0 0 0 0,-1 1-1 0 0,1-1 1 0 0,0 1 0 0 0,-1-1-1 0 0,1 1 1 0 0,0-1 0 0 0,-1 1 0 0 0,1-1-1 0 0,-1 1 1 0 0,1-1 0 0 0,-1 1-1 0 0,1 0 1 0 0,-1-1 0 0 0,1 1-1 0 0,-1 0 1 0 0,1 1 0 0 0,9 21 43 0 0,-3 2-7 0 0,-2 0 1 0 0,0 1 0 0 0,-2-1 0 0 0,0 1 0 0 0,-2 30 0 0 0,-3-20 207 0 0,-1 0-1 0 0,-1-1 1 0 0,-11 42-1 0 0,13-70 146 0 0,-1 1 0 0 0,1-1 0 0 0,-1 0 0 0 0,0 0 0 0 0,-1 0 0 0 0,-7 10 0 0 0,10-15-141 0 0,0-2-228 0 0,0 0 0 0 0,0 0 0 0 0,0 0 0 0 0,0 0 0 0 0,0 0 0 0 0,1 0 0 0 0,-1 0 0 0 0,0-1 0 0 0,0 1 0 0 0,0 0 0 0 0,0-1 0 0 0,1 1 0 0 0,-1 0 0 0 0,0-1 0 0 0,0 1 0 0 0,1-1 0 0 0,-1 1 0 0 0,0-1 0 0 0,1 0 0 0 0,-1 1 0 0 0,1-1 0 0 0,-1 0 0 0 0,1 1 0 0 0,-1-1 0 0 0,1 0 0 0 0,-1 0 0 0 0,0-1 0 0 0,0 0-4 0 0,1-1 1 0 0,-1 0-1 0 0,1 0 0 0 0,-1 0 1 0 0,1 0-1 0 0,0 1 0 0 0,0-1 1 0 0,1-6-1 0 0,2-6-38 0 0,0-1 0 0 0,9-21 0 0 0,-11 32 47 0 0,8-19-66 0 0,0 0 0 0 0,2 1 0 0 0,1 0 0 0 0,16-25 1 0 0,-22 39 11 0 0,1 0 1 0 0,0 0 0 0 0,0 0 0 0 0,1 1 0 0 0,0 0 0 0 0,0 0 0 0 0,1 1 0 0 0,0 0 0 0 0,0 1 0 0 0,1 0 0 0 0,19-9 0 0 0,-25 14 15 0 0,0-1 0 0 0,0 1 0 0 0,0 0 1 0 0,0 1-1 0 0,0-1 0 0 0,0 1 0 0 0,0 0 0 0 0,1 0 1 0 0,-1 0-1 0 0,0 0 0 0 0,0 1 0 0 0,0 0 0 0 0,0-1 1 0 0,0 2-1 0 0,0-1 0 0 0,0 0 0 0 0,0 1 1 0 0,0 0-1 0 0,0 0 0 0 0,-1 0 0 0 0,1 0 0 0 0,-1 0 1 0 0,1 1-1 0 0,-1 0 0 0 0,0-1 0 0 0,0 1 1 0 0,5 6-1 0 0,-3-2 12 0 0,-1 0 0 0 0,1 0 0 0 0,-1 0 0 0 0,0 0 0 0 0,0 1 1 0 0,-1-1-1 0 0,0 1 0 0 0,-1 0 0 0 0,1 0 0 0 0,-2 0 0 0 0,1 0 0 0 0,-1 0 0 0 0,0 12 1 0 0,-3 4 12 0 0,0 0 0 0 0,-3 0 0 0 0,0 0 0 0 0,-11 34 0 0 0,3-15-562 0 0,13-42 430 0 0,-1 1 0 0 0,1-1 0 0 0,-1 1 0 0 0,1-1 0 0 0,-1 1 0 0 0,1-1 0 0 0,0 1 0 0 0,0-1 0 0 0,0 1 0 0 0,0-1 0 0 0,0 1 0 0 0,0-1 0 0 0,1 1 0 0 0,-1-1 0 0 0,0 1 0 0 0,1-1 0 0 0,-1 0 0 0 0,2 3 0 0 0,-1-3 27 0 0,0-1 0 0 0,0 1 0 0 0,0-1 0 0 0,0 0-1 0 0,0 1 1 0 0,0-1 0 0 0,0 0 0 0 0,1 0 0 0 0,-1 0 0 0 0,0 0 0 0 0,0 0 0 0 0,0 0 0 0 0,0 0-1 0 0,0 0 1 0 0,1 0 0 0 0,-1 0 0 0 0,0 0 0 0 0,0-1 0 0 0,0 1 0 0 0,0-1 0 0 0,0 1-1 0 0,0-1 1 0 0,0 1 0 0 0,0-1 0 0 0,0 1 0 0 0,1-2 0 0 0,18-10-878 0 0,0-1 0 0 0,-1-1 0 0 0,-1 0 0 0 0,0-2 0 0 0,-1 0 0 0 0,0-1 0 0 0,23-31 0 0 0,-8 6-1178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9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309 420 3380 0 0,'181'-391'9723'0'0,"-166"365"-8831"0"0,-15 26-880 0 0,0 0-1 0 0,0 0 1 0 0,0-1 0 0 0,0 1 0 0 0,0 0-1 0 0,0 0 1 0 0,0 0 0 0 0,0 0 0 0 0,1 0 0 0 0,-1 0-1 0 0,0 0 1 0 0,0-1 0 0 0,0 1 0 0 0,0 0-1 0 0,0 0 1 0 0,0 0 0 0 0,0 0 0 0 0,0 0-1 0 0,1 0 1 0 0,-1 0 0 0 0,0 0 0 0 0,0 0 0 0 0,0 0-1 0 0,0 0 1 0 0,0 0 0 0 0,0 0 0 0 0,1 0-1 0 0,-1 0 1 0 0,0 0 0 0 0,0 0 0 0 0,0 0-1 0 0,0 0 1 0 0,0 0 0 0 0,0 0 0 0 0,1 0 0 0 0,-1 0-1 0 0,0 0 1 0 0,0 0 0 0 0,0 0 0 0 0,0 0-1 0 0,0 0 1 0 0,0 0 0 0 0,1 0 0 0 0,-1 0-1 0 0,0 0 1 0 0,0 0 0 0 0,0 1 0 0 0,0-1 0 0 0,0 0-1 0 0,0 0 1 0 0,0 17 456 0 0,-30 114 2114 0 0,-59 163 0 0 0,67-227-2214 0 0,-32 88 144 0 0,17-54-572 0 0,-33 147 0 0 0,69-246 10 0 0,1-1 0 0 0,-1 0 1 0 0,1 1-1 0 0,0-1 0 0 0,-1 1 1 0 0,1-1-1 0 0,0 1 0 0 0,0-1 1 0 0,0 1-1 0 0,0-1 0 0 0,0 1 1 0 0,1-1-1 0 0,-1 0 1 0 0,0 1-1 0 0,1-1 0 0 0,-1 1 1 0 0,1-1-1 0 0,-1 0 0 0 0,1 1 1 0 0,1 1-1 0 0,-1-2 4 0 0,0-1 1 0 0,0 1-1 0 0,0-1 0 0 0,0 0 1 0 0,0 0-1 0 0,-1 1 0 0 0,1-1 1 0 0,0 0-1 0 0,0 0 0 0 0,0 0 1 0 0,0 0-1 0 0,0 0 0 0 0,0 0 1 0 0,0 0-1 0 0,0-1 0 0 0,0 1 1 0 0,0 0-1 0 0,0-1 0 0 0,0 1 1 0 0,0 0-1 0 0,0-1 0 0 0,1 0 0 0 0,7-4-185 0 0,0-1 0 0 0,-1 1 0 0 0,0-2 0 0 0,9-7 0 0 0,2-5-31 0 0,0-1 0 0 0,-1-1 0 0 0,28-43 0 0 0,34-78 147 0 0,-31 53 1169 0 0,-39 71-763 0 0,-7 12-203 0 0,0 0-1 0 0,1 0 1 0 0,0 0-1 0 0,7-9 1 0 0,-9 13-50 0 0,-1 3-36 0 0,-1-1 0 0 0,1 0-1 0 0,0 1 1 0 0,-1-1 0 0 0,1 1 0 0 0,-1-1-1 0 0,1 1 1 0 0,-1-1 0 0 0,1 1-1 0 0,0-1 1 0 0,-1 1 0 0 0,0-1-1 0 0,1 1 1 0 0,-1 0 0 0 0,1-1 0 0 0,-1 1-1 0 0,0 0 1 0 0,1-1 0 0 0,-1 1-1 0 0,0 0 1 0 0,0 0 0 0 0,0-1 0 0 0,0 1-1 0 0,1 0 1 0 0,-1 0 0 0 0,0-1-1 0 0,-1 2 1 0 0,3 23 9 0 0,-2-23-7 0 0,-9 122 57 0 0,5-89 5 0 0,1 0-1 0 0,4 69 1 0 0,-1-100-55 0 0,0-1 1 0 0,1 1-1 0 0,-1-1 0 0 0,1 1 1 0 0,0-1-1 0 0,0 0 0 0 0,0 0 1 0 0,0 1-1 0 0,1-1 0 0 0,-1 0 1 0 0,1 0-1 0 0,0 0 0 0 0,0 0 1 0 0,0 0-1 0 0,0-1 0 0 0,1 1 1 0 0,-1-1-1 0 0,1 1 0 0 0,-1-1 0 0 0,1 0 1 0 0,0 0-1 0 0,0 0 0 0 0,0 0 1 0 0,0-1-1 0 0,0 1 0 0 0,0-1 1 0 0,0 0-1 0 0,1 1 0 0 0,-1-2 1 0 0,0 1-1 0 0,1 0 0 0 0,-1-1 1 0 0,1 1-1 0 0,-1-1 0 0 0,1 0 1 0 0,3-1-1 0 0,6 0 6 0 0,0 0 0 0 0,-1-1-1 0 0,1-1 1 0 0,-1 0 0 0 0,1-1 0 0 0,-1 0 0 0 0,-1-1-1 0 0,20-10 1 0 0,-9 1 74 0 0,-1 0 0 0 0,-1-1 0 0 0,0-1-1 0 0,-1 0 1 0 0,-1-2 0 0 0,-1 0 0 0 0,0-1-1 0 0,-2-1 1 0 0,0 0 0 0 0,14-26 0 0 0,-16 25 238 0 0,-10 19-236 0 0,-9 12-81 0 0,-155 326 1053 0 0,26 11 625 0 0,28-32-402 0 0,15-45-593 0 0,87-255-690 0 0,-12 32 313 0 0,-1-1 0 0 0,-25 45 0 0 0,36-79-191 0 0,0-1 0 0 0,0 0-1 0 0,-1 0 1 0 0,0 0 0 0 0,-1-1-1 0 0,0 0 1 0 0,-1-1 0 0 0,0 0 0 0 0,-1-1-1 0 0,1 0 1 0 0,-1 0 0 0 0,-18 9 0 0 0,22-15-83 0 0,1 1 0 0 0,-1-1 0 0 0,0 0 0 0 0,0 0 0 0 0,0-1 0 0 0,1 1 0 0 0,-1-2 0 0 0,0 1 1 0 0,-1-1-1 0 0,1 0 0 0 0,0 0 0 0 0,0-1 0 0 0,0 0 0 0 0,-9-3 0 0 0,7 1-8 0 0,1 0-1 0 0,0-1 1 0 0,0 1-1 0 0,0-2 1 0 0,1 1-1 0 0,-1-1 1 0 0,1 0-1 0 0,0-1 1 0 0,1 1-1 0 0,-11-12 1 0 0,9 8-21 0 0,1 0 0 0 0,0 0 0 0 0,1-1 0 0 0,0 0 0 0 0,0 0 0 0 0,1-1 0 0 0,0 1 0 0 0,1-1 0 0 0,0 0 0 0 0,1-1 0 0 0,0 1 0 0 0,1 0 0 0 0,0-1 0 0 0,1 1 0 0 0,0-1 0 0 0,1 0 0 0 0,2-21 0 0 0,4 3-210 0 0,2 1-1 0 0,2 0 1 0 0,0 0 0 0 0,2 1 0 0 0,1 1 0 0 0,1 0 0 0 0,1 0-1 0 0,1 2 1 0 0,2 0 0 0 0,25-29 0 0 0,3 4-993 0 0,3 1 1 0 0,1 3 0 0 0,85-60-1 0 0,28 3-3608 0 0,-49 44-3140 0 0,-56 33 582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09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167 981 2796 0 0,'-5'1'2225'0'0,"-25"3"9785"0"0,30-5-11975 0 0,13-8 107 0 0,83-48 498 0 0,-45 30-562 0 0,-2-4-1 0 0,-2-1 0 0 0,51-44 1 0 0,-64 43-143 0 0,-2-2 0 0 0,-1-1 0 0 0,-2-1-1 0 0,-1-2 1 0 0,-2-1 0 0 0,-2-1 0 0 0,-2-1 0 0 0,-1 0 0 0 0,-3-2 0 0 0,-1-1 0 0 0,-2 0 0 0 0,-3-1 0 0 0,13-80 0 0 0,-25 124 64 0 0,1-8-8 0 0,1 0 0 0 0,-1 0 0 0 0,-1 0 0 0 0,0-1 0 0 0,-1 1 0 0 0,0 0 0 0 0,-2-10 0 0 0,3 19 8 0 0,0 1 0 0 0,-1-1 1 0 0,1 1-1 0 0,0-1 1 0 0,0 1-1 0 0,-1 0 1 0 0,1-1-1 0 0,0 1 0 0 0,-1-1 1 0 0,1 1-1 0 0,0 0 1 0 0,-1-1-1 0 0,1 1 1 0 0,-1 0-1 0 0,1 0 1 0 0,0-1-1 0 0,-1 1 0 0 0,1 0 1 0 0,-1 0-1 0 0,1-1 1 0 0,-1 1-1 0 0,1 0 1 0 0,-1 0-1 0 0,1 0 0 0 0,-1 0 1 0 0,1 0-1 0 0,-1 0 1 0 0,1 0-1 0 0,-1 0 1 0 0,1 0-1 0 0,-1 0 0 0 0,1 0 1 0 0,-1 0-1 0 0,1 0 1 0 0,-1 1-1 0 0,1-1 1 0 0,-1 0-1 0 0,1 0 0 0 0,-1 0 1 0 0,1 1-1 0 0,0-1 1 0 0,-1 0-1 0 0,1 0 1 0 0,-1 1-1 0 0,0 0 0 0 0,-18 15 9 0 0,3 4-2 0 0,2 1 0 0 0,0 1 1 0 0,1 1-1 0 0,1-1 0 0 0,-11 30 0 0 0,-38 128 24 0 0,53-154-15 0 0,-126 488 940 0 0,26 7 244 0 0,75-358-970 0 0,7-23-38 0 0,-25 108 159 0 0,-19-5 321 0 0,48-194 34 0 0,21-47-663 0 0,-1 1-1 0 0,1-1 1 0 0,-1 0 0 0 0,0 1-1 0 0,0-1 1 0 0,0 0-1 0 0,0 0 1 0 0,0 0 0 0 0,0 0-1 0 0,-1-1 1 0 0,1 1 0 0 0,-1-1-1 0 0,1 1 1 0 0,-1-1 0 0 0,-3 1-1 0 0,4-1-21 0 0,0-1 0 0 0,0 0 0 0 0,0 0 1 0 0,0 0-1 0 0,0 0 0 0 0,0-1 0 0 0,0 1 0 0 0,0-1 0 0 0,0 1 0 0 0,0-1 0 0 0,0 0 0 0 0,0 1 0 0 0,0-1 0 0 0,0 0 0 0 0,0 0 0 0 0,1 0 0 0 0,-1-1 0 0 0,0 1 0 0 0,1 0 0 0 0,-3-4 0 0 0,-2 0 0 0 0,2 0 0 0 0,-1 0 0 0 0,0-1 0 0 0,-4-8-1 0 0,-1-5-58 0 0,2 1 0 0 0,0-2 1 0 0,1 1-1 0 0,0-1 0 0 0,2 0 0 0 0,-5-38 0 0 0,-1-126-355 0 0,11 103 252 0 0,4-1 0 0 0,3 1 0 0 0,4 0 0 0 0,28-104 0 0 0,-26 139 69 0 0,1 0 0 0 0,3 0 0 0 0,2 2 0 0 0,2 0 0 0 0,1 1 0 0 0,3 2-1 0 0,1 0 1 0 0,52-61 0 0 0,-60 83 42 0 0,0 1-1 0 0,2 0 0 0 0,0 2 1 0 0,1 0-1 0 0,0 1 1 0 0,1 1-1 0 0,1 1 0 0 0,0 2 1 0 0,41-16-1 0 0,-50 23 16 0 0,0 0 0 0 0,1 1 0 0 0,-1 0 0 0 0,1 1 0 0 0,-1 1 0 0 0,1 0 0 0 0,0 1 0 0 0,15 2-1 0 0,-18 0 7 0 0,-1 1-1 0 0,1-1 0 0 0,-1 2 0 0 0,0-1 1 0 0,0 2-1 0 0,0-1 0 0 0,-1 2 0 0 0,1-1 0 0 0,-1 1 1 0 0,0 1-1 0 0,9 8 0 0 0,-12-9 13 0 0,0 0 0 0 0,-1 1 0 0 0,0 0 0 0 0,0 0 0 0 0,0 1 0 0 0,-1 0-1 0 0,0 0 1 0 0,-1 0 0 0 0,0 0 0 0 0,0 1 0 0 0,-1 0 0 0 0,0 0 0 0 0,0 0 0 0 0,-1 0 0 0 0,0 0-1 0 0,1 12 1 0 0,-3-14 40 0 0,0-1-1 0 0,0 1 0 0 0,0-1 0 0 0,-1 1 0 0 0,0-1 1 0 0,0 0-1 0 0,0 1 0 0 0,-1-1 0 0 0,0 0 0 0 0,-1 0 1 0 0,1 0-1 0 0,-1 0 0 0 0,0-1 0 0 0,0 1 0 0 0,-1-1 0 0 0,0 1 1 0 0,0-1-1 0 0,0 0 0 0 0,0-1 0 0 0,-1 1 0 0 0,0-1 1 0 0,0 0-1 0 0,0 0 0 0 0,-8 4 0 0 0,2-3 48 0 0,0 0-1 0 0,0 0 1 0 0,0-1 0 0 0,0-1-1 0 0,-1 0 1 0 0,0-1 0 0 0,0 0-1 0 0,1-1 1 0 0,-1 0-1 0 0,0 0 1 0 0,-15-3 0 0 0,12 1-144 0 0,0-1 0 0 0,1 0 0 0 0,-1-1 0 0 0,1-1 0 0 0,0 0 0 0 0,0-1 0 0 0,0-1 1 0 0,-22-12-1 0 0,34 17-172 0 0,-1-1 0 0 0,1 1 0 0 0,0 0 0 0 0,0-1 0 0 0,0 0 0 0 0,0 1 0 0 0,0-1 0 0 0,1 0 0 0 0,-1 0 0 0 0,0 0 0 0 0,1 0 1 0 0,0-1-1 0 0,-2-2 0 0 0,2 4-7 0 0,1-1-1 0 0,0 1 1 0 0,0 0 0 0 0,0 0 0 0 0,0-1 0 0 0,0 1-1 0 0,0 0 1 0 0,1-1 0 0 0,-1 1 0 0 0,0 0 0 0 0,1 0 0 0 0,-1 0-1 0 0,1-1 1 0 0,-1 1 0 0 0,1 0 0 0 0,-1 0 0 0 0,1 0 0 0 0,0 0-1 0 0,-1 0 1 0 0,1 0 0 0 0,0 0 0 0 0,0 0 0 0 0,0 0-1 0 0,0 1 1 0 0,0-1 0 0 0,0 0 0 0 0,0 0 0 0 0,0 1 0 0 0,2-1-1 0 0,9-7-3514 0 0,2 0-1626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11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119 215 1632 0 0,'8'-12'7148'0'0,"-7"10"-6439"0"0,-1 0 0 0 0,0 0 0 0 0,1 0 0 0 0,-1 0-1 0 0,0 0 1 0 0,0 0 0 0 0,0 0 0 0 0,0 0 0 0 0,0 0 0 0 0,-1 0 0 0 0,0-2-1 0 0,0-4 190 0 0,-1 9-792 0 0,-1 0 0 0 0,1 0-1 0 0,-1 0 1 0 0,1 0-1 0 0,-1 1 1 0 0,1-1 0 0 0,-4 4-1 0 0,4-4-75 0 0,-9 11 32 0 0,1 0 1 0 0,0 1-1 0 0,1 0 1 0 0,1 0-1 0 0,0 1 0 0 0,0 0 1 0 0,1 0-1 0 0,1 1 0 0 0,1 0 1 0 0,0 0-1 0 0,1 0 0 0 0,-5 30 1 0 0,9-41-50 0 0,-1 0 0 0 0,1 1 0 0 0,0-1-1 0 0,0 0 1 0 0,1 0 0 0 0,-1 0 0 0 0,1 0 0 0 0,0 0 0 0 0,0 0 0 0 0,0 0 0 0 0,0-1 0 0 0,1 1 0 0 0,-1 0 0 0 0,1-1-1 0 0,0 1 1 0 0,0-1 0 0 0,1 1 0 0 0,-1-1 0 0 0,1 0 0 0 0,-1 0 0 0 0,1 0 0 0 0,0 0 0 0 0,0 0 0 0 0,0-1 0 0 0,1 0-1 0 0,5 4 1 0 0,-4-3 2 0 0,0-1-1 0 0,1 0 0 0 0,-1 0 0 0 0,1-1 1 0 0,0 0-1 0 0,-1 1 0 0 0,1-2 1 0 0,0 1-1 0 0,-1-1 0 0 0,1 0 1 0 0,0 0-1 0 0,0 0 0 0 0,-1-1 0 0 0,1 0 1 0 0,0 0-1 0 0,-1-1 0 0 0,1 1 1 0 0,8-5-1 0 0,-6 2-10 0 0,0-1 0 0 0,0 0 1 0 0,-1-1-1 0 0,0 1 0 0 0,0-1 0 0 0,0-1 1 0 0,0 0-1 0 0,-1 0 0 0 0,0 0 1 0 0,-1 0-1 0 0,0-1 0 0 0,0 0 0 0 0,0 0 1 0 0,-1 0-1 0 0,0-1 0 0 0,-1 0 0 0 0,0 1 1 0 0,3-12-1 0 0,-3 8-2 0 0,-1 1-1 0 0,0-1 1 0 0,0 0 0 0 0,-1 0 0 0 0,-1 1 0 0 0,0-1-1 0 0,0 0 1 0 0,-2 0 0 0 0,1 0 0 0 0,-1 1 0 0 0,-1-1-1 0 0,0 0 1 0 0,0 1 0 0 0,-6-12 0 0 0,7 20-5 0 0,0-1-1 0 0,0 1 1 0 0,-1 0 0 0 0,1 0 0 0 0,0 0 0 0 0,-1 0-1 0 0,0 0 1 0 0,0 0 0 0 0,0 1 0 0 0,0-1-1 0 0,0 1 1 0 0,0 0 0 0 0,-1 0 0 0 0,1 0-1 0 0,-1 0 1 0 0,1 1 0 0 0,-1-1 0 0 0,0 1 0 0 0,0 0-1 0 0,1 0 1 0 0,-1 1 0 0 0,0-1 0 0 0,0 1-1 0 0,0-1 1 0 0,0 1 0 0 0,0 1 0 0 0,0-1-1 0 0,0 0 1 0 0,0 1 0 0 0,1 0 0 0 0,-5 1 0 0 0,4-1-48 0 0,-1 1 0 0 0,1-1 0 0 0,0 1 0 0 0,-1 0 1 0 0,1 0-1 0 0,0 0 0 0 0,0 1 0 0 0,1 0 0 0 0,-1-1 1 0 0,0 1-1 0 0,1 0 0 0 0,0 1 0 0 0,0-1 0 0 0,0 1 1 0 0,0-1-1 0 0,0 1 0 0 0,1 0 0 0 0,0 0 0 0 0,-1 0 1 0 0,2 0-1 0 0,-1 1 0 0 0,0-1 0 0 0,1 0 0 0 0,0 1 1 0 0,0-1-1 0 0,-1 6 0 0 0,2-7-80 0 0,1 1 0 0 0,-1-1 1 0 0,0 1-1 0 0,1-1 0 0 0,0 1 0 0 0,0-1 0 0 0,0 0 0 0 0,0 1 0 0 0,1-1 1 0 0,-1 0-1 0 0,1 0 0 0 0,0 0 0 0 0,0 0 0 0 0,0 0 0 0 0,0 0 0 0 0,0-1 1 0 0,1 1-1 0 0,-1-1 0 0 0,1 1 0 0 0,0-1 0 0 0,0 0 0 0 0,0 0 1 0 0,0 0-1 0 0,0-1 0 0 0,6 3 0 0 0,4 2-428 0 0,0 0 1 0 0,0-2-1 0 0,1 0 0 0 0,0 0 1 0 0,15 1-1 0 0,5 0 34 0 0,1-3 0 0 0,-1-1 0 0 0,1-1-1 0 0,-1-2 1 0 0,1-1 0 0 0,-1-2 0 0 0,50-14 0 0 0,-56 11 860 0 0,0-1 0 0 0,0-2 0 0 0,-1-1 0 0 0,0-1 0 0 0,32-21 0 0 0,-51 29 19 0 0,-1-1 0 0 0,1-1-1 0 0,-1 1 1 0 0,0-1 0 0 0,-1 0 0 0 0,0-1-1 0 0,0 0 1 0 0,0 0 0 0 0,-1 0 0 0 0,6-13-1 0 0,-9 18-272 0 0,-1 0-1 0 0,0 0 1 0 0,0 0-1 0 0,0 0 1 0 0,0 0 0 0 0,0 0-1 0 0,-1 0 1 0 0,1 0-1 0 0,-1-1 1 0 0,0 1-1 0 0,0 0 1 0 0,0 0-1 0 0,0 0 1 0 0,-1 0-1 0 0,1 0 1 0 0,-1-1-1 0 0,0 1 1 0 0,0 0-1 0 0,0 0 1 0 0,0 1-1 0 0,0-1 1 0 0,-1 0-1 0 0,0 0 1 0 0,1 0-1 0 0,-1 1 1 0 0,0-1 0 0 0,0 1-1 0 0,0 0 1 0 0,0-1-1 0 0,-1 1 1 0 0,1 0-1 0 0,-1 0 1 0 0,1 1-1 0 0,-1-1 1 0 0,-3-1-1 0 0,2 1-61 0 0,-1 0 0 0 0,0 0-1 0 0,0 0 1 0 0,-1 1 0 0 0,1 0 0 0 0,0 0-1 0 0,0 0 1 0 0,0 1 0 0 0,-1 0 0 0 0,1 0 0 0 0,0 0-1 0 0,-1 1 1 0 0,1-1 0 0 0,0 1 0 0 0,0 1-1 0 0,0-1 1 0 0,0 1 0 0 0,0-1 0 0 0,0 1-1 0 0,0 1 1 0 0,-8 4 0 0 0,10-5-19 0 0,-1 1 1 0 0,0-1-1 0 0,0 1 0 0 0,1-1 1 0 0,-1 1-1 0 0,1 0 1 0 0,0 1-1 0 0,0-1 1 0 0,0 0-1 0 0,1 1 0 0 0,-1 0 1 0 0,1-1-1 0 0,0 1 1 0 0,0 0-1 0 0,0 0 0 0 0,0 0 1 0 0,1 1-1 0 0,-1-1 1 0 0,1 0-1 0 0,0 1 1 0 0,1-1-1 0 0,-1 0 0 0 0,1 1 1 0 0,0-1-1 0 0,0 9 1 0 0,3-4 0 0 0,-1-1-1 0 0,1 1 1 0 0,0 0 0 0 0,1-1 0 0 0,0 1 0 0 0,0-1 0 0 0,10 12 0 0 0,44 52 36 0 0,-34-44-11 0 0,51 72 65 0 0,-74-99-73 0 0,0 0 0 0 0,0 1 0 0 0,0-1 0 0 0,-1 0 0 0 0,1 1 0 0 0,0-1 0 0 0,-1 0 0 0 0,1 1-1 0 0,-1-1 1 0 0,1 1 0 0 0,-1-1 0 0 0,0 1 0 0 0,0-1 0 0 0,0 1 0 0 0,0-1 0 0 0,0 1 0 0 0,0-1 0 0 0,0 1 0 0 0,0-1 0 0 0,0 1 0 0 0,-1-1 0 0 0,0 3 0 0 0,0-2 26 0 0,0 0 1 0 0,-1 1-1 0 0,1-1 1 0 0,-1-1 0 0 0,0 1-1 0 0,1 0 1 0 0,-1 0-1 0 0,0 0 1 0 0,0-1-1 0 0,0 1 1 0 0,0-1 0 0 0,-4 2-1 0 0,-4 2 101 0 0,-1 0 0 0 0,0-1 0 0 0,-1-1 0 0 0,-17 4 0 0 0,-4-1 53 0 0,-1-3 1 0 0,1-1 0 0 0,-68-4 0 0 0,98 2-214 0 0,1 0 1 0 0,-1-1 0 0 0,1 1 0 0 0,0-1 0 0 0,-1 1 0 0 0,1-1-1 0 0,0 0 1 0 0,-1 0 0 0 0,1 0 0 0 0,0 0 0 0 0,0-1 0 0 0,-3-1-1 0 0,4 2 5 0 0,1 1-13 0 0,0 0-1 0 0,0-1 0 0 0,-1 1 0 0 0,1-1 0 0 0,0 1 0 0 0,0-1 0 0 0,-1 1 0 0 0,1-1 0 0 0,0 1 0 0 0,0-1 0 0 0,0 1 0 0 0,0-1 0 0 0,0 1 0 0 0,0-1 0 0 0,0 1 0 0 0,0-1 0 0 0,0 1 0 0 0,0-1 0 0 0,0 1 0 0 0,0-1 0 0 0,0 1 0 0 0,1-1 0 0 0,-1 1 0 0 0,0-1 0 0 0,0 1 0 0 0,0-1 0 0 0,1 1 0 0 0,-1 0 0 0 0,0-1 0 0 0,1 1 0 0 0,-1-1 0 0 0,0 1 0 0 0,1 0 0 0 0,-1-1 0 0 0,0 1 0 0 0,2-1 0 0 0,12-13-758 0 0,16-6-376 0 0,0 1-1 0 0,1 1 1 0 0,53-21 0 0 0,-50 24 623 0 0,99-45-887 0 0,158-77 325 0 0,-270 125 1946 0 0,31-22-1 0 0,-46 29-548 0 0,1 0-1 0 0,-1 0 1 0 0,0-1 0 0 0,-1 0-1 0 0,1 0 1 0 0,-1 0 0 0 0,0-1-1 0 0,4-8 1 0 0,-8 14-278 0 0,-1 1 0 0 0,1-1 0 0 0,-1 0 0 0 0,1 0 0 0 0,-1 0-1 0 0,0 0 1 0 0,1 1 0 0 0,-1-1 0 0 0,0 0 0 0 0,0 0 0 0 0,0 0 0 0 0,0 0 0 0 0,0 0 0 0 0,0 0-1 0 0,0 0 1 0 0,0 0 0 0 0,0 0 0 0 0,0 1 0 0 0,0-1 0 0 0,0 0 0 0 0,-1 0 0 0 0,1 0 0 0 0,0 0 0 0 0,-1 0-1 0 0,1 1 1 0 0,-1-1 0 0 0,1 0 0 0 0,-1 0 0 0 0,1 0 0 0 0,-1 1 0 0 0,1-1 0 0 0,-1 0 0 0 0,0 1-1 0 0,1-1 1 0 0,-1 1 0 0 0,0-1 0 0 0,0 1 0 0 0,1-1 0 0 0,-1 1 0 0 0,0-1 0 0 0,0 1 0 0 0,0 0 0 0 0,0-1-1 0 0,0 1 1 0 0,1 0 0 0 0,-1 0 0 0 0,0 0 0 0 0,0 0 0 0 0,0 0 0 0 0,-2 0 0 0 0,-1-1 1 0 0,0 1 1 0 0,-1 0-1 0 0,1 0 1 0 0,-1 0-1 0 0,1 0 1 0 0,0 1-1 0 0,-1 0 1 0 0,1 0-1 0 0,-5 1 0 0 0,2 2-8 0 0,-1-1 0 0 0,2 1-1 0 0,-1 0 1 0 0,0 0 0 0 0,1 1-1 0 0,0 0 1 0 0,0 0-1 0 0,0 1 1 0 0,1-1 0 0 0,0 1-1 0 0,-5 8 1 0 0,7-10-11 0 0,1 0 1 0 0,0 1-1 0 0,0-1 1 0 0,0 1-1 0 0,1-1 1 0 0,-1 1-1 0 0,1-1 1 0 0,1 1-1 0 0,-1 0 1 0 0,0 0-1 0 0,1-1 0 0 0,0 1 1 0 0,0 0-1 0 0,1 0 1 0 0,-1-1-1 0 0,1 1 1 0 0,0 0-1 0 0,0-1 1 0 0,3 7-1 0 0,5 11 20 0 0,1-1-1 0 0,1-1 0 0 0,16 24 1 0 0,-17-30 105 0 0,-1 0 0 0 0,0 1 0 0 0,-1 0 0 0 0,-1 0 0 0 0,0 1 0 0 0,-1 0 0 0 0,4 18 0 0 0,-10-32-23 0 0,1 1 1 0 0,-2 0-1 0 0,1 0 0 0 0,0 0 0 0 0,0-1 0 0 0,-1 1 0 0 0,1 0 1 0 0,-1-1-1 0 0,0 1 0 0 0,0 0 0 0 0,0-1 0 0 0,0 1 0 0 0,-1-1 1 0 0,1 0-1 0 0,0 1 0 0 0,-1-1 0 0 0,0 0 0 0 0,0 0 0 0 0,1 0 0 0 0,-1 0 1 0 0,-5 3-1 0 0,2 0 46 0 0,-1-1 1 0 0,0 0 0 0 0,0 0 0 0 0,-1 0-1 0 0,1-1 1 0 0,-1 0 0 0 0,-7 2-1 0 0,0-1-77 0 0,0 0-1 0 0,-1 0 1 0 0,1-2 0 0 0,-1 1-1 0 0,0-2 1 0 0,0 0 0 0 0,0-1-1 0 0,0-1 1 0 0,-21-3-1 0 0,35 4-153 0 0,1 0 0 0 0,-1 0 0 0 0,0 0 0 0 0,1 0 0 0 0,-1 0 0 0 0,0 0 1 0 0,1 0-1 0 0,-1-1 0 0 0,0 1 0 0 0,1 0 0 0 0,-1-1 0 0 0,0 1 0 0 0,1 0 0 0 0,-1-1 0 0 0,1 1 0 0 0,-1 0 0 0 0,1-1 0 0 0,-1 1 0 0 0,1-1 0 0 0,-1 1 0 0 0,1-1 0 0 0,0 0 0 0 0,-1 1 0 0 0,1-1 0 0 0,-1 1 0 0 0,1-1 0 0 0,0 0 0 0 0,0 0-88 0 0,0 0-1 0 0,0 0 1 0 0,0 0 0 0 0,0 0-1 0 0,1 0 1 0 0,-1 0 0 0 0,0 0-1 0 0,1 0 1 0 0,-1 0 0 0 0,1 0-1 0 0,-1 0 1 0 0,1 0 0 0 0,-1 0-1 0 0,1 1 1 0 0,1-3 0 0 0,31-24-5288 0 0,-32 26 4860 0 0,15-11-3039 0 0,1-2-1343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11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1140 0 0,'45'-45'18024'0'0,"-44"45"-17996"0"0,-1 0-1 0 0,1 1 0 0 0,-1-1 0 0 0,1 0 0 0 0,-1 1 0 0 0,1-1 0 0 0,-1 0 0 0 0,1 1 1 0 0,-1-1-1 0 0,1 1 0 0 0,-1-1 0 0 0,1 1 0 0 0,-1-1 0 0 0,0 1 0 0 0,1-1 1 0 0,-1 1-1 0 0,0-1 0 0 0,1 1 0 0 0,-1 0 0 0 0,0-1 0 0 0,0 1 0 0 0,0-1 0 0 0,0 1 1 0 0,1 0-1 0 0,-1-1 0 0 0,0 1 0 0 0,0 0 0 0 0,0-1 0 0 0,0 1 0 0 0,0 0 1 0 0,-1-1-1 0 0,1 1 0 0 0,0 0 0 0 0,-3 24 1039 0 0,-9 29 288 0 0,-9 101-1 0 0,23-109-1148 0 0,-2-44-191 0 0,0 1 0 0 0,0-1 0 0 0,1 1 0 0 0,0 0 0 0 0,-1-1 0 0 0,1 0 0 0 0,0 1 0 0 0,0-1 0 0 0,0 1 0 0 0,0-1 0 0 0,1 0 0 0 0,-1 0 0 0 0,1 0 0 0 0,1 3 0 0 0,1-4-200 0 0,-1 1 0 0 0,1-1-1 0 0,-1 0 1 0 0,1 0 0 0 0,-1 0 0 0 0,1 0 0 0 0,0-1 0 0 0,-1 1 0 0 0,1-1-1 0 0,0 0 1 0 0,0 0 0 0 0,-1-1 0 0 0,1 1 0 0 0,0-1 0 0 0,5-1 0 0 0,-4 1-410 0 0,1-1 1 0 0,-1 0 0 0 0,1 0-1 0 0,-1 0 1 0 0,0-1 0 0 0,0 0-1 0 0,7-5 1 0 0,18-15-5774 0 0,-8 3-1392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11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117 100 3152 0 0,'-14'-16'3981'0'0,"-1"0"1"0"0,-20-17-1 0 0,4 4-1291 0 0,31 28-2804 0 0,-1 1 0 0 0,1-1 0 0 0,-1 1 1 0 0,0-1-1 0 0,1 1 0 0 0,-1 0 0 0 0,1-1 0 0 0,-1 1 0 0 0,0 0 0 0 0,1-1 0 0 0,-1 1 0 0 0,0 0 0 0 0,1 0 0 0 0,-1 0 0 0 0,0-1 0 0 0,1 1 0 0 0,-1 0 0 0 0,0 0 0 0 0,1 0 0 0 0,-1 0 0 0 0,0 0 0 0 0,0 0 1 0 0,1 1-1 0 0,-1-1 0 0 0,0 0 0 0 0,1 0 0 0 0,-1 0 0 0 0,0 1 0 0 0,1-1 0 0 0,-2 1 0 0 0,1-1 237 0 0,1 13-4728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12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242 193 720 0 0,'7'-25'12208'0'0,"-2"7"-6013"0"0,-8 40-4928 0 0,-15 71 1784 0 0,-50 149-1 0 0,39-147-2545 0 0,-95 324-235 0 0,124-418-329 0 0,-1 0-1 0 0,1 0 1 0 0,0 0-1 0 0,0 0 1 0 0,0 0-1 0 0,-1 0 1 0 0,1-1-1 0 0,0 1 1 0 0,-1 0-1 0 0,1 0 1 0 0,-1-1-1 0 0,1 1 1 0 0,-1 0-1 0 0,1 0 1 0 0,-1-1-1 0 0,1 1 1 0 0,-2 0-1 0 0,-2-11-1837 0 0,4-30 27 0 0,5 9 1656 0 0,2 1 0 0 0,1 0 0 0 0,1 0 1 0 0,1 0-1 0 0,2 2 0 0 0,1-1 0 0 0,1 1 0 0 0,35-50 0 0 0,-44 71 193 0 0,0 0 0 0 0,1 1 0 0 0,0-1-1 0 0,0 1 1 0 0,0 0 0 0 0,1 1 0 0 0,0 0-1 0 0,0 0 1 0 0,1 0 0 0 0,8-3 0 0 0,-11 6 11 0 0,0 0 1 0 0,-1 1-1 0 0,1-1 1 0 0,0 1-1 0 0,0 1 1 0 0,0-1 0 0 0,0 1-1 0 0,0 0 1 0 0,0 0-1 0 0,0 0 1 0 0,0 0-1 0 0,0 1 1 0 0,0 0-1 0 0,0 0 1 0 0,0 0-1 0 0,0 1 1 0 0,-1 0-1 0 0,8 3 1 0 0,-4 0 23 0 0,0-1 0 0 0,0 1 0 0 0,-1 1 0 0 0,1-1 0 0 0,-1 1 1 0 0,0 1-1 0 0,-1-1 0 0 0,0 1 0 0 0,0 0 0 0 0,0 1 0 0 0,-1-1 0 0 0,0 1 0 0 0,0 0 1 0 0,-1 0-1 0 0,0 1 0 0 0,-1-1 0 0 0,3 10 0 0 0,-4-11 66 0 0,-1 0 0 0 0,1-1 0 0 0,-1 1 1 0 0,-1 0-1 0 0,0 0 0 0 0,0 0 0 0 0,0-1 0 0 0,0 1 0 0 0,-1 0 0 0 0,0 0 1 0 0,-1-1-1 0 0,0 1 0 0 0,0-1 0 0 0,0 1 0 0 0,-1-1 0 0 0,0 0 0 0 0,0 0 1 0 0,0 0-1 0 0,-1 0 0 0 0,0 0 0 0 0,0-1 0 0 0,0 0 0 0 0,-8 8 0 0 0,2-5 7 0 0,0 0-1 0 0,0 0 0 0 0,-1-1 1 0 0,1 0-1 0 0,-2-1 0 0 0,1-1 1 0 0,-1 1-1 0 0,0-2 0 0 0,0 0 1 0 0,0 0-1 0 0,0-1 0 0 0,-1 0 1 0 0,1-1-1 0 0,-1-1 0 0 0,0 0 1 0 0,1-1-1 0 0,-17-1 1 0 0,22 0 10 0 0,1 0 1 0 0,-1 0 0 0 0,1-1 0 0 0,0 1 0 0 0,-11-6-1 0 0,16 6-94 0 0,-1 1 1 0 0,0-1-1 0 0,1 0 0 0 0,-1 0 0 0 0,1-1 0 0 0,-1 1 1 0 0,1 0-1 0 0,-1 0 0 0 0,1-1 0 0 0,0 1 0 0 0,0-1 0 0 0,-1 1 1 0 0,1-1-1 0 0,0 0 0 0 0,1 1 0 0 0,-1-1 0 0 0,0 0 0 0 0,0 0 1 0 0,1 1-1 0 0,-1-4 0 0 0,1 4-9 0 0,0 0 0 0 0,0-1 0 0 0,0 1 0 0 0,0 0 0 0 0,0 0 0 0 0,1-1 0 0 0,-1 1 0 0 0,1 0 0 0 0,-1 0 0 0 0,1 0 0 0 0,-1 0 0 0 0,1 0 0 0 0,0 0 0 0 0,-1 0 0 0 0,1 0 0 0 0,0 0 0 0 0,0 0 0 0 0,0 0 0 0 0,0 0 0 0 0,0 0 0 0 0,0 0 0 0 0,0 1 0 0 0,0-1 0 0 0,0 0 0 0 0,0 1 0 0 0,0-1 0 0 0,0 1 0 0 0,0-1 0 0 0,1 1 0 0 0,-1 0 0 0 0,1-1 0 0 0,39-8-34 0 0,-41 9 40 0 0,53-3-142 0 0,100 5 0 0 0,-45 1-316 0 0,-67-2 246 0 0,-1-2-1 0 0,1-2 0 0 0,55-11 0 0 0,-83 11 126 0 0,-1 0-1 0 0,0-1 1 0 0,0-1 0 0 0,0 0-1 0 0,-1-1 1 0 0,1 0 0 0 0,-1 0 0 0 0,0-1-1 0 0,-1-1 1 0 0,0 0 0 0 0,0 0-1 0 0,-1-1 1 0 0,0 0 0 0 0,0 0 0 0 0,7-13-1 0 0,3-6-119 0 0,-2-2-1 0 0,-2 0 1 0 0,0 0-1 0 0,15-49 1 0 0,25-132-97 0 0,-42 137 894 0 0,-3 0 0 0 0,1-116 0 0 0,-10 190-589 0 0,-1-1 0 0 0,0 1 0 0 0,0-1 0 0 0,0 1 0 0 0,0-1 1 0 0,0 1-1 0 0,0-1 0 0 0,0 1 0 0 0,0-1 0 0 0,0 0 0 0 0,0 1 0 0 0,0-1 0 0 0,0 1 0 0 0,0 0 0 0 0,0-1 0 0 0,-1 1 0 0 0,1-1 1 0 0,0 1-1 0 0,0-1 0 0 0,-1 1 0 0 0,1-1 0 0 0,0 1 0 0 0,0-1 0 0 0,-1 1 0 0 0,1 0 0 0 0,0-1 0 0 0,-1 1 0 0 0,1 0 1 0 0,-1-1-1 0 0,1 1 0 0 0,-1 0 0 0 0,0 0 2 0 0,0 0 0 0 0,0 0 0 0 0,0 1 0 0 0,1-1 1 0 0,-1 0-1 0 0,0 1 0 0 0,0-1 0 0 0,0 1 0 0 0,1 0 0 0 0,-1-1 1 0 0,0 1-1 0 0,1-1 0 0 0,-1 1 0 0 0,0 0 0 0 0,0 0 0 0 0,-21 31 63 0 0,-2 19 388 0 0,-26 76 1 0 0,-7 60 809 0 0,45-144-1153 0 0,-43 159 673 0 0,44-150-658 0 0,-9 102 0 0 0,20-151-114 0 0,-1 0 0 0 0,1 0 0 0 0,0 0 1 0 0,1 0-1 0 0,-1 0 0 0 0,0 0 0 0 0,1 0 0 0 0,0 0 0 0 0,-1 0 1 0 0,1 0-1 0 0,1 0 0 0 0,-1 0 0 0 0,0 0 0 0 0,1-1 0 0 0,-1 1 1 0 0,1-1-1 0 0,0 1 0 0 0,0-1 0 0 0,0 1 0 0 0,4 3 0 0 0,-3-4 1 0 0,0 0 0 0 0,1 0 0 0 0,-1-1-1 0 0,1 1 1 0 0,0-1 0 0 0,-1 0 0 0 0,1 0-1 0 0,0 0 1 0 0,0 0 0 0 0,0 0 0 0 0,0-1-1 0 0,-1 0 1 0 0,1 0 0 0 0,0 0 0 0 0,0 0-1 0 0,4-1 1 0 0,9-2-29 0 0,0-1 1 0 0,-1-1-1 0 0,0 0 0 0 0,0-1 0 0 0,0 0 1 0 0,-1-2-1 0 0,0 0 0 0 0,0 0 0 0 0,-1-1 1 0 0,0-1-1 0 0,-1-1 0 0 0,0 0 0 0 0,16-17 1 0 0,-6 3-60 0 0,-2 0 0 0 0,0-2 0 0 0,-2-1 0 0 0,-1 0 0 0 0,26-55 0 0 0,-43 81 65 0 0,0 1 0 0 0,-1-1 1 0 0,1 1-1 0 0,0-1 0 0 0,-1 0 1 0 0,1 1-1 0 0,-1-1 0 0 0,0 0 0 0 0,1 1 1 0 0,-1-1-1 0 0,0 0 0 0 0,0-2 0 0 0,0 3 8 0 0,-1 1 0 0 0,1 0-1 0 0,0-1 1 0 0,0 1-1 0 0,0 0 1 0 0,-1 0-1 0 0,1-1 1 0 0,0 1-1 0 0,0 0 1 0 0,0 0-1 0 0,-1-1 1 0 0,1 1-1 0 0,0 0 1 0 0,-1 0-1 0 0,1 0 1 0 0,0-1-1 0 0,0 1 1 0 0,-1 0-1 0 0,1 0 1 0 0,0 0-1 0 0,-1 0 1 0 0,1 0-1 0 0,0 0 1 0 0,-1 0 0 0 0,1 0-1 0 0,0-1 1 0 0,-1 1-1 0 0,1 0 1 0 0,-1 1-1 0 0,1-1 1 0 0,0 0-1 0 0,-1 0 1 0 0,1 0-1 0 0,0 0 1 0 0,-1 0-1 0 0,-2 1-7 0 0,0 1-1 0 0,-1-1 0 0 0,1 0 1 0 0,0 1-1 0 0,0 0 0 0 0,1 0 1 0 0,-1 0-1 0 0,0 0 1 0 0,1 0-1 0 0,-5 5 0 0 0,-9 12 52 0 0,2 0-1 0 0,0 1 1 0 0,-13 26-1 0 0,20-33 13 0 0,0 0 0 0 0,2 1 0 0 0,0 0-1 0 0,0 0 1 0 0,1 0 0 0 0,-3 23 0 0 0,7-34-42 0 0,0 0 1 0 0,0 1-1 0 0,0-1 1 0 0,0 0-1 0 0,0 1 1 0 0,1-1-1 0 0,-1 0 1 0 0,1 1-1 0 0,0-1 1 0 0,0 0-1 0 0,0 0 1 0 0,1 0 0 0 0,-1 0-1 0 0,1 0 1 0 0,-1 0-1 0 0,5 5 1 0 0,-2-4-11 0 0,0 1 0 0 0,1-1 0 0 0,0 0 0 0 0,-1-1 0 0 0,1 1 0 0 0,0-1 0 0 0,0 0 0 0 0,11 4 0 0 0,3 0-406 0 0,0-1 0 0 0,0-1 0 0 0,0-1 0 0 0,34 3-1 0 0,-25-5-1039 0 0,-1-1-1 0 0,1-1 1 0 0,29-4-1 0 0,-32 0-2813 0 0,42-12 1 0 0,-26 4-2372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16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0 359 668 0 0,'4'-14'9695'0'0,"-3"37"-5439"0"0,0-4-4138 0 0,1-1 0 0 0,1 0 0 0 0,0 1 0 0 0,7 19 0 0 0,-9-36-70 0 0,0 0 0 0 0,0 1 0 0 0,1-1 0 0 0,-1 0-1 0 0,0 0 1 0 0,1 0 0 0 0,0 0 0 0 0,-1-1 0 0 0,1 1-1 0 0,0 0 1 0 0,0-1 0 0 0,0 1 0 0 0,0-1-1 0 0,0 1 1 0 0,0-1 0 0 0,0 0 0 0 0,1 0 0 0 0,-1 0-1 0 0,5 1 1 0 0,-2-1 2 0 0,0-1 1 0 0,0 1-1 0 0,0-1 0 0 0,-1 0 1 0 0,1-1-1 0 0,0 1 0 0 0,0-1 0 0 0,0 0 1 0 0,8-2-1 0 0,0-2-6 0 0,0 0 0 0 0,-1 0 0 0 0,0-2 0 0 0,0 1 1 0 0,0-2-1 0 0,17-12 0 0 0,-11 3-30 0 0,0 0 1 0 0,-2-1-1 0 0,0-1 0 0 0,0 0 1 0 0,-2-1-1 0 0,23-43 1 0 0,-14 14 177 0 0,-1-1 0 0 0,14-56 0 0 0,-27 83 149 0 0,-6 17-250 0 0,-1 0 0 0 0,1 0 0 0 0,-1 0 0 0 0,-1-1 0 0 0,1 1 0 0 0,0-10 0 0 0,-19 29-65 0 0,-1 17 2 0 0,2 1 0 0 0,1 0-1 0 0,1 2 1 0 0,2-1 0 0 0,2 1 0 0 0,-10 46 0 0 0,18-70-14 0 0,1 1 0 0 0,-1 0 0 0 0,1 0 0 0 0,1 0 1 0 0,0 0-1 0 0,0 0 0 0 0,1-1 0 0 0,3 13 0 0 0,-3-19-7 0 0,0 1 1 0 0,0 0-1 0 0,0 0 0 0 0,1-1 0 0 0,-1 1 1 0 0,1-1-1 0 0,0 1 0 0 0,0-1 1 0 0,0 0-1 0 0,1 0 0 0 0,-1 0 1 0 0,1 0-1 0 0,-1 0 0 0 0,1-1 0 0 0,0 1 1 0 0,0-1-1 0 0,1 0 0 0 0,-1 1 1 0 0,0-1-1 0 0,1-1 0 0 0,-1 1 1 0 0,1-1-1 0 0,5 2 0 0 0,2 0-393 0 0,1-1 0 0 0,-1 0 0 0 0,1-1 0 0 0,-1 0-1 0 0,1-1 1 0 0,0 0 0 0 0,20-4 0 0 0,-20 2-1126 0 0,1-1 0 0 0,-1 0 0 0 0,0-1 0 0 0,12-5-1 0 0,2-6-4588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16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53 896 0 0,'-22'-13'4584'0'0,"-20"-10"1705"0"0,0 7-3933 0 0,40 15-2346 0 0,-15 6-1186 0 0,11 4-802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17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35 2640 0 0,'18'-34'16821'0'0,"-23"54"-16432"0"0,-76 355 2688 0 0,26-104-1594 0 0,-174 678 648 0 0,136-504-2000 0 0,92-441-129 0 0,1 0 0 0 0,-1 0 0 0 0,1 0 0 0 0,0 0 0 0 0,0 1 0 0 0,0-1 0 0 0,2 7 0 0 0,-2-10-1 0 0,0 0 0 0 0,0-1 0 0 0,1 1 0 0 0,-1-1 0 0 0,0 1 0 0 0,0 0 1 0 0,0-1-1 0 0,1 1 0 0 0,-1-1 0 0 0,0 1 0 0 0,1-1 0 0 0,-1 1 0 0 0,0-1 0 0 0,1 1 1 0 0,-1-1-1 0 0,1 1 0 0 0,-1-1 0 0 0,0 0 0 0 0,1 1 0 0 0,-1-1 0 0 0,1 1 0 0 0,-1-1 0 0 0,1 0 1 0 0,0 0-1 0 0,-1 1 0 0 0,1-1 0 0 0,-1 0 0 0 0,1 0 0 0 0,0 0 0 0 0,-1 0 0 0 0,1 1 1 0 0,-1-1-1 0 0,2 0 0 0 0,-1 0 2 0 0,0 0 0 0 0,0 0-1 0 0,0 1 1 0 0,0-1 0 0 0,1 0 0 0 0,-1 0 0 0 0,0 0 0 0 0,0 0 0 0 0,0 0-1 0 0,0-1 1 0 0,1 1 0 0 0,-1 0 0 0 0,0 0 0 0 0,0-1 0 0 0,0 1 0 0 0,0-1 0 0 0,0 1-1 0 0,1-1 1 0 0,1-1 5 0 0,8-2-5 0 0,1-1 0 0 0,-1 0 1 0 0,0 0-1 0 0,-1-2 0 0 0,1 1 0 0 0,-1-1 1 0 0,-1-1-1 0 0,1 0 0 0 0,-1 0 0 0 0,0-1 1 0 0,12-16-1 0 0,-8 8 22 0 0,-1-1 0 0 0,0 0 1 0 0,-2-1-1 0 0,0-1 0 0 0,12-34 0 0 0,-16 33-34 0 0,-1 1-1 0 0,-1-1 0 0 0,-1 0 1 0 0,-1 0-1 0 0,-1 0 0 0 0,0 0 1 0 0,-2-1-1 0 0,0 1 0 0 0,-2 0 1 0 0,0 0-1 0 0,-2 1 0 0 0,0-1 1 0 0,-14-35-1 0 0,6 24-54 0 0,-2 0 1 0 0,-1 1-1 0 0,-1 0 0 0 0,-2 2 1 0 0,-1 0-1 0 0,-1 1 0 0 0,-39-39 1 0 0,40 47-8 0 0,7 9-186 0 0,1-1 1 0 0,1 0 0 0 0,0-1-1 0 0,0 0 1 0 0,-9-16-1 0 0,20 28 179 0 0,0 0-1 0 0,0 0 1 0 0,-1-1-1 0 0,1 1 1 0 0,0 0-1 0 0,0 0 1 0 0,0 0-1 0 0,0 0 1 0 0,1 0-1 0 0,-1 0 1 0 0,0 0-1 0 0,0 0 0 0 0,1 0 1 0 0,-1 0-1 0 0,0 0 1 0 0,1 0-1 0 0,-1 0 1 0 0,1 0-1 0 0,-1 0 1 0 0,1 0-1 0 0,0 1 1 0 0,-1-1-1 0 0,1 0 1 0 0,1-1-1 0 0,18-16-1270 0 0,-4 7 367 0 0,-1 2 1 0 0,1 0 0 0 0,1 1-1 0 0,30-10 1 0 0,74-16-6636 0 0,-109 31 6389 0 0,35-9-4028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18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49 811 1132 0 0,'-3'0'5598'0'0,"1"1"-5395"0"0,-24 4 6146 0 0,25-5-6248 0 0,0 1 0 0 0,0-1 0 0 0,1 0 0 0 0,-1 1 0 0 0,0 0 0 0 0,0-1 0 0 0,0 1 0 0 0,0 0 1 0 0,1-1-1 0 0,-1 1 0 0 0,0 0 0 0 0,0 0 0 0 0,1 0 0 0 0,-1-1 0 0 0,1 1 0 0 0,-1 0 0 0 0,1 0 0 0 0,-1 0 1 0 0,1 0-1 0 0,0 0 0 0 0,-1 0 0 0 0,1 0 0 0 0,0 2 0 0 0,-1 0-23 0 0,0 1 0 0 0,1-1 0 0 0,0 1-1 0 0,-1 0 1 0 0,2-1 0 0 0,-1 1 0 0 0,0 0 0 0 0,1-1 0 0 0,-1 1-1 0 0,1-1 1 0 0,0 1 0 0 0,0-1 0 0 0,3 5 0 0 0,-3-6-61 0 0,0-1 1 0 0,0 1-1 0 0,1-1 1 0 0,-1 0 0 0 0,1 1-1 0 0,-1-1 1 0 0,1 0-1 0 0,-1 0 1 0 0,1 0-1 0 0,0 0 1 0 0,-1-1-1 0 0,1 1 1 0 0,0 0-1 0 0,0-1 1 0 0,-1 1 0 0 0,1-1-1 0 0,0 0 1 0 0,0 1-1 0 0,0-1 1 0 0,0 0-1 0 0,0 0 1 0 0,-1 0-1 0 0,1 0 1 0 0,0-1 0 0 0,0 1-1 0 0,2-1 1 0 0,3-1 3 0 0,0 0-1 0 0,1 0 1 0 0,-2 0 0 0 0,1-1 0 0 0,0 0 0 0 0,-1-1 0 0 0,1 0 0 0 0,-1 0 0 0 0,0 0 0 0 0,0 0 0 0 0,5-6 0 0 0,3-3-8 0 0,-1-1 1 0 0,23-30 0 0 0,-10 5-29 0 0,-2-1 0 0 0,-1 0 0 0 0,-3-2 0 0 0,18-48 0 0 0,-14 18 213 0 0,27-128 1 0 0,-48 185-64 0 0,3-11 290 0 0,-2 1 0 0 0,2-39 0 0 0,-18 72-380 0 0,-1 8-38 0 0,1 0-1 0 0,0 0 1 0 0,1 1 0 0 0,0 1-1 0 0,2 0 1 0 0,-10 24 0 0 0,5-12 5 0 0,-104 237 130 0 0,103-226-111 0 0,2 0 0 0 0,2 1 1 0 0,1 1-1 0 0,-6 72 0 0 0,15-105-15 0 0,1 1-1 0 0,0-1 0 0 0,1 0 0 0 0,0 0 1 0 0,0 1-1 0 0,1-1 0 0 0,6 17 1 0 0,-7-23-24 0 0,1 0 1 0 0,-1-1 0 0 0,1 0-1 0 0,0 1 1 0 0,0-1 0 0 0,0 0 0 0 0,0 0-1 0 0,1 0 1 0 0,-1 0 0 0 0,1-1-1 0 0,0 1 1 0 0,0-1 0 0 0,0 0 0 0 0,0 1-1 0 0,0-1 1 0 0,0 0 0 0 0,1-1-1 0 0,-1 1 1 0 0,1-1 0 0 0,-1 1 0 0 0,1-1-1 0 0,-1 0 1 0 0,1-1 0 0 0,5 2-1 0 0,2-2-173 0 0,0 0 0 0 0,1 0 0 0 0,-1-1 0 0 0,0 0 0 0 0,0-1 0 0 0,0-1-1 0 0,0 0 1 0 0,0 0 0 0 0,0-1 0 0 0,-1 0 0 0 0,19-11 0 0 0,-3-1-288 0 0,0 0 0 0 0,-1-2 1 0 0,25-23-1 0 0,-22 14 119 0 0,-1 0 0 0 0,-2-2 0 0 0,-1 0 0 0 0,40-65-1 0 0,-23 22 6 0 0,39-95 0 0 0,-38 57 1446 0 0,44-177 0 0 0,-73 231-516 0 0,-13 54-421 0 0,-2 5-139 0 0,-7 12 20 0 0,0 1 0 0 0,1 0 0 0 0,1 0 0 0 0,1 1 0 0 0,0 0 0 0 0,-3 20 1 0 0,-2 1 165 0 0,-34 106 578 0 0,-147 504 1270 0 0,186-630-1586 0 0,5-11 319 0 0,11-23-556 0 0,-10 16-242 0 0,116-166 175 0 0,-92 137-214 0 0,1 1 0 0 0,2 1 0 0 0,40-32 0 0 0,-62 56 30 0 0,0-1 1 0 0,-1 1 0 0 0,1 0-1 0 0,0 0 1 0 0,1 1-1 0 0,-1 0 1 0 0,0 0-1 0 0,1 0 1 0 0,-1 0-1 0 0,9 0 1 0 0,-12 1 10 0 0,1 1 1 0 0,-1 0-1 0 0,0 0 0 0 0,0 1 1 0 0,0-1-1 0 0,0 0 0 0 0,0 1 0 0 0,0-1 1 0 0,0 1-1 0 0,0 0 0 0 0,0-1 1 0 0,0 1-1 0 0,0 0 0 0 0,0 0 0 0 0,0 0 1 0 0,-1 1-1 0 0,1-1 0 0 0,0 0 1 0 0,-1 1-1 0 0,1-1 0 0 0,-1 1 1 0 0,0-1-1 0 0,1 1 0 0 0,-1 0 0 0 0,0 0 1 0 0,0 0-1 0 0,0-1 0 0 0,0 1 1 0 0,0 0-1 0 0,0 0 0 0 0,0 2 1 0 0,2 6 14 0 0,-1-1 1 0 0,0 1 0 0 0,0-1 0 0 0,-1 1 0 0 0,-1 0 0 0 0,1 0-1 0 0,-2 10 1 0 0,-11 73-31 0 0,1-26 22 0 0,11-62-22 0 0,-2 7 18 0 0,1 0 0 0 0,1 0 0 0 0,0 0 0 0 0,3 19 0 0 0,-3-29 6 0 0,0 0 1 0 0,1 0-1 0 0,-1 0 1 0 0,0 0 0 0 0,1 0-1 0 0,0 0 1 0 0,-1-1 0 0 0,1 1-1 0 0,0 0 1 0 0,0 0-1 0 0,0 0 1 0 0,0-1 0 0 0,1 1-1 0 0,-1 0 1 0 0,0-1 0 0 0,1 1-1 0 0,-1-1 1 0 0,1 0 0 0 0,-1 1-1 0 0,1-1 1 0 0,0 0-1 0 0,0 0 1 0 0,-1 0 0 0 0,1 0-1 0 0,0 0 1 0 0,0-1 0 0 0,0 1-1 0 0,0 0 1 0 0,0-1-1 0 0,0 0 1 0 0,0 1 0 0 0,0-1-1 0 0,0 0 1 0 0,0 0 0 0 0,2 0-1 0 0,11-2 5 0 0,-1 0 0 0 0,1-2 1 0 0,-1 1-1 0 0,0-1 0 0 0,0-1 0 0 0,-1-1 0 0 0,0 0 0 0 0,1-1 0 0 0,-2 0 0 0 0,14-10 1 0 0,-2 0-4 0 0,-1-2 1 0 0,-1 0-1 0 0,0-1 0 0 0,19-25 1 0 0,-30 32 0 0 0,-1-1-1 0 0,0 0 1 0 0,-1-1 0 0 0,-1 0-1 0 0,0 0 1 0 0,-1 0 0 0 0,-1-1 0 0 0,0-1-1 0 0,-2 1 1 0 0,5-22 0 0 0,-9 38-10 0 0,0-1 0 0 0,0 0 0 0 0,0 1 0 0 0,0-1 0 0 0,0 1 1 0 0,0-1-1 0 0,0 0 0 0 0,0 1 0 0 0,0-1 0 0 0,0 1 0 0 0,0-1 1 0 0,0 0-1 0 0,0 1 0 0 0,0-1 0 0 0,-1 1 0 0 0,1-1 0 0 0,0 1 1 0 0,0-1-1 0 0,-1 0 0 0 0,1 1 0 0 0,0-1 0 0 0,-1 1 1 0 0,1 0-1 0 0,-1-1 0 0 0,1 1 0 0 0,-1-1 0 0 0,1 1 0 0 0,-1 0 1 0 0,1-1-1 0 0,-1 1 0 0 0,1 0 0 0 0,-1-1 0 0 0,1 1 0 0 0,-1 0 1 0 0,1 0-1 0 0,-1-1 0 0 0,0 1 0 0 0,1 0 0 0 0,-1 0 0 0 0,-1 0-2 0 0,0 0 0 0 0,0-1-1 0 0,0 1 1 0 0,0 0-1 0 0,0 0 1 0 0,0 1 0 0 0,1-1-1 0 0,-1 0 1 0 0,-4 2-1 0 0,-2 2 13 0 0,0 2-1 0 0,0-1 1 0 0,1 1 0 0 0,-1 0-1 0 0,1 1 1 0 0,0-1-1 0 0,1 1 1 0 0,0 1 0 0 0,0-1-1 0 0,-7 12 1 0 0,7-10 26 0 0,-2 3-8 0 0,0-1 1 0 0,1 1 0 0 0,0 0 0 0 0,1 1 0 0 0,1 0 0 0 0,0 0-1 0 0,0 0 1 0 0,1 0 0 0 0,1 1 0 0 0,1-1 0 0 0,0 1 0 0 0,0 0-1 0 0,1 0 1 0 0,1 0 0 0 0,2 15 0 0 0,-2-26-52 0 0,1 1 1 0 0,-1 0-1 0 0,1-1 0 0 0,0 1 1 0 0,0 0-1 0 0,1-1 0 0 0,-1 0 1 0 0,1 1-1 0 0,-1-1 0 0 0,1 0 1 0 0,0 0-1 0 0,1 0 0 0 0,-1 0 0 0 0,0 0 1 0 0,1 0-1 0 0,-1 0 0 0 0,1-1 1 0 0,0 0-1 0 0,0 1 0 0 0,0-1 1 0 0,0 0-1 0 0,1 0 0 0 0,-1-1 1 0 0,0 1-1 0 0,1-1 0 0 0,-1 0 1 0 0,1 0-1 0 0,-1 0 0 0 0,1 0 1 0 0,0 0-1 0 0,-1-1 0 0 0,1 0 1 0 0,4 1-1 0 0,4-1-778 0 0,0-1 0 0 0,0 1 1 0 0,-1-2-1 0 0,1 0 0 0 0,0 0 0 0 0,-1-1 0 0 0,0 0 1 0 0,0-1-1 0 0,14-7 0 0 0,1-3-3393 0 0,-4-3-1963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18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11 2484 0 0,'-297'12'17757'0'0,"392"-12"-17319"0"0,38-3-1982 0 0,4-1-1865 0 0,0-4-3522 0 0,-63 1 540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19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6 267 1576 0 0,'-2'-5'620'0'0,"1"0"0"0"0,0 0 1 0 0,0-1-1 0 0,1 1 0 0 0,-1-1 0 0 0,1 1 0 0 0,0-1 0 0 0,1 1 1 0 0,-1 0-1 0 0,1-1 0 0 0,0 1 0 0 0,0 0 0 0 0,1-1 0 0 0,0 1 0 0 0,3-7 1 0 0,-1 5-288 0 0,-1 0 1 0 0,2 0-1 0 0,-1 0 1 0 0,1 1-1 0 0,0-1 1 0 0,0 1-1 0 0,1 1 0 0 0,0-1 1 0 0,0 1-1 0 0,8-6 1 0 0,-8 7-278 0 0,0 1 0 0 0,0-1 0 0 0,0 1 1 0 0,0 0-1 0 0,0 1 0 0 0,1 0 0 0 0,-1 0 0 0 0,1 0 1 0 0,0 1-1 0 0,0-1 0 0 0,12 1 0 0 0,-14 1-8 0 0,0 0-1 0 0,0 1 0 0 0,0 0 1 0 0,-1 0-1 0 0,1 0 1 0 0,0 0-1 0 0,-1 1 1 0 0,1 0-1 0 0,-1 0 0 0 0,1 0 1 0 0,-1 0-1 0 0,0 1 1 0 0,0-1-1 0 0,0 1 1 0 0,0 0-1 0 0,-1 1 0 0 0,7 6 1 0 0,-5-4 13 0 0,-1 1 0 0 0,1-1 0 0 0,-1 1 0 0 0,-1 1 0 0 0,1-1 1 0 0,-1 0-1 0 0,0 1 0 0 0,-1-1 0 0 0,0 1 0 0 0,0 0 0 0 0,-1 0 0 0 0,0 0 0 0 0,0 0 0 0 0,-1 0 1 0 0,0 0-1 0 0,0 0 0 0 0,-1 0 0 0 0,-3 13 0 0 0,1-3 334 0 0,-2 1 0 0 0,-1 0 0 0 0,0-1-1 0 0,-1 0 1 0 0,-1-1 0 0 0,-18 29 0 0 0,18-36 318 0 0,9-15-379 0 0,8-19-301 0 0,20-18-151 0 0,2 0 0 0 0,2 3 0 0 0,1 0-1 0 0,67-57 1 0 0,-90 87 62 0 0,1 0-1 0 0,0 1 1 0 0,0 0 0 0 0,25-11-1 0 0,-35 18 54 0 0,-1 1 0 0 0,0-1 0 0 0,1 1 0 0 0,-1 0 1 0 0,0-1-1 0 0,1 1 0 0 0,-1 0 0 0 0,1 0 0 0 0,-1 0 0 0 0,1 0 0 0 0,-1 0 0 0 0,1 0 0 0 0,-1 0 0 0 0,0 0 0 0 0,1 0 0 0 0,-1 1 0 0 0,1-1 0 0 0,-1 1 0 0 0,0-1 0 0 0,1 1 0 0 0,-1 0 1 0 0,0-1-1 0 0,0 1 0 0 0,1 0 0 0 0,-1 0 0 0 0,0 0 0 0 0,0 0 0 0 0,0 0 0 0 0,0 0 0 0 0,1 2 0 0 0,1 0 6 0 0,-1 0 1 0 0,-1 0-1 0 0,1 1 0 0 0,0-1 0 0 0,-1 0 1 0 0,1 1-1 0 0,-1 0 0 0 0,0-1 0 0 0,0 7 1 0 0,0 3 22 0 0,-2 1 0 0 0,0-1 0 0 0,0 0 0 0 0,-1 0 1 0 0,-1 0-1 0 0,0 0 0 0 0,-1 0 0 0 0,-9 21 0 0 0,-9 33 53 0 0,21-63-79 0 0,0 2 4 0 0,-1 0 0 0 0,1 1 0 0 0,0-1-1 0 0,0 0 1 0 0,1 0 0 0 0,0 9-1 0 0,0-13-3 0 0,1 0-1 0 0,-1-1 1 0 0,1 1-1 0 0,-1-1 1 0 0,1 1 0 0 0,-1-1-1 0 0,1 1 1 0 0,0-1-1 0 0,0 0 1 0 0,0 1-1 0 0,0-1 1 0 0,0 0-1 0 0,0 0 1 0 0,0 0-1 0 0,0 0 1 0 0,0 0-1 0 0,1 0 1 0 0,-1 0-1 0 0,0 0 1 0 0,1 0-1 0 0,-1 0 1 0 0,1-1-1 0 0,-1 1 1 0 0,1 0-1 0 0,-1-1 1 0 0,1 1 0 0 0,-1-1-1 0 0,1 0 1 0 0,-1 0-1 0 0,3 1 1 0 0,6-1-79 0 0,0 0 1 0 0,-1 0-1 0 0,1-1 1 0 0,-1 0 0 0 0,1 0-1 0 0,-1-1 1 0 0,0 0-1 0 0,0-1 1 0 0,1 0 0 0 0,-2-1-1 0 0,1 0 1 0 0,0 0-1 0 0,-1 0 1 0 0,11-9 0 0 0,1-1-31 0 0,-1 0 1 0 0,-1-2 0 0 0,-1 0 0 0 0,26-30 0 0 0,-21 15 375 0 0,-1-1-1 0 0,-2 0 1 0 0,-1-1 0 0 0,24-63 0 0 0,-31 69 260 0 0,-10 25-454 0 0,-10 29 16 0 0,-8 13-50 0 0,-22 67 62 0 0,35-94-85 0 0,1 0 0 0 0,0 1-1 0 0,1-1 1 0 0,1 0 0 0 0,0 1 0 0 0,1 15 0 0 0,0-26-30 0 0,0 0 0 0 0,1 0 0 0 0,-1 0 1 0 0,1 0-1 0 0,-1 0 0 0 0,1-1 0 0 0,0 1 0 0 0,0 0 0 0 0,0-1 1 0 0,0 1-1 0 0,1-1 0 0 0,-1 1 0 0 0,1-1 0 0 0,-1 1 0 0 0,1-1 1 0 0,0 0-1 0 0,0 0 0 0 0,0 0 0 0 0,0 0 0 0 0,0 0 0 0 0,1 0 1 0 0,-1-1-1 0 0,0 1 0 0 0,1-1 0 0 0,-1 1 0 0 0,1-1 0 0 0,0 0 1 0 0,-1 0-1 0 0,1 0 0 0 0,0-1 0 0 0,0 1 0 0 0,0-1 0 0 0,-1 1 1 0 0,1-1-1 0 0,0 0 0 0 0,0 0 0 0 0,3 0 0 0 0,6-1-233 0 0,0-1-1 0 0,-1 0 1 0 0,1 0-1 0 0,-1-1 0 0 0,1 0 1 0 0,-1-1-1 0 0,18-9 1 0 0,-13 4 87 0 0,-1 0 0 0 0,1-2 0 0 0,-2 1 0 0 0,1-2 0 0 0,-2 0 0 0 0,1 0 0 0 0,-2-2 0 0 0,0 1 0 0 0,16-25 0 0 0,-5 2 1331 0 0,-1-1 0 0 0,31-77 0 0 0,-40 86-292 0 0,-12 26-705 0 0,-8 17-89 0 0,-24 49 144 0 0,-29 68 848 0 0,54-116-1560 0 0,1 0 0 0 0,0 1 0 0 0,1 0-1 0 0,1 0 1 0 0,1 1 0 0 0,-1 19 0 0 0,5-27-855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0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27 101 2684 0 0,'49'-95'14820'0'0,"-49"95"-14780"0"0,0 0 0 0 0,0-1 0 0 0,1 1 0 0 0,-1 0 0 0 0,0-1 0 0 0,0 1 0 0 0,0 0 0 0 0,1 0 0 0 0,-1-1 0 0 0,0 1 0 0 0,0 0 0 0 0,0-1 0 0 0,1 1 0 0 0,-1 0 0 0 0,0 0 0 0 0,1 0 0 0 0,-1-1 0 0 0,0 1 0 0 0,1 0 0 0 0,-1 0 0 0 0,0 0 0 0 0,0 0 0 0 0,1 0 0 0 0,-1 0 0 0 0,0 0 0 0 0,1-1 0 0 0,-1 1 0 0 0,1 0-1 0 0,-1 0 1 0 0,0 0 0 0 0,1 0 0 0 0,-1 0 0 0 0,1 1 0 0 0,8 9 358 0 0,2 18-80 0 0,-9-12-107 0 0,0 0 1 0 0,-2 0-1 0 0,0 1 0 0 0,0-1 0 0 0,-2 0 1 0 0,0 0-1 0 0,0 0 0 0 0,-2 0 0 0 0,0 0 1 0 0,-1-1-1 0 0,0 1 0 0 0,-2-1 0 0 0,-9 17 1 0 0,15-29-163 0 0,-1-1-1 0 0,0 1 1 0 0,0-1 0 0 0,0 1 0 0 0,0-1-1 0 0,0 0 1 0 0,0 0 0 0 0,-1 0 0 0 0,1 0 0 0 0,-1-1-1 0 0,-2 3 1 0 0,3-3 15 0 0,-14-3 11 0 0,15 2-81 0 0,0 0-1 0 0,0-1 1 0 0,0 1-1 0 0,0 0 0 0 0,1-1 1 0 0,-1 1-1 0 0,0-1 0 0 0,0 1 1 0 0,0-1-1 0 0,1 1 0 0 0,-1-1 1 0 0,0 0-1 0 0,1 1 0 0 0,-1-1 1 0 0,0 0-1 0 0,1 0 1 0 0,-1 1-1 0 0,1-1 0 0 0,-1 0 1 0 0,1 0-1 0 0,0 0 0 0 0,-1 0 1 0 0,1 0-1 0 0,0 0 0 0 0,0 1 1 0 0,-1-1-1 0 0,1 0 0 0 0,0 0 1 0 0,0-2-1 0 0,1-25-288 0 0,1 19 231 0 0,1 0 1 0 0,1 0-1 0 0,0 0 0 0 0,0 0 1 0 0,0 1-1 0 0,1 0 0 0 0,1 0 1 0 0,-1 0-1 0 0,1 0 1 0 0,0 1-1 0 0,1 0 0 0 0,12-10 1 0 0,-11 10 27 0 0,1 0 1 0 0,-1 1 0 0 0,1 0-1 0 0,1 1 1 0 0,-1 0 0 0 0,1 0-1 0 0,0 1 1 0 0,0 0-1 0 0,0 0 1 0 0,0 1 0 0 0,12-1-1 0 0,-18 3 30 0 0,1 1-1 0 0,-1 0 1 0 0,0 0-1 0 0,0 0 1 0 0,0 0-1 0 0,0 1 0 0 0,0 0 1 0 0,0 0-1 0 0,0 0 1 0 0,0 0-1 0 0,0 0 1 0 0,0 1-1 0 0,0 0 1 0 0,0 0-1 0 0,-1 0 1 0 0,1 0-1 0 0,-1 1 0 0 0,0-1 1 0 0,0 1-1 0 0,0 0 1 0 0,0 0-1 0 0,0 0 1 0 0,0 0-1 0 0,-1 0 1 0 0,1 1-1 0 0,-1-1 0 0 0,0 1 1 0 0,0 0-1 0 0,0-1 1 0 0,1 7-1 0 0,0-1 29 0 0,0-1 0 0 0,-1 1 0 0 0,0 0-1 0 0,-1 0 1 0 0,0 0 0 0 0,0-1 0 0 0,-1 1 0 0 0,0 0-1 0 0,-1 0 1 0 0,0 0 0 0 0,0 0 0 0 0,-1 0 0 0 0,-4 11-1 0 0,5-14 27 0 0,-2-1 0 0 0,1 1 0 0 0,0-1-1 0 0,-1 0 1 0 0,0 0 0 0 0,0 0 0 0 0,-7 7-1 0 0,9-10-22 0 0,-2-2-31 0 0,3 0-1 0 0,-1 0 0 0 0,1 1-1 0 0,0-1 1 0 0,-1 0 0 0 0,1 0 0 0 0,0 0 0 0 0,-1 0-1 0 0,1 0 1 0 0,-1 0 0 0 0,1 0 0 0 0,0 0 0 0 0,-1 0 0 0 0,1 0-1 0 0,0 0 1 0 0,-1 0 0 0 0,1 0 0 0 0,-1 0 0 0 0,1 0-1 0 0,0 0 1 0 0,-1 0 0 0 0,1 0 0 0 0,0 0 0 0 0,-1 0 0 0 0,1-1-1 0 0,0 1 1 0 0,-1 0 0 0 0,1 0 0 0 0,0 0 0 0 0,-1-1-1 0 0,1 1 1 0 0,0 0 0 0 0,0 0 0 0 0,-1-1 0 0 0,1 1 0 0 0,0 0-1 0 0,0-1 1 0 0,-1 1 0 0 0,1 0 0 0 0,0-1 0 0 0,0 1-1 0 0,0 0 1 0 0,0-1 0 0 0,0 1 0 0 0,-1 0 0 0 0,1-1 0 0 0,0 1-1 0 0,0 0 1 0 0,0-1 0 0 0,0 1 0 0 0,0-1 0 0 0,0 1-1 0 0,0 0 1 0 0,0-1 0 0 0,1 1 0 0 0,-1 0 0 0 0,0-1 0 0 0,0 1-1 0 0,0-1 1 0 0,0 1 0 0 0,0 0 0 0 0,0-1 0 0 0,1 1-1 0 0,-1 0 1 0 0,0 0 0 0 0,0-1 0 0 0,1 1 0 0 0,10-20-296 0 0,1 1 0 0 0,1 1 0 0 0,0 0 0 0 0,2 1 0 0 0,0 0 0 0 0,19-15 0 0 0,110-84-236 0 0,-129 105 477 0 0,-1 1-1 0 0,2 1 1 0 0,-1 0-1 0 0,27-10 1 0 0,-37 18 35 0 0,17 2 20 0 0,-17 3 28 0 0,-3-2-5 0 0,-1 0 42 0 0,1 0 0 0 0,0 0 1 0 0,0 0-1 0 0,-1 0 0 0 0,1 1 0 0 0,-1-1 1 0 0,1 0-1 0 0,-1 1 0 0 0,0-1 1 0 0,0 1-1 0 0,0-1 0 0 0,-1 1 1 0 0,1 0-1 0 0,0-1 0 0 0,-1 1 0 0 0,0 0 1 0 0,0-1-1 0 0,0 1 0 0 0,0 0 1 0 0,0-1-1 0 0,-1 4 0 0 0,0 8 258 0 0,-2-1 0 0 0,-6 24 0 0 0,7-29-245 0 0,-14 39 258 0 0,11-35-522 0 0,1 1 0 0 0,0 0 1 0 0,0 0-1 0 0,1 1 0 0 0,-1 19 0 0 0,4-32 19 0 0,0 0 1 0 0,0 1-1 0 0,0-1 0 0 0,0 0 0 0 0,0 1 1 0 0,1-1-1 0 0,-1 0 0 0 0,1 0 0 0 0,-1 1 1 0 0,1-1-1 0 0,-1 0 0 0 0,1 0 0 0 0,-1 0 1 0 0,1 1-1 0 0,0-1 0 0 0,0 0 1 0 0,0 0-1 0 0,-1 0 0 0 0,1 0 0 0 0,0 0 1 0 0,0-1-1 0 0,1 1 0 0 0,-1 0 0 0 0,0 0 1 0 0,0-1-1 0 0,0 1 0 0 0,0 0 0 0 0,2 0 1 0 0,1 0-547 0 0,-1-1 0 0 0,0 1 0 0 0,1-1 1 0 0,-1 1-1 0 0,1-1 0 0 0,-1 0 0 0 0,1 0 1 0 0,-1 0-1 0 0,1-1 0 0 0,3 0 0 0 0,9-4-3961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1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373 242 2520 0 0,'95'-242'15666'0'0,"-121"325"-12821"0"0,-131 287 1056 0 0,-26-11-2605 0 0,143-282-1122 0 0,32-60-91 0 0,0-1 362 0 0,-1-1 1 0 0,-18 27 0 0 0,26-41-118 0 0,0-1-325 0 0,1 0 1 0 0,-1 0-1 0 0,1 0 0 0 0,-1-1 0 0 0,1 1 1 0 0,0 0-1 0 0,-1 0 0 0 0,1-1 1 0 0,-1 1-1 0 0,1 0 0 0 0,0-1 1 0 0,-1 1-1 0 0,1-1 0 0 0,0 1 0 0 0,0 0 1 0 0,-1-1-1 0 0,1 1 0 0 0,0-1 1 0 0,0 1-1 0 0,-1-1 0 0 0,1 1 1 0 0,0-1-1 0 0,0 1 0 0 0,0-1 1 0 0,0 1-1 0 0,0-1 0 0 0,0 1 0 0 0,0-1 1 0 0,0 1-1 0 0,0-1 0 0 0,0 1 1 0 0,0 0-1 0 0,0-1 0 0 0,0 1 1 0 0,1-2-1 0 0,2-18-189 0 0,4 0 104 0 0,0 0 0 0 0,2 0-1 0 0,0 1 1 0 0,1 0 0 0 0,0 0 0 0 0,26-31 0 0 0,-29 40 49 0 0,1 1 0 0 0,1 0 0 0 0,-1 1 0 0 0,1 0-1 0 0,1 0 1 0 0,-1 1 0 0 0,1 0 0 0 0,1 1 0 0 0,-1 0 0 0 0,1 0-1 0 0,0 1 1 0 0,0 1 0 0 0,21-6 0 0 0,-26 9 18 0 0,-1 1 1 0 0,0-1 0 0 0,1 1-1 0 0,-1 0 1 0 0,1 0 0 0 0,-1 1-1 0 0,1 0 1 0 0,-1 0-1 0 0,1 0 1 0 0,-1 0 0 0 0,0 1-1 0 0,0 0 1 0 0,0 0 0 0 0,0 1-1 0 0,0-1 1 0 0,0 1-1 0 0,-1 0 1 0 0,1 0 0 0 0,-1 0-1 0 0,0 1 1 0 0,0 0-1 0 0,0 0 1 0 0,0 0 0 0 0,-1 0-1 0 0,1 0 1 0 0,-1 1 0 0 0,0 0-1 0 0,-1-1 1 0 0,5 10-1 0 0,-5-8 41 0 0,1-1 0 0 0,-1 1 0 0 0,0 0 0 0 0,-1 0 0 0 0,1 0 0 0 0,-1 0 0 0 0,-1 0-1 0 0,1 0 1 0 0,-1 0 0 0 0,0 0 0 0 0,0 0 0 0 0,0 0 0 0 0,-1 0 0 0 0,0 0 0 0 0,-1 0 0 0 0,1 0-1 0 0,-1 0 1 0 0,0 0 0 0 0,0 0 0 0 0,-1-1 0 0 0,0 1 0 0 0,0-1 0 0 0,0 0 0 0 0,0 0-1 0 0,-1 0 1 0 0,-7 7 0 0 0,3-5 175 0 0,-1 0 1 0 0,-1 0-1 0 0,1-1 0 0 0,-1 0 0 0 0,0 0 0 0 0,0-1 1 0 0,-1-1-1 0 0,1 0 0 0 0,-1 0 0 0 0,0-1 1 0 0,0 0-1 0 0,-21 2 0 0 0,18-4-93 0 0,0-1 1 0 0,0 0-1 0 0,0-1 1 0 0,0 0-1 0 0,0-1 1 0 0,1-1-1 0 0,-1 0 1 0 0,1-1-1 0 0,0 0 1 0 0,-16-8-1 0 0,26 11-265 0 0,0 0-1 0 0,0-1 1 0 0,0 0-1 0 0,1 1 0 0 0,-1-1 1 0 0,0 0-1 0 0,1-1 1 0 0,0 1-1 0 0,-1 0 1 0 0,1-1-1 0 0,0 1 1 0 0,0-1-1 0 0,0 1 1 0 0,1-1-1 0 0,-1 0 1 0 0,1 0-1 0 0,-3-6 0 0 0,4 7-163 0 0,-1-1 0 0 0,1 0-1 0 0,-1 0 1 0 0,1 0 0 0 0,0 1-1 0 0,0-1 1 0 0,1 0 0 0 0,-1 0-1 0 0,1 1 1 0 0,-1-1 0 0 0,1 0-1 0 0,0 0 1 0 0,0 1-1 0 0,0-1 1 0 0,0 1 0 0 0,0-1-1 0 0,1 1 1 0 0,-1-1 0 0 0,1 1-1 0 0,2-4 1 0 0,6-4-1984 0 0,0 0 1 0 0,1 0-1 0 0,1 1 1 0 0,15-11-1 0 0,-26 19 2050 0 0,23-14-7099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1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53 222 3456 0 0,'18'0'6265'0'0,"-17"0"-6028"0"0,0 0-1 0 0,0-1 1 0 0,0 1 0 0 0,0 0 0 0 0,0 0 0 0 0,1 0-1 0 0,-1 0 1 0 0,0 1 0 0 0,0-1 0 0 0,0 0 0 0 0,0 0-1 0 0,0 1 1 0 0,0-1 0 0 0,0 1 0 0 0,0-1-1 0 0,0 0 1 0 0,1 2 0 0 0,-1-1-21 0 0,0 1-1 0 0,0-1 1 0 0,0 1 0 0 0,0-1 0 0 0,0 1-1 0 0,0 0 1 0 0,-1-1 0 0 0,1 1-1 0 0,0 0 1 0 0,-1 0 0 0 0,0-1-1 0 0,1 1 1 0 0,-1 3 0 0 0,0-1-72 0 0,1 2 7 0 0,0-1 0 0 0,0 1 1 0 0,0-1-1 0 0,4 9 1 0 0,-4-12-134 0 0,-1-1 0 0 0,1 0 1 0 0,-1 0-1 0 0,1 0 0 0 0,-1 1 1 0 0,1-1-1 0 0,0 0 1 0 0,0 0-1 0 0,0 0 0 0 0,0 0 1 0 0,-1-1-1 0 0,1 1 0 0 0,0 0 1 0 0,1 0-1 0 0,-1 0 0 0 0,0-1 1 0 0,0 1-1 0 0,0-1 0 0 0,0 1 1 0 0,0-1-1 0 0,1 1 0 0 0,-1-1 1 0 0,0 1-1 0 0,1-1 1 0 0,-1 0-1 0 0,0 0 0 0 0,0 0 1 0 0,1 0-1 0 0,0 0 0 0 0,5-1-1 0 0,0 0-1 0 0,0-1 1 0 0,0 0-1 0 0,0-1 1 0 0,0 1-1 0 0,-1-1 1 0 0,1 0-1 0 0,-1-1 0 0 0,0 1 1 0 0,0-1-1 0 0,0-1 1 0 0,0 1-1 0 0,-1-1 1 0 0,0 0-1 0 0,0 0 1 0 0,0 0-1 0 0,-1-1 1 0 0,0 0-1 0 0,5-7 0 0 0,2-7 186 0 0,0 0-1 0 0,-2-1 0 0 0,0 0 0 0 0,10-38 0 0 0,-19 58-190 0 0,1 1 0 0 0,-1-1 0 0 0,0 0-1 0 0,1 0 1 0 0,-1 0 0 0 0,0 0 0 0 0,0 0-1 0 0,0 0 1 0 0,0 0 0 0 0,0 0 0 0 0,0 0 0 0 0,0 0-1 0 0,0 0 1 0 0,0 0 0 0 0,0 0 0 0 0,0 0 0 0 0,-1 0-1 0 0,1 0 1 0 0,0 0 0 0 0,-1 0 0 0 0,1 1 0 0 0,-2-3-1 0 0,2 3-5 0 0,-1 0-1 0 0,0-1 1 0 0,1 1-1 0 0,-1 0 1 0 0,0-1-1 0 0,0 1 0 0 0,0 0 1 0 0,1 0-1 0 0,-1 0 1 0 0,0 0-1 0 0,0 0 1 0 0,0 0-1 0 0,0 0 1 0 0,1 0-1 0 0,-1 0 1 0 0,0 0-1 0 0,0 0 0 0 0,0 0 1 0 0,1 1-1 0 0,-2-1 1 0 0,-4 3 11 0 0,0-1-1 0 0,0 1 1 0 0,1 0 0 0 0,-1 0 0 0 0,-4 4 0 0 0,-27 22 408 0 0,2 1 0 0 0,-37 41 0 0 0,56-53-318 0 0,1 0 0 0 0,1 1 0 0 0,0 1 1 0 0,2 0-1 0 0,0 1 0 0 0,-10 25 0 0 0,19-39-69 0 0,0 1 0 0 0,1-1-1 0 0,0 1 1 0 0,1 0 0 0 0,-1-1 0 0 0,1 1-1 0 0,1 9 1 0 0,0-15-28 0 0,0 1-1 0 0,0 0 1 0 0,0-1 0 0 0,1 1 0 0 0,-1-1 0 0 0,1 1-1 0 0,0-1 1 0 0,0 1 0 0 0,0-1 0 0 0,0 0-1 0 0,0 1 1 0 0,0-1 0 0 0,1 0 0 0 0,-1 0-1 0 0,1 0 1 0 0,-1 0 0 0 0,1 0 0 0 0,0 0-1 0 0,0 0 1 0 0,0-1 0 0 0,0 1 0 0 0,0-1-1 0 0,0 1 1 0 0,0-1 0 0 0,5 2 0 0 0,4 1 8 0 0,0-1 0 0 0,0 0 0 0 0,1-1 0 0 0,-1 0 0 0 0,0-1 1 0 0,1-1-1 0 0,0 1 0 0 0,-1-2 0 0 0,1 0 0 0 0,-1 0 0 0 0,0-1 1 0 0,1 0-1 0 0,12-5 0 0 0,6-3 4 0 0,0-1 1 0 0,0-1-1 0 0,42-25 1 0 0,-30 12-72 0 0,-1-2 0 0 0,56-49 1 0 0,-71 53 27 0 0,0-2 1 0 0,-2-1-1 0 0,-1 0 1 0 0,24-37-1 0 0,-44 58 14 0 0,6-9-22 0 0,16-31 1 0 0,-24 42 21 0 0,1 0 0 0 0,-1 0 1 0 0,0 0-1 0 0,0-1 0 0 0,0 1 0 0 0,0-1 1 0 0,0 1-1 0 0,-1 0 0 0 0,0-1 1 0 0,1 1-1 0 0,-1-1 0 0 0,-1 1 0 0 0,1-1 1 0 0,0 1-1 0 0,-1-1 0 0 0,-1-4 0 0 0,1 7 3 0 0,1-1-1 0 0,-1 1 0 0 0,0 0 0 0 0,1 0 0 0 0,-1 0 0 0 0,0 0 0 0 0,0 0 0 0 0,0 0 0 0 0,0 0 1 0 0,0 0-1 0 0,0 0 0 0 0,0 0 0 0 0,0 0 0 0 0,0 1 0 0 0,-1-1 0 0 0,1 0 0 0 0,0 1 0 0 0,0-1 1 0 0,-1 1-1 0 0,1-1 0 0 0,-3 1 0 0 0,1-1-1 0 0,0 1 0 0 0,-1 0 0 0 0,1 0-1 0 0,0 0 1 0 0,-1 1 0 0 0,1-1 0 0 0,0 1 0 0 0,0 0 0 0 0,-4 1 0 0 0,0 1-8 0 0,0 0 0 0 0,-1 0 0 0 0,1 1 0 0 0,1 0 0 0 0,-1 0 0 0 0,0 1 0 0 0,-5 6 0 0 0,10-10 12 0 0,0 1-1 0 0,0 0 1 0 0,0 0-1 0 0,0 0 0 0 0,1 0 1 0 0,-1 0-1 0 0,1 1 0 0 0,0-1 1 0 0,-1 0-1 0 0,1 1 1 0 0,0-1-1 0 0,0 1 0 0 0,1-1 1 0 0,-1 1-1 0 0,0 0 1 0 0,1-1-1 0 0,0 1 0 0 0,-1 0 1 0 0,1-1-1 0 0,1 4 1 0 0,-1-2 3 0 0,1-1 0 0 0,0 0 1 0 0,1 0-1 0 0,-1 0 1 0 0,0 0-1 0 0,1-1 0 0 0,0 1 1 0 0,-1 0-1 0 0,1-1 1 0 0,0 1-1 0 0,0-1 1 0 0,1 1-1 0 0,-1-1 0 0 0,4 3 1 0 0,2 0-5 0 0,-1 1-1 0 0,1-2 1 0 0,0 1 0 0 0,0-1 0 0 0,0-1-1 0 0,1 1 1 0 0,-1-1 0 0 0,1-1 0 0 0,0 1 0 0 0,17 1-1 0 0,-11-4-23 0 0,0 0 0 0 0,0-1 0 0 0,0 0 0 0 0,0-2 0 0 0,0 1 0 0 0,0-2 0 0 0,-1 0 0 0 0,24-10 0 0 0,-13 2 60 0 0,-1-1 0 0 0,0-1 0 0 0,-1-1-1 0 0,33-29 1 0 0,-54 42-49 0 0,-5 3-5 0 0,-1 0 18 0 0,1 0 0 0 0,0 1 0 0 0,0-1-1 0 0,0 0 1 0 0,0 1 0 0 0,0 0 0 0 0,1 0-1 0 0,-1 0 1 0 0,-4 4 0 0 0,0 0 2 0 0,-23 19 87 0 0,0 1 0 0 0,2 2 1 0 0,1 1-1 0 0,2 1 0 0 0,0 2 0 0 0,-20 35 0 0 0,40-61-72 0 0,2 1 1 0 0,-1-1-1 0 0,1 1 0 0 0,0 0 1 0 0,0 0-1 0 0,1 0 1 0 0,0 0-1 0 0,-2 12 0 0 0,4-18-49 0 0,0 1-1 0 0,0-1 0 0 0,0 0 1 0 0,0 0-1 0 0,0 1 1 0 0,1-1-1 0 0,-1 0 0 0 0,1 0 1 0 0,-1 0-1 0 0,1 1 0 0 0,-1-1 1 0 0,1 0-1 0 0,-1 0 0 0 0,1 0 1 0 0,0 0-1 0 0,0 0 1 0 0,-1 0-1 0 0,1 0 0 0 0,0-1 1 0 0,0 1-1 0 0,0 0 0 0 0,0 0 1 0 0,0-1-1 0 0,0 1 0 0 0,0 0 1 0 0,1-1-1 0 0,-1 1 1 0 0,0-1-1 0 0,0 0 0 0 0,0 1 1 0 0,1-1-1 0 0,-1 0 0 0 0,2 1 1 0 0,5 0-810 0 0,-1 0 0 0 0,0-1 0 0 0,14 0 0 0 0,30-5-6976 0 0,-18-3-60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3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192 583 1800 0 0,'18'-33'3282'0'0,"-1"0"0"0"0,-2-1-1 0 0,-2 0 1 0 0,15-56 0 0 0,-28 89-2968 0 0,0 1-305 0 0,0-1 0 0 0,0 1 0 0 0,0 0 1 0 0,0 0-1 0 0,0 0 0 0 0,0 0 0 0 0,0-1 0 0 0,0 1 0 0 0,1 0 1 0 0,-1 0-1 0 0,0 0 0 0 0,-1-1 0 0 0,1 1 0 0 0,0 0 0 0 0,0 0 0 0 0,0 0 1 0 0,0 0-1 0 0,0-1 0 0 0,0 1 0 0 0,0 0 0 0 0,0 0 0 0 0,0 0 0 0 0,0 0 1 0 0,0-1-1 0 0,0 1 0 0 0,0 0 0 0 0,-1 0 0 0 0,1 0 0 0 0,0 0 0 0 0,0 0 1 0 0,0-1-1 0 0,0 1 0 0 0,0 0 0 0 0,-1 0 0 0 0,1 0 0 0 0,0 0 1 0 0,0 0-1 0 0,0 0 0 0 0,0 0 0 0 0,-1 0 0 0 0,1 0 0 0 0,0 0 0 0 0,0 0 1 0 0,0 0-1 0 0,-1 0 0 0 0,1 0 0 0 0,0 0 0 0 0,0 0 0 0 0,0 0 0 0 0,-1 0 1 0 0,1 0-1 0 0,0 0 0 0 0,0 0 0 0 0,0 0 0 0 0,0 0 0 0 0,-1 0 0 0 0,1 0 1 0 0,0 0-1 0 0,0 0 0 0 0,0 0 0 0 0,0 1 0 0 0,0-1 0 0 0,-1 0 1 0 0,1 0-1 0 0,-11 10 116 0 0,10-9-108 0 0,-44 46 166 0 0,1 2 0 0 0,3 2 1 0 0,-60 95-1 0 0,96-137-160 0 0,0 0 0 0 0,0 0 0 0 0,1 1 0 0 0,0-1 0 0 0,-4 16 1 0 0,8-23-16 0 0,-1 0 0 0 0,1-1 1 0 0,0 1-1 0 0,-1 0 0 0 0,1 0 0 0 0,0 0 1 0 0,0 0-1 0 0,0 0 0 0 0,0 0 1 0 0,1 0-1 0 0,-1 0 0 0 0,0 0 1 0 0,1-1-1 0 0,-1 1 0 0 0,1 0 1 0 0,0 0-1 0 0,0 0 0 0 0,0-1 1 0 0,0 1-1 0 0,0 0 0 0 0,0-1 0 0 0,0 1 1 0 0,0-1-1 0 0,0 0 0 0 0,1 1 1 0 0,-1-1-1 0 0,1 0 0 0 0,-1 1 1 0 0,1-1-1 0 0,0 0 0 0 0,-1 0 1 0 0,1-1-1 0 0,0 1 0 0 0,-1 0 1 0 0,1 0-1 0 0,3 0 0 0 0,10 2 6 0 0,0 0 0 0 0,0-1 0 0 0,0-1-1 0 0,1 0 1 0 0,-1-1 0 0 0,0-1 0 0 0,0-1 0 0 0,0 0 0 0 0,0 0-1 0 0,21-8 1 0 0,-16 4-2 0 0,0-1 0 0 0,0-1 0 0 0,-1 0 0 0 0,0-2-1 0 0,-1 0 1 0 0,0-1 0 0 0,18-15 0 0 0,-19 10-8 0 0,0 0 1 0 0,-1 0 0 0 0,-1-2-1 0 0,0 0 1 0 0,-1 0-1 0 0,-1-2 1 0 0,-1 1-1 0 0,11-26 1 0 0,-16 32-11 0 0,-2-1 1 0 0,0 0 0 0 0,0 0-1 0 0,-1 0 1 0 0,-1 0 0 0 0,0-1-1 0 0,-1 1 1 0 0,-1-1 0 0 0,0 0-1 0 0,-1 1 1 0 0,-1-1 0 0 0,0 0-1 0 0,-1 1 1 0 0,-4-16 0 0 0,6 27-3 0 0,-1-1 1 0 0,0 1-1 0 0,-1-1 1 0 0,1 1-1 0 0,-1 0 1 0 0,1-1-1 0 0,-1 1 1 0 0,0 0-1 0 0,0 0 1 0 0,0 0-1 0 0,-1 1 1 0 0,1-1-1 0 0,-1 0 1 0 0,1 1-1 0 0,-1 0 1 0 0,0-1-1 0 0,0 1 1 0 0,0 0-1 0 0,0 1 1 0 0,0-1-1 0 0,-6-2 1 0 0,4 3 0 0 0,0 0 0 0 0,-1 0 0 0 0,1 1-1 0 0,-1-1 1 0 0,0 1 0 0 0,1 0 0 0 0,-1 1 0 0 0,1-1 0 0 0,-1 1 0 0 0,1 0 0 0 0,0 1 0 0 0,-1-1 0 0 0,-7 4 0 0 0,-6 3-8 0 0,-1 2 0 0 0,2-1 0 0 0,-1 2 0 0 0,1 1 0 0 0,1 0 0 0 0,0 1 0 0 0,1 1 0 0 0,0 0 0 0 0,1 1 0 0 0,1 1 0 0 0,0 0 0 0 0,1 1 0 0 0,-19 33 0 0 0,30-46 13 0 0,0 0 0 0 0,0 1-1 0 0,0-1 1 0 0,1 0 0 0 0,-1 1-1 0 0,1-1 1 0 0,0 1 0 0 0,0 0-1 0 0,1-1 1 0 0,-1 1 0 0 0,1-1 0 0 0,0 1-1 0 0,1 7 1 0 0,0-8 4 0 0,0-1 1 0 0,1 1-1 0 0,-1-1 1 0 0,1 1-1 0 0,-1-1 1 0 0,1 0-1 0 0,0 0 1 0 0,0 0-1 0 0,1 0 0 0 0,-1 0 1 0 0,0 0-1 0 0,1-1 1 0 0,0 1-1 0 0,-1-1 1 0 0,1 0-1 0 0,0 0 1 0 0,6 4-1 0 0,4 0 6 0 0,1 0 1 0 0,-1 0-1 0 0,1-1 0 0 0,0-1 0 0 0,0-1 1 0 0,1 0-1 0 0,17 2 0 0 0,13-2-5 0 0,46-1 0 0 0,-63-3-6 0 0,0 0 0 0 0,0-2 0 0 0,0-1 0 0 0,-1-1 0 0 0,1-2 0 0 0,-1 0 0 0 0,-1-2 0 0 0,1-1 1 0 0,-2-1-1 0 0,1-1 0 0 0,-2-2 0 0 0,0 0 0 0 0,0-1 0 0 0,-1-2 0 0 0,-1 0 0 0 0,-1-1 0 0 0,36-40 0 0 0,-27 20 36 0 0,-2 0 0 0 0,-2-2 1 0 0,-2-1-1 0 0,-1-1 0 0 0,-2-1 0 0 0,21-60 1 0 0,-41 98-38 0 0,0 1 1 0 0,1-1 0 0 0,-2 1 0 0 0,1-1 0 0 0,0 1 0 0 0,-1-8 0 0 0,-11 19-22 0 0,0 6 16 0 0,1 1 0 0 0,0 0 0 0 0,2 0 0 0 0,-1 1 0 0 0,2 1 0 0 0,-10 24 0 0 0,0-1 0 0 0,-144 406 66 0 0,116-307 97 0 0,12-37-17 0 0,-119 335 570 0 0,134-392-586 0 0,-127 294 363 0 0,118-284-211 0 0,-3-1 0 0 0,-2-2 0 0 0,-2 0 0 0 0,-41 45 0 0 0,63-83-9 0 0,0 0 0 0 0,-1-1 0 0 0,0 0 1 0 0,-1-1-1 0 0,0 0 0 0 0,-21 11 0 0 0,31-19-201 0 0,0-1-1 0 0,-1 0 1 0 0,1 0-1 0 0,0-1 1 0 0,-1 1 0 0 0,1-1-1 0 0,-1 0 1 0 0,0 0-1 0 0,1 0 1 0 0,-1-1 0 0 0,0 0-1 0 0,1 1 1 0 0,-1-2-1 0 0,0 1 1 0 0,1-1 0 0 0,-1 1-1 0 0,0-1 1 0 0,1 0-1 0 0,-1-1 1 0 0,1 1-1 0 0,-1-1 1 0 0,1 0 0 0 0,0 0-1 0 0,0 0 1 0 0,0-1-1 0 0,0 0 1 0 0,0 1 0 0 0,-5-6-1 0 0,4 1-35 0 0,-1 1 0 0 0,1-1-1 0 0,1 0 1 0 0,-1 0 0 0 0,1 0 0 0 0,0-1 0 0 0,1 1-1 0 0,0-1 1 0 0,0 0 0 0 0,1 0 0 0 0,0 0-1 0 0,0-1 1 0 0,1 1 0 0 0,0 0 0 0 0,0-1 0 0 0,1 1-1 0 0,1-9 1 0 0,0-8 6 0 0,2 1 1 0 0,1 0-1 0 0,0 0 0 0 0,14-38 0 0 0,-6 29-30 0 0,1 0-1 0 0,1 2 1 0 0,2 0-1 0 0,2 1 0 0 0,21-30 1 0 0,-10 22-75 0 0,3 0 0 0 0,0 3 1 0 0,42-36-1 0 0,-8 17-626 0 0,3 3-1 0 0,2 2 1 0 0,134-67 0 0 0,20 25-3476 0 0,-145 62-88 0 0,-1-3-4113 0 0,-61 24 3000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4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406 449 1908 0 0,'17'-27'4226'0'0,"-13"22"-3078"0"0,0-2 0 0 0,0 1 0 0 0,0 0 0 0 0,-1-1 0 0 0,0 0 0 0 0,0 0 0 0 0,0 0 0 0 0,-1 0 0 0 0,0 0 0 0 0,1-10 0 0 0,-3 15-778 0 0,-3 3-77 0 0,-5 2-193 0 0,-1 1-1 0 0,1 0 1 0 0,0 0-1 0 0,0 1 1 0 0,0 0 0 0 0,-8 7-1 0 0,-46 44 64 0 0,29-26-77 0 0,-20 19 4 0 0,2 1-1 0 0,-80 103 0 0 0,121-138-77 0 0,-1 0 0 0 0,-14 32-1 0 0,23-43-9 0 0,0 1 0 0 0,0-1 0 0 0,0 1-1 0 0,1-1 1 0 0,0 1 0 0 0,0 0 0 0 0,0 0-1 0 0,0-1 1 0 0,1 1 0 0 0,0 0 0 0 0,0 0-1 0 0,0 0 1 0 0,0 0 0 0 0,1-1-1 0 0,0 1 1 0 0,1 5 0 0 0,0-7-23 0 0,0 0 0 0 0,0 1-1 0 0,1-1 1 0 0,-1 0 0 0 0,1-1 0 0 0,0 1 0 0 0,-1 0 0 0 0,1-1 0 0 0,0 1 0 0 0,1-1-1 0 0,-1 0 1 0 0,0 0 0 0 0,1 0 0 0 0,-1-1 0 0 0,1 1 0 0 0,-1-1 0 0 0,1 0-1 0 0,0 0 1 0 0,-1 0 0 0 0,7 1 0 0 0,7 0-233 0 0,0 0 1 0 0,0-1-1 0 0,19-1 0 0 0,-3-1-192 0 0,0-2-1 0 0,-1-2 0 0 0,1-1 1 0 0,-1-1-1 0 0,-1-2 1 0 0,1-1-1 0 0,-1-1 1 0 0,-1-2-1 0 0,0-1 0 0 0,41-27 1 0 0,-41 21 487 0 0,-1-1 0 0 0,-1-2 0 0 0,42-43 0 0 0,-46 39 1001 0 0,0-1 0 0 0,-2-2 0 0 0,30-50 1 0 0,-22 31 682 0 0,-29 48-1625 0 0,-13 14 12 0 0,10-11-94 0 0,-29 32 34 0 0,2 2 0 0 0,2 0 0 0 0,1 2 0 0 0,-39 78 0 0 0,60-107-33 0 0,2 0-1 0 0,-1 0 1 0 0,1 0-1 0 0,0 0 0 0 0,1 0 1 0 0,-2 18-1 0 0,3-24-10 0 0,1-1-1 0 0,0 1 0 0 0,0 0 0 0 0,1-1 1 0 0,-1 1-1 0 0,0-1 0 0 0,1 1 0 0 0,0 0 1 0 0,-1-1-1 0 0,1 1 0 0 0,0-1 0 0 0,0 0 1 0 0,1 1-1 0 0,-1-1 0 0 0,0 0 0 0 0,1 0 1 0 0,-1 0-1 0 0,1 0 0 0 0,0 0 0 0 0,0 0 1 0 0,0 0-1 0 0,0 0 0 0 0,0-1 0 0 0,0 1 1 0 0,0-1-1 0 0,0 1 0 0 0,1-1 0 0 0,-1 0 1 0 0,4 1-1 0 0,4 2 6 0 0,-1-1 0 0 0,1-1 0 0 0,0 0 0 0 0,0 0 0 0 0,0-1 0 0 0,0 0 0 0 0,0-1 0 0 0,1 0 0 0 0,-1 0 0 0 0,15-4 0 0 0,-11 1-9 0 0,-1 0 0 0 0,1-1-1 0 0,-1-1 1 0 0,0 0 0 0 0,0-1-1 0 0,0-1 1 0 0,11-7 0 0 0,-7 3-6 0 0,-2-1-1 0 0,0 0 1 0 0,0-1 0 0 0,-1-1-1 0 0,-1 0 1 0 0,0-1 0 0 0,-1 0-1 0 0,-1-1 1 0 0,0 0 0 0 0,-1-1 0 0 0,8-19-1 0 0,-11 19 2 0 0,0-1 1 0 0,-1 0-1 0 0,-1 0 0 0 0,3-27 0 0 0,-7 38-4 0 0,0 0 1 0 0,0 0-1 0 0,-1 0 1 0 0,0 0-1 0 0,-1 0 1 0 0,0 0-1 0 0,0 0 1 0 0,0 0-1 0 0,-1 0 0 0 0,0 0 1 0 0,0 0-1 0 0,-1 1 1 0 0,1-1-1 0 0,-8-11 1 0 0,8 16-4 0 0,0-1 0 0 0,0 1 1 0 0,-1-1-1 0 0,1 1 0 0 0,-1 0 1 0 0,1 0-1 0 0,-1 0 0 0 0,1 0 1 0 0,-1 0-1 0 0,0 1 1 0 0,0-1-1 0 0,0 1 0 0 0,0 0 1 0 0,0 0-1 0 0,0 0 0 0 0,-3 0 1 0 0,0 0-1 0 0,0 0 0 0 0,0 1 1 0 0,0 0-1 0 0,0 0 0 0 0,0 1 1 0 0,1-1-1 0 0,-1 1 0 0 0,-8 3 1 0 0,2 0-13 0 0,0 0 0 0 0,0 1 0 0 0,0 1 1 0 0,1 0-1 0 0,0 1 0 0 0,0 0 1 0 0,-15 13-1 0 0,22-17-10 0 0,0 1 1 0 0,0 0-1 0 0,0 0 0 0 0,1 0 1 0 0,0 0-1 0 0,-1 0 1 0 0,1 1-1 0 0,1 0 0 0 0,-1 0 1 0 0,1 0-1 0 0,-3 8 1 0 0,4-10 10 0 0,1-1 0 0 0,0 0-1 0 0,0 0 1 0 0,0 1 0 0 0,0-1 0 0 0,0 0 0 0 0,0 0 0 0 0,1 1 0 0 0,-1-1 0 0 0,1 0 0 0 0,-1 0 0 0 0,1 0 0 0 0,0 0 0 0 0,0 0 0 0 0,0 1 0 0 0,0-2 0 0 0,0 1 0 0 0,1 0 0 0 0,-1 0 0 0 0,0 0 0 0 0,1-1 0 0 0,0 1 0 0 0,-1 0 0 0 0,1-1 0 0 0,0 1 0 0 0,0-1 0 0 0,0 0 0 0 0,-1 0 0 0 0,1 0 0 0 0,5 2-1 0 0,4 2-221 0 0,1 0 0 0 0,0-1 0 0 0,1-1 0 0 0,-1 0 0 0 0,1 0 0 0 0,-1-2 0 0 0,1 1 0 0 0,24-1 0 0 0,-3-3-503 0 0,-1-1-1 0 0,43-9 1 0 0,-35 3 267 0 0,0-3 1 0 0,-1-1-1 0 0,-1-2 1 0 0,0-2-1 0 0,0-1 0 0 0,-2-3 1 0 0,38-26-1 0 0,-22 9 468 0 0,-2-3-1 0 0,-1-1 1 0 0,83-96-1 0 0,-83 79 1056 0 0,48-52 2520 0 0,-98 111-3557 0 0,0 0 0 0 0,0-1 0 0 0,0 1 0 0 0,0 0 0 0 0,0 0 0 0 0,0 0 0 0 0,0-1 0 0 0,0 1 0 0 0,1 0 0 0 0,-1 0 0 0 0,0 0 0 0 0,0-1 0 0 0,0 1 0 0 0,0 0 0 0 0,0 0 0 0 0,1 0 0 0 0,-1 0 0 0 0,0-1 0 0 0,0 1 0 0 0,0 0 0 0 0,1 0 0 0 0,-1 0 0 0 0,0 0 0 0 0,0 0 0 0 0,0 0 0 0 0,1 0 0 0 0,-1-1 0 0 0,0 1 0 0 0,0 0 0 0 0,1 0 0 0 0,-1 0 0 0 0,0 0 0 0 0,0 0 0 0 0,1 0 0 0 0,-1 0 0 0 0,0 0 0 0 0,0 0 0 0 0,0 0 0 0 0,1 0 0 0 0,-1 1 0 0 0,0-1 0 0 0,0 0 0 0 0,1 0 0 0 0,-1 0 0 0 0,0 0 0 0 0,0 0 0 0 0,-2 14 106 0 0,-14 23 99 0 0,-82 144 1424 0 0,-5 12-688 0 0,76-136-709 0 0,-29 85 0 0 0,53-133-216 0 0,0 0 0 0 0,1-1 0 0 0,0 1 0 0 0,0 0 0 0 0,1 0 0 0 0,1 1 0 0 0,-1-1 0 0 0,3 16 0 0 0,-2-21-46 0 0,1 0 0 0 0,0-1 0 0 0,0 1-1 0 0,1-1 1 0 0,-1 1 0 0 0,1-1 0 0 0,0 0 0 0 0,0 0 0 0 0,0 1 0 0 0,0-1 0 0 0,0-1-1 0 0,1 1 1 0 0,-1 0 0 0 0,1 0 0 0 0,0-1 0 0 0,0 0 0 0 0,0 1 0 0 0,0-1 0 0 0,0 0-1 0 0,0-1 1 0 0,0 1 0 0 0,1 0 0 0 0,-1-1 0 0 0,5 1 0 0 0,0 1-152 0 0,1-1 1 0 0,0 0-1 0 0,0 0 1 0 0,-1-1-1 0 0,1 0 1 0 0,0-1-1 0 0,0 0 1 0 0,0 0-1 0 0,0-1 1 0 0,10-2-1 0 0,-5 0-30 0 0,-1 0-1 0 0,0-2 1 0 0,0 1-1 0 0,0-2 0 0 0,24-13 1 0 0,-12 2 207 0 0,-1 0 0 0 0,-1-2 0 0 0,-1 0 1 0 0,0-2-1 0 0,27-33 0 0 0,21-40 2022 0 0,-13 16 64 0 0,-56 77-1973 0 0,-2 15-108 0 0,-1-3 1 0 0,-1-1 1 0 0,0 0-1 0 0,-1 0 1 0 0,-7 14-1 0 0,-1 4-11 0 0,2-4 7 0 0,-19 57-3 0 0,26-73 10 0 0,1 0 0 0 0,1 1 1 0 0,-1-1-1 0 0,2 0 0 0 0,-1 1 0 0 0,1-1 0 0 0,1 16 0 0 0,0-22-19 0 0,-1 0 1 0 0,1 0-1 0 0,0 0 0 0 0,0-1 0 0 0,0 1 0 0 0,0 0 1 0 0,0 0-1 0 0,0-1 0 0 0,0 1 0 0 0,0-1 0 0 0,1 1 1 0 0,-1-1-1 0 0,0 0 0 0 0,1 1 0 0 0,-1-1 1 0 0,1 0-1 0 0,0 0 0 0 0,-1 0 0 0 0,1 0 0 0 0,0 0 1 0 0,0-1-1 0 0,0 1 0 0 0,-1 0 0 0 0,1-1 0 0 0,0 1 1 0 0,0-1-1 0 0,0 0 0 0 0,0 0 0 0 0,0 0 0 0 0,0 0 1 0 0,0 0-1 0 0,2 0 0 0 0,5-1-130 0 0,-1 1 0 0 0,0-1 0 0 0,0-1 0 0 0,0 1 0 0 0,0-1 0 0 0,13-6 0 0 0,-5 0-6 0 0,0 0 1 0 0,-1-1-1 0 0,-1-1 1 0 0,0 0-1 0 0,0-1 0 0 0,-1-1 1 0 0,18-19-1 0 0,74-103 761 0 0,-65 80 878 0 0,-35 45-1206 0 0,11-15 123 0 0,-10 21-253 0 0,-5 13-12 0 0,-3-2-116 0 0,-1 1 0 0 0,0-1 0 0 0,0 1 0 0 0,-1-1 0 0 0,0 0 0 0 0,-9 14 0 0 0,-2 4 15 0 0,-8 17-76 0 0,1-2-1004 0 0,-32 81 0 0 0,53-119 728 0 0,0-1 0 0 0,1 1 0 0 0,-1 0 0 0 0,1 0 0 0 0,-1 0 0 0 0,1 0 0 0 0,0 0 0 0 0,0 0 0 0 0,0 0 0 0 0,0 0 0 0 0,1 3 0 0 0,0-4-227 0 0,-1-1 0 0 0,1 0 0 0 0,-1 1 0 0 0,1-1 0 0 0,0 1 0 0 0,0-1 0 0 0,-1 0 0 0 0,1 0 0 0 0,7 7-2656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96 1464 0 0,'28'-39'7132'0'0,"-21"31"-5513"0"0,0-1-1 0 0,-1 0 0 0 0,0-1 1 0 0,5-10-1 0 0,-11 21-1591 0 0,0-1-1 0 0,0 0 1 0 0,0 1-1 0 0,0-1 1 0 0,0 0 0 0 0,1 1-1 0 0,-1-1 1 0 0,0 0-1 0 0,0 1 1 0 0,0-1-1 0 0,1 0 1 0 0,-1 1 0 0 0,0-1-1 0 0,0 0 1 0 0,1 0-1 0 0,-1 1 1 0 0,0-1-1 0 0,0 0 1 0 0,1 0-1 0 0,-1 0 1 0 0,0 0 0 0 0,1 1-1 0 0,-1-1 1 0 0,0 0-1 0 0,1 0 1 0 0,-1 0-1 0 0,0 0 1 0 0,1 0 0 0 0,-1 0-1 0 0,0 0 1 0 0,1 0-1 0 0,-1 0 1 0 0,0 0-1 0 0,1 0 1 0 0,-1 0-1 0 0,1 0 1 0 0,-1 0 0 0 0,0 0-1 0 0,1 0 1 0 0,-1 0-1 0 0,0 0 1 0 0,1 0-1 0 0,-1-1 1 0 0,0 1 0 0 0,1 0-1 0 0,-1 0 1 0 0,0 0-1 0 0,0-1 1 0 0,1 1-1 0 0,-1 0 1 0 0,0 0 0 0 0,0-1-1 0 0,1 1 1 0 0,-1 0-1 0 0,0-1 1 0 0,0 1-1 0 0,0 0 1 0 0,1 0-1 0 0,-1-1 1 0 0,0 1 0 0 0,0 0-1 0 0,0-1 1 0 0,0 1-1 0 0,0-1 1 0 0,0 1-1 0 0,0-1 1 0 0,8 29 419 0 0,-8-14-213 0 0,0 1 1 0 0,-2-1-1 0 0,1 0 1 0 0,-2 0 0 0 0,0 1-1 0 0,-6 15 1 0 0,-4 6 216 0 0,-19 37 0 0 0,26-59-320 0 0,-1 0-1 0 0,0 0 1 0 0,-1-1 0 0 0,0 0 0 0 0,-1-1 0 0 0,-14 15 0 0 0,22-27-112 0 0,0 1-1 0 0,0 0 1 0 0,0 0 0 0 0,0-1-1 0 0,-1 1 1 0 0,1 0 0 0 0,0-1 0 0 0,0 1-1 0 0,-1-1 1 0 0,1 0 0 0 0,-1 1-1 0 0,1-1 1 0 0,0 0 0 0 0,-1 0-1 0 0,1 0 1 0 0,0 0 0 0 0,-1 0-1 0 0,1 0 1 0 0,-2-1 0 0 0,1 1-15 0 0,2 0-2 0 0,-1 0 0 0 0,0-1-1 0 0,1 1 1 0 0,-1 0 0 0 0,1 0-1 0 0,-1-1 1 0 0,1 1 0 0 0,-1-1-1 0 0,1 1 1 0 0,-1 0-1 0 0,1-1 1 0 0,0 1 0 0 0,-1-1-1 0 0,1 1 1 0 0,-1-1 0 0 0,1 1-1 0 0,0-1 1 0 0,0 1 0 0 0,-1-1-1 0 0,1 0 1 0 0,0 1 0 0 0,0-1-1 0 0,0 1 1 0 0,-1-1-1 0 0,1 0 1 0 0,0 1 0 0 0,0-1-1 0 0,0-1 1 0 0,0-17-64 0 0,0 18 53 0 0,2-9-23 0 0,-1 0-1 0 0,2 0 1 0 0,0 0-1 0 0,0 0 1 0 0,0 1-1 0 0,1-1 1 0 0,1 1-1 0 0,0 0 1 0 0,0 0-1 0 0,0 1 1 0 0,14-16-1 0 0,-7 10-6 0 0,0 1-1 0 0,0 1 1 0 0,2 0-1 0 0,-1 1 0 0 0,2 0 1 0 0,16-9-1 0 0,-25 16 22 0 0,1 1 0 0 0,-1 0 0 0 0,1 0 0 0 0,0 0-1 0 0,0 1 1 0 0,0 0 0 0 0,0 0 0 0 0,1 1 0 0 0,-1 0-1 0 0,0 1 1 0 0,1-1 0 0 0,-1 1 0 0 0,12 2 0 0 0,-14-1 13 0 0,0 0 0 0 0,0 0 0 0 0,0 1 1 0 0,0 0-1 0 0,0 0 0 0 0,-1 0 1 0 0,1 1-1 0 0,-1-1 0 0 0,1 1 0 0 0,-1 0 1 0 0,0 1-1 0 0,0-1 0 0 0,0 1 0 0 0,-1-1 1 0 0,1 1-1 0 0,-1 0 0 0 0,0 1 0 0 0,0-1 1 0 0,5 9-1 0 0,-4-5 38 0 0,0 1-1 0 0,0-1 1 0 0,-1 1 0 0 0,0 0-1 0 0,-1 0 1 0 0,0 0 0 0 0,0 0-1 0 0,-1 0 1 0 0,0 0 0 0 0,0 1-1 0 0,-1-1 1 0 0,-1 0 0 0 0,1 0-1 0 0,-1 1 1 0 0,-4 12 0 0 0,-8 34 2269 0 0,24-72-2103 0 0,4-3-239 0 0,1 2 0 0 0,1-1 0 0 0,1 2 1 0 0,0 0-1 0 0,1 1 0 0 0,1 1 0 0 0,0 1 1 0 0,44-21-1 0 0,-62 33 34 0 0,0 0 1 0 0,-1 1-1 0 0,1-1 1 0 0,0 0-1 0 0,0 1 1 0 0,-1-1-1 0 0,1 1 0 0 0,0 0 1 0 0,0-1-1 0 0,0 1 1 0 0,0 0-1 0 0,0 0 1 0 0,-1 0-1 0 0,1 0 1 0 0,0 1-1 0 0,0-1 0 0 0,0 0 1 0 0,0 1-1 0 0,-1-1 1 0 0,1 1-1 0 0,0 0 1 0 0,0 0-1 0 0,-1-1 1 0 0,1 1-1 0 0,0 0 1 0 0,-1 0-1 0 0,1 1 0 0 0,-1-1 1 0 0,0 0-1 0 0,1 0 1 0 0,-1 1-1 0 0,0-1 1 0 0,0 1-1 0 0,0-1 1 0 0,0 1-1 0 0,0 0 0 0 0,0-1 1 0 0,0 1-1 0 0,0 0 1 0 0,-1-1-1 0 0,1 1 1 0 0,0 3-1 0 0,1 3 23 0 0,0 1 0 0 0,-1 0 0 0 0,0 1 0 0 0,0-1-1 0 0,-1 0 1 0 0,-2 18 0 0 0,-7 22-1280 0 0,-2 11-3218 0 0,10-54 2296 0 0,1 0 1 0 0,0 1-1 0 0,1-1 0 0 0,1 9 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6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2228 0 0,'6'-9'4681'0'0,"18"-34"2165"0"0,-23 42-6788 0 0,-1-1 1 0 0,1 1-1 0 0,-1-1 1 0 0,1 1 0 0 0,-1 0-1 0 0,1-1 1 0 0,0 1 0 0 0,0 0-1 0 0,0-1 1 0 0,0 1 0 0 0,0 0-1 0 0,0 0 1 0 0,0 0-1 0 0,0 0 1 0 0,0 0 0 0 0,0 0-1 0 0,1 0 1 0 0,-1 0 0 0 0,0 0-1 0 0,1 0 1 0 0,-1 1 0 0 0,0-1-1 0 0,1 1 1 0 0,-1-1-1 0 0,1 1 1 0 0,-1 0 0 0 0,1-1-1 0 0,-1 1 1 0 0,1 0 0 0 0,-1 0-1 0 0,1 0 1 0 0,0 0 0 0 0,-1 0-1 0 0,1 0 1 0 0,-1 1-1 0 0,1-1 1 0 0,-1 0 0 0 0,1 1-1 0 0,1 0 1 0 0,0 1-39 0 0,1 0 0 0 0,-1 0 0 0 0,1 0 0 0 0,-1 1 1 0 0,0-1-1 0 0,0 1 0 0 0,0 0 0 0 0,0 0 0 0 0,-1 0 0 0 0,1 0 0 0 0,-1 1 0 0 0,4 6 0 0 0,-1 1 11 0 0,0 0 0 0 0,-2 1-1 0 0,1-1 1 0 0,-1 1-1 0 0,-1 0 1 0 0,0-1-1 0 0,-1 1 1 0 0,0 0-1 0 0,-1 0 1 0 0,0 0 0 0 0,-1 0-1 0 0,-2 14 1 0 0,0-8 184 0 0,-1 0 0 0 0,-1 0 0 0 0,-1 0 0 0 0,-1-1 0 0 0,0 1 0 0 0,-1-2 0 0 0,-12 19 0 0 0,19-33 3 0 0,-10 13 957 0 0,10-14-1141 0 0,1-1-1 0 0,0 0 1 0 0,-1 1 0 0 0,1-1 0 0 0,-1 0 0 0 0,1 1 0 0 0,-1-1 0 0 0,1 0 0 0 0,-1 0-1 0 0,1 0 1 0 0,-1 0 0 0 0,1 1 0 0 0,-1-1 0 0 0,1 0 0 0 0,-1 0 0 0 0,1 0 0 0 0,-1 0-1 0 0,1 0 1 0 0,-1 0 0 0 0,1 0 0 0 0,-1 0 0 0 0,1 0 0 0 0,-1 0 0 0 0,1-1 0 0 0,-1 1 0 0 0,1 0-1 0 0,0 0 1 0 0,-1 0 0 0 0,1-1 0 0 0,-1 1 0 0 0,0-2-12 0 0,1 0 1 0 0,0 0-1 0 0,-1 0 0 0 0,1 1 1 0 0,0-1-1 0 0,0 0 0 0 0,0 0 0 0 0,1 0 1 0 0,-1 0-1 0 0,0 0 0 0 0,1 0 1 0 0,-1 1-1 0 0,2-4 0 0 0,-2 5-20 0 0,6-15 16 0 0,1 1 0 0 0,0-1 0 0 0,1 2 0 0 0,0-1 0 0 0,1 1 0 0 0,1 0 1 0 0,22-22-1 0 0,-9 9-37 0 0,2 2 1 0 0,1 0 0 0 0,35-25 0 0 0,-45 38-20 0 0,0 1 0 0 0,1 1 0 0 0,0 0 0 0 0,0 1 0 0 0,1 0 0 0 0,0 2 0 0 0,26-7 1 0 0,-41 13 31 0 0,-1-1 1 0 0,1 1-1 0 0,0-1 1 0 0,0 1-1 0 0,-1 0 1 0 0,1 0-1 0 0,0 0 1 0 0,-1 0-1 0 0,1 1 1 0 0,0-1-1 0 0,-1 1 1 0 0,1-1 0 0 0,0 1-1 0 0,-1 0 1 0 0,1 0-1 0 0,-1 0 1 0 0,1 0-1 0 0,-1 1 1 0 0,0-1-1 0 0,0 1 1 0 0,1-1-1 0 0,-1 1 1 0 0,0 0-1 0 0,0 0 1 0 0,-1 0-1 0 0,1 0 1 0 0,0 0 0 0 0,-1 0-1 0 0,1 1 1 0 0,-1-1-1 0 0,0 0 1 0 0,1 1-1 0 0,0 2 1 0 0,0 1 8 0 0,-1 0 1 0 0,1 0 0 0 0,-1 0-1 0 0,0 0 1 0 0,0 1 0 0 0,-1-1-1 0 0,0 0 1 0 0,0 0 0 0 0,0 1-1 0 0,-1-1 1 0 0,0 0 0 0 0,0 0-1 0 0,-3 6 1 0 0,-6 18-246 0 0,5-19-808 0 0,1 0-1 0 0,0 1 1 0 0,1 0 0 0 0,0-1 0 0 0,-2 21 0 0 0,5-31 766 0 0,1 1 0 0 0,-1 0 0 0 0,0-1 1 0 0,1 1-1 0 0,-1-1 0 0 0,1 1 0 0 0,0 0 1 0 0,-1-1-1 0 0,1 1 0 0 0,0-1 0 0 0,0 1 1 0 0,0-1-1 0 0,0 0 0 0 0,0 1 0 0 0,0-1 0 0 0,1 0 1 0 0,-1 0-1 0 0,0 0 0 0 0,0 0 0 0 0,1 0 1 0 0,-1 0-1 0 0,1 0 0 0 0,-1 0 0 0 0,1-1 1 0 0,-1 1-1 0 0,1 0 0 0 0,0-1 0 0 0,-1 1 1 0 0,4-1-1 0 0,10 2-3126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6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118 227 1920 0 0,'2'-2'212'0'0,"85"-92"7351"0"0,-77 83-6459 0 0,-1-2 1 0 0,0 1-1 0 0,-1-1 0 0 0,0-1 0 0 0,-1 1 1 0 0,5-18-1 0 0,-11 30-1051 0 0,-1 0 0 0 0,1 0 0 0 0,-1 1 0 0 0,0-1 0 0 0,1 0-1 0 0,-1 0 1 0 0,0 0 0 0 0,0 0 0 0 0,0-1 0 0 0,0 1 0 0 0,0 0 0 0 0,0 0 0 0 0,0 0 0 0 0,0 0 0 0 0,0 0 0 0 0,-1 0 0 0 0,1 0 0 0 0,0 0 0 0 0,-1 0-1 0 0,0-1 1 0 0,0 0 93 0 0,-16 5 58 0 0,13-2-192 0 0,0 0 1 0 0,1 0 0 0 0,-1 1 0 0 0,0-1-1 0 0,1 1 1 0 0,-1 0 0 0 0,1 0 0 0 0,-1 0-1 0 0,1 0 1 0 0,0 1 0 0 0,0-1 0 0 0,-5 6-1 0 0,2-1-14 0 0,1-1 0 0 0,0 1-1 0 0,1 0 1 0 0,-7 12-1 0 0,9-14 4 0 0,-1 1 0 0 0,1 0 0 0 0,0 0 0 0 0,1 1 0 0 0,0-1-1 0 0,0 0 1 0 0,0 0 0 0 0,1 1 0 0 0,-1-1 0 0 0,1 0 0 0 0,1 1 0 0 0,0-1 0 0 0,0 0 0 0 0,2 9 0 0 0,4 8 0 0 0,1 0 1 0 0,16 33 0 0 0,-14-36 153 0 0,-1 0 1 0 0,6 25-1 0 0,-15-44-123 0 0,0 0 0 0 0,1-1-1 0 0,-1 1 1 0 0,0 0 0 0 0,0 0-1 0 0,0 0 1 0 0,-1 0 0 0 0,1 0-1 0 0,0 0 1 0 0,0 0 0 0 0,0 0-1 0 0,-1 0 1 0 0,1 0 0 0 0,0 0-1 0 0,-1 0 1 0 0,1 0-1 0 0,-1-1 1 0 0,1 1 0 0 0,-1 0-1 0 0,0 0 1 0 0,1 0 0 0 0,-1-1-1 0 0,0 1 1 0 0,1 0 0 0 0,-1-1-1 0 0,0 1 1 0 0,0-1 0 0 0,-1 2-1 0 0,-23 8 207 0 0,23-9-197 0 0,-12 2-82 0 0,-1-1 1 0 0,1 0 0 0 0,0-1 0 0 0,-1 0 0 0 0,1-1 0 0 0,-1-1 0 0 0,1 0-1 0 0,-25-6 1 0 0,36 6-307 0 0,0 1 1 0 0,-1-1-1 0 0,1 0 0 0 0,0 0 0 0 0,0-1 0 0 0,0 1 0 0 0,0-1 0 0 0,-4-2 1 0 0,6 3 35 0 0,1 0 0 0 0,-1 1 0 0 0,0-1 1 0 0,0 0-1 0 0,0 0 0 0 0,1 1 1 0 0,-1-1-1 0 0,0 0 0 0 0,1 0 1 0 0,-1 0-1 0 0,1 0 0 0 0,-1 0 1 0 0,1 0-1 0 0,0 0 0 0 0,-1 0 0 0 0,1 0 1 0 0,0 0-1 0 0,0 0 0 0 0,-1 0 1 0 0,1-1-1 0 0,0 1 0 0 0,0 0 1 0 0,0 0-1 0 0,0 0 0 0 0,1 0 0 0 0,-1 0 1 0 0,0 0-1 0 0,1-2 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7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35 1140 0 0,'105'-33'13655'0'0,"-102"32"-13063"0"0,13 2 273 0 0,-15 0-822 0 0,-1-1-1 0 0,1 0 1 0 0,0 0-1 0 0,-1 1 1 0 0,1-1-1 0 0,-1 0 1 0 0,1 1-1 0 0,-1-1 1 0 0,1 1 0 0 0,-1-1-1 0 0,1 1 1 0 0,-1-1-1 0 0,1 1 1 0 0,-1-1-1 0 0,0 1 1 0 0,1 0-1 0 0,-1-1 1 0 0,0 1-1 0 0,0-1 1 0 0,1 1 0 0 0,-1 0-1 0 0,0-1 1 0 0,0 1-1 0 0,0 0 1 0 0,0-1-1 0 0,0 1 1 0 0,0 0-1 0 0,0-1 1 0 0,0 1-1 0 0,0 0 1 0 0,0-1-1 0 0,0 1 1 0 0,-1 1 0 0 0,-3 21 1098 0 0,4-22-1095 0 0,-25 78 1444 0 0,-54 114 1 0 0,65-160-1913 0 0,-1 10-2939 0 0,9-16-5822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7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33 2548 0 0,'24'-25'7596'0'0,"-28"34"-5900"0"0,-129 208 5069 0 0,104-174-6094 0 0,-42 58 1230 0 0,70-100-1854 0 0,-14 16 2459 0 0,16-17-2480 0 0,-1 0-1 0 0,0 0 1 0 0,0-1 0 0 0,0 1 0 0 0,0 0-1 0 0,0 0 1 0 0,0 0 0 0 0,0-1 0 0 0,0 1-1 0 0,0 0 1 0 0,0 0 0 0 0,0 0 0 0 0,-1-1-1 0 0,1 1 1 0 0,0 0 0 0 0,0 0 0 0 0,0 0-1 0 0,0-1 1 0 0,0 1 0 0 0,0 0 0 0 0,0 0-1 0 0,0 0 1 0 0,0 0 0 0 0,-1 0 0 0 0,1-1-1 0 0,0 1 1 0 0,0 0 0 0 0,0 0 0 0 0,0 0-1 0 0,-1 0 1 0 0,1 0 0 0 0,0 0 0 0 0,0 0-1 0 0,0-1 1 0 0,0 1 0 0 0,-1 0 0 0 0,1 0-1 0 0,0 0 1 0 0,0 0 0 0 0,0 0 0 0 0,-1 0-1 0 0,1 0 1 0 0,0 0 0 0 0,0 0 0 0 0,0 0-1 0 0,-1 0 1 0 0,1 0 0 0 0,0 0 0 0 0,0 0-1 0 0,0 0 1 0 0,-1 1 0 0 0,1-1 0 0 0,0 0-1 0 0,0 0 1 0 0,0 0 0 0 0,0 0 0 0 0,-1 0-1 0 0,1 0 1 0 0,0 0 0 0 0,0 1 0 0 0,0-1-1 0 0,0 0 1 0 0,0 0 0 0 0,-1 0 0 0 0,1 0-1 0 0,0 1 1 0 0,1-7-3 0 0,1 1 1 0 0,0 0-1 0 0,0 0 0 0 0,0 0 0 0 0,1 0 0 0 0,-1 0 1 0 0,1 1-1 0 0,0-1 0 0 0,0 1 0 0 0,1-1 1 0 0,5-4-1 0 0,1-3-35 0 0,24-31-63 0 0,2 2 0 0 0,2 1 0 0 0,2 2 1 0 0,1 2-1 0 0,2 2 0 0 0,52-32 0 0 0,-91 63 56 0 0,0 1-1 0 0,0-1 0 0 0,1 1 0 0 0,-1 0 0 0 0,1 1 0 0 0,-1-1 1 0 0,1 1-1 0 0,0 0 0 0 0,-1 0 0 0 0,1 0 0 0 0,0 1 1 0 0,0-1-1 0 0,0 1 0 0 0,0 0 0 0 0,0 1 0 0 0,7 1 1 0 0,-8-1 10 0 0,-1 0 0 0 0,0 1 0 0 0,1-1 0 0 0,-1 1 0 0 0,0 0 0 0 0,0 0 0 0 0,0 0 0 0 0,0 0 1 0 0,0 0-1 0 0,-1 1 0 0 0,1-1 0 0 0,-1 1 0 0 0,1 0 0 0 0,-1 0 0 0 0,0 0 0 0 0,0 0 0 0 0,0 0 0 0 0,-1 0 1 0 0,1 1-1 0 0,-1-1 0 0 0,0 0 0 0 0,2 7 0 0 0,0 4 11 0 0,0-1 0 0 0,-2 1 0 0 0,1 0 0 0 0,-2 0 0 0 0,-1 24 0 0 0,-13 68 94 0 0,10-85-65 0 0,2-11-223 0 0,-2 16-914 0 0,6-11-2637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7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67 2272 0 0,'-142'-61'19672'0'0,"140"61"-19776"0"0,1-1-1 0 0,-1 0 1 0 0,1 0 0 0 0,-1 1-1 0 0,0-1 1 0 0,0 1 0 0 0,1-1-1 0 0,-1 1 1 0 0,0 0 0 0 0,0 0-1 0 0,1 0 1 0 0,-1 0 0 0 0,0 0-1 0 0,-2 0 1 0 0,-16 11-4908 0 0,3-1-619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29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23 986 1952 0 0,'-7'-18'14824'0'0,"6"20"-14643"0"0,-1-1 0 0 0,1 1 0 0 0,-1 0 0 0 0,1 0 0 0 0,0 0-1 0 0,0 0 1 0 0,0 0 0 0 0,0 0 0 0 0,0 0 0 0 0,0 0 0 0 0,0 0 0 0 0,1 1-1 0 0,-1-1 1 0 0,1 0 0 0 0,0 1 0 0 0,-1-1 0 0 0,1 0 0 0 0,0 3 0 0 0,0-3-31 0 0,9 0 245 0 0,-9-2-381 0 0,1 0 1 0 0,0 1-1 0 0,0-1 1 0 0,-1 0-1 0 0,1 1 1 0 0,0-1-1 0 0,0 0 1 0 0,0 0-1 0 0,0 0 1 0 0,-1 0-1 0 0,1 0 1 0 0,0 0-1 0 0,0 0 1 0 0,0 0-1 0 0,-1 0 1 0 0,1-1-1 0 0,0 1 1 0 0,0 0-1 0 0,0 0 1 0 0,-1-1-1 0 0,2 1 1 0 0,19-10 37 0 0,-1 0 1 0 0,0 0 0 0 0,0-2-1 0 0,-1-1 1 0 0,-1 0-1 0 0,0-1 1 0 0,23-25 0 0 0,108-126-11 0 0,55-102-86 0 0,89-102 33 0 0,-272 346-5 0 0,-16 16-2 0 0,0 0-1 0 0,1 0 1 0 0,0 1-1 0 0,1-1 1 0 0,-1 2-1 0 0,1-1 1 0 0,0 1-1 0 0,0 0 1 0 0,1 0-1 0 0,8-3 1 0 0,-15 7 21 0 0,0 1 1 0 0,0 0-1 0 0,0 0 0 0 0,0 0 0 0 0,0 0 1 0 0,0 0-1 0 0,-1 1 0 0 0,1-1 0 0 0,0 0 1 0 0,0 0-1 0 0,0 1 0 0 0,0-1 1 0 0,-1 0-1 0 0,1 1 0 0 0,0-1 0 0 0,0 1 1 0 0,0-1-1 0 0,-1 1 0 0 0,1-1 1 0 0,0 1-1 0 0,-1-1 0 0 0,1 1 0 0 0,0 0 1 0 0,11 17 470 0 0,-10-9-188 0 0,0-1-1 0 0,0 1 1 0 0,0 0 0 0 0,-2 0 0 0 0,1 0 0 0 0,-1 0 0 0 0,0 0 0 0 0,-3 16-1 0 0,-18 74 1112 0 0,15-79-1145 0 0,-20 69 627 0 0,-45 103 0 0 0,-53 81-552 0 0,47-106-225 0 0,73-159-105 0 0,-8 19-26 0 0,-10 30-1 0 0,22-55-20 0 0,1-3-215 0 0,1-1 170 0 0,-1 0 0 0 0,0 0 0 0 0,0 0 0 0 0,0 0-1 0 0,0 0 1 0 0,0 0 0 0 0,0 0 0 0 0,0 0 0 0 0,-1 0 0 0 0,1-3 0 0 0,1 0-132 0 0,7-24-699 0 0,-1-1 0 0 0,-2 1 0 0 0,-1-1 0 0 0,-1 0 0 0 0,-1-1 0 0 0,-3-43 0 0 0,0 63 793 0 0,-1 0 1 0 0,0 0 0 0 0,-1 0 0 0 0,-1 1 0 0 0,0-1 0 0 0,0 0 0 0 0,-1 1 0 0 0,0-1 0 0 0,-10-16 0 0 0,10 21 102 0 0,0 1 1 0 0,0-1-1 0 0,0 1 1 0 0,-1 0 0 0 0,0 0-1 0 0,0 0 1 0 0,0 1-1 0 0,0 0 1 0 0,-1 0 0 0 0,0 0-1 0 0,0 1 1 0 0,0 0-1 0 0,0 0 1 0 0,0 0-1 0 0,-1 1 1 0 0,-13-4 0 0 0,-1 3 93 0 0,0 1 1 0 0,0 1 0 0 0,0 0-1 0 0,-1 2 1 0 0,1 0-1 0 0,0 2 1 0 0,0 0 0 0 0,0 1-1 0 0,0 2 1 0 0,1 0-1 0 0,-32 14 1 0 0,50-20-63 0 0,1 0 1 0 0,0 1-1 0 0,-1-1 0 0 0,1 1 0 0 0,-1 0 0 0 0,1 0 1 0 0,0-1-1 0 0,-1 1 0 0 0,1 0 0 0 0,0 0 0 0 0,0 0 1 0 0,0 0-1 0 0,0 0 0 0 0,0 1 0 0 0,0-1 0 0 0,0 0 1 0 0,0 0-1 0 0,0 1 0 0 0,0-1 0 0 0,1 0 1 0 0,-1 1-1 0 0,1-1 0 0 0,-1 1 0 0 0,1-1 0 0 0,-1 1 1 0 0,1-1-1 0 0,0 1 0 0 0,0-1 0 0 0,0 3 0 0 0,0-2 6 0 0,1 0 0 0 0,0 0-1 0 0,-1 0 1 0 0,1 0-1 0 0,0 0 1 0 0,0-1-1 0 0,1 1 1 0 0,-1-1 0 0 0,0 1-1 0 0,0-1 1 0 0,1 1-1 0 0,-1-1 1 0 0,1 1-1 0 0,-1-1 1 0 0,1 0 0 0 0,0 0-1 0 0,-1 0 1 0 0,1 0-1 0 0,0 0 1 0 0,0 0-1 0 0,0-1 1 0 0,0 1 0 0 0,2 0-1 0 0,8 2-7 0 0,0 0-1 0 0,0-1 0 0 0,0-1 1 0 0,24 1-1 0 0,53-8-626 0 0,-61 4 252 0 0,180-21-3779 0 0,-70 3-2783 0 0,-90 14 2140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0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47 1668 0 0,'59'-43'14958'0'0,"-59"43"-14897"0"0,0 0 0 0 0,0-1 1 0 0,0 1-1 0 0,1 0 0 0 0,-1 0 1 0 0,0-1-1 0 0,1 1 1 0 0,-1 0-1 0 0,0 0 0 0 0,1 0 1 0 0,-1-1-1 0 0,0 1 1 0 0,1 0-1 0 0,-1 0 0 0 0,0 0 1 0 0,1 0-1 0 0,-1 0 1 0 0,0 0-1 0 0,1 0 0 0 0,-1 0 1 0 0,0 0-1 0 0,1 0 0 0 0,-1 0 1 0 0,0 0-1 0 0,1 0 1 0 0,0 0-1 0 0,-1 3 0 0 0,0 0 0 0 0,0 1 1 0 0,0-1-1 0 0,0 0 0 0 0,0 0 0 0 0,-1 0 1 0 0,1 0-1 0 0,-1 1 0 0 0,0-1 0 0 0,0 0 1 0 0,0 0-1 0 0,-3 4 0 0 0,-21 41 611 0 0,17-34-547 0 0,-69 119 659 0 0,9-15-1017 0 0,24-38-2868 0 0,37-63 1572 0 0,2 7-6535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1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87 2376 0 0,'13'-17'2762'0'0,"-4"7"-618"0"0,-1 0 1 0 0,0-1 0 0 0,-1 0-1 0 0,6-12 1 0 0,-13 21-1565 0 0,-7 0 484 0 0,-7 2-820 0 0,13 1-209 0 0,-8 2 18 0 0,1 1 0 0 0,-1 0 0 0 0,1 1 0 0 0,0 0 0 0 0,1 0 0 0 0,-1 1 0 0 0,1 0 0 0 0,1 0 0 0 0,-1 1 0 0 0,1 0 0 0 0,0 0 0 0 0,0 0 0 0 0,1 1 0 0 0,0-1 0 0 0,-7 15 0 0 0,11-18-46 0 0,0 0-1 0 0,0 0 1 0 0,1 0-1 0 0,-1 0 1 0 0,1 0-1 0 0,0 0 0 0 0,0 1 1 0 0,1-1-1 0 0,-1 0 1 0 0,1 0-1 0 0,0 0 1 0 0,0 0-1 0 0,0 0 1 0 0,0 0-1 0 0,1 0 0 0 0,-1 0 1 0 0,5 6-1 0 0,4 6-7 0 0,0 0 0 0 0,20 22 0 0 0,-26-33 0 0 0,2 2-31 0 0,-1-1 246 0 0,1 0 0 0 0,-1 0 0 0 0,0 1 0 0 0,0 0 0 0 0,-1 0 0 0 0,0 0 0 0 0,0 1 0 0 0,-1-1 0 0 0,0 1 1 0 0,2 9-1 0 0,-5-15-109 0 0,0 0 0 0 0,0 0 0 0 0,0 0 0 0 0,-1 0 0 0 0,1 0 0 0 0,-1 0 0 0 0,1 0 0 0 0,-1 0 0 0 0,0 0 0 0 0,0-1 0 0 0,0 1 0 0 0,0 0 0 0 0,0 0 0 0 0,0-1 0 0 0,0 1 0 0 0,-1 0 0 0 0,1-1 0 0 0,0 0 0 0 0,-4 3 0 0 0,-31 20 676 0 0,24-18-788 0 0,-1 0 0 0 0,0-1 1 0 0,0 0-1 0 0,-1-1 1 0 0,0-1-1 0 0,1 0 1 0 0,-1-1-1 0 0,-16 1 1 0 0,22-3-553 0 0,0 0 1 0 0,-1-1 0 0 0,1 0 0 0 0,0 0-1 0 0,0 0 1 0 0,-13-6 0 0 0,16 5-352 0 0,0 0 0 0 0,0 0 0 0 0,0-1 0 0 0,0 0 0 0 0,1 0 0 0 0,-1 0 0 0 0,1-1 0 0 0,0 0 0 0 0,0 1 0 0 0,-6-8 0 0 0,-6-11-6657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1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2724 0 0,'4'-9'2416'0'0,"-3"-1"1237"0"0,-1-4-1209 0 0,4-3-888 0 0,-1 5-668 0 0,-3 0-852 0 0,4 2-1228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183 298 1648 0 0,'0'0'2017'0'0,"-4"-24"8250"0"0,4 23-10184 0 0,0 1-1 0 0,0-1 1 0 0,0 1 0 0 0,0-1 0 0 0,0 1 0 0 0,1-1-1 0 0,-1 1 1 0 0,0-1 0 0 0,0 0 0 0 0,0 1-1 0 0,0-1 1 0 0,1 1 0 0 0,-1-1 0 0 0,0 1-1 0 0,0 0 1 0 0,1-1 0 0 0,-1 1 0 0 0,1-1-1 0 0,-1 1 1 0 0,0 0 0 0 0,1-1 0 0 0,-1 1-1 0 0,1 0 1 0 0,-1-1 0 0 0,0 1 0 0 0,1 0-1 0 0,-1-1 1 0 0,2 1 0 0 0,17-3 934 0 0,1 1-702 0 0,-5-2-202 0 0,-1 0 0 0 0,0-1 1 0 0,-1-1-1 0 0,1 0 0 0 0,-1-1 1 0 0,22-15-1 0 0,-30 18-48 0 0,0 0-1 0 0,0 0 1 0 0,0-1-1 0 0,0 1 1 0 0,0-1-1 0 0,-1 0 1 0 0,0 0 0 0 0,0-1-1 0 0,-1 0 1 0 0,1 1-1 0 0,-1-1 1 0 0,-1 0-1 0 0,1 0 1 0 0,-1-1 0 0 0,0 1-1 0 0,0 0 1 0 0,-1-1-1 0 0,2-6 1 0 0,-3 7-15 0 0,0 1 1 0 0,0 0-1 0 0,0 0 1 0 0,0-1-1 0 0,-1 1 1 0 0,0 0-1 0 0,0 0 1 0 0,-2-6-1 0 0,2 9-49 0 0,0-1-1 0 0,-1 0 1 0 0,1 1 0 0 0,-1-1-1 0 0,1 1 1 0 0,-1 0 0 0 0,0 0 0 0 0,0-1-1 0 0,0 1 1 0 0,0 1 0 0 0,0-1-1 0 0,-1 0 1 0 0,1 0 0 0 0,-1 1-1 0 0,-3-3 1 0 0,3 3-4 0 0,1 1 0 0 0,-1-1-1 0 0,1 1 1 0 0,-1 0 0 0 0,0-1-1 0 0,1 1 1 0 0,-1 0 0 0 0,1 1-1 0 0,-1-1 1 0 0,1 0 0 0 0,-1 1-1 0 0,1-1 1 0 0,-1 1 0 0 0,-4 2-1 0 0,-32 15-29 0 0,38-18 32 0 0,-22 14-8 0 0,1 1 0 0 0,0 0 1 0 0,1 2-1 0 0,1 1 0 0 0,1 0 0 0 0,0 1 0 0 0,2 1 0 0 0,0 1 0 0 0,1 1 0 0 0,1 0 0 0 0,1 1 0 0 0,1 0 1 0 0,1 1-1 0 0,-16 47 0 0 0,26-63 15 0 0,-1 1-1 0 0,1-1 1 0 0,1 1 0 0 0,-1-1 0 0 0,2 1-1 0 0,-1-1 1 0 0,1 1 0 0 0,2 16 0 0 0,-1-22-7 0 0,-1 0 1 0 0,1 1-1 0 0,1-1 1 0 0,-1 0 0 0 0,0 1-1 0 0,1-1 1 0 0,-1 0-1 0 0,1 0 1 0 0,0 0 0 0 0,0-1-1 0 0,1 1 1 0 0,-1 0 0 0 0,0-1-1 0 0,1 1 1 0 0,-1-1-1 0 0,1 0 1 0 0,0 0 0 0 0,0 0-1 0 0,0 0 1 0 0,0 0-1 0 0,0-1 1 0 0,0 1 0 0 0,1-1-1 0 0,4 1 1 0 0,12 3-358 0 0,0 0 0 0 0,0-2 0 0 0,1-1 0 0 0,40 0 0 0 0,85-12-2377 0 0,-131 9 2422 0 0,214-36-7122 0 0,-145 19 2138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2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431 132 1088 0 0,'2'-3'601'0'0,"5"-8"1733"0"0,0 0-1 0 0,7-19 0 0 0,-12 27-1924 0 0,-1 0 0 0 0,0-1 0 0 0,0 1 0 0 0,0 0 0 0 0,-1 0 0 0 0,1-1 0 0 0,-1 1 0 0 0,0 0-1 0 0,0 0 1 0 0,0-1 0 0 0,0 1 0 0 0,-1 0 0 0 0,1-1 0 0 0,-1 1 0 0 0,-1-5 0 0 0,1 7-326 0 0,1 0-1 0 0,-1 0 1 0 0,1 0-1 0 0,-1 0 1 0 0,0 0 0 0 0,1 0-1 0 0,-1 0 1 0 0,0 0-1 0 0,0 0 1 0 0,0 0 0 0 0,0 0-1 0 0,0 0 1 0 0,0 0-1 0 0,0 1 1 0 0,0-1 0 0 0,0 1-1 0 0,0-1 1 0 0,0 0-1 0 0,0 1 1 0 0,0 0 0 0 0,-3-1-1 0 0,1 0 3 0 0,0 1 1 0 0,-1 0-1 0 0,1 0 1 0 0,0 0-1 0 0,0 0 0 0 0,0 1 1 0 0,0-1-1 0 0,-6 3 0 0 0,-5 2 68 0 0,1 0 0 0 0,0 1 0 0 0,-13 8 0 0 0,23-12-68 0 0,-33 20 146 0 0,1 0-1 0 0,1 3 0 0 0,1 0 1 0 0,2 3-1 0 0,0 0 0 0 0,2 2 1 0 0,-48 64-1 0 0,72-88-221 0 0,1 0-1 0 0,1 0 1 0 0,-1 1 0 0 0,1-1-1 0 0,0 1 1 0 0,0 0-1 0 0,1 0 1 0 0,0 0-1 0 0,-1 10 1 0 0,2-15-14 0 0,1 0-1 0 0,0 0 1 0 0,0 0 0 0 0,0 1 0 0 0,1-1-1 0 0,-1 0 1 0 0,1 0 0 0 0,-1 0-1 0 0,1 0 1 0 0,0 1 0 0 0,-1-1 0 0 0,1 0-1 0 0,0 0 1 0 0,0 0 0 0 0,1-1-1 0 0,-1 1 1 0 0,0 0 0 0 0,1 0 0 0 0,-1-1-1 0 0,1 1 1 0 0,-1-1 0 0 0,1 1-1 0 0,0-1 1 0 0,-1 0 0 0 0,1 1-1 0 0,0-1 1 0 0,0 0 0 0 0,0 0 0 0 0,0 0-1 0 0,0-1 1 0 0,0 1 0 0 0,1 0-1 0 0,-1-1 1 0 0,3 1 0 0 0,5 1-75 0 0,0-1 0 0 0,-1 0 0 0 0,1-1 0 0 0,0 0 0 0 0,0 0 0 0 0,0-1 0 0 0,0-1 1 0 0,0 1-1 0 0,-1-2 0 0 0,20-6 0 0 0,-6 1-43 0 0,-1-2-1 0 0,0-1 1 0 0,26-16 0 0 0,-21 8 91 0 0,1-1 0 0 0,-2-1 0 0 0,-1-1 0 0 0,-1-2 0 0 0,23-27 0 0 0,-21 19 1685 0 0,39-66 1 0 0,-41 63-338 0 0,-22 34-1089 0 0,-2 1-217 0 0,1 0 1 0 0,-1 1-1 0 0,0-1 0 0 0,1 1 0 0 0,-1-1 0 0 0,0 1 1 0 0,0-1-1 0 0,0 1 0 0 0,1-1 0 0 0,-1 1 0 0 0,0-1 1 0 0,0 1-1 0 0,0-1 0 0 0,0 1 0 0 0,0-1 1 0 0,0 1-1 0 0,0-1 0 0 0,0 1 0 0 0,0 0 0 0 0,0-1 1 0 0,0 1-1 0 0,0-1 0 0 0,0 1 0 0 0,-1 0 0 0 0,-4 16 84 0 0,5-15-55 0 0,-266 640 5340 0 0,118-309-4815 0 0,125-270-646 0 0,16-42-1227 0 0,0 0-1 0 0,-16 28 0 0 0,23-49 1210 0 0,0 0-1 0 0,-1 1 0 0 0,1-1 1 0 0,0 1-1 0 0,-1-1 0 0 0,1 1 1 0 0,0-1-1 0 0,0 1 0 0 0,0-1 0 0 0,-1 0 1 0 0,1 1-1 0 0,0 0 0 0 0,0-1 1 0 0,0 1-1 0 0,0-1 0 0 0,0 1 1 0 0,0-1-1 0 0,0 1 0 0 0,0-1 1 0 0,0 1-1 0 0,0-1 0 0 0,0 1 1 0 0,0 0-1 0 0,10-2-2965 0 0,14-14-494 0 0,16-26-3916 0 0,-15 12 534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3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68 243 2188 0 0,'83'-202'16182'0'0,"-68"164"-13833"0"0,-15 36-1583 0 0,-6 16-43 0 0,-38 75 1457 0 0,-29 67-578 0 0,64-132-1505 0 0,1 0 1 0 0,1 0 0 0 0,1 0 0 0 0,-5 45-1 0 0,10-62-160 0 0,1 1-1 0 0,0 0 1 0 0,0-1 0 0 0,1 1-1 0 0,0 0 1 0 0,0-1-1 0 0,0 1 1 0 0,1-1-1 0 0,1 0 1 0 0,5 14-1 0 0,-6-18-13 0 0,0 0 1 0 0,0 0-1 0 0,0 0 0 0 0,0 0 0 0 0,1 0 1 0 0,-1-1-1 0 0,1 1 0 0 0,0-1 0 0 0,0 1 1 0 0,0-1-1 0 0,0 0 0 0 0,0 0 0 0 0,0-1 1 0 0,0 1-1 0 0,1 0 0 0 0,-1-1 1 0 0,1 0-1 0 0,-1 0 0 0 0,1 0 0 0 0,0-1 1 0 0,-1 1-1 0 0,1-1 0 0 0,0 1 0 0 0,4-2 1 0 0,4 1-105 0 0,-1-2 0 0 0,1 0 0 0 0,0 0 0 0 0,0-1 1 0 0,-1-1-1 0 0,0 0 0 0 0,1 0 0 0 0,-2-1 1 0 0,1-1-1 0 0,0 1 0 0 0,-1-2 0 0 0,15-12 0 0 0,-2 1 7 0 0,0-2-1 0 0,-2-1 1 0 0,36-45-1 0 0,-14 9 692 0 0,-3-2 0 0 0,44-87 0 0 0,-72 129-295 0 0,-11 20-143 0 0,-5 11 18 0 0,-24 56 350 0 0,-13 39 67 0 0,36-93-803 0 0,1 1-1 0 0,1 0 1 0 0,0-1-1 0 0,-1 32 0 0 0,4-44 115 0 0,1 1-1 0 0,-1-1 0 0 0,1 1 0 0 0,0-1 0 0 0,0 0 0 0 0,0 0 0 0 0,0 1 0 0 0,1-1 1 0 0,-1 0-1 0 0,1 0 0 0 0,0 0 0 0 0,1-1 0 0 0,3 7 0 0 0,-1-5-140 0 0,0 0 0 0 0,0 0-1 0 0,0-1 1 0 0,0 1 0 0 0,1-1-1 0 0,-1 0 1 0 0,1-1 0 0 0,6 4-1 0 0,5 0-732 0 0,0 0 0 0 0,1-2 0 0 0,-1 0 0 0 0,1 0 0 0 0,31 2 0 0 0,-2-4-2418 0 0,4-4-1334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3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374 852 1336 0 0,'14'-10'1368'0'0,"-1"0"0"0"0,0-1 1 0 0,0-1-1 0 0,-1 0 0 0 0,-1 0 0 0 0,18-25 0 0 0,-25 32-924 0 0,0-1-1 0 0,-1 0 1 0 0,1 0-1 0 0,-1 0 1 0 0,-1 0-1 0 0,1-1 0 0 0,-1 1 1 0 0,0-1-1 0 0,0 1 1 0 0,-1-1-1 0 0,0 0 0 0 0,0 0 1 0 0,0 1-1 0 0,-1-1 1 0 0,0 0-1 0 0,-1 0 1 0 0,1 0-1 0 0,-1 0 0 0 0,-3-9 1 0 0,3 14-375 0 0,0 0-1 0 0,0 0 1 0 0,1 0 0 0 0,-2 0 0 0 0,1 0 0 0 0,0 0 0 0 0,0 0-1 0 0,-1 1 1 0 0,1-1 0 0 0,0 0 0 0 0,-1 1 0 0 0,0-1-1 0 0,1 1 1 0 0,-1 0 0 0 0,0 0 0 0 0,0-1 0 0 0,0 1-1 0 0,-4-1 1 0 0,3 1-6 0 0,-1 0-1 0 0,0 0 0 0 0,0 0 0 0 0,-1 1 1 0 0,1 0-1 0 0,0-1 0 0 0,0 2 0 0 0,0-1 1 0 0,-6 1-1 0 0,-7 3 77 0 0,0 1-1 0 0,1 0 1 0 0,-28 13 0 0 0,42-17-118 0 0,-28 14 151 0 0,0 1 0 0 0,1 1-1 0 0,1 1 1 0 0,-38 32 0 0 0,49-35-129 0 0,1 0 1 0 0,0 1 0 0 0,1 1-1 0 0,1 0 1 0 0,1 1-1 0 0,0 0 1 0 0,-17 36-1 0 0,27-48-41 0 0,0-1-1 0 0,1 1 1 0 0,0 0-1 0 0,1 1 1 0 0,-1-1-1 0 0,1 0 0 0 0,0 0 1 0 0,1 1-1 0 0,0-1 1 0 0,0 0-1 0 0,0 1 0 0 0,0-1 1 0 0,3 9-1 0 0,-2-11-22 0 0,0 0-1 0 0,1-1 1 0 0,-1 1 0 0 0,1-1-1 0 0,0 1 1 0 0,0-1 0 0 0,0 1-1 0 0,0-1 1 0 0,0 0-1 0 0,1 0 1 0 0,0 0 0 0 0,-1-1-1 0 0,1 1 1 0 0,0-1 0 0 0,0 1-1 0 0,1-1 1 0 0,-1 0-1 0 0,0 0 1 0 0,1 0 0 0 0,-1-1-1 0 0,1 1 1 0 0,5 1-1 0 0,1-1-82 0 0,1 0 0 0 0,-1-1 0 0 0,0 0 0 0 0,0 0-1 0 0,1-1 1 0 0,-1 0 0 0 0,0-1 0 0 0,1-1-1 0 0,-1 1 1 0 0,0-2 0 0 0,0 1 0 0 0,0-1-1 0 0,14-7 1 0 0,-4 2-55 0 0,-1-2-1 0 0,0-1 0 0 0,-1 0 1 0 0,0-1-1 0 0,24-21 1 0 0,-13 6 268 0 0,-1-1 1 0 0,-1-2-1 0 0,-1 0 0 0 0,40-66 1 0 0,-40 62 341 0 0,-24 32-379 0 0,-3 4-62 0 0,-24 75-18 0 0,17-56 22 0 0,0 0 0 0 0,2 0 0 0 0,-7 41 0 0 0,12-55-1 0 0,1 1-1 0 0,0 0 0 0 0,0-1 1 0 0,0 1-1 0 0,1-1 1 0 0,0 1-1 0 0,4 13 0 0 0,-4-18-4 0 0,0 0 0 0 0,1 1-1 0 0,-1-1 1 0 0,1 0-1 0 0,0 0 1 0 0,0 0-1 0 0,0 0 1 0 0,1-1-1 0 0,-1 1 1 0 0,1-1 0 0 0,-1 1-1 0 0,1-1 1 0 0,0 0-1 0 0,0 0 1 0 0,0 0-1 0 0,0 0 1 0 0,0 0-1 0 0,5 1 1 0 0,2 0-1 0 0,0 0 0 0 0,0-1 0 0 0,1 0 0 0 0,-1-1 0 0 0,0 0 0 0 0,1-1-1 0 0,-1 0 1 0 0,0 0 0 0 0,1-1 0 0 0,-1-1 0 0 0,0 0 0 0 0,0 0 0 0 0,0-1 0 0 0,16-6 0 0 0,5-4-49 0 0,-1-1 1 0 0,0-1-1 0 0,34-25 0 0 0,-10 3-92 0 0,-2-4-1 0 0,-1-1 1 0 0,-2-3-1 0 0,-3-1 0 0 0,45-58 1 0 0,-46 46 38 0 0,-3-2-1 0 0,-2-2 1 0 0,-3-1 0 0 0,39-92 0 0 0,-39 54 234 0 0,-33 88-40 0 0,-1 0 1 0 0,0 0-1 0 0,-1-1 0 0 0,0 1 1 0 0,-1-24-1 0 0,-1 36-92 0 0,0 0 0 0 0,0 0 0 0 0,0 0 0 0 0,0-1 0 0 0,0 1 0 0 0,0 0 0 0 0,-1 0 0 0 0,1 0-1 0 0,0 0 1 0 0,0 0 0 0 0,-1 0 0 0 0,1 0 0 0 0,-1 0 0 0 0,1 0 0 0 0,-1 1 0 0 0,1-1 0 0 0,-1 0 0 0 0,0 0 0 0 0,1 0-1 0 0,-1 0 1 0 0,0 1 0 0 0,0-1 0 0 0,1 0 0 0 0,-1 1 0 0 0,0-1 0 0 0,0 1 0 0 0,0-1 0 0 0,0 1 0 0 0,0-1-1 0 0,0 1 1 0 0,0-1 0 0 0,0 1 0 0 0,0 0 0 0 0,0 0 0 0 0,0-1 0 0 0,0 1 0 0 0,0 0 0 0 0,0 0 0 0 0,0 0 0 0 0,0 0-1 0 0,0 0 1 0 0,0 1 0 0 0,0-1 0 0 0,0 0 0 0 0,0 0 0 0 0,0 1 0 0 0,-2 0 0 0 0,-5 1 35 0 0,1 1 0 0 0,0 1 0 0 0,0-1 0 0 0,0 1 0 0 0,-8 6 0 0 0,-15 13 160 0 0,0 1 1 0 0,2 2 0 0 0,1 0 0 0 0,0 2 0 0 0,-43 62 0 0 0,42-48-33 0 0,2 1-1 0 0,2 1 1 0 0,1 1 0 0 0,-17 54 0 0 0,30-71-83 0 0,2 1 0 0 0,1 1 0 0 0,1-1 0 0 0,-4 58 0 0 0,9-70-87 0 0,1 0 0 0 0,1 0 0 0 0,1 0 1 0 0,0 0-1 0 0,1 0 0 0 0,1 0 0 0 0,0-1 0 0 0,1 0 1 0 0,1 0-1 0 0,9 17 0 0 0,-10-25-216 0 0,0 0 0 0 0,1-1 0 0 0,0 1 0 0 0,0-1 0 0 0,1 0 0 0 0,0-1 0 0 0,0 0 0 0 0,0 0 0 0 0,1 0 0 0 0,0-1 0 0 0,0 0 0 0 0,0-1 0 0 0,1 0 0 0 0,0 0 0 0 0,12 3 0 0 0,-1-1-1361 0 0,0-1 0 0 0,1-1 0 0 0,-1-1 0 0 0,1 0 0 0 0,0-2-1 0 0,21-1 1 0 0,9-3-5860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4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119 887 36 0 0,'-7'1'1374'0'0,"-1"0"1"0"0,1 0-1 0 0,0 1 1 0 0,0 0-1 0 0,-14 5 1 0 0,18-5-1109 0 0,0 0 1 0 0,-1 0 0 0 0,1 0 0 0 0,0 0-1 0 0,1 1 1 0 0,-1-1 0 0 0,0 1 0 0 0,1 0-1 0 0,-1 0 1 0 0,1 0 0 0 0,0 0 0 0 0,0 0-1 0 0,0 0 1 0 0,-1 4 0 0 0,-1 0 94 0 0,1 0-1 0 0,0-1 1 0 0,1 1 0 0 0,-1 1 0 0 0,1-1-1 0 0,1 0 1 0 0,-1 0 0 0 0,1 1 0 0 0,0 13-1 0 0,1-20-322 0 0,1-1-1 0 0,-1 1 1 0 0,0-1-1 0 0,1 1 1 0 0,-1-1-1 0 0,0 1 1 0 0,1-1-1 0 0,-1 1 0 0 0,1-1 1 0 0,-1 1-1 0 0,1-1 1 0 0,-1 1-1 0 0,1-1 1 0 0,-1 1-1 0 0,1-1 1 0 0,-1 0-1 0 0,1 0 0 0 0,-1 1 1 0 0,1-1-1 0 0,0 0 1 0 0,-1 0-1 0 0,1 1 1 0 0,0-1-1 0 0,-1 0 0 0 0,1 0 1 0 0,0 0-1 0 0,0 0 1 0 0,17 0 233 0 0,-18 0-262 0 0,10-1 81 0 0,-1 0-1 0 0,1-1 0 0 0,-1 0 1 0 0,0 0-1 0 0,0-1 0 0 0,11-5 1 0 0,48-28 133 0 0,-59 31-194 0 0,22-14 29 0 0,-1-2 0 0 0,0-1 0 0 0,-2-1-1 0 0,0-2 1 0 0,36-42 0 0 0,-17 11-2 0 0,69-111 1 0 0,-57 66-72 0 0,-5-3 0 0 0,61-162 0 0 0,-101 231 38 0 0,-7 19-77 0 0,-1 1 1 0 0,7-27 0 0 0,-28 64-27 0 0,-25 51 107 0 0,-135 265 410 0 0,150-282-394 0 0,3 1 1 0 0,2 0 0 0 0,3 2 0 0 0,-11 73 0 0 0,25-118-40 0 0,2-1 0 0 0,0 1-1 0 0,0 0 1 0 0,2 0 0 0 0,-1 0 0 0 0,2 0 0 0 0,4 20-1 0 0,-5-29-51 0 0,1 1-1 0 0,0-1 0 0 0,0 0 1 0 0,1 1-1 0 0,-1-1 0 0 0,1 0 1 0 0,0 0-1 0 0,1-1 0 0 0,-1 1 1 0 0,1-1-1 0 0,0 1 0 0 0,0-1 0 0 0,0 0 1 0 0,0-1-1 0 0,1 1 0 0 0,0-1 1 0 0,0 0-1 0 0,0 0 0 0 0,0 0 1 0 0,7 2-1 0 0,-2-1-131 0 0,0-1 0 0 0,0 0-1 0 0,1-1 1 0 0,-1 0 0 0 0,0 0 0 0 0,1-1-1 0 0,0-1 1 0 0,-1 0 0 0 0,1 0 0 0 0,-1-1 0 0 0,1 0-1 0 0,14-4 1 0 0,-10 0 5 0 0,0 0 0 0 0,0-1 0 0 0,-1-1 0 0 0,0 0 0 0 0,0 0 0 0 0,-1-2 0 0 0,21-15 0 0 0,-4-3 476 0 0,0-2 0 0 0,-2-1 0 0 0,-1-1 0 0 0,-2-1 0 0 0,33-55 0 0 0,13-25 4178 0 0,-69 110-4313 0 0,-9 20 94 0 0,-8 19 98 0 0,-16 61 1 0 0,27-80-308 0 0,0-1 1 0 0,2 1-1 0 0,0 0 0 0 0,1 0 0 0 0,2 35 0 0 0,0-48-21 0 0,0 0 0 0 0,0 0-1 0 0,1-1 1 0 0,-1 1 0 0 0,1 0-1 0 0,0-1 1 0 0,0 1-1 0 0,1-1 1 0 0,-1 0 0 0 0,1 0-1 0 0,0 0 1 0 0,0 0 0 0 0,1 0-1 0 0,-1-1 1 0 0,1 1 0 0 0,-1-1-1 0 0,1 0 1 0 0,0 0-1 0 0,1-1 1 0 0,-1 1 0 0 0,0-1-1 0 0,1 0 1 0 0,-1 0 0 0 0,1 0-1 0 0,0 0 1 0 0,-1-1 0 0 0,1 0-1 0 0,0 0 1 0 0,0 0-1 0 0,0-1 1 0 0,0 1 0 0 0,0-1-1 0 0,0-1 1 0 0,0 1 0 0 0,0-1-1 0 0,-1 1 1 0 0,1-1 0 0 0,0-1-1 0 0,0 1 1 0 0,0-1-1 0 0,7-3 1 0 0,-2-1 242 0 0,0 0 0 0 0,0 0 0 0 0,-1-1 0 0 0,1 0 0 0 0,-1-1 0 0 0,-1 0 0 0 0,0 0 0 0 0,0-1 0 0 0,-1 0 0 0 0,0 0 0 0 0,0-1 0 0 0,10-19 0 0 0,-13 21-127 0 0,0-1 1 0 0,-1 1-1 0 0,0 0 0 0 0,0-1 1 0 0,-1 1-1 0 0,0-1 0 0 0,-1 0 0 0 0,0 0 1 0 0,0 0-1 0 0,-1 0 0 0 0,0 0 1 0 0,0 0-1 0 0,-1 1 0 0 0,0-1 0 0 0,-1 0 1 0 0,0 0-1 0 0,-5-13 0 0 0,3 13-107 0 0,-1-1 1 0 0,-1 1-1 0 0,0 0 0 0 0,0 0 0 0 0,0 0 0 0 0,-1 1 0 0 0,-1 0 0 0 0,-7-7 0 0 0,-13-7-1096 0 0,-32-22 0 0 0,16 12-3151 0 0,14 16-1269 0 0,-4 6-3765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5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85 2648 0 0,'-98'0'15453'0'0,"123"-11"-14419"0"0,209-27-1669 0 0,1 12-6107 0 0,-180 22 2850 0 0,4-2-1570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5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40 1700 0 0,'9'-34'11395'0'0,"-8"34"-11318"0"0,-1 0 0 0 0,0-1 1 0 0,0 1-1 0 0,0 0 0 0 0,0-1 1 0 0,0 1-1 0 0,1 0 1 0 0,-1-1-1 0 0,0 1 0 0 0,0 0 1 0 0,0 0-1 0 0,1-1 0 0 0,-1 1 1 0 0,0 0-1 0 0,0 0 1 0 0,1 0-1 0 0,-1-1 0 0 0,0 1 1 0 0,1 0-1 0 0,-1 0 1 0 0,0 0-1 0 0,1 0 0 0 0,-1 0 1 0 0,0-1-1 0 0,1 1 0 0 0,-1 0 1 0 0,0 0-1 0 0,1 0 1 0 0,-1 0-1 0 0,0 0 0 0 0,1 0 1 0 0,-1 0-1 0 0,0 0 0 0 0,1 0 1 0 0,-1 0-1 0 0,0 1 1 0 0,1-1-1 0 0,-1 0 0 0 0,0 0 1 0 0,1 0-1 0 0,-1 0 0 0 0,0 0 1 0 0,1 1-1 0 0,-1-1 1 0 0,0 0-1 0 0,1 0 0 0 0,-1 0 1 0 0,0 1-1 0 0,0-1 1 0 0,1 0-1 0 0,-1 1 0 0 0,8 17 1007 0 0,-7-6-475 0 0,-1 0 0 0 0,0 0 0 0 0,-1 0 0 0 0,0 0 0 0 0,-1-1 0 0 0,0 1 0 0 0,-7 21 0 0 0,-37 77 1174 0 0,30-73-1411 0 0,-20 42 120 0 0,-27 65-854 0 0,32-45-3725 0 0,29-94 3574 0 0,1 0 1 0 0,1 0-1 0 0,-1 0 0 0 0,1 0 1 0 0,0 10-1 0 0,1-13 8 0 0,-1 0 0 0 0,0 0 0 0 0,1 0 0 0 0,-1 0 0 0 0,1 0 0 0 0,0 0 0 0 0,0 0 0 0 0,0-1 0 0 0,2 5 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195 281 1292 0 0,'-19'-7'1973'0'0,"-1"2"1"0"0,-1 0-1 0 0,1 1 0 0 0,-1 1 0 0 0,1 1 0 0 0,-36 0 1 0 0,55 2-1947 0 0,1 0-1 0 0,-1 0 1 0 0,0 0 0 0 0,0 0 0 0 0,1 0 0 0 0,-1 0-1 0 0,0 0 1 0 0,1 1 0 0 0,-1-1 0 0 0,0 0 0 0 0,0 0 0 0 0,1 1-1 0 0,-1-1 1 0 0,1 0 0 0 0,-1 1 0 0 0,0-1 0 0 0,1 0 0 0 0,-1 1-1 0 0,1-1 1 0 0,-1 1 0 0 0,1-1 0 0 0,-1 1 0 0 0,1 0 0 0 0,-1-1-1 0 0,1 1 1 0 0,-1-1 0 0 0,1 1 0 0 0,-1 1 0 0 0,1-2-14 0 0,0 1 1 0 0,0-1-1 0 0,1 1 1 0 0,-1 0-1 0 0,0-1 1 0 0,0 1-1 0 0,0-1 1 0 0,0 1-1 0 0,1-1 1 0 0,-1 1-1 0 0,0 0 1 0 0,1-1-1 0 0,-1 1 0 0 0,0-1 1 0 0,1 1-1 0 0,-1-1 1 0 0,0 0-1 0 0,1 1 1 0 0,-1-1-1 0 0,1 1 1 0 0,-1-1-1 0 0,1 0 1 0 0,-1 1-1 0 0,1-1 1 0 0,-1 0-1 0 0,2 1 1 0 0,9 2 30 0 0,0 0 1 0 0,0 0-1 0 0,0-1 1 0 0,1 0-1 0 0,-1-1 1 0 0,1-1 0 0 0,22-1-1 0 0,-2 1 11 0 0,322-5-193 0 0,-284 0-397 0 0,0-4 0 0 0,-1-2 0 0 0,71-22 0 0 0,-112 25 208 0 0,0-2 0 0 0,-1-1-1 0 0,42-22 1 0 0,-60 27 313 0 0,1 1 1 0 0,-1-2-1 0 0,-1 1 0 0 0,0-1 0 0 0,1 0 0 0 0,-2-1 1 0 0,1 0-1 0 0,-1 0 0 0 0,-1 0 0 0 0,1-1 0 0 0,-2 0 0 0 0,1 0 1 0 0,4-11-1 0 0,-9 17 58 0 0,0 1-1 0 0,0-1 1 0 0,-1 1 0 0 0,1-1 0 0 0,0 1 0 0 0,-1-1 0 0 0,0 1-1 0 0,0-1 1 0 0,0-3 0 0 0,0 5-30 0 0,0 0 0 0 0,0 0 0 0 0,0 0 0 0 0,0 1 0 0 0,-1-1 0 0 0,1 0 0 0 0,0 0 0 0 0,-1 0 0 0 0,1 1 1 0 0,-1-1-1 0 0,1 0 0 0 0,0 1 0 0 0,-1-1 0 0 0,0 0 0 0 0,1 1 0 0 0,-1-1 0 0 0,1 0 0 0 0,-1 1 0 0 0,0-1 0 0 0,0 0 0 0 0,-1 1 11 0 0,0-1-1 0 0,0 1 1 0 0,0-1-1 0 0,0 1 0 0 0,0 0 1 0 0,0 0-1 0 0,0 0 1 0 0,0 0-1 0 0,0 0 1 0 0,0 1-1 0 0,0-1 1 0 0,0 0-1 0 0,0 1 1 0 0,0 0-1 0 0,0-1 1 0 0,0 1-1 0 0,0 0 0 0 0,0 0 1 0 0,0 0-1 0 0,1 0 1 0 0,-4 2-1 0 0,-10 8 208 0 0,1 1-1 0 0,0 0 1 0 0,0 0 0 0 0,-15 20-1 0 0,-42 62 766 0 0,44-50-837 0 0,1 1 0 0 0,2 0 0 0 0,3 2-1 0 0,1 1 1 0 0,2 1 0 0 0,3 0 0 0 0,2 1-1 0 0,-12 89 1 0 0,22-117-84 0 0,-9 51 1116 0 0,11-71-736 0 0,1-3-443 0 0,-1 1 0 0 0,1-1 1 0 0,0 0-1 0 0,-1 0 0 0 0,1 0 1 0 0,0 0-1 0 0,0 0 0 0 0,0 0 0 0 0,0 0 1 0 0,0 1-1 0 0,0-1 0 0 0,0 0 1 0 0,0 0-1 0 0,0 0 0 0 0,0 0 0 0 0,0 0 1 0 0,0 0-1 0 0,1-1 0 0 0,7-21 36 0 0,-6 17-20 0 0,8-23-1 0 0,1-1-1 0 0,21-36 0 0 0,-25 53-31 0 0,1 0 1 0 0,0 1-1 0 0,1 1 1 0 0,1-1 0 0 0,0 1-1 0 0,0 1 1 0 0,15-12-1 0 0,-16 15-11 0 0,0 1 0 0 0,0 0 0 0 0,1 1 0 0 0,0-1 0 0 0,0 2-1 0 0,0 0 1 0 0,1 0 0 0 0,-1 1 0 0 0,1 0 0 0 0,21-2 0 0 0,-28 4 7 0 0,0 1 0 0 0,1 0 0 0 0,-1 0 1 0 0,1 0-1 0 0,-1 1 0 0 0,0-1 1 0 0,1 1-1 0 0,-1 0 0 0 0,0 1 0 0 0,0-1 1 0 0,0 1-1 0 0,0 0 0 0 0,0 0 1 0 0,0 0-1 0 0,0 0 0 0 0,0 1 1 0 0,-1-1-1 0 0,1 1 0 0 0,-1 0 0 0 0,0 0 1 0 0,0 0-1 0 0,0 1 0 0 0,0-1 1 0 0,-1 1-1 0 0,1-1 0 0 0,-1 1 1 0 0,0 0-1 0 0,0 0 0 0 0,3 8 0 0 0,-2-3 6 0 0,-1 0 0 0 0,0 0-1 0 0,0 0 1 0 0,0 0-1 0 0,-1 1 1 0 0,-1-1 0 0 0,0 12-1 0 0,-2 5 23 0 0,-7 32-1 0 0,5-35-105 0 0,0 0 0 0 0,1 25 0 0 0,3-47 75 0 0,0 1 0 0 0,0-1 0 0 0,0 1 0 0 0,0 0 0 0 0,0-1 0 0 0,0 1 0 0 0,1-1 0 0 0,-1 1 0 0 0,0-1 0 0 0,1 0 0 0 0,-1 1 0 0 0,1-1 0 0 0,0 1 0 0 0,0-1 0 0 0,-1 0 0 0 0,1 1 0 0 0,0-1 0 0 0,0 0 0 0 0,0 0 0 0 0,0 0 0 0 0,0 0 0 0 0,1 0 0 0 0,-1 0 0 0 0,0 0 0 0 0,0 0 0 0 0,1 0 0 0 0,-1-1 0 0 0,0 1 0 0 0,1 0 0 0 0,-1-1 0 0 0,1 1 0 0 0,-1-1 0 0 0,1 0 0 0 0,-1 1-1 0 0,1-1 1 0 0,-1 0 0 0 0,1 0 0 0 0,-1 0 0 0 0,1 0 0 0 0,-1 0 0 0 0,3-1 0 0 0,6 0-5 0 0,1-1-1 0 0,-1 0 0 0 0,1 0 0 0 0,16-7 0 0 0,-22 7-8 0 0,22-9-16 0 0,-1 0 0 0 0,-1-1-1 0 0,0-2 1 0 0,45-33 0 0 0,-36 21 51 0 0,-2-2 0 0 0,47-51 0 0 0,-70 68 186 0 0,0 0 0 0 0,0-1 1 0 0,-1 0-1 0 0,0 0 0 0 0,10-25 1 0 0,-18 37-193 0 0,1-1 0 0 0,-1 1 1 0 0,0-1-1 0 0,1 1 0 0 0,-1-1 1 0 0,0 1-1 0 0,0-1 0 0 0,1 1 1 0 0,-1-1-1 0 0,0 1 0 0 0,0-1 1 0 0,0 1-1 0 0,0-1 0 0 0,0 1 1 0 0,0-1-1 0 0,0 0 0 0 0,0 1 1 0 0,0-1-1 0 0,0 1 0 0 0,0-1 1 0 0,0 1-1 0 0,0-1 0 0 0,0 1 1 0 0,-1-1-1 0 0,1 1 0 0 0,0-1 0 0 0,0 1 1 0 0,0-1-1 0 0,-1 1 0 0 0,1-1 1 0 0,0 1-1 0 0,-1-1 0 0 0,1 1 1 0 0,-1 0-1 0 0,1-1 0 0 0,0 1 1 0 0,-1 0-1 0 0,1-1 0 0 0,-1 1 1 0 0,1 0-1 0 0,-1-1 0 0 0,1 1 1 0 0,-1 0-1 0 0,1 0 0 0 0,-1 0 1 0 0,1-1-1 0 0,-1 1 0 0 0,1 0 1 0 0,-1 0-1 0 0,1 0 0 0 0,-1 0 1 0 0,1 0-1 0 0,-1 0 0 0 0,0 0 1 0 0,1 0-1 0 0,-1 0 0 0 0,1 0 0 0 0,-1 1 1 0 0,1-1-1 0 0,-2 0 0 0 0,-31 10 0 0 0,23-4-3 0 0,-1 0-1 0 0,1 0 1 0 0,1 1 0 0 0,-1 0-1 0 0,1 1 1 0 0,0 0-1 0 0,1 0 1 0 0,-15 18 0 0 0,19-20 5 0 0,0-1 0 0 0,0 1 0 0 0,1 0 0 0 0,-1 0 0 0 0,1 0 0 0 0,1 1 0 0 0,-1-1 0 0 0,1 1 0 0 0,0 0 0 0 0,0-1 0 0 0,1 1 1 0 0,0 0-1 0 0,0 0 0 0 0,1 0 0 0 0,0 0 0 0 0,1 10 0 0 0,0-12-2 0 0,0-1 1 0 0,1 0 0 0 0,0 0-1 0 0,0 0 1 0 0,0 0 0 0 0,0 0-1 0 0,1 0 1 0 0,-1 0 0 0 0,1-1-1 0 0,0 1 1 0 0,0-1-1 0 0,1 0 1 0 0,-1 0 0 0 0,1 0-1 0 0,-1 0 1 0 0,1-1 0 0 0,0 1-1 0 0,0-1 1 0 0,0 0-1 0 0,0 0 1 0 0,6 1 0 0 0,7 3-309 0 0,1 0-1 0 0,-1-2 1 0 0,36 6 0 0 0,57-1-2683 0 0,-34-8-3255 0 0,-24-3-1030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37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0 162 1468 0 0,'0'-8'1047'0'0,"1"0"-1"0"0,0 0 1 0 0,0 0 0 0 0,0 0-1 0 0,1 0 1 0 0,5-12 0 0 0,-4 13-650 0 0,0 1 1 0 0,0 0 0 0 0,0 0 0 0 0,1 0 0 0 0,0 0 0 0 0,0 0 0 0 0,8-6 0 0 0,-8 8-313 0 0,0 0 1 0 0,0 1 0 0 0,1-1 0 0 0,-1 1 0 0 0,1 0 0 0 0,0 0 0 0 0,0 1 0 0 0,0 0 0 0 0,0-1 0 0 0,0 2-1 0 0,1-1 1 0 0,-1 1 0 0 0,1-1 0 0 0,-1 2 0 0 0,1-1 0 0 0,-1 0 0 0 0,1 1 0 0 0,0 0 0 0 0,-1 1-1 0 0,1-1 1 0 0,10 3 0 0 0,-5 0-25 0 0,0 0 0 0 0,0 1 0 0 0,0 0-1 0 0,-1 1 1 0 0,0 0 0 0 0,0 1 0 0 0,0 0 0 0 0,0 0-1 0 0,-1 1 1 0 0,0 0 0 0 0,-1 1 0 0 0,1 0 0 0 0,-2 0-1 0 0,1 1 1 0 0,-1 0 0 0 0,7 11 0 0 0,-9-12 54 0 0,-1 0 0 0 0,0 0 0 0 0,-1 0 0 0 0,0 0 0 0 0,0 1 0 0 0,0-1 0 0 0,-1 1 0 0 0,-1 0 0 0 0,1-1 0 0 0,-2 1 0 0 0,1 0 0 0 0,-1 0 0 0 0,0 0 0 0 0,-1 0 0 0 0,0 0 0 0 0,0-1 0 0 0,-1 1 0 0 0,0 0 0 0 0,-1-1 1 0 0,0 1-1 0 0,-5 9 0 0 0,0-3 139 0 0,0-1 1 0 0,-2 0-1 0 0,1-1 1 0 0,-2 0-1 0 0,0 0 1 0 0,0-1-1 0 0,-1-1 1 0 0,-1 0-1 0 0,-18 13 0 0 0,30-24-238 0 0,0 1 0 0 0,1-1-1 0 0,-1 1 1 0 0,0-1-1 0 0,0 0 1 0 0,0 1-1 0 0,1-1 1 0 0,-1 0 0 0 0,0 0-1 0 0,0 1 1 0 0,0-1-1 0 0,0 0 1 0 0,0 0-1 0 0,1 0 1 0 0,-1 0 0 0 0,0 0-1 0 0,0 0 1 0 0,0 0-1 0 0,-1-1 1 0 0,1 1-16 0 0,1-1 0 0 0,-1 1 1 0 0,1 0-1 0 0,-1-1 0 0 0,1 1 1 0 0,-1-1-1 0 0,1 1 0 0 0,-1-1 1 0 0,1 1-1 0 0,-1-1 0 0 0,1 1 0 0 0,0-1 1 0 0,-1 1-1 0 0,1-1 0 0 0,0 0 1 0 0,-1 1-1 0 0,1-1 0 0 0,0 1 0 0 0,0-1 1 0 0,0 0-1 0 0,0 1 0 0 0,-1-1 1 0 0,1 0-1 0 0,0 1 0 0 0,0-1 1 0 0,0 0-1 0 0,0 1 0 0 0,1-1 0 0 0,-1 0 1 0 0,0 1-1 0 0,0-1 0 0 0,1 0 1 0 0,-1-1-4 0 0,1-6-9 0 0,1 0-1 0 0,-1 0 0 0 0,2 0 1 0 0,-1 0-1 0 0,1 1 1 0 0,0-1-1 0 0,1 1 1 0 0,-1 0-1 0 0,8-10 0 0 0,1 0-1 0 0,1 0-1 0 0,21-22 1 0 0,-10 15-16 0 0,1 0 0 0 0,1 2 0 0 0,48-30 0 0 0,-58 42 1 0 0,1 0-1 0 0,0 2 1 0 0,0 0 0 0 0,1 1-1 0 0,0 0 1 0 0,0 2 0 0 0,1 0-1 0 0,22-2 1 0 0,-37 6 21 0 0,0 0 1 0 0,1 1 0 0 0,-1 0-1 0 0,0 0 1 0 0,0 0 0 0 0,0 1-1 0 0,1-1 1 0 0,-1 1 0 0 0,0 0-1 0 0,0 0 1 0 0,0 1 0 0 0,0-1-1 0 0,0 1 1 0 0,-1 0 0 0 0,1 0-1 0 0,0 0 1 0 0,5 5-1 0 0,-6-4 13 0 0,0 0 0 0 0,-1 0-1 0 0,0 0 1 0 0,0 0-1 0 0,0 1 1 0 0,0-1 0 0 0,-1 1-1 0 0,1 0 1 0 0,-1-1-1 0 0,0 1 1 0 0,0 0-1 0 0,0 0 1 0 0,0 0 0 0 0,-1-1-1 0 0,0 1 1 0 0,1 0-1 0 0,-1 0 1 0 0,-1 0 0 0 0,0 6-1 0 0,-3 13 47 0 0,0 0-1 0 0,-12 30 0 0 0,11-38-294 0 0,0-1 0 0 0,1 1 0 0 0,1 0 0 0 0,0 0 0 0 0,1 0 0 0 0,1 0 0 0 0,0 0 0 0 0,2 21 0 0 0,-1-33 55 0 0,1 0 0 0 0,0 0 0 0 0,0 0 0 0 0,0-1 0 0 0,0 1 1 0 0,0 0-1 0 0,1-1 0 0 0,-1 1 0 0 0,1-1 0 0 0,-1 1 0 0 0,1-1 0 0 0,0 0 0 0 0,0 0 0 0 0,0 0 0 0 0,0 0 0 0 0,1 0 0 0 0,-1 0 0 0 0,5 2 0 0 0,-1-1-669 0 0,0 0 0 0 0,0 0 0 0 0,1-1-1 0 0,-1 0 1 0 0,0 0 0 0 0,1-1 0 0 0,7 1 0 0 0,7 0-3939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42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27 828 0 0,'-4'-27'15588'0'0,"-29"137"-14213"0"0,-6-13-1234 0 0,21-58-198 0 0,3 1 1 0 0,-18 69 0 0 0,33-107 36 0 0,-1 0 0 0 0,1 0-1 0 0,-1 1 1 0 0,1-1 0 0 0,0 0 0 0 0,0 1 0 0 0,0-1-1 0 0,0 0 1 0 0,0 1 0 0 0,1-1 0 0 0,-1 0 0 0 0,1 0 0 0 0,0 0-1 0 0,-1 1 1 0 0,1-1 0 0 0,0 0 0 0 0,0 0 0 0 0,0 0-1 0 0,1 0 1 0 0,1 3 0 0 0,-1-3-22 0 0,1 0-1 0 0,-1-1 1 0 0,0 1 0 0 0,1-1-1 0 0,-1 0 1 0 0,1 1 0 0 0,0-1-1 0 0,-1 0 1 0 0,1 0 0 0 0,0-1-1 0 0,-1 1 1 0 0,1 0 0 0 0,0-1-1 0 0,0 0 1 0 0,0 0 0 0 0,4 0 0 0 0,5 0-54 0 0,-1-2 1 0 0,1 1-1 0 0,0-1 1 0 0,0-1-1 0 0,-1 0 1 0 0,0-1-1 0 0,1 0 1 0 0,-1-1 0 0 0,-1 0-1 0 0,1-1 1 0 0,-1 0-1 0 0,0-1 1 0 0,0 1-1 0 0,-1-2 1 0 0,0 0 0 0 0,0 0-1 0 0,-1 0 1 0 0,15-20-1 0 0,-13 14 170 0 0,0 0 0 0 0,-1 0 0 0 0,-1-1 0 0 0,0-1 0 0 0,-1 1 0 0 0,0-1-1 0 0,-2 0 1 0 0,0-1 0 0 0,-1 1 0 0 0,0-1 0 0 0,-1 0 0 0 0,1-30 0 0 0,-3-1 980 0 0,-1 46-1001 0 0,-6-1 68 0 0,6 3-120 0 0,-1 0 0 0 0,1 0 0 0 0,0 0 0 0 0,0 0 0 0 0,0-1 0 0 0,0 1 0 0 0,-1 0 0 0 0,1 0 0 0 0,0 0 0 0 0,0 0 0 0 0,0 0 0 0 0,-1 0 0 0 0,1 0 0 0 0,0 0 0 0 0,0 0 0 0 0,-1 0 0 0 0,1 0 0 0 0,0 0 0 0 0,0 0 0 0 0,0 0 0 0 0,-1 0 0 0 0,1 0 0 0 0,0 0 0 0 0,0 0 0 0 0,0 0 0 0 0,-1 0 0 0 0,1 0 0 0 0,0 0 0 0 0,0 0 1 0 0,0 0-1 0 0,-1 1 0 0 0,1-1 0 0 0,0 0 0 0 0,0 0 0 0 0,0 0 0 0 0,0 0 0 0 0,0 0 0 0 0,-1 1 0 0 0,1-1 0 0 0,0 0 0 0 0,0 0 0 0 0,0 0 0 0 0,0 0 0 0 0,0 1 0 0 0,0-1 0 0 0,0 0 0 0 0,-1 0 0 0 0,1 1 0 0 0,-6 6 12 0 0,0 1 0 0 0,0 0 0 0 0,1 0 0 0 0,-1 0 0 0 0,2 1 0 0 0,-1 0 0 0 0,-5 17 0 0 0,4-7-33 0 0,1 1-1 0 0,-6 34 1 0 0,10-42-17 0 0,0 0 0 0 0,0 0 0 0 0,1 1 0 0 0,1-1 0 0 0,0 0 0 0 0,0 0 1 0 0,2-1-1 0 0,-1 1 0 0 0,1 0 0 0 0,6 11 0 0 0,-7-17-257 0 0,1 0-1 0 0,0 0 0 0 0,1 0 1 0 0,-1-1-1 0 0,1 0 0 0 0,1 0 1 0 0,-1 0-1 0 0,7 7 1 0 0,-6-9-348 0 0,0 1 1 0 0,0-1 0 0 0,0 0 0 0 0,0 0-1 0 0,0 0 1 0 0,1-1 0 0 0,-1 0-1 0 0,1 0 1 0 0,-1 0 0 0 0,9 1 0 0 0,4-1-3932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43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147 133 1324 0 0,'-11'-120'12379'0'0,"12"120"-12333"0"0,-1-1-1 0 0,0 1 0 0 0,0-1 0 0 0,0 1 0 0 0,0-1 1 0 0,0 1-1 0 0,0-1 0 0 0,0 1 0 0 0,0-1 1 0 0,0 1-1 0 0,0-1 0 0 0,0 1 0 0 0,0-1 1 0 0,-1 1-1 0 0,1-1 0 0 0,0 1 0 0 0,0-1 1 0 0,0 1-1 0 0,-1-1 0 0 0,1 1 0 0 0,0-1 1 0 0,-1 1-1 0 0,0-1 0 0 0,-5 9 256 0 0,-5 18-123 0 0,-12 56 332 0 0,2-2 349 0 0,-37 89-1 0 0,52-161 266 0 0,2-12-895 0 0,1-14-277 0 0,4 9 42 0 0,1 0 1 0 0,-1 0-1 0 0,2-1 0 0 0,-1 1 1 0 0,2 1-1 0 0,-1-1 1 0 0,1 0-1 0 0,0 1 1 0 0,1 0-1 0 0,8-13 1 0 0,-6 12-20 0 0,1 0 1 0 0,-1 1 0 0 0,1-1 0 0 0,0 1-1 0 0,1 1 1 0 0,0 0 0 0 0,0 0 0 0 0,13-6-1 0 0,-18 10 15 0 0,0 1 0 0 0,0 1 0 0 0,1-1 0 0 0,-1 0-1 0 0,0 1 1 0 0,1 0 0 0 0,-1 0 0 0 0,1 1 0 0 0,0-1-1 0 0,-1 1 1 0 0,1 0 0 0 0,-1 0 0 0 0,1 0 0 0 0,0 1 0 0 0,7 1-1 0 0,-6 0 5 0 0,0 0-1 0 0,0 1 1 0 0,-1 0 0 0 0,1 0-1 0 0,-1 0 1 0 0,1 0-1 0 0,-1 1 1 0 0,0 0-1 0 0,-1 0 1 0 0,8 7-1 0 0,-5-3-31 0 0,-1 0-1 0 0,0 0 1 0 0,0 0-1 0 0,-1 1 1 0 0,0 0-1 0 0,0 0 1 0 0,-1 0-1 0 0,0 1 1 0 0,-1-1-1 0 0,0 1 0 0 0,0 0 1 0 0,-1 0-1 0 0,-1 0 1 0 0,1 12-1 0 0,-2-19 6 0 0,-3 50-355 0 0,3-50 384 0 0,0-1-1 0 0,-1 1 0 0 0,1-1 1 0 0,-1 1-1 0 0,0-1 0 0 0,0 1 1 0 0,0-1-1 0 0,0 0 0 0 0,0 1 0 0 0,0-1 1 0 0,0 0-1 0 0,-1 0 0 0 0,1 0 1 0 0,-1 0-1 0 0,0 0 0 0 0,1 0 1 0 0,-1 0-1 0 0,-3 2 0 0 0,-2-1 13 0 0,7-3-8 0 0,-1 0 0 0 0,1 0 1 0 0,-1 0-1 0 0,0 1 0 0 0,1-1 0 0 0,-1 0 0 0 0,1 0 0 0 0,-1 0 0 0 0,1 0 0 0 0,-1 0 1 0 0,1-1-1 0 0,-1 1 0 0 0,1 0 0 0 0,-1 0 0 0 0,1 0 0 0 0,-1 0 0 0 0,1-1 0 0 0,-1 1 0 0 0,1 0 1 0 0,-1 0-1 0 0,1-1 0 0 0,-1 1 0 0 0,1 0 0 0 0,0-1 0 0 0,-1 1 0 0 0,1 0 0 0 0,-1-1 0 0 0,1 1 1 0 0,0-1-1 0 0,-1 1 0 0 0,1-1 0 0 0,0 1 0 0 0,0 0 0 0 0,-1-1 0 0 0,1 1 0 0 0,0-1 1 0 0,0 0-1 0 0,0 1 0 0 0,0-1 0 0 0,0 1 0 0 0,0-1 0 0 0,0 0 0 0 0,-4-21-31 0 0,4 15 22 0 0,1 1 1 0 0,0 0 0 0 0,0 0 0 0 0,1 1 0 0 0,-1-1-1 0 0,1 0 1 0 0,0 0 0 0 0,6-9 0 0 0,27-41-36 0 0,-26 43 35 0 0,5-8-14 0 0,2 1 1 0 0,1 1 0 0 0,0 0-1 0 0,1 1 1 0 0,1 1-1 0 0,1 1 1 0 0,1 0-1 0 0,0 2 1 0 0,0 0 0 0 0,29-12-1 0 0,-46 24 15 0 0,-1 0-1 0 0,1 1 1 0 0,-1 0-1 0 0,1-1 1 0 0,0 1-1 0 0,-1 1 1 0 0,1-1-1 0 0,0 1 1 0 0,0-1 0 0 0,0 1-1 0 0,-1 0 1 0 0,1 0-1 0 0,0 1 1 0 0,0-1-1 0 0,0 1 1 0 0,-1 0-1 0 0,1 0 1 0 0,0 0-1 0 0,-1 0 1 0 0,1 0-1 0 0,5 4 1 0 0,-6-2 14 0 0,0-1 0 0 0,-1 1 0 0 0,1 0 0 0 0,-1 0 1 0 0,1 0-1 0 0,-1 1 0 0 0,0-1 0 0 0,0 0 0 0 0,0 1 0 0 0,-1 0 0 0 0,1-1 1 0 0,-1 1-1 0 0,0 0 0 0 0,0 0 0 0 0,0-1 0 0 0,0 1 0 0 0,-1 0 0 0 0,0 0 1 0 0,1 0-1 0 0,-2 4 0 0 0,0 16 43 0 0,-2-2 1 0 0,-1 1-1 0 0,0 0 1 0 0,-14 39-1 0 0,9-32-979 0 0,-10 52 0 0 0,19-80 784 0 0,0 1-1 0 0,0-1 1 0 0,0 0-1 0 0,0 0 1 0 0,0 1-1 0 0,1-1 1 0 0,-1 0-1 0 0,1 0 1 0 0,-1 1-1 0 0,1-1 1 0 0,0 0-1 0 0,0 0 1 0 0,0 0-1 0 0,0 0 1 0 0,0 0 0 0 0,2 3-1 0 0,-2-4-174 0 0,0 0 0 0 0,0 0 0 0 0,1 0-1 0 0,-1-1 1 0 0,0 1 0 0 0,0 0 0 0 0,0 0 0 0 0,1-1 0 0 0,-1 1 0 0 0,0-1-1 0 0,1 1 1 0 0,-1-1 0 0 0,0 0 0 0 0,1 1 0 0 0,-1-1 0 0 0,0 0-1 0 0,1 0 1 0 0,-1 0 0 0 0,1 0 0 0 0,2 0 0 0 0,20-3-3177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43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183 270 1184 0 0,'66'-230'11533'0'0,"-60"204"-10509"0"0,-2 13-327 0 0,-5 21-250 0 0,-6 24 24 0 0,-94 270 2404 0 0,19-62-2306 0 0,25-77 250 0 0,57-161-570 0 0,0-7-235 0 0,1 0 0 0 0,0 1 1 0 0,0-1-1 0 0,0 0 0 0 0,1 1 0 0 0,0-1 1 0 0,-1 1-1 0 0,1-1 0 0 0,1 1 1 0 0,-1 0-1 0 0,4-4 0 0 0,36-44 28 0 0,-33 41-52 0 0,2-2-8 0 0,1 1-1 0 0,0 1 1 0 0,0 0-1 0 0,1 1 1 0 0,0 0-1 0 0,1 1 1 0 0,0 0-1 0 0,0 2 1 0 0,21-9-1 0 0,-32 15 13 0 0,0 0 0 0 0,0 0 0 0 0,0 1-1 0 0,0-1 1 0 0,1 1 0 0 0,-1 0-1 0 0,0 0 1 0 0,0 0 0 0 0,1 1-1 0 0,-1-1 1 0 0,0 1 0 0 0,0-1-1 0 0,0 1 1 0 0,0 0 0 0 0,0 0-1 0 0,0 1 1 0 0,0-1 0 0 0,0 1-1 0 0,0-1 1 0 0,-1 1 0 0 0,1 0-1 0 0,0 0 1 0 0,-1 0 0 0 0,0 0-1 0 0,4 4 1 0 0,1 2 0 0 0,-1 0 1 0 0,1 0-1 0 0,-1 1 1 0 0,-1 0-1 0 0,0 0 1 0 0,5 12-1 0 0,-4-9 8 0 0,-2 1 0 0 0,0 0 0 0 0,0 1 0 0 0,-1-1 0 0 0,-1 1 0 0 0,0-1 0 0 0,-1 1 0 0 0,0-1 0 0 0,-3 28 0 0 0,1-34 68 0 0,0 0 0 0 0,0-1 0 0 0,-1 1-1 0 0,0 0 1 0 0,0-1 0 0 0,0 0-1 0 0,-1 1 1 0 0,0-1 0 0 0,0 0 0 0 0,-1 0-1 0 0,0-1 1 0 0,0 1 0 0 0,0-1 0 0 0,-1 0-1 0 0,1 0 1 0 0,-1 0 0 0 0,0-1-1 0 0,-1 1 1 0 0,1-1 0 0 0,-1-1 0 0 0,-10 6-1 0 0,5-4-74 0 0,0-2 0 0 0,0 1 0 0 0,-1-1 0 0 0,0-1-1 0 0,1 0 1 0 0,-1-1 0 0 0,0 0 0 0 0,0-1 0 0 0,0 0 0 0 0,0-1 0 0 0,0 0-1 0 0,0-1 1 0 0,1 0 0 0 0,-1-1 0 0 0,1 0 0 0 0,-1-1 0 0 0,1 0-1 0 0,0-1 1 0 0,1-1 0 0 0,-1 1 0 0 0,1-1 0 0 0,-16-13 0 0 0,25 18-173 0 0,-1 0 0 0 0,1 0 0 0 0,-1 0 1 0 0,1 0-1 0 0,0-1 0 0 0,0 1 0 0 0,0 0 1 0 0,0 0-1 0 0,0-1 0 0 0,0 1 0 0 0,0-1 1 0 0,0 1-1 0 0,0-1 0 0 0,1 1 0 0 0,-1-1 1 0 0,0 0-1 0 0,1 1 0 0 0,0-1 1 0 0,-1 0-1 0 0,1 1 0 0 0,0-1 0 0 0,0 0 1 0 0,0 0-1 0 0,0 1 0 0 0,0-4 0 0 0,2 1-513 0 0,-1 1 1 0 0,1 0-1 0 0,0 0 0 0 0,0 0 0 0 0,0 0 0 0 0,0 0 0 0 0,1 0 0 0 0,-1 1 0 0 0,1-1 1 0 0,-1 1-1 0 0,6-4 0 0 0,10-9-5112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44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140 289 1988 0 0,'-4'-10'16410'0'0,"0"19"-17284"0"0,4-7 896 0 0,-1 0 0 0 0,0 0 1 0 0,1 0-1 0 0,0 0 0 0 0,-1 0 0 0 0,1 0 1 0 0,0 1-1 0 0,0-1 0 0 0,0 0 1 0 0,0 0-1 0 0,1 0 0 0 0,-1 0 1 0 0,1 0-1 0 0,-1 0 0 0 0,1 0 0 0 0,0 1 1 0 0,0-2-1 0 0,-1 1 0 0 0,1 0 1 0 0,1 0-1 0 0,-1 0 0 0 0,0 0 1 0 0,0-1-1 0 0,1 1 0 0 0,-1 0 0 0 0,1-1 1 0 0,-1 1-1 0 0,1-1 0 0 0,0 0 1 0 0,0 0-1 0 0,-1 1 0 0 0,1-1 1 0 0,0 0-1 0 0,0-1 0 0 0,0 1 0 0 0,2 1 1 0 0,1 0-11 0 0,0-1 0 0 0,1 1 0 0 0,-1-1 1 0 0,0 0-1 0 0,0-1 0 0 0,1 1 0 0 0,-1-1 0 0 0,0 0 1 0 0,1 0-1 0 0,-1 0 0 0 0,0-1 0 0 0,1 0 0 0 0,-1 0 0 0 0,8-3 1 0 0,-6 1-12 0 0,0-1 1 0 0,0 0 0 0 0,0 0-1 0 0,-1-1 1 0 0,1 0 0 0 0,-1 0 0 0 0,0 0-1 0 0,0-1 1 0 0,-1 0 0 0 0,0 0-1 0 0,0 0 1 0 0,0-1 0 0 0,-1 0-1 0 0,0 0 1 0 0,4-8 0 0 0,-2 2-36 0 0,-1 0-1 0 0,-1-1 1 0 0,0 1 0 0 0,-1-1 0 0 0,0 1-1 0 0,-1-1 1 0 0,1-28 0 0 0,-9 16-118 0 0,6 25 148 0 0,0 0-1 0 0,-1 0 1 0 0,1 0-1 0 0,-1 1 1 0 0,1-1-1 0 0,0 0 1 0 0,-1 0 0 0 0,0 1-1 0 0,1-1 1 0 0,-1 0-1 0 0,1 1 1 0 0,-1-1-1 0 0,0 1 1 0 0,1-1-1 0 0,-1 1 1 0 0,0-1 0 0 0,0 1-1 0 0,1-1 1 0 0,-1 1-1 0 0,0 0 1 0 0,0-1-1 0 0,0 1 1 0 0,0 0-1 0 0,1 0 1 0 0,-1-1 0 0 0,0 1-1 0 0,0 0 1 0 0,0 0-1 0 0,0 0 1 0 0,0 0-1 0 0,-1 0 1 0 0,-13 5-2 0 0,-1 0 0 0 0,1 1 1 0 0,0 0-1 0 0,0 1 0 0 0,1 1 0 0 0,-1 0 1 0 0,2 1-1 0 0,-1 1 0 0 0,-16 15 0 0 0,2 1 3 0 0,0 2-1 0 0,2 0 1 0 0,-22 33-1 0 0,40-51 2 0 0,1 0-1 0 0,1 1 1 0 0,0 0-1 0 0,0 0 1 0 0,1 0 0 0 0,1 1-1 0 0,-5 18 1 0 0,8-26 2 0 0,0 0 1 0 0,0-1-1 0 0,1 1 0 0 0,-1 0 1 0 0,1 0-1 0 0,0 0 1 0 0,0 0-1 0 0,0 0 0 0 0,1 0 1 0 0,0-1-1 0 0,-1 1 1 0 0,1 0-1 0 0,1 0 0 0 0,-1-1 1 0 0,0 1-1 0 0,1-1 1 0 0,0 1-1 0 0,0-1 0 0 0,0 1 1 0 0,0-1-1 0 0,0 0 1 0 0,1 0-1 0 0,-1 0 0 0 0,1 0 1 0 0,0-1-1 0 0,0 1 1 0 0,5 3-1 0 0,3 0-16 0 0,1-1-1 0 0,-1 1 1 0 0,1-2 0 0 0,0 0-1 0 0,0 0 1 0 0,1-1 0 0 0,-1-1-1 0 0,1 0 1 0 0,-1-1 0 0 0,1 0 0 0 0,-1 0-1 0 0,1-2 1 0 0,0 0 0 0 0,17-3-1 0 0,-3-1-48 0 0,0-1 1 0 0,-1-2-1 0 0,0 0 0 0 0,0-2 0 0 0,39-21 1 0 0,-43 18 98 0 0,0 0 1 0 0,-1-2 0 0 0,-1-1 0 0 0,0 0 0 0 0,-1-2 0 0 0,-1 0-1 0 0,-1-1 1 0 0,-1 0 0 0 0,0-2 0 0 0,-1 0 0 0 0,-2 0 0 0 0,0-2-1 0 0,-1 1 1 0 0,-1-2 0 0 0,-1 1 0 0 0,-2-1 0 0 0,0-1 0 0 0,-1 0-1 0 0,4-37 1 0 0,-8 48 90 0 0,-3 13-116 0 0,1 0-1 0 0,-1-1 1 0 0,0 1 0 0 0,0-1 0 0 0,1 1 0 0 0,-1 0-1 0 0,0-1 1 0 0,0 1 0 0 0,0-1 0 0 0,0 1 0 0 0,-1-1-1 0 0,1 1 1 0 0,0 0 0 0 0,0-1 0 0 0,-1 1 0 0 0,1-1-1 0 0,-1 1 1 0 0,1 0 0 0 0,-1 0 0 0 0,0-1 0 0 0,-1-1-1 0 0,1 3-6 0 0,0 0-1 0 0,0-1 0 0 0,0 1 0 0 0,1 0 0 0 0,-1 0 1 0 0,0 0-1 0 0,0-1 0 0 0,0 1 0 0 0,0 0 1 0 0,0 0-1 0 0,0 0 0 0 0,0 1 0 0 0,0-1 1 0 0,0 0-1 0 0,0 0 0 0 0,0 0 0 0 0,1 1 0 0 0,-1-1 1 0 0,0 0-1 0 0,0 1 0 0 0,0-1 0 0 0,0 1 1 0 0,1-1-1 0 0,-1 1 0 0 0,0 0 0 0 0,-1 0 0 0 0,-19 17-18 0 0,17-14 15 0 0,1 1 1 0 0,1-1-1 0 0,-1 1 1 0 0,0 0 0 0 0,1-1-1 0 0,0 1 1 0 0,0 0-1 0 0,1 0 1 0 0,-1 1 0 0 0,0 5-1 0 0,2-8-3 0 0,0 0 1 0 0,0 0-1 0 0,0-1 0 0 0,1 1 0 0 0,-1 0 1 0 0,1-1-1 0 0,-1 1 0 0 0,1-1 0 0 0,0 1 1 0 0,0-1-1 0 0,0 1 0 0 0,0-1 0 0 0,1 1 1 0 0,-1-1-1 0 0,1 0 0 0 0,-1 0 0 0 0,1 0 1 0 0,0 0-1 0 0,0 0 0 0 0,0 0 0 0 0,0 0 1 0 0,4 2-1 0 0,3 2-20 0 0,-1-1-1 0 0,2-1 1 0 0,-1 1-1 0 0,0-2 1 0 0,1 1-1 0 0,0-1 1 0 0,0-1-1 0 0,0 0 1 0 0,0 0-1 0 0,0-1 1 0 0,19 0-1 0 0,-4-1-17 0 0,-1-2 1 0 0,1 0-1 0 0,42-11 0 0 0,-41 7 61 0 0,0-2 0 0 0,-1 0 0 0 0,0-2 0 0 0,-1 0-1 0 0,0-2 1 0 0,0-1 0 0 0,27-20 0 0 0,-26 11 367 0 0,-22 15-162 0 0,-18 10-176 0 0,-9 8 32 0 0,-1 1 0 0 0,1 2 0 0 0,1 0 0 0 0,0 2 0 0 0,-26 23 0 0 0,38-30-51 0 0,-9 7 8 0 0,2 0 1 0 0,-1 1-1 0 0,-24 32 1 0 0,37-42-31 0 0,1 0 0 0 0,-1 1 0 0 0,2 0 0 0 0,-1 0 0 0 0,1 0 1 0 0,0 1-1 0 0,0 0 0 0 0,1-1 0 0 0,1 1 0 0 0,-1 0 0 0 0,2 1 0 0 0,-3 16 0 0 0,5-21-74 0 0,-1-1 0 0 0,1 0 0 0 0,0 1 0 0 0,0-1 0 0 0,0 0 0 0 0,1 0 0 0 0,-1 0 0 0 0,1 0 0 0 0,0 0 0 0 0,0 0 0 0 0,1-1 0 0 0,-1 1 0 0 0,1-1 0 0 0,-1 1 0 0 0,1-1 0 0 0,0 0 0 0 0,1 0 0 0 0,-1 0 0 0 0,0 0 0 0 0,1-1 0 0 0,0 1 0 0 0,-1-1 0 0 0,1 0 1 0 0,7 2-1 0 0,7 4-712 0 0,0-1 0 0 0,1-1 1 0 0,-1-1-1 0 0,23 3 0 0 0,46 4-5182 0 0,-42-8 695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46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195 534 140 0 0,'17'-41'9716'0'0,"-17"39"-8849"0"0,1 1-689 0 0,-1 0-1 0 0,0 0 1 0 0,1 1 0 0 0,-1-1-1 0 0,0 0 1 0 0,0 0 0 0 0,1 0-1 0 0,-1 0 1 0 0,0 0 0 0 0,0 0-1 0 0,0 1 1 0 0,0-1 0 0 0,0 0 0 0 0,0 0-1 0 0,0 0 1 0 0,0 0 0 0 0,-1 0-1 0 0,1 0 1 0 0,0 1 0 0 0,0-1-1 0 0,-1-1 1 0 0,-4 3-157 0 0,0 1 1 0 0,0 0-1 0 0,1 0 0 0 0,-1 1 1 0 0,1-1-1 0 0,0 1 0 0 0,0 0 0 0 0,0 0 1 0 0,0 1-1 0 0,0-1 0 0 0,-5 8 1 0 0,-39 52 141 0 0,39-51-150 0 0,9-12-13 0 0,-59 90 87 0 0,53-79-74 0 0,0 0 0 0 0,1 1 0 0 0,0 0 0 0 0,1 0 0 0 0,0 0 0 0 0,-3 17-1 0 0,7-27-2 0 0,-1-1-1 0 0,1 1 0 0 0,-1 0 0 0 0,1 0 0 0 0,0 0 0 0 0,0 0 1 0 0,0 0-1 0 0,0 0 0 0 0,0 0 0 0 0,1 0 0 0 0,-1 0 0 0 0,0 0 1 0 0,1 0-1 0 0,0 0 0 0 0,-1-1 0 0 0,1 1 0 0 0,0 0 0 0 0,0 0 1 0 0,0-1-1 0 0,0 1 0 0 0,0 0 0 0 0,0-1 0 0 0,1 1 1 0 0,-1-1-1 0 0,0 0 0 0 0,1 1 0 0 0,-1-1 0 0 0,1 0 0 0 0,0 0 1 0 0,-1 0-1 0 0,1 0 0 0 0,3 1 0 0 0,1 0-1 0 0,0-1 0 0 0,0 0 0 0 0,0 0 0 0 0,1-1 0 0 0,-1 0 0 0 0,0 0 0 0 0,0 0 0 0 0,0-1 0 0 0,8-1 0 0 0,2-2 16 0 0,-1 0 1 0 0,1 0-1 0 0,-1-2 0 0 0,0 0 0 0 0,-1-1 1 0 0,0 0-1 0 0,0-1 0 0 0,0-1 0 0 0,-1 0 1 0 0,0 0-1 0 0,-1-2 0 0 0,17-18 0 0 0,-18 18-25 0 0,-1 0-1 0 0,0-2 1 0 0,-1 1-1 0 0,-1-1 0 0 0,0 0 1 0 0,-1-1-1 0 0,0 0 1 0 0,-1 0-1 0 0,0-1 1 0 0,-1 1-1 0 0,-1-1 1 0 0,-1 0-1 0 0,3-18 0 0 0,-6 25-11 0 0,1 0 0 0 0,-2 0 0 0 0,1 1 0 0 0,-1-1 0 0 0,0 0 1 0 0,0 0-1 0 0,-1 0 0 0 0,0 1 0 0 0,-1-1 0 0 0,0 1 0 0 0,-6-13 0 0 0,7 17 4 0 0,0 0 1 0 0,0 0-1 0 0,0 0 1 0 0,-1 0-1 0 0,1 0 1 0 0,-1 1 0 0 0,1-1-1 0 0,-1 1 1 0 0,0 0-1 0 0,0 0 1 0 0,0 0-1 0 0,0 0 1 0 0,0 0-1 0 0,0 0 1 0 0,-1 1 0 0 0,1 0-1 0 0,-1 0 1 0 0,1 0-1 0 0,-1 0 1 0 0,1 0-1 0 0,-1 1 1 0 0,1-1 0 0 0,-1 1-1 0 0,0 0 1 0 0,1 0-1 0 0,-1 1 1 0 0,-5 0-1 0 0,-5 2 0 0 0,0 1-1 0 0,0 0 1 0 0,0 1-1 0 0,1 0 0 0 0,-1 1 1 0 0,-15 10-1 0 0,24-13 9 0 0,0 1 0 0 0,-1-1 0 0 0,1 1 0 0 0,0 0 0 0 0,1 0 0 0 0,-1 0 0 0 0,1 1 0 0 0,0 0 0 0 0,0 0 0 0 0,0 0 0 0 0,1 0 0 0 0,-1 1 0 0 0,1-1 0 0 0,1 1 0 0 0,-1 0 0 0 0,-3 11 0 0 0,6-15 1 0 0,0 0 1 0 0,-1 1-1 0 0,1-1 1 0 0,0 1 0 0 0,0-1-1 0 0,0 0 1 0 0,0 1-1 0 0,1-1 1 0 0,-1 1 0 0 0,1-1-1 0 0,-1 0 1 0 0,1 1-1 0 0,0-1 1 0 0,0 0 0 0 0,0 0-1 0 0,0 1 1 0 0,1-1-1 0 0,1 3 1 0 0,0-2-1 0 0,0 0-1 0 0,1 0 1 0 0,-1 0 0 0 0,0 0 0 0 0,1-1-1 0 0,0 0 1 0 0,-1 1 0 0 0,1-1 0 0 0,7 2 0 0 0,5 1-4 0 0,0 0 0 0 0,1-2 0 0 0,-1 0 1 0 0,21 2-1 0 0,25-1-64 0 0,-1-3 1 0 0,1-2-1 0 0,-1-3 1 0 0,0-3 0 0 0,0-2-1 0 0,81-24 1 0 0,-122 28 36 0 0,-1-1 0 0 0,0-1 1 0 0,0-1-1 0 0,0-1 1 0 0,-1-1-1 0 0,-1 0 0 0 0,1-1 1 0 0,-2-1-1 0 0,1-1 0 0 0,-2 0 1 0 0,0-1-1 0 0,0 0 0 0 0,-2-2 1 0 0,0 1-1 0 0,0-2 1 0 0,-2 0-1 0 0,0 0 0 0 0,17-36 1 0 0,-18 28 47 0 0,0-1 0 0 0,10-45 1 0 0,-17 57 49 0 0,-1 0 1 0 0,0 0-1 0 0,-1 0 1 0 0,0 0-1 0 0,-1 0 1 0 0,-1-1-1 0 0,-3-15 1 0 0,-1 18-58 0 0,5 11-11 0 0,0 1 1 0 0,-1-1-1 0 0,1 0 0 0 0,-1 0 1 0 0,0 0-1 0 0,1 0 1 0 0,-1 1-1 0 0,0-1 1 0 0,1 0-1 0 0,-1 0 0 0 0,0 1 1 0 0,0-1-1 0 0,1 1 1 0 0,-1-1-1 0 0,0 0 1 0 0,0 1-1 0 0,0 0 0 0 0,0-1 1 0 0,0 1-1 0 0,0 0 1 0 0,0-1-1 0 0,0 1 1 0 0,0 0-1 0 0,0 0 0 0 0,0 0 1 0 0,0 0-1 0 0,0 0 1 0 0,0 0-1 0 0,0 0 1 0 0,0 0-1 0 0,0 0 0 0 0,0 0 1 0 0,0 1-1 0 0,0-1 1 0 0,0 0-1 0 0,-1 1 1 0 0,0 0-7 0 0,-5 2 18 0 0,0 1-1 0 0,0 0 1 0 0,0 0-1 0 0,0 1 1 0 0,1 0-1 0 0,-12 11 1 0 0,-32 39 173 0 0,41-45-154 0 0,-32 41 173 0 0,3 2-1 0 0,2 2 1 0 0,2 1 0 0 0,3 2 0 0 0,-30 77 0 0 0,-91 317 714 0 0,92-234-589 0 0,-56 405 0 0 0,113-601-311 0 0,1-9 112 0 0,1 0 0 0 0,0 0 0 0 0,0 16 0 0 0,2-28-112 0 0,-1 0 0 0 0,0 0 0 0 0,0 0 0 0 0,1 0 0 0 0,-1 0 0 0 0,1 0 1 0 0,-1 0-1 0 0,1 0 0 0 0,-1 0 0 0 0,1 0 0 0 0,0 0 0 0 0,-1 0 0 0 0,1-1 1 0 0,0 1-1 0 0,0 0 0 0 0,-1 0 0 0 0,1-1 0 0 0,0 1 0 0 0,0-1 0 0 0,0 1 0 0 0,0-1 1 0 0,0 1-1 0 0,0-1 0 0 0,0 1 0 0 0,0-1 0 0 0,0 0 0 0 0,0 1 0 0 0,0-1 0 0 0,0 0 1 0 0,1 0-1 0 0,-1 0 0 0 0,0 0 0 0 0,0 0 0 0 0,0 0 0 0 0,0 0 0 0 0,2-1 0 0 0,5 0 29 0 0,1 0-1 0 0,0-1 0 0 0,12-3 0 0 0,-19 4-31 0 0,16-4 63 0 0,-1-1-1 0 0,-1-1 1 0 0,1 0 0 0 0,-1-1 0 0 0,-1-1-1 0 0,1-1 1 0 0,-1 0 0 0 0,-1 0 0 0 0,0-2-1 0 0,20-20 1 0 0,-27 23 15 0 0,1 0 1 0 0,-1 0-1 0 0,-1 0 0 0 0,1-1 0 0 0,-2 0 0 0 0,1-1 0 0 0,-1 1 1 0 0,-1-1-1 0 0,0 0 0 0 0,-1 0 0 0 0,0 0 0 0 0,0-1 0 0 0,-1 1 1 0 0,-1-1-1 0 0,0 1 0 0 0,0-1 0 0 0,-2-15 0 0 0,-2 9-17 0 0,0 1-1 0 0,-1 0 0 0 0,0 0 0 0 0,-1 0 0 0 0,-1 1 0 0 0,-1 0 0 0 0,0 0 1 0 0,-1 0-1 0 0,-1 1 0 0 0,-1 0 0 0 0,0 1 0 0 0,-23-26 0 0 0,-5 2 11 0 0,-1 2 0 0 0,-84-58-1 0 0,113 86-79 0 0,-43-33-738 0 0,53 40 704 0 0,-1 1 0 0 0,1-1-1 0 0,-1 0 1 0 0,1 1 0 0 0,0-1 0 0 0,-1 0 0 0 0,1 1 0 0 0,0-1 0 0 0,0 0 0 0 0,-1 1 0 0 0,1-1-1 0 0,0 0 1 0 0,0 0 0 0 0,0 1 0 0 0,0-1 0 0 0,0 0 0 0 0,0 0 0 0 0,0 0 0 0 0,0 1 0 0 0,0-1 0 0 0,0 0-1 0 0,0 1 1 0 0,1-1 0 0 0,-1 0 0 0 0,0 0 0 0 0,1 1 0 0 0,-1-1 0 0 0,0 0 0 0 0,1 1 0 0 0,-1-1 0 0 0,1 0-1 0 0,-1 1 1 0 0,1-1 0 0 0,-1 1 0 0 0,1-1 0 0 0,-1 1 0 0 0,1-1 0 0 0,0 1 0 0 0,-1-1 0 0 0,2 1-1 0 0,28-20-792 0 0,-27 19 726 0 0,70-33-2197 0 0,2 3-1 0 0,84-22 1 0 0,-42 15-3059 0 0,-42 12-283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52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55 173 304 0 0,'-3'-14'2502'0'0,"0"0"0"0"0,-1 0 0 0 0,-1 1-1 0 0,-8-17 1 0 0,6 16-857 0 0,1 0 0 0 0,-7-30 0 0 0,12 43-1487 0 0,2 0-143 0 0,-1 1 0 0 0,1-1 0 0 0,0 1 0 0 0,-1-1 0 0 0,1 1 0 0 0,0 0 1 0 0,-1-1-1 0 0,1 1 0 0 0,0 0 0 0 0,-1-1 0 0 0,1 1 0 0 0,0 0 0 0 0,-1 0 0 0 0,1 0 1 0 0,0 0-1 0 0,0 0 0 0 0,-1 0 0 0 0,1 0 0 0 0,0 0 0 0 0,0 0 0 0 0,-1 0 1 0 0,1 0-1 0 0,0 0 0 0 0,-1 0 0 0 0,1 1 0 0 0,1-1 0 0 0,17 4 171 0 0,-1 2-44 0 0,0 2 1 0 0,0 0 0 0 0,0 0 0 0 0,-1 2-1 0 0,0 0 1 0 0,-1 1 0 0 0,0 1 0 0 0,-1 0-1 0 0,21 22 1 0 0,-27-24-59 0 0,1 0 0 0 0,-2 1 0 0 0,1 0 0 0 0,-2 1 0 0 0,1-1 0 0 0,-2 1 0 0 0,1 1 0 0 0,-2-1 1 0 0,0 1-1 0 0,0 0 0 0 0,-1 0 0 0 0,2 15 0 0 0,-4-17-12 0 0,-1 0 1 0 0,0 0 0 0 0,-1 0 0 0 0,0 0 0 0 0,-1-1-1 0 0,0 1 1 0 0,-1 0 0 0 0,0 0 0 0 0,0-1-1 0 0,-1 1 1 0 0,-1-1 0 0 0,0 0 0 0 0,0 0-1 0 0,-1 0 1 0 0,-11 16 0 0 0,9-15-14 0 0,0-1 0 0 0,-1 0 1 0 0,-1-1-1 0 0,1 1 0 0 0,-2-2 0 0 0,1 1 0 0 0,-1-2 0 0 0,0 1 1 0 0,-1-1-1 0 0,0-1 0 0 0,-14 7 0 0 0,24-12-56 0 0,0-1 1 0 0,0 1-1 0 0,0-1 0 0 0,0 1 0 0 0,0-1 1 0 0,0 1-1 0 0,0-1 0 0 0,0 0 0 0 0,0 0 1 0 0,0 1-1 0 0,0-1 0 0 0,-1 0 0 0 0,1 0 1 0 0,0 0-1 0 0,0 0 0 0 0,0 0 0 0 0,0-1 1 0 0,0 1-1 0 0,0 0 0 0 0,0 0 0 0 0,0-1 1 0 0,0 1-1 0 0,0 0 0 0 0,0-1 0 0 0,0 0 1 0 0,0 1-1 0 0,0-1 0 0 0,0 1 0 0 0,0-1 1 0 0,0 0-1 0 0,0 0 0 0 0,0 1 0 0 0,1-1 1 0 0,-1 0-1 0 0,0 0 0 0 0,1 0 0 0 0,-1 0 1 0 0,1 0-1 0 0,-1 0 0 0 0,1 0 0 0 0,-1 0 1 0 0,1 0-1 0 0,0 0 0 0 0,-1 0 0 0 0,1 0 1 0 0,0 0-1 0 0,0 0 0 0 0,0-3 0 0 0,-1-2-5 0 0,1 0-1 0 0,0 0 0 0 0,0-1 0 0 0,0 1 1 0 0,1 0-1 0 0,3-12 0 0 0,3-4-5 0 0,2-1 0 0 0,0 1-1 0 0,2 1 1 0 0,0 0 0 0 0,2 1 0 0 0,0 0 0 0 0,1 1-1 0 0,23-25 1 0 0,-16 22-4 0 0,1 1-1 0 0,1 0 1 0 0,1 2-1 0 0,1 0 1 0 0,0 2-1 0 0,29-14 1 0 0,-41 24-21 0 0,-1 2 0 0 0,1-1 1 0 0,0 2-1 0 0,0-1 0 0 0,1 2 1 0 0,-1 0-1 0 0,24-2 0 0 0,-33 5 17 0 0,-1 0 0 0 0,0-1 0 0 0,1 1 0 0 0,-1 1 0 0 0,0-1 0 0 0,0 1 0 0 0,1-1 0 0 0,-1 1-1 0 0,0 0 1 0 0,0 0 0 0 0,0 0 0 0 0,0 0 0 0 0,0 1 0 0 0,0 0 0 0 0,0-1 0 0 0,0 1 0 0 0,-1 0 0 0 0,1 0 0 0 0,-1 0 0 0 0,1 0-1 0 0,-1 1 1 0 0,0-1 0 0 0,0 1 0 0 0,0 0 0 0 0,0-1 0 0 0,0 1 0 0 0,0 0 0 0 0,-1 0 0 0 0,0 0 0 0 0,1 0 0 0 0,-1 0-1 0 0,0 0 1 0 0,-1 1 0 0 0,1-1 0 0 0,-1 0 0 0 0,1 6 0 0 0,0 10-8 0 0,-1 0 1 0 0,0 0-1 0 0,-6 30 1 0 0,0 29-4 0 0,5-74 29 0 0,2 0 0 0 0,-1 0 0 0 0,0 0 0 0 0,1-1 0 0 0,-1 1 0 0 0,1 0 0 0 0,0-1 0 0 0,0 1 0 0 0,0 0 0 0 0,1-1 0 0 0,0 1 0 0 0,-1-1 0 0 0,1 0 0 0 0,0 0 0 0 0,0 0 0 0 0,1 0 0 0 0,-1 0 0 0 0,1 0 0 0 0,-1 0 0 0 0,1-1 0 0 0,6 5 0 0 0,-2-3 1 0 0,-1-1 0 0 0,1 0 1 0 0,0 0-1 0 0,0-1 0 0 0,1 0 1 0 0,-1 0-1 0 0,0 0 0 0 0,1-1 1 0 0,-1 0-1 0 0,11-1 0 0 0,1 1-8 0 0,0-1 0 0 0,0-2 0 0 0,0 0 0 0 0,0 0 0 0 0,0-2 0 0 0,-1 0 0 0 0,1-1 0 0 0,-1-1 0 0 0,32-16 0 0 0,-41 17 2 0 0,-1 0 1 0 0,1 0-1 0 0,-2-1 1 0 0,1 0-1 0 0,0 0 1 0 0,-1-1-1 0 0,-1 0 1 0 0,1 0-1 0 0,-1 0 1 0 0,0-1-1 0 0,-1 0 1 0 0,1 0-1 0 0,-2-1 1 0 0,1 0-1 0 0,-1 1 1 0 0,-1-1-1 0 0,1-1 1 0 0,-2 1-1 0 0,1 0 1 0 0,-1-1-1 0 0,1-11 1 0 0,-2 4 2 0 0,0 1 1 0 0,-2-1-1 0 0,1 0 1 0 0,-2 1-1 0 0,0-1 1 0 0,-6-17-1 0 0,7 27-11 0 0,-1 0 0 0 0,0 0 0 0 0,-1 1 0 0 0,1-1 0 0 0,-2 0 0 0 0,1 1 0 0 0,0 0 0 0 0,-1 0 0 0 0,0 0 0 0 0,-1 0 0 0 0,1 1 0 0 0,-1-1-1 0 0,0 1 1 0 0,-1 0 0 0 0,1 1 0 0 0,-10-7 0 0 0,10 9 0 0 0,1 0-1 0 0,0 1 0 0 0,0-1 0 0 0,-1 1 0 0 0,1 0 1 0 0,-1 0-1 0 0,1 0 0 0 0,-1 1 0 0 0,0-1 0 0 0,1 1 1 0 0,-1 1-1 0 0,-5-1 0 0 0,2 2 22 0 0,-1 0 0 0 0,1 0 0 0 0,-1 1 0 0 0,1-1 0 0 0,0 2 0 0 0,-8 3 0 0 0,0 3-137 0 0,0 0-1 0 0,0 1 0 0 0,1 0 0 0 0,1 1 1 0 0,-17 18-1 0 0,24-22-230 0 0,0 0 1 0 0,0 0-1 0 0,1 1 1 0 0,0 0-1 0 0,1 0 1 0 0,0 0-1 0 0,-5 16 1 0 0,9-22 34 0 0,-1 1 1 0 0,2 0 0 0 0,-1-1-1 0 0,0 1 1 0 0,1 0 0 0 0,0 0-1 0 0,0 0 1 0 0,0 0 0 0 0,0-1-1 0 0,1 7 1 0 0,0-8-98 0 0,0 1 0 0 0,0-1-1 0 0,0 1 1 0 0,0-1 0 0 0,0 1 0 0 0,0-1 0 0 0,1 0 0 0 0,-1 0 0 0 0,1 0-1 0 0,0 0 1 0 0,0 0 0 0 0,0 0 0 0 0,0 0 0 0 0,0 0 0 0 0,0-1-1 0 0,3 3 1 0 0,10 3-4463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52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73 195 2640 0 0,'15'-32'5661'0'0,"-2"10"3520"0"0,-17 36-8752 0 0,1 0-1 0 0,-2-1 1 0 0,0 1 0 0 0,-7 14 0 0 0,-4 10-118 0 0,9-20-207 0 0,-3 4-40 0 0,2 1 0 0 0,0 0 0 0 0,2 0 0 0 0,0 0 0 0 0,2 1 0 0 0,-2 30 0 0 0,6-52-67 0 0,0 1-1 0 0,-1-1 0 0 0,2 0 0 0 0,-1 0 1 0 0,0 1-1 0 0,0-1 0 0 0,1 0 1 0 0,-1 0-1 0 0,1 1 0 0 0,0-1 1 0 0,-1 0-1 0 0,1 0 0 0 0,0 0 1 0 0,0 0-1 0 0,1 0 0 0 0,-1 0 0 0 0,0 0 1 0 0,1-1-1 0 0,-1 1 0 0 0,1 0 1 0 0,-1-1-1 0 0,1 1 0 0 0,0-1 1 0 0,0 1-1 0 0,-1-1 0 0 0,1 0 0 0 0,3 1 1 0 0,-2-1-3 0 0,0 0-1 0 0,1-1 1 0 0,-1 1 0 0 0,1-1-1 0 0,-1 0 1 0 0,1 0 0 0 0,-1 0-1 0 0,1 0 1 0 0,-1-1 0 0 0,1 1 0 0 0,-1-1-1 0 0,1 0 1 0 0,-1 0 0 0 0,0 0-1 0 0,1-1 1 0 0,-1 1 0 0 0,3-3 0 0 0,7-3-12 0 0,0-2 1 0 0,0 1-1 0 0,-1-2 1 0 0,-1 1-1 0 0,15-17 1 0 0,47-60-19 0 0,-59 68 25 0 0,9-14-10 0 0,27-48 1 0 0,-14 19 10 0 0,-16 37-223 0 0,-20 25 234 0 0,1 0 0 0 0,-1-1 0 0 0,1 1 0 0 0,-1 0 1 0 0,1 0-1 0 0,-1 0 0 0 0,0 0 0 0 0,1 0 0 0 0,-1 0 0 0 0,0 0 0 0 0,0 0 0 0 0,0 0 0 0 0,1 0 0 0 0,-1 0 0 0 0,0 0 0 0 0,-1 0 0 0 0,1 0 0 0 0,0 0 1 0 0,0 0-1 0 0,0 0 0 0 0,-1 0 0 0 0,1 0 0 0 0,-1 1 0 0 0,0 2 4 0 0,-3 17 25 0 0,-1 9-9 0 0,-3 48-1 0 0,8-71-13 0 0,0 0 0 0 0,0 1 0 0 0,0-1 0 0 0,1 0 0 0 0,0 0 0 0 0,1 0 0 0 0,0 0 0 0 0,0 0 0 0 0,0 0 0 0 0,1 0 0 0 0,0 0 0 0 0,5 6 0 0 0,-5-8 7 0 0,1-1 0 0 0,0 1-1 0 0,0-1 1 0 0,0 0 0 0 0,1-1 0 0 0,0 1 0 0 0,-1-1 0 0 0,1 0 0 0 0,0 0 0 0 0,0 0-1 0 0,1-1 1 0 0,-1 1 0 0 0,1-1 0 0 0,-1-1 0 0 0,1 1 0 0 0,0-1 0 0 0,-1 0 0 0 0,1 0-1 0 0,0-1 1 0 0,0 0 0 0 0,0 0 0 0 0,-1 0 0 0 0,1 0 0 0 0,0-1 0 0 0,0 0 0 0 0,-1-1 0 0 0,1 1-1 0 0,0-1 1 0 0,-1 0 0 0 0,0 0 0 0 0,11-6 0 0 0,-6 0-1 0 0,-1 0 0 0 0,0-1 0 0 0,0 0 0 0 0,-1-1 0 0 0,0 0 0 0 0,0 0 0 0 0,-1 0 0 0 0,-1-1 0 0 0,0 0 0 0 0,0-1 0 0 0,-1 1 0 0 0,0-1 0 0 0,-1 0 0 0 0,-1 0 0 0 0,4-21 0 0 0,-3 10-9 0 0,-2 0 0 0 0,0 0 1 0 0,-1 0-1 0 0,-2 0 0 0 0,0-1 0 0 0,-2 2 1 0 0,-8-39-1 0 0,11 60-14 0 0,-1 0 1 0 0,1-1 0 0 0,0 1-1 0 0,0 0 1 0 0,-1 0-1 0 0,1 0 1 0 0,0 0-1 0 0,0-1 1 0 0,0 1-1 0 0,1 0 1 0 0,-1 0 0 0 0,0 0-1 0 0,0-1 1 0 0,1 0-1 0 0,0 1 8 0 0,-1 1 0 0 0,0-1-1 0 0,1 1 1 0 0,-1-1 0 0 0,1 1-1 0 0,-1-1 1 0 0,0 1 0 0 0,1 0 0 0 0,-1-1-1 0 0,1 1 1 0 0,-1 0 0 0 0,1-1-1 0 0,0 1 1 0 0,-1 0 0 0 0,1 0 0 0 0,-1-1-1 0 0,1 1 1 0 0,-1 0 0 0 0,1 0-1 0 0,1 0 1 0 0,2 0 6 0 0,1 0-1 0 0,0 1 0 0 0,0-1 1 0 0,-1 1-1 0 0,1 0 1 0 0,4 2-1 0 0,7 1-9 0 0,186 19-3758 0 0,1-22-6676 0 0,-163-3 6504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53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48 3700 0 0,'18'-5'2433'0'0,"-1"0"-1"0"0,0-2 1 0 0,29-14 0 0 0,-39 14-895 0 0,-11 4-73 0 0,-14 5-453 0 0,-3 8-782 0 0,1 1-1 0 0,0 1 0 0 0,1 0 1 0 0,1 1-1 0 0,0 2 0 0 0,1-1 1 0 0,0 2-1 0 0,1 0 0 0 0,-15 21 1 0 0,28-32-221 0 0,0-1 0 0 0,1 0 0 0 0,-1 0 0 0 0,1 1 0 0 0,0-1 1 0 0,1 1-1 0 0,-1 0 0 0 0,1 0 0 0 0,0 0 0 0 0,0-1 0 0 0,0 1 0 0 0,1 0 0 0 0,0 0 1 0 0,0 0-1 0 0,0 0 0 0 0,0 0 0 0 0,1 0 0 0 0,1 5 0 0 0,3 5 15 0 0,0-1 0 0 0,1 0 1 0 0,0 0-1 0 0,12 19 0 0 0,9 19 19 0 0,-26-50 65 0 0,0 0-1 0 0,0 0 0 0 0,-1 0 1 0 0,1 0-1 0 0,-1 0 1 0 0,1 0-1 0 0,-1 0 0 0 0,0 1 1 0 0,0-1-1 0 0,0 0 1 0 0,0 0-1 0 0,0 0 0 0 0,-1 0 1 0 0,1 0-1 0 0,-1 0 1 0 0,1 0-1 0 0,-1 0 0 0 0,0 0 1 0 0,-1 3-1 0 0,0-2 68 0 0,0 0-1 0 0,0 0 1 0 0,0 0-1 0 0,-1 0 1 0 0,0 0-1 0 0,0 0 1 0 0,1-1-1 0 0,-2 1 0 0 0,-5 3 1 0 0,0-1 27 0 0,0 0 0 0 0,0-1 1 0 0,0 0-1 0 0,-1-1 0 0 0,1 0 0 0 0,-1 0 0 0 0,-13 1 1 0 0,9-3-239 0 0,0 0 1 0 0,0-1 0 0 0,0 0 0 0 0,0-2 0 0 0,-20-3-1 0 0,25 3-1098 0 0,-1-1 0 0 0,0 0 0 0 0,1-1 0 0 0,-15-7 0 0 0,24 11 1000 0 0,-1-1 0 0 0,1 1-1 0 0,-1-1 1 0 0,1 1-1 0 0,-1 0 1 0 0,1-1-1 0 0,-1 1 1 0 0,1-1-1 0 0,-1 0 1 0 0,1 1-1 0 0,-1-1 1 0 0,1 1-1 0 0,0-1 1 0 0,-1 0-1 0 0,1 1 1 0 0,0-1-1 0 0,0 0 1 0 0,0 1-1 0 0,-1-1 1 0 0,1 0 0 0 0,0 1-1 0 0,0-1 1 0 0,0 0-1 0 0,0 1 1 0 0,0-1-1 0 0,0 0 1 0 0,0 1-1 0 0,1-1 1 0 0,-1 0-1 0 0,0 1 1 0 0,0-1-1 0 0,0 0 1 0 0,1 1-1 0 0,-1-1 1 0 0,0 0-1 0 0,1 1 1 0 0,-1-1-1 0 0,0 1 1 0 0,1-1 0 0 0,-1 1-1 0 0,2-2 1 0 0,18-20-4130 0 0,-19 22 4165 0 0,13-12-3062 0 0,4 0-970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54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165 111 460 0 0,'-129'-102'14353'0'0,"129"102"-14406"0"0,-1-1 1 0 0,1 0 0 0 0,-1 1 0 0 0,0-1 0 0 0,1 1 0 0 0,-1-1-1 0 0,0 0 1 0 0,0 1 0 0 0,1 0 0 0 0,-1-1 0 0 0,0 1-1 0 0,0-1 1 0 0,0 1 0 0 0,0 0 0 0 0,1 0 0 0 0,-1-1-1 0 0,0 1 1 0 0,0 0 0 0 0,0 0 0 0 0,0 0 0 0 0,0 0-1 0 0,0 0 1 0 0,0 0 0 0 0,0 0 0 0 0,1 0 0 0 0,-1 1-1 0 0,0-1 1 0 0,0 0 0 0 0,0 0 0 0 0,0 1 0 0 0,0-1-1 0 0,1 1 1 0 0,-2 0 0 0 0,1 0-308 0 0,0 0-1 0 0,0 0 1 0 0,0 1 0 0 0,1-1-1 0 0,-1 0 1 0 0,1 1 0 0 0,-1-1-1 0 0,1 0 1 0 0,0 1 0 0 0,-1-1-1 0 0,1 0 1 0 0,0 1 0 0 0,0-1-1 0 0,0 1 1 0 0,0-1 0 0 0,0 0 0 0 0,0 1-1 0 0,1 2 1 0 0,2 9-3428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53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75 40 0 0,'2'-2'993'0'0,"4"-5"1485"0"0,0 0 0 0 0,-1-1-1 0 0,0 1 1 0 0,6-13 920 0 0,0-3 5796 0 0,-16 31-8386 0 0,-58 126 2037 0 0,27-56-2587 0 0,24-53-282 0 0,-28 60-1414 0 0,19-28-5209 0 0,22-46 3230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54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127 100 348 0 0,'52'-100'17226'0'0,"-54"112"-16448"0"0,-4 7 7 0 0,-1 0 0 0 0,-13 29 0 0 0,3-11-229 0 0,-53 124 392 0 0,55-127-802 0 0,-24 47 1088 0 0,38-79-935 0 0,0-11-139 0 0,1 7-148 0 0,0 0 0 0 0,0 0 0 0 0,0 0 0 0 0,0 0 0 0 0,0 0 0 0 0,1 0 0 0 0,-1 1 0 0 0,0-1 0 0 0,2-3 0 0 0,8-20 42 0 0,2 1 0 0 0,0 1-1 0 0,27-38 1 0 0,56-57 35 0 0,-85 106-115 0 0,1 0 1 0 0,0 0 0 0 0,1 2 0 0 0,0-1 0 0 0,0 1 0 0 0,2 1-1 0 0,-1 1 1 0 0,1-1 0 0 0,0 2 0 0 0,24-9 0 0 0,-36 15 18 0 0,0 1 0 0 0,0-1 0 0 0,0 1 1 0 0,0 0-1 0 0,0 0 0 0 0,0 0 0 0 0,0 0 0 0 0,0 0 1 0 0,0 0-1 0 0,0 0 0 0 0,0 1 0 0 0,0-1 0 0 0,0 1 0 0 0,-1 0 1 0 0,1-1-1 0 0,0 1 0 0 0,0 0 0 0 0,0 0 0 0 0,-1 0 1 0 0,1 0-1 0 0,0 0 0 0 0,-1 1 0 0 0,1-1 0 0 0,-1 0 0 0 0,0 1 1 0 0,1-1-1 0 0,-1 1 0 0 0,0-1 0 0 0,0 1 0 0 0,0 0 1 0 0,0 0-1 0 0,1 3 0 0 0,1 2 48 0 0,0 0 0 0 0,0 0 0 0 0,-1 1 0 0 0,-1-1 0 0 0,1 1 0 0 0,0 14 0 0 0,-2-7 187 0 0,0 0 0 0 0,-2-1 0 0 0,0 1 0 0 0,0 0-1 0 0,-10 28 1 0 0,-32 71 482 0 0,31-83-680 0 0,6-16-316 0 0,5-13-104 0 0,1 1 1 0 0,-1-1-1 0 0,1 1 1 0 0,0 0-1 0 0,0-1 0 0 0,0 1 1 0 0,0 0-1 0 0,0 0 1 0 0,0 5-1 0 0,28-25-8150 0 0,-13 3 3977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54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73 2364 0 0,'-10'-34'10618'0'0,"-1"-4"-2245"0"0,1 46-6977 0 0,-69 180 3457 0 0,39-87-4166 0 0,-79 218-535 0 0,112-300-981 0 0,-6 20-1561 0 0,7-14-2078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0:55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433 223 1628 0 0,'9'-56'4627'0'0,"-9"42"-3598"0"0,2 0 0 0 0,0 0 0 0 0,1 0 0 0 0,0 0 0 0 0,1 1 0 0 0,1-1 0 0 0,0 1 1 0 0,7-14-1 0 0,-10 25-969 0 0,-1 0 0 0 0,1 0 0 0 0,0 0 1 0 0,0 0-1 0 0,0 0 0 0 0,0 0 0 0 0,1 0 0 0 0,-1 1 0 0 0,0-1 1 0 0,1 1-1 0 0,-1-1 0 0 0,1 1 0 0 0,-1 0 0 0 0,1 0 1 0 0,3 0-1 0 0,-1-1-12 0 0,1 2 1 0 0,-1-1-1 0 0,1 0 1 0 0,0 1-1 0 0,-1 0 1 0 0,1 1-1 0 0,6 0 1 0 0,2 2-2 0 0,-1 0 1 0 0,1 1 0 0 0,-1 1-1 0 0,0 0 1 0 0,17 9 0 0 0,-20-9 39 0 0,-2 0 0 0 0,1 1 0 0 0,0 0 0 0 0,-1 1 0 0 0,0 0 1 0 0,-1 0-1 0 0,1 0 0 0 0,-1 1 0 0 0,-1 0 0 0 0,0 1 0 0 0,9 15 0 0 0,-12-19 63 0 0,-1 0 0 0 0,0 0-1 0 0,0 0 1 0 0,0 1-1 0 0,-1-1 1 0 0,0 1-1 0 0,0-1 1 0 0,0 1-1 0 0,-1-1 1 0 0,0 1 0 0 0,0 0-1 0 0,0-1 1 0 0,-1 1-1 0 0,0-1 1 0 0,0 1-1 0 0,0-1 1 0 0,0 1-1 0 0,-1-1 1 0 0,0 0-1 0 0,0 0 1 0 0,-1 0 0 0 0,1 0-1 0 0,-5 6 1 0 0,-6 5 145 0 0,-1 0 0 0 0,0-2 1 0 0,-1 1-1 0 0,0-2 0 0 0,-1 0 1 0 0,-1-1-1 0 0,-19 11 1 0 0,33-21-221 0 0,1-1 1 0 0,0 0-1 0 0,0 1 1 0 0,-1-1-1 0 0,1 1 1 0 0,0 0-1 0 0,0 0 1 0 0,1 0-1 0 0,-4 4 1 0 0,5-6-65 0 0,0 1 0 0 0,-1-1 1 0 0,1 0-1 0 0,0 0 1 0 0,0 1-1 0 0,0-1 0 0 0,0 0 1 0 0,0 0-1 0 0,0 1 0 0 0,0-1 1 0 0,0 0-1 0 0,1 1 0 0 0,-1-1 1 0 0,0 0-1 0 0,0 0 1 0 0,0 1-1 0 0,0-1 0 0 0,0 0 1 0 0,0 0-1 0 0,0 1 0 0 0,1-1 1 0 0,-1 0-1 0 0,0 0 1 0 0,0 1-1 0 0,0-1 0 0 0,1 0 1 0 0,-1 0-1 0 0,0 0 0 0 0,0 0 1 0 0,1 1-1 0 0,17 5 121 0 0,-5-2-141 0 0,1 0 0 0 0,-1 0-1 0 0,0 1 1 0 0,0 1 0 0 0,-1 0 0 0 0,0 1 0 0 0,0 1-1 0 0,0 0 1 0 0,-1 0 0 0 0,11 11 0 0 0,-14-11 40 0 0,0-1 1 0 0,0 2-1 0 0,-1-1 1 0 0,0 1-1 0 0,0 0 1 0 0,-1 1-1 0 0,0-1 1 0 0,-1 1-1 0 0,0 0 1 0 0,-1 1-1 0 0,0-1 1 0 0,0 1 0 0 0,2 14-1 0 0,-6-19 150 0 0,0-1-1 0 0,0 1 1 0 0,-1 0-1 0 0,1 0 1 0 0,-1 0 0 0 0,0 0-1 0 0,-1 0 1 0 0,1-1 0 0 0,-1 1-1 0 0,-1 0 1 0 0,1-1-1 0 0,-1 0 1 0 0,0 1 0 0 0,0-1-1 0 0,0 0 1 0 0,-1-1-1 0 0,1 1 1 0 0,-7 5 0 0 0,-1 1 281 0 0,0 1 1 0 0,-2-2-1 0 0,1 0 1 0 0,-1-1-1 0 0,-23 13 1 0 0,8-8-394 0 0,-2-1 0 0 0,1-2 0 0 0,-2 0 0 0 0,1-3 0 0 0,-1 0 0 0 0,-1-2 0 0 0,1-1 1 0 0,-1-2-1 0 0,0-1 0 0 0,0-1 0 0 0,-46-6 0 0 0,58 3-975 0 0,1-2-1 0 0,-1 0 1 0 0,-19-7-1 0 0,19 3-1055 0 0,1 0 0 0 0,-1-1 0 0 0,1-1 0 0 0,1 0 0 0 0,0-2 0 0 0,1 0 0 0 0,0-1-1 0 0,-29-29 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00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70 1740 0 0,'-7'-8'1710'0'0,"5"6"-316"0"0,-10-17 4248 0 0,13 17-5536 0 0,0 0 0 0 0,0 0 0 0 0,0 0 0 0 0,0 1 0 0 0,0-1 0 0 0,1 0-1 0 0,-1 1 1 0 0,0-1 0 0 0,1 1 0 0 0,-1 0 0 0 0,1-1 0 0 0,0 1 0 0 0,-1 0 0 0 0,1 0 0 0 0,0 0-1 0 0,0 0 1 0 0,0 0 0 0 0,0 1 0 0 0,-1-1 0 0 0,1 0 0 0 0,0 1 0 0 0,0-1 0 0 0,0 1-1 0 0,3 0 1 0 0,13-3 562 0 0,29-2-1 0 0,-32 4-569 0 0,17-1 79 0 0,-1 2 0 0 0,57 6 0 0 0,60 18-23 0 0,-99-15-169 0 0,377 54 1142 0 0,489-54-102 0 0,-504-13-904 0 0,1097 22 237 0 0,-603-10 685 0 0,23 22-332 0 0,-272 26-601 0 0,-216-17 15 0 0,-287-26-47 0 0,217 15 137 0 0,371-10 331 0 0,-133-5-398 0 0,130-1-128 0 0,-220-7 33 0 0,936-3-38 0 0,-924-7-37 0 0,176-6 5 0 0,350-54-13 0 0,-781 45-5 0 0,-126 9 16 0 0,342-30-34 0 0,-463 36 51 0 0,13 0-10 0 0,20-2-1 0 0,-58 7 13 0 0,12-4-5 0 0,2 4-576 0 0,-12 1-1823 0 0,-17 1-1451 0 0,-7 0-678 0 0,-1-1-2413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01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56 2788 0 0,'0'0'2316'0'0,"-3"0"-252"0"0,-17 3 5928 0 0,12-3-4732 0 0,-3 4 532 0 0,38-3-3720 0 0,0-1-1 0 0,0-2 1 0 0,29-5-1 0 0,12-1-34 0 0,81-4 20 0 0,185-14 173 0 0,-253 22 1740 0 0,-78 4-1762 0 0,16-2 158 0 0,8 0-34 0 0,-25 2-250 0 0,6 0-940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06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8 468 0 0,'0'0'1272'0'0,"3"-7"-2252"0"0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07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0 612 0 0,'0'0'7558'0'0,"15"7"-3826"0"0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10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1 296 1036 0 0,'0'0'3913'0'0,"6"-9"1230"0"0,31 16-3636 0 0,-21-3-973 0 0,-1-2 1 0 0,19 2-1 0 0,658-21 1087 0 0,32-24-967 0 0,-524 33-565 0 0,474-7 241 0 0,-97 11-234 0 0,-418 1-67 0 0,752-19 247 0 0,70-2 160 0 0,-314 3-288 0 0,-309 8-132 0 0,-39 2 15 0 0,638-13 178 0 0,498-6-29 0 0,-1237 22-130 0 0,516-26 1965 0 0,-517 14 460 0 0,-214 20-2011 0 0,23-2 1316 0 0,0-4 3591 0 0,-25 5-5122 0 0,2 1-297 0 0,9 2 74 0 0,-10-2-8 0 0,1 0-32 0 0,9 2-582 0 0,3 0 2920 0 0,-4-1-4152 0 0,-2 0-4098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12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0 183 924 0 0,'0'0'2946'0'0,"9"-6"3342"0"0,11 0-4460 0 0,-18 6-1437 0 0,1 0-211 0 0,181-15 751 0 0,204 9 0 0 0,187 41-913 0 0,137 2 210 0 0,-301-19 0 0 0,76 9-104 0 0,492 23 50 0 0,1105-29-111 0 0,-778 21-134 0 0,-364-14 92 0 0,0-47 5 0 0,-545 9-39 0 0,165-7-5 0 0,-171 5-19 0 0,202-12-16 0 0,34-43-7 0 0,-302 29 22 0 0,-107 11 22 0 0,58-7 4 0 0,-12 8-2 0 0,281-25-36 0 0,-472 46 16 0 0,754-45-60 0 0,254 37-67 0 0,-446 27 137 0 0,-171-1 34 0 0,513-18-120 0 0,-207 22-76 0 0,-30 2-569 0 0,-456-32 490 0 0,-135 3 77 0 0,-85 6 103 0 0,84-19-1 0 0,-111 15 100 0 0,0 2-1 0 0,1 2 0 0 0,63 0 1 0 0,-34 8 608 0 0,-33-2-430 0 0,0 1-1 0 0,42 10 0 0 0,-66-11-143 0 0,-1-1-1 0 0,1 0 1 0 0,13 1 0 0 0,2-1-92 0 0,-23-1 39 0 0,10-2-369 0 0,-34-3-1079 0 0,0 0 0 0 0,-26-1 0 0 0,11 2-2249 0 0,10 0 208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15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0 580 0 0,'0'0'2164'0'0,"10"2"-857"0"0,-4-2 1843 0 0,8 3-1287 0 0,-6-1-6115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16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1668 0 0,'0'0'5771'0'0,"-4"3"-4905"0"0,-1-2-3379 0 0,-8-4-875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16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4 1428 0 0,'-18'-1'1876'0'0,"1"-1"140"0"0,31 9-1691 0 0,7-4-269 0 0,-8 1-140 0 0,1-1-133 0 0,-2 2-135 0 0,0 0-232 0 0,0-1-828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17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1420 0 0,'5'12'1628'0'0,"2"-3"588"0"0,-2 3 741 0 0,-1-21-2813 0 0,-4-1-456 0 0,-2-6-1588 0 0,4 6-33 0 0,-4 0 117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03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281 167 992 0 0,'31'-102'12665'0'0,"-34"145"-11534"0"0,-1-1 1 0 0,-20 80-1 0 0,14-79-850 0 0,-131 478 1669 0 0,60-246-1525 0 0,48-171 2283 0 0,26-94-1695 0 0,2-16-366 0 0,1-18-308 0 0,7-17-463 0 0,2 1-1 0 0,1-1 1 0 0,22-71-1 0 0,-15 63-31 0 0,52-199-497 0 0,112-276-1 0 0,-173 514 643 0 0,6-14-49 0 0,15-27 1 0 0,-23 46 45 0 0,0 1-1 0 0,1 0 1 0 0,-1 0 0 0 0,1 0-1 0 0,0 1 1 0 0,0-1-1 0 0,1 1 1 0 0,-1-1-1 0 0,1 1 1 0 0,-1 0 0 0 0,1 0-1 0 0,0 1 1 0 0,8-5-1 0 0,-9 7 12 0 0,0-1 0 0 0,0 1-1 0 0,1 0 1 0 0,-1-1 0 0 0,0 2-1 0 0,0-1 1 0 0,1 0 0 0 0,-1 0-1 0 0,0 1 1 0 0,0 0 0 0 0,0 0-1 0 0,1 0 1 0 0,-1 0 0 0 0,0 0-1 0 0,0 1 1 0 0,-1-1 0 0 0,1 1-1 0 0,0 0 1 0 0,0-1 0 0 0,-1 1-1 0 0,1 1 1 0 0,3 3 0 0 0,4 4-6 0 0,-1 0 0 0 0,0 1 1 0 0,13 20-1 0 0,-7-5 102 0 0,-1 0-1 0 0,-1 1 1 0 0,-2 0 0 0 0,0 1 0 0 0,-2 0-1 0 0,-2 0 1 0 0,9 55 0 0 0,3 211 716 0 0,-19-253-776 0 0,1 347-1787 0 0,0-378 962 0 0,-1-7-1189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03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172 159 1608 0 0,'-52'-18'7444'0'0,"-65"-27"4845"0"0,115 44-11921 0 0,2 0-351 0 0,0 1 1 0 0,0-1-1 0 0,1 0 0 0 0,-1 0 0 0 0,1 0 0 0 0,-1 0 0 0 0,1 1 1 0 0,-1-1-1 0 0,1 0 0 0 0,0 1 0 0 0,-1-1 0 0 0,1 0 0 0 0,0 1 1 0 0,-1-1-1 0 0,1 1 0 0 0,0-1 0 0 0,0 1 0 0 0,0-1 0 0 0,-1 1 1 0 0,1-1-1 0 0,0 1 0 0 0,0 0 0 0 0,0 0 0 0 0,1-1 0 0 0,29-6 61 0 0,-23 5-41 0 0,202-34-1211 0 0,3 14-5891 0 0,-174 18 4865 0 0,-1 1-1701 0 0,-2-2-1608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04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3024 0 0,'0'-1'3223'0'0,"2"-10"2060"0"0,-2 10-5074 0 0,0 1 0 0 0,0-1 0 0 0,0 1-1 0 0,0-1 1 0 0,0 1 0 0 0,0-1-1 0 0,0 1 1 0 0,0 0 0 0 0,0-1 0 0 0,0 1-1 0 0,0-1 1 0 0,0 1 0 0 0,0-1-1 0 0,0 1 1 0 0,0-1 0 0 0,0 1 0 0 0,1 0-1 0 0,-1-1 1 0 0,0 1 0 0 0,0-1 0 0 0,1 1-1 0 0,-1 0 1 0 0,0-1 0 0 0,0 1-1 0 0,1 0 1 0 0,-1-1 0 0 0,0 1 0 0 0,1 0-1 0 0,-1-1 1 0 0,1 1 0 0 0,0 0-1 0 0,7 14 1295 0 0,-3-3-1099 0 0,51 106 1297 0 0,33 64-525 0 0,-66-140-2147 0 0,2 0 1 0 0,36 44-1 0 0,-54-77 143 0 0,-1-1 0 0 0,1 0 1 0 0,8 6-1 0 0,14 5-6188 0 0,-14-10-334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04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520 99 340 0 0,'-6'-11'2242'0'0,"-1"0"-1"0"0,0 0 1 0 0,-1 1-1 0 0,0 0 1 0 0,0 0-1 0 0,-1 1 1 0 0,-16-13-1 0 0,24 22-2128 0 0,-1-1 0 0 0,1 0 0 0 0,-1 1 0 0 0,0-1 0 0 0,1 1 0 0 0,-1-1 0 0 0,0 1 0 0 0,0 0 0 0 0,1 0 0 0 0,-1 0 0 0 0,0 0 0 0 0,0 0 0 0 0,1 0 0 0 0,-1 0 0 0 0,0 1 1 0 0,1-1-1 0 0,-1 0 0 0 0,0 1 0 0 0,1 0 0 0 0,-1-1 0 0 0,0 1 0 0 0,1 0 0 0 0,-1 0 0 0 0,1 0 0 0 0,0 0 0 0 0,-3 2 0 0 0,-3 3 95 0 0,0 1 1 0 0,0 0 0 0 0,-9 12 0 0 0,10-12 117 0 0,-43 59 570 0 0,3 3 0 0 0,-45 88-1 0 0,30-48-672 0 0,24-48 30 0 0,-4 6-1271 0 0,16-22-3373 0 0,25-45 4261 0 0,0 0 0 0 0,0 0 0 0 0,0 1-1 0 0,-1-1 1 0 0,1 0 0 0 0,0 0 0 0 0,0 0-1 0 0,0 0 1 0 0,0 0 0 0 0,-1 1 0 0 0,1-1-1 0 0,0 0 1 0 0,0 0 0 0 0,0 0 0 0 0,0 1 0 0 0,0-1-1 0 0,0 0 1 0 0,0 0 0 0 0,0 0 0 0 0,0 1-1 0 0,-1-1 1 0 0,1 0 0 0 0,0 0 0 0 0,0 1 0 0 0,0-1-1 0 0,0 0 1 0 0,0 0 0 0 0,0 1 0 0 0,0-1-1 0 0,0 0 1 0 0,1 0 0 0 0,-1 0 0 0 0,0 1-1 0 0,0-1 1 0 0,0 0 0 0 0,0 0 0 0 0,0 0 0 0 0,0 1-1 0 0,0-1 1 0 0,0 0 0 0 0,1 0 0 0 0,-1 0-1 0 0,0 1 1 0 0,0-1 0 0 0,0 0 0 0 0,0 0 0 0 0,1 0-1 0 0,-1 0 1 0 0,0 1 0 0 0,11-5-5280 0 0,-9 2 5385 0 0,14-6-5864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04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81 2524 0 0,'14'-16'3081'0'0,"-1"2"1457"0"0,-1-1 0 0 0,13-19-1 0 0,-24 32-3468 0 0,1 5-710 0 0,1 0-1 0 0,-2 0 1 0 0,1 0-1 0 0,0 0 1 0 0,-1 1-1 0 0,1-1 1 0 0,-1 0-1 0 0,0 1 1 0 0,0-1-1 0 0,0 1 1 0 0,-1-1-1 0 0,1 1 1 0 0,-1-1-1 0 0,0 7 1 0 0,-5 58 1328 0 0,2-46-1084 0 0,-43 294 1293 0 0,23-184-4067 0 0,20-108 798 0 0,-4 18-2524 0 0,3-15-1437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05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75 251 1560 0 0,'-4'-36'4824'0'0,"-1"-38"2536"0"0,4 64-6561 0 0,2 0 1 0 0,-1 0 0 0 0,1 0 0 0 0,5-19-1 0 0,-5 25-706 0 0,1 1 0 0 0,-1-1 1 0 0,1 1-1 0 0,-1-1 0 0 0,1 1 0 0 0,0 0 0 0 0,0 0 0 0 0,1 0 0 0 0,-1 0 0 0 0,0 0 0 0 0,1 0 0 0 0,0 0 0 0 0,0 1 0 0 0,5-4 1 0 0,-2 3-31 0 0,-1 0 1 0 0,1 0 0 0 0,0 1-1 0 0,0 0 1 0 0,0 0 0 0 0,0 0 0 0 0,0 1-1 0 0,8-1 1 0 0,4 1-14 0 0,1 0 0 0 0,-1 2 0 0 0,0 0 0 0 0,1 1 0 0 0,18 5 0 0 0,-18-2-32 0 0,1 0 0 0 0,-1 1 0 0 0,-1 2 1 0 0,21 9-1 0 0,-28-11-9 0 0,0 0 1 0 0,-1 0-1 0 0,0 1 0 0 0,-1 0 1 0 0,0 1-1 0 0,0 0 0 0 0,0 0 1 0 0,8 12-1 0 0,-14-17 38 0 0,-1 1-1 0 0,1-1 1 0 0,-1 1 0 0 0,0 0-1 0 0,-1 0 1 0 0,1 0 0 0 0,-1 0-1 0 0,0 0 1 0 0,0 0 0 0 0,0 0-1 0 0,0 0 1 0 0,0 0 0 0 0,-1 0-1 0 0,0 0 1 0 0,-1 8 0 0 0,0-6 21 0 0,0 1 1 0 0,-1-1 0 0 0,0 0 0 0 0,0 0 0 0 0,0 0 0 0 0,-1 0 0 0 0,0 0 0 0 0,0-1 0 0 0,-5 8 0 0 0,-7 5 70 0 0,-1 0 0 0 0,-1-1 0 0 0,0 0 0 0 0,-26 18 0 0 0,-90 63 435 0 0,127-95-479 0 0,0 1 15 0 0,0 0 0 0 0,1-1 0 0 0,0 2-1 0 0,-5 4 1 0 0,8-8-90 0 0,17 3 81 0 0,9 2-100 0 0,0 1-1 0 0,0 1 0 0 0,37 18 0 0 0,-49-20 31 0 0,0 1 0 0 0,-1-1 0 0 0,0 2 0 0 0,0 0 0 0 0,-1 0 0 0 0,0 1 0 0 0,-1 0 0 0 0,17 20 1 0 0,-23-25 142 0 0,-1 0 1 0 0,1 0 0 0 0,-1 1-1 0 0,0-1 1 0 0,0 0 0 0 0,0 1 0 0 0,-1-1-1 0 0,1 1 1 0 0,-1 0 0 0 0,0 0 0 0 0,0-1-1 0 0,-1 1 1 0 0,0 0 0 0 0,0 0-1 0 0,0 0 1 0 0,-1 5 0 0 0,0-3 76 0 0,-1 0 1 0 0,0 0-1 0 0,-1 0 1 0 0,1-1-1 0 0,-1 1 1 0 0,0-1-1 0 0,-1 0 1 0 0,0 0-1 0 0,-9 11 1 0 0,-2-1 54 0 0,0 0 0 0 0,-2-1-1 0 0,0-1 1 0 0,0-1 0 0 0,-1 0 0 0 0,-22 10 0 0 0,27-15-253 0 0,0-2 0 0 0,0 1 0 0 0,-1-2 0 0 0,0 0 0 0 0,0-1 0 0 0,-1 0 0 0 0,-24 3 0 0 0,28-6-498 0 0,0-1 0 0 0,1 0-1 0 0,-1-1 1 0 0,-15-2 0 0 0,15 0-780 0 0,0 1 1 0 0,0-2-1 0 0,1 1 1 0 0,-16-9 0 0 0,24 11 973 0 0,-18-9-3876 0 0,6 2-1710 0 0,-3-3-5184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0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12 1068 0 0,'0'0'3998'0'0,"-15"-3"3522"0"0,6 0-918 0 0,20 1-5474 0 0,21 0-1581 0 0,108 1 351 0 0,-118 2-1095 0 0,0 1 0 0 0,0 2 0 0 0,0 0 0 0 0,26 8 0 0 0,-33-4-683 0 0,-15-7 1639 0 0,1-1-1 0 0,0 0 1 0 0,-1 1 0 0 0,1-1 0 0 0,-1 0 0 0 0,1 1 0 0 0,-1-1 0 0 0,1 1 0 0 0,-1-1-1 0 0,1 1 1 0 0,-1-1 0 0 0,0 1 0 0 0,1-1 0 0 0,-1 1 0 0 0,0 0 0 0 0,0-1 0 0 0,1 1 0 0 0,-1 0-1 0 0,0-1 1 0 0,0 1 0 0 0,0-1 0 0 0,1 1 0 0 0,-1 0 0 0 0,0-1 0 0 0,0 2 0 0 0,-3 8-2982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0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0 524 0 0,'-55'25'11874'0'0,"54"-24"-11151"0"0,0-1-669 0 0,1 0 0 0 0,0 0 0 0 0,-1 0 0 0 0,1 0 0 0 0,-1 0 0 0 0,1 0 0 0 0,0 0 1 0 0,-1 0-1 0 0,1 0 0 0 0,-1 1 0 0 0,1-1 0 0 0,0 0 0 0 0,-1 0 0 0 0,1 0 0 0 0,0 1 1 0 0,-1-1-1 0 0,1 0 0 0 0,0 0 0 0 0,-1 1 0 0 0,1-1 0 0 0,0 0 0 0 0,0 1 0 0 0,-1-1 1 0 0,1 0-1 0 0,0 1 0 0 0,0-1 0 0 0,-1 1 0 0 0,1-1-12 0 0,1 0-1 0 0,-1 1 1 0 0,0-1-1 0 0,0 0 1 0 0,0 1-1 0 0,0-1 1 0 0,0 0-1 0 0,0 1 1 0 0,1-1-1 0 0,-1 0 1 0 0,0 0-1 0 0,0 1 1 0 0,0-1 0 0 0,1 0-1 0 0,-1 0 1 0 0,0 1-1 0 0,0-1 1 0 0,1 0-1 0 0,-1 0 1 0 0,0 0-1 0 0,1 1 1 0 0,-1-1-1 0 0,0 0 1 0 0,1 0-1 0 0,-1 0 1 0 0,0 0-1 0 0,1 0 1 0 0,-1 0-1 0 0,0 0 1 0 0,1 0 0 0 0,-1 0-1 0 0,0 0 1 0 0,1 0-1 0 0,-1 0 1 0 0,0 0-1 0 0,1 0 1 0 0,-1 0-1 0 0,0 0 1 0 0,1 0-1 0 0,-1 0 1 0 0,123 3 309 0 0,-2-1-2814 0 0,-2-5-5726 0 0,-98 1 4555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1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425 96 1532 0 0,'20'-27'7744'0'0,"-19"26"-7508"0"0,0 0 0 0 0,0 0 0 0 0,0 0 0 0 0,0-1 0 0 0,-1 1 0 0 0,1 0 0 0 0,0 0 0 0 0,0-1 0 0 0,-1 1 1 0 0,1 0-1 0 0,-1-1 0 0 0,1 1 0 0 0,-1-1 0 0 0,0 1 0 0 0,1 0 0 0 0,-1-1 0 0 0,0 1 0 0 0,0-1 0 0 0,0 1 0 0 0,0-1 0 0 0,0 1 0 0 0,0-1 0 0 0,-1 1 0 0 0,1-1 0 0 0,0 1 0 0 0,-1 0 0 0 0,1-1 0 0 0,-1 1 0 0 0,0-1 0 0 0,1 1 0 0 0,-1 0 0 0 0,0 0 0 0 0,0-1 0 0 0,1 1 0 0 0,-1 0 0 0 0,0 0 0 0 0,0 0 0 0 0,-1 0 0 0 0,1 0 0 0 0,-2-1 1 0 0,0 0-81 0 0,-1 0 1 0 0,1 0 0 0 0,-1 1-1 0 0,0-1 1 0 0,0 1 0 0 0,0 0 0 0 0,0 0-1 0 0,0 0 1 0 0,0 1 0 0 0,0-1 0 0 0,0 1-1 0 0,0 0 1 0 0,-6 1 0 0 0,-1 1 15 0 0,0 0 0 0 0,0 1 0 0 0,0 1-1 0 0,0 0 1 0 0,1 0 0 0 0,0 1 0 0 0,0 0 0 0 0,0 1 0 0 0,-12 9 0 0 0,-8 8 341 0 0,-36 37 0 0 0,65-58-496 0 0,-19 18 138 0 0,1 1 1 0 0,1 0-1 0 0,1 2 1 0 0,-23 38-1 0 0,32-47-105 0 0,1 0-1 0 0,0 0 1 0 0,1 1-1 0 0,1 0 1 0 0,0 0 0 0 0,1 1-1 0 0,1-1 1 0 0,0 1-1 0 0,0 25 1 0 0,3-33-25 0 0,0 0 0 0 0,1-1 0 0 0,0 1 0 0 0,0 0 0 0 0,1-1 0 0 0,0 1 1 0 0,0-1-1 0 0,1 0 0 0 0,0 1 0 0 0,0-1 0 0 0,1-1 0 0 0,0 1 0 0 0,7 9 0 0 0,-4-7-5 0 0,1-1-1 0 0,0 0 1 0 0,0-1 0 0 0,1 0-1 0 0,0 0 1 0 0,0-1-1 0 0,0 0 1 0 0,17 7 0 0 0,-1-2 11 0 0,1-2 0 0 0,0-1 0 0 0,0-1 0 0 0,1-1 0 0 0,0-1 0 0 0,51 1 0 0 0,-50-5 389 0 0,-1-2-1 0 0,0-1 1 0 0,49-10 0 0 0,-50 2 152 0 0,-24 9-527 0 0,0 1-15 0 0,6-2-35 0 0,-6 2-149 0 0,2-2 706 0 0,2 2-3501 0 0,-6 0 2779 0 0,0 0 0 0 0,-13 18-14986 0 0,2-10 7358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3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252 102 1052 0 0,'4'-16'4283'0'0,"-3"9"-3428"0"0,-1 1-1 0 0,0-1 0 0 0,-1 0 1 0 0,1 0-1 0 0,-3-9 1 0 0,2 14-750 0 0,1 0 1 0 0,-1 0 0 0 0,0 1 0 0 0,0-1-1 0 0,0 0 1 0 0,0 1 0 0 0,0-1 0 0 0,0 1-1 0 0,0-1 1 0 0,0 1 0 0 0,-1-1 0 0 0,1 1 0 0 0,0 0-1 0 0,-1 0 1 0 0,0 0 0 0 0,1 0 0 0 0,-1 0-1 0 0,1 0 1 0 0,-4-1 0 0 0,1 1-27 0 0,0-1 1 0 0,0 1-1 0 0,0 1 0 0 0,-1-1 1 0 0,1 0-1 0 0,-7 1 1 0 0,8 0-60 0 0,0 1 0 0 0,-1 0 0 0 0,1-1 0 0 0,0 1 0 0 0,0 0 0 0 0,0 1 0 0 0,0-1 0 0 0,0 0 0 0 0,0 1 0 0 0,0 0 0 0 0,0 0 0 0 0,-4 3 0 0 0,-26 28 209 0 0,19-15-157 0 0,1 1 0 0 0,0 0-1 0 0,2 1 1 0 0,0 1 0 0 0,1 0 0 0 0,1 0 0 0 0,1 0-1 0 0,1 1 1 0 0,-6 31 0 0 0,11-44-65 0 0,1 1 0 0 0,1 0 0 0 0,-1-1 0 0 0,2 1 0 0 0,-1 0 0 0 0,1-1-1 0 0,1 1 1 0 0,2 9 0 0 0,-3-15 1 0 0,0-1 0 0 0,0 0-1 0 0,0 0 1 0 0,0 1 0 0 0,1-1-1 0 0,-1 0 1 0 0,1 0 0 0 0,0-1-1 0 0,0 1 1 0 0,0 0 0 0 0,0-1-1 0 0,0 1 1 0 0,1-1 0 0 0,-1 1 0 0 0,1-1-1 0 0,0 0 1 0 0,-1 0 0 0 0,1-1-1 0 0,0 1 1 0 0,0 0 0 0 0,0-1-1 0 0,1 0 1 0 0,-1 1 0 0 0,0-1-1 0 0,0-1 1 0 0,1 1 0 0 0,3 0-1 0 0,-2 0 10 0 0,0-1 0 0 0,-1 0 0 0 0,1-1 0 0 0,0 1-1 0 0,-1-1 1 0 0,1 1 0 0 0,-1-2 0 0 0,1 1 0 0 0,-1 0-1 0 0,1-1 1 0 0,-1 0 0 0 0,0 0 0 0 0,0 0-1 0 0,7-5 1 0 0,-5 3-19 0 0,-1-1 0 0 0,0 0-1 0 0,0-1 1 0 0,0 1 0 0 0,-1-1-1 0 0,0 0 1 0 0,0 0-1 0 0,6-11 1 0 0,0-9 392 0 0,0-1-1 0 0,-2 1 1 0 0,10-55-1 0 0,-14 59 272 0 0,0-5-278 0 0,-1 20 707 0 0,1 12-608 0 0,0 12-47 0 0,7 94 1001 0 0,5 28-1210 0 0,-12-118-1116 0 0,2 0-1 0 0,9 26 1 0 0,-13-40 30 0 0,9 17-2484 0 0,2-13-3023 0 0,-3-6 894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3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2212 0 0,'11'-45'11135'0'0,"-3"24"936"0"0,-10 92-9968 0 0,2 58-1423 0 0,2-86-601 0 0,0-2-1882 0 0,1-12-2837 0 0,-3-28 4204 0 0,0-1-1 0 0,0 1 1 0 0,0 0-1 0 0,0-1 1 0 0,0 1-1 0 0,1 0 1 0 0,-1-1-1 0 0,0 1 0 0 0,1 0 1 0 0,-1-1-1 0 0,0 1 1 0 0,1-1-1 0 0,-1 1 1 0 0,1-1-1 0 0,-1 1 1 0 0,1 0-437 0 0,0-1 436 0 0,-1 1 1 0 0,1-1-1 0 0,-1 1 1 0 0,1-1-1 0 0,0 0 0 0 0,-1 1 1 0 0,1-1-1 0 0,0 0 1 0 0,0 1-1 0 0,0-1 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3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16 2960 0 0,'2'-16'17363'0'0,"-5"30"-14119"0"0,-3 22-1889 0 0,7 163 4093 0 0,2-128-4251 0 0,-14 138 0 0 0,-1-109-1194 0 0,8-86-3 0 0,-1-3 0 0 0,-6-3 0 0 0,-3-3 0 0 0,-2-3 0 0 0,1-3 0 0 0,-2-4 0 0 0,-9-5 0 0 0,19 3 0 0 0,2 0 0 0 0,-12-15-2061 0 0,15 17 891 0 0,0 1-1 0 0,0-1 1 0 0,1 1 0 0 0,-1-1 0 0 0,1 0 0 0 0,-1-7 0 0 0,2 3-1032 0 0,-1-1-1 0 0,1 0 1 0 0,1 0 0 0 0,0 1 0 0 0,3-13 0 0 0,-1 4-4696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4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2172 0 0,'5'-32'16454'0'0,"-3"14"-14651"0"0,-2 16-2196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4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5 2176 0 0,'-1'0'6292'0'0,"-14"-2"1137"0"0,7 1-5676 0 0,-4 0-1798 0 0,12 1-353 0 0,0 1 0 0 0,0 0 0 0 0,0-1 0 0 0,0 1 0 0 0,0-1 0 0 0,1 1-1 0 0,-1-1 1 0 0,0 1 0 0 0,1 0 0 0 0,-1-1 0 0 0,0 1 0 0 0,1-1 0 0 0,-1 0 0 0 0,3 3-2389 0 0,-2-3 2388 0 0,-1 1 1 0 0,1-1 0 0 0,0 0 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5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95 1700 0 0,'8'-13'3867'0'0,"-6"9"-3287"0"0,4-10 2178 0 0,0-1-1 0 0,0 0 0 0 0,2-17 1 0 0,-7 30-2453 0 0,2 33 725 0 0,14 405 1658 0 0,-16-411-2646 0 0,0 17 3110 0 0,1-51-3094 0 0,1 1 1 0 0,0-1 0 0 0,0 0 0 0 0,1 1 0 0 0,6-12 0 0 0,-4 9-38 0 0,-1 0-39 0 0,1 0 1 0 0,0 1 0 0 0,1 0 0 0 0,1 0 0 0 0,-1 1-1 0 0,2-1 1 0 0,9-7 0 0 0,-13 13 8 0 0,0-1-1 0 0,0 2 1 0 0,1-1 0 0 0,-1 1 0 0 0,1 0 0 0 0,0 0-1 0 0,0 0 1 0 0,0 1 0 0 0,0 0 0 0 0,1 0-1 0 0,-1 1 1 0 0,0-1 0 0 0,1 2 0 0 0,-1-1-1 0 0,13 1 1 0 0,-8 1-13 0 0,0 0 0 0 0,0 1 0 0 0,0 0-1 0 0,0 1 1 0 0,-1 0 0 0 0,1 1 0 0 0,-1 0-1 0 0,18 10 1 0 0,-25-12 33 0 0,-1-1 1 0 0,1 1-1 0 0,0 0 0 0 0,0 0 0 0 0,-1 0 1 0 0,1 0-1 0 0,-1 1 0 0 0,0-1 1 0 0,0 1-1 0 0,0-1 0 0 0,0 1 0 0 0,0 0 1 0 0,0 0-1 0 0,-1 0 0 0 0,1 0 0 0 0,-1 0 1 0 0,0 0-1 0 0,0 0 0 0 0,0 0 0 0 0,-1 1 1 0 0,1-1-1 0 0,-1 0 0 0 0,1 1 0 0 0,-1-1 1 0 0,0 0-1 0 0,0 1 0 0 0,-1-1 0 0 0,1 0 1 0 0,-1 0-1 0 0,0 1 0 0 0,1-1 1 0 0,-1 0-1 0 0,-1 0 0 0 0,-2 6 0 0 0,1-3 46 0 0,0 1 0 0 0,-1-1 0 0 0,0 0 1 0 0,0 0-1 0 0,-1 0 0 0 0,1-1 0 0 0,-1 1 0 0 0,-1-1 0 0 0,1 0 0 0 0,-1-1 0 0 0,1 1 0 0 0,-12 5 0 0 0,-1-1-21 0 0,0-1-1 0 0,0-1 1 0 0,-1 0 0 0 0,-25 4-1 0 0,33-7-1261 0 0,3-2 1095 0 0,4-1-2689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6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2464 0 0,'7'-8'12437'0'0,"-7"7"-12335"0"0,0 1-1 0 0,0 0 1 0 0,0 0 0 0 0,0 0 0 0 0,0 0 0 0 0,0 0-1 0 0,0-1 1 0 0,0 1 0 0 0,0 0 0 0 0,0 0 0 0 0,1 0-1 0 0,-1 0 1 0 0,0 0 0 0 0,0 0 0 0 0,0 0 0 0 0,0-1-1 0 0,0 1 1 0 0,1 0 0 0 0,-1 0 0 0 0,0 0 0 0 0,0 0 0 0 0,0 0-1 0 0,0 0 1 0 0,0 0 0 0 0,1 0 0 0 0,-1 0 0 0 0,0 0-1 0 0,0 0 1 0 0,0 0 0 0 0,0 0 0 0 0,1 0 0 0 0,-1 0-1 0 0,0 0 1 0 0,0 0 0 0 0,0 0 0 0 0,0 0 0 0 0,1 0-1 0 0,-1 0 1 0 0,0 0 0 0 0,0 0 0 0 0,0 1 0 0 0,0-1 0 0 0,0 0-1 0 0,1 0 1 0 0,-1 0 0 0 0,0 0 0 0 0,0 0 0 0 0,0 1-1 0 0,5 11 2635 0 0,-1 27-646 0 0,-4-30-1459 0 0,1 20 23 0 0,-1 0 1 0 0,-8 51 0 0 0,2-22-418 0 0,1-1-74 0 0,5-55-363 0 0,0 5-545 0 0,2-21-9562 0 0,1-6 3125 0 0,-1 5 310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6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48 120 2544 0 0,'-26'-71'13252'0'0,"5"28"-9342"0"0,20 41-3938 0 0,2-1-1292 0 0,6 9-4630 0 0,3 14 435 0 0,-4-10 1026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6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1 1080 0 0,'0'0'3266'0'0,"4"25"9940"0"0,-3-16-11867 0 0,0 7-39 0 0,1 0 0 0 0,5 21-1 0 0,2 15 347 0 0,1 35 158 0 0,-2 115 1 0 0,-28 8 841 0 0,14-186-1344 0 0,6-23-1268 0 0,-1 0-1 0 0,1 0 1 0 0,-1 0 0 0 0,1-1-1 0 0,-1 1 1 0 0,1 0-1 0 0,-1 0 1 0 0,0-1-1 0 0,0 1 1 0 0,1 0-1 0 0,-1 0 1 0 0,0-1-1 0 0,0 1 1 0 0,0-1 0 0 0,1 1-1 0 0,-1-1 1 0 0,0 1-1 0 0,0-1 1 0 0,0 0-1 0 0,0 1 1 0 0,0-1-1 0 0,-2 0 1 0 0,1 1-64 0 0,-1-1-1 0 0,0 0 1 0 0,1 1-1 0 0,-1-1 1 0 0,0-1 0 0 0,1 1-1 0 0,-1 0 1 0 0,0-1-1 0 0,1 1 1 0 0,-1-1-1 0 0,1 0 1 0 0,-1 0 0 0 0,1 0-1 0 0,-1 0 1 0 0,1 0-1 0 0,-1 0 1 0 0,1-1 0 0 0,0 1-1 0 0,0-1 1 0 0,-2-2-1 0 0,-5-2-651 0 0,-3-3-911 0 0,0 0 0 0 0,1-1-1 0 0,0 0 1 0 0,1 0 0 0 0,-16-22 0 0 0,16 18-2115 0 0,1-1 1 0 0,-12-23-1 0 0,10 10-4650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6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1 112 2576 0 0,'2'-16'2352'0'0,"1"3"-403"0"0,-3 2-225 0 0,2 3-272 0 0,0-2 700 0 0,-2-6-768 0 0,0 1-648 0 0,0 3-868 0 0,1 1-1028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7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2856 0 0,'-20'24'15820'0'0,"20"-24"-15740"0"0,0 0 0 0 0,-1 0 1 0 0,1 0-1 0 0,0 1 0 0 0,-1-1 0 0 0,1 0 1 0 0,0 1-1 0 0,0-1 0 0 0,-1 0 0 0 0,1 1 1 0 0,0-1-1 0 0,0 0 0 0 0,0 1 1 0 0,0-1-1 0 0,-1 0 0 0 0,1 1 0 0 0,0-1 1 0 0,0 0-1 0 0,0 1 0 0 0,0-1 1 0 0,0 1-1 0 0,0-1 0 0 0,0 0 0 0 0,0 1 1 0 0,0-1-1 0 0,0 1 0 0 0,0-1 1 0 0,0 0-1 0 0,0 1 0 0 0,0-1 0 0 0,1 0 1 0 0,-1 1-1 0 0,0-1 0 0 0,0 0 0 0 0,0 1 1 0 0,0-1-1 0 0,1 0 0 0 0,-1 1 1 0 0,0-1-1 0 0,0 0 0 0 0,1 1 0 0 0,17-2 334 0 0,-6 0-336 0 0,49-8-453 0 0,10 0-3732 0 0,-22 10-6395 0 0,-38 0 5351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7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18 2736 0 0,'-49'42'14188'0'0,"48"-41"-13486"0"0,-4 3 40 0 0,6-4-722 0 0,-1 0 0 0 0,0 0 0 0 0,0 0-1 0 0,0 0 1 0 0,0 0 0 0 0,0 0 0 0 0,0 0 0 0 0,0 0 0 0 0,0 0-1 0 0,0 0 1 0 0,0 0 0 0 0,0 0 0 0 0,1 0 0 0 0,-1 0 0 0 0,0 0-1 0 0,0 0 1 0 0,0 0 0 0 0,0 0 0 0 0,0 0 0 0 0,0 0 0 0 0,0 0-1 0 0,0 0 1 0 0,0 0 0 0 0,0 0 0 0 0,0 0 0 0 0,0 0 0 0 0,0 0-1 0 0,0 0 1 0 0,0 1 0 0 0,0-1 0 0 0,0 0 0 0 0,0 0 0 0 0,1 0-1 0 0,-1 0 1 0 0,0 0 0 0 0,0 0 0 0 0,0 0 0 0 0,0 0 0 0 0,0 0-1 0 0,0 0 1 0 0,0 0 0 0 0,0 0 0 0 0,0 1 0 0 0,0-1 0 0 0,0 0-1 0 0,0 0 1 0 0,-1 0 0 0 0,1 0 0 0 0,0 0 0 0 0,0 0 0 0 0,0 0-1 0 0,0 0 1 0 0,0 0 0 0 0,0 0 0 0 0,0 0 0 0 0,0 0 0 0 0,0 1-1 0 0,39-6-683 0 0,72-17-1 0 0,-10-7-8234 0 0,-69 18 2013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9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81 1792 0 0,'8'-10'4215'0'0,"9"-25"1918"0"0,-16 34-5412 0 0,-2-15 1449 0 0,1 15-2120 0 0,-1 0 0 0 0,1 0-1 0 0,-1 0 1 0 0,1 0-1 0 0,-1 0 1 0 0,1 0 0 0 0,-1 0-1 0 0,0 0 1 0 0,0 0 0 0 0,1 0-1 0 0,-1 0 1 0 0,0 1-1 0 0,0-1 1 0 0,0 0 0 0 0,0 1-1 0 0,0-1 1 0 0,0 1 0 0 0,0-1-1 0 0,0 1 1 0 0,0-1-1 0 0,0 1 1 0 0,0-1 0 0 0,-3 1-1 0 0,2 0-28 0 0,0 0-1 0 0,-1 0 1 0 0,1 0-1 0 0,0 1 0 0 0,-1-1 1 0 0,1 1-1 0 0,0 0 1 0 0,0 0-1 0 0,-1 0 0 0 0,1 0 1 0 0,0 0-1 0 0,-4 2 1 0 0,-13 11 37 0 0,0 0 1 0 0,1 2 0 0 0,0 0-1 0 0,1 0 1 0 0,1 2 0 0 0,1 0-1 0 0,-14 20 1 0 0,8-5 60 0 0,0 0 1 0 0,3 2-1 0 0,-23 54 1 0 0,31-62-65 0 0,-9 40 1 0 0,16-56-4 0 0,1 1 1 0 0,1-1-1 0 0,0 1 1 0 0,0-1-1 0 0,1 1 1 0 0,2 17-1 0 0,-1-25 1 0 0,0 0 1 0 0,0 0-1 0 0,0 0 1 0 0,0 0-1 0 0,1 0 1 0 0,-1 0-1 0 0,1 0 1 0 0,0-1-1 0 0,0 1 1 0 0,1-1-1 0 0,-1 1 1 0 0,1-1-1 0 0,0 0 1 0 0,-1 0-1 0 0,7 5 1 0 0,-4-5 1 0 0,1 1 0 0 0,0-1 1 0 0,0 1-1 0 0,0-2 0 0 0,1 1 1 0 0,-1-1-1 0 0,0 0 0 0 0,13 3 1 0 0,5-2 39 0 0,1-2 0 0 0,-1 0 0 0 0,1-1 0 0 0,25-4 0 0 0,-44 4-75 0 0,0-1 5 0 0,36-5-1426 0 0,-40 6 403 0 0,17-4-4112 0 0,-12 1 1109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49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2032 0 0,'13'-27'17186'0'0,"-12"27"-17101"0"0,-1 0-1 0 0,1 0 1 0 0,0 1-1 0 0,-1-1 1 0 0,1 0-1 0 0,-1 0 1 0 0,1 1-1 0 0,-1-1 1 0 0,1 0-1 0 0,-1 0 1 0 0,1 1-1 0 0,-1-1 1 0 0,1 1-1 0 0,-1-1 0 0 0,0 0 1 0 0,1 1-1 0 0,-1-1 1 0 0,0 1-1 0 0,1-1 1 0 0,-1 1-1 0 0,0-1 1 0 0,1 1-1 0 0,-1 0 1 0 0,0-1-1 0 0,0 1 1 0 0,0-1-1 0 0,0 1 1 0 0,1-1-1 0 0,-1 2 1 0 0,2 21 798 0 0,-2-16-366 0 0,5 39 797 0 0,-2 1-1 0 0,-3 51 1 0 0,-1-41-953 0 0,1-50-1058 0 0,1 15 2442 0 0,-3-18-4241 0 0,-12-32-13908 0 0,12 15 9205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0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15 109 2584 0 0,'-6'-61'12279'0'0,"-2"15"-8606"0"0,8 45-3932 0 0,6 16-6689 0 0,-4-2 3290 0 0,0-3-1609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0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0 1700 0 0,'0'0'12107'0'0,"-1"0"-11838"0"0,0 0-1 0 0,0 0 1 0 0,1 1-1 0 0,-1-1 1 0 0,0 0-1 0 0,0 0 1 0 0,1 0-1 0 0,-1 1 1 0 0,0-1-1 0 0,1 0 1 0 0,-1 1-1 0 0,1-1 1 0 0,-1 0-1 0 0,0 1 1 0 0,0 0-1 0 0,5 19 1096 0 0,14 36 1 0 0,1 2-117 0 0,-10-20-584 0 0,-1 0-1 0 0,-1 1 1 0 0,-3-1 0 0 0,-1 1 0 0 0,-2 0-1 0 0,-1 0 1 0 0,-7 42 0 0 0,7-77-590 0 0,-1-1 0 0 0,1 1 1 0 0,-1 0-1 0 0,0-1 0 0 0,-1 1 0 0 0,1-1 1 0 0,-1 1-1 0 0,0-1 0 0 0,1 1 0 0 0,-1-1 1 0 0,-1 0-1 0 0,1 0 0 0 0,0 0 1 0 0,-1 0-1 0 0,-3 2 0 0 0,4-3-99 0 0,-1 0-1 0 0,1-1 1 0 0,-1 0-1 0 0,1 0 1 0 0,-1 0-1 0 0,0 0 1 0 0,0 0-1 0 0,1 0 1 0 0,-1-1-1 0 0,0 1 1 0 0,0-1-1 0 0,0 0 1 0 0,0 0 0 0 0,1 0-1 0 0,-1 0 1 0 0,0-1-1 0 0,0 1 1 0 0,0-1-1 0 0,0 1 1 0 0,-4-3-1 0 0,1 1-535 0 0,1 0-1 0 0,0 0 1 0 0,0-1 0 0 0,0 0-1 0 0,0 0 1 0 0,0 0-1 0 0,0-1 1 0 0,1 0-1 0 0,0 0 1 0 0,0 0 0 0 0,0 0-1 0 0,0 0 1 0 0,0-1-1 0 0,-3-7 1 0 0,3 6-1121 0 0,0-1 0 0 0,1-1 0 0 0,0 1 0 0 0,0 0 0 0 0,-3-16 0 0 0,2-2-5444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0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0 104 1220 0 0,'21'-32'7361'0'0,"4"-7"2365"0"0,-11 15-6439 0 0,-14 23-3168 0 0,6-6-633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2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690 160 1468 0 0,'10'-16'1927'0'0,"-1"-1"0"0"0,-1-1-1 0 0,0 0 1 0 0,8-32 0 0 0,-15 49-1876 0 0,-1-1 0 0 0,0 1 1 0 0,1 0-1 0 0,-1 0 0 0 0,0-1 1 0 0,0 1-1 0 0,0 0 0 0 0,0 0 1 0 0,0-1-1 0 0,0 1 0 0 0,0 0 0 0 0,0-1 1 0 0,0 1-1 0 0,-1 0 0 0 0,1 0 1 0 0,-1 0-1 0 0,1-1 0 0 0,-1 1 1 0 0,1 0-1 0 0,-1 0 0 0 0,0 0 1 0 0,1 0-1 0 0,-1 0 0 0 0,0 0 1 0 0,0 0-1 0 0,0 0 0 0 0,0 0 0 0 0,1 0 1 0 0,-2 0-1 0 0,1 1 0 0 0,0-1 1 0 0,0 0-1 0 0,0 1 0 0 0,0-1 1 0 0,0 1-1 0 0,0-1 0 0 0,-1 1 1 0 0,1-1-1 0 0,0 1 0 0 0,0 0 1 0 0,-1 0-1 0 0,1 0 0 0 0,0-1 0 0 0,-1 1 1 0 0,1 1-1 0 0,0-1 0 0 0,-2 0 1 0 0,-5 0 65 0 0,0 1 0 0 0,0 0 0 0 0,0 1 1 0 0,0-1-1 0 0,-14 6 0 0 0,0 2 99 0 0,1 1 0 0 0,1 1 0 0 0,-36 25 0 0 0,-51 49 376 0 0,101-80-551 0 0,-62 53 535 0 0,-72 81 1 0 0,108-103-361 0 0,2 1 0 0 0,1 1 0 0 0,-45 84 0 0 0,67-109-151 0 0,1 0 1 0 0,0 0 0 0 0,1 1 0 0 0,1 0 0 0 0,0 0 0 0 0,1 0-1 0 0,1 0 1 0 0,-2 20 0 0 0,4-26-11 0 0,0-1-1 0 0,1 0 0 0 0,0 0 1 0 0,0 0-1 0 0,0 0 0 0 0,1 1 1 0 0,0-2-1 0 0,1 1 0 0 0,-1 0 1 0 0,1 0-1 0 0,0-1 1 0 0,1 0-1 0 0,0 1 0 0 0,0-1 1 0 0,0-1-1 0 0,1 1 0 0 0,0-1 1 0 0,9 9-1 0 0,-2-5 4 0 0,1 0 1 0 0,0 0-1 0 0,1-2 0 0 0,0 0 0 0 0,0 0 0 0 0,0-1 1 0 0,1-1-1 0 0,0 0 0 0 0,31 4 0 0 0,-11-3 54 0 0,0-3 0 0 0,0 0-1 0 0,47-4 1 0 0,-79 1-79 0 0,5 0 16 0 0,0 0 0 0 0,0 0 0 0 0,0-1-1 0 0,0 0 1 0 0,0-1 0 0 0,0 0 0 0 0,0 0 0 0 0,-1 0 0 0 0,1-1-1 0 0,-1 0 1 0 0,0-1 0 0 0,8-4 0 0 0,-13 7-420 0 0,1-2-913 0 0,1 0-371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2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93 2148 0 0,'3'-10'3245'0'0,"0"1"-1"0"0,-1-1 0 0 0,2-16 0 0 0,-6-12 3694 0 0,-5 48-5815 0 0,-22 101 801 0 0,2-8-1289 0 0,17-53-448 0 0,2 1 0 0 0,-2 88 0 0 0,10-137-217 0 0,1 5-4170 0 0,3-13 1207 0 0,7-20-3458 0 0,-9 22 4183 0 0,3-8-5692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2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10 133 2084 0 0,'-1'-14'1744'0'0,"-6"-57"5908"0"0,5 24-5897 0 0,8 82-8159 0 0,-7-22 1977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2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0 476 0 0,'0'0'15983'0'0,"0"13"-13206"0"0,-2 4-976 0 0,0-1-1 0 0,-7 30 1 0 0,-1 2-145 0 0,-54 333 3599 0 0,60-359-5166 0 0,0 2 99 0 0,-1 0 1 0 0,0-1-1 0 0,-2 0 0 0 0,-1 0 0 0 0,-15 33 0 0 0,21-52-188 0 0,1-2 0 0 0,0-1 0 0 0,0 1 0 0 0,0 0 0 0 0,0-1 0 0 0,-1 1 0 0 0,1-1 0 0 0,0 0 0 0 0,-1 1 0 0 0,1-1 0 0 0,-1 0 0 0 0,1 0 0 0 0,-1 0 0 0 0,1 0 0 0 0,-1 0 0 0 0,0 0 0 0 0,0 0 0 0 0,1 0 0 0 0,-1-1 0 0 0,-3 2 0 0 0,-21 4 0 0 0,18-8 0 0 0,4 0 0 0 0,-7 1-421 0 0,1-2-1 0 0,0 0 1 0 0,0 0-1 0 0,0 0 1 0 0,1-1 0 0 0,-1-1-1 0 0,1 0 1 0 0,0 0 0 0 0,0-1-1 0 0,-13-10 1 0 0,18 12 179 0 0,0 1 1 0 0,0 0-1 0 0,1-1 0 0 0,0 0 1 0 0,0 1-1 0 0,0-1 1 0 0,0-1-1 0 0,0 1 0 0 0,1 0 1 0 0,0-1-1 0 0,0 1 1 0 0,0-1-1 0 0,0 0 0 0 0,1 1 1 0 0,0-1-1 0 0,0 0 1 0 0,0 0-1 0 0,1 0 0 0 0,-1 0 1 0 0,1 0-1 0 0,0 0 1 0 0,1 0-1 0 0,1-8 0 0 0,2-1-3506 0 0,0 0 0 0 0,12-23-1 0 0,-5 13-4935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3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1 207 380 0 0,'12'-64'8442'0'0,"4"-21"-148"0"0,-12 28-6950 0 0,-2 57-1673 0 0,0 1-1 0 0,-1-1 1 0 0,0 1-1 0 0,1-1 1 0 0,-1 1-1 0 0,1 0 1 0 0,-1-1-1 0 0,0 1 1 0 0,1 0 0 0 0,-1 0-1 0 0,2 1 1 0 0,1 1-748 0 0,5 9-4914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3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53 2100 0 0,'-13'-13'21279'0'0,"25"9"-21042"0"0,-1 0-1 0 0,0 0 1 0 0,1 1-1 0 0,0 1 1 0 0,0 0-1 0 0,0 1 1 0 0,19-1-1 0 0,6 0-125 0 0,-10-2-42 0 0,89-7-1850 0 0,-96 11-1610 0 0,33 2 0 0 0,-34 4-3887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3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0 740 0 0,'-128'54'20159'0'0,"127"-53"-20042"0"0,1-1 1 0 0,-1 0-1 0 0,1 0 1 0 0,-1 1 0 0 0,0-1-1 0 0,1 0 1 0 0,-1 1-1 0 0,1-1 1 0 0,-1 0 0 0 0,1 1-1 0 0,-1-1 1 0 0,1 1 0 0 0,0-1-1 0 0,-1 1 1 0 0,1-1-1 0 0,-1 1 1 0 0,1 1 0 0 0,0-2-97 0 0,0 0 1 0 0,0 1 0 0 0,0-1-1 0 0,0 0 1 0 0,0 0 0 0 0,0 1-1 0 0,0-1 1 0 0,0 0 0 0 0,0 1-1 0 0,0-1 1 0 0,1 0 0 0 0,-1 0-1 0 0,0 1 1 0 0,0-1 0 0 0,0 0-1 0 0,0 0 1 0 0,1 1 0 0 0,-1-1-1 0 0,0 0 1 0 0,0 0 0 0 0,1 0-1 0 0,-1 1 1 0 0,0-1 0 0 0,0 0-1 0 0,1 0 1 0 0,-1 0 0 0 0,0 0-1 0 0,1 0 1 0 0,-1 0 0 0 0,0 0-1 0 0,0 1 1 0 0,1-1 0 0 0,-1 0-1 0 0,0 0 1 0 0,1 0 0 0 0,-1 0-1 0 0,0 0 1 0 0,1 0 0 0 0,-1-1-1 0 0,0 1 1 0 0,1 0 0 0 0,168 6 428 0 0,4-8-4105 0 0,-25 1-3405 0 0,-98-1 2469 0 0,-1-3-2075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07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60 120 712 0 0,'18'-20'8392'0'0,"-1"-9"-5702"0"0,-16 28-2394 0 0,19-24 1149 0 0,5 0 167 0 0,-24 24-1362 0 0,16-18 2966 0 0,-69 309-1654 0 0,-18 1-196 0 0,40-182-1131 0 0,29-107-219 0 0,-2 17 1392 0 0,1-14 1594 0 0,3-14-1860 0 0,10-54-1023 0 0,3 2 0 0 0,27-73 0 0 0,4-19-149 0 0,-20 39 2 0 0,-24 112 48 0 0,4-18-235 0 0,-3 12 64 0 0,-5 18 76 0 0,-18 103 2 0 0,-5 22-287 0 0,17-102-1106 0 0,-22 71-4754 0 0,24-85 1207 0 0,-16 28 0 0 0,14-31-1660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5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392 163 1248 0 0,'3'-6'1000'0'0,"1"-1"0"0"0,-1 0 0 0 0,-1 1 1 0 0,1-1-1 0 0,-1 0 0 0 0,0 0 0 0 0,0 0 0 0 0,-1 0 0 0 0,0-1 0 0 0,-1 1 0 0 0,0-14 1 0 0,0 18-897 0 0,0 1 0 0 0,-1-1 0 0 0,1 0 0 0 0,-1 0 1 0 0,0 0-1 0 0,1 0 0 0 0,-1 1 0 0 0,-1-1 0 0 0,1 0 1 0 0,0 1-1 0 0,-1-1 0 0 0,1 1 0 0 0,-1-1 0 0 0,0 1 1 0 0,0 0-1 0 0,0 0 0 0 0,0 0 0 0 0,0 0 1 0 0,0 0-1 0 0,-1 0 0 0 0,1 0 0 0 0,0 1 0 0 0,-1-1 1 0 0,0 1-1 0 0,1 0 0 0 0,-1 0 0 0 0,0 0 0 0 0,0 0 1 0 0,1 0-1 0 0,-1 1 0 0 0,-4-1 0 0 0,-1 0-69 0 0,1 1 0 0 0,-1 0 0 0 0,0 1 0 0 0,1-1 0 0 0,-1 2 0 0 0,1-1 0 0 0,-1 1 0 0 0,1 0 0 0 0,-1 0 0 0 0,1 1 0 0 0,0 0-1 0 0,0 1 1 0 0,1-1 0 0 0,-1 1 0 0 0,-7 6 0 0 0,-4 4 4 0 0,1 1-1 0 0,0 0 1 0 0,-26 32 0 0 0,24-25-9 0 0,2 2 1 0 0,0 0 0 0 0,-25 52 0 0 0,35-61-17 0 0,0 0 0 0 0,2 0-1 0 0,0 0 1 0 0,1 1 0 0 0,0-1 0 0 0,1 1 0 0 0,1 0 0 0 0,-1 28 0 0 0,3-37-4 0 0,1-1 0 0 0,0 0 1 0 0,-1 1-1 0 0,2-1 1 0 0,-1 0-1 0 0,1 0 0 0 0,0 1 1 0 0,0-2-1 0 0,1 1 1 0 0,0 0-1 0 0,0 0 0 0 0,0-1 1 0 0,1 0-1 0 0,0 1 1 0 0,0-1-1 0 0,0-1 0 0 0,0 1 1 0 0,1-1-1 0 0,5 5 1 0 0,-2-4 2 0 0,1 0 0 0 0,-1 0 0 0 0,1-1 1 0 0,0 0-1 0 0,0 0 0 0 0,0-1 1 0 0,1 0-1 0 0,-1-1 0 0 0,1 0 0 0 0,-1-1 1 0 0,19 1-1 0 0,-18-2-6 0 0,0 0-1 0 0,0-1 1 0 0,-1 0 0 0 0,1 0 0 0 0,0-1 0 0 0,-1 0-1 0 0,1-1 1 0 0,-1 0 0 0 0,0-1 0 0 0,0 1-1 0 0,0-2 1 0 0,0 1 0 0 0,-1-1 0 0 0,0-1-1 0 0,0 0 1 0 0,0 0 0 0 0,7-7 0 0 0,-2-2 3 0 0,0 1 0 0 0,-1-2 0 0 0,-1 0 0 0 0,-1 0 0 0 0,0-1 0 0 0,-1-1 0 0 0,12-28 0 0 0,0-18 626 0 0,-2 0 1 0 0,12-75 0 0 0,-28 125-460 0 0,-6 22-43 0 0,-7 27 50 0 0,-1 31 51 0 0,3 2 0 0 0,3-1-1 0 0,6 126 1 0 0,-1-190-268 0 0,5 63 136 0 0,-4-59-597 0 0,0 1 1 0 0,0-1 0 0 0,1 0-1 0 0,0-1 1 0 0,0 1-1 0 0,7 11 1 0 0,-9-17 234 0 0,1 0 0 0 0,-1 0 0 0 0,1 0 0 0 0,0 0 0 0 0,0 0 0 0 0,0 0 0 0 0,-1-1 1 0 0,1 1-1 0 0,0 0 0 0 0,0 0 0 0 0,0-1 0 0 0,0 1 0 0 0,0-1 0 0 0,0 1 0 0 0,0-1 0 0 0,0 0 0 0 0,0 1 0 0 0,1-1 0 0 0,-1 0 0 0 0,0 1 0 0 0,1-1 1 0 0,11-1-4740 0 0,7-2 21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6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32 2500 0 0,'12'-32'19963'0'0,"-13"44"-17684"0"0,-3 19-299 0 0,-22 126 1886 0 0,11-64-3535 0 0,12-62 477 0 0,2-19-3211 0 0,0 0-6793 0 0,13-27-1410 0 0,-10 6 3488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6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28 145 1888 0 0,'-12'-69'10476'0'0,"-3"4"-4905"0"0,14 55-6540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7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40 1280 0 0,'0'0'1907'0'0,"7"-40"15670"0"0,6 69-16828 0 0,-11-12-265 0 0,-1 0 1 0 0,0-1 0 0 0,-1 1 0 0 0,0 0-1 0 0,-1-1 1 0 0,-1 1 0 0 0,-7 26 0 0 0,-1 19 22 0 0,-17 62-124 0 0,27-123-367 0 0,-4 21-67 0 0,12-41-14951 0 0,-3 6 10446 0 0,-2 4 272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1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91 732 0 0,'0'0'1464'0'0,"3"-14"2823"0"0,3-10-1659 0 0,0-12 1883 0 0,-6 35-3670 0 0,0-11 1393 0 0,1 8-1243 0 0,-1 5-435 0 0,-3 12-328 0 0,-2 19-384 0 0,-22 153 171 0 0,7-65 59 0 0,-1-19 31 0 0,21-99-89 0 0,-2 10 40 0 0,-1 1 238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00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67 143 948 0 0,'-15'-8'5483'0'0,"-15"-10"4239"0"0,28 17-8799 0 0,-8-2-53 0 0,8 2 714 0 0,-6-4 2322 0 0,10 4-3831 0 0,0 0-1 0 0,-1 0 1 0 0,1 0 0 0 0,0 0-1 0 0,0 0 1 0 0,-1 0 0 0 0,1 0-1 0 0,0 0 1 0 0,0 1-1 0 0,0-1 1 0 0,0 1 0 0 0,0 0-1 0 0,3-1 1 0 0,37-2 206 0 0,-20 1-113 0 0,181-18 403 0 0,-28 2-1563 0 0,-59 3-2623 0 0,-86 4 556 0 0,-13 1-1715 0 0,-16-7-5883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01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42 2440 0 0,'-40'-35'12718'0'0,"39"34"-12019"0"0,0 0-612 0 0,1 1 0 0 0,0-1 1 0 0,-1 1-1 0 0,1 0 0 0 0,-1-1 0 0 0,1 1 0 0 0,-1 0 1 0 0,1-1-1 0 0,-1 1 0 0 0,1 0 0 0 0,-1 0 1 0 0,1-1-1 0 0,-1 1 0 0 0,0 0 0 0 0,1 0 1 0 0,-1 0-1 0 0,1 0 0 0 0,-1 0 0 0 0,0 0 1 0 0,-2 5 126 0 0,1 1-1 0 0,0 0 1 0 0,1 1 0 0 0,-1-1 0 0 0,1 0 0 0 0,0 0 0 0 0,0 10 0 0 0,4 51 348 0 0,-1-21-318 0 0,7 201 317 0 0,-4-142-472 0 0,-4-82-349 0 0,1 31-2041 0 0,6-23-2169 0 0,-2-22-10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1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45 1464 0 0,'-23'-27'8882'0'0,"9"11"-5521"0"0,13 15-2481 0 0,223 20 1135 0 0,-30-1-6977 0 0,-146-21-261 0 0,-25 0 1210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1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3 24 0 0,'0'0'3418'0'0,"-14"-3"3865"0"0,12 4-7011 0 0,0 1 0 0 0,0-1 0 0 0,-1 0 0 0 0,1 1 0 0 0,0 0-1 0 0,0-1 1 0 0,0 1 0 0 0,1 0 0 0 0,-1 0 0 0 0,0 0 0 0 0,1 0 0 0 0,-1 0 0 0 0,1 0 0 0 0,0 0 0 0 0,0 1-1 0 0,0-1 1 0 0,0 0 0 0 0,-1 4 0 0 0,-15 56 1522 0 0,12-37-1288 0 0,-7 25-29 0 0,2 0 0 0 0,3 1 0 0 0,-2 53 0 0 0,8-48-1925 0 0,7 60 0 0 0,-2-87-1665 0 0,2-10-2102 0 0,-1-7-1256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1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1192 0 0,'55'-33'12093'0'0,"-24"15"-7935"0"0,-29 17-3777 0 0,11-1-181 0 0,8 1-2416 0 0,2 7-5205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2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1612 0 0,'0'0'3284'0'0,"12"-4"2585"0"0,3-1-3021 0 0,-3 2-1140 0 0,6 1-1760 0 0,-1 4-2116 0 0,0-4-3028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2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 1556 0 0,'14'-4'5838'0'0,"32"-11"1733"0"0,-16 9-9466 0 0,-20 1-3530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3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33 2228 0 0,'-6'-6'15490'0'0,"13"3"-15265"0"0,0 1 0 0 0,1-1 0 0 0,-1 1 0 0 0,1 1 1 0 0,14-2-1 0 0,47 0 115 0 0,-46 3-216 0 0,109-4-533 0 0,-49 4-6507 0 0,-76-1 2957 0 0,6-3-1886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3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49 2960 0 0,'-38'-49'15231'0'0,"36"51"-14750"0"0,1-2-448 0 0,0 0 0 0 0,1 0 0 0 0,-1 0 0 0 0,1 0 0 0 0,-1 0 1 0 0,0 1-1 0 0,1-1 0 0 0,-1 0 0 0 0,1 1 0 0 0,-1-1 0 0 0,1 0 0 0 0,-1 1 0 0 0,1-1 1 0 0,-1 1-1 0 0,1-1 0 0 0,0 0 0 0 0,-1 1 0 0 0,0 0 0 0 0,-9 37 865 0 0,2 1-1 0 0,-5 61 0 0 0,4-26-595 0 0,8-71-307 0 0,-14 125-95 0 0,13-64-2003 0 0,8-1-3280 0 0,-1-46 507 0 0,2-4-2548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4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287 125 2248 0 0,'5'-17'2137'0'0,"-3"11"-1066"0"0,0-1 1 0 0,0 0 0 0 0,0 0-1 0 0,-1 0 1 0 0,0-1 0 0 0,0 1-1 0 0,-1 0 1 0 0,0 0 0 0 0,-1-10-1 0 0,0 16-951 0 0,1 0 1 0 0,0-1-1 0 0,0 1 0 0 0,0 0 0 0 0,-1 0 0 0 0,1 0 0 0 0,-1-1 0 0 0,1 1 0 0 0,-1 0 1 0 0,1 0-1 0 0,-1 0 0 0 0,0 0 0 0 0,1 0 0 0 0,-1 0 0 0 0,0 0 0 0 0,0 0 0 0 0,0 0 0 0 0,0 0 1 0 0,0 0-1 0 0,0 0 0 0 0,0 1 0 0 0,0-1 0 0 0,0 0 0 0 0,0 1 0 0 0,-2-1 0 0 0,0 0-66 0 0,0 1 0 0 0,0 0-1 0 0,0 0 1 0 0,0 0-1 0 0,1 0 1 0 0,-1 1 0 0 0,0-1-1 0 0,0 1 1 0 0,1 0-1 0 0,-1 0 1 0 0,0 0-1 0 0,-3 2 1 0 0,-6 3 29 0 0,0 0 1 0 0,0 1-1 0 0,0 1 0 0 0,1 0 1 0 0,-17 16-1 0 0,9-6-26 0 0,1 1 0 0 0,-16 24 0 0 0,20-25-33 0 0,1 1 0 0 0,1 1 0 0 0,-15 32 0 0 0,24-45-17 0 0,0 0 0 0 0,0-1-1 0 0,1 2 1 0 0,0-1 0 0 0,0 0 0 0 0,1 0-1 0 0,0 0 1 0 0,1 1 0 0 0,-1-1-1 0 0,1 0 1 0 0,1 1 0 0 0,-1-1 0 0 0,1 0-1 0 0,0 1 1 0 0,3 7 0 0 0,-2-10-43 0 0,0-1-1 0 0,-1 0 1 0 0,1-1 0 0 0,1 1 0 0 0,-1 0-1 0 0,0-1 1 0 0,1 1 0 0 0,0-1 0 0 0,0 0-1 0 0,0 0 1 0 0,0 0 0 0 0,0 0 0 0 0,1 0-1 0 0,-1-1 1 0 0,1 1 0 0 0,0-1 0 0 0,-1 0-1 0 0,1 0 1 0 0,0-1 0 0 0,0 1 0 0 0,1-1-1 0 0,-1 0 1 0 0,4 1 0 0 0,-2-1-34 0 0,0-1-1 0 0,-1 0 1 0 0,1 0 0 0 0,-1 0-1 0 0,1 0 1 0 0,-1-1 0 0 0,1 0 0 0 0,-1-1-1 0 0,1 1 1 0 0,-1-1 0 0 0,0 0 0 0 0,1 0-1 0 0,-1 0 1 0 0,0-1 0 0 0,-1 0-1 0 0,1 0 1 0 0,5-5 0 0 0,3-3-4 0 0,-1-1 0 0 0,0-1-1 0 0,-1 0 1 0 0,0 0 0 0 0,14-26 0 0 0,36-80 619 0 0,-24 43 1404 0 0,-1 3 542 0 0,-35 71-2167 0 0,-3 19-211 0 0,0 0 0 0 0,-1-1 0 0 0,-1 1 0 0 0,0-1 0 0 0,-8 20 1 0 0,-4 14-59 0 0,13-41-124 0 0,-40 165 541 0 0,35-135-1730 0 0,2-1 0 0 0,-1 64-1 0 0,10-60-2302 0 0,5-16-3452 0 0,0-15 104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4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61 2508 0 0,'11'-21'6934'0'0,"-8"17"-5273"0"0,-1 1 1 0 0,1-1-1 0 0,-1 0 1 0 0,-1 0-1 0 0,1 0 1 0 0,0 0 0 0 0,1-9-1 0 0,-2 16-823 0 0,-1 0-452 0 0,0 1 0 0 0,1 0-1 0 0,-1 0 1 0 0,0 0 0 0 0,-1-1 0 0 0,1 1-1 0 0,-1 0 1 0 0,0 0 0 0 0,-1 4 0 0 0,-16 40 2026 0 0,7-17-1531 0 0,-15 46 153 0 0,-5 12-557 0 0,16-31-3664 0 0,13-43 277 0 0,1-10-393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5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45 376 0 0,'4'-16'8735'0'0,"-1"-2"-3057"0"0,-3 16-4217 0 0,4-6 3336 0 0,-3 21-4584 0 0,0 0 0 0 0,0 1 0 0 0,-1-1 0 0 0,-1 0 0 0 0,-3 22 0 0 0,1-10-26 0 0,-7 50 28 0 0,5-40 76 0 0,-2 45 1 0 0,5-72 2317 0 0,1-23-1818 0 0,4-2-772 0 0,1 0 1 0 0,1 0 0 0 0,0 0-1 0 0,2 1 1 0 0,0 0-1 0 0,0 0 1 0 0,2 1-1 0 0,0 0 1 0 0,0 0 0 0 0,18-19-1 0 0,-19 25-38 0 0,1-1 0 0 0,0 2 0 0 0,0-1 0 0 0,1 1-1 0 0,1 0 1 0 0,-1 1 0 0 0,1 1 0 0 0,0-1 0 0 0,1 2 0 0 0,-1 0-1 0 0,1 0 1 0 0,0 1 0 0 0,1 0 0 0 0,21-3 0 0 0,-30 6 12 0 0,0 1-1 0 0,0-1 1 0 0,0 1 0 0 0,0 0 0 0 0,0 0-1 0 0,-1 0 1 0 0,1 1 0 0 0,0-1 0 0 0,0 1 0 0 0,0 0-1 0 0,0 0 1 0 0,-1 1 0 0 0,1-1 0 0 0,0 1 0 0 0,-1-1-1 0 0,1 1 1 0 0,-1 0 0 0 0,0 1 0 0 0,0-1 0 0 0,0 1-1 0 0,0-1 1 0 0,0 1 0 0 0,4 5 0 0 0,-4-3 51 0 0,0 0-1 0 0,0 1 1 0 0,-1-1 0 0 0,0 1 0 0 0,0-1 0 0 0,0 1 0 0 0,0 0 0 0 0,-1 0 0 0 0,0 0 0 0 0,-1 0 0 0 0,1-1-1 0 0,-1 1 1 0 0,0 0 0 0 0,-1 9 0 0 0,-6 23 316 0 0,-1-1 0 0 0,-2 1 0 0 0,-1-1 0 0 0,-20 41 0 0 0,22-38-616 0 0,9-39-358 0 0,26-14-7880 0 0,-3-9-1397 0 0,-14 11 2627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6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53 892 0 0,'0'-2'1840'0'0,"-4"-9"-121"0"0,-4-24 3861 0 0,1 30-4541 0 0,-5 259 4661 0 0,-36 127-3974 0 0,33-299-1875 0 0,-4 28 2825 0 0,17-98-868 0 0,1-17 107 0 0,0-17-1031 0 0,2 9-854 0 0,0-1 0 0 0,1 1-1 0 0,0 0 1 0 0,2 0-1 0 0,-1-1 1 0 0,1 2-1 0 0,9-19 1 0 0,-10 26-48 0 0,0-1 0 0 0,0 1 0 0 0,0 0 1 0 0,1 0-1 0 0,0 1 0 0 0,0-1 0 0 0,0 1 0 0 0,1 0 0 0 0,-1 0 0 0 0,1 0 1 0 0,0 0-1 0 0,0 1 0 0 0,0 0 0 0 0,1 0 0 0 0,-1 0 0 0 0,1 1 0 0 0,0 0 1 0 0,8-3-1 0 0,-3 3-3 0 0,-1 1 0 0 0,1-1 0 0 0,-1 2 0 0 0,1-1 0 0 0,0 2 0 0 0,-1-1 0 0 0,1 1 1 0 0,-1 1-1 0 0,1 0 0 0 0,-1 0 0 0 0,20 8 0 0 0,-25-8 19 0 0,1 1-1 0 0,-1-1 1 0 0,0 1 0 0 0,1 0-1 0 0,-1 1 1 0 0,-1-1 0 0 0,1 1-1 0 0,0 0 1 0 0,-1 0 0 0 0,0 1 0 0 0,0-1-1 0 0,0 1 1 0 0,0 0 0 0 0,-1 0-1 0 0,0 0 1 0 0,0 0 0 0 0,0 1-1 0 0,-1-1 1 0 0,0 1 0 0 0,0-1-1 0 0,0 1 1 0 0,1 9 0 0 0,-3-9 10 0 0,0-1 0 0 0,0 1 0 0 0,-1 0 0 0 0,1 0 0 0 0,-1 0 0 0 0,-1-1 1 0 0,1 1-1 0 0,-1 0 0 0 0,0-1 0 0 0,0 1 0 0 0,-1-1 0 0 0,1 0 0 0 0,-1 0 0 0 0,-4 6 1 0 0,-1 1 30 0 0,-1-1 1 0 0,-1 0 0 0 0,0 0 0 0 0,-16 14-1 0 0,20-19-16 0 0,-1-1 0 0 0,0-1-1 0 0,1 1 1 0 0,-1-1-1 0 0,-1 0 1 0 0,1 0 0 0 0,-1-1-1 0 0,1 0 1 0 0,-1 0-1 0 0,0-1 1 0 0,0 0 0 0 0,0-1-1 0 0,0 0 1 0 0,-1 0-1 0 0,1 0 1 0 0,0-1 0 0 0,0 0-1 0 0,0-1 1 0 0,-1 0-1 0 0,-12-3 1 0 0,14 2-240 0 0,-17-3-2080 0 0,8-1-2738 0 0,14 6 3555 0 0,2 0 1382 0 0,-1 0 1 0 0,1 0-1 0 0,0 0 0 0 0,0 0 1 0 0,0 0-1 0 0,0 0 0 0 0,0 0 0 0 0,-1 0 1 0 0,1 0-1 0 0,0 0 0 0 0,0 0 0 0 0,0-1 1 0 0,0 1-1 0 0,-1 0 0 0 0,1 0 0 0 0,0 0 1 0 0,0 0-1 0 0,0 0 0 0 0,0 0 1 0 0,0 0-1 0 0,0 0 0 0 0,-1-1-97 0 0,1 1 97 0 0,0 0 0 0 0,0 0 0 0 0,0 0 1 0 0,0 0-1 0 0,0 0 0 0 0,0 0 0 0 0,0-1 1 0 0,0 1-1 0 0,0 0 0 0 0,0 0 1 0 0,0 0-1 0 0,-1 0 0 0 0,1-1 0 0 0,0 1 1 0 0,0 0-1 0 0,0 0 0 0 0,0 0 0 0 0,0 0 1 0 0,0 0-1 0 0,0-1 0 0 0,1 1 0 0 0,-1 0 1 0 0,0 0-1 0 0,0 0 0 0 0,0 0 1 0 0,0-1-1 0 0,0 1 0 0 0,0 0 0 0 0,0 0 1 0 0,0 0-1 0 0,0 0 0 0 0,0 0 0 0 0,1-1 1 0 0,5-7-4984 0 0,-6 7 4988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0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0 4 0 0,'0'0'7611'0'0,"0"0"-7449"0"0,-1 0-1 0 0,1 0 1 0 0,-1 0-1 0 0,0 0 0 0 0,1 0 1 0 0,-1 0-1 0 0,1 1 0 0 0,-1-1 1 0 0,0 0-1 0 0,1 0 1 0 0,-1 0-1 0 0,1 1 0 0 0,-1-1 1 0 0,1 0-1 0 0,-1 0 1 0 0,1 1-1 0 0,-1 0 0 0 0,1-1-50 0 0,0 0 0 0 0,0 0-1 0 0,0 1 1 0 0,0-1 0 0 0,-1 0-1 0 0,1 1 1 0 0,0-1 0 0 0,0 0 0 0 0,0 1-1 0 0,0-1 1 0 0,0 0 0 0 0,-1 0-1 0 0,1 1 1 0 0,0-1 0 0 0,0 0-1 0 0,0 0 1 0 0,-1 0 0 0 0,1 1 0 0 0,0-1-1 0 0,0 0 1 0 0,-1 0 0 0 0,1 0-1 0 0,0 0 1 0 0,0 1 0 0 0,-1-1-1 0 0,1 0 1 0 0,0 0 0 0 0,-1 0 0 0 0,1 0-1 0 0,-3-2 2621 0 0,8-2-3600 0 0,-3 4 1044 0 0,7-2-26 0 0,-11 2-345 0 0,0 1 0 0 0,0-1 1 0 0,0 1-1 0 0,1-1 0 0 0,-1 1 0 0 0,0 0 0 0 0,0 0 1 0 0,1-1-1 0 0,-1 1 0 0 0,1 0 0 0 0,-1 1 1 0 0,1-1-1 0 0,-1 0 0 0 0,1 0 0 0 0,0 1 1 0 0,-1-1-1 0 0,1 0 0 0 0,0 1 0 0 0,0 0 1 0 0,-2 2-1 0 0,3-2-1121 0 0,4 5-3340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1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19 1604 0 0,'-8'-4'13245'0'0,"6"9"-13158"0"0,0 0-1 0 0,0-1 0 0 0,1 1 1 0 0,0 0-1 0 0,0 0 0 0 0,0 0 1 0 0,0-1-1 0 0,1 1 0 0 0,-1 0 1 0 0,2 7-1 0 0,-4 23 108 0 0,-23 118 2460 0 0,26-151-1996 0 0,-3 4 984 0 0,0-6-839 0 0,2-9-232 0 0,2-1-490 0 0,0-1-1 0 0,1 1 0 0 0,0 0 0 0 0,1 0 1 0 0,0 0-1 0 0,0 0 0 0 0,1 0 0 0 0,1 1 1 0 0,-1-1-1 0 0,11-13 0 0 0,-4 6-100 0 0,1 1 0 0 0,0 1-1 0 0,1 0 1 0 0,28-24 0 0 0,-35 34 0 0 0,0 1 1 0 0,-1 0 0 0 0,1 0-1 0 0,1 1 1 0 0,-1-1 0 0 0,0 1-1 0 0,1 1 1 0 0,8-3 0 0 0,-13 4 14 0 0,1 0 1 0 0,-1 1 0 0 0,1 0-1 0 0,0-1 1 0 0,-1 1 0 0 0,1 0-1 0 0,0 0 1 0 0,-1 0 0 0 0,1 1-1 0 0,0-1 1 0 0,-1 1 0 0 0,1-1-1 0 0,0 1 1 0 0,-1 0 0 0 0,1 0 0 0 0,-1 0-1 0 0,0 0 1 0 0,1 1 0 0 0,-1-1-1 0 0,0 1 1 0 0,0-1 0 0 0,0 1-1 0 0,0 0 1 0 0,3 2 0 0 0,0 3 1 0 0,1 0 0 0 0,-1 0 0 0 0,-1 1 1 0 0,1 0-1 0 0,-1 0 0 0 0,0 0 0 0 0,-1 0 0 0 0,0 0 0 0 0,0 1 1 0 0,-1-1-1 0 0,2 16 0 0 0,-2-9 13 0 0,-2 1 0 0 0,1 0 0 0 0,-2 0 0 0 0,0 0 0 0 0,-6 25 0 0 0,4-24-211 0 0,-2 5-1670 0 0,5-1-3713 0 0,0-19 4068 0 0,10 4-4354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1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514 60 1980 0 0,'1'-2'2236'0'0,"25"-47"13965"0"0,-25 47-15426 0 0,2-4 4285 0 0,-2 31-3916 0 0,-1 0 0 0 0,-1 1 0 0 0,-1-1 0 0 0,-7 29 0 0 0,1-9-349 0 0,-51 264-795 0 0,40-240 0 0 0,-3-1 0 0 0,-42 91 0 0 0,52-134 0 0 0,6-11 0 0 0,0 0 0 0 0,-16 23 0 0 0,19-33 0 0 0,0-1 0 0 0,0 1 0 0 0,0-1 0 0 0,0 1 0 0 0,-1-1 0 0 0,1 0 0 0 0,-1-1 0 0 0,0 1 0 0 0,0-1 0 0 0,0 1 0 0 0,0-1 0 0 0,0 0 0 0 0,-8 2 0 0 0,11-3 0 0 0,-1-1 0 0 0,0 1 0 0 0,1-1 0 0 0,-1 1 0 0 0,0-1 0 0 0,1 1 0 0 0,-1-1 0 0 0,0 0 0 0 0,1 0 0 0 0,-1 0 0 0 0,0 0 0 0 0,0 0 0 0 0,1 0 0 0 0,-1 0 0 0 0,0-1 0 0 0,-3 0 0 0 0,0-1 0 0 0,-5 0-132 0 0,1 0 0 0 0,0 0 0 0 0,0-1 1 0 0,0-1-1 0 0,0 0 0 0 0,0 0 0 0 0,1 0 0 0 0,0-1 0 0 0,0 0 0 0 0,0-1 0 0 0,0 0 1 0 0,1 0-1 0 0,-12-13 0 0 0,9 8-244 0 0,1 0 0 0 0,1 0 0 0 0,0-1 1 0 0,0 0-1 0 0,1 0 0 0 0,1-1 0 0 0,0 0 0 0 0,-6-21 1 0 0,1-12-6122 0 0,7 15-1182 0 0,2 2-3280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2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0 183 2392 0 0,'42'-122'24287'0'0,"-35"105"-21238"0"0,3-6-850 0 0,-4 2-4033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2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37 908 0 0,'-8'-6'15070'0'0,"8"4"-15018"0"0,0 0 0 0 0,0 0 0 0 0,0 1 0 0 0,1-1 0 0 0,-1 0 0 0 0,0 1 0 0 0,1-1 0 0 0,-1 0 0 0 0,1 1 0 0 0,-1-1 0 0 0,2-2 0 0 0,2-3-15 0 0,-3 14-153 0 0,-1-5 123 0 0,-1 1-15 0 0,1 0 1 0 0,-1 0-1 0 0,1 0 1 0 0,0 1-1 0 0,0-1 1 0 0,1 0 0 0 0,-1 0-1 0 0,2 6 1 0 0,6 11-599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3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80 288 0 0,'-8'-16'14748'0'0,"16"15"-15792"0"0,12-11 1191 0 0,-2-21 1843 0 0,-20 33-1999 0 0,-6 1-6 0 0,6 0 1 0 0,2-1-7 0 0,0 1 23 0 0,0-1 0 0 0,0 1-1 0 0,1-1 1 0 0,-1 1 0 0 0,0 0-1 0 0,0-1 1 0 0,1 1 0 0 0,-1-1-1 0 0,1 0 1 0 0,-1 1-1 0 0,0-1 1 0 0,1 1 0 0 0,-1-1-1 0 0,1 0 1 0 0,-1 1 0 0 0,1-1-1 0 0,-1 0 1 0 0,2 1-1 0 0,2 0 39 0 0,0-1 0 0 0,1 1 0 0 0,-1-1 0 0 0,1 0 0 0 0,-1 0 0 0 0,1 0 0 0 0,-1-1 0 0 0,1 0 0 0 0,-1 0 0 0 0,5-1 0 0 0,-7 1 154 0 0,-1 0-47 0 0,1 0 0 0 0,-1 0 0 0 0,0 0 0 0 0,0 0 0 0 0,0 0 0 0 0,0-1-1 0 0,0 1 1 0 0,-1 0 0 0 0,3-3 0 0 0,-4 3-142 0 0,0 1 0 0 0,1-1-1 0 0,-1 0 1 0 0,0 0-1 0 0,1 1 1 0 0,-1-1 0 0 0,0 0-1 0 0,0 1 1 0 0,0-1-1 0 0,1 1 1 0 0,-1-1 0 0 0,0 1-1 0 0,0-1 1 0 0,0 1 0 0 0,0 0-1 0 0,0-1 1 0 0,0 1-1 0 0,0 0 1 0 0,0 0 0 0 0,0 0-1 0 0,0 0 1 0 0,0 0-1 0 0,0 0 1 0 0,0 0 0 0 0,0 0-1 0 0,0 0 1 0 0,0 0 0 0 0,0 0-1 0 0,0 1 1 0 0,0-1-1 0 0,-1 1 1 0 0,-2 0-14 0 0,0 0 1 0 0,0 0-1 0 0,0 1 1 0 0,0-1-1 0 0,0 1 0 0 0,-6 4 1 0 0,9-5 10 0 0,1 1 3 0 0,0 0 1 0 0,1 0-1 0 0,-1-1 0 0 0,1 1 0 0 0,-1 0 0 0 0,1 0 0 0 0,0-1 0 0 0,0 1 1 0 0,1 1-1 0 0,23 0-93 0 0,-13-1-1726 0 0,-21 0-111 0 0,-6 3-2475 0 0,9-2 2758 0 0,-8 1-4431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8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607 31 1288 0 0,'0'0'2931'0'0,"11"-3"-1070"0"0,-6 1 1406 0 0,-5 2-3389 0 0,13-7 6174 0 0,-11 1-2150 0 0,-9 2-4355 0 0,-8 1 614 0 0,0 1 1 0 0,0 0 0 0 0,-1 1 0 0 0,1 0-1 0 0,0 1 1 0 0,-1 1 0 0 0,1 0 0 0 0,0 2-1 0 0,0-1 1 0 0,0 2 0 0 0,0 0 0 0 0,-26 11-1 0 0,14-3-140 0 0,0 1-1 0 0,1 1 0 0 0,0 1 1 0 0,1 2-1 0 0,-39 33 1 0 0,39-28 7 0 0,1 1 0 0 0,2 2 0 0 0,0 0 0 0 0,-32 50 1 0 0,45-59 25 0 0,0-1 0 0 0,1 1 1 0 0,1 1-1 0 0,0-1 0 0 0,1 1 1 0 0,1 0-1 0 0,1 1 0 0 0,0-1 1 0 0,1 1-1 0 0,0 28 0 0 0,3-38-8 0 0,1 1-1 0 0,-1-1 1 0 0,2 1-1 0 0,-1-1 0 0 0,1 0 1 0 0,1 0-1 0 0,-1 0 1 0 0,2 0-1 0 0,-1 0 0 0 0,1 0 1 0 0,0-1-1 0 0,0 0 1 0 0,1 0-1 0 0,0 0 1 0 0,0 0-1 0 0,1-1 0 0 0,0 0 1 0 0,12 11-1 0 0,-6-9-11 0 0,0 1 1 0 0,0-2-1 0 0,1 0 0 0 0,0 0 0 0 0,0-1 0 0 0,0-1 0 0 0,1 0 1 0 0,0-1-1 0 0,0-1 0 0 0,20 3 0 0 0,-14-3 257 0 0,0-1 0 0 0,0-2 0 0 0,1 0-1 0 0,31-4 1 0 0,-50 4-219 0 0,0 0-62 0 0,0-1 0 0 0,0 1 0 0 0,0 0 0 0 0,0-1 0 0 0,0 1 0 0 0,0-1 1 0 0,-1 1-1 0 0,1-1 0 0 0,0 0 0 0 0,0 0 0 0 0,3-2 0 0 0,9-3-4039 0 0,-13 6 3280 0 0,1 0 1 0 0,-1 0 0 0 0,1 0 0 0 0,-1 0-1 0 0,1 0 1 0 0,0 0 0 0 0,-1 1 0 0 0,1-1-1 0 0,-1 0 1 0 0,1 1 0 0 0,1 0-1 0 0,-1 0 109 0 0,0 0-134 0 0,4 0-2961 0 0,5 1-278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8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77 1888 0 0,'6'-11'5343'0'0,"29"-46"8266"0"0,-33 56-12420 0 0,-2 1-1017 0 0,0-1 0 0 0,0 1 0 0 0,0 0 0 0 0,0-1 0 0 0,0 1 0 0 0,0 0 1 0 0,0-1-1 0 0,0 1 0 0 0,0 0 0 0 0,0 0 0 0 0,0-1 0 0 0,0 1 0 0 0,0 0 0 0 0,1-1 1 0 0,-1 1-1 0 0,0 0 0 0 0,0 0 0 0 0,0-1 0 0 0,1 1 0 0 0,-1 0 0 0 0,0 0 1 0 0,0 0-1 0 0,0-1 0 0 0,1 1 0 0 0,-1 0 0 0 0,0 0 0 0 0,0 0 0 0 0,1 0 0 0 0,-1 0 1 0 0,0-1-1 0 0,1 1 0 0 0,-1 0 0 0 0,0 0 0 0 0,1 0 0 0 0,-1 0-104 0 0,1 0 0 0 0,-1 0 0 0 0,0 1-1 0 0,1-1 1 0 0,-1 0 0 0 0,0 0 0 0 0,0 0 0 0 0,1 0 0 0 0,-1 1-1 0 0,0-1 1 0 0,1 0 0 0 0,-1 0 0 0 0,0 1 0 0 0,0-1-1 0 0,0 0 1 0 0,1 0 0 0 0,-1 1 0 0 0,0-1 0 0 0,0 0-1 0 0,0 1 1 0 0,0-1 0 0 0,1 0 0 0 0,-1 1 0 0 0,0-1 0 0 0,0 0-1 0 0,0 1 1 0 0,0-1 0 0 0,0 0 0 0 0,0 1 0 0 0,0-1-1 0 0,0 0 1 0 0,0 1 0 0 0,0-1 0 0 0,0 0 0 0 0,0 1 0 0 0,0-1-1 0 0,-1 1 1 0 0,-20 160 839 0 0,-25 85 323 0 0,35-179-1230 0 0,9-56 0 0 0,-1-3-165 0 0,2-6-748 0 0,-2-13-9208 0 0,3 10 9934 0 0,0 1 0 0 0,0 0 1 0 0,0-1-1 0 0,1 1 1 0 0,-1 0-1 0 0,0-1 1 0 0,0 1-1 0 0,0 0 0 0 0,0 0 1 0 0,1-1-1 0 0,-1 1 1 0 0,0 0-1 0 0,0 0 1 0 0,1-1-1 0 0,-1 1 0 0 0,0 0 1 0 0,0 0-1 0 0,1 0 1 0 0,-1-1-1 0 0,0 1 1 0 0,1 0-1 0 0,16-17-7588 0 0,-10 8 491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9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75 744 0 0,'22'-30'8258'0'0,"-17"22"-4816"0"0,1 0-1 0 0,0 0 1 0 0,13-12 1309 0 0,-17 20-4558 0 0,-1 0 0 0 0,0 1 0 0 0,0-1-1 0 0,0 1 1 0 0,0-1 0 0 0,0 1 0 0 0,0 0 0 0 0,0-1 0 0 0,-1 1-1 0 0,1 0 1 0 0,0-1 0 0 0,0 1 0 0 0,0 0 0 0 0,-1 0-1 0 0,1 0 1 0 0,0 0 0 0 0,-1 0 0 0 0,1 0 0 0 0,-1 0 0 0 0,1 0-1 0 0,-1 0 1 0 0,1 0 0 0 0,-1 0 0 0 0,0 0 0 0 0,0 0-1 0 0,1 0 1 0 0,-1 1 0 0 0,0 0 0 0 0,3 33 1174 0 0,-25 141 617 0 0,2-15-5103 0 0,16-83-1736 0 0,0 3-6702 0 0,2-46 471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9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61 536 0 0,'0'0'1870'0'0,"-3"0"-259"0"0,-12 1 276 0 0,-32 4 16362 0 0,62-12-17022 0 0,16-3-459 0 0,0 1 0 0 0,59-9 0 0 0,66 2-554 0 0,-128 14-121 0 0,43-3-1196 0 0,-58 5-1359 0 0,1 1 1 0 0,25 4-1 0 0,-38-5 1934 0 0,1 0 1 0 0,-1 1-1 0 0,0-1 0 0 0,0 1 1 0 0,0 0-1 0 0,1-1 0 0 0,-1 1 1 0 0,0 0-1 0 0,0-1 0 0 0,0 1 1 0 0,0 0-1 0 0,0 0 0 0 0,0 0 1 0 0,-1 0-1 0 0,1 0 0 0 0,0 0 1 0 0,0 0-1 0 0,-1 0 0 0 0,2 3 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39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0 1512 0 0,'-129'61'23575'0'0,"123"-58"-22736"0"0,6-3-757 0 0,-1 0 0 0 0,0 0 0 0 0,0 0 0 0 0,1 0 0 0 0,-1 1 0 0 0,0-1 0 0 0,1 0 0 0 0,-1 0 0 0 0,0 1 0 0 0,1-1 0 0 0,-1 1 0 0 0,1-1 0 0 0,-1 0 0 0 0,0 1 0 0 0,1-1 0 0 0,-1 1 0 0 0,1 0 0 0 0,-1-1 0 0 0,1 1 0 0 0,0-1 0 0 0,-1 1 0 0 0,1 0 0 0 0,-1-1 0 0 0,1 1 0 0 0,0 0 0 0 0,0-1 0 0 0,-1 1 0 0 0,1 0 0 0 0,0-1 0 0 0,0 1 0 0 0,0 1 0 0 0,1-2-51 0 0,0 1 0 0 0,0 0 0 0 0,0-1 0 0 0,0 1 0 0 0,0-1 0 0 0,0 1 0 0 0,1-1 0 0 0,-1 0 1 0 0,0 1-1 0 0,0-1 0 0 0,1 0 0 0 0,-1 0 0 0 0,2 0 0 0 0,-2 0 15 0 0,37 5 5 0 0,1-2-1 0 0,0-1 0 0 0,61-6 0 0 0,-38 1-919 0 0,-3 1-747 0 0,73-3-4001 0 0,-46-6-4704 0 0,-60 5 1916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1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 96 1772 0 0,'3'-3'722'0'0,"0"1"0"0"0,-1-1 0 0 0,0 0 0 0 0,1-1 0 0 0,-1 1 0 0 0,0 0 0 0 0,0-1-1 0 0,-1 1 1 0 0,1-1 0 0 0,-1 1 0 0 0,2-5 0 0 0,-3 5-434 0 0,1 1 1 0 0,-1-1-1 0 0,0 0 1 0 0,0 1-1 0 0,0-1 0 0 0,0 0 1 0 0,0 1-1 0 0,-1-1 0 0 0,0-3 1 0 0,0 4-183 0 0,0 1 1 0 0,0 0 0 0 0,-1-1 0 0 0,1 1 0 0 0,0 0 0 0 0,0 0 0 0 0,-1 0 0 0 0,1 0 0 0 0,0 0 0 0 0,-1 0-1 0 0,1 1 1 0 0,-1-1 0 0 0,1 0 0 0 0,-1 1 0 0 0,0-1 0 0 0,1 1 0 0 0,-4-1 0 0 0,-2-1 21 0 0,1 1-1 0 0,-1 0 1 0 0,0 0 0 0 0,0 1 0 0 0,1-1 0 0 0,-1 2-1 0 0,0-1 1 0 0,0 1 0 0 0,0 0 0 0 0,1 0 0 0 0,-1 1 0 0 0,-8 2-1 0 0,4 1-16 0 0,1 0 0 0 0,0 0-1 0 0,0 1 1 0 0,0 0-1 0 0,0 1 1 0 0,-13 12-1 0 0,-1 4 59 0 0,2 2 0 0 0,1 0 0 0 0,1 1 0 0 0,-20 33-1 0 0,24-32-65 0 0,2 0 0 0 0,0 1 0 0 0,2 0 0 0 0,-13 48 0 0 0,22-67-77 0 0,1 0 1 0 0,0 0-1 0 0,1 1 0 0 0,0-1 1 0 0,1 1-1 0 0,0-1 0 0 0,2 19 0 0 0,-2-26-17 0 0,1 1-1 0 0,-1 0 1 0 0,1-1 0 0 0,-1 1-1 0 0,1-1 1 0 0,0 1-1 0 0,0-1 1 0 0,1 1-1 0 0,-1-1 1 0 0,0 1-1 0 0,1-1 1 0 0,-1 0-1 0 0,1 0 1 0 0,0 0-1 0 0,0 0 1 0 0,0 0-1 0 0,0 0 1 0 0,0-1-1 0 0,0 1 1 0 0,0 0-1 0 0,1-1 1 0 0,-1 0-1 0 0,0 0 1 0 0,1 1-1 0 0,-1-1 1 0 0,1-1-1 0 0,0 1 1 0 0,-1 0-1 0 0,1-1 1 0 0,0 1-1 0 0,3-1 1 0 0,3 1 1 0 0,0-2 1 0 0,0 1 0 0 0,0-1-1 0 0,0 0 1 0 0,0-1-1 0 0,0 0 1 0 0,0-1-1 0 0,0 1 1 0 0,-1-2 0 0 0,10-4-1 0 0,-6 2 0 0 0,-1-1 1 0 0,1-1-1 0 0,-1 0 0 0 0,-1 0 0 0 0,1-1 0 0 0,10-13 0 0 0,-6 5 2 0 0,-1 0 0 0 0,-1-2 0 0 0,-1 1 0 0 0,-1-1 1 0 0,0-1-1 0 0,-1 0 0 0 0,-2-1 0 0 0,8-24 0 0 0,-12 32 249 0 0,-1 0 0 0 0,-1 0 0 0 0,0-1 0 0 0,-1 1 0 0 0,0-1 0 0 0,-1 1 0 0 0,0-1 1 0 0,-1 0-1 0 0,-5-20 0 0 0,6 32 465 0 0,-3 3-389 0 0,1 0-234 0 0,-1 1 0 0 0,1 0 0 0 0,0 0-1 0 0,0 0 1 0 0,0 0 0 0 0,0 0 0 0 0,1 1 0 0 0,-1-1 0 0 0,1 1-1 0 0,-1-1 1 0 0,1 1 0 0 0,0-1 0 0 0,0 1 0 0 0,0 0 0 0 0,0-1-1 0 0,0 1 1 0 0,0 0 0 0 0,1 4 0 0 0,-4 14 456 0 0,0 29 1 0 0,3-31-361 0 0,-2 26 425 0 0,5 83 1 0 0,1-103-573 0 0,0-1 1 0 0,2 0 0 0 0,1 0 0 0 0,0-1 0 0 0,11 24 0 0 0,-16-44-42 0 0,0-1 1 0 0,0 1-1 0 0,1-1 1 0 0,-1 1-1 0 0,1-1 1 0 0,-1 1-1 0 0,1-1 1 0 0,0 0-1 0 0,0 0 1 0 0,0 0-1 0 0,0 0 1 0 0,0 0-1 0 0,0 0 0 0 0,0-1 1 0 0,1 1-1 0 0,-1-1 1 0 0,1 1-1 0 0,-1-1 1 0 0,5 1-1 0 0,-5-1-35 0 0,29-9-2673 0 0,23-10-7101 0 0,-27 11 3224 0 0,-12 4-486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1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52 1360 0 0,'4'-10'6471'0'0,"4"-6"-2"0"0,5-10 7121 0 0,-15 57-12637 0 0,-2 1-1 0 0,-1-2 1 0 0,-18 61 0 0 0,1-5 113 0 0,-17 123-1066 0 0,36-195 0 0 0,0-2 0 0 0,2-3 0 0 0,0 2 0 0 0,-1-3-166 0 0,1-7-735 0 0,2-14-10172 0 0,-1 12 9918 0 0,0-1 0 0 0,1 0 0 0 0,0 0 0 0 0,-1 1 0 0 0,1-1 0 0 0,0 0 0 0 0,0 1 0 0 0,2-3 0 0 0,3-5-6673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1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87 2716 0 0,'12'-17'4609'0'0,"8"-16"4013"0"0,5-3 7351 0 0,-24 38-15301 0 0,0-1-663 0 0,-1 0-1 0 0,1 0 0 0 0,-1 0 0 0 0,1 0 0 0 0,-1 0 1 0 0,0 0-1 0 0,1 1 0 0 0,-1-1 0 0 0,0 0 1 0 0,0 0-1 0 0,0 0 0 0 0,0 1 0 0 0,0-1 1 0 0,0 0-1 0 0,0 0 0 0 0,0 0 0 0 0,0 1 0 0 0,0-1 1 0 0,-1 0-1 0 0,1 0 0 0 0,-1 0 0 0 0,0 1 1 0 0,-1 5-24 0 0,-30 150 15 0 0,-4 21 0 0 0,10-63 0 0 0,24-102 0 0 0,-1-2 0 0 0,1-4-230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3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54 304 0 0,'4'-13'5385'0'0,"0"-5"-1224"0"0,-3 16-2962 0 0,3-18 7533 0 0,-2 31-7966 0 0,0 0 0 0 0,-1 0 0 0 0,0 0 0 0 0,-1 0 0 0 0,-2 22 0 0 0,1 3 225 0 0,-24 357 2265 0 0,23-370-2500 0 0,-10 39-1 0 0,11-60-272 0 0,1-2-477 0 0,-1 0 0 0 0,0 0 0 0 0,0-1 0 0 0,1 1 0 0 0,-1 0 0 0 0,1-1 0 0 0,-1 1 0 0 0,0 0 0 0 0,1-1 0 0 0,-1 1 0 0 0,1-1 0 0 0,-1 1 0 0 0,1-1 0 0 0,-1 1 0 0 0,1-1 0 0 0,-1 1 0 0 0,1-1 0 0 0,-1 0 0 0 0,1 1 0 0 0,0-1 0 0 0,-1 0 0 0 0,1 1 0 0 0,0-1 0 0 0,0 0 0 0 0,0 0 0 0 0,-1 1 0 0 0,1-1 0 0 0,0 0 0 0 0,0 1 0 0 0,0-1 0 0 0,0-1 0 0 0,0-25 31 0 0,1 18-33 0 0,1 0-1 0 0,0 0 1 0 0,0 0-1 0 0,1 0 1 0 0,0 0-1 0 0,1 1 1 0 0,7-14-1 0 0,3-1-25 0 0,23-29-1 0 0,-28 41 16 0 0,1 0-1 0 0,0 1 1 0 0,0 0-1 0 0,1 0 1 0 0,1 2 0 0 0,-1-1-1 0 0,1 1 1 0 0,1 1-1 0 0,25-11 1 0 0,-31 15 4 0 0,1 0 0 0 0,-1 1-1 0 0,0 1 1 0 0,0-1 0 0 0,1 1 0 0 0,-1 0 0 0 0,1 1-1 0 0,-1 0 1 0 0,10 1 0 0 0,-12-1 4 0 0,0 1-1 0 0,0 1 1 0 0,0-1 0 0 0,0 1-1 0 0,0 0 1 0 0,0 0 0 0 0,-1 0-1 0 0,1 1 1 0 0,-1-1 0 0 0,1 1-1 0 0,-1 0 1 0 0,0 0 0 0 0,0 1-1 0 0,5 5 1 0 0,-5-4 0 0 0,0 0-1 0 0,-1 1 0 0 0,1-1 1 0 0,-1 1-1 0 0,-1 0 0 0 0,1 0 1 0 0,-1 0-1 0 0,0 0 1 0 0,0 0-1 0 0,0 1 0 0 0,-1-1 1 0 0,0 1-1 0 0,-1-1 1 0 0,1 1-1 0 0,-1-1 0 0 0,-1 1 1 0 0,1-1-1 0 0,-1 1 0 0 0,0-1 1 0 0,-2 7-1 0 0,-1 4 8 0 0,-1 0 0 0 0,-1 0 0 0 0,0-1 0 0 0,-1 1 0 0 0,-1-1 0 0 0,-11 16-1 0 0,13-22 30 0 0,-1-1-1 0 0,0 0 0 0 0,0 0 0 0 0,-1 0 1 0 0,0-1-1 0 0,-1 0 0 0 0,0-1 0 0 0,0 0 0 0 0,-11 7 1 0 0,13-11 2 0 0,0 1 0 0 0,0-1 0 0 0,0 0 0 0 0,0-1 0 0 0,-1 0 0 0 0,1 0 0 0 0,-1 0 0 0 0,1-1 0 0 0,-1 0 0 0 0,0-1 0 0 0,1 0 0 0 0,-1 0 0 0 0,0 0 0 0 0,-11-3 0 0 0,3-1 15 0 0,-1 0 0 0 0,-19-9 1 0 0,-8-3-225 0 0,27 9-1887 0 0,14 1-824 0 0,4 5 2440 0 0,0 0 0 0 0,-1 0 0 0 0,1 0 0 0 0,0 1 0 0 0,0-1 0 0 0,0 0 0 0 0,0 0 0 0 0,1 1 0 0 0,-1-1 0 0 0,0 0 0 0 0,0 1 0 0 0,0 0 0 0 0,0-1 0 0 0,1 1 0 0 0,0-1 0 0 0,46-9-10584 0 0,-31 9 4710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5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 2148 0 0,'30'-47'13281'0'0,"-29"46"-12411"0"0,-1-1-375 0 0,0 1-1 0 0,1 0 1 0 0,-1 0 0 0 0,0 0-1 0 0,0 0 1 0 0,1-1 0 0 0,-1 1-1 0 0,1 0 1 0 0,-1 0 0 0 0,1 0 0 0 0,-1 0-1 0 0,1 0 1 0 0,1-1 0 0 0,3-14 8936 0 0,-4 14-9343 0 0,0-1-65 0 0,-2 11-23 0 0,0 3 0 0 0,-21 411 0 0 0,17-347 0 0 0,5-61 0 0 0,0-3 0 0 0,0-1 0 0 0,0 1 0 0 0,-2-3-55 0 0,2-6-438 0 0,18-6-14487 0 0,-6-2 7274 0 0,-1-3 577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5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1036 0 0,'20'-36'8100'0'0,"-15"28"-6096"0"0,-1 0-1 0 0,1 0 1 0 0,3-11-1 0 0,-2 7 7291 0 0,-3 20-5729 0 0,-3 33-3231 0 0,0-30 896 0 0,-3 138 41 0 0,5 132-3388 0 0,-2-274 187 0 0,1 4-993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7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89 96 0 0,'-14'-6'6207'0'0,"-2"-3"-3140"0"0,15 8-2199 0 0,-12-3 2803 0 0,11 3-3839 0 0,-12-4 8988 0 0,272-15-6683 0 0,5 0-3852 0 0,-207 13-721 0 0,-23-2-3035 0 0,-32 9 5241 0 0,-1 0 1 0 0,1 0-1 0 0,-1 0 0 0 0,1-1 0 0 0,-1 1 1 0 0,0 0-1 0 0,1 0 0 0 0,-1 0 0 0 0,0-1 1 0 0,1 1-1 0 0,-1 0 0 0 0,1-1 0 0 0,-1 1 1 0 0,0 0-1 0 0,0-1 0 0 0,1 1 1 0 0,-1 0-1 0 0,0-1 0 0 0,0 1 0 0 0,1 0 1 0 0,-1-1-1 0 0,0 0 0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7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19 1832 0 0,'-5'-2'1041'0'0,"2"-1"232"0"0,-1 1-1 0 0,0 0 0 0 0,0 0 0 0 0,0 0 1 0 0,0 1-1 0 0,0 0 0 0 0,-7-2 0 0 0,9 3-1094 0 0,1 0-1 0 0,0 0 0 0 0,0 1 0 0 0,-1-1 0 0 0,1 0 1 0 0,0 1-1 0 0,0-1 0 0 0,0 1 0 0 0,-1-1 0 0 0,1 1 1 0 0,0 0-1 0 0,0-1 0 0 0,0 1 0 0 0,0 0 1 0 0,0 0-1 0 0,0 0 0 0 0,1 0 0 0 0,-1 0 0 0 0,0 0 1 0 0,0 0-1 0 0,1 0 0 0 0,-1 0 0 0 0,0 0 0 0 0,1 0 1 0 0,-1 0-1 0 0,1 1 0 0 0,-1-1 0 0 0,1 0 0 0 0,-1 2 1 0 0,-5 22 1092 0 0,0 0 0 0 0,2-1 0 0 0,1 2 0 0 0,-1 36 1 0 0,0 4-194 0 0,-13 73 182 0 0,-4 36-3126 0 0,22-148-2095 0 0,-1-26 3681 0 0,0 0 1 0 0,0 0-1 0 0,1 0 0 0 0,-1 0 0 0 0,0 0 0 0 0,0-1 0 0 0,1 1 0 0 0,-1 0 0 0 0,0 0 0 0 0,1-1 0 0 0,-1 1 0 0 0,1 0 0 0 0,-1 0 0 0 0,1-1 0 0 0,0 1 0 0 0,-1 0 0 0 0,1-1 0 0 0,0 1 0 0 0,-1-1 0 0 0,1 1 0 0 0,0-1 0 0 0,-1 1 0 0 0,1-1 0 0 0,0 0 0 0 0,0 1 0 0 0,0-1 0 0 0,0 0 0 0 0,-1 0 0 0 0,2 1 0 0 0,12-1-3995 0 0,-1-2-1841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7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338 165 1060 0 0,'16'-17'3178'0'0,"-10"11"-1955"0"0,0 0 1 0 0,0-1-1 0 0,-1 1 0 0 0,0-1 1 0 0,0 0-1 0 0,0-1 0 0 0,-1 1 1 0 0,0-1-1 0 0,-1 0 0 0 0,0 0 1 0 0,0 0-1 0 0,2-9 0 0 0,-5 16-1135 0 0,0-1-1 0 0,0 0 1 0 0,0 1-1 0 0,0-1 1 0 0,0 0-1 0 0,-1 1 1 0 0,1-1 0 0 0,0 0-1 0 0,-1 1 1 0 0,1-1-1 0 0,-1 1 1 0 0,0-1-1 0 0,0 1 1 0 0,1-1-1 0 0,-1 1 1 0 0,0-1-1 0 0,0 1 1 0 0,0 0 0 0 0,0 0-1 0 0,-1-1 1 0 0,1 1-1 0 0,0 0 1 0 0,0 0-1 0 0,-1 0 1 0 0,1 0-1 0 0,-1 0 1 0 0,1 1-1 0 0,-1-1 1 0 0,1 0 0 0 0,-1 1-1 0 0,1-1 1 0 0,-1 1-1 0 0,0-1 1 0 0,1 1-1 0 0,-1 0 1 0 0,0 0-1 0 0,-1 0 1 0 0,-4-1-40 0 0,0 0 0 0 0,0 1 1 0 0,0 0-1 0 0,-1 0 0 0 0,1 1 0 0 0,0 0 0 0 0,-7 2 1 0 0,1 1 42 0 0,1 2 1 0 0,-1-1 0 0 0,1 1 0 0 0,0 1 0 0 0,1 0 0 0 0,0 1 0 0 0,0 0 0 0 0,0 1 0 0 0,-14 16-1 0 0,-2 4 161 0 0,2 1 0 0 0,-23 35 0 0 0,34-44-153 0 0,0 1 0 0 0,-19 44 0 0 0,29-58-78 0 0,1 1 0 0 0,0-1-1 0 0,1 1 1 0 0,0-1 0 0 0,0 1-1 0 0,1 0 1 0 0,0 0 0 0 0,0 0 0 0 0,1 0-1 0 0,0-1 1 0 0,1 1 0 0 0,1 10-1 0 0,-1-16-11 0 0,0 0 0 0 0,0 0-1 0 0,0 1 1 0 0,0-1-1 0 0,0 0 1 0 0,1 0-1 0 0,-1 0 1 0 0,1 0 0 0 0,0 0-1 0 0,0 0 1 0 0,0-1-1 0 0,0 1 1 0 0,0-1-1 0 0,1 1 1 0 0,-1-1 0 0 0,1 0-1 0 0,0 0 1 0 0,-1 0-1 0 0,1 0 1 0 0,0 0-1 0 0,0-1 1 0 0,0 1 0 0 0,0-1-1 0 0,0 0 1 0 0,1 0-1 0 0,-1 0 1 0 0,0 0 0 0 0,1-1-1 0 0,-1 1 1 0 0,0-1-1 0 0,1 0 1 0 0,-1 0-1 0 0,1 0 1 0 0,-1-1 0 0 0,7 0-1 0 0,0-1-4 0 0,0-1 1 0 0,0 1-1 0 0,-1-2 0 0 0,1 1 0 0 0,0-1 1 0 0,-1-1-1 0 0,0 0 0 0 0,0 0 0 0 0,-1-1 1 0 0,15-11-1 0 0,-9 3-4 0 0,0-1 1 0 0,-1 0 0 0 0,-1-1-1 0 0,-1 0 1 0 0,16-30-1 0 0,-13 19-14 0 0,-1-2-1 0 0,17-54 0 0 0,-40 135 1538 0 0,-4 78 0 0 0,14-112-1599 0 0,-2 135 161 0 0,3-129-2138 0 0,2-1 0 0 0,6 28 0 0 0,-8-43 507 0 0,7 19-1335 0 0,4-12-6430 0 0,-1-6 2148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8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52 520 0 0,'8'-14'8053'0'0,"-6"11"-7255"0"0,9-12 3999 0 0,1-5 3627 0 0,-11 22-7159 0 0,0-1-994 0 0,0 0 1 0 0,0 1 0 0 0,0-1 0 0 0,0 0 0 0 0,0 0-1 0 0,0 1 1 0 0,-1-1 0 0 0,1 0 0 0 0,0 1 0 0 0,-1-1-1 0 0,1 1 1 0 0,-1-1 0 0 0,1 2 0 0 0,-2 23 1052 0 0,-2 1 1 0 0,0-1-1 0 0,-9 33 1 0 0,-12 32-1054 0 0,-7 30-7291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8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1676 0 0,'7'-45'12346'0'0,"-5"27"-9589"0"0,-2 16-2577 0 0,1 0 0 0 0,-1 0 1 0 0,1 0-1 0 0,0 1 0 0 0,0-1 0 0 0,0 0 1 0 0,0 1-1 0 0,0-1 0 0 0,1 0 1 0 0,-1 1-1 0 0,0 0 0 0 0,1-1 0 0 0,-1 1 1 0 0,1 0-1 0 0,-1-1 0 0 0,1 1 0 0 0,-1 0 1 0 0,1 0-1 0 0,0 1 0 0 0,0-1 1 0 0,0 0-1 0 0,-1 0 0 0 0,1 1 0 0 0,4-1 1 0 0,4-2 506 0 0,0 1 1 0 0,21-1 0 0 0,-28 2-564 0 0,1 1-12 0 0,0-1 1 0 0,1 1-1 0 0,-1 0 1 0 0,0 1-1 0 0,1-1 1 0 0,-1 1-1 0 0,0-1 1 0 0,1 1-1 0 0,-1 0 1 0 0,0 1-1 0 0,0-1 1 0 0,0 1-1 0 0,0 0 1 0 0,0 0-1 0 0,0 0 1 0 0,-1 1-1 0 0,1-1 1 0 0,-1 1-1 0 0,0 0 1 0 0,1-1-1 0 0,-1 2 1 0 0,0-1-1 0 0,-1 0 1 0 0,1 1-1 0 0,0-1 1 0 0,3 8-1 0 0,-4-5-9 0 0,1 0 1 0 0,-1 0-1 0 0,-1 0 0 0 0,1 1 0 0 0,-1-1 1 0 0,0 0-1 0 0,-1 1 0 0 0,1-1 0 0 0,-1 0 1 0 0,0 1-1 0 0,-1-1 0 0 0,0 0 0 0 0,0 1 1 0 0,0-1-1 0 0,-1 0 0 0 0,0 0 0 0 0,-3 7 1 0 0,-6 12 455 0 0,-2-1 0 0 0,-2 0 0 0 0,0-1 0 0 0,-1-1 0 0 0,-24 27 1 0 0,-34 44 483 0 0,68-84-1043 0 0,6-8 0 0 0,0-1 0 0 0,0 0 0 0 0,0 1 0 0 0,0-1 0 0 0,1 0 0 0 0,-1 1 0 0 0,0-1 0 0 0,0 0 0 0 0,0 1 0 0 0,0-1 0 0 0,0 0 0 0 0,0 0 0 0 0,1 1 0 0 0,-1-1 0 0 0,0 0 0 0 0,0 1 0 0 0,0-1 0 0 0,1 0 0 0 0,-1 0 0 0 0,0 1 0 0 0,0-1 0 0 0,1 0 0 0 0,-1 0 0 0 0,0 0 0 0 0,1 0 0 0 0,-1 1 0 0 0,15 1 0 0 0,16-4 0 0 0,-1-2 0 0 0,0-1 0 0 0,42-12 0 0 0,-27 6 0 0 0,-27 7 0 0 0,9-3 0 0 0,0 0 0 0 0,0-2 0 0 0,27-13 0 0 0,-40 16 0 0 0,-2 1 0 0 0,-3 0 0 0 0,4-4-2054 0 0,-12 2-2965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49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37 512 0 0,'-4'-12'6679'0'0,"-1"0"-3348"0"0,0-1 3671 0 0,6 27-3537 0 0,4 28-1825 0 0,-1 1 0 0 0,-5 83 1 0 0,0-95-1287 0 0,-19 387 1405 0 0,12-363-125 0 0,7-78-1395 0 0,1 18-223 0 0,0 0 0 0 0,0-1 0 0 0,0 1 0 0 0,1 0 0 0 0,1-10 0 0 0,2-1-25 0 0,1-1 0 0 0,1 1 0 0 0,0 0 0 0 0,1 0 0 0 0,0 1 0 0 0,1 0-1 0 0,1 0 1 0 0,13-15 0 0 0,-18 24 1 0 0,1 1 0 0 0,0 0-1 0 0,0 0 1 0 0,0 0 0 0 0,0 1 0 0 0,1 0-1 0 0,0 0 1 0 0,0 1 0 0 0,0-1 0 0 0,0 1-1 0 0,1 0 1 0 0,-1 1 0 0 0,1 0-1 0 0,0 0 1 0 0,0 0 0 0 0,-1 1 0 0 0,1 0-1 0 0,0 0 1 0 0,0 1 0 0 0,0 0 0 0 0,0 0-1 0 0,13 2 1 0 0,-8 1-2 0 0,0 0 1 0 0,-1 1-1 0 0,1 0 0 0 0,-1 0 1 0 0,0 2-1 0 0,0-1 0 0 0,-1 1 1 0 0,0 1-1 0 0,0 0 0 0 0,17 15 1 0 0,-21-16 15 0 0,0 0 0 0 0,0 0 1 0 0,-1 1-1 0 0,0 0 0 0 0,0 0 1 0 0,-1 0-1 0 0,5 10 0 0 0,-7-12 8 0 0,0 0-1 0 0,-1-1 0 0 0,1 1 1 0 0,-1 0-1 0 0,0 0 0 0 0,0 0 1 0 0,-1 0-1 0 0,0 0 0 0 0,0 1 0 0 0,0-1 1 0 0,0 0-1 0 0,-2 9 0 0 0,0-10 3 0 0,1 1 1 0 0,0-1-1 0 0,-1 1 0 0 0,0-1 0 0 0,0 0 0 0 0,0 0 0 0 0,0 0 0 0 0,-1 0 0 0 0,0 0 0 0 0,0 0 0 0 0,0-1 0 0 0,0 1 0 0 0,0-1 1 0 0,-1 0-1 0 0,1 0 0 0 0,-8 4 0 0 0,4-3 6 0 0,-1 0 0 0 0,0-1 0 0 0,1 0 1 0 0,-1 0-1 0 0,-1-1 0 0 0,1 0 0 0 0,0 0 0 0 0,0-1 1 0 0,-9 1-1 0 0,-83-1-54 0 0,97-1 4 0 0,0 0-150 0 0,-11 0-105 0 0,11 0-224 0 0,0 0-179 0 0,-7 0-268 0 0,7 0-121 0 0,17-4-10093 0 0,17-1 4183 0 0,-16 2 952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0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40 256 0 0,'-4'-19'30232'0'0,"5"18"-30222"0"0,0 0 0 0 0,-1-1 0 0 0,1 1 0 0 0,0 0 0 0 0,-1 0-1 0 0,1 0 1 0 0,0 0 0 0 0,0 0 0 0 0,0 0 0 0 0,0 1 0 0 0,0-1 0 0 0,0 0 0 0 0,0 0 0 0 0,0 1-1 0 0,0-1 1 0 0,0 0 0 0 0,1 1 0 0 0,-1-1 0 0 0,0 1 0 0 0,0 0 0 0 0,1-1 0 0 0,-1 1 0 0 0,0 0-1 0 0,0 0 1 0 0,1 0 0 0 0,-1 0 0 0 0,2 0 0 0 0,40-3-91 0 0,-41 3 83 0 0,3 1-10 0 0,0-1 0 0 0,-1 1 0 0 0,1-1 0 0 0,0 1 0 0 0,-1 1 0 0 0,1-1 0 0 0,-1 1 0 0 0,0 0 0 0 0,1 0 0 0 0,-1 0 0 0 0,0 0 0 0 0,0 1 0 0 0,0 0 0 0 0,0-1 0 0 0,-1 1 0 0 0,1 1 0 0 0,-1-1 0 0 0,0 1 0 0 0,0-1 0 0 0,0 1 0 0 0,0 0 0 0 0,-1 0 0 0 0,1 0 0 0 0,-1 0 0 0 0,0 0 0 0 0,0 1 0 0 0,-1-1 0 0 0,1 1 0 0 0,-1-1 0 0 0,0 1 0 0 0,0 0 0 0 0,-1-1 0 0 0,1 1 0 0 0,-1 0 0 0 0,0 0 0 0 0,0-1-1 0 0,-1 1 1 0 0,-1 7 0 0 0,-5 7-6 0 0,-1-1-1 0 0,0 1 0 0 0,-2-1 0 0 0,0-1 0 0 0,-1 0 1 0 0,-1 0-1 0 0,-18 19 0 0 0,-13 9 89 0 0,-50 42 0 0 0,65-64 40 0 0,16-13-10 0 0,-1 0 1 0 0,1 1 0 0 0,-13 17 0 0 0,24-27-79 0 0,54-4 35 0 0,0-3 0 0 0,0-2 0 0 0,0-2 0 0 0,-2-2 1 0 0,53-20-1 0 0,-64 17 82 0 0,-21 4-4466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1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86 2364 0 0,'0'-12'6005'0'0,"8"-26"5408"0"0,-4 6 1523 0 0,-3 28-12887 0 0,-4 13-49 0 0,1 5 0 0 0,-18 139 0 0 0,-3 58 0 0 0,20-76 0 0 0,1-121 0 0 0,0-2 0 0 0,0-5-410 0 0,-19-1-10175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2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106 111 232 0 0,'-78'-36'11527'0'0,"77"36"-10676"0"0,-2-1 287 0 0,0 0 0 0 0,1 0 0 0 0,0 0 0 0 0,-1 0 0 0 0,1-1 0 0 0,0 1-1 0 0,0 0 1 0 0,-1-1 0 0 0,-1-2 0 0 0,72-9-253 0 0,131-8-1 0 0,-82 11-2184 0 0,-76 7-173 0 0,23-4-4226 0 0,-51 2 1966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2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44 1140 0 0,'-42'-38'13110'0'0,"41"36"-12143"0"0,0 2-817 0 0,1 0-1 0 0,-1-1 1 0 0,1 1-1 0 0,-1 0 1 0 0,1-1-1 0 0,-1 1 1 0 0,1 0-1 0 0,-1 0 1 0 0,0-1-1 0 0,1 1 1 0 0,-1 0-1 0 0,1 0 1 0 0,-1 0-1 0 0,0 0 1 0 0,1 0-1 0 0,-1 0 1 0 0,0 0-1 0 0,-7 21 1128 0 0,1 0-1 0 0,0 0 1 0 0,2 0 0 0 0,1 1-1 0 0,-2 23 1 0 0,-4 22-293 0 0,-11 43-975 0 0,-8 126-1 0 0,28-231-723 0 0,1-1 0 0 0,0 1 0 0 0,0 0 0 0 0,1-1 1 0 0,-1 1-1 0 0,1 0 0 0 0,0-1 0 0 0,0 1 0 0 0,0-1 0 0 0,4 7 0 0 0,-5-10 494 0 0,0 0 0 0 0,1-1-1 0 0,-1 1 1 0 0,1 0 0 0 0,-1-1 0 0 0,1 1-1 0 0,-1-1 1 0 0,1 1 0 0 0,-1 0 0 0 0,1-1 0 0 0,-1 0-1 0 0,1 1 1 0 0,0-1 0 0 0,-1 1 0 0 0,1-1-1 0 0,0 0 1 0 0,-1 1 0 0 0,2-1 0 0 0,6 1-5424 0 0,15-1-808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2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247 198 2676 0 0,'8'-12'1455'0'0,"1"0"-1"0"0,-2 0 1 0 0,0 0-1 0 0,0-1 1 0 0,-2 0 0 0 0,1-1-1 0 0,-2 1 1 0 0,1-1-1 0 0,-2 0 1 0 0,3-18-1 0 0,-6 31-1394 0 0,0 0-1 0 0,0-1 0 0 0,0 1 0 0 0,0 0 0 0 0,0-1 0 0 0,0 1 0 0 0,0 0 0 0 0,0-1 1 0 0,0 1-1 0 0,-1 0 0 0 0,1 0 0 0 0,-1-1 0 0 0,1 1 0 0 0,-1 0 0 0 0,1 0 1 0 0,-1 0-1 0 0,1-1 0 0 0,-1 1 0 0 0,0 0 0 0 0,0 0 0 0 0,0 0 0 0 0,0 0 1 0 0,0 0-1 0 0,0 0 0 0 0,0 1 0 0 0,0-1 0 0 0,0 0 0 0 0,0 0 0 0 0,0 1 1 0 0,0-1-1 0 0,-1 1 0 0 0,1-1 0 0 0,0 1 0 0 0,0-1 0 0 0,-1 1 0 0 0,1 0 1 0 0,0-1-1 0 0,-1 1 0 0 0,1 0 0 0 0,0 0 0 0 0,-1 0 0 0 0,1 0 0 0 0,-3 1 1 0 0,-2-1 53 0 0,-1 1 1 0 0,1 0 0 0 0,-1 1 0 0 0,1-1 0 0 0,-1 1 0 0 0,1 0 0 0 0,-7 4 0 0 0,-4 4 46 0 0,0 1 0 0 0,0 1 1 0 0,2 1-1 0 0,-1 0 0 0 0,1 1 0 0 0,1 1 0 0 0,1 0 0 0 0,0 0 1 0 0,1 2-1 0 0,0 0 0 0 0,2 0 0 0 0,-17 36 0 0 0,23-43-126 0 0,0 0-1 0 0,1 0 1 0 0,0 0-1 0 0,1 0 1 0 0,0 0-1 0 0,0 1 1 0 0,2-1-1 0 0,-1 1 1 0 0,2 19-1 0 0,0-26-25 0 0,-1 0 0 0 0,1 0 0 0 0,0-1 0 0 0,0 1 0 0 0,0-1 0 0 0,1 1 0 0 0,-1-1 0 0 0,1 1-1 0 0,0-1 1 0 0,0 0 0 0 0,0 0 0 0 0,0 0 0 0 0,1 0 0 0 0,-1 0 0 0 0,1 0 0 0 0,0-1 0 0 0,0 1 0 0 0,0-1-1 0 0,0 0 1 0 0,0 0 0 0 0,0 0 0 0 0,0 0 0 0 0,1 0 0 0 0,-1-1 0 0 0,1 1 0 0 0,-1-1 0 0 0,1 0 0 0 0,0 0-1 0 0,-1-1 1 0 0,8 1 0 0 0,-5 0 1 0 0,1-1-1 0 0,-1 0 0 0 0,0 0 1 0 0,1 0-1 0 0,-1-1 0 0 0,0 0 0 0 0,0 0 1 0 0,0-1-1 0 0,0 0 0 0 0,0 0 1 0 0,0 0-1 0 0,0-1 0 0 0,0 0 1 0 0,-1 0-1 0 0,1 0 0 0 0,-1-1 0 0 0,0 1 1 0 0,0-1-1 0 0,7-9 0 0 0,0 0-2 0 0,0-2 1 0 0,-2 1-1 0 0,0-1 0 0 0,0-1 0 0 0,12-28 0 0 0,-9 15 7 0 0,22-42-97 0 0,-34 70 799 0 0,0 1-642 0 0,0 0-1 0 0,0 1 1 0 0,-1-1-1 0 0,1 1 1 0 0,0-1 0 0 0,0 1-1 0 0,0-1 1 0 0,-1 1-1 0 0,1-1 1 0 0,0 1 0 0 0,-1 0-1 0 0,1-1 1 0 0,0 1-1 0 0,-1 0 1 0 0,1 0-1 0 0,2 17 344 0 0,-1 0-1 0 0,-1 0 0 0 0,0 0 0 0 0,-3 20 0 0 0,-12 76 104 0 0,1-3-1746 0 0,11-88-39 0 0,-2 63-4328 0 0,5-75 1855 0 0,0 0-1 0 0,4 22 1 0 0,-1-21-4007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3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90 808 0 0,'9'-17'6887'0'0,"-1"1"-1"0"0,12-32 1 0 0,-20 46-6066 0 0,0 2-724 0 0,0 0-1 0 0,0-1 0 0 0,1 1 1 0 0,-1 0-1 0 0,0-1 0 0 0,0 1 1 0 0,0 0-1 0 0,0-1 0 0 0,0 1 1 0 0,0 0-1 0 0,1 0 0 0 0,-1-1 0 0 0,0 1 1 0 0,0 0-1 0 0,0 0 0 0 0,1 0 1 0 0,-1-1-1 0 0,0 1 0 0 0,0 0 1 0 0,1 0-1 0 0,-1 0 0 0 0,0-1 1 0 0,0 1-1 0 0,1 0 0 0 0,-1 0 1 0 0,0 0-1 0 0,0 0 0 0 0,1 0 0 0 0,-1 0 1 0 0,0 0-1 0 0,1 0 0 0 0,-1 0 1 0 0,0 0-1 0 0,1 0 0 0 0,-1 0 1 0 0,0 0-1 0 0,1 0 0 0 0,-1 0 1 0 0,0 0-1 0 0,0 0 0 0 0,1 0 1 0 0,-1 0-1 0 0,0 0 0 0 0,1 0 0 0 0,-1 1 1 0 0,0-1-1 0 0,0 0 0 0 0,1 0 1 0 0,-1 0-1 0 0,0 0 0 0 0,0 1 1 0 0,0-1-1 0 0,1 0 0 0 0,-1 0 1 0 0,0 1-1 0 0,0-1 0 0 0,0 0 1 0 0,1 0-1 0 0,-1 1 0 0 0,0-1 0 0 0,0 0 1 0 0,0 0-1 0 0,0 1 0 0 0,0-1 1 0 0,0 0-1 0 0,0 1 0 0 0,0-1 1 0 0,2 14 568 0 0,-2 0 0 0 0,0 0 0 0 0,0 0 0 0 0,-1-1 0 0 0,-6 25 0 0 0,-22 71-933 0 0,7-35-1914 0 0,22-74 2109 0 0,-9 43-6022 0 0,6-16-6241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3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60 169 1100 0 0,'-1'-6'1298'0'0,"1"0"0"0"0,-1 1 0 0 0,1-1-1 0 0,-1 0 1 0 0,2 0 0 0 0,-1 0 0 0 0,1 0 0 0 0,0 0 0 0 0,3-10-1 0 0,-2 11-712 0 0,0 0-1 0 0,0-1 0 0 0,1 1 1 0 0,-1 0-1 0 0,1 1 0 0 0,1-1 1 0 0,-1 0-1 0 0,1 1 0 0 0,4-5 0 0 0,-3 4-374 0 0,1 0-1 0 0,0 1 1 0 0,0 0-1 0 0,1 0 1 0 0,-1 0-1 0 0,1 1 1 0 0,-1 0-1 0 0,1 0 1 0 0,0 0-1 0 0,0 1 1 0 0,0 0-1 0 0,1 1 1 0 0,-1-1-1 0 0,0 2 1 0 0,12-1-1 0 0,-15 1-181 0 0,0 0 0 0 0,0 0 0 0 0,0 1 0 0 0,0 0 0 0 0,0-1 0 0 0,0 2 0 0 0,-1-1 0 0 0,1 0 0 0 0,0 1 0 0 0,-1-1 0 0 0,1 1 0 0 0,-1 0-1 0 0,1 0 1 0 0,-1 1 0 0 0,5 3 0 0 0,-6-4-1 0 0,-1 0 0 0 0,1 0 1 0 0,0 0-1 0 0,-1 0 0 0 0,0 0 0 0 0,1 0 0 0 0,-1 0 0 0 0,0 0 0 0 0,0 1 0 0 0,0-1 0 0 0,0 1 0 0 0,0-1 1 0 0,-1 0-1 0 0,1 1 0 0 0,-1-1 0 0 0,0 1 0 0 0,1-1 0 0 0,-1 1 0 0 0,0 0 0 0 0,0-1 0 0 0,-1 1 0 0 0,0 4 1 0 0,-3 4 51 0 0,-1-1 1 0 0,0 0 0 0 0,0 1 0 0 0,-1-2-1 0 0,-1 1 1 0 0,1-1 0 0 0,-1 0 0 0 0,-1 0-1 0 0,0-1 1 0 0,-12 11 0 0 0,-20 22 1483 0 0,39-39-1361 0 0,-1 2 108 0 0,1-1-62 0 0,12-1-204 0 0,-3-2 7 0 0,0 1-1 0 0,-1 0 1 0 0,1 1 0 0 0,0 0 0 0 0,0 0 0 0 0,-1 0-1 0 0,1 1 1 0 0,-1 1 0 0 0,0-1 0 0 0,0 1 0 0 0,0 0-1 0 0,0 0 1 0 0,-1 1 0 0 0,1 0 0 0 0,-1 0-1 0 0,0 1 1 0 0,-1 0 0 0 0,0 0 0 0 0,0 0 0 0 0,0 0-1 0 0,0 1 1 0 0,-1 0 0 0 0,0 0 0 0 0,-1 0 0 0 0,1 0-1 0 0,-2 1 1 0 0,4 11 0 0 0,-5-15 42 0 0,-1 1 1 0 0,0-1-1 0 0,0 1 0 0 0,0 0 0 0 0,0-1 1 0 0,-1 1-1 0 0,0-1 0 0 0,0 1 1 0 0,0-1-1 0 0,-1 1 0 0 0,1-1 0 0 0,-1 0 1 0 0,0 0-1 0 0,0 1 0 0 0,-1-1 1 0 0,1-1-1 0 0,-1 1 0 0 0,0 0 0 0 0,-4 4 1 0 0,0-1 39 0 0,-1 1 0 0 0,1-1 0 0 0,-1-1 0 0 0,-1 0 0 0 0,1 0 1 0 0,-1 0-1 0 0,-14 6 0 0 0,11-8-95 0 0,0 0 0 0 0,-1 0 0 0 0,1-2 0 0 0,-1 1 1 0 0,1-1-1 0 0,-1-1 0 0 0,0 0 0 0 0,0-1 0 0 0,1-1 0 0 0,-24-3 0 0 0,23 2-788 0 0,1-1 0 0 0,-1 0 0 0 0,-12-6 0 0 0,24 9 549 0 0,0 0 1 0 0,0-1-1 0 0,0 1 1 0 0,0-1-1 0 0,0 1 1 0 0,0-1-1 0 0,0 1 1 0 0,0-1-1 0 0,1 1 1 0 0,-1-1-1 0 0,0 0 1 0 0,0 1-1 0 0,1-1 1 0 0,-1 0-1 0 0,0 0 1 0 0,1 1-1 0 0,-1-1 1 0 0,1 0-1 0 0,-1 0 1 0 0,1 0-1 0 0,-1 0 1 0 0,1 0-1 0 0,0 0 1 0 0,-1 0-1 0 0,1 0 1 0 0,0 0-1 0 0,0 0 1 0 0,0 0-1 0 0,0 0 0 0 0,0 0 1 0 0,0 0-1 0 0,0 0 1 0 0,0 0-1 0 0,0 0 1 0 0,0 0-1 0 0,0 0 1 0 0,1 0-1 0 0,-1 0 1 0 0,1-1-1 0 0,2-4-1282 0 0,0 1 0 0 0,0 0 0 0 0,0 0 0 0 0,1 0 0 0 0,5-6 0 0 0,-4 5-1432 0 0,5-8-4207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4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78 150 1888 0 0,'0'-149'20007'0'0,"-17"386"-14849"0"0,-20 119-3384 0 0,36-352-1741 0 0,1 3 33 0 0,-1 0 0 0 0,0-1 0 0 0,0 1 0 0 0,-1-1 0 0 0,0 1 0 0 0,0-1 0 0 0,-4 9 0 0 0,5-14-59 0 0,-6-16 69 0 0,8 0-83 0 0,-1 0 0 0 0,2 0 1 0 0,0 1-1 0 0,1-1 0 0 0,0 1 0 0 0,1-1 1 0 0,1 1-1 0 0,0 0 0 0 0,12-22 1 0 0,-13 30-2 0 0,-1 0 1 0 0,1 1 0 0 0,0-1 0 0 0,0 1 0 0 0,1 0 0 0 0,-1 0 0 0 0,1 1 0 0 0,0-1 0 0 0,0 1 0 0 0,1 0 0 0 0,-1 0 0 0 0,1 1 0 0 0,0 0 0 0 0,0 0 0 0 0,0 0 0 0 0,0 1 0 0 0,1-1 0 0 0,-1 2 0 0 0,1-1 0 0 0,-1 1 0 0 0,1 0 0 0 0,0 0 0 0 0,-1 0 0 0 0,9 2 0 0 0,-4 0 12 0 0,0 0 1 0 0,-1 1-1 0 0,0 1 1 0 0,1 0-1 0 0,-1 0 1 0 0,0 1-1 0 0,0 1 1 0 0,-1-1-1 0 0,0 1 0 0 0,1 1 1 0 0,14 12-1 0 0,-18-13 0 0 0,0 0 0 0 0,0 0 0 0 0,0 1 0 0 0,-1-1 0 0 0,0 1 0 0 0,0 1 0 0 0,0-1 0 0 0,-1 1-1 0 0,0 0 1 0 0,0 0 0 0 0,-1 0 0 0 0,0 0 0 0 0,0 0 0 0 0,-1 1 0 0 0,0-1 0 0 0,2 13 0 0 0,-4-16 11 0 0,1 0 1 0 0,-1 0 0 0 0,-1 0 0 0 0,1 0-1 0 0,-1-1 1 0 0,1 1 0 0 0,-1 0-1 0 0,0 0 1 0 0,-1-1 0 0 0,1 1-1 0 0,-1-1 1 0 0,1 1 0 0 0,-1-1 0 0 0,0 0-1 0 0,-3 4 1 0 0,1-2 2 0 0,0 0-1 0 0,-1-1 1 0 0,0 0 0 0 0,0 0-1 0 0,0 0 1 0 0,0 0 0 0 0,0-1-1 0 0,-9 4 1 0 0,-3 0 16 0 0,1-1-1 0 0,-1-1 1 0 0,0 0 0 0 0,-1-1-1 0 0,-23 2 1 0 0,31-5-37 0 0,1-1 1 0 0,-1 1-1 0 0,0-2 0 0 0,1 1 0 0 0,-19-4 0 0 0,-15-11-4222 0 0,41 14 2931 0 0,1 1 1119 0 0,1 0 0 0 0,0-1 0 0 0,0 1 0 0 0,0 0 0 0 0,-1-1 1 0 0,1 1-1 0 0,0 0 0 0 0,0 0 0 0 0,0-1 0 0 0,0 1 1 0 0,0 0-1 0 0,0-1 0 0 0,-1 1 0 0 0,1 0 0 0 0,0-1 0 0 0,0 1 1 0 0,0-1-1 0 0,0 1 0 0 0,0 0 0 0 0,0-1 0 0 0,0 1 0 0 0,0 0 1 0 0,1-1-1 0 0,-1 1 0 0 0,0 0 0 0 0,0-1 0 0 0,0 1 0 0 0,38-12-7557 0 0,-24 9 4264 0 0,4-2-2555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5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73 108 0 0,'8'-14'6623'0'0,"1"-1"-2905"0"0,-8 13-3322 0 0,0-1 0 0 0,0 0-1 0 0,1 1 1 0 0,-1-1-1 0 0,1 1 1 0 0,-1 0-1 0 0,1-1 1 0 0,0 1 0 0 0,0 0-1 0 0,0 0 1 0 0,0 0-1 0 0,0 0 1 0 0,0 1-1 0 0,1-1 1 0 0,-1 0 0 0 0,1 1-1 0 0,-1 0 1 0 0,1 0-1 0 0,-1-1 1 0 0,1 1-1 0 0,0 1 1 0 0,-1-1 0 0 0,5 0-1 0 0,0 0-184 0 0,-1 1-1 0 0,0 0 1 0 0,1 1-1 0 0,-1-1 1 0 0,0 1-1 0 0,0 1 1 0 0,0-1-1 0 0,1 1 1 0 0,-2 0 0 0 0,1 0-1 0 0,0 1 1 0 0,0 0-1 0 0,9 6 1 0 0,-12-7-168 0 0,0 0 1 0 0,-1 0-1 0 0,1 1 1 0 0,0-1-1 0 0,-1 1 1 0 0,0-1-1 0 0,1 1 1 0 0,-1 0 0 0 0,0 0-1 0 0,0 0 1 0 0,-1 0-1 0 0,1 0 1 0 0,-1 1-1 0 0,0-1 1 0 0,1 0-1 0 0,-1 1 1 0 0,-1-1-1 0 0,1 1 1 0 0,0-1-1 0 0,-1 1 1 0 0,0-1 0 0 0,0 1-1 0 0,0-1 1 0 0,0 1-1 0 0,0 0 1 0 0,-2 5-1 0 0,-2 1-9 0 0,1 1 1 0 0,-1-1-1 0 0,-1 0 0 0 0,0 0 0 0 0,-1-1 0 0 0,1 1 1 0 0,-2-1-1 0 0,1 0 0 0 0,-2-1 0 0 0,-14 15 0 0 0,-4 0 213 0 0,0-2 0 0 0,-34 22 0 0 0,59-43-228 0 0,0 1 0 0 0,0-1 1 0 0,0 0-1 0 0,1 1 0 0 0,-1-1 0 0 0,0 1 1 0 0,1-1-1 0 0,-1 1 0 0 0,0-1 0 0 0,1 1 1 0 0,-1-1-1 0 0,1 1 0 0 0,-1 0 0 0 0,1-1 0 0 0,-1 1 1 0 0,1 0-1 0 0,-1-1 0 0 0,1 1 0 0 0,0 0 1 0 0,-1 1-1 0 0,14 4 107 0 0,8 0-93 0 0,-13-3 83 0 0,0 1-1 0 0,0 0 0 0 0,0 1 1 0 0,-1 0-1 0 0,0 0 0 0 0,0 1 0 0 0,0-1 1 0 0,0 1-1 0 0,-1 1 0 0 0,0-1 1 0 0,-1 1-1 0 0,1 1 0 0 0,-1-1 1 0 0,-1 0-1 0 0,0 1 0 0 0,0 0 1 0 0,4 11-1 0 0,-7-16-5 0 0,-1 0 0 0 0,1 0-1 0 0,-1 0 1 0 0,0 0 0 0 0,0 0 0 0 0,0 0 0 0 0,-1 0 0 0 0,1 0-1 0 0,-1 0 1 0 0,0 0 0 0 0,1 0 0 0 0,-1 0 0 0 0,-1 0 0 0 0,1-1-1 0 0,0 1 1 0 0,-3 3 0 0 0,1-1 42 0 0,0 0 0 0 0,0-1-1 0 0,0 1 1 0 0,-1-1 0 0 0,0 0-1 0 0,0 0 1 0 0,-6 5 0 0 0,5-5-62 0 0,-1-1 0 0 0,0 1 1 0 0,0-1-1 0 0,0 0 0 0 0,-1-1 0 0 0,1 0 0 0 0,-1 0 1 0 0,1 0-1 0 0,-1-1 0 0 0,0 1 0 0 0,-12-1 1 0 0,2-1-238 0 0,0-2-1 0 0,0 0 1 0 0,-20-5 0 0 0,36 7 113 0 0,-2-1-381 0 0,0 1 0 0 0,0-1 0 0 0,0 0 0 0 0,0 0-1 0 0,0 0 1 0 0,0 0 0 0 0,1-1 0 0 0,-5-1 0 0 0,6 2 80 0 0,1 0 0 0 0,-1 1-1 0 0,0-1 1 0 0,0 0 0 0 0,1 0 0 0 0,-1 0-1 0 0,1 1 1 0 0,-1-1 0 0 0,1 0-1 0 0,-1 0 1 0 0,1 0 0 0 0,-1 0 0 0 0,1 0-1 0 0,0 0 1 0 0,-1 0 0 0 0,1 0 0 0 0,0 0-1 0 0,0 0 1 0 0,0 0 0 0 0,0-2 0 0 0,0 3 146 0 0,0 0 1 0 0,0-1-1 0 0,0 1 1 0 0,0-1-1 0 0,0 1 1 0 0,1-1-1 0 0,-1 1 1 0 0,0-1-1 0 0,0 1 1 0 0,1-1-1 0 0,-1 1 1 0 0,0 0-1 0 0,0-1 1 0 0,1 1-1 0 0,-1 0 1 0 0,0-1-1 0 0,1 1 1 0 0,-1 0-1 0 0,1-1 1 0 0,-1 1-1 0 0,0 0 1 0 0,1 0-1 0 0,0-1 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6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16 524 0 0,'-3'-16'32220'0'0,"3"20"-32217"0"0,0 0-1 0 0,1 0 1 0 0,-1-1-1 0 0,0 1 0 0 0,-1 0 1 0 0,1-1-1 0 0,-1 1 1 0 0,0 0-1 0 0,0-1 0 0 0,-2 7 1 0 0,-2 5-7 0 0,-11 87-3011 0 0,-31 157-14433 0 0,40-228 7548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6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21 117 1376 0 0,'-17'-38'16454'0'0,"17"38"-16425"0"0,-1 0 0 0 0,1 0 0 0 0,0 0 0 0 0,0 0 0 0 0,0 0 0 0 0,0 0 0 0 0,-1-1 0 0 0,1 1 0 0 0,0 0 0 0 0,0 0 0 0 0,0 0 0 0 0,0 0 0 0 0,0 0 0 0 0,0-1 0 0 0,-1 1 0 0 0,1 0 0 0 0,0 0 0 0 0,0 0 0 0 0,0 0 0 0 0,0-1 0 0 0,0 1 0 0 0,0 0 0 0 0,0 0 0 0 0,0 0 0 0 0,0-1 0 0 0,0 1 0 0 0,0 0 0 0 0,0 0 0 0 0,0 0 0 0 0,0 0 0 0 0,0-1 0 0 0,0 1 0 0 0,0 0 0 0 0,0 0 0 0 0,0 0 0 0 0,0-1 0 0 0,0 1 0 0 0,0 0 0 0 0,1 0 0 0 0,-1 0 0 0 0,0 0 0 0 0,0 0 0 0 0,0-1 0 0 0,0 1 0 0 0,9-9 357 0 0,21 1-337 0 0,-1 2 0 0 0,43-4 0 0 0,-1 0-2171 0 0,-66 10 1784 0 0,42-10-3102 0 0,-16-2-2589 0 0,-17 5 694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6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13 1908 0 0,'-6'-8'7624'0'0,"6"7"-7491"0"0,0 1 1 0 0,-1 0 0 0 0,1 0-1 0 0,0-1 1 0 0,0 1 0 0 0,0 0-1 0 0,0 0 1 0 0,-1-1 0 0 0,1 1-1 0 0,0 0 1 0 0,0 0 0 0 0,0 0 0 0 0,-1-1-1 0 0,1 1 1 0 0,0 0 0 0 0,-1 0-1 0 0,1 0 1 0 0,0 0 0 0 0,0 0-1 0 0,-1-1 1 0 0,1 1 0 0 0,0 0-1 0 0,-1 0 1 0 0,1 0 0 0 0,0 0-1 0 0,0 0 1 0 0,-1 0 0 0 0,1 0 0 0 0,0 0-1 0 0,-1 0 1 0 0,1 0 0 0 0,0 0-1 0 0,-1 0 1 0 0,1 0 0 0 0,0 1-1 0 0,0-1 1 0 0,-1 0 0 0 0,1 0-1 0 0,0 0 1 0 0,0 0 0 0 0,-1 0-1 0 0,1 1 1 0 0,0-1 0 0 0,-8 17 2498 0 0,-1 32-1081 0 0,8-43-1048 0 0,-10 79 587 0 0,-11 84-65 0 0,19-127-3098 0 0,1-1 1 0 0,5 45 0 0 0,-2-80 924 0 0,0 0 0 0 0,0 0 1 0 0,0 0-1 0 0,0-1 0 0 0,1 1 0 0 0,2 5 0 0 0,2 0-4411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7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 1668 0 0,'21'-10'4943'0'0,"23"-12"5456"0"0,-17 7-6258 0 0,-26 14-3791 0 0,15-2-753 0 0,11-2-5222 0 0,-24 5 4922 0 0,2-1-229 0 0,5 2-4078 0 0,8 0-1414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7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1700 0 0,'3'0'3204'0'0,"57"-12"10123"0"0,-47 9-12380 0 0,-10 3-601 0 0,43-5-815 0 0,-39 5-243 0 0,55-1-3989 0 0,-17 0-1531 0 0,-22 1 1226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7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2416 0 0,'122'-8'19829'0'0,"-119"7"-19021"0"0,0 1-169 0 0,40-3-217 0 0,-41 3-1453 0 0,10 0-5268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8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66 1848 0 0,'0'0'5282'0'0,"1"-3"-3137"0"0,-1 2-1689 0 0,0 0 0 0 0,0 1-1 0 0,0-1 1 0 0,0 0 0 0 0,1 1 0 0 0,-1-1 0 0 0,0 0-1 0 0,0 1 1 0 0,1-1 0 0 0,2-3 3190 0 0,-2 3-3190 0 0,-1 1 0 0 0,1 0 0 0 0,-1-1 0 0 0,2 0-1 0 0,37 4-656 0 0,0-2-1 0 0,0-1 0 0 0,0-3 0 0 0,59-10 1 0 0,-95 12-98 0 0,-1 1 0 0 0,0-1 0 0 0,1 0 1 0 0,-1 0-1 0 0,0 0 0 0 0,0-1 0 0 0,1 1 0 0 0,1-2 1 0 0,-1 1-658 0 0,-1 0 0 0 0,0 0 0 0 0,0-1 0 0 0,0 1 0 0 0,0 0 0 0 0,0-1 0 0 0,0 0 0 0 0,2-4 0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9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30 1456 0 0,'-26'-24'10627'0'0,"20"19"-8741"0"0,2 4 1741 0 0,2 2-3420 0 0,0 0 0 0 0,1 1 0 0 0,-1-1 1 0 0,1 1-1 0 0,0-1 0 0 0,-1 0 0 0 0,1 1 1 0 0,0 0-1 0 0,0-1 0 0 0,0 1 0 0 0,0 0 1 0 0,0 0-1 0 0,0-1 0 0 0,1 1 0 0 0,-1 0 1 0 0,1 0-1 0 0,-1 0 0 0 0,1 0 0 0 0,0 0 1 0 0,-1 4-1 0 0,-4 49 2026 0 0,5-50-2099 0 0,-7 89 1209 0 0,-2 38-1063 0 0,9-111-1917 0 0,1 0 0 0 0,4 22 0 0 0,-4-42 1544 0 0,6 29-3880 0 0,6-14-3260 0 0,-3-10-91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95 936 0 0,'3'-6'1229'0'0,"2"-1"351"0"0,-1 0-1 0 0,0-1 1 0 0,0 1-1 0 0,-1-1 1 0 0,0 0 0 0 0,-1 0-1 0 0,1 0 1 0 0,0-10 0 0 0,-3 17-1542 0 0,0 1 1 0 0,0-1 0 0 0,0 1 0 0 0,0 0 0 0 0,0-1 0 0 0,0 1 0 0 0,0-1 0 0 0,-1 1-1 0 0,1 0 1 0 0,0-1 0 0 0,0 1 0 0 0,0 0 0 0 0,-1-1 0 0 0,1 1 0 0 0,0 0 0 0 0,0-1 0 0 0,-1 1-1 0 0,1 0 1 0 0,0 0 0 0 0,-1-1 0 0 0,1 1 0 0 0,0 0 0 0 0,-1 0 0 0 0,1-1 0 0 0,0 1-1 0 0,-1 0 1 0 0,1 0 0 0 0,-1 0 0 0 0,1 0 0 0 0,0 0 0 0 0,-1 0 0 0 0,1-1 0 0 0,-1 1 0 0 0,1 0-1 0 0,0 0 1 0 0,-1 0 0 0 0,1 0 0 0 0,-1 1 0 0 0,1-1 0 0 0,0 0 0 0 0,-1 0 0 0 0,1 0-1 0 0,-1 0 1 0 0,1 0 0 0 0,0 0 0 0 0,-1 1 0 0 0,-18 6 565 0 0,-5 9-358 0 0,1 0 0 0 0,1 1 1 0 0,0 1-1 0 0,1 1 0 0 0,1 1 0 0 0,1 1 0 0 0,1 1 0 0 0,0 0 0 0 0,-26 48 1 0 0,40-62-240 0 0,0 0 0 0 0,0 1 1 0 0,-4 15-1 0 0,7-21-9 0 0,1 0-1 0 0,-1-1 0 0 0,1 1 1 0 0,0 0-1 0 0,-1 0 0 0 0,1 0 1 0 0,1-1-1 0 0,-1 1 0 0 0,0 0 1 0 0,1 0-1 0 0,-1 0 1 0 0,1-1-1 0 0,0 1 0 0 0,0 0 1 0 0,2 4-1 0 0,-2-6-9 0 0,0 0 1 0 0,0 1-1 0 0,0-1 0 0 0,0 0 0 0 0,0 0 1 0 0,0-1-1 0 0,0 1 0 0 0,0 0 1 0 0,1 0-1 0 0,-1 0 0 0 0,0-1 0 0 0,1 1 1 0 0,-1-1-1 0 0,0 1 0 0 0,1-1 1 0 0,-1 1-1 0 0,1-1 0 0 0,-1 0 0 0 0,0 0 1 0 0,3 0-1 0 0,26-2-261 0 0,-23-1 221 0 0,0 1 1 0 0,0-1 0 0 0,0 0-1 0 0,-1-1 1 0 0,1 1 0 0 0,-1-2 0 0 0,0 1-1 0 0,0 0 1 0 0,9-10 0 0 0,4-5-42 0 0,20-26 1 0 0,45-54 2018 0 0,-83 98-1885 0 0,-1 1 0 0 0,1-1 0 0 0,-1 0 0 0 0,0 0-1 0 0,1 0 1 0 0,0 1 0 0 0,-1-1 0 0 0,1 0 0 0 0,-1 0 0 0 0,1 1-1 0 0,0-1 1 0 0,-1 1 0 0 0,1-1 0 0 0,0 0 0 0 0,0 1 0 0 0,0 0-1 0 0,-1-1 1 0 0,1 1 0 0 0,0-1 0 0 0,0 1 0 0 0,0 0-1 0 0,0 0 1 0 0,0-1 0 0 0,0 1 0 0 0,1 0 0 0 0,-2 1 12 0 0,1-1 0 0 0,0 1 0 0 0,-1 0 0 0 0,1-1 0 0 0,0 1 0 0 0,-1 0 1 0 0,1 0-1 0 0,-1-1 0 0 0,1 1 0 0 0,-1 0 0 0 0,0 0 0 0 0,1 0 0 0 0,-1 0 0 0 0,0 0 0 0 0,1 0 1 0 0,-1-1-1 0 0,0 1 0 0 0,0 0 0 0 0,0 1 0 0 0,1 9 409 0 0,0 0 0 0 0,-2 20-1 0 0,-33 157 942 0 0,6-46-4524 0 0,24-117 1241 0 0,-3 25-2622 0 0,10-17-3440 0 0,2-22 908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59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76 1428 0 0,'16'-35'11272'0'0,"-5"10"-2801"0"0,-4 9-3130 0 0,-7 16-5264 0 0,1 1-1 0 0,-1-1 1 0 0,1 0-1 0 0,-1 0 1 0 0,1 0-1 0 0,-1 1 1 0 0,0-1-1 0 0,1 0 1 0 0,-1 0-1 0 0,1 1 1 0 0,-1-1-1 0 0,0 0 1 0 0,1 1-1 0 0,-1-1 1 0 0,0 1-1 0 0,1-1 0 0 0,-1 0 1 0 0,0 1-1 0 0,0-1 1 0 0,1 1-1 0 0,-1-1 1 0 0,0 1-1 0 0,0-1 1 0 0,0 1-1 0 0,0-1 1 0 0,0 1-1 0 0,0-1 1 0 0,0 1-1 0 0,0-1 1 0 0,0 1-1 0 0,0-1 1 0 0,0 1-1 0 0,-1 22 1193 0 0,1-19-995 0 0,-5 43 822 0 0,-3-1-1 0 0,-14 50 1 0 0,2-9-3411 0 0,6 1-8577 0 0,14-85 9922 0 0,-1 1-1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00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 2220 0 0,'17'-54'15978'0'0,"-12"39"-10755"0"0,2 18-4217 0 0,-7-3-977 0 0,0 0 0 0 0,0 0 0 0 0,1 0-1 0 0,-1 0 1 0 0,0 0 0 0 0,1 0 0 0 0,-1 0 0 0 0,0 0 0 0 0,1 0 0 0 0,-1 1-1 0 0,0-1 1 0 0,1 0 0 0 0,-1 0 0 0 0,0 0 0 0 0,0 0 0 0 0,1 0 0 0 0,-1 1 0 0 0,0-1-1 0 0,0 0 1 0 0,1 0 0 0 0,-1 1 0 0 0,0-1 0 0 0,0 0 0 0 0,0 0 0 0 0,1 1 0 0 0,-1-1-1 0 0,0 0 1 0 0,0 0 0 0 0,0 1 0 0 0,0-1 0 0 0,0 0 0 0 0,0 1 0 0 0,1-1 0 0 0,-1 0-1 0 0,0 1 1 0 0,4 25 904 0 0,-1 1-1 0 0,-2-1 1 0 0,-2 47-1 0 0,-17 81-183 0 0,16-136-526 0 0,-4 13 291 0 0,5-30-373 0 0,0-2-151 0 0,0 1-1 0 0,1-1 0 0 0,-1 0 0 0 0,0 0 1 0 0,0 0-1 0 0,1 0 0 0 0,-1 0 0 0 0,0 0 1 0 0,1 0-1 0 0,-1 0 0 0 0,1 0 0 0 0,-1 0 1 0 0,1 0-1 0 0,0 0 0 0 0,-1 0 0 0 0,1 0 1 0 0,0 0-1 0 0,0-1 0 0 0,0 1 0 0 0,0 0 1 0 0,0-2-1 0 0,1-9-39 0 0,0 0 1 0 0,1 0-1 0 0,1-1 1 0 0,0 1-1 0 0,1 1 0 0 0,0-1 1 0 0,0 0-1 0 0,2 1 1 0 0,-1 0-1 0 0,1 0 1 0 0,1 1-1 0 0,0 0 1 0 0,13-16-1 0 0,-12 17 23 0 0,0 1 0 0 0,0-1-1 0 0,1 1 1 0 0,0 0 0 0 0,0 1 0 0 0,1 0-1 0 0,0 1 1 0 0,0 0 0 0 0,0 0 0 0 0,1 1 0 0 0,0 1-1 0 0,0 0 1 0 0,0 0 0 0 0,17-3 0 0 0,-23 7 13 0 0,-1-1 0 0 0,1 1 1 0 0,-1 0-1 0 0,1 0 0 0 0,-1 0 1 0 0,1 1-1 0 0,-1-1 1 0 0,0 1-1 0 0,1 0 0 0 0,-1 1 1 0 0,0-1-1 0 0,0 1 0 0 0,0 0 1 0 0,0 0-1 0 0,0 0 0 0 0,0 0 1 0 0,5 4-1 0 0,-5-2 23 0 0,-1 0 1 0 0,1 0-1 0 0,-1 0 0 0 0,0 0 0 0 0,0 1 1 0 0,0-1-1 0 0,0 1 0 0 0,-1 0 0 0 0,1-1 1 0 0,-1 1-1 0 0,-1 1 0 0 0,1-1 0 0 0,1 9 1 0 0,-1 6 27 0 0,-1 0 0 0 0,0-1 0 0 0,-2 1 1 0 0,0 0-1 0 0,-6 30 0 0 0,1-5-457 0 0,5-43-248 0 0,0 1 0 0 0,1-1 1 0 0,0 1-1 0 0,0 0 0 0 0,-1-1 0 0 0,2 1 0 0 0,-1-1 0 0 0,0 1 1 0 0,0 0-1 0 0,2 3 0 0 0,-1-6 373 0 0,0 1 1 0 0,0-1-1 0 0,0 1 0 0 0,0-1 0 0 0,0 1 1 0 0,0-1-1 0 0,1 1 0 0 0,-1-1 0 0 0,0 0 1 0 0,0 0-1 0 0,0 0 0 0 0,0 0 1 0 0,1 0-1 0 0,-1 0 0 0 0,0 0 0 0 0,0 0 1 0 0,1 0-1 0 0,-1 0 0 0 0,0-1 1 0 0,1 1-1 0 0,47-9-6869 0 0,-19-1 1095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01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183 118 112 0 0,'-43'-78'22211'0'0,"42"77"-21330"0"0,-15-33 8661 0 0,16 32-9522 0 0,-4 0-19 0 0,3 11-1 0 0,-6 66 0 0 0,-23 101 0 0 0,17-108 0 0 0,5-22 0 0 0,-2 17 0 0 0,-20 103 0 0 0,27-154 0 0 0,0 3 0 0 0,2 1 0 0 0,-2-4 0 0 0,1-1 0 0 0,0 0 0 0 0,-1-2 0 0 0,0-16 0 0 0,4-2 0 0 0,1-2 0 0 0,1 0 0 0 0,1 1 0 0 0,0 0 0 0 0,0 0 0 0 0,1 0 0 0 0,0 0 0 0 0,1 1 0 0 0,0 0 0 0 0,0 0 0 0 0,1 0 0 0 0,1 1 0 0 0,-1 0 0 0 0,1 0 0 0 0,10-7 0 0 0,-11 10 0 0 0,0 0 0 0 0,0 1 0 0 0,0-1 0 0 0,0 2 0 0 0,0-1 0 0 0,1 1 0 0 0,0 0 0 0 0,-1 0 0 0 0,1 1 0 0 0,0 0 0 0 0,9 0 0 0 0,-10 1 0 0 0,0 0 0 0 0,0 0 0 0 0,0 1 0 0 0,-1 0 0 0 0,1 1 0 0 0,0 0 0 0 0,0 0 0 0 0,0 0 0 0 0,-1 1 0 0 0,1 0 0 0 0,-1 0 0 0 0,1 0 0 0 0,-1 1 0 0 0,0 0 0 0 0,0 1 0 0 0,0-1 0 0 0,0 1 0 0 0,-1 0 0 0 0,0 0 0 0 0,1 1 0 0 0,-1 0 0 0 0,-1 0 0 0 0,1 0 0 0 0,-1 0 0 0 0,0 1 0 0 0,0-1 0 0 0,-1 1 0 0 0,1 0 0 0 0,3 10 0 0 0,-4-7 0 0 0,2 6 0 0 0,-3 0 0 0 0,-3 0 0 0 0,-2-1 0 0 0,-4-2 0 0 0,-2-2 0 0 0,-4-1 0 0 0,-4-2 0 0 0,-4-4 0 0 0,-1-1 0 0 0,-2-2 0 0 0,0-1 0 0 0,2-1 0 0 0,1-2 0 0 0,1 1 0 0 0,-23-5-2023 0 0,41 7 526 0 0,-2 1-847 0 0,-1-1 3314 0 0,2 1-3225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02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2940 0 0,'2'-1'2426'0'0,"43"-33"10147"0"0,-44 33-11550 0 0,0 1-933 0 0,0 0 0 0 0,0 0 0 0 0,0 0 0 0 0,0 0 0 0 0,0 0 0 0 0,0 0 0 0 0,0 0-1 0 0,0 0 1 0 0,0 0 0 0 0,0 0 0 0 0,0 1 0 0 0,0-1 0 0 0,0 0 0 0 0,-1 1 0 0 0,1-1 0 0 0,0 0-1 0 0,0 1 1 0 0,0-1 0 0 0,0 1 0 0 0,-1-1 0 0 0,1 1 0 0 0,0 0 0 0 0,-1-1 0 0 0,1 1 0 0 0,0 0-1 0 0,-1 0 1 0 0,1-1 0 0 0,-1 1 0 0 0,1 1 0 0 0,15 26 1939 0 0,-11-15-1502 0 0,-1 1 1 0 0,-1-1 0 0 0,0 1 0 0 0,-1 0-1 0 0,-1 0 1 0 0,0 27 0 0 0,-14 83 691 0 0,10-102-913 0 0,0-15 397 0 0,0-9 310 0 0,0-14-520 0 0,5 0-504 0 0,1 0-1 0 0,1-1 0 0 0,0 1 0 0 0,1 1 1 0 0,1-1-1 0 0,12-23 0 0 0,-13 29-17 0 0,0 1-1 0 0,1 1 1 0 0,-1-1-1 0 0,2 1 1 0 0,-1 0-1 0 0,1 0 0 0 0,1 1 1 0 0,-1 0-1 0 0,1 0 1 0 0,0 1-1 0 0,17-10 0 0 0,-22 14 12 0 0,0 0-1 0 0,1 1 0 0 0,-1-1 0 0 0,1 1 0 0 0,-1 0 0 0 0,1 0 0 0 0,-1 1 0 0 0,1-1 0 0 0,-1 1 0 0 0,1-1 1 0 0,0 1-1 0 0,-1 0 0 0 0,1 0 0 0 0,-1 1 0 0 0,1-1 0 0 0,0 1 0 0 0,-1 0 0 0 0,1 0 0 0 0,-1 0 0 0 0,1 0 0 0 0,-1 1 1 0 0,0-1-1 0 0,0 1 0 0 0,0 0 0 0 0,1 0 0 0 0,-2 0 0 0 0,1 0 0 0 0,0 1 0 0 0,0-1 0 0 0,-1 1 0 0 0,1 0 1 0 0,-1-1-1 0 0,2 4 0 0 0,1 1 15 0 0,-1-1 0 0 0,0 1 1 0 0,0 0-1 0 0,-1 0 0 0 0,0 1 0 0 0,0-1 1 0 0,0 1-1 0 0,-1-1 0 0 0,0 1 0 0 0,1 12 1 0 0,-1 8 32 0 0,-2 46 1 0 0,-1-36-14 0 0,1-36 15 0 0,3 22-1220 0 0,-2-23 424 0 0,0 1 0 0 0,1 0 0 0 0,-1-1 0 0 0,1 1 0 0 0,-1-1 0 0 0,1 1 0 0 0,0-1 0 0 0,0 0 0 0 0,-1 1 0 0 0,1-1 0 0 0,0 0 0 0 0,0 0 0 0 0,0-1 0 0 0,0 1 0 0 0,0 0 0 0 0,1-1 0 0 0,-1 1 0 0 0,0-1 0 0 0,0 0 0 0 0,0 1 0 0 0,4-1 0 0 0,-3 0-174 0 0,13 2-7801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03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46 2216 0 0,'-2'-3'1356'0'0,"1"1"-1"0"0,-1-1 0 0 0,1 1 1 0 0,0-1-1 0 0,0 0 1 0 0,0 1-1 0 0,0-1 0 0 0,0 0 1 0 0,0 0-1 0 0,1 0 1 0 0,0 1-1 0 0,-1-1 1 0 0,2-7 7052 0 0,-2 40-5248 0 0,2 31-2693 0 0,-10 69 0 0 0,1 20-39 0 0,5-61-8175 0 0,0 0-4346 0 0,3-73 1570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8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75 716 0 0,'-59'-73'13597'0'0,"58"72"-12800"0"0,-12 8-485 0 0,11-4-198 0 0,0 1-1 0 0,0-1 1 0 0,0 0 0 0 0,0 1-1 0 0,1 0 1 0 0,-1-1-1 0 0,1 1 1 0 0,0 0 0 0 0,0 0-1 0 0,0-1 1 0 0,1 1 0 0 0,-1 8-1 0 0,-1 2 206 0 0,-110 607 3218 0 0,110-611-3598 0 0,1 1 479 0 0,-2 0 0 0 0,1 0 0 0 0,-8 17 0 0 0,9-26 233 0 0,-4-17-394 0 0,7 0-234 0 0,1 0-1 0 0,0 0 1 0 0,0 1-1 0 0,2-1 1 0 0,0 1-1 0 0,0 0 1 0 0,2 0-1 0 0,7-13 1 0 0,-7 15-23 0 0,1 1 0 0 0,-1 0 0 0 0,2 0 0 0 0,0 1 0 0 0,0 0 0 0 0,1 1 0 0 0,0 0 0 0 0,21-15 0 0 0,-16 14-8 0 0,1 1 1 0 0,0 1-1 0 0,0 0 1 0 0,1 1-1 0 0,0 1 1 0 0,21-6-1 0 0,-31 10 6 0 0,0 1-1 0 0,0 0 1 0 0,1 0-1 0 0,-1 0 1 0 0,0 1-1 0 0,0 0 1 0 0,1 0 0 0 0,-1 1-1 0 0,0 0 1 0 0,1 0-1 0 0,-1 1 1 0 0,0 0-1 0 0,0 0 1 0 0,0 1-1 0 0,-1 0 1 0 0,1 0-1 0 0,-1 0 1 0 0,1 1 0 0 0,-1 0-1 0 0,0 0 1 0 0,0 1-1 0 0,-1 0 1 0 0,1 0-1 0 0,-1 0 1 0 0,0 0-1 0 0,-1 1 1 0 0,1 0-1 0 0,-1 0 1 0 0,0 0-1 0 0,-1 0 1 0 0,1 1 0 0 0,-1-1-1 0 0,-1 1 1 0 0,1 0-1 0 0,-1 0 1 0 0,0 0-1 0 0,-1 0 1 0 0,1 1-1 0 0,-2-1 1 0 0,1 0-1 0 0,-1 1 1 0 0,0-1 0 0 0,-2 15-1 0 0,0-10 52 0 0,-2 0-1 0 0,1 0 1 0 0,-1 0 0 0 0,-1-1-1 0 0,0 1 1 0 0,-1-1 0 0 0,0 0-1 0 0,0-1 1 0 0,-1 1-1 0 0,-1-1 1 0 0,-11 11 0 0 0,12-13 94 0 0,0-1 0 0 0,-1 0 0 0 0,0 0 0 0 0,0-1 0 0 0,0 0 0 0 0,-1 0 0 0 0,0-1 0 0 0,0 0 0 0 0,-1-1 0 0 0,1 0 0 0 0,-1 0 0 0 0,0-1 0 0 0,-17 3 0 0 0,16-4 26 0 0,1-3-147 0 0,-13-2 125 0 0,-1-1-70 0 0,-1-2 0 0 0,-34-12-1 0 0,35 9-515 0 0,14 3-3489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9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54 1776 0 0,'38'-45'15781'0'0,"-37"44"-14996"0"0,1-2 92 0 0,3-1 2053 0 0,-4 5-2734 0 0,0 1 0 0 0,-1-1-1 0 0,1 1 1 0 0,0-1 0 0 0,0 1-1 0 0,-1 0 1 0 0,1 0-1 0 0,-1-1 1 0 0,1 1 0 0 0,-1 0-1 0 0,0 0 1 0 0,0-1 0 0 0,0 1-1 0 0,0 0 1 0 0,0 2 0 0 0,-4 34 1998 0 0,2-22-1546 0 0,-5 27 526 0 0,-13 46 0 0 0,-1 3-1009 0 0,16-73-4 0 0,0-4-2412 0 0,3-2-7051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9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9 165 2120 0 0,'-3'-94'12256'0'0,"0"31"-10656"0"0,2 56-2175 0 0,1 18-1832 0 0,-2 7-4016 0 0,2-6 2256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1:59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465 0 936 0 0,'0'0'16646'0'0,"-3"13"-14714"0"0,-10 174 5454 0 0,4-124-6624 0 0,-3 0 0 0 0,-3-1 0 0 0,-2-1-1 0 0,-3-1 1 0 0,-30 62 0 0 0,43-106-642 0 0,-22 40 596 0 0,26-52-678 0 0,1 0 0 0 0,-1-1 1 0 0,0 1-1 0 0,0-1 0 0 0,0 0 1 0 0,-1 0-1 0 0,1 0 1 0 0,-1 0-1 0 0,1 0 0 0 0,-1-1 1 0 0,-6 4-1 0 0,8-5-38 0 0,1-1 0 0 0,-1 1 0 0 0,1 0 0 0 0,-1 0 0 0 0,1-1 0 0 0,-1 1 0 0 0,0-1 0 0 0,1 1 0 0 0,-1-1 0 0 0,0 0 0 0 0,1 0 0 0 0,-1 0 0 0 0,0 0 0 0 0,1 0 0 0 0,-1 0 0 0 0,-2 0 0 0 0,-1-1 0 0 0,-6 0-53 0 0,0 0 1 0 0,0 0-1 0 0,0-1 1 0 0,1 0-1 0 0,-1-1 1 0 0,1 0-1 0 0,-1-1 1 0 0,1 0-1 0 0,0 0 0 0 0,1-1 1 0 0,-1-1-1 0 0,1 0 1 0 0,0 0-1 0 0,0 0 1 0 0,1-1-1 0 0,0-1 0 0 0,-8-9 1 0 0,13 14-457 0 0,0-1 1 0 0,1 1-1 0 0,-1-1 1 0 0,1 0-1 0 0,0 0 1 0 0,0 0-1 0 0,1 0 1 0 0,-1 0-1 0 0,1 0 0 0 0,0 0 1 0 0,0-1-1 0 0,0 1 1 0 0,0-7-1 0 0,1 2-1610 0 0,0-1 0 0 0,1 1 0 0 0,0 0 0 0 0,1 0 0 0 0,3-14 0 0 0,4-6-7464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00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0 159 312 0 0,'5'-44'8087'0'0,"1"-17"1888"0"0,-5 19-6771 0 0,-1 40-3231 0 0,3-2-140 0 0,-1-1-904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10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0 512 0 0,'0'0'6589'0'0,"-5"9"-9742"0"0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11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68 0 0,'0'0'5999'0'0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02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520 125 1376 0 0,'0'-12'4859'0'0,"3"-7"-848"0"0,-2 15-3349 0 0,-1 0 1 0 0,1 0-1 0 0,-1 0 1 0 0,1 0-1 0 0,-1 0 0 0 0,0 0 1 0 0,-1 0-1 0 0,1 1 0 0 0,-2-7 1 0 0,1 8-546 0 0,1-1 0 0 0,-1 1 0 0 0,0-1 0 0 0,0 1 0 0 0,-1-1 0 0 0,1 1 1 0 0,0 0-1 0 0,-1-1 0 0 0,1 1 0 0 0,-1 0 0 0 0,0 0 0 0 0,0 0 0 0 0,0 0 1 0 0,0 1-1 0 0,0-1 0 0 0,0 0 0 0 0,0 1 0 0 0,-5-2 0 0 0,3 1-65 0 0,0 1-1 0 0,0 0 1 0 0,0 0 0 0 0,0 0-1 0 0,0 0 1 0 0,-1 1-1 0 0,1 0 1 0 0,0 0 0 0 0,0 0-1 0 0,-8 1 1 0 0,-1 2-52 0 0,-1 0 1 0 0,1 1-1 0 0,1 0 1 0 0,-1 1-1 0 0,1 0 1 0 0,-17 10-1 0 0,6 0 5 0 0,1 0 0 0 0,1 2-1 0 0,1 0 1 0 0,0 1-1 0 0,2 1 1 0 0,-23 28-1 0 0,12-8-8 0 0,1 2 0 0 0,-34 66 0 0 0,52-87 2 0 0,0 0-1 0 0,-7 26 1 0 0,15-40 13 0 0,0 1 1 0 0,1-1 0 0 0,-1 1 0 0 0,1-1 0 0 0,1 1 0 0 0,-1-1-1 0 0,1 1 1 0 0,0-1 0 0 0,1 1 0 0 0,0-1 0 0 0,0 1 0 0 0,2 6-1 0 0,-2-11-1 0 0,0 1-1 0 0,1 0 1 0 0,-1-1-1 0 0,1 1 0 0 0,0-1 1 0 0,0 0-1 0 0,0 1 1 0 0,0-1-1 0 0,0 0 0 0 0,0 0 1 0 0,0-1-1 0 0,1 1 1 0 0,-1 0-1 0 0,1-1 0 0 0,0 1 1 0 0,-1-1-1 0 0,1 0 1 0 0,0 0-1 0 0,0 0 0 0 0,-1 0 1 0 0,1-1-1 0 0,0 1 1 0 0,0-1-1 0 0,0 1 0 0 0,4-1 1 0 0,4 0 6 0 0,-1 0 1 0 0,1 0 0 0 0,-1-1 0 0 0,0 0-1 0 0,20-6 1 0 0,-14 2-6 0 0,0-1 0 0 0,-1-1 0 0 0,0 0 0 0 0,0-1 0 0 0,-1-1-1 0 0,0 0 1 0 0,0-1 0 0 0,-1-1 0 0 0,-1 0 0 0 0,19-20 0 0 0,6-13 45 0 0,53-82 1 0 0,-88 123-54 0 0,46-77 886 0 0,-47 78-785 0 0,2 19-54 0 0,-9 10 18 0 0,2 1 0 0 0,1 0 0 0 0,0 40 0 0 0,3-51-259 0 0,2 1 0 0 0,0 0 0 0 0,0 0 0 0 0,2 0 0 0 0,0-1 0 0 0,11 27 0 0 0,-12-37-357 0 0,0 0 1 0 0,1-1-1 0 0,0 1 0 0 0,0-1 0 0 0,1 0 0 0 0,-1 0 0 0 0,8 7 1 0 0,-9-10-373 0 0,1 0 1 0 0,0 0-1 0 0,0 0 0 0 0,0-1 1 0 0,0 1-1 0 0,0-1 1 0 0,0 0-1 0 0,5 2 1 0 0,7 1-4410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02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41 728 0 0,'0'0'2103'0'0,"4"-13"4728"0"0,1-15 12494 0 0,-8 32-19321 0 0,1-1-1 0 0,0 1 1 0 0,0-1-1 0 0,1 1 0 0 0,-1 0 1 0 0,1 0-1 0 0,-1 0 1 0 0,1 0-1 0 0,0 0 1 0 0,1 0-1 0 0,-1 6 0 0 0,-4 11 72 0 0,-67 249 1286 0 0,71-269-1366 0 0,-4 16 77 0 0,1 1 0 0 0,-3 27-1 0 0,7-43 27 0 0,0-2-178 0 0,1 1 61 0 0,-1-1 0 0 0,1 1 0 0 0,-1-1 0 0 0,0 0 0 0 0,1 1 0 0 0,0-1 0 0 0,-1 1 0 0 0,1-1 0 0 0,-1 0 0 0 0,1 0 0 0 0,-1 1 0 0 0,1-1 1 0 0,0 0-1 0 0,-1 0 0 0 0,1 1 0 0 0,-1-1 0 0 0,2 0 0 0 0,5-2-827 0 0,0 0 0 0 0,-1 0 1 0 0,1-1-1 0 0,-1 1 0 0 0,0-2 1 0 0,0 1-1 0 0,9-7 0 0 0,-9 6-1295 0 0,-2 0 0 0 0,1 0 1 0 0,0-1-1 0 0,-1 1 0 0 0,6-9 0 0 0,-2 2-6195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02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97 125 172 0 0,'-31'-43'8263'0'0,"-4"-8"-1658"0"0,8 20-5787 0 0,26 35-2298 0 0,1-4 1407 0 0,0 0 0 0 0,-1 1 0 0 0,1-1 0 0 0,0 0 0 0 0,0 0 0 0 0,0 0 0 0 0,0 1 0 0 0,0-1 0 0 0,-1 0 0 0 0,1 0-1 0 0,0 1 1 0 0,0-1 0 0 0,0 0 0 0 0,0 0 0 0 0,0 1 0 0 0,0-1 0 0 0,0 0 0 0 0,0 0 0 0 0,0 1 0 0 0,0-1 0 0 0,0 0 0 0 0,0 1 0 0 0,0-1 0 0 0,0 0 0 0 0,0 0 0 0 0,0 1 0 0 0,0-1 0 0 0,0 0 0 0 0,0 0 0 0 0,0 1 0 0 0,1-1 0 0 0,0 2-615 0 0,2 1-163 0 0,-1 3-3046 0 0,3 5-304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03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1 828 0 0,'6'7'12627'0'0,"19"-1"-9728"0"0,-13-4-2167 0 0,0 1 0 0 0,-1 0 0 0 0,0 1 0 0 0,18 8 0 0 0,-25-10-671 0 0,-1 1 1 0 0,1-1-1 0 0,-1 1 1 0 0,0-1-1 0 0,0 1 0 0 0,0 0 1 0 0,0 1-1 0 0,0-1 1 0 0,0 0-1 0 0,-1 1 0 0 0,0-1 1 0 0,0 1-1 0 0,0 0 1 0 0,0 0-1 0 0,0 0 1 0 0,1 7-1 0 0,-1-2 97 0 0,-1-1 0 0 0,0 0 1 0 0,0 1-1 0 0,-1-1 0 0 0,0 0 0 0 0,-1 1 0 0 0,0-1 1 0 0,0 1-1 0 0,-1-1 0 0 0,0 0 0 0 0,0 0 0 0 0,-1 0 1 0 0,0 0-1 0 0,0 0 0 0 0,-1-1 0 0 0,0 0 1 0 0,-9 13-1 0 0,-8 9 872 0 0,-1-2 0 0 0,-46 46 0 0 0,65-71-952 0 0,-47 45 1329 0 0,17-11-445 0 0,32-35-895 0 0,1-1-59 0 0,0 0 1 0 0,0 0-1 0 0,-1 0 0 0 0,1 0 1 0 0,0 0-1 0 0,0 0 0 0 0,0 1 1 0 0,-1-1-1 0 0,1 0 0 0 0,0 0 1 0 0,0 0-1 0 0,0 0 0 0 0,-1 0 1 0 0,1 0-1 0 0,0 0 0 0 0,0 1 1 0 0,0-1-1 0 0,0 0 0 0 0,0 0 1 0 0,-1 0-1 0 0,1 1 0 0 0,0-1 1 0 0,0 0-1 0 0,0 0 0 0 0,0 0 1 0 0,0 0-1 0 0,0 1 0 0 0,0-1 1 0 0,0 0-1 0 0,0 0 0 0 0,0 1 1 0 0,0-1-1 0 0,0 0 0 0 0,0 0 1 0 0,0 0-1 0 0,0 1 0 0 0,0-1 0 0 0,0 0 1 0 0,0 0-1 0 0,0 1 0 0 0,0-1 2 0 0,0 1-1 0 0,0-1 0 0 0,1 1 0 0 0,-1-1 0 0 0,0 0 0 0 0,0 1 0 0 0,1-1 1 0 0,-1 1-1 0 0,1-1 0 0 0,-1 0 0 0 0,0 1 0 0 0,1-1 0 0 0,-1 0 0 0 0,0 1 1 0 0,1-1-1 0 0,-1 0 0 0 0,1 0 0 0 0,-1 0 0 0 0,1 1 0 0 0,-1-1 0 0 0,1 0 1 0 0,-1 0-1 0 0,1 0 0 0 0,-1 0 0 0 0,1 0 0 0 0,-1 0 0 0 0,2 0 0 0 0,54 1 281 0 0,0-3-1 0 0,81-13 0 0 0,-11 0 720 0 0,-75 8-331 0 0,-48 7-619 0 0,0 0-20 0 0,10-3-32 0 0,11 0-63 0 0,-21 2-247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04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70 2132 0 0,'27'-63'12287'0'0,"-27"61"-11853"0"0,3-3 756 0 0,-2 17-1000 0 0,1 1 0 0 0,-2-1 1 0 0,0 1-1 0 0,0-1 0 0 0,-1 0 0 0 0,-5 23 0 0 0,2 0 194 0 0,-61 330 1020 0 0,35-218-1212 0 0,13-64-12 0 0,4-31 3600 0 0,9-43-2346 0 0,-2-11-331 0 0,6 1-1047 0 0,-1 0 0 0 0,0-1-1 0 0,0 1 1 0 0,1 0 0 0 0,-1-1-1 0 0,1 1 1 0 0,-1 0 0 0 0,1-1 0 0 0,0 1-1 0 0,0-1 1 0 0,-1-2 0 0 0,1-3-48 0 0,1-1 0 0 0,0 1 0 0 0,0 0 0 0 0,0 0 0 0 0,1 0 0 0 0,0 0 0 0 0,0 1 0 0 0,1-1 0 0 0,0 0 0 0 0,0 1 0 0 0,0 0 0 0 0,1 0 1 0 0,0 0-1 0 0,0 0 0 0 0,1 0 0 0 0,-1 1 0 0 0,1 0 0 0 0,10-8 0 0 0,-7 7-20 0 0,0 0 0 0 0,0 1 1 0 0,1 0-1 0 0,0 1 0 0 0,0 0 0 0 0,0 0 1 0 0,0 1-1 0 0,0 0 0 0 0,1 0 0 0 0,0 1 1 0 0,-1 1-1 0 0,1-1 0 0 0,14 1 0 0 0,-14 1 2 0 0,0 1 0 0 0,0 0 0 0 0,-1 0 0 0 0,1 1 0 0 0,-1 0 0 0 0,1 0 0 0 0,-1 1 0 0 0,0 1-1 0 0,0-1 1 0 0,0 2 0 0 0,-1-1 0 0 0,15 11 0 0 0,-18-12 7 0 0,0 1 0 0 0,-1 1 0 0 0,1-1 0 0 0,-1 0 0 0 0,0 1 0 0 0,-1 0 0 0 0,1 0 0 0 0,-1 0 1 0 0,0 1-1 0 0,0-1 0 0 0,-1 1 0 0 0,1-1 0 0 0,-1 1 0 0 0,-1 0 0 0 0,1 0 0 0 0,-1 0 0 0 0,0 0 0 0 0,0 0 0 0 0,-1 0 0 0 0,1 0 0 0 0,-2 8 0 0 0,0-5 13 0 0,0 1-1 0 0,-1-1 1 0 0,0 1-1 0 0,-1-1 1 0 0,0 0-1 0 0,-6 14 0 0 0,6-17 16 0 0,0-1 0 0 0,0 0 1 0 0,0 1-1 0 0,0-1 0 0 0,-1 0 0 0 0,0-1 0 0 0,0 1 0 0 0,-1-1 0 0 0,1 1 0 0 0,-1-1 0 0 0,-5 3 0 0 0,7-5-6 0 0,-1 0 0 0 0,1-1 1 0 0,-1 1-1 0 0,0-1 0 0 0,1 0 0 0 0,-1 0 0 0 0,0 0 1 0 0,0 0-1 0 0,1-1 0 0 0,-1 1 0 0 0,0-1 0 0 0,0 0 0 0 0,0 0 1 0 0,0-1-1 0 0,-4 0 0 0 0,-2-1 2 0 0,0-1 1 0 0,0-1-1 0 0,-18-8 1 0 0,3 1-76 0 0,23 10-443 0 0,-1 0-1 0 0,0 0 0 0 0,1-1 0 0 0,0 1 0 0 0,-1-1 0 0 0,1 0 0 0 0,0 1 1 0 0,0-1-1 0 0,0 0 0 0 0,-2-3 0 0 0,3 4-689 0 0,31-16-8621 0 0,-24 15 6346 0 0,10-3-1219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2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1624 0 0,'0'0'4529'0'0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3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1 120 0 0,'0'0'5325'0'0,"-8"6"-1030"0"0,-4-1-3555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5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74 656 0 0,'0'0'9281'0'0,"-14"-12"-2788"0"0,14 7-6145 0 0,0 0 0 0 0,0 0 0 0 0,1 0-1 0 0,0 0 1 0 0,2-7 0 0 0,-3 11-319 0 0,28-15 23 0 0,-23 14-48 0 0,0 1-3 0 0,0-1 0 0 0,0 1 0 0 0,0 1 0 0 0,0-1 0 0 0,0 1 0 0 0,0-1 0 0 0,0 2-1 0 0,8 0 1 0 0,-4-1 0 0 0,-5 0-4 0 0,0 0 1 0 0,0 0-1 0 0,-1 0 1 0 0,1 1-1 0 0,0-1 1 0 0,-1 1-1 0 0,1 0 1 0 0,-1 0-1 0 0,1 1 1 0 0,-1-1-1 0 0,1 1 1 0 0,-1 0-1 0 0,6 4 1 0 0,5 1 1 0 0,-11-5-1 0 0,0-1 0 0 0,0 1 0 0 0,0 0 1 0 0,0 0-1 0 0,0 0 0 0 0,0 1 1 0 0,0-1-1 0 0,-1 0 0 0 0,1 1 1 0 0,-1 0-1 0 0,0 0 0 0 0,0 0 0 0 0,0 0 1 0 0,0 0-1 0 0,0 0 0 0 0,2 6 1 0 0,-3-6 5 0 0,1 1 1 0 0,-1 0 0 0 0,0 0 0 0 0,0-1-1 0 0,0 1 1 0 0,-1 0 0 0 0,1 0-1 0 0,-1 0 1 0 0,0 0 0 0 0,0 0 0 0 0,-1-1-1 0 0,1 1 1 0 0,-1 5 0 0 0,-1-2 17 0 0,-1 0 0 0 0,1-1-1 0 0,-1 1 1 0 0,0 0 0 0 0,0-1 0 0 0,-7 10 0 0 0,-5 4 53 0 0,-1-1 1 0 0,0-1-1 0 0,-21 18 0 0 0,29-29-61 0 0,-168 146 1163 0 0,152-130-952 0 0,23-22-158 0 0,1-1-53 0 0,0 0 0 0 0,-1 0 0 0 0,1 1 0 0 0,0-1-1 0 0,-1 0 1 0 0,1 0 0 0 0,0 0 0 0 0,-1 0 0 0 0,1 0 0 0 0,0 0-1 0 0,0 1 1 0 0,-1-1 0 0 0,1 0 0 0 0,0 0 0 0 0,0 0 0 0 0,0 1-1 0 0,-1-1 1 0 0,1 0 0 0 0,0 0 0 0 0,0 0 0 0 0,0 1 0 0 0,-1-1 0 0 0,1 0-1 0 0,0 1 1 0 0,0-1 0 0 0,0 0 0 0 0,0 0 0 0 0,0 1 0 0 0,0-1-1 0 0,0 0 1 0 0,0 1 0 0 0,0-1 0 0 0,0 0 0 0 0,0 1 0 0 0,0-1-1 0 0,0 0 1 0 0,0 0 0 0 0,0 1 0 0 0,0-1 0 0 0,0 0 0 0 0,0 1-1 0 0,0-1 1 0 0,0 0 0 0 0,0 1 0 0 0,1-1 0 0 0,-1 0 0 0 0,0 0 0 0 0,0 1-1 0 0,0-1 1 0 0,0 0 0 0 0,1 0 0 0 0,-1 0 0 0 0,0 1 0 0 0,0-1-1 0 0,1 0 1 0 0,-1 0 0 0 0,0 0 0 0 0,0 1 0 0 0,1-1 0 0 0,-1 0-1 0 0,0 0 1 0 0,1 0 0 0 0,-1 0 0 0 0,0 0 0 0 0,0 0 0 0 0,1 0-1 0 0,-1 0 1 0 0,0 0 0 0 0,1 0 0 0 0,25 1 146 0 0,0-1 0 0 0,0-2 0 0 0,43-8 0 0 0,-19 3-62 0 0,31-6 177 0 0,-78 13-255 0 0,-1 0-10 0 0,40-6-2921 0 0,-40 5 1817 0 0,9 1-5015 0 0,-4-2 1489 0 0,3-3-803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5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451 30 1572 0 0,'7'-29'18319'0'0,"-12"40"-17753"0"0,1 0 0 0 0,0 1 0 0 0,0-1-1 0 0,1 1 1 0 0,-3 23 0 0 0,-3 11 779 0 0,-34 221 3008 0 0,37-212-3821 0 0,-27 161 1166 0 0,24-176-1310 0 0,-1 0 0 0 0,-2-1 1 0 0,-23 49-1 0 0,33-80-388 0 0,1-6 0 0 0,0 0 0 0 0,1 0 0 0 0,-1 1 0 0 0,0-1 0 0 0,0 0 0 0 0,-1 0 0 0 0,1 0 0 0 0,0 0 0 0 0,-1 0 0 0 0,1 0 0 0 0,-1-1 0 0 0,1 1 0 0 0,-1 0 0 0 0,0-1 0 0 0,0 0 0 0 0,0 1 0 0 0,-4 1 0 0 0,-10 3 0 0 0,-4-2 0 0 0,14-4-196 0 0,1-1 0 0 0,0 1 0 0 0,-1-1-1 0 0,1 0 1 0 0,-1 0 0 0 0,1 0 0 0 0,-8-4 0 0 0,5 2-612 0 0,0-1 0 0 0,0-1 0 0 0,1 1 0 0 0,0-1 0 0 0,0 0 0 0 0,0-1 0 0 0,-8-8 0 0 0,3 1-946 0 0,2 0 0 0 0,-1-1 0 0 0,2 1 0 0 0,-1-2 0 0 0,2 0 0 0 0,-8-17 0 0 0,3-3-8298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5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1 253 228 0 0,'2'-4'1000'0'0,"42"-130"11492"0"0,-21 44-7381 0 0,-16 74-5166 0 0,-3 8-1822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6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94 476 0 0,'10'-6'23751'0'0,"-9"5"-23712"0"0,1-1 0 0 0,0 1 1 0 0,-1 0-1 0 0,1 1 0 0 0,0-1 1 0 0,0 0-1 0 0,-1 1 0 0 0,1-1 1 0 0,0 0-1 0 0,0 1 0 0 0,0 0 0 0 0,0 0 1 0 0,2-1-1 0 0,36-1 202 0 0,-15 1-128 0 0,76-8-1 0 0,177-26-2210 0 0,-224 21-1814 0 0,-23-2-5997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7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33 2216 0 0,'-1'-2'2466'0'0,"0"0"-2088"0"0,-2-2 1099 0 0,0 0-1 0 0,0 0 1 0 0,0 0-1 0 0,-1 1 0 0 0,-6-6 1 0 0,9 8-875 0 0,0 4 73 0 0,-4 7-118 0 0,2 1 0 0 0,0 0 0 0 0,0 0 0 0 0,1 0 0 0 0,0 1 1 0 0,1-1-1 0 0,0 18 0 0 0,-2 7-4 0 0,-6 75 437 0 0,-8 64-371 0 0,13-152-814 0 0,0 33 0 0 0,6-4-3171 0 0,2-30-88 0 0,15-11-8747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359 176 2980 0 0,'10'-10'1560'0'0,"-1"0"-1"0"0,0 0 1 0 0,0-1-1 0 0,-1 0 1 0 0,0-1-1 0 0,-1 0 1 0 0,0 0-1 0 0,-1 0 1 0 0,9-25-1 0 0,-15 35-1452 0 0,1 1 0 0 0,-1-1-1 0 0,0 1 1 0 0,1-1 0 0 0,-1 0 0 0 0,0 1 0 0 0,0-1 0 0 0,0 1-1 0 0,0-1 1 0 0,0 0 0 0 0,-1 1 0 0 0,1-1 0 0 0,0 1-1 0 0,-1-1 1 0 0,0-2 0 0 0,0 4-89 0 0,1-1 1 0 0,-1 0-1 0 0,0 0 1 0 0,0 0-1 0 0,1 0 0 0 0,-1 1 1 0 0,0-1-1 0 0,0 0 0 0 0,0 1 1 0 0,0-1-1 0 0,0 1 0 0 0,0-1 1 0 0,0 1-1 0 0,0-1 0 0 0,0 1 1 0 0,0 0-1 0 0,0 0 0 0 0,0-1 1 0 0,-1 1-1 0 0,1 0 0 0 0,0 0 1 0 0,0 0-1 0 0,0 0 1 0 0,0 0-1 0 0,0 0 0 0 0,0 1 1 0 0,-2-1-1 0 0,-14 3 20 0 0,-1 1 1 0 0,1 1-1 0 0,0 0 1 0 0,0 2-1 0 0,1 0 0 0 0,-1 0 1 0 0,2 2-1 0 0,-1 0 1 0 0,-19 15-1 0 0,7-3-36 0 0,2 1 1 0 0,0 2 0 0 0,2 0-1 0 0,-23 30 1 0 0,33-38 5 0 0,2 2 0 0 0,0 0 1 0 0,-12 23-1 0 0,21-36 2 0 0,1 0 0 0 0,-1 1 0 0 0,1 0-1 0 0,0 0 1 0 0,0-1 0 0 0,1 1 0 0 0,0 0 0 0 0,0 0-1 0 0,0 1 1 0 0,1-1 0 0 0,0 0 0 0 0,0 0 0 0 0,0 0 0 0 0,1 0-1 0 0,2 11 1 0 0,-2-15-2 0 0,-1 0 0 0 0,1 0 0 0 0,0 0 0 0 0,0 0-1 0 0,0 0 1 0 0,0 0 0 0 0,1-1 0 0 0,-1 1 0 0 0,0 0 0 0 0,1-1-1 0 0,-1 1 1 0 0,1-1 0 0 0,-1 0 0 0 0,1 1 0 0 0,0-1 0 0 0,0 0-1 0 0,-1 0 1 0 0,1 0 0 0 0,0 0 0 0 0,3 1 0 0 0,-1-1 1 0 0,-1-1 0 0 0,1 1 1 0 0,0-1-1 0 0,0 0 0 0 0,0 0 1 0 0,-1 0-1 0 0,1 0 0 0 0,0-1 1 0 0,0 1-1 0 0,5-3 0 0 0,3-1-3 0 0,0 0-1 0 0,-1-1 1 0 0,0 0-1 0 0,0-1 0 0 0,19-14 1 0 0,-2-4 24 0 0,-2-1 1 0 0,0-1 0 0 0,-2-1 0 0 0,34-50 0 0 0,12-13 1843 0 0,-69 89-1864 0 0,-1 1-1 0 0,0 0 1 0 0,0-1 0 0 0,0 1-1 0 0,0 0 1 0 0,1-1 0 0 0,-1 1 0 0 0,0 0-1 0 0,0-1 1 0 0,1 1 0 0 0,-1 0 0 0 0,0 0-1 0 0,0-1 1 0 0,1 1 0 0 0,-1 0 0 0 0,0 0-1 0 0,1 0 1 0 0,-1-1 0 0 0,0 1-1 0 0,1 0 1 0 0,-1 0 0 0 0,1 0 0 0 0,-1 0-1 0 0,0 0 1 0 0,1 0 0 0 0,-1 0 0 0 0,0 0-1 0 0,1 0 1 0 0,-1 0 0 0 0,1 0 0 0 0,-1 0-1 0 0,0 0 1 0 0,1 0 0 0 0,-1 0-1 0 0,0 0 1 0 0,1 0 0 0 0,-1 0 0 0 0,0 1-1 0 0,1-1 1 0 0,5 17 413 0 0,-6 28 277 0 0,-5 4-323 0 0,-15 62 0 0 0,-1 15-218 0 0,17-96-535 0 0,-3 41-2308 0 0,6-63 1701 0 0,1 0 0 0 0,1 0 0 0 0,-1 0 1 0 0,1 0-1 0 0,1 0 0 0 0,3 11 0 0 0,-5-17 255 0 0,1 0 0 0 0,0 0 1 0 0,0 0-1 0 0,0 0 0 0 0,0 0 0 0 0,0 0 0 0 0,0-1 0 0 0,1 1 0 0 0,1 1 0 0 0,5 3-5787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7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23 100 1336 0 0,'78'-92'23429'0'0,"-77"91"-22766"0"0,-1 0-515 0 0,1 1-1 0 0,-1 0 1 0 0,0-1-1 0 0,0 1 1 0 0,0 0-1 0 0,1-1 1 0 0,-1 1-1 0 0,0 0 1 0 0,0-1-1 0 0,1 1 0 0 0,-1 0 1 0 0,0-1-1 0 0,1 1 1 0 0,-1 0-1 0 0,0 0 1 0 0,1-1-1 0 0,-1 1 1 0 0,1 0-1 0 0,-1 0 1 0 0,0 0-1 0 0,1-1 1 0 0,0 24 377 0 0,-1-1 1 0 0,-1 1 0 0 0,-1-1 0 0 0,-2 0 0 0 0,0 0 0 0 0,-7 22 0 0 0,1 1-113 0 0,-33 150-413 0 0,41-191 0 0 0,-5 28 0 0 0,4-18 0 0 0,0-3 0 0 0,1 0 0 0 0,1-1-182 0 0,0-8-909 0 0,1-2 717 0 0,-1-1 0 0 0,0 1 0 0 0,1 0 0 0 0,-1 0 0 0 0,1-1 0 0 0,-1 1 0 0 0,1 0 0 0 0,-1-1 0 0 0,0 1 0 0 0,1-1 0 0 0,-1 1 0 0 0,1 0 0 0 0,0-1 0 0 0,-1 1 0 0 0,1-1 0 0 0,-1 1 0 0 0,1-1 0 0 0,0 0 0 0 0,-1 1 0 0 0,1-1 0 0 0,0 1 0 0 0,0-1 0 0 0,-1 0 0 0 0,1 1 0 0 0,0-2 0 0 0,-4-16-10208 0 0,4 7 1798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8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65 2076 0 0,'-13'-31'7808'0'0,"7"18"-5853"0"0,1 3-2342 0 0,3 0-5398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9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80 1644 0 0,'0'0'7356'0'0,"-4"-10"-2427"0"0,5 7-4751 0 0,-1 1 1 0 0,0-1-1 0 0,0 1 1 0 0,1 0 0 0 0,0-1-1 0 0,-1 1 1 0 0,1 0 0 0 0,0 0-1 0 0,0-1 1 0 0,0 1-1 0 0,0 0 1 0 0,1 0 0 0 0,-1 0-1 0 0,1 0 1 0 0,-1 0-1 0 0,1 1 1 0 0,-1-1 0 0 0,1 0-1 0 0,0 1 1 0 0,0-1 0 0 0,0 1-1 0 0,0 0 1 0 0,0-1-1 0 0,3 0 1 0 0,3-1-165 0 0,-1 0-1 0 0,1 0 1 0 0,0 1-1 0 0,-1 0 1 0 0,1 0-1 0 0,16 0 1 0 0,-18 1-10 0 0,1 0-1 0 0,-1 0 1 0 0,1 1 0 0 0,0 0-1 0 0,-1 1 1 0 0,1 0 0 0 0,-1 0-1 0 0,1 0 1 0 0,-1 0 0 0 0,0 1-1 0 0,1 0 1 0 0,-1 1 0 0 0,9 4-1 0 0,-12-6 8 0 0,0 1 0 0 0,0 0 0 0 0,-1-1 0 0 0,1 1 0 0 0,0 0-1 0 0,-1 1 1 0 0,1-1 0 0 0,-1 0 0 0 0,0 1 0 0 0,0-1 0 0 0,0 1 0 0 0,0 0-1 0 0,0-1 1 0 0,0 1 0 0 0,-1 0 0 0 0,0 0 0 0 0,1 0 0 0 0,-1 0-1 0 0,1 5 1 0 0,-2-3 7 0 0,1 0-1 0 0,-1 0 1 0 0,-1 0-1 0 0,1-1 1 0 0,-1 1-1 0 0,1 0 1 0 0,-1 0-1 0 0,-1-1 1 0 0,1 1-1 0 0,-1-1 1 0 0,0 1-1 0 0,-2 4 1 0 0,-6 8 182 0 0,0 0-1 0 0,-2-1 1 0 0,0 0 0 0 0,0-1 0 0 0,-19 17 0 0 0,29-31-165 0 0,1 1 0 0 0,-1 0 0 0 0,1-1 0 0 0,-1 1 0 0 0,1 0 0 0 0,0 0 1 0 0,0 0-1 0 0,-2 4 0 0 0,3-6-5 0 0,0 1 1 0 0,0 0-1 0 0,-1-1 0 0 0,1 1 1 0 0,0 0-1 0 0,0-1 1 0 0,0 1-1 0 0,0 0 1 0 0,0-1-1 0 0,0 1 0 0 0,0 0 1 0 0,1 0-1 0 0,-1-1 1 0 0,0 1-1 0 0,0 0 1 0 0,0-1-1 0 0,1 1 0 0 0,-1 0 1 0 0,1 0-1 0 0,1 1 105 0 0,1 1 0 0 0,-1-1-1 0 0,1 0 1 0 0,-1 0 0 0 0,1 0-1 0 0,0-1 1 0 0,0 1 0 0 0,0-1-1 0 0,4 2 1 0 0,19 11 257 0 0,-21-10-382 0 0,0 0 0 0 0,0-1 0 0 0,0 2 0 0 0,0-1 0 0 0,-1 1 0 0 0,0-1 0 0 0,0 1-1 0 0,0 0 1 0 0,0 1 0 0 0,3 7 0 0 0,-6-11 31 0 0,0-1 0 0 0,-1 1 0 0 0,1 0 0 0 0,0 0 0 0 0,-1 0 0 0 0,0 0 0 0 0,1 0 0 0 0,-1-1 0 0 0,0 1 1 0 0,0 0-1 0 0,0 0 0 0 0,0 0 0 0 0,-1 0 0 0 0,1 0 0 0 0,0 0 0 0 0,-1 0 0 0 0,1 0 0 0 0,-1-1 0 0 0,0 1 0 0 0,0 0 0 0 0,0 0 0 0 0,1-1 0 0 0,-1 1 0 0 0,-1 0 0 0 0,1-1 0 0 0,0 1 0 0 0,0-1 0 0 0,-1 0 0 0 0,1 1 0 0 0,-4 1 0 0 0,0 1 163 0 0,-1 0 0 0 0,0 0-1 0 0,0 0 1 0 0,0-1-1 0 0,0 0 1 0 0,-10 3 0 0 0,9-4-90 0 0,0-1 0 0 0,0 1 0 0 0,-1-2 1 0 0,1 1-1 0 0,0-1 0 0 0,-1 0 1 0 0,1 0-1 0 0,0-1 0 0 0,-10-2 0 0 0,5 0-355 0 0,0 0-1 0 0,0 0 0 0 0,0-1 0 0 0,-17-10 1 0 0,27 13-177 0 0,-1 0 1 0 0,1 0 0 0 0,0 0 0 0 0,0-1-1 0 0,0 1 1 0 0,0-1 0 0 0,0 0 0 0 0,0 1-1 0 0,1-1 1 0 0,-1 0 0 0 0,0 0 0 0 0,1 0-1 0 0,0 0 1 0 0,-2-3 0 0 0,2 2-228 0 0,1 1 1 0 0,-1 0-1 0 0,1 0 1 0 0,0 0-1 0 0,-1 0 0 0 0,1-1 1 0 0,1 1-1 0 0,-1 0 1 0 0,0 0-1 0 0,0 0 0 0 0,1-1 1 0 0,-1 1-1 0 0,1 0 1 0 0,0 0-1 0 0,1-4 1 0 0,5-9-5968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19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127 154 688 0 0,'12'-117'15190'0'0,"-10"80"-9031"0"0,-106 638-2586 0 0,98-569-3542 0 0,1-7 122 0 0,-1 0 0 0 0,-9 25 0 0 0,10-30 1666 0 0,6-18-678 0 0,3-11-931 0 0,3-10-226 0 0,2-1 0 0 0,0 2 1 0 0,1-1-1 0 0,0 1 0 0 0,2 1 0 0 0,0 0 0 0 0,1 1 1 0 0,0 0-1 0 0,2 1 0 0 0,0 0 0 0 0,0 1 0 0 0,20-13 1 0 0,-27 22-10 0 0,1-1-1 0 0,0 2 1 0 0,1-1 0 0 0,-1 1 0 0 0,1 0 0 0 0,-1 1 0 0 0,1 0 0 0 0,0 1 0 0 0,0 0 0 0 0,17-1 0 0 0,-19 3 13 0 0,-1 0 1 0 0,0 1 0 0 0,0 0 0 0 0,0 0 0 0 0,0 1 0 0 0,0 0 0 0 0,-1 0 0 0 0,1 0 0 0 0,0 1 0 0 0,-1 0 0 0 0,0 0-1 0 0,0 1 1 0 0,0 0 0 0 0,0 0 0 0 0,0 0 0 0 0,5 6 0 0 0,-5-5 13 0 0,-1 0 0 0 0,0 1 0 0 0,0-1 0 0 0,0 1 0 0 0,-1 0 0 0 0,0 1 0 0 0,0-1 0 0 0,0 1 0 0 0,-1-1 0 0 0,0 1 0 0 0,-1 0 0 0 0,1 0 0 0 0,-1 0 0 0 0,-1 1 1 0 0,1-1-1 0 0,-1 0 0 0 0,-1 1 0 0 0,1-1 0 0 0,-1 1 0 0 0,0-1 0 0 0,-1 1 0 0 0,0-1 0 0 0,0 0 0 0 0,-1 1 0 0 0,0-1 0 0 0,0 0 0 0 0,0 0 0 0 0,-1 0 0 0 0,0 0 0 0 0,0-1 0 0 0,-1 1 0 0 0,0-1 0 0 0,0 0 0 0 0,-1 0 0 0 0,-6 7 0 0 0,6-7 26 0 0,-1 0-1 0 0,0 0 0 0 0,0 0 1 0 0,-1-1-1 0 0,0 0 0 0 0,0 0 1 0 0,0 0-1 0 0,0-1 0 0 0,-1 0 0 0 0,1-1 1 0 0,-17 5-1 0 0,12-5-32 0 0,-1-1-1 0 0,0 0 1 0 0,1-1-1 0 0,-1-1 1 0 0,0 0-1 0 0,0-1 1 0 0,-20-3-1 0 0,2-2-1424 0 0,-5-4-3428 0 0,36 10 4556 0 0,-1 0 0 0 0,1-1-1 0 0,-1 1 1 0 0,1 0 0 0 0,-1-1-1 0 0,0 1 1 0 0,1-1 0 0 0,-1 1-1 0 0,1-1 1 0 0,0 1 0 0 0,-1-1-1 0 0,1 1 1 0 0,-1-1 0 0 0,1 1-1 0 0,0-1 1 0 0,-1 1 0 0 0,1-1-1 0 0,0 0 1 0 0,0 1 0 0 0,0-1-1 0 0,-1 0 1 0 0,1 1 0 0 0,0-1-1 0 0,0 1 1 0 0,0-1 0 0 0,0 0-1 0 0,0 1 1 0 0,0-1 0 0 0,0 0-1 0 0,0 1 1 0 0,0-1 0 0 0,1 0-1 0 0,-1 1 1 0 0,0-1 0 0 0,0 0-1 0 0,0 1 1 0 0,1-1-1 0 0,-1 1 1 0 0,0-1 0 0 0,1 0-1 0 0,-1 1 1 0 0,1-1 0 0 0,-1 1-1 0 0,0-1 1 0 0,1 1 0 0 0,0-1-1 0 0,7-3-5752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0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84 2376 0 0,'5'-11'7351'0'0,"-5"10"-7009"0"0,11-22 6287 0 0,2 2-3455 0 0,-12 19-3085 0 0,1 0-1 0 0,0 0 1 0 0,0 0-1 0 0,0 0 0 0 0,0 1 1 0 0,0-1-1 0 0,1 1 0 0 0,-1-1 1 0 0,0 1-1 0 0,1 0 0 0 0,-1 0 1 0 0,1 0-1 0 0,0 0 1 0 0,-1 0-1 0 0,1 1 0 0 0,3-1 1 0 0,7-1 31 0 0,0 0 0 0 0,0 2 0 0 0,0 0 0 0 0,0 0 0 0 0,18 3 0 0 0,-26-2-106 0 0,1 1 0 0 0,-1-1 1 0 0,0 1-1 0 0,0 0 0 0 0,0 0 1 0 0,0 0-1 0 0,-1 1 0 0 0,1 0 1 0 0,0 0-1 0 0,-1 0 0 0 0,0 0 1 0 0,5 5-1 0 0,-7-6-6 0 0,-1 0 0 0 0,1 0 0 0 0,-1 0 0 0 0,1 0 0 0 0,-1 0 0 0 0,0 0 0 0 0,0 0 0 0 0,0 0 0 0 0,0 1 0 0 0,0-1 0 0 0,-1 0 0 0 0,1 1 0 0 0,-1-1 0 0 0,1 0 0 0 0,-1 1-1 0 0,0-1 1 0 0,0 1 0 0 0,0-1 0 0 0,0 0 0 0 0,0 1 0 0 0,-1-1 0 0 0,1 1 0 0 0,-1-1 0 0 0,1 0 0 0 0,-1 1 0 0 0,0-1 0 0 0,0 0 0 0 0,-2 3 0 0 0,-3 4 15 0 0,0 0 0 0 0,-1 0 0 0 0,0-1-1 0 0,0 0 1 0 0,-1-1 0 0 0,0 0 0 0 0,-10 7 0 0 0,-5 5 9 0 0,-17 18 484 0 0,38-36-437 0 0,0 2 12 0 0,1-3-87 0 0,1 0 0 0 0,0 0 0 0 0,-1 0 0 0 0,1 0 0 0 0,0 0-1 0 0,0 1 1 0 0,-1-1 0 0 0,1 0 0 0 0,0 0 0 0 0,0 0 0 0 0,-1 1 0 0 0,1-1 0 0 0,0 0 0 0 0,0 0 0 0 0,0 1 0 0 0,-1-1 0 0 0,1 0 0 0 0,0 0 0 0 0,0 1 0 0 0,0-1 0 0 0,0 0 0 0 0,0 1 0 0 0,0-1 0 0 0,0 0 0 0 0,-1 0 0 0 0,1 1-1 0 0,0-1 1 0 0,0 0 0 0 0,0 1 0 0 0,0-1 0 0 0,0 0 0 0 0,0 1 0 0 0,0-1 0 0 0,1 0 0 0 0,-1 1 0 0 0,0-1 0 0 0,0 0 0 0 0,0 0 0 0 0,0 1 0 0 0,0-1 0 0 0,0 0 0 0 0,0 1 0 0 0,1-1 0 0 0,-1 0 0 0 0,0 0 0 0 0,0 1 0 0 0,0-1-1 0 0,1 0 1 0 0,-1 0 0 0 0,0 0 0 0 0,0 1 0 0 0,1-1 0 0 0,-1 0 0 0 0,0 0 0 0 0,1 0 0 0 0,15 11 28 0 0,5 3-38 0 0,34 28-1 0 0,-49-36 20 0 0,0 0 0 0 0,0 0-1 0 0,0 1 1 0 0,-1 0 0 0 0,0 0 0 0 0,-1 0 0 0 0,1 0 0 0 0,-1 1 0 0 0,3 9 0 0 0,-6-14 121 0 0,0 1 0 0 0,0-1 0 0 0,-1 1 0 0 0,1-1 1 0 0,-1 1-1 0 0,0-1 0 0 0,0 1 0 0 0,0-1 1 0 0,0 1-1 0 0,0-1 0 0 0,-1 1 0 0 0,0-1 0 0 0,0 1 1 0 0,0-1-1 0 0,0 0 0 0 0,0 1 0 0 0,-1-1 1 0 0,1 0-1 0 0,-1 0 0 0 0,0 0 0 0 0,0 0 1 0 0,0 0-1 0 0,0 0 0 0 0,-1-1 0 0 0,1 1 0 0 0,-1-1 1 0 0,0 0-1 0 0,1 1 0 0 0,-7 2 0 0 0,1 1 122 0 0,-1-1 0 0 0,-1 0 0 0 0,1 0 1 0 0,-1-1-1 0 0,0 0 0 0 0,1-1 0 0 0,-2 0 0 0 0,-16 2 0 0 0,17-4-169 0 0,0-1-1 0 0,0 0 1 0 0,0-1 0 0 0,0 0 0 0 0,0-1 0 0 0,0 0 0 0 0,-15-5-1 0 0,9 2-365 0 0,-25-9-6103 0 0,38 5 341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0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450 33 760 0 0,'24'-26'13890'0'0,"-14"19"-8165"0"0,-9 10-5352 0 0,0 0 0 0 0,0 0 0 0 0,0 0 0 0 0,0 1 0 0 0,-1-1 1 0 0,1 0-1 0 0,-1 0 0 0 0,0 1 0 0 0,0-1 0 0 0,0 0 0 0 0,-1 6 0 0 0,-9 46 2028 0 0,7-38-1708 0 0,-57 261 1910 0 0,39-202-1494 0 0,-49 118 0 0 0,61-172-1099 0 0,-1-1 0 0 0,-1-1-1 0 0,-1 0 1 0 0,-1 0 0 0 0,-19 22 0 0 0,28-37-15 0 0,-1-1-1 0 0,1 0 1 0 0,-1 1-1 0 0,0-1 1 0 0,0-1 0 0 0,-1 1-1 0 0,1-1 1 0 0,-1 0 0 0 0,0 0-1 0 0,-9 3 1 0 0,11-5-8 0 0,-1 0 0 0 0,1-1 0 0 0,0 1 0 0 0,-1-1 0 0 0,1 0 0 0 0,-1 0-1 0 0,1-1 1 0 0,0 1 0 0 0,-1-1 0 0 0,1 0 0 0 0,0 0 0 0 0,0 0 0 0 0,0-1 0 0 0,0 1 0 0 0,0-1 0 0 0,0 0 0 0 0,-5-3 0 0 0,4 1-643 0 0,-1 0 0 0 0,0 0 1 0 0,1-1-1 0 0,0 0 1 0 0,0 0-1 0 0,1 0 1 0 0,-1 0-1 0 0,1-1 0 0 0,0 0 1 0 0,-6-12-1 0 0,5 6-1962 0 0,0 0 1 0 0,1 0-1 0 0,0-1 0 0 0,-5-25 1 0 0,4 6-7211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2:20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3392 0 0,'10'-16'2665'0'0,"-3"3"-473"0"0,-2-1-388 0 0,0 2-388 0 0,0 0-264 0 0,-1 0-172 0 0,-1 1-200 0 0,2 3-168 0 0,-1-1-136 0 0,4-1-580 0 0,4 3-1196 0 0,11 5-10361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1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2 864 0 0,'0'0'3432'0'0,"14"-1"-2203"0"0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13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1 612 0 0,'0'0'796'0'0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24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300 116 36 0 0,'4'-14'4591'0'0,"-2"7"-3262"0"0,-1-1 0 0 0,-1 1 0 0 0,1-1 0 0 0,-2-9 0 0 0,1 3 1095 0 0,-21 37-1843 0 0,-2 10-366 0 0,-33 66-1 0 0,33-56-110 0 0,-77 159 301 0 0,81-155-305 0 0,2 0 1 0 0,-16 74-1 0 0,31-111-71 0 0,0 0 0 0 0,1 1-1 0 0,0-1 1 0 0,1 1 0 0 0,0-1 0 0 0,1 1 0 0 0,0-1-1 0 0,1 0 1 0 0,2 12 0 0 0,-3-18-8 0 0,0-1 0 0 0,0 0 0 0 0,1 1 0 0 0,-1-1 0 0 0,1 0 0 0 0,0 0 0 0 0,0 0 0 0 0,0 0 0 0 0,0 0 0 0 0,0 0 1 0 0,1 0-1 0 0,-1-1 0 0 0,1 1 0 0 0,0-1 0 0 0,0 0 0 0 0,-1 0 0 0 0,2 0 0 0 0,-1 0 0 0 0,0-1 0 0 0,0 1 0 0 0,0-1 0 0 0,1 1 0 0 0,-1-1 0 0 0,1 0 0 0 0,-1-1 0 0 0,1 1 0 0 0,-1-1 0 0 0,1 1 0 0 0,5-1 1 0 0,2-1 15 0 0,0 0 0 0 0,0 0 0 0 0,0-1 0 0 0,-1-1 0 0 0,1 0 0 0 0,-1 0 0 0 0,20-10 0 0 0,-9 2-10 0 0,0-1 1 0 0,30-23-1 0 0,-29 18-14 0 0,-1-1-1 0 0,0-1 0 0 0,-2 0 1 0 0,0-2-1 0 0,-1 0 0 0 0,-1-2 1 0 0,-1 1-1 0 0,24-50 1 0 0,-30 52 101 0 0,-2 0 0 0 0,-1 0 1 0 0,0-1-1 0 0,-2 0 0 0 0,0 0 1 0 0,-1-1-1 0 0,-1 0 0 0 0,-1 1 1 0 0,-2-1-1 0 0,0 0 1 0 0,-1 0-1 0 0,-4-21 0 0 0,3 28-41 0 0,-1 0-1 0 0,-1 1 0 0 0,0-1 1 0 0,-1 1-1 0 0,0 0 0 0 0,-1 1 0 0 0,-1-1 1 0 0,0 1-1 0 0,-15-18 0 0 0,18 25-74 0 0,0 1 0 0 0,0 1 0 0 0,-1-1 0 0 0,0 0 0 0 0,0 1-1 0 0,0 0 1 0 0,-1 1 0 0 0,0-1 0 0 0,1 1 0 0 0,-1 0 0 0 0,0 0 0 0 0,0 1-1 0 0,-1-1 1 0 0,1 1 0 0 0,0 1 0 0 0,-1-1 0 0 0,1 1 0 0 0,-1 1-1 0 0,1-1 1 0 0,-1 1 0 0 0,0 0 0 0 0,1 0 0 0 0,-13 3 0 0 0,5 0-11 0 0,-1 1 0 0 0,1 1 0 0 0,0 0 0 0 0,1 1 0 0 0,0 1 1 0 0,0 0-1 0 0,0 1 0 0 0,0 0 0 0 0,1 1 0 0 0,1 0 0 0 0,0 1 0 0 0,-16 17 0 0 0,9-7-10 0 0,0 2 0 0 0,2 0 0 0 0,1 1 0 0 0,0 1 0 0 0,-20 47 0 0 0,31-63 22 0 0,1 0-1 0 0,0 1 0 0 0,0-1 0 0 0,1 1 0 0 0,0 0 0 0 0,1-1 0 0 0,-1 1 0 0 0,2 0 1 0 0,0 0-1 0 0,0 0 0 0 0,0 0 0 0 0,1 0 0 0 0,0 0 0 0 0,1 0 0 0 0,0 0 0 0 0,0-1 1 0 0,1 1-1 0 0,0-1 0 0 0,1 0 0 0 0,0 1 0 0 0,0-2 0 0 0,1 1 0 0 0,0 0 0 0 0,0-1 1 0 0,11 12-1 0 0,65 66 54 0 0,3-4 0 0 0,117 87 0 0 0,-188-157 15 0 0,1-1 0 0 0,1 0 0 0 0,0-1 1 0 0,29 13-1 0 0,-42-21-284 0 0,1-1-334 0 0,18-5-2558 0 0,-7-4-3074 0 0,-7 1-575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28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408 164 1140 0 0,'7'-14'6070'0'0,"2"-17"47"0"0,-8 30-5515 0 0,-5-32 4068 0 0,-3 17-3387 0 0,6 15-990 0 0,-6-9 719 0 0,-4-2-54 0 0,10 12-728 0 0,-22-11 571 0 0,17 12-784 0 0,1 0-1 0 0,0 0 0 0 0,-1 1 1 0 0,1-1-1 0 0,0 1 1 0 0,0 0-1 0 0,0 1 0 0 0,0-1 1 0 0,0 1-1 0 0,1 0 1 0 0,-1 0-1 0 0,1 1 1 0 0,-5 3-1 0 0,-6 8-18 0 0,0-1 0 0 0,-17 22 0 0 0,13-10 1 0 0,0 1 0 0 0,2 1-1 0 0,-16 34 1 0 0,-33 94 15 0 0,15-4-53 0 0,42-122 15 0 0,3 0-1 0 0,0 1 1 0 0,-1 35 0 0 0,6-44 22 0 0,1 0 0 0 0,1 0 0 0 0,1 0 0 0 0,7 32 0 0 0,-7-45 19 0 0,0 0-1 0 0,1 0 1 0 0,0-1 0 0 0,0 1-1 0 0,1-1 1 0 0,0 0-1 0 0,1 0 1 0 0,-1 0 0 0 0,2 0-1 0 0,-1-1 1 0 0,1 0-1 0 0,0 0 1 0 0,11 9-1 0 0,-12-13 4 0 0,0 0-1 0 0,0-1 0 0 0,0 1 0 0 0,0-1 0 0 0,0 0 0 0 0,0-1 0 0 0,1 1 0 0 0,-1-1 0 0 0,1 0 0 0 0,-1 0 1 0 0,1-1-1 0 0,-1 0 0 0 0,1 0 0 0 0,0 0 0 0 0,-1 0 0 0 0,1-1 0 0 0,-1 0 0 0 0,1 0 0 0 0,-1-1 0 0 0,0 1 1 0 0,7-4-1 0 0,5-2 12 0 0,-2 0 0 0 0,1-1 0 0 0,-1-1 0 0 0,0 0 1 0 0,22-19-1 0 0,-11 5 20 0 0,0-2 0 0 0,-2-1 0 0 0,41-56 0 0 0,-36 39-11 0 0,-3-1 0 0 0,25-53 1 0 0,-40 72-21 0 0,-1 0 1 0 0,-1-1-1 0 0,10-51 1 0 0,-16 60-6 0 0,-1-1 0 0 0,-1 0 0 0 0,0 0 0 0 0,-2 1 0 0 0,0-1 0 0 0,-7-35 0 0 0,3 28 0 0 0,-2 1 1 0 0,-1 0-1 0 0,-1 0 1 0 0,-1 0-1 0 0,-15-24 0 0 0,20 38-20 0 0,-2 0 0 0 0,1 0 0 0 0,-1 1 0 0 0,-1 0-1 0 0,1 1 1 0 0,-1-1 0 0 0,-1 2 0 0 0,0-1 0 0 0,0 1 0 0 0,0 0-1 0 0,-1 1 1 0 0,0 0 0 0 0,-17-7 0 0 0,22 12-8 0 0,0-1-1 0 0,0 1 1 0 0,0 0 0 0 0,0 0 0 0 0,0 0-1 0 0,-1 1 1 0 0,1 0 0 0 0,0 0 0 0 0,0 0-1 0 0,0 1 1 0 0,-1-1 0 0 0,-4 3 0 0 0,2-1-3 0 0,-1 1 1 0 0,1 0-1 0 0,0 1 1 0 0,0 0-1 0 0,1 0 1 0 0,-12 8-1 0 0,0 3 7 0 0,1 1-1 0 0,1 0 0 0 0,1 1 1 0 0,-19 26-1 0 0,12-14 6 0 0,2 2-1 0 0,1 1 1 0 0,1 0 0 0 0,2 2-1 0 0,-18 49 1 0 0,28-63-17 0 0,1 0-1 0 0,0 0 1 0 0,2 0 0 0 0,0 1 0 0 0,2 0 0 0 0,0-1 0 0 0,1 1 0 0 0,1 0 0 0 0,1 0-1 0 0,1 0 1 0 0,6 25 0 0 0,-5-34 34 0 0,1 0 0 0 0,0-1 0 0 0,1 0 0 0 0,0 0 0 0 0,1 0 0 0 0,0 0 0 0 0,1-1 0 0 0,0 0 0 0 0,1 0 0 0 0,0-1 0 0 0,0 0 1 0 0,1 0-1 0 0,19 14 0 0 0,-15-15 11 0 0,-1 0 0 0 0,2 0 0 0 0,-1-1 0 0 0,1-1 0 0 0,0 0 0 0 0,0-1 0 0 0,0-1 0 0 0,1 0 0 0 0,0-1 0 0 0,-1 0 0 0 0,18 0 0 0 0,107-7 20 0 0,-136 4-47 0 0,16 0-89 0 0,7 5-40 0 0,-24-4 125 0 0,1-1-1 0 0,0 1 0 0 0,-1 0 1 0 0,1 0-1 0 0,-1 1 0 0 0,1-1 1 0 0,-1 0-1 0 0,0 1 0 0 0,0 0 1 0 0,1-1-1 0 0,-1 1 0 0 0,2 3 1 0 0,22 27-17 0 0,-13-15 23 0 0,80 116 222 0 0,-60-82-103 0 0,-27-43-135 0 0,15 21-792 0 0,-20-28 311 0 0,1 0 0 0 0,-1 0 0 0 0,0 0 1 0 0,1 0-1 0 0,0 0 0 0 0,-1 0 0 0 0,1-1 0 0 0,-1 1 0 0 0,1 0 0 0 0,0-1 0 0 0,0 1 1 0 0,-1-1-1 0 0,4 1 0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2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45 2544 0 0,'4'-16'5299'0'0,"-1"2"-2656"0"0,1 0 3616 0 0,-3 31-3259 0 0,-12 172 3273 0 0,-33 91-3499 0 0,7-108-2061 0 0,31-153-174 0 0,3-10-3978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5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2 132 1660 0 0,'20'-17'7898'0'0,"6"-16"-458"0"0,-23 28-7146 0 0,0 0 0 0 0,0 0 0 0 0,1 1-1 0 0,0-1 1 0 0,0 1 0 0 0,0-1 0 0 0,1 1-1 0 0,-1 1 1 0 0,1-1 0 0 0,0 1-1 0 0,7-4 1 0 0,-1 2-251 0 0,1 0-1 0 0,1 1 1 0 0,-1 0 0 0 0,1 1-1 0 0,-1 1 1 0 0,25-2-1 0 0,-30 4-40 0 0,-1-1-1 0 0,0 1 0 0 0,1 1 0 0 0,-1 0 0 0 0,1-1 0 0 0,-1 2 0 0 0,0-1 0 0 0,0 1 0 0 0,0 0 0 0 0,0 0 0 0 0,0 1 0 0 0,0 0 0 0 0,-1 0 0 0 0,1 0 1 0 0,7 7-1 0 0,-11-8 0 0 0,0 0 0 0 0,0 0 1 0 0,0 0-1 0 0,0 0 0 0 0,0 0 1 0 0,-1 1-1 0 0,0-1 0 0 0,1 1 1 0 0,-1-1-1 0 0,0 1 0 0 0,0-1 1 0 0,0 1-1 0 0,0 0 1 0 0,-1 0-1 0 0,1-1 0 0 0,-1 5 1 0 0,0-1 5 0 0,0-1 0 0 0,0 0 0 0 0,-1 0 0 0 0,0 0 0 0 0,0 0 0 0 0,-1 0 0 0 0,1 0 0 0 0,-4 7 0 0 0,-2 1 14 0 0,0-1 0 0 0,-1 1 0 0 0,0-1 0 0 0,-1-1 0 0 0,-14 16 0 0 0,-14 9 412 0 0,-74 53 0 0 0,34-30 252 0 0,36-25 18 0 0,39-33-574 0 0,2 0-124 0 0,1-1 0 0 0,-1 0 0 0 0,1 1 1 0 0,-1-1-1 0 0,0 0 0 0 0,1 1 0 0 0,-1-1 0 0 0,1 0 0 0 0,-1 1 0 0 0,1-1 0 0 0,-1 0 0 0 0,1 0 0 0 0,-1 1 0 0 0,1-1 1 0 0,0 0-1 0 0,-1 0 0 0 0,1 0 0 0 0,-1 0 0 0 0,1 0 0 0 0,-1 0 0 0 0,1 0 0 0 0,-1 0 0 0 0,1 0 0 0 0,0 0 0 0 0,0 0 1 0 0,16-1 14 0 0,-17 1-21 0 0,408-47 114 0 0,-263 32-155 0 0,-89 8-2955 0 0,-38 2-1343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8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197 132 420 0 0,'28'-43'9777'0'0,"-21"32"-7914"0"0,0-1 0 0 0,12-13 1 0 0,-16 21-1728 0 0,0 1 0 0 0,0 0 0 0 0,1 0 1 0 0,-1 0-1 0 0,1 1 0 0 0,-1-1 1 0 0,1 1-1 0 0,0 0 0 0 0,0 0 1 0 0,0 0-1 0 0,6-1 0 0 0,0 0-66 0 0,0 1 0 0 0,1 1 0 0 0,-1 0 0 0 0,0 0-1 0 0,1 1 1 0 0,-1 0 0 0 0,1 1 0 0 0,9 2 0 0 0,-15-3-52 0 0,-1 1 0 0 0,0 0 0 0 0,0 0 0 0 0,0 0 0 0 0,0 0 0 0 0,0 1 0 0 0,-1-1-1 0 0,1 1 1 0 0,0 0 0 0 0,-1 0 0 0 0,1 1 0 0 0,-1-1 0 0 0,0 1 0 0 0,0-1 0 0 0,0 1 0 0 0,0 0 0 0 0,0 0 0 0 0,0 1 0 0 0,-1-1 0 0 0,0 0 0 0 0,1 1 0 0 0,2 6 0 0 0,-5-7 23 0 0,1 1 1 0 0,-1-1 0 0 0,0 0-1 0 0,0 1 1 0 0,0-1 0 0 0,0 1 0 0 0,0-1-1 0 0,-1 0 1 0 0,0 1 0 0 0,1-1-1 0 0,-1 0 1 0 0,-1 0 0 0 0,1 0-1 0 0,0 0 1 0 0,-1 0 0 0 0,1 0-1 0 0,-1 0 1 0 0,-2 3 0 0 0,-2 3 90 0 0,-1-1 0 0 0,1 0 1 0 0,-1 0-1 0 0,-13 10 0 0 0,-95 74 1582 0 0,113-91-1655 0 0,-1 4 40 0 0,3-3-44 0 0,11 1-16 0 0,5 1-19 0 0,0 0-24 0 0,-1 1 1 0 0,0 0-1 0 0,0 1 0 0 0,25 15 1 0 0,-34-18 19 0 0,0 1 0 0 0,0 0 0 0 0,-1 1-1 0 0,1-1 1 0 0,-1 1 0 0 0,0 0 0 0 0,0 0 0 0 0,-1 0 0 0 0,0 1 0 0 0,0 0 0 0 0,0 0 0 0 0,0 0-1 0 0,3 9 1 0 0,-6-13 116 0 0,0 1 0 0 0,-1 0 0 0 0,1 0-1 0 0,-1 0 1 0 0,1 0 0 0 0,-1 0 0 0 0,0-1-1 0 0,0 1 1 0 0,0 0 0 0 0,-1 0 0 0 0,1 0-1 0 0,-1 0 1 0 0,1 0 0 0 0,-1-1 0 0 0,0 1-1 0 0,-1 3 1 0 0,-1-1 102 0 0,0 0 1 0 0,1-1-1 0 0,-2 1 0 0 0,1-1 0 0 0,0 0 1 0 0,-1 1-1 0 0,0-2 0 0 0,-5 5 0 0 0,1-1 96 0 0,-1-1 1 0 0,0 0-1 0 0,0-1 0 0 0,0 0 0 0 0,0 0 0 0 0,-1-1 0 0 0,0 0 1 0 0,-17 4-1 0 0,9-5-58 0 0,-1-1 1 0 0,0 0-1 0 0,1-1 0 0 0,-1-1 1 0 0,0-1-1 0 0,0-1 1 0 0,-30-7-1 0 0,25 3-673 0 0,-38-15-1 0 0,-21-18-4558 0 0,61 29-1015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3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32 127 1716 0 0,'1'-3'2316'0'0,"8"-27"5093"0"0,1-3-2754 0 0,-8 30-4494 0 0,-1 0 0 0 0,1 0 0 0 0,0 0 0 0 0,0 0 0 0 0,0 0 0 0 0,0 0 0 0 0,1 1 0 0 0,-1-1 0 0 0,1 1 0 0 0,-1 0-1 0 0,1 0 1 0 0,0 0 0 0 0,0 0 0 0 0,5-2 0 0 0,1 0-92 0 0,0 0 0 0 0,0 1-1 0 0,0 0 1 0 0,1 1-1 0 0,-1 0 1 0 0,1 1 0 0 0,-1 0-1 0 0,1 0 1 0 0,0 1 0 0 0,-1 0-1 0 0,1 1 1 0 0,0 0-1 0 0,-1 1 1 0 0,1 0 0 0 0,-1 0-1 0 0,0 1 1 0 0,1 0-1 0 0,-1 0 1 0 0,-1 1 0 0 0,1 1-1 0 0,0-1 1 0 0,-1 1 0 0 0,9 7-1 0 0,-11-7 9 0 0,0 0 0 0 0,0 0 1 0 0,0 0-1 0 0,-1 1 0 0 0,1 0 0 0 0,-1 0 0 0 0,0 0 0 0 0,-1 1 1 0 0,0 0-1 0 0,0-1 0 0 0,0 1 0 0 0,-1 1 0 0 0,0-1 0 0 0,-1 0 1 0 0,1 1-1 0 0,-1 0 0 0 0,-1-1 0 0 0,1 1 0 0 0,-1 0 0 0 0,-1 0 0 0 0,0 0 1 0 0,0 0-1 0 0,0 0 0 0 0,-1 0 0 0 0,0-1 0 0 0,-1 1 0 0 0,1 0 1 0 0,-5 11-1 0 0,-1-3 359 0 0,-1-1 0 0 0,0 0 0 0 0,-1 0 1 0 0,0-1-1 0 0,-1 0 0 0 0,-1 0 0 0 0,0-1 1 0 0,-17 15-1 0 0,-16 10 1230 0 0,-53 36 0 0 0,68-52-1031 0 0,-87 61 1151 0 0,115-82-1824 0 0,1 0 44 0 0,0-1 1 0 0,0 1-1 0 0,0-1 0 0 0,0 1 0 0 0,0-1 0 0 0,0 1 1 0 0,1-1-1 0 0,-1 0 0 0 0,0 1 0 0 0,0-1 0 0 0,0 1 1 0 0,1-1-1 0 0,-1 1 0 0 0,0-1 0 0 0,1 0 0 0 0,-1 1 1 0 0,0-1-1 0 0,1 0 0 0 0,-1 1 0 0 0,0-1 0 0 0,1 0 1 0 0,-1 0-1 0 0,1 1 0 0 0,-1-1 0 0 0,0 0 0 0 0,1 0 1 0 0,-1 0-1 0 0,1 1 0 0 0,-1-1 0 0 0,1 0 0 0 0,328-5 361 0 0,-186-1-508 0 0,-49-1 199 0 0,15 1-4092 0 0,-90 1-3426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6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273 125 2352 0 0,'0'-71'14001'0'0,"0"69"-13912"0"0,1 1 0 0 0,-1-1 1 0 0,1 0-1 0 0,-1 0 0 0 0,1 1 0 0 0,0-1 1 0 0,0 0-1 0 0,0 1 0 0 0,-1-1 0 0 0,1 0 1 0 0,1 1-1 0 0,-1 0 0 0 0,0-1 1 0 0,0 1-1 0 0,1 0 0 0 0,-1-1 0 0 0,0 1 1 0 0,1 0-1 0 0,-1 0 0 0 0,4-1 0 0 0,-1-1-54 0 0,1 1 0 0 0,0-1 0 0 0,0 1-1 0 0,-1 0 1 0 0,10-1 0 0 0,-5 1-20 0 0,1 0-1 0 0,-1 1 1 0 0,1 0 0 0 0,0 1 0 0 0,0 0 0 0 0,-1 0 0 0 0,1 1 0 0 0,0 1 0 0 0,-1 0 0 0 0,1 0 0 0 0,-1 0 0 0 0,0 1-1 0 0,0 1 1 0 0,0 0 0 0 0,0 0 0 0 0,16 11 0 0 0,-23-14-9 0 0,0 0 0 0 0,0 0 0 0 0,0 1 0 0 0,0 0 0 0 0,-1-1-1 0 0,1 1 1 0 0,0 0 0 0 0,-1 0 0 0 0,1-1 0 0 0,-1 1 0 0 0,0 0 0 0 0,0 1 0 0 0,0-1 0 0 0,0 0 0 0 0,0 0-1 0 0,0 0 1 0 0,0 1 0 0 0,-1-1 0 0 0,1 0 0 0 0,-1 1 0 0 0,0-1 0 0 0,1 0 0 0 0,-1 1 0 0 0,0-1 0 0 0,-1 1-1 0 0,1-1 1 0 0,0 0 0 0 0,-1 1 0 0 0,1-1 0 0 0,-1 0 0 0 0,0 1 0 0 0,0-1 0 0 0,1 0 0 0 0,-2 0-1 0 0,1 0 1 0 0,0 0 0 0 0,0 0 0 0 0,-2 2 0 0 0,-6 8 72 0 0,-1-1 1 0 0,0 0-1 0 0,-1 0 1 0 0,-22 17-1 0 0,19-17 79 0 0,-24 16 445 0 0,29-21-36 0 0,-1 1 1 0 0,-12 12-1 0 0,20-18-412 0 0,-3 6 358 0 0,38 7-441 0 0,-23-10-45 0 0,0 1 0 0 0,0 0 0 0 0,-1 1 0 0 0,0 0 0 0 0,0 0 0 0 0,0 1-1 0 0,-1 0 1 0 0,0 0 0 0 0,0 1 0 0 0,-1 0 0 0 0,0 1 0 0 0,-1 0 0 0 0,0 0 0 0 0,0 0 0 0 0,6 13 0 0 0,-11-19 153 0 0,0 0-1 0 0,0 1 1 0 0,-1-1 0 0 0,1 0 0 0 0,-1 1 0 0 0,1-1 0 0 0,-1 0 0 0 0,0 1 0 0 0,-1-1-1 0 0,1 1 1 0 0,0-1 0 0 0,-1 0 0 0 0,0 1 0 0 0,0-1 0 0 0,0 0 0 0 0,0 0-1 0 0,0 0 1 0 0,-1 1 0 0 0,1-1 0 0 0,-1-1 0 0 0,0 1 0 0 0,0 0 0 0 0,0 0-1 0 0,0-1 1 0 0,-1 1 0 0 0,-4 3 0 0 0,-2 3 288 0 0,0-1-1 0 0,-1 0 0 0 0,0-1 1 0 0,-1 0-1 0 0,-22 10 1 0 0,14-9-218 0 0,-1 0 0 0 0,0-2 1 0 0,0 0-1 0 0,-1-1 0 0 0,1-1 0 0 0,-1-1 1 0 0,0-1-1 0 0,-25 0 0 0 0,26-3-1090 0 0,1-1 0 0 0,0 0 0 0 0,0-1 0 0 0,-1-1 0 0 0,-24-9 0 0 0,6-3-4697 0 0,13 4-4344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9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67 2452 0 0,'2'-15'5010'0'0,"3"-37"8441"0"0,-9 69-12221 0 0,-4 16-621 0 0,-2-1 0 0 0,-1 0 0 0 0,-1-1 0 0 0,-18 31 0 0 0,-3 9-251 0 0,21-44-285 0 0,6-13-38 0 0,-1 0-1 0 0,2 0 1 0 0,0 1 0 0 0,-6 29 0 0 0,11-43-31 0 0,0 0 0 0 0,0 0 0 0 0,0 0-1 0 0,0-1 1 0 0,0 1 0 0 0,1 0 0 0 0,-1 0 0 0 0,0 0-1 0 0,0-1 1 0 0,1 1 0 0 0,-1 0 0 0 0,1 0 0 0 0,-1-1 0 0 0,1 1-1 0 0,-1 0 1 0 0,1-1 0 0 0,-1 1 0 0 0,1-1 0 0 0,-1 1 0 0 0,1-1-1 0 0,0 1 1 0 0,-1-1 0 0 0,1 1 0 0 0,0-1 0 0 0,0 1 0 0 0,1 0-1 0 0,19 5-9 0 0,-11-4-74 0 0,0-1 0 0 0,0 0 1 0 0,0-1-1 0 0,0 0 0 0 0,0-1 0 0 0,0 0 0 0 0,0 0 0 0 0,-1-1 0 0 0,1-1 0 0 0,0 1 0 0 0,-1-2 0 0 0,1 1 0 0 0,-1-1 0 0 0,0-1 0 0 0,0 1 0 0 0,-1-1 0 0 0,0-1 0 0 0,12-9 1 0 0,-7 4 178 0 0,-1-1 1 0 0,0 0 0 0 0,-1-1 0 0 0,0 0-1 0 0,-1 0 1 0 0,-1-1 0 0 0,0 0 0 0 0,-1-1-1 0 0,0 0 1 0 0,5-18 0 0 0,4-11 2552 0 0,-16 43-2383 0 0,0-3-139 0 0,-1 4-123 0 0,0 0-1 0 0,0 0 1 0 0,0 0 0 0 0,0 0-1 0 0,1 0 1 0 0,-1 0-1 0 0,0 0 1 0 0,0 0 0 0 0,0 0-1 0 0,0 0 1 0 0,0 0-1 0 0,0 0 1 0 0,0 0 0 0 0,0 0-1 0 0,0 0 1 0 0,0 0-1 0 0,0 0 1 0 0,0 0 0 0 0,0 0-1 0 0,0 0 1 0 0,0 0-1 0 0,0 0 1 0 0,0 0 0 0 0,0 0-1 0 0,0 0 1 0 0,0 0-1 0 0,1 0 1 0 0,-1 0 0 0 0,0 0-1 0 0,0 0 1 0 0,0 0-1 0 0,0 0 1 0 0,0 0 0 0 0,0 0-1 0 0,0 0 1 0 0,0 0-1 0 0,0 0 1 0 0,0 0-1 0 0,0 0 1 0 0,0-1 0 0 0,0 1-1 0 0,-3 46 640 0 0,-3-1-1 0 0,-1 0 1 0 0,-14 45 0 0 0,1 2-377 0 0,-6 22-71 0 0,-6 35-2716 0 0,27-118-1184 0 0,1 0 0 0 0,1 57 1 0 0,5-69-2445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0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941 74 2212 0 0,'-19'-13'11433'0'0,"18"13"-11204"0"0,0 0 1 0 0,1 0-1 0 0,-1-1 0 0 0,0 1 1 0 0,1 0-1 0 0,-1 0 1 0 0,0-1-1 0 0,-3-2 1607 0 0,4 2-1607 0 0,-1 1 1 0 0,1-1-1 0 0,0 1 1 0 0,-1-1-1 0 0,1 0 1 0 0,0 1-1 0 0,-1-1 1 0 0,1 0-1 0 0,0 0 1 0 0,0 0-141 0 0,1 1-1 0 0,-1-1 1 0 0,1 1 0 0 0,-1-1 0 0 0,1 1 0 0 0,0-1 0 0 0,-1 1 0 0 0,1-1-1 0 0,-1 1 1 0 0,1-1 0 0 0,0 1 0 0 0,0 0 0 0 0,-1-1 0 0 0,1 1-1 0 0,0 0 1 0 0,-1 0 0 0 0,1 0 0 0 0,1-1 0 0 0,51-4-1033 0 0,-42 4 1513 0 0,426-29-271 0 0,-332 25-345 0 0,-103 5 46 0 0,1 1 1 0 0,-1-1 0 0 0,0 0 0 0 0,0 1 0 0 0,1 0 0 0 0,-1-1-1 0 0,0 1 1 0 0,0 0 0 0 0,0 0 0 0 0,0 0 0 0 0,0 0 0 0 0,0 1-1 0 0,0-1 1 0 0,-1 0 0 0 0,1 1 0 0 0,0 0 0 0 0,-1-1 0 0 0,1 1-1 0 0,-1 0 1 0 0,1 0 0 0 0,-1-1 0 0 0,0 1 0 0 0,0 0 0 0 0,2 4-1 0 0,1 4 116 0 0,-1-1 0 0 0,0 1-1 0 0,4 19 1 0 0,-7-29-109 0 0,8 54 1147 0 0,-2 1 0 0 0,-2 104-1 0 0,-22 109 1286 0 0,17-264-2413 0 0,-82 579 2756 0 0,24-207-1711 0 0,-24 194-353 0 0,-26-5-74 0 0,-4 121-643 0 0,63-181 0 0 0,34-350 0 0 0,14-142 0 0 0,1-1 0 0 0,-1-1 0 0 0,0 0 0 0 0,0 0 0 0 0,1-1 0 0 0,-3-3 0 0 0,-10-4 0 0 0,9-3 0 0 0,-1 0 0 0 0,0 0 0 0 0,1-1 0 0 0,-1 1 0 0 0,-8-3 0 0 0,-5-1 0 0 0,-241-7-2781 0 0,-128 17-7339 0 0,127 0 3560 0 0,182-5-4342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1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461 124 872 0 0,'-8'-14'2513'0'0,"-1"1"1"0"0,0 1-1 0 0,-21-22 0 0 0,24 28-2140 0 0,0 0 0 0 0,0 1 1 0 0,0 0-1 0 0,-1 0 0 0 0,0 1 0 0 0,0 0 0 0 0,0 0 0 0 0,0 0 1 0 0,-9-2-1 0 0,13 5-336 0 0,-1 1 1 0 0,0-1-1 0 0,0 1 0 0 0,0 0 1 0 0,0 0-1 0 0,1 0 1 0 0,-1 1-1 0 0,0 0 1 0 0,0-1-1 0 0,0 1 1 0 0,1 0-1 0 0,-1 1 1 0 0,0-1-1 0 0,1 1 0 0 0,0-1 1 0 0,-1 1-1 0 0,-3 3 1 0 0,-4 2-7 0 0,0 1 1 0 0,1 1 0 0 0,-13 13-1 0 0,-2 4-6 0 0,2 1-1 0 0,1 2 1 0 0,2 0-1 0 0,0 1 1 0 0,2 1-1 0 0,2 0 1 0 0,0 2-1 0 0,-17 54 0 0 0,30-77-8 0 0,1 0-1 0 0,0 0 0 0 0,0 0 0 0 0,1 0 0 0 0,0 0 0 0 0,1 0 0 0 0,0 1 0 0 0,2 13 1 0 0,-2-21-10 0 0,1 0 0 0 0,-1 0 0 0 0,1 0 0 0 0,0-1 0 0 0,0 1 0 0 0,0 0 0 0 0,0 0 0 0 0,0-1 0 0 0,1 1 1 0 0,-1-1-1 0 0,1 1 0 0 0,0-1 0 0 0,0 0 0 0 0,0 0 0 0 0,0 0 0 0 0,0 0 0 0 0,0 0 0 0 0,0 0 0 0 0,1 0 0 0 0,-1-1 1 0 0,1 1-1 0 0,-1-1 0 0 0,1 1 0 0 0,0-1 0 0 0,-1 0 0 0 0,1 0 0 0 0,0-1 0 0 0,0 1 0 0 0,0 0 0 0 0,0-1 1 0 0,-1 0-1 0 0,1 0 0 0 0,4 0 0 0 0,1 0-4 0 0,-1-1 0 0 0,0 0 0 0 0,0-1-1 0 0,0 1 1 0 0,0-1 0 0 0,-1-1 0 0 0,1 1 0 0 0,0-1 0 0 0,-1-1 0 0 0,0 1 0 0 0,0-1 0 0 0,0 0 0 0 0,0 0 0 0 0,0-1-1 0 0,-1 0 1 0 0,0 0 0 0 0,0 0 0 0 0,0 0 0 0 0,7-12 0 0 0,1-2 4 0 0,-1-1 0 0 0,-1 0-1 0 0,-1 0 1 0 0,14-42 0 0 0,39-161 533 0 0,-63 223-545 0 0,0-1-1 0 0,0 1 1 0 0,0-1 0 0 0,1 0 0 0 0,-1 1 0 0 0,0-1 0 0 0,0 1-1 0 0,0-1 1 0 0,1 1 0 0 0,-1-1 0 0 0,0 0 0 0 0,1 1 0 0 0,-1-1-1 0 0,0 1 1 0 0,1-1 0 0 0,-1 1 0 0 0,1 0 0 0 0,-1-1-1 0 0,1 1 1 0 0,-1-1 0 0 0,1 1 0 0 0,4 10-15 0 0,-2 30 51 0 0,-3-35-52 0 0,1 79-44 0 0,3 46 302 0 0,-2-113-475 0 0,1 0 0 0 0,0 0-1 0 0,1-1 1 0 0,1 1-1 0 0,9 23 1 0 0,-11-34-33 0 0,0-1-1 0 0,0 1 1 0 0,0 0 0 0 0,1-1-1 0 0,0 0 1 0 0,0 0 0 0 0,0 0-1 0 0,1-1 1 0 0,5 6 0 0 0,-7-8-50 0 0,-1-1 0 0 0,1 1-1 0 0,0 0 1 0 0,0-1 0 0 0,-1 0 0 0 0,1 0 0 0 0,0 0 0 0 0,0 0 0 0 0,0 0-1 0 0,0 0 1 0 0,0-1 0 0 0,0 1 0 0 0,0-1 0 0 0,1 0 0 0 0,-1 0 0 0 0,0 0 0 0 0,0-1-1 0 0,0 1 1 0 0,0-1 0 0 0,0 1 0 0 0,4-2 0 0 0,11-6-2676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2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1 262 2440 0 0,'55'-158'9692'0'0,"-55"156"-9646"0"0,1 1 0 0 0,-1-1 0 0 0,1 0 0 0 0,-1 1 0 0 0,1-1 0 0 0,0 1 0 0 0,-1-1 0 0 0,1 1 0 0 0,0-1 0 0 0,0 1 0 0 0,0-1-1 0 0,0 1 1 0 0,1 0 0 0 0,-1 0 0 0 0,0-1 0 0 0,0 1 0 0 0,1 0 0 0 0,-1 0 0 0 0,1 0 0 0 0,-1 1 0 0 0,1-1 0 0 0,-1 0-1 0 0,1 0 1 0 0,-1 1 0 0 0,3-1 0 0 0,-2 1-27 0 0,0 0 0 0 0,0 0 0 0 0,0 0 0 0 0,0 1 0 0 0,0-1 0 0 0,0 1 0 0 0,0 0 0 0 0,-1-1 0 0 0,1 1-1 0 0,0 0 1 0 0,0 0 0 0 0,-1 0 0 0 0,1 0 0 0 0,-1 0 0 0 0,1 1 0 0 0,-1-1 0 0 0,1 0 0 0 0,-1 1 0 0 0,1-1 0 0 0,-1 1 0 0 0,2 2 0 0 0,4 7 149 0 0,0 1 1 0 0,-1 0-1 0 0,-1 0 1 0 0,0 0-1 0 0,0 0 1 0 0,-1 1-1 0 0,-1-1 1 0 0,0 1-1 0 0,-1 0 1 0 0,1 21-1 0 0,-1-2 252 0 0,-2 1 0 0 0,-2-1 0 0 0,-6 37 0 0 0,8-68-397 0 0,0 6 242 0 0,-1 0 1 0 0,0-1 0 0 0,-1 1 0 0 0,1-1 0 0 0,-1 1 0 0 0,-1-1 0 0 0,1 0-1 0 0,-1 0 1 0 0,-4 8 0 0 0,5-13-63 0 0,2-1-188 0 0,-1 0 0 0 0,0-1-1 0 0,0 1 1 0 0,0-1 0 0 0,0 1 0 0 0,0-1 0 0 0,0 1-1 0 0,0-1 1 0 0,1 1 0 0 0,-1-1 0 0 0,0 0 0 0 0,0 0 0 0 0,1 1-1 0 0,-1-1 1 0 0,1 0 0 0 0,-1 0 0 0 0,1 0 0 0 0,-1 0 0 0 0,1 0-1 0 0,-1 0 1 0 0,1 0 0 0 0,0 1 0 0 0,-1-1 0 0 0,1 0 0 0 0,0 0-1 0 0,0 0 1 0 0,0-2 0 0 0,-4-31 72 0 0,4 33-76 0 0,0-23-7 0 0,1 0 1 0 0,1 0 0 0 0,0 0-1 0 0,2 1 1 0 0,1 0 0 0 0,1-1 0 0 0,16-38-1 0 0,-16 47-21 0 0,2-1-1 0 0,-1 1 0 0 0,2 0 0 0 0,0 1 1 0 0,1 0-1 0 0,0 0 0 0 0,1 1 1 0 0,1 0-1 0 0,0 1 0 0 0,1 1 1 0 0,22-17-1 0 0,-30 25 6 0 0,0 0 0 0 0,1 0 0 0 0,-1 0 0 0 0,1 1 0 0 0,-1 0 0 0 0,1 0 0 0 0,0 0 0 0 0,0 1 1 0 0,-1 0-1 0 0,1 0 0 0 0,0 0 0 0 0,0 1 0 0 0,0 0 0 0 0,0 0 0 0 0,10 2 0 0 0,-12-1 11 0 0,0 0-1 0 0,0 0 1 0 0,0 1 0 0 0,0-1 0 0 0,-1 1-1 0 0,1 0 1 0 0,0 0 0 0 0,-1 0 0 0 0,1 1-1 0 0,-1-1 1 0 0,0 1 0 0 0,0 0-1 0 0,0 0 1 0 0,0 0 0 0 0,-1 0 0 0 0,1 1-1 0 0,-1-1 1 0 0,0 0 0 0 0,0 1 0 0 0,0 0-1 0 0,0 0 1 0 0,0-1 0 0 0,1 7 0 0 0,1 4 8 0 0,-1 0 0 0 0,0 1 1 0 0,-1 0-1 0 0,-1 0 1 0 0,0 22-1 0 0,-11 72 269 0 0,0 11-3271 0 0,10-118 2814 0 0,0 0 1 0 0,0 0-1 0 0,0 0 1 0 0,0 0 0 0 0,1 0-1 0 0,-1 0 1 0 0,1 0-1 0 0,-1 0 1 0 0,1 0 0 0 0,0 0-1 0 0,0 0 1 0 0,-1 0-1 0 0,1 0 1 0 0,1 0-1 0 0,-1-1 1 0 0,0 1 0 0 0,0 0-1 0 0,1-1 1 0 0,-1 1-1 0 0,1-1 1 0 0,-1 0 0 0 0,3 3-1 0 0,-1-3-292 0 0,-1 0 1 0 0,1 0-1 0 0,-1 0 0 0 0,1 0 0 0 0,-1-1 0 0 0,1 1 1 0 0,-1-1-1 0 0,1 1 0 0 0,0-1 0 0 0,-1 0 1 0 0,5 0-1 0 0,16-3-4902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520 843 2728 0 0,'1'-6'646'0'0,"1"1"0"0"0,-1-1 0 0 0,-1 0 0 0 0,1 0 0 0 0,-1 0 0 0 0,0 0 0 0 0,0 0 0 0 0,-1 0 0 0 0,1 0 0 0 0,-1 0 0 0 0,-1 1-1 0 0,1-1 1 0 0,-5-10 0 0 0,4 12-446 0 0,0 1 0 0 0,0-1 0 0 0,-1 1 0 0 0,0-1 0 0 0,1 1 0 0 0,-1 0-1 0 0,0 0 1 0 0,-1 0 0 0 0,1 0 0 0 0,0 0 0 0 0,-1 1 0 0 0,0 0 0 0 0,1 0 0 0 0,-1 0-1 0 0,0 0 1 0 0,0 0 0 0 0,0 1 0 0 0,0-1 0 0 0,-9 0 0 0 0,6 1-114 0 0,0 0-1 0 0,0 1 1 0 0,0 0 0 0 0,-1 1 0 0 0,1 0 0 0 0,0 0 0 0 0,0 0 0 0 0,0 1-1 0 0,0 0 1 0 0,1 0 0 0 0,-1 1 0 0 0,0-1 0 0 0,1 2 0 0 0,-9 4-1 0 0,-4 4 40 0 0,1 1-1 0 0,0 1 0 0 0,-20 20 1 0 0,9-6 48 0 0,1 2 1 0 0,1 0 0 0 0,-40 63 0 0 0,54-72-120 0 0,2-1 0 0 0,0 1 0 0 0,1 1 1 0 0,1 0-1 0 0,2 0 0 0 0,0 1 0 0 0,-8 46 0 0 0,15-64-35 0 0,-1 0 0 0 0,1 1 0 0 0,0-1 0 0 0,0 0 0 0 0,1 1 0 0 0,0-1 0 0 0,0 0 0 0 0,0 0 0 0 0,0 1 0 0 0,1-1 0 0 0,0 0 0 0 0,0-1-1 0 0,3 7 1 0 0,-3-8-7 0 0,0-1-1 0 0,0 1 0 0 0,0-1 0 0 0,0 0 0 0 0,0 1 1 0 0,0-1-1 0 0,1 0 0 0 0,-1-1 0 0 0,1 1 1 0 0,-1 0-1 0 0,1-1 0 0 0,0 1 0 0 0,-1-1 0 0 0,1 0 1 0 0,0 0-1 0 0,0 0 0 0 0,0 0 0 0 0,0 0 0 0 0,0-1 1 0 0,0 0-1 0 0,0 1 0 0 0,0-1 0 0 0,0 0 1 0 0,4-1-1 0 0,5 0-18 0 0,0-2 1 0 0,0 1-1 0 0,0-1 1 0 0,-1-1 0 0 0,1 0-1 0 0,-1-1 1 0 0,0 0-1 0 0,0-1 1 0 0,-1 0 0 0 0,1-1-1 0 0,-1 0 1 0 0,13-12-1 0 0,0-3-184 0 0,0-1 0 0 0,-2-1-1 0 0,28-40 1 0 0,-14 12-163 0 0,-3-2 1 0 0,-2-1-1 0 0,-3-1 1 0 0,31-89-1 0 0,-21 25-214 0 0,28-152 0 0 0,-11-66 790 0 0,-54 329-207 0 0,-2 7 10 0 0,-6 14 50 0 0,-8 25 145 0 0,-18 75 443 0 0,6 1 0 0 0,-18 142 0 0 0,15 20-131 0 0,29-214-1026 0 0,2 0 0 0 0,12 94 0 0 0,-10-144 126 0 0,0-1-1 0 0,0 0 1 0 0,1 0 0 0 0,0-1-1 0 0,1 1 1 0 0,8 16 0 0 0,-8-20-190 0 0,-1-1-1 0 0,1 1 1 0 0,0-1 0 0 0,1 0 0 0 0,-1-1-1 0 0,1 1 1 0 0,0-1 0 0 0,0 0 0 0 0,0 0 0 0 0,1 0-1 0 0,10 5 1 0 0,19 7-4832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3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3728 0 0,'10'-7'9662'0'0,"12"-4"-3747"0"0,4 6-3476 0 0,30 7-2988 0 0,-19 0 225 0 0,34 2-3840 0 0,-30-1-3367 0 0,-26-3 759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4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13 2084 0 0,'-96'53'15430'0'0,"95"-52"-15342"0"0,0-1 1 0 0,1 0-1 0 0,-1 1 1 0 0,1-1-1 0 0,-1 1 1 0 0,0-1-1 0 0,1 1 1 0 0,-1-1-1 0 0,1 1 1 0 0,0-1-1 0 0,-1 1 1 0 0,1-1-1 0 0,-1 1 1 0 0,1 0-1 0 0,0-1 1 0 0,-1 1-1 0 0,1 0 1 0 0,0 0-1 0 0,0 0-68 0 0,0-1 0 0 0,0 1 0 0 0,0-1 0 0 0,0 0 0 0 0,0 1 0 0 0,0-1-1 0 0,1 0 1 0 0,-1 1 0 0 0,0-1 0 0 0,0 0 0 0 0,0 1 0 0 0,1-1 0 0 0,-1 0 0 0 0,0 1 0 0 0,1-1-1 0 0,-1 0 1 0 0,0 0 0 0 0,0 1 0 0 0,1-1 0 0 0,-1 0 0 0 0,1 0 0 0 0,-1 0 0 0 0,0 1 0 0 0,1-1 0 0 0,-1 0-1 0 0,0 0 1 0 0,1 0 0 0 0,-1 0 0 0 0,1 0 0 0 0,-1 0 0 0 0,0 0 0 0 0,1 0 0 0 0,-1 0 0 0 0,1 0-1 0 0,-1 0 1 0 0,0 0 0 0 0,1 0 0 0 0,48 1-78 0 0,-1-2-1 0 0,55-8 1 0 0,100-23-4049 0 0,-73 4-2547 0 0,-66 12 43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5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714 129 1648 0 0,'106'-92'15523'0'0,"-105"92"-15463"0"0,-1-1-1 0 0,1 1 1 0 0,0 0 0 0 0,-1 0-1 0 0,1-1 1 0 0,-1 1 0 0 0,0-1-1 0 0,1 1 1 0 0,-1 0 0 0 0,1-1-1 0 0,-1 1 1 0 0,0-1-1 0 0,1 1 1 0 0,-1-1 0 0 0,0 1-1 0 0,1-1 1 0 0,-1 1 0 0 0,0-1-1 0 0,0 0 1 0 0,0 1 0 0 0,1-1-1 0 0,-1 1 1 0 0,0-1 0 0 0,0 1-1 0 0,0-1 1 0 0,0 0 0 0 0,0 1-1 0 0,0-1 1 0 0,0 1 0 0 0,0-1-1 0 0,0 0 1 0 0,0 1 0 0 0,-1-1-1 0 0,1 1 1 0 0,0-1 0 0 0,0 1-1 0 0,-1-1 1 0 0,1 0 0 0 0,0 1-1 0 0,0-1 1 0 0,-1 1 0 0 0,1-1-1 0 0,-1 1 1 0 0,1 0 0 0 0,0-1-1 0 0,-1 1 1 0 0,1-1 0 0 0,-1 1-1 0 0,1 0 1 0 0,-1-1 0 0 0,1 1-1 0 0,-2-1 1 0 0,-1 0-13 0 0,0-1 0 0 0,0 1 0 0 0,0 0 0 0 0,-1-1 0 0 0,1 1 0 0 0,0 1 0 0 0,-6-2 0 0 0,-8 2-21 0 0,0 0 0 0 0,1 1 0 0 0,-1 1 1 0 0,1 1-1 0 0,-1 0 0 0 0,1 1 0 0 0,0 1 0 0 0,1 0 0 0 0,-1 1 0 0 0,1 1 0 0 0,0 0 0 0 0,-26 18 0 0 0,25-14 6 0 0,1 0 0 0 0,0 1 0 0 0,1 1 0 0 0,1 0 0 0 0,0 1 0 0 0,0 0 0 0 0,2 1 0 0 0,0 0 1 0 0,0 1-1 0 0,1 1 0 0 0,-9 21 0 0 0,3 4 477 0 0,2 1 0 0 0,2 1 1 0 0,2 0-1 0 0,-5 46 0 0 0,-6 184 1069 0 0,18-219-1456 0 0,-10 227 969 0 0,-22 310 3176 0 0,-51 142-3452 0 0,-15 166 100 0 0,78-643-915 0 0,-17 223 0 0 0,36-418 0 0 0,8 119 0 0 0,-4-176 0 0 0,1 0 0 0 0,-1 0 0 0 0,2 0 0 0 0,-1 0 0 0 0,0 0 0 0 0,1-1 0 0 0,0 1 0 0 0,0 0 0 0 0,0-1 0 0 0,1 1 0 0 0,0-1 0 0 0,-1 0 0 0 0,7 6 0 0 0,-5-6 0 0 0,0-1 0 0 0,0 1 0 0 0,1-1 0 0 0,-1 0 0 0 0,1-1 0 0 0,0 1 0 0 0,0-1 0 0 0,0 0 0 0 0,0 0 0 0 0,1-1 0 0 0,-1 1 0 0 0,10 0 0 0 0,33 4 0 0 0,1-2 0 0 0,53-2 0 0 0,97-13 0 0 0,-194 10 0 0 0,256-30-3111 0 0,-110-1-2597 0 0,-101 17 1327 0 0,-2-3-3445 0 0,-21 6-1511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5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34 1380 0 0,'2'-2'2291'0'0,"20"-24"5841"0"0,-12 21-5134 0 0,-9 7-2810 0 0,0 0 1 0 0,0 0-1 0 0,-1 1 0 0 0,1-1 1 0 0,0 0-1 0 0,-1 0 1 0 0,1 1-1 0 0,-1-1 1 0 0,0 1-1 0 0,0-1 0 0 0,0 0 1 0 0,0 1-1 0 0,-1 3 1 0 0,-6 38 1046 0 0,3-24-701 0 0,-50 239 2048 0 0,9-89-7904 0 0,44-155 1849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7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50 1560 0 0,'-7'-14'18719'0'0,"8"14"-18553"0"0,315-25 790 0 0,-285 18-842 0 0,-28 7-270 0 0,11-3-1874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8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61 996 0 0,'13'-32'10628'0'0,"-4"10"-6417"0"0,-8 20-3610 0 0,-1-3 1156 0 0,2 13-1290 0 0,-1 15-138 0 0,-12 38 386 0 0,-30 97-1 0 0,27-111-1851 0 0,1 0 1 0 0,2 1-1 0 0,-7 87 0 0 0,21-91-1592 0 0,4-16-2070 0 0,2-9-1140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0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584 162 1508 0 0,'-20'-16'16754'0'0,"16"14"-16218"0"0,-1-1-312 0 0,-1-1 1 0 0,1 1 0 0 0,0-1-1 0 0,0 0 1 0 0,0 0 0 0 0,1-1 0 0 0,-1 0-1 0 0,1 1 1 0 0,0-2 0 0 0,0 1-1 0 0,1 0 1 0 0,0-1 0 0 0,-4-6-1 0 0,7 11-221 0 0,0-1-1 0 0,-1 0 0 0 0,1 0 1 0 0,0 1-1 0 0,0-1 0 0 0,0 0 1 0 0,0 0-1 0 0,0 0 0 0 0,1 1 1 0 0,-1-1-1 0 0,0 0 0 0 0,1 1 1 0 0,-1-1-1 0 0,1 0 0 0 0,0 1 1 0 0,0-1-1 0 0,-1 0 0 0 0,1 1 1 0 0,0-1-1 0 0,0 1 1 0 0,0 0-1 0 0,1-1 0 0 0,-1 1 1 0 0,0 0-1 0 0,0 0 0 0 0,1 0 1 0 0,-1 0-1 0 0,3-2 0 0 0,2-1-10 0 0,-1 1 0 0 0,1 0 0 0 0,0 0 0 0 0,0 0 0 0 0,1 1 0 0 0,6-2 0 0 0,-8 2 2 0 0,0 1 0 0 0,0 0 0 0 0,0 1 0 0 0,0-1 0 0 0,0 1 0 0 0,1 0 0 0 0,-1 0 0 0 0,0 1 0 0 0,0-1 0 0 0,0 1 0 0 0,0 0 0 0 0,0 1 0 0 0,0-1 0 0 0,0 1-1 0 0,0 0 1 0 0,-1 0 0 0 0,1 0 0 0 0,-1 1 0 0 0,1 0 0 0 0,-1 0 0 0 0,0 0 0 0 0,0 0 0 0 0,4 5 0 0 0,-4-4 1 0 0,0 1-1 0 0,-1 0 1 0 0,0 0 0 0 0,0 0 0 0 0,0 0-1 0 0,0 0 1 0 0,-1 0 0 0 0,1 1 0 0 0,-1 0-1 0 0,-1-1 1 0 0,1 1 0 0 0,-1 0-1 0 0,0 0 1 0 0,0-1 0 0 0,-1 1 0 0 0,0 0-1 0 0,0 0 1 0 0,0 0 0 0 0,-1 0 0 0 0,-1 6-1 0 0,-3 6 10 0 0,-1-1-1 0 0,0 1 1 0 0,-1-1-1 0 0,-1-1 1 0 0,-1 0-1 0 0,0 0 1 0 0,-1 0-1 0 0,0-1 1 0 0,-2-1-1 0 0,0 0 1 0 0,0 0-1 0 0,-17 13 1 0 0,-13 8 198 0 0,-1-1 0 0 0,-85 49 0 0 0,-81 25 1479 0 0,117-63-1088 0 0,27-13 212 0 0,63-31-731 0 0,3 0-64 0 0,1 0 1 0 0,-1-1-1 0 0,0 1 1 0 0,1 0 0 0 0,-1-1-1 0 0,1 1 1 0 0,-1-1-1 0 0,1 0 1 0 0,-1 1 0 0 0,1-1-1 0 0,-1 0 1 0 0,1 0-1 0 0,-1 0 1 0 0,2 0-1 0 0,29-3 18 0 0,-16 2-13 0 0,714-13-488 0 0,-670 12-1152 0 0,-34 1-2239 0 0,-3 1-4386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6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63 1628 0 0,'-3'-14'22059'0'0,"4"14"-21969"0"0,12-4 982 0 0,24 2-1476 0 0,-26 2 750 0 0,65-6 124 0 0,95-20 0 0 0,-159 24-450 0 0,-7 1-472 0 0,0 0-1 0 0,0 0 0 0 0,0 0 1 0 0,0 0-1 0 0,6-3 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6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2968 0 0,'20'-46'18017'0'0,"-9"34"-17295"0"0,-2 6-686 0 0,1 1 0 0 0,0-1 1 0 0,1 2-1 0 0,-1 0 0 0 0,1 0 0 0 0,-1 1 0 0 0,1 0 0 0 0,0 1 0 0 0,0 0 0 0 0,1 1 0 0 0,-1 0 0 0 0,0 1 0 0 0,0 0 0 0 0,0 1 0 0 0,21 3 0 0 0,-26-2-34 0 0,1-1 0 0 0,-1 1-1 0 0,0 0 1 0 0,1 1 0 0 0,-1 0-1 0 0,0 0 1 0 0,0 0 0 0 0,-1 0-1 0 0,1 1 1 0 0,-1 0 0 0 0,0 0-1 0 0,6 6 1 0 0,-7-5 16 0 0,-1-1 0 0 0,0 1 0 0 0,0-1 0 0 0,0 1 0 0 0,0 0 0 0 0,-1 0 0 0 0,0 0 0 0 0,0 1 0 0 0,0-1 0 0 0,-1 0 0 0 0,0 1 0 0 0,0-1 0 0 0,0 1 0 0 0,-1-1 0 0 0,1 1 0 0 0,-2 7 0 0 0,-1 4 79 0 0,0-1 0 0 0,-1 1 0 0 0,-1-1 0 0 0,0 0 0 0 0,-1 0 0 0 0,-1-1 0 0 0,-1 1 0 0 0,0-1 0 0 0,-14 21 1 0 0,-12 13 702 0 0,-51 60 1 0 0,50-68-301 0 0,-22 30 2189 0 0,55-70-2535 0 0,1 3-27 0 0,0-4-119 0 0,0 0-1 0 0,0 1 1 0 0,0-1 0 0 0,0 1 0 0 0,0-1 0 0 0,0 0-1 0 0,0 1 1 0 0,0-1 0 0 0,0 1 0 0 0,0-1-1 0 0,1 0 1 0 0,-1 1 0 0 0,0-1 0 0 0,0 0-1 0 0,0 1 1 0 0,0-1 0 0 0,1 0 0 0 0,-1 1 0 0 0,0-1-1 0 0,0 0 1 0 0,1 1 0 0 0,-1-1 0 0 0,0 0-1 0 0,1 0 1 0 0,-1 1 0 0 0,0-1 0 0 0,1 0-1 0 0,-1 0 1 0 0,0 0 0 0 0,1 1 0 0 0,-1-1 0 0 0,0 0-1 0 0,1 0 1 0 0,-1 0 0 0 0,0 0 0 0 0,1 0-1 0 0,-1 0 1 0 0,1 0 0 0 0,-1 0 0 0 0,0 0 0 0 0,1 0-1 0 0,-1 0 1 0 0,1 0 0 0 0,-1 0 0 0 0,1 0-1 0 0,35 2 118 0 0,61-3 1 0 0,-24-2-66 0 0,413 14-1602 0 0,-445-11-435 0 0,27 3-6921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8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372 193 2284 0 0,'-7'-12'3556'0'0,"1"-1"0"0"0,-5-16-1 0 0,7 19-1738 0 0,0 0 0 0 0,0 0 0 0 0,-1 1 0 0 0,-8-13-1 0 0,12 21-1509 0 0,-3 0 40 0 0,-7-1-79 0 0,-3 9-215 0 0,1 0 0 0 0,-1 1-1 0 0,2 1 1 0 0,-1 0-1 0 0,1 0 1 0 0,1 1-1 0 0,-19 21 1 0 0,-67 90-140 0 0,81-99 37 0 0,1 1 0 0 0,-19 39 0 0 0,30-56 52 0 0,1 1 0 0 0,1 0 0 0 0,-1-1 0 0 0,1 1-1 0 0,0 0 1 0 0,1 0 0 0 0,-1 0 0 0 0,2 0 0 0 0,-1 1-1 0 0,1-1 1 0 0,0 0 0 0 0,0 0 0 0 0,1 0 0 0 0,0 0-1 0 0,2 10 1 0 0,-2-15 10 0 0,0 0-1 0 0,0 1 1 0 0,0-1-1 0 0,0 0 0 0 0,1 0 1 0 0,-1 0-1 0 0,1 0 1 0 0,-1-1-1 0 0,1 1 1 0 0,0 0-1 0 0,-1-1 1 0 0,1 1-1 0 0,0-1 1 0 0,0 1-1 0 0,4 1 1 0 0,-1-1 5 0 0,0 0 1 0 0,0 0 0 0 0,0-1 0 0 0,0 0 0 0 0,0 1 0 0 0,10-1-1 0 0,2 0 37 0 0,-1-1 0 0 0,1-1 0 0 0,25-4 0 0 0,-21 1-5 0 0,0-1 1 0 0,-1-1 0 0 0,0-1 0 0 0,0 0 0 0 0,0-2 0 0 0,-1 0 0 0 0,0-1 0 0 0,-1-1 0 0 0,29-23 0 0 0,-28 18 91 0 0,0-1 0 0 0,-2 0 0 0 0,0-2 1 0 0,0 0-1 0 0,-2-1 0 0 0,-1-1 0 0 0,24-43 0 0 0,-33 53-15 0 0,0 0-1 0 0,-1-1 0 0 0,0 1 0 0 0,0-1 0 0 0,-1 0 0 0 0,-1-1 1 0 0,0 1-1 0 0,0-20 0 0 0,-2 27-171 0 0,0 0 0 0 0,0 0 0 0 0,0 1 0 0 0,-1-1 0 0 0,0 0-1 0 0,0 1 1 0 0,-1-1 0 0 0,1 0 0 0 0,-1 1 0 0 0,0 0 0 0 0,0-1 0 0 0,0 1 0 0 0,0 0 0 0 0,-1 0-1 0 0,0 0 1 0 0,0 1 0 0 0,0-1 0 0 0,0 0 0 0 0,-1 1 0 0 0,1 0 0 0 0,-1 0 0 0 0,0 0 0 0 0,0 1 0 0 0,0-1-1 0 0,-4-1 1 0 0,-3-1-362 0 0,0 1-1 0 0,0 0 0 0 0,0 1 1 0 0,-1 0-1 0 0,1 1 1 0 0,-1 0-1 0 0,0 1 0 0 0,-21 0 1 0 0,14 2-186 0 0,1 1 0 0 0,0 1-1 0 0,1 1 1 0 0,-1 0 0 0 0,-18 8 0 0 0,-10 7-2068 0 0,2 2 0 0 0,0 2 0 0 0,-49 35-1 0 0,51-30-2292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1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43 1748 0 0,'-27'11'21506'0'0,"26"-11"-21455"0"0,30-1 1188 0 0,-23 1-1376 0 0,53-2 265 0 0,31 0-147 0 0,102-16-1 0 0,-186 17-279 0 0,-1 0 0 0 0,1-1 1 0 0,-1 1-1 0 0,0-1 0 0 0,1-1 0 0 0,5-2 0 0 0,7-11-3811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1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71 1704 0 0,'53'-62'17628'0'0,"-51"60"-16728"0"0,-2 1-793 0 0,1 1 1 0 0,-1-1 0 0 0,0 1 0 0 0,0 0 0 0 0,0-1 0 0 0,1 1 0 0 0,-1 0 0 0 0,0-1 0 0 0,1 1 0 0 0,-1 0 0 0 0,0 0 0 0 0,1-1 0 0 0,-1 1 0 0 0,0 0 0 0 0,1 0 0 0 0,-1 0-1 0 0,1-1 1 0 0,-1 1 0 0 0,0 0 0 0 0,1 0 0 0 0,-1 0 0 0 0,1 0 0 0 0,0 0-11 0 0,0 1 0 0 0,0 0 0 0 0,0 0 0 0 0,0-1 0 0 0,0 1 1 0 0,0 0-1 0 0,0 0 0 0 0,0 0 0 0 0,-1 0 0 0 0,1 0 0 0 0,0 0 0 0 0,-1 0 0 0 0,1 0 0 0 0,-1 1 0 0 0,1-1 0 0 0,-1 0 0 0 0,0 0 1 0 0,1 0-1 0 0,-1 0 0 0 0,0 1 0 0 0,0-1 0 0 0,0 0 0 0 0,0 0 0 0 0,0 1 0 0 0,0 1 0 0 0,-3 39 1496 0 0,2-38-1486 0 0,-78 361 3767 0 0,37-198-4779 0 0,9 2-4463 0 0,32-162 3993 0 0,-2 15-314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3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1645 100 1536 0 0,'15'-24'14838'0'0,"-9"16"-12714"0"0,-5 7-1847 0 0,3 1-175 0 0,0-1-1 0 0,0 1 1 0 0,0-1 0 0 0,0 0-1 0 0,7-3 1 0 0,15-3 27 0 0,146-19 13 0 0,-83 11-128 0 0,4 3-45 0 0,-90 12 56 0 0,1 0-77 0 0,-1 0 58 0 0,1 0 0 0 0,-1 1 0 0 0,0-1 0 0 0,1 1 0 0 0,-1 0 0 0 0,0 0 1 0 0,0 0-1 0 0,0 0 0 0 0,0 0 0 0 0,0 1 0 0 0,0-1 0 0 0,0 1 0 0 0,0 0 0 0 0,0 0 0 0 0,-1 0 0 0 0,1 0 1 0 0,-1 1-1 0 0,4 3 0 0 0,-1 2 123 0 0,0 0 0 0 0,0 0 0 0 0,0 1 0 0 0,-1-1 0 0 0,-1 1 0 0 0,6 16 0 0 0,9 60 1173 0 0,-15-69-1114 0 0,14 89 1144 0 0,-3 1 0 0 0,-6 0 0 0 0,-4 1 1 0 0,-20 206-1 0 0,-114 394 1991 0 0,-166 350-2661 0 0,24-28-662 0 0,223-809 0 0 0,-65 234 0 0 0,68-304 0 0 0,-33 95 0 0 0,6-31 0 0 0,67-197 0 0 0,-19 48 0 0 0,21-55 0 0 0,0 0 0 0 0,0-1 0 0 0,0-1 0 0 0,-3 1 0 0 0,-5-4 0 0 0,-334 44 0 0 0,231-36 0 0 0,-78 8-3382 0 0,-101 10-9313 0 0,139-13-1591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7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73 1532 0 0,'-9'-8'9005'0'0,"8"9"-8894"0"0,-1 0 0 0 0,0 1 0 0 0,0-1 0 0 0,1 0 0 0 0,-1 1 1 0 0,1-1-1 0 0,-1 1 0 0 0,1-1 0 0 0,0 1 0 0 0,0 0 0 0 0,0 0 0 0 0,0-1 0 0 0,-2 4 0 0 0,-11 33 975 0 0,6-16-492 0 0,-62 148 2502 0 0,-122 298 512 0 0,146-345-2487 0 0,41-113-553 0 0,3-13-72 0 0,3-17-267 0 0,38-112-347 0 0,88-196-1 0 0,-35 132-22 0 0,-71 157 67 0 0,2 1 0 0 0,52-66-1 0 0,-71 98 44 0 0,1 0-1 0 0,0 0 1 0 0,0 1 0 0 0,1 0-1 0 0,-1 0 1 0 0,1 0-1 0 0,0 1 1 0 0,1-1-1 0 0,-1 2 1 0 0,10-6-1 0 0,-13 9 23 0 0,-1 0 0 0 0,0 0 1 0 0,0 0-1 0 0,1 0 0 0 0,-1 0 0 0 0,0 0 0 0 0,0 0 0 0 0,0 1 0 0 0,1-1 0 0 0,-1 1 0 0 0,0 0 0 0 0,0-1 0 0 0,0 1 0 0 0,0 0 0 0 0,0 0 0 0 0,0 0 0 0 0,0 1 0 0 0,-1-1 0 0 0,1 0 1 0 0,0 1-1 0 0,0-1 0 0 0,-1 1 0 0 0,1 0 0 0 0,-1-1 0 0 0,0 1 0 0 0,3 4 0 0 0,1 2-3 0 0,0 1 1 0 0,0 0 0 0 0,-1 0-1 0 0,5 14 1 0 0,-2-1 10 0 0,-1 1 0 0 0,-1 1 0 0 0,-2-1 0 0 0,2 43 0 0 0,-9 98 115 0 0,2-118-105 0 0,-21 215 36 0 0,7-112-56 0 0,15-139 633 0 0,-2 5-5409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8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171 104 2128 0 0,'-112'-21'16283'0'0,"65"15"-12225"0"0,36 3-3037 0 0,26 2-737 0 0,157-21-2194 0 0,-55 0-2760 0 0,5-1-4991 0 0,-92 18 4532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8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1368 0 0,'4'-18'20909'0'0,"-4"18"-20830"0"0,10 12 1583 0 0,14 26-1592 0 0,-21-32 616 0 0,29 55 569 0 0,29 78-1 0 0,-6-13-848 0 0,-42-97-969 0 0,9 17-2143 0 0,4-4-3783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8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75 880 0 0,'-2'-3'983'0'0,"-1"-4"385"0"0,-1 1 1 0 0,0 0-1 0 0,0 0 1 0 0,0 0-1 0 0,-1 0 1 0 0,0 1-1 0 0,0 0 0 0 0,-1 0 1 0 0,1 0-1 0 0,-11-6 1 0 0,14 10-1234 0 0,0 0 1 0 0,-1 1 0 0 0,1-1-1 0 0,0 1 1 0 0,0 0 0 0 0,0-1-1 0 0,-1 1 1 0 0,1 0 0 0 0,0 0-1 0 0,0 1 1 0 0,0-1 0 0 0,-1 0-1 0 0,1 1 1 0 0,0-1 0 0 0,0 1-1 0 0,0 0 1 0 0,-3 1 0 0 0,-34 21 1175 0 0,31-18-1013 0 0,-7 5 200 0 0,1 1 0 0 0,0 1 0 0 0,0 0 0 0 0,2 1 0 0 0,-18 22 0 0 0,-49 79 1388 0 0,61-86-1553 0 0,-20 31 246 0 0,-31 66 0 0 0,34-42-4040 0 0,29-45-1943 0 0,6-38 5281 0 0,0 0 0 0 0,0 1 0 0 0,0-1 1 0 0,0 0-1 0 0,1 1 0 0 0,-1-1 0 0 0,0 1 0 0 0,0-1 0 0 0,0 0 0 0 0,1 1 0 0 0,-1-1 1 0 0,0 0-1 0 0,0 0 0 0 0,1 1 0 0 0,-1-1 0 0 0,0 0 0 0 0,1 0 0 0 0,-1 1 1 0 0,0-1-1 0 0,1 0 0 0 0,-1 0 0 0 0,0 0 0 0 0,1 1 0 0 0,-1-1 0 0 0,1 0 0 0 0,-1 0 1 0 0,0 0-1 0 0,1 0 0 0 0,0 0 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8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77 1100 0 0,'26'-77'19047'0'0,"-25"82"-18807"0"0,-1 0 1 0 0,0 0-1 0 0,0 0 1 0 0,0 0 0 0 0,-1 0-1 0 0,0 0 1 0 0,-1 8 0 0 0,0-2 272 0 0,-35 265 4756 0 0,0 0-4143 0 0,30-209-1237 0 0,5-23-7243 0 0,27-74-4915 0 0,-15 13 5427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9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58 276 1704 0 0,'-9'-14'3416'0'0,"1"0"-1"0"0,0 0 1 0 0,-7-17 0 0 0,-1-19 1776 0 0,16 47-5104 0 0,-1 0 0 0 0,1-1 1 0 0,0 1-1 0 0,0 0 1 0 0,0 0-1 0 0,0-1 0 0 0,0 1 1 0 0,1 0-1 0 0,-1 0 0 0 0,1-1 1 0 0,0 1-1 0 0,0 0 1 0 0,0 0-1 0 0,1 0 0 0 0,1-4 1 0 0,1 3-43 0 0,-1-1-1 0 0,0 1 1 0 0,1 0 0 0 0,0 0 0 0 0,0 0 0 0 0,0 0 0 0 0,1 1-1 0 0,5-5 1 0 0,5 0-31 0 0,-1 0-1 0 0,2 1 1 0 0,-1 1-1 0 0,30-8 1 0 0,-27 9-6 0 0,1 2-1 0 0,0 0 1 0 0,-1 1-1 0 0,1 1 1 0 0,0 0-1 0 0,1 2 1 0 0,-1 0-1 0 0,-1 1 0 0 0,30 7 1 0 0,-35-6-9 0 0,0 1 0 0 0,0 0 0 0 0,-1 1-1 0 0,0 1 1 0 0,0-1 0 0 0,0 2 0 0 0,0 0 0 0 0,-1 0 0 0 0,0 1-1 0 0,-1 0 1 0 0,0 1 0 0 0,0 0 0 0 0,-1 1 0 0 0,11 14 0 0 0,-16-19 15 0 0,-1 1 0 0 0,0-1 0 0 0,-1 0-1 0 0,1 1 1 0 0,-1-1 0 0 0,0 1 0 0 0,0 0 0 0 0,-1-1 0 0 0,1 1 0 0 0,-1 0 0 0 0,-1 0 0 0 0,1 0 0 0 0,-1 8 0 0 0,-1-5 55 0 0,0 1-1 0 0,-1 0 1 0 0,0-1-1 0 0,-1 1 1 0 0,0-1 0 0 0,0 0-1 0 0,-7 13 1 0 0,-6 6 298 0 0,-1 0 0 0 0,-2-2 0 0 0,-37 43 0 0 0,56-69-361 0 0,-10 12 825 0 0,0-1-1 0 0,0-1 1 0 0,-1 0-1 0 0,-15 12 1 0 0,24-21-429 0 0,-8 2-142 0 0,16 4-224 0 0,20 9-215 0 0,-19-12 164 0 0,7 5-4 0 0,-1 1 0 0 0,0 1 0 0 0,-1 0 0 0 0,-1 1 0 0 0,1 0 0 0 0,-2 1 1 0 0,0 0-1 0 0,0 0 0 0 0,-1 1 0 0 0,-1 1 0 0 0,0-1 0 0 0,-1 1 0 0 0,6 20 1 0 0,-9-25 162 0 0,-1-1 0 0 0,-1 1 0 0 0,0 0 0 0 0,0 0 0 0 0,-1 0 0 0 0,0 0 0 0 0,-1 0 1 0 0,0 0-1 0 0,-1 0 0 0 0,0 0 0 0 0,0 0 0 0 0,-1 0 0 0 0,0 0 0 0 0,-1-1 0 0 0,0 1 0 0 0,-1-1 1 0 0,0 1-1 0 0,0-1 0 0 0,-1 0 0 0 0,0-1 0 0 0,-1 1 0 0 0,-12 14 0 0 0,13-18-135 0 0,0-1 0 0 0,-1 1-1 0 0,1-1 1 0 0,-1-1-1 0 0,0 1 1 0 0,0-1 0 0 0,0 0-1 0 0,-1 0 1 0 0,1 0-1 0 0,-1-1 1 0 0,1 0 0 0 0,-1-1-1 0 0,0 1 1 0 0,0-1-1 0 0,0-1 1 0 0,1 1 0 0 0,-1-1-1 0 0,0 0 1 0 0,0-1-1 0 0,0 0 1 0 0,-8-2 0 0 0,-10-2-7 0 0,0-1 0 0 0,0-2 0 0 0,1-1 0 0 0,-33-16 0 0 0,45 20-669 0 0,-1-1 1 0 0,2 0-1 0 0,-1-1 1 0 0,0 0-1 0 0,1-1 1 0 0,1 0-1 0 0,-19-19 1 0 0,26 24-716 0 0,3 2 1036 0 0,-1 0-1 0 0,1 0 1 0 0,0 0 0 0 0,-1 0 0 0 0,1 0 0 0 0,0 0-1 0 0,0 0 1 0 0,-1 0 0 0 0,1 0 0 0 0,0 0 0 0 0,0 0-1 0 0,0 0 1 0 0,0 0 0 0 0,0 0 0 0 0,0 0 0 0 0,1 0-1 0 0,-1 0 1 0 0,0 1 0 0 0,0-1 0 0 0,1 0 0 0 0,0-2-1 0 0,16-16-6397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2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48 0 0,'0'0'1356'0'0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29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334 348 1116 0 0,'43'-91'14657'0'0,"-44"96"-14453"0"0,0 0-1 0 0,-1 0 0 0 0,0 0 1 0 0,1-1-1 0 0,-2 1 0 0 0,1-1 1 0 0,0 1-1 0 0,-4 4 0 0 0,-4 8 226 0 0,-95 196 2065 0 0,-109 242-785 0 0,187-393-727 0 0,27-60-650 0 0,0-5-225 0 0,6-15-30 0 0,1 1 0 0 0,0-1 1 0 0,15-23-1 0 0,2-5-85 0 0,310-638 35 0 0,-326 668-47 0 0,14-29-106 0 0,1 2 0 0 0,42-57 0 0 0,-64 99 115 0 0,0-1 1 0 0,0 1-1 0 0,0-1 0 0 0,1 1 0 0 0,-1-1 0 0 0,0 1 1 0 0,1 0-1 0 0,-1 0 0 0 0,0 0 0 0 0,1-1 0 0 0,0 1 1 0 0,-1 1-1 0 0,1-1 0 0 0,0 0 0 0 0,-1 0 0 0 0,1 1 1 0 0,0-1-1 0 0,0 0 0 0 0,0 1 0 0 0,-1 0 1 0 0,1 0-1 0 0,3-1 0 0 0,-3 2 8 0 0,0 0 0 0 0,-1-1 0 0 0,1 1 0 0 0,0 0 1 0 0,0 0-1 0 0,0 0 0 0 0,-1 0 0 0 0,1 0 0 0 0,0 1 0 0 0,-1-1 0 0 0,1 0 0 0 0,-1 1 1 0 0,0-1-1 0 0,1 1 0 0 0,-1 0 0 0 0,2 3 0 0 0,4 7 19 0 0,0 1 0 0 0,-2 1 0 0 0,1-1-1 0 0,3 19 1 0 0,-8-29-17 0 0,15 57 149 0 0,-4 1 1 0 0,-1 0-1 0 0,-4 0 1 0 0,0 65-1 0 0,-25 247 1497 0 0,14-333-1560 0 0,-3 48-1324 0 0,7-87 513 0 0,7 3-2284 0 0,-7-4 2845 0 0,1 0 0 0 0,0 0 0 0 0,-1 0 0 0 0,1 0 0 0 0,0 0 0 0 0,-1 0 0 0 0,1 0 0 0 0,0-1 0 0 0,-1 1 0 0 0,1 0 0 0 0,0 0 0 0 0,-1 0 0 0 0,1-1 0 0 0,-1 1 0 0 0,1 0 0 0 0,-1-1 0 0 0,1 1 0 0 0,-1 0 0 0 0,2-1 0 0 0,20-13-7042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29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13 2140 0 0,'-106'1'11188'0'0,"-14"1"-2058"0"0,117-2-8794 0 0,4 1-320 0 0,0 0 0 0 0,-1-1 0 0 0,1 1 0 0 0,0-1 0 0 0,-1 1 0 0 0,1-1 0 0 0,0 1 0 0 0,0-1 0 0 0,-1 1 0 0 0,1-1 0 0 0,0 0 0 0 0,0 1 0 0 0,0-1 0 0 0,0 0 0 0 0,0 0 0 0 0,0 0-1 0 0,1 0 1 0 0,166-8-1828 0 0,-10-1-4002 0 0,-66 6-944 0 0,-41 1 465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29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 1576 0 0,'-32'16'10918'0'0,"0"1"-4582"0"0,31-16-5773 0 0,0 0-432 0 0,-1-1-1 0 0,1 1 0 0 0,-1-1 1 0 0,1 1-1 0 0,0 0 0 0 0,-1-1 1 0 0,1 1-1 0 0,0 0 1 0 0,0 0-1 0 0,-1 0 0 0 0,1 0 1 0 0,0 0-1 0 0,-1 3 1 0 0,4-2-93 0 0,0-1 0 0 0,0 1 0 0 0,1 0 0 0 0,-1-1 0 0 0,1 1 0 0 0,-1-1 0 0 0,1 0 0 0 0,-1 0 1 0 0,1 0-1 0 0,0 0 0 0 0,0 0 0 0 0,0-1 0 0 0,4 1 0 0 0,48 3-234 0 0,-35-3-290 0 0,32 3-1708 0 0,-6 0-1158 0 0,0-1-3631 0 0,-25-2 846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0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0 2488 0 0,'-185'76'20212'0'0,"178"-71"-19258"0"0,7-2-374 0 0,15 0-194 0 0,23-2-272 0 0,158-25-4171 0 0,-65-5-6001 0 0,-79 15 1843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1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1334 152 616 0 0,'0'-3'2249'0'0,"3"-6"-619"0"0,4-32 6833 0 0,-6 27-4795 0 0,-1 12-3429 0 0,0 0-1 0 0,1 0 0 0 0,-1 0 0 0 0,0 0 0 0 0,0 0 0 0 0,0 0 0 0 0,0 0 1 0 0,-1 0-1 0 0,1 0 0 0 0,0 0 0 0 0,-1 0 0 0 0,1 0 0 0 0,-1 0 1 0 0,0 1-1 0 0,0-1 0 0 0,0 0 0 0 0,0 0 0 0 0,0 1 0 0 0,0-1 0 0 0,0 0 1 0 0,0 1-1 0 0,-1-1 0 0 0,1 1 0 0 0,-1 0 0 0 0,1-1 0 0 0,-1 1 1 0 0,1 0-1 0 0,-4-2 0 0 0,-5-2-166 0 0,0 0 0 0 0,0 1 1 0 0,0 0-1 0 0,-1 1 0 0 0,1 0 0 0 0,-1 0 1 0 0,0 1-1 0 0,0 1 0 0 0,0-1 0 0 0,0 2 1 0 0,0 0-1 0 0,-1 0 0 0 0,1 1 0 0 0,-19 4 1 0 0,15-2-85 0 0,-1 1 0 0 0,1 0 0 0 0,0 1 0 0 0,1 1 0 0 0,-1 0 0 0 0,1 1 1 0 0,0 1-1 0 0,1 0 0 0 0,0 1 0 0 0,-13 11 0 0 0,8-2 32 0 0,0 1 0 0 0,2 1-1 0 0,0 0 1 0 0,1 1 0 0 0,1 1 0 0 0,1 0-1 0 0,1 1 1 0 0,1 0 0 0 0,1 1-1 0 0,-9 33 1 0 0,-3 23 995 0 0,-20 154 0 0 0,6 56 367 0 0,-23 147 834 0 0,-82 285 220 0 0,-59 192-2436 0 0,48-199 0 0 0,149-702 0 0 0,-68 313 0 0 0,12-42 0 0 0,48-241 0 0 0,9-28 0 0 0,0-4 0 0 0,-1-1 0 0 0,1 2 0 0 0,-1-3 0 0 0,3 1 0 0 0,0 1 0 0 0,2 0 0 0 0,9-5 0 0 0,-4-5 0 0 0,0 0 0 0 0,0 0 0 0 0,0-1 0 0 0,0 0 0 0 0,0-1 0 0 0,0 0 0 0 0,0 0 0 0 0,0 0 0 0 0,10-4 0 0 0,5 0 0 0 0,252-46-4233 0 0,-98 20-3837 0 0,174-54 0 0 0,-265 58-1920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2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0 1408 0 0,'0'0'18873'0'0,"-22"10"-16803"0"0,3 11-1904 0 0,1 1 0 0 0,1 0 0 0 0,-28 47 0 0 0,-33 83-218 0 0,60-113 58 0 0,1-4 0 0 0,3 1 0 0 0,0 0 0 0 0,3 1 0 0 0,1 0 0 0 0,1 0 0 0 0,3 1 0 0 0,-3 43 0 0 0,9-70 13 0 0,0 0-1 0 0,0 0 0 0 0,1-1 0 0 0,1 1 0 0 0,0 0 0 0 0,0 0 0 0 0,1-1 0 0 0,0 1 0 0 0,1-1 1 0 0,8 17-1 0 0,-9-22 3 0 0,1 0 0 0 0,-1 0 0 0 0,1 0 0 0 0,0 0 0 0 0,0-1 0 0 0,1 1 0 0 0,-1-1 0 0 0,1 0 0 0 0,0 0 0 0 0,0-1 0 0 0,0 0 0 0 0,0 0 0 0 0,1 0 0 0 0,-1 0 0 0 0,1-1 0 0 0,0 0 0 0 0,0 0 0 0 0,0 0 0 0 0,0-1 0 0 0,8 1 0 0 0,1-1-5 0 0,0 0 1 0 0,0-1 0 0 0,0 0 0 0 0,0-2 0 0 0,0 0 0 0 0,0 0 0 0 0,0-1 0 0 0,-1-1 0 0 0,28-11 0 0 0,-24 7 40 0 0,0-2 0 0 0,0 0 0 0 0,0-1 0 0 0,-2-1 0 0 0,1 0 0 0 0,25-26 0 0 0,-21 16 193 0 0,-1-2-1 0 0,-1 0 1 0 0,-1 0-1 0 0,-2-2 1 0 0,0 0-1 0 0,-2-1 1 0 0,0-1-1 0 0,-2 0 1 0 0,15-55-1 0 0,-23 68-134 0 0,-1 0 0 0 0,0 0 0 0 0,-1 0 0 0 0,-1 0 0 0 0,-1 0 0 0 0,0-1 1 0 0,-1 1-1 0 0,0 0 0 0 0,-2 0 0 0 0,-7-29 0 0 0,7 34-115 0 0,-1 0 1 0 0,-1 0-1 0 0,0 0 1 0 0,0 1-1 0 0,-1-1 1 0 0,0 1-1 0 0,0 0 1 0 0,-1 1-1 0 0,0 0 1 0 0,-1 0-1 0 0,0 0 1 0 0,0 1-1 0 0,-1 0 1 0 0,0 1-1 0 0,-18-11 1 0 0,10 9-162 0 0,0 1 0 0 0,0 0 1 0 0,0 1-1 0 0,-1 1 0 0 0,0 1 1 0 0,0 0-1 0 0,0 1 1 0 0,-33 0-1 0 0,39 3-363 0 0,1 0 0 0 0,-1 2 1 0 0,1-1-1 0 0,0 1 0 0 0,0 1 1 0 0,-19 6-1 0 0,23-6-87 0 0,0 1 0 0 0,1-1 1 0 0,-1 1-1 0 0,1 0 0 0 0,0 0 0 0 0,0 1 0 0 0,0 0 1 0 0,0 0-1 0 0,1 0 0 0 0,-9 12 0 0 0,11-13 78 0 0,0 1 1 0 0,1-1-1 0 0,-1 0 0 0 0,1 1 1 0 0,0-1-1 0 0,-2 7 0 0 0,2 16-4817 0 0,5-11 669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5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64 2356 0 0,'4'-15'4743'0'0,"9"-24"2095"0"0,-13 38-6302 0 0,3-7 2600 0 0,-2 18-1543 0 0,-3 10-769 0 0,-1-1 0 0 0,-1 1-1 0 0,-1-1 1 0 0,0 0 0 0 0,-10 20-1 0 0,2 0-312 0 0,-71 215 797 0 0,73-224-1209 0 0,10-28-260 0 0,-2 10-436 0 0,2-5-1614 0 0,47-18-12586 0 0,-30 5 8905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3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97 2080 0 0,'-6'-8'6150'0'0,"5"4"-5410"0"0,-1 0 0 0 0,1 0 0 0 0,0-1 0 0 0,1 1 0 0 0,-1 0 0 0 0,1 0 0 0 0,0-9 1 0 0,0 11-682 0 0,0 1 0 0 0,1-1 1 0 0,-1 0-1 0 0,1 0 1 0 0,0 0-1 0 0,-1 0 0 0 0,1 1 1 0 0,0-1-1 0 0,0 0 1 0 0,0 1-1 0 0,0-1 0 0 0,1 0 1 0 0,-1 1-1 0 0,0 0 1 0 0,1-1-1 0 0,-1 1 0 0 0,1 0 1 0 0,-1 0-1 0 0,1-1 1 0 0,-1 1-1 0 0,1 0 0 0 0,2 0 1 0 0,0-1-45 0 0,1 0 1 0 0,-1 0-1 0 0,1 1 1 0 0,0-1 0 0 0,0 1-1 0 0,0 0 1 0 0,0 1-1 0 0,0-1 1 0 0,-1 1-1 0 0,1 0 1 0 0,0 1-1 0 0,0-1 1 0 0,0 1-1 0 0,0 0 1 0 0,0 0 0 0 0,0 0-1 0 0,-1 0 1 0 0,7 4-1 0 0,-7-3 0 0 0,-1-1 0 0 0,0 1 0 0 0,0 0 0 0 0,0 0 0 0 0,0 1 0 0 0,-1-1 0 0 0,1 1 0 0 0,-1-1 0 0 0,1 1 0 0 0,-1 0 0 0 0,0 0 0 0 0,0 0 0 0 0,0 0 0 0 0,0 0-1 0 0,-1 0 1 0 0,1 1 0 0 0,-1-1 0 0 0,0 0 0 0 0,0 1 0 0 0,0-1 0 0 0,0 1 0 0 0,-1-1 0 0 0,1 1 0 0 0,-1 0 0 0 0,0-1 0 0 0,0 1 0 0 0,-1 4 0 0 0,-1 3 132 0 0,0 0 0 0 0,-1 0-1 0 0,0 0 1 0 0,-1-1 0 0 0,0 1 0 0 0,0-1 0 0 0,-1 0 0 0 0,-1 0 0 0 0,0 0 0 0 0,0-1 0 0 0,-9 10 0 0 0,-12 13 696 0 0,-51 44 0 0 0,64-62-608 0 0,-41 35 1626 0 0,-98 66 0 0 0,128-93-1420 0 0,24-20-367 0 0,13 1 135 0 0,249-34-109 0 0,-49 4-1150 0 0,-151 21-196 0 0,47-4-3317 0 0,-37-2-5805 0 0,-54 9 5538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3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0 348 0 0,'0'0'3672'0'0,"-3"9"-2296"0"0,12-16-3948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3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112 128 2384 0 0,'27'-46'6508'0'0,"21"-32"4360"0"0,-48 78-10833 0 0,0 0 1 0 0,0 0 0 0 0,0-1-1 0 0,0 1 1 0 0,0 0-1 0 0,0 0 1 0 0,0 0 0 0 0,0 0-1 0 0,0-1 1 0 0,1 1-1 0 0,-1 0 1 0 0,0 0-1 0 0,0 0 1 0 0,0 0 0 0 0,0 0-1 0 0,0-1 1 0 0,0 1-1 0 0,0 0 1 0 0,1 0 0 0 0,-1 0-1 0 0,0 0 1 0 0,0 0-1 0 0,0 0 1 0 0,0 0 0 0 0,0 0-1 0 0,1-1 1 0 0,-1 1-1 0 0,0 0 1 0 0,0 0 0 0 0,0 0-1 0 0,0 0 1 0 0,1 0-1 0 0,-1 0 1 0 0,0 0-1 0 0,0 0 1 0 0,0 0 0 0 0,0 0-1 0 0,1 0 1 0 0,-1 0-1 0 0,0 0 1 0 0,0 0 0 0 0,0 0-1 0 0,0 0 1 0 0,1 0-1 0 0,-1 0 1 0 0,0 1 0 0 0,0-1-1 0 0,0 0 1 0 0,0 0-1 0 0,0 0 1 0 0,1 0 0 0 0,-1 0-1 0 0,0 0 1 0 0,1 14 791 0 0,-4 21-212 0 0,2-33-506 0 0,-96 461 4081 0 0,50-270-3729 0 0,26-92-1774 0 0,0-4-4087 0 0,21-96 5039 0 0,-4 30-2745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43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48 186 2368 0 0,'-45'-132'12564'0'0,"44"131"-12497"0"0,1-1 0 0 0,-1 1 0 0 0,1 0 0 0 0,0 0 0 0 0,-1-1 0 0 0,1 1 0 0 0,0 0 0 0 0,0-1 0 0 0,0 1 1 0 0,0 0-1 0 0,0-1 0 0 0,0 1 0 0 0,1 0 0 0 0,-1-1 0 0 0,0 1 0 0 0,1 0 0 0 0,-1 0 0 0 0,1-1 0 0 0,-1 1 0 0 0,1 0 0 0 0,0 0 0 0 0,0-2 0 0 0,1 1-13 0 0,0 1-1 0 0,0-1 1 0 0,0 1-1 0 0,0-1 1 0 0,0 1-1 0 0,0 0 1 0 0,0-1-1 0 0,0 1 0 0 0,0 0 1 0 0,1 1-1 0 0,2-2 1 0 0,5 0 16 0 0,0 0 1 0 0,0 1-1 0 0,0 0 1 0 0,18 0-1 0 0,-9 3-29 0 0,1 0 0 0 0,-1 0 1 0 0,0 2-1 0 0,0 1 0 0 0,29 10 0 0 0,-40-12-33 0 0,0 0 1 0 0,0 0-1 0 0,-1 1 0 0 0,0 0 1 0 0,0 1-1 0 0,0-1 0 0 0,0 1 1 0 0,-1 1-1 0 0,0-1 1 0 0,0 1-1 0 0,0 0 0 0 0,-1 0 1 0 0,1 1-1 0 0,-2 0 1 0 0,7 11-1 0 0,-9-14 2 0 0,0 1 0 0 0,-1 0 0 0 0,0-1 1 0 0,0 1-1 0 0,0 0 0 0 0,-1 0 0 0 0,0 0 0 0 0,0 0 0 0 0,0 0 0 0 0,0 0 0 0 0,-1-1 1 0 0,0 1-1 0 0,0 0 0 0 0,0 0 0 0 0,0 0 0 0 0,-1-1 0 0 0,0 1 0 0 0,0-1 1 0 0,0 1-1 0 0,-1-1 0 0 0,1 0 0 0 0,-4 4 0 0 0,-8 10 80 0 0,0-1-1 0 0,0-1 1 0 0,-28 23-1 0 0,26-24 67 0 0,1-2 564 0 0,0 0-1 0 0,-1 0 1 0 0,-17 10-1 0 0,31-23-635 0 0,2 1-76 0 0,0-1 1 0 0,-1 1-1 0 0,1-1 1 0 0,0 1-1 0 0,-1-1 1 0 0,1 0-1 0 0,0 1 1 0 0,-1-1-1 0 0,1 1 1 0 0,0-1-1 0 0,0 1 1 0 0,0-1-1 0 0,0 1 1 0 0,-1 0-1 0 0,1-1 1 0 0,0 1-1 0 0,0-1 1 0 0,0 1-1 0 0,10 10-5 0 0,0-1 0 0 0,1 0 0 0 0,15 10 0 0 0,24 23-33 0 0,-30-22 3 0 0,-1 1 0 0 0,-2 1 0 0 0,16 26 1 0 0,-26-38 117 0 0,0 0-1 0 0,-1 1 1 0 0,-1 0 0 0 0,0 1 0 0 0,-1-1-1 0 0,0 1 1 0 0,-1 0 0 0 0,3 26 0 0 0,-6-34 154 0 0,0 0 1 0 0,0 0-1 0 0,0 0 1 0 0,-1 0-1 0 0,1 0 1 0 0,-1 0-1 0 0,-1 0 1 0 0,1 0-1 0 0,-1 0 0 0 0,0 0 1 0 0,0-1-1 0 0,0 1 1 0 0,0-1-1 0 0,-1 1 1 0 0,0-1-1 0 0,0 0 1 0 0,0 0-1 0 0,0 0 1 0 0,-1-1-1 0 0,0 1 1 0 0,-6 4-1 0 0,4-4-23 0 0,0 0-1 0 0,-1 0 1 0 0,0-1 0 0 0,0 0-1 0 0,0 0 1 0 0,0-1-1 0 0,0 0 1 0 0,-1 0-1 0 0,1-1 1 0 0,0 0 0 0 0,-1 0-1 0 0,1-1 1 0 0,-1 0-1 0 0,-9-1 1 0 0,-12-1 307 0 0,-51-13 0 0 0,70 12-600 0 0,-1 1 1 0 0,1-2-1 0 0,0 0 0 0 0,0 0 0 0 0,1-1 1 0 0,-1 0-1 0 0,1 0 0 0 0,-11-9 0 0 0,19 13-118 0 0,0 0-1 0 0,0 0 1 0 0,0 0-1 0 0,0 0 1 0 0,0 0-1 0 0,1 0 1 0 0,-1 0-1 0 0,0 0 1 0 0,0 0 0 0 0,1 0-1 0 0,-1-1 1 0 0,1 1-1 0 0,-1 0 1 0 0,1 0-1 0 0,0-1 1 0 0,-1 1-1 0 0,1 0 1 0 0,0 0-1 0 0,0-1 1 0 0,0 1-1 0 0,0-2 1 0 0,0 0-142 0 0,1 1 0 0 0,0 0 0 0 0,0 0-1 0 0,-1 0 1 0 0,1 0 0 0 0,0 0 0 0 0,0-1 0 0 0,1 2 0 0 0,-1-1 0 0 0,0 0 0 0 0,3-2 0 0 0,3-3-1060 0 0,0 0 0 0 0,1 0 0 0 0,0 1 0 0 0,13-8 0 0 0,6-2-4146 0 0,4-4-2982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5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96 0 0,'1'1'84'0'0,"-1"0"1"0"0,1 0-1 0 0,0-1 0 0 0,-1 1 1 0 0,1 0-1 0 0,-1 0 0 0 0,0 0 1 0 0,1 0-1 0 0,-1-1 0 0 0,0 1 0 0 0,1 0 1 0 0,-1 0-1 0 0,0 0 0 0 0,0 0 1 0 0,0 0-1 0 0,0 0 0 0 0,0 0 1 0 0,0 0-1 0 0,0 0 0 0 0,0 0 1 0 0,0 0-1 0 0,0 0 0 0 0,0 0 1 0 0,-1 0-1 0 0,1-1 0 0 0,0 1 0 0 0,-1 0 1 0 0,1 0-1 0 0,-1 0 0 0 0,1 0 1 0 0,-1-1-1 0 0,1 1 0 0 0,-1 0 1 0 0,-1 1-1 0 0,1-1-30 0 0,-9 6-1360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06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661 87 1144 0 0,'-14'11'18554'0'0,"14"-13"-18548"0"0,0 1 0 0 0,0-1 0 0 0,0 1 0 0 0,0 0 0 0 0,0-1-1 0 0,0 1 1 0 0,0 0 0 0 0,1-1 0 0 0,-1 1 0 0 0,0 0 0 0 0,1-1-1 0 0,-1 1 1 0 0,1 0 0 0 0,0 0 0 0 0,-1-1 0 0 0,1 1 0 0 0,0 0-1 0 0,1-1 1 0 0,22-24 8 0 0,-12 15-30 0 0,-9 8 8 0 0,0 0 1 0 0,0 0-1 0 0,0 1 0 0 0,0-1 1 0 0,0 1-1 0 0,1 0 1 0 0,-1-1-1 0 0,1 1 1 0 0,-1 1-1 0 0,1-1 1 0 0,0 1-1 0 0,0-1 0 0 0,0 1 1 0 0,0 0-1 0 0,4 0 1 0 0,-1 0-1 0 0,-1 0 1 0 0,1 1-1 0 0,-1 0 0 0 0,1 0 1 0 0,-1 0-1 0 0,1 1 0 0 0,-1 0 1 0 0,0 0-1 0 0,1 1 0 0 0,6 2 1 0 0,-9-2-6 0 0,0 1 0 0 0,0-1 0 0 0,0 1 0 0 0,0 0 1 0 0,-1 0-1 0 0,1 0 0 0 0,-1 0 0 0 0,0 0 0 0 0,1 1 0 0 0,3 6 0 0 0,-5-6-1 0 0,0 4 16 0 0,-1-1-1 0 0,1 1 0 0 0,-1 0 1 0 0,-1 0-1 0 0,0-1 0 0 0,0 1 1 0 0,0 0-1 0 0,-1 0 0 0 0,0 0 1 0 0,-1-1-1 0 0,1 1 0 0 0,-5 10 1 0 0,-2 1 14 0 0,0 0 1 0 0,-23 34-1 0 0,31-52-16 0 0,-28 39 74 0 0,-1-1 0 0 0,-1-2 0 0 0,-2-1 0 0 0,-72 62 0 0 0,0-21 342 0 0,23-19 353 0 0,80-57-708 0 0,-8 4 60 0 0,-5 8-14 0 0,13-12-101 0 0,1 0-3 0 0,-1-1 0 0 0,1 1 0 0 0,0-1 1 0 0,0 1-1 0 0,-1-1 0 0 0,1 0 0 0 0,0 1 0 0 0,-1-1 0 0 0,1 1 0 0 0,-1-1 0 0 0,1 1 0 0 0,0-1 0 0 0,-1 0 0 0 0,1 1 0 0 0,-1-1 0 0 0,1 0 0 0 0,-1 0 0 0 0,1 1 0 0 0,-2-1 0 0 0,-2 3 177 0 0,11-1-116 0 0,-5-1-53 0 0,14 2 43 0 0,-4-1-52 0 0,13 1-5 0 0,-12-1-17 0 0,22 7 18 0 0,-23-7 3 0 0,0 2 0 0 0,0 0 1 0 0,-1 0-1 0 0,1 1 0 0 0,-1 0 0 0 0,0 1 0 0 0,-1 0 1 0 0,1 1-1 0 0,-1 0 0 0 0,12 12 0 0 0,-17-13 37 0 0,0 0 0 0 0,0 0-1 0 0,-1 1 1 0 0,0-1 0 0 0,-1 1-1 0 0,1 0 1 0 0,-1 0 0 0 0,-1 1-1 0 0,1-1 1 0 0,-1 0 0 0 0,-1 1-1 0 0,1 0 1 0 0,-1-1 0 0 0,0 12-1 0 0,-1-8 35 0 0,0 0-1 0 0,0-1 1 0 0,-1 1 0 0 0,-1 0-1 0 0,0-1 1 0 0,0 1-1 0 0,-1-1 1 0 0,0 0 0 0 0,-9 19-1 0 0,6-19 197 0 0,-1 0 0 0 0,0-1 0 0 0,-1 0 0 0 0,1-1 0 0 0,-2 0 0 0 0,1 0 0 0 0,-1 0 0 0 0,0-1 0 0 0,-1 0 1 0 0,0-1-1 0 0,0 0 0 0 0,-21 8 0 0 0,7-4 123 0 0,-1-1 0 0 0,0-2 0 0 0,0 0 0 0 0,-45 5 0 0 0,54-10-280 0 0,0-1 0 0 0,0 0 1 0 0,0-1-1 0 0,0-1 0 0 0,0-1 0 0 0,0 0 0 0 0,0-1 1 0 0,0 0-1 0 0,0-1 0 0 0,-15-7 0 0 0,24 8-138 0 0,-7-3-183 0 0,0 0 0 0 0,1-1 0 0 0,0 0 1 0 0,0-1-1 0 0,0 0 0 0 0,-19-18 0 0 0,28 22-437 0 0,1 1-1 0 0,0-1 1 0 0,-1 1-1 0 0,1-1 1 0 0,1 0-1 0 0,-1 0 1 0 0,-3-8-1 0 0,5 10 39 0 0,1 0 1 0 0,-1 0-1 0 0,1 0 0 0 0,0 0 0 0 0,-1 0 0 0 0,1 0 1 0 0,0-1-1 0 0,0 1 0 0 0,1 0 0 0 0,-1 0 0 0 0,0 0 0 0 0,1 0 1 0 0,-1 0-1 0 0,1 0 0 0 0,-1 0 0 0 0,1 0 0 0 0,0 1 1 0 0,0-1-1 0 0,0 0 0 0 0,2-3 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06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2080 0 0,'7'-37'10766'0'0,"0"2"-3403"0"0,9 40-5950 0 0,1 12-439 0 0,-1 0-1 0 0,0 1 1 0 0,-1 1 0 0 0,13 23 0 0 0,12 14-211 0 0,35 54-203 0 0,10 11-353 0 0,-73-104-1101 0 0,-9-12-796 0 0,1 0-1 0 0,0 1 0 0 0,1-2 0 0 0,7 8 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06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56 2364 0 0,'-19'-21'5168'0'0,"-12"-10"3435"0"0,29 29-7861 0 0,-1 2 58 0 0,2 0-723 0 0,0 0-1 0 0,0-1 1 0 0,-1 1 0 0 0,1 0 0 0 0,0 0-1 0 0,0 0 1 0 0,-1 0 0 0 0,1 0-1 0 0,0 0 1 0 0,0 0 0 0 0,-1 1 0 0 0,0-1-1 0 0,-9 7 585 0 0,1 1-1 0 0,-1-1 0 0 0,2 2 0 0 0,-1-1 1 0 0,1 1-1 0 0,-11 14 0 0 0,-48 70 2562 0 0,47-62-2540 0 0,-119 182 1741 0 0,59-64-7045 0 0,69-123-328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07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286 195 3052 0 0,'17'-45'7600'0'0,"-13"33"-5676"0"0,1-1 0 0 0,0 0 0 0 0,1 1 0 0 0,14-22 0 0 0,-15 28-1765 0 0,0 1 0 0 0,0 0 0 0 0,1 0 0 0 0,0 0 0 0 0,0 1-1 0 0,0 0 1 0 0,0 0 0 0 0,1 1 0 0 0,-1-1 0 0 0,1 1 0 0 0,0 1 0 0 0,0-1 0 0 0,0 1 0 0 0,12-2 0 0 0,-2 2-72 0 0,1 0 1 0 0,-1 0-1 0 0,1 2 1 0 0,-1 0-1 0 0,19 3 1 0 0,-30-2-71 0 0,1 0 0 0 0,-1 0 0 0 0,0 1-1 0 0,0-1 1 0 0,1 1 0 0 0,-1 1 0 0 0,0 0 0 0 0,-1-1 0 0 0,1 2 0 0 0,-1-1 0 0 0,1 1 0 0 0,6 5 0 0 0,-10-7 46 0 0,1 1 1 0 0,-1 0-1 0 0,0-1 0 0 0,0 1 1 0 0,0 0-1 0 0,0 0 0 0 0,0 0 1 0 0,0 1-1 0 0,-1-1 0 0 0,0 0 1 0 0,0 0-1 0 0,0 1 1 0 0,0-1-1 0 0,0 1 0 0 0,0-1 1 0 0,-1 1-1 0 0,0-1 0 0 0,0 1 1 0 0,0 0-1 0 0,0-1 1 0 0,0 1-1 0 0,-1-1 0 0 0,-1 6 1 0 0,-2 4 192 0 0,0-1 0 0 0,-1 1 0 0 0,0-1 1 0 0,-1 0-1 0 0,-14 20 0 0 0,-44 51 1897 0 0,38-51-87 0 0,14-14-705 0 0,13-18-1335 0 0,-1 0 1 0 0,0 0-1 0 0,1 1 0 0 0,-1-1 0 0 0,1 0 0 0 0,-1 0 0 0 0,1 0 0 0 0,-1 0 0 0 0,1 1 1 0 0,-1-1-1 0 0,0 0 0 0 0,1 0 0 0 0,-1 0 0 0 0,1 0 0 0 0,-1 0 0 0 0,1 0 0 0 0,-1 0 0 0 0,1 0 1 0 0,-1-1-1 0 0,1 1 0 0 0,-1 0 0 0 0,0 0 0 0 0,2 0 0 0 0,28-2-38 0 0,-21 4 1 0 0,0 0 0 0 0,0 0 1 0 0,-1 1-1 0 0,0 0 0 0 0,1 1 0 0 0,-1 0 0 0 0,0 0 0 0 0,-1 0 0 0 0,1 1 0 0 0,-1 1 0 0 0,0-1 0 0 0,0 1 0 0 0,-1 0 0 0 0,12 13 0 0 0,-12-11 18 0 0,0-1-1 0 0,0 1 1 0 0,-1 0-1 0 0,1 1 0 0 0,-2 0 1 0 0,1-1-1 0 0,-1 1 1 0 0,-1 1-1 0 0,0-1 1 0 0,0 1-1 0 0,-1-1 0 0 0,0 1 1 0 0,1 17-1 0 0,-3-19 0 0 0,-1-1-1 0 0,1 1 0 0 0,-2-1 0 0 0,1 0 1 0 0,-1 0-1 0 0,0 1 0 0 0,0-1 1 0 0,-1 0-1 0 0,0-1 0 0 0,0 1 0 0 0,-1 0 1 0 0,-4 6-1 0 0,1-4 3 0 0,-1 0 1 0 0,0 0-1 0 0,0 0 1 0 0,-1-1 0 0 0,0 0-1 0 0,-20 12 1 0 0,5-6 0 0 0,-1-1 1 0 0,0-1 0 0 0,-1-2 0 0 0,0 0-1 0 0,-46 9 1 0 0,27-9-1620 0 0,0-2-1 0 0,-81 3 1 0 0,97-11 399 0 0,0-1 0 0 0,0-2-1 0 0,1 0 1 0 0,-1-2 0 0 0,-42-13 0 0 0,49 10-5804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2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72 1436 0 0,'-66'-9'19240'0'0,"509"-32"-18792"0"0,-283 31-398 0 0,-13 1 177 0 0,-144 9-202 0 0,0 0-2 0 0,11 0-9 0 0,-11 0-11 0 0,23-3-314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3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29 2440 0 0,'-88'24'12206'0'0,"58"-15"-9725"0"0,28-9-2130 0 0,0 1-57 0 0,-2 0-286 0 0,-18 7 2056 0 0,20-5-1023 0 0,17-4-835 0 0,540-51 798 0 0,-425 42-904 0 0,-102 8-83 0 0,94-4 198 0 0,-119 6-203 0 0,16 0 0 0 0,-17-1-3 0 0,7-1-22 0 0,-6 1-20 0 0,-1 1-178 0 0,10 0 22 0 0,-9 0-79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3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68 792 0 0,'-3'0'4480'0'0,"-32"2"3903"0"0,29-1-8409 0 0,4-1 834 0 0,-13 5 5139 0 0,8-5-5583 0 0,8 0-184 0 0,16-1-145 0 0,6-1-17 0 0,421-58 266 0 0,-360 48-223 0 0,-82 12-50 0 0,1-1-5 0 0,12 1 154 0 0,-4 1-4423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4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1232 0 0,'0'0'8598'0'0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4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1160 0 0,'0'0'5597'0'0,"-7"7"-3981"0"0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4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0 272 0 0,'0'0'5028'0'0,"-5"7"-4727"0"0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4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1 504 0 0,'0'0'3758'0'0,"-17"14"2122"0"0,12-8-6779 0 0,5-5 523 0 0,-1 3 397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5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1436 0 0,'0'0'7652'0'0,"14"3"-5980"0"0,32 10-4247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5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1204 0 0,'0'0'3364'0'0,"1"-9"-5528"0"0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5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0 600 0 0,'0'0'6925'0'0,"8"6"-6105"0"0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5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1 332 0 0,'0'0'-116'0'0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6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1416 0 0,'-13'5'6332'0'0,"-2"0"-3499"0"0,14-4-2749 0 0,4 4-1255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6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0 380 0 0,'0'0'1312'0'0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6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1 460 0 0,'0'0'888'0'0,"10"5"-1348"0"0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7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0 804 0 0,'0'0'1852'0'0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7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1 332 0 0,'0'0'1408'0'0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7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1 404 0 0,'0'0'5073'0'0,"9"5"-7370"0"0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8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40 0 0,'-2'10'11428'0'0,"0"-6"-11110"0"0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09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83 556 0 0,'-3'-2'1673'0'0,"-113"-39"8320"0"0,115 41-9603 0 0,0 0-291 0 0,0 0 0 0 0,0-1 1 0 0,0 1-1 0 0,0 0 0 0 0,0 0 1 0 0,0 0-1 0 0,0-1 0 0 0,1 1 1 0 0,-1 0-1 0 0,0-1 0 0 0,0 1 1 0 0,0-1-1 0 0,1 1 0 0 0,-1-1 1 0 0,0 1-1 0 0,0-1 0 0 0,1 0 1 0 0,-1 1-1 0 0,1-1 0 0 0,-1 0 1 0 0,0 0-1 0 0,1 1 0 0 0,-1-1 1 0 0,1 0-1 0 0,0 0 0 0 0,-1 0 0 0 0,1 1 1 0 0,0-1-1 0 0,-1-2 0 0 0,2 3-88 0 0,0-1 0 0 0,0 0 0 0 0,0 1 0 0 0,0-1 0 0 0,0 1 0 0 0,0-1 0 0 0,0 1 0 0 0,0-1 0 0 0,0 1-1 0 0,0 0 1 0 0,1 0 0 0 0,-1-1 0 0 0,1 1 0 0 0,22-5 40 0 0,-1 1 1 0 0,0 1-1 0 0,1 0 0 0 0,35 3 1 0 0,-49 0-55 0 0,0 1-1 0 0,0 0 1 0 0,-1 1 0 0 0,1 0 0 0 0,-1 0 0 0 0,0 1 0 0 0,1 0 0 0 0,-1 1-1 0 0,0 0 1 0 0,-1 0 0 0 0,1 1 0 0 0,-1 0 0 0 0,12 10 0 0 0,-18-13 13 0 0,0-1 0 0 0,0 1 1 0 0,0 0-1 0 0,-1 0 1 0 0,1 1-1 0 0,-1-1 0 0 0,1 0 1 0 0,-1 0-1 0 0,0 1 0 0 0,0-1 1 0 0,0 1-1 0 0,0-1 0 0 0,0 1 1 0 0,-1-1-1 0 0,1 1 0 0 0,-1-1 1 0 0,1 1-1 0 0,-1 3 0 0 0,-1-2 21 0 0,1 1-1 0 0,-1-1 0 0 0,0 1 0 0 0,0-1 1 0 0,-1 0-1 0 0,1 1 0 0 0,-1-1 1 0 0,0 0-1 0 0,-4 7 0 0 0,-4 4 95 0 0,-2 0-1 0 0,0-1 1 0 0,-27 26 0 0 0,38-39-122 0 0,-28 25 844 0 0,-1-1 1 0 0,-58 36-1 0 0,86-60-425 0 0,17 3-386 0 0,-7-4-47 0 0,-1 0 1 0 0,0 0-1 0 0,1 1 0 0 0,-1 1 1 0 0,1-1-1 0 0,-1 1 0 0 0,0 0 1 0 0,0 1-1 0 0,0 0 1 0 0,0 0-1 0 0,0 0 0 0 0,-1 1 1 0 0,0 0-1 0 0,7 5 0 0 0,-12-8 11 0 0,11 8-6 0 0,0 0 0 0 0,0 1 0 0 0,-1 1 0 0 0,0 0 0 0 0,-1 1 0 0 0,0 0 0 0 0,-1 0 0 0 0,0 1 0 0 0,10 20 0 0 0,-16-27 107 0 0,-1 0 0 0 0,1 0 0 0 0,-2 0-1 0 0,1 1 1 0 0,0-1 0 0 0,-1 0 0 0 0,0 1-1 0 0,-1-1 1 0 0,1 0 0 0 0,-1 1 0 0 0,-1 7-1 0 0,0-10 106 0 0,0 1 0 0 0,-1 0 1 0 0,1 0-1 0 0,-1 0 0 0 0,0-1 0 0 0,0 1 0 0 0,0-1 0 0 0,-1 1 0 0 0,0-1 0 0 0,0 0 0 0 0,0 0 0 0 0,0 0 0 0 0,0-1 0 0 0,-1 1 0 0 0,-8 5 0 0 0,6-3 117 0 0,-1-1-1 0 0,-1-1 1 0 0,1 0-1 0 0,-1 0 1 0 0,1 0-1 0 0,-1-1 1 0 0,0 0-1 0 0,-1 0 0 0 0,-10 1 1 0 0,5-2-64 0 0,1-1 1 0 0,0 0-1 0 0,0-1 1 0 0,-1 0-1 0 0,-17-4 1 0 0,12 1-61 0 0,0-1-1 0 0,-25-8 1 0 0,37 10-478 0 0,0-1 0 0 0,1 0 0 0 0,-1 0 0 0 0,0-1 0 0 0,1 1 1 0 0,0-2-1 0 0,0 1 0 0 0,0-1 0 0 0,-6-6 0 0 0,10 10 2 0 0,1 0 0 0 0,0-1 0 0 0,0 1 0 0 0,0-1-1 0 0,0 1 1 0 0,0-1 0 0 0,1 1 0 0 0,-1-1 0 0 0,0 0 0 0 0,1 1 0 0 0,-1-1-1 0 0,1 0 1 0 0,-1 1 0 0 0,1-1 0 0 0,0 0 0 0 0,0 1 0 0 0,0-1 0 0 0,0 0-1 0 0,0 0 1 0 0,0 1 0 0 0,0-1 0 0 0,1 0 0 0 0,-1 0 0 0 0,2-3 0 0 0,1 0-1374 0 0,0-1 0 0 0,0 0 0 0 0,1 1 0 0 0,-1 0 0 0 0,7-7 0 0 0,-9 11 1277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0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2932 0 0,'13'-8'5899'0'0,"12"-10"3147"0"0,-20 16-7987 0 0,-5 2-1011 0 0,0 0 0 0 0,0-1 0 0 0,1 1 1 0 0,-1 0-1 0 0,0 0 0 0 0,0 0 0 0 0,0-1 0 0 0,1 1 0 0 0,-1 0 1 0 0,0 0-1 0 0,1 0 0 0 0,-1 0 0 0 0,0 0 0 0 0,0-1 0 0 0,1 1 1 0 0,-1 0-1 0 0,0 0 0 0 0,1 0 0 0 0,-1 0 0 0 0,0 0 0 0 0,1 0 0 0 0,-1 0 1 0 0,0 0-1 0 0,0 0 0 0 0,1 0 0 0 0,-1 0 0 0 0,0 0 0 0 0,1 0 1 0 0,-1 1-1 0 0,0-1 0 0 0,1 0 0 0 0,-1 0 0 0 0,8 7 560 0 0,-1 1-1 0 0,0 0 1 0 0,-1 0-1 0 0,0 1 1 0 0,0-1-1 0 0,0 1 1 0 0,4 13-1 0 0,17 23 797 0 0,148 178 1386 0 0,-135-180-4353 0 0,55 45-1 0 0,-86-80 354 0 0,16 10-3484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0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87 2000 0 0,'-7'-13'3301'0'0,"0"0"1"0"0,-1 0-1 0 0,-1 1 0 0 0,-13-16 0 0 0,21 27-3207 0 0,0 1 0 0 0,0-1 0 0 0,0 0 0 0 0,0 0-1 0 0,-1 1 1 0 0,1-1 0 0 0,0 1 0 0 0,0-1 0 0 0,0 1-1 0 0,0-1 1 0 0,-1 1 0 0 0,1 0 0 0 0,0 0 0 0 0,0-1-1 0 0,-1 1 1 0 0,1 0 0 0 0,0 0 0 0 0,0 0 0 0 0,-1 0-1 0 0,1 1 1 0 0,0-1 0 0 0,0 0 0 0 0,-1 0 0 0 0,1 1-1 0 0,0-1 1 0 0,0 1 0 0 0,-2 0 0 0 0,-28 20 1171 0 0,26-17-858 0 0,-27 23 724 0 0,2 1-1 0 0,0 1 0 0 0,-30 40 1 0 0,-68 106-9 0 0,95-127-1222 0 0,-22 32 17 0 0,19-30-5789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1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1200 0 0,'7'-9'2584'0'0,"4"-6"1044"0"0,1 0 0 0 0,0 1 0 0 0,19-16 0 0 0,-26 27-3365 0 0,-1-1-1 0 0,1 1 0 0 0,1 0 1 0 0,-1 0-1 0 0,0 0 0 0 0,1 0 0 0 0,0 1 1 0 0,-1 0-1 0 0,1 1 0 0 0,0-1 1 0 0,0 1-1 0 0,0 0 0 0 0,0 0 0 0 0,7 1 1 0 0,4 0-151 0 0,-1 2 0 0 0,0 0 0 0 0,0 1 1 0 0,0 0-1 0 0,0 2 0 0 0,-1-1 0 0 0,1 2 1 0 0,-1 0-1 0 0,-1 1 0 0 0,1 1 0 0 0,-1 0 0 0 0,25 19 1 0 0,-31-20-34 0 0,0-1 0 0 0,-1 2 1 0 0,0-1-1 0 0,-1 1 1 0 0,1 0-1 0 0,-1 0 0 0 0,-1 0 1 0 0,0 1-1 0 0,7 15 1 0 0,-9-17 87 0 0,-1 1 1 0 0,0-1 0 0 0,0 1 0 0 0,-1-1 0 0 0,0 1-1 0 0,0 0 1 0 0,-1 0 0 0 0,0 0 0 0 0,0-1 0 0 0,-1 1 0 0 0,0 0-1 0 0,0 0 1 0 0,-4 11 0 0 0,-1-2 56 0 0,-1 0 0 0 0,0-1 0 0 0,-2 0 0 0 0,1 0 0 0 0,-2-1 0 0 0,0 0 0 0 0,-1-1 0 0 0,-1 0 0 0 0,0-1 0 0 0,-1 0 0 0 0,-23 19 0 0 0,-16 6 1324 0 0,-107 61-1 0 0,114-73-1396 0 0,41-25-151 0 0,-25 15 0 0 0,17-9 0 0 0,3-1 0 0 0,5-1 0 0 0,16-2 0 0 0,398-20 0 0 0,-385 15 0 0 0,184-24 0 0 0,-189 23 0 0 0,-1 1 0 0 0,-4 0 0 0 0,-1 0 0 0 0,1 0 0 0 0,-2 0-173 0 0,-10 2-802 0 0,2 2 826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8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0 656 0 0,'-29'6'12356'0'0,"24"-3"-10380"0"0,19-2-1693 0 0,321 8 47 0 0,-311-9-353 0 0,56-1-889 0 0,-78 0 306 0 0,8 3-1354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9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1 732 0 0,'-59'22'14683'0'0,"51"-18"-14123"0"0,66 0-373 0 0,70-3 0 0 0,-64-2-126 0 0,188-7 143 0 0,-249 8-203 0 0,24-3-337 0 0,-25 2 22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19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28 1060 0 0,'-29'3'7251'0'0,"5"1"-3661"0"0,60-4-3587 0 0,1-1 0 0 0,42-8 1 0 0,-44 5 26 0 0,-27 3-129 0 0,65-8-927 0 0,-24 1-4418 0 0,-35 5 2476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9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1100 0 0,'0'0'2456'0'0,"9"5"-519"0"0,-14 5-4554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9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1 932 0 0,'0'0'3776'0'0,"7"8"-4864"0"0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9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1324 0 0,'0'0'4313'0'0,"12"2"-4570"0"0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29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0 876 0 0,'0'0'4494'0'0,"2"0"-4185"0"0,1 1-271 0 0,7 0-2433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30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31 728 0 0,'0'0'1433'0'0,"21"-20"5518"0"0,-12 10-6419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30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1292 0 0,'0'0'5015'0'0,"2"0"-4807"0"0,7 0 12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32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1 636 0 0,'0'0'652'0'0,"10"3"-96"0"0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32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1 372 0 0,'0'0'3132'0'0,"9"3"-2204"0"0,0 4-1820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33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0 968 0 0,'10'6'6329'0'0,"-4"-2"-6210"0"0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3:59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36 3444 0 0,'-27'-20'18085'0'0,"17"11"-15259"0"0,10 9-2800 0 0,0 0 0 0 0,0 0 0 0 0,0-1 0 0 0,0 1 1 0 0,0 0-1 0 0,0 0 0 0 0,0 0 0 0 0,0 0 0 0 0,0-1 0 0 0,0 1 0 0 0,0 0 0 0 0,0 0 0 0 0,0 0 0 0 0,0 0 0 0 0,0-1 0 0 0,0 1 1 0 0,0 0-1 0 0,0 0 0 0 0,0 0 0 0 0,0 0 0 0 0,1 0 0 0 0,-1 0 0 0 0,0-1 0 0 0,0 1 0 0 0,0 0 0 0 0,0 0 0 0 0,0 0 0 0 0,0 0 1 0 0,0 0-1 0 0,1 0 0 0 0,-1 0 0 0 0,0 0 0 0 0,0-1 0 0 0,0 1 0 0 0,0 0 0 0 0,0 0 0 0 0,1 0 0 0 0,-1 0 0 0 0,0 0 0 0 0,25-2 6 0 0,-22 2 20 0 0,169 5-3721 0 0,-58 2-8459 0 0,-93-5 4847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0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0 1060 0 0,'-52'24'6538'0'0,"-31"18"528"0"0,54-23-4996 0 0,29-18-2037 0 0,1 0 0 0 0,-1-1 0 0 0,1 1 0 0 0,0-1 0 0 0,-1 1 0 0 0,1 0 0 0 0,0-1 0 0 0,-1 1 0 0 0,1-1-1 0 0,0 0 1 0 0,0 1 0 0 0,-1-1 0 0 0,1 1 0 0 0,0-1 0 0 0,0 0 0 0 0,0 0 0 0 0,1 1 0 0 0,25 2-604 0 0,0-1 1 0 0,52-3 0 0 0,13-6-6454 0 0,-49 2 836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39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1598 29 1440 0 0,'13'-21'19075'0'0,"-28"18"-18740"0"0,1 1 0 0 0,-1 0 0 0 0,0 2 0 0 0,-18 0 0 0 0,-67 9-169 0 0,83-7-88 0 0,-131 20-17 0 0,111-17-49 0 0,35-5-1 0 0,-22 11-24 0 0,19-6 69 0 0,0 0 1 0 0,1 0 0 0 0,-1 1-1 0 0,1-1 1 0 0,0 1-1 0 0,1 0 1 0 0,-1 0 0 0 0,1 0-1 0 0,0 0 1 0 0,1 1 0 0 0,0-1-1 0 0,-3 11 1 0 0,-1 12 654 0 0,-4 48 1 0 0,6-45-434 0 0,-86 486 2567 0 0,13-101-1979 0 0,-2 334-488 0 0,-8-49-287 0 0,73-604-44 0 0,-59 364 108 0 0,-50 370-142 0 0,111-728 25 0 0,-104 910-111 0 0,-3 3 7 0 0,98-844 104 0 0,-17 123 247 0 0,36-280-282 0 0,-24 126 15 0 0,-28 70-331 0 0,-29 78 249 0 0,30-108 326 0 0,3 12-176 0 0,48-191-75 0 0,1 19 23 0 0,0-20-24 0 0,1 0 0 0 0,0 0 1 0 0,0 0-1 0 0,0 1 0 0 0,0-1 0 0 0,0 0 0 0 0,1 0 1 0 0,-1 0-1 0 0,1 1 0 0 0,-1-1 0 0 0,1 0 0 0 0,0 0 1 0 0,0 0-1 0 0,0 0 0 0 0,0 0 0 0 0,0 0 1 0 0,3 2-1 0 0,-2-2 2 0 0,1 0 1 0 0,-1 0 0 0 0,1-1-1 0 0,-1 1 1 0 0,1-1 0 0 0,0 0 0 0 0,-1 0-1 0 0,1 0 1 0 0,0 0 0 0 0,0-1-1 0 0,0 1 1 0 0,0-1 0 0 0,4 1-1 0 0,17 1-342 0 0,1-1 0 0 0,0-2 0 0 0,29-3 0 0 0,77-17-2221 0 0,-56 8 1314 0 0,122-22-3547 0 0,-60 6-2386 0 0,1 0-3321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53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25 816 0 0,'0'0'1396'0'0,"-6"-8"2843"0"0,-18-5 4978 0 0,18 10-5115 0 0,14 6-4605 0 0,-6-2 648 0 0,1 0 15 0 0,46 10 637 0 0,21 3 164 0 0,131 12 1 0 0,-131-20-795 0 0,268 31 269 0 0,368 33 58 0 0,-14-27 367 0 0,132 22-702 0 0,-616-49-160 0 0,378 21 121 0 0,-518-35-62 0 0,109 4 264 0 0,188-17 0 0 0,-116-18 694 0 0,-232 27-1019 0 0,1 0 6 0 0,-3 1 14 0 0,-4-1-11 0 0,6 2-12 0 0,-4 0 3 0 0,47 1-57 0 0,-58 0-338 0 0,-13-3-7334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14:56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770 0 21655,'-769'3837'0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58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1572 0 0,'2'4'619'0'0,"7"11"9086"0"0,-7-11-10603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4:59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1 740 0 0,'0'0'11680'0'0,"-9"2"-11566"0"0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03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0 600 0 0,'0'0'4796'0'0,"3"11"1690"0"0,-3-11-6626 0 0,0 1-1 0 0,0-1 1 0 0,0 0 0 0 0,0 1 0 0 0,0-1-1 0 0,1 0 1 0 0,-1 1 0 0 0,0-1 0 0 0,0 0-1 0 0,0 1 1 0 0,0-1 0 0 0,1 0 0 0 0,-1 1-1 0 0,0-1 1 0 0,0 0 0 0 0,0 0 0 0 0,1 1-1 0 0,-1-1 1 0 0,0 0 0 0 0,1 0 0 0 0,-1 1-1 0 0,0-1 1 0 0,0 0 0 0 0,1 0 0 0 0,-1 0-1 0 0,0 1 1 0 0,1-1 0 0 0,-1 0 0 0 0,0 0-1 0 0,1 0 1 0 0,-1 0 0 0 0,1 0 0 0 0,-1 0-1 0 0,0 0 1 0 0,1 0 0 0 0,-1 0 0 0 0,0 0-1 0 0,1 0 1 0 0,-1 0 0 0 0,0 0 0 0 0,1 0-1 0 0,-1 0 1 0 0,1 0 0 0 0,-1 0 0 0 0,1-1-1 0 0,1 1 344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3.9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 6553 0 0,'0'0'0'0'0,"15"-2"241"0"0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08.8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255 40 6553 0 0,'-11'-4'0'0'0,"6"-3"40"0"0,1 0 120 0 0,-1-2-122 0 0,-1 2-39 0 0,5 6 8 0 0,1 1 1 0 0,-1-1-1 0 0,1 1 1 0 0,-1-1-1 0 0,1 1 0 0 0,-1 0 1 0 0,1-1-1 0 0,-1 1 1 0 0,0 0-1 0 0,1 0 1 0 0,-1-1-1 0 0,1 1 1 0 0,-1 0-1 0 0,0 0 1 0 0,1 0-1 0 0,-1 0 0 0 0,0 0 1 0 0,1 0-1 0 0,-1 0 1 0 0,0 0-1 0 0,1 0 1 0 0,-1 0-1 0 0,0 0 1 0 0,1 0-1 0 0,-1 0 1 0 0,1 1-1 0 0,-1-1 0 0 0,0 0 1 0 0,1 0-1 0 0,-1 1 1 0 0,1-1-1 0 0,-1 0 1 0 0,1 1-1 0 0,-1-1 1 0 0,1 1-1 0 0,-1 0 0 0 0,-6 4 145 0 0,1 0-1 0 0,0 1 0 0 0,0 0 0 0 0,0 1 0 0 0,1-1 1 0 0,0 1-1 0 0,0 0 0 0 0,1 0 0 0 0,-5 10 0 0 0,2-6 29 0 0,-14 28 577 0 0,2 0-1 0 0,1 2 0 0 0,2 0 1 0 0,1 1-1 0 0,3 0 1 0 0,1 1-1 0 0,3 0 0 0 0,1 1 1 0 0,-2 78-1 0 0,9-109-534 0 0,1 1 0 0 0,0 0 0 0 0,1-1 0 0 0,1 0 0 0 0,0 1-1 0 0,0-1 1 0 0,2 0 0 0 0,-1 0 0 0 0,2-1 0 0 0,8 17 0 0 0,-10-23-114 0 0,-1-1 0 0 0,1 0 1 0 0,0 1-1 0 0,1-1 0 0 0,-1-1 0 0 0,1 1 0 0 0,0-1 0 0 0,0 0 1 0 0,0 0-1 0 0,0 0 0 0 0,1-1 0 0 0,0 1 0 0 0,0-2 1 0 0,0 1-1 0 0,0 0 0 0 0,0-1 0 0 0,0 0 0 0 0,1-1 0 0 0,-1 1 1 0 0,0-1-1 0 0,1-1 0 0 0,-1 1 0 0 0,10-1 0 0 0,3-2 98 0 0,-1 0 0 0 0,1-1 0 0 0,-1-2 0 0 0,0 1-1 0 0,0-2 1 0 0,-1 0 0 0 0,1-1 0 0 0,-2-1-1 0 0,28-17 1 0 0,-19 9-665 0 0,-1-2 1 0 0,0-1-1 0 0,-1-1 0 0 0,-1 0 0 0 0,24-31 1 0 0,-33 35 92 0 0,-1 0 0 0 0,0-1 0 0 0,-1-1 0 0 0,-1 0 0 0 0,-1 0 0 0 0,13-37 1 0 0,-17 42 143 0 0,-2 0 0 0 0,0-1 1 0 0,-1 1-1 0 0,0-1 1 0 0,-1 0-1 0 0,0 1 1 0 0,-1-1-1 0 0,-1 0 0 0 0,0 0 1 0 0,-1 0-1 0 0,-4-16 1 0 0,2 18 36 0 0,0-1 1 0 0,-1 1-1 0 0,-1-1 0 0 0,0 1 1 0 0,0 1-1 0 0,-1-1 1 0 0,-1 1-1 0 0,0 1 1 0 0,0-1-1 0 0,-1 1 0 0 0,0 1 1 0 0,-1 0-1 0 0,0 0 1 0 0,0 1-1 0 0,-1 0 1 0 0,0 1-1 0 0,-1 0 0 0 0,0 0 1 0 0,0 2-1 0 0,-21-8 1 0 0,16 6 388 0 0,10 4-89 0 0,0 0 0 0 0,-1 0 1 0 0,1 1-1 0 0,-1 0 1 0 0,1 1-1 0 0,-1-1 1 0 0,-15 1-1 0 0,-11 0 169 0 0,24 5-195 0 0,2 1 36 0 0,4-3-60 0 0,2-2-43 0 0,-1 1-1 0 0,1 0 0 0 0,0 0 1 0 0,0 0-1 0 0,1 0 0 0 0,-1 1 1 0 0,0-1-1 0 0,0 0 0 0 0,1 1 1 0 0,-1-1-1 0 0,0 1 0 0 0,1 0 1 0 0,0-1-1 0 0,-1 1 0 0 0,1 0 1 0 0,0 0-1 0 0,0 0 0 0 0,0 0 1 0 0,0 0-1 0 0,0 0 0 0 0,0 0 1 0 0,0 3-1 0 0,0-2 16 0 0,1 0 0 0 0,-1-1 0 0 0,1 1 0 0 0,0 0 0 0 0,0 0 1 0 0,0 0-1 0 0,0 0 0 0 0,1-1 0 0 0,-1 1 0 0 0,1 0 0 0 0,-1 0 0 0 0,1-1 0 0 0,0 1 1 0 0,0 0-1 0 0,0-1 0 0 0,1 1 0 0 0,-1-1 0 0 0,4 5 0 0 0,3 0 5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09.3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21 6553 0 0,'-7'-6'241'0'0,"0"-1"-41"0"0,0 1-120 0 0,2 4 120 0 0,6 11 41 0 0,3 1-34 0 0,0-1 1 0 0,1 1-1 0 0,8 10 1 0 0,3 6 346 0 0,65 124 2023 0 0,44 77 1241 0 0,-86-162-2400 0 0,-33-57-1321 0 0,-6-7-87 0 0,0-1-1 0 0,1 0 1 0 0,-1 0 0 0 0,0 1 0 0 0,0-1 0 0 0,0 0 0 0 0,1 0 0 0 0,-1 0 0 0 0,0 1-1 0 0,0-1 1 0 0,1 0 0 0 0,-1 0 0 0 0,0 0 0 0 0,1 0 0 0 0,-1 1 0 0 0,0-1 0 0 0,0 0-1 0 0,1 0 1 0 0,-1 0 0 0 0,0 0 0 0 0,1 0 0 0 0,-1 0 0 0 0,0 0 0 0 0,1 0 0 0 0,-1 0-1 0 0,0 0 1 0 0,1 0 0 0 0,-1 0 0 0 0,0 0 0 0 0,0 0 0 0 0,1 0 0 0 0,-1-1 0 0 0,0 1-1 0 0,1 0 1 0 0,-1 0 0 0 0,0 0 0 0 0,0 0 0 0 0,1 0 0 0 0,-1-1 0 0 0,0 1 0 0 0,0 0-1 0 0,1 0 1 0 0,1-6 89 0 0,2-3 141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09.6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521 55 6553 0 0,'-4'-3'0'0'0,"5"5"0"0"0,-2-3 0 0 0,-22-33 0 0 0,17 25 0 0 0,-2 2 0 0 0,-2 4 0 0 0,8 4 40 0 0,-1 0 0 0 0,0 0 0 0 0,1 0-1 0 0,-1 1 1 0 0,1-1 0 0 0,-1 1-1 0 0,1-1 1 0 0,0 1 0 0 0,0 0 0 0 0,0 0-1 0 0,-3 2 1 0 0,-23 29 693 0 0,22-25-625 0 0,-53 62 1338 0 0,-26 32 380 0 0,82-97-1736 0 0,-217 294 5435 0 0,184-245-4581 0 0,35-47-744 0 0,14-7 40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0.1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49 6553 0 0,'6'-14'0'0'0,"1"4"0"0"0,0 2 0 0 0,-3 0 0 0 0,1 0 0 0 0,-5 8 1 0 0,0 0-1 0 0,0 0 0 0 0,0 0 1 0 0,0 0-1 0 0,0 0 0 0 0,0 0 0 0 0,0 0 1 0 0,0 0-1 0 0,0 0 0 0 0,0 0 1 0 0,0 0-1 0 0,0 1 0 0 0,0-1 0 0 0,0 0 1 0 0,0 0-1 0 0,0 0 0 0 0,0 0 1 0 0,0 0-1 0 0,1 0 0 0 0,-1 0 0 0 0,0 0 1 0 0,0 0-1 0 0,0 0 0 0 0,0 0 1 0 0,0 0-1 0 0,0 0 0 0 0,0 0 1 0 0,0 0-1 0 0,0 0 0 0 0,0 0 0 0 0,0 0 1 0 0,0 0-1 0 0,0 0 0 0 0,0 0 1 0 0,0 0-1 0 0,1 0 0 0 0,-1 0 0 0 0,0 0 1 0 0,0 0-1 0 0,0 0 0 0 0,0 0 1 0 0,0 0-1 0 0,0 0 0 0 0,0 0 0 0 0,0 0 1 0 0,0 0-1 0 0,0 0 0 0 0,0 0 1 0 0,0 0-1 0 0,0 0 0 0 0,0 0 0 0 0,0-1 1 0 0,0 1-1 0 0,0 0 0 0 0,0 0 1 0 0,1 0-1 0 0,-1 0 0 0 0,0 0 1 0 0,0 0-1 0 0,0 0 0 0 0,0 0 0 0 0,0 0 1 0 0,0 0-1 0 0,0 0 0 0 0,0 0 1 0 0,0 0-1 0 0,0 0 0 0 0,0-1 0 0 0,0 10 50 0 0,-1 9 81 0 0,-58 241 3692 0 0,27-135-1964 0 0,-50 273 4061 0 0,69-326-4791 0 0,11-59-1049 0 0,1 0 80 0 0,-1-3-63 0 0,-3-4 130 0 0,-4-9-114 0 0,2-5 154 0 0,4-3-51 0 0,1 3-176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0.7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26 109 6553 0 0,'-11'-5'40'0'0,"1"1"161"0"0,5-1-1 0 0,18 1-80 0 0,127-12 1989 0 0,-87 11-1355 0 0,5 0 163 0 0,-2 1 236 0 0,-1-3 1 0 0,76-19 0 0 0,-112 18-713 0 0,-12 0-241 0 0,-5-3-160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1.0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148 10 6553 0 0,'-16'-5'241'0'0,"3"2"-41"0"0,0 1-120 0 0,2 5 80 0 0,6 7-80 0 0,6 66 1175 0 0,-1 11-147 0 0,-11 4 1046 0 0,-29 108 0 0 0,15-83-283 0 0,12-58-1093 0 0,11-48-552 0 0,3-12-169 0 0,1-1 0 0 0,-1 0 0 0 0,0 0 0 0 0,1 1 0 0 0,0-1 0 0 0,-1 1 0 0 0,1-1 0 0 0,0 1 0 0 0,1 0 0 0 0,1-3 0 0 0,35-26-364 0 0,-18 17 99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1.5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178 95 6553 0 0,'17'-68'0'0'0,"-14"54"0"0"0,-1 2 0 0 0,-21 102 1319 0 0,7-42-733 0 0,-19 87 1468 0 0,-68 354 5181 0 0,87-433-6335 0 0,4-23-190 0 0,-3 36-1 0 0,9-58-468 0 0,-1-1-1 0 0,0-4 0 0 0,6-13 0 0 0,1 1-165 0 0,-1 1 0 0 0,1-1 0 0 0,0 1-1 0 0,0 0 1 0 0,9-8 0 0 0,-1 1-292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1.9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45 6553 0 0,'-4'0'81'0'0,"-4"-5"47"0"0,-12-10 227 0 0,10 8-98 0 0,3 1-57 0 0,-2-1-120 0 0,3 2 80 0 0,5 13-63 0 0,7 3 152 0 0,-1 0 1 0 0,2-1-1 0 0,-1 0 0 0 0,13 14 1 0 0,14 21 609 0 0,46 76 1199 0 0,-27-44-785 0 0,-25-35-479 0 0,35 53 1153 0 0,-54-85-1720 0 0,-1-1-114 0 0,0-3 154 0 0,6-8-10 0 0,-11 1-214 0 0,0-1 1 0 0,0 1 0 0 0,-1-1-1 0 0,1 1 1 0 0,0-1 0 0 0,-1 1-1 0 0,1-1 1 0 0,-1 0 0 0 0,1 0 0 0 0,0-2-1 0 0,5-9 198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2.2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438 57 6553 0 0,'-29'-46'234'0'0,"22"38"-236"0"0,-4 5-2 0 0,6 4 41 0 0,1 1 1 0 0,0-1-1 0 0,0 1 0 0 0,0 0 0 0 0,0 0 0 0 0,1 0 0 0 0,-1 1 0 0 0,0-1 0 0 0,1 1 0 0 0,-5 4 0 0 0,-31 33 811 0 0,-22 28 1758 0 0,-103 149 0 0 0,136-178-1874 0 0,18-26-342 0 0,1 0 0 0 0,0 1 0 0 0,-12 26-1 0 0,18-31-151 0 0,3-8-230 0 0,0-1 1 0 0,1 0-1 0 0,-1 0 1 0 0,0 1-1 0 0,0-1 0 0 0,0 0 1 0 0,1 0-1 0 0,-1 1 1 0 0,0-1-1 0 0,0 0 1 0 0,1 0-1 0 0,-1 1 1 0 0,0-1-1 0 0,1 0 1 0 0,-1 0-1 0 0,0 0 1 0 0,1 0-1 0 0,-1 0 1 0 0,0 1-1 0 0,1-1 1 0 0,-1 0-1 0 0,0 0 1 0 0,1 0-1 0 0,-1 0 1 0 0,0 0-1 0 0,1 0 0 0 0,0 0 1 0 0,19-2 228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2.5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91 6553 0 0,'10'-4'0'0'0,"-3"-1"40"0"0,6 2 161 0 0,358-44 5384 0 0,-351 45-5345 0 0,-2-1 0 0 0,-1 0 1 0 0,0 1 15 0 0,-2 0 11 0 0,-3-1-170 0 0,-2 0 103 0 0,1-3 40 0 0,-1-2 1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2.9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123 47 6553 0 0,'5'-12'0'0'0,"-2"0"0"0"0,-1 3 0 0 0,1 1 0 0 0,-1 2 0 0 0,1 16 40 0 0,-4 11 490 0 0,0 0 0 0 0,-9 41-1 0 0,6-41-159 0 0,-84 411 6046 0 0,64-330-4808 0 0,22-89-1391 0 0,-2-4-137 0 0,0-3 120 0 0,2-15 40 0 0,2-4-39 0 0,0 2-161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4.9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57 141 6553 0 0,'-10'-5'40'0'0,"-2"1"177"0"0,-1 0 50 0 0,0 2-170 0 0,4-2 103 0 0,20 1 40 0 0,43-8 820 0 0,0-2 0 0 0,-1-3 0 0 0,60-27 0 0 0,-106 41-944 0 0,-1-1 35 0 0,1 0 0 0 0,-1 0 0 0 0,0 0-1 0 0,0-1 1 0 0,6-5 0 0 0,-3 0-94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5.2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136 33 6553 0 0,'-10'-11'0'0'0,"3"3"40"0"0,1 0 120 0 0,-2 3-82 0 0,-1 10 119 0 0,6 2-47 0 0,0 0 0 0 0,0 1 0 0 0,0-1 1 0 0,1 1-1 0 0,0-1 0 0 0,0 1 0 0 0,1 0 1 0 0,-1 10-1 0 0,-1 6 197 0 0,-67 343 5223 0 0,68-357-5372 0 0,2 4-119 0 0,0-13-71 0 0,0-1 0 0 0,0 1 1 0 0,0-1-1 0 0,0 1 0 0 0,0-1 0 0 0,0 0 1 0 0,0 1-1 0 0,0-1 0 0 0,1 1 0 0 0,-1-1 1 0 0,0 1-1 0 0,0-1 0 0 0,0 1 0 0 0,0-1 0 0 0,1 0 1 0 0,-1 1-1 0 0,0-1 0 0 0,1 0 0 0 0,-1 1 1 0 0,0-1-1 0 0,0 0 0 0 0,1 1 0 0 0,0 0 1 0 0,15-1 228 0 0,-4-5 0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5.6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117 133 6553 0 0,'4'-14'17'0'0,"0"3"86"0"0,-1-1 0 0 0,2 1 0 0 0,-1 0 0 0 0,2 0 0 0 0,6-10 0 0 0,-9 17-68 0 0,0 1-1 0 0,-1 0 0 0 0,1 0 0 0 0,1 0 0 0 0,-1 0 0 0 0,0 0 1 0 0,1 1-1 0 0,0 0 0 0 0,-1-1 0 0 0,1 1 0 0 0,0 1 1 0 0,0-1-1 0 0,0 1 0 0 0,0-1 0 0 0,0 1 0 0 0,1 0 0 0 0,-1 0 1 0 0,5 0-1 0 0,-4 1 64 0 0,1-1 0 0 0,0 1 0 0 0,0 0 0 0 0,0 1 0 0 0,0-1 1 0 0,0 1-1 0 0,-1 0 0 0 0,1 1 0 0 0,0-1 0 0 0,-1 1 0 0 0,1 0 0 0 0,-1 1 1 0 0,0-1-1 0 0,0 1 0 0 0,1 0 0 0 0,6 6 0 0 0,-9-6-29 0 0,0 0-1 0 0,0 0 1 0 0,0 0 0 0 0,-1 0-1 0 0,1 1 1 0 0,-1-1-1 0 0,0 1 1 0 0,0-1 0 0 0,0 1-1 0 0,0 0 1 0 0,0 0-1 0 0,-1 0 1 0 0,0 0 0 0 0,0 0-1 0 0,0 0 1 0 0,-1 1-1 0 0,1-1 1 0 0,-1 0 0 0 0,0 0-1 0 0,0 0 1 0 0,0 1-1 0 0,-1-1 1 0 0,-1 7 0 0 0,-3 8 256 0 0,-1 0 0 0 0,-1 0 1 0 0,-1-1-1 0 0,-1 0 0 0 0,0 0 1 0 0,-1-1-1 0 0,-1 0 0 0 0,-15 17 1 0 0,-112 116 2593 0 0,122-134-2545 0 0,-13 11 218 0 0,13-13-82 0 0,2 0 0 0 0,-15 18-1 0 0,19-21-268 0 0,1-1-1 0 0,1-1 0 0 0,7-1 17 0 0,11-1 50 0 0,8-5-10 0 0,110-8 1573 0 0,-74 2-1121 0 0,-42 3-719 0 0,144-12 492 0 0,-126 8-441 0 0,-1-1 1 0 0,0 0 0 0 0,36-15 0 0 0,-30 8-82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5.9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84 6553 0 0,'-28'-62'0'0'0,"23"50"0"0"0,0 2 0 0 0,16 50 804 0 0,44 114 1519 0 0,47 122 1968 0 0,-49-157-2203 0 0,-47-111-1992 0 0,-6-8-84 0 0,0 1-1 0 0,1-1 1 0 0,-1 0 0 0 0,0 0-1 0 0,1 0 1 0 0,-1 1-1 0 0,1-1 1 0 0,-1 0 0 0 0,0 0-1 0 0,1 0 1 0 0,-1 0-1 0 0,1 0 1 0 0,-1 0 0 0 0,1 0-1 0 0,-1 0 1 0 0,1 0-1 0 0,-1 0 1 0 0,0 0 0 0 0,1 0-1 0 0,-1 0 1 0 0,1 0-1 0 0,0-1 1 0 0,9-9 261 0 0,-4-4 51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6.2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501 73 6553 0 0,'-1'-6'0'0'0,"1"2"0"0"0,-1 0 0 0 0,0 0 0 0 0,0 0 0 0 0,0 0 0 0 0,-1 0 0 0 0,1 0 0 0 0,-1 0 0 0 0,-3-5 0 0 0,-1-2 0 0 0,-1 0 40 0 0,-4 7 161 0 0,7 4-150 0 0,1 1 0 0 0,-1-1 0 0 0,1 1 0 0 0,-1 0 1 0 0,1 0-1 0 0,-1 0 0 0 0,1 0 0 0 0,0 1 0 0 0,-1-1 1 0 0,1 1-1 0 0,0 0 0 0 0,0 0 0 0 0,-3 2 0 0 0,-40 36 794 0 0,33-28-566 0 0,-53 51 1468 0 0,3 2 0 0 0,3 3 0 0 0,-65 95 0 0 0,92-110-529 0 0,28-44-978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6.6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1 198 6553 0 0,'46'-99'0'0'0,"-43"93"73"0"0,-1 0 0 0 0,1 0-1 0 0,0 1 1 0 0,1-1-1 0 0,-1 1 1 0 0,1 0 0 0 0,0 0-1 0 0,1 0 1 0 0,-1 1-1 0 0,1 0 1 0 0,0 0 0 0 0,0 0-1 0 0,0 0 1 0 0,0 0-1 0 0,1 1 1 0 0,-1 0 0 0 0,1 1-1 0 0,0-1 1 0 0,0 1-1 0 0,0 0 1 0 0,12-2 0 0 0,-2 1 144 0 0,0 1 1 0 0,0 1 0 0 0,0 0 0 0 0,0 1 0 0 0,0 1-1 0 0,0 0 1 0 0,17 4 0 0 0,-28-4-108 0 0,1 1 1 0 0,0-1-1 0 0,-1 1 0 0 0,0 0 1 0 0,1 1-1 0 0,-1-1 0 0 0,0 1 1 0 0,0 0-1 0 0,0 0 1 0 0,0 1-1 0 0,7 6 0 0 0,-9-7-38 0 0,-1 0 1 0 0,0 0-1 0 0,1 0 0 0 0,-1 0 0 0 0,0 0 0 0 0,-1 0 0 0 0,1 1 1 0 0,0-1-1 0 0,-1 1 0 0 0,0-1 0 0 0,0 1 0 0 0,0-1 1 0 0,0 1-1 0 0,-1 0 0 0 0,1-1 0 0 0,-1 1 0 0 0,0 0 0 0 0,0-1 1 0 0,-1 6-1 0 0,-1 3 128 0 0,-1 0 0 0 0,0-1 0 0 0,-1 1 0 0 0,0-1 1 0 0,-1 0-1 0 0,-1 0 0 0 0,1 0 0 0 0,-2-1 0 0 0,1 1 1 0 0,-14 14-1 0 0,-10 9 950 0 0,-53 45 1 0 0,37-36-181 0 0,-68 60 1158 0 0,105-94-1901 0 0,9-8-224 0 0,0-1 1 0 0,0 0-1 0 0,-1 0 1 0 0,1 1-1 0 0,0-1 1 0 0,0 0 0 0 0,0 1-1 0 0,0-1 1 0 0,0 0-1 0 0,0 1 1 0 0,-1-1 0 0 0,1 0-1 0 0,0 1 1 0 0,0-1-1 0 0,0 0 1 0 0,0 1-1 0 0,0-1 1 0 0,0 0 0 0 0,0 1-1 0 0,1-1 1 0 0,-1 0-1 0 0,0 1 1 0 0,0-1 0 0 0,0 0-1 0 0,0 1 1 0 0,1 0-1 0 0,0-1 19 0 0,0 1 1 0 0,0 0-1 0 0,0 0 0 0 0,0-1 0 0 0,0 1 0 0 0,0-1 0 0 0,1 1 0 0 0,-1-1 1 0 0,0 1-1 0 0,1-1 0 0 0,-1 0 0 0 0,0 0 0 0 0,0 0 0 0 0,1 1 1 0 0,2-2-1 0 0,25 0 285 0 0,-25 1-248 0 0,573-53 3210 0 0,-251 27-3269 0 0,-286 20 0 0 0,-24 4 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18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58 6553 0 0,'12'4'40'0'0,"0"-1"161"0"0,-2-2-35 0 0,0 0 1 0 0,-1-1-1 0 0,1 0 0 0 0,0 0 1 0 0,-1-1-1 0 0,17-4 1 0 0,-1 1 310 0 0,328-18 4500 0 0,1 21 92 0 0,-30 2-448 0 0,1036-35-3149 0 0,-399 34-1472 0 0,-425 2 0 0 0,-217 0 0 0 0,363-5 0 0 0,950 9 0 0 0,-981 10 0 0 0,-477-13 0 0 0,122 2 0 0 0,459 13 0 0 0,-476-11 0 0 0,-257-7 0 0 0,0-1 0 0 0,0 0 0 0 0,-4 1 0 0 0,-1 0 0 0 0,2 0 0 0 0,1-1 0 0 0,-4 0 0 0 0,-4-1 0 0 0,-8-6 0 0 0,-7-4-40 0 0,-4-2-120 0 0,3 2 120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2.6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0,'0'0'0'0'0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4.4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 6553 0 0,'7'-7'241'0'0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36.0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0 6553 0 0,'-11'3'57'0'0,"2"1"170"0"0,2 2-131 0 0,2 1 105 0 0,4 0 39 0 0,11-1 0 0 0,-7-5-194 0 0,0 0 0 0 0,-1-1 0 0 0,1 1 0 0 0,0 0-1 0 0,0-1 1 0 0,0 0 0 0 0,-1 1 0 0 0,1-1 0 0 0,0 0 0 0 0,0-1-1 0 0,4 0 1 0 0,2 0 85 0 0,364 9 5118 0 0,113 4 1590 0 0,352 16-4058 0 0,-201-9-1370 0 0,569 45-1411 0 0,-925-53 0 0 0,-70-3 0 0 0,-189-7 0 0 0,-4-1 0 0 0,1 1 0 0 0,1 0 0 0 0,-2-1 0 0 0,0 1 0 0 0,-3-1 0 0 0,0 0 0 0 0,-6-5 0 0 0,-15-3 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37.6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0 6553 0 0,'-3'10'201'0'0,"1"0"-121"0"0,0-1 80 0 0,0-3-80 0 0,1-15 120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1.4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 6553 0 0,'0'0'0'0'0,"7"-6"0"0"0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3.9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4 6553 0 0,'6'-3'0'0'0,"-5"13"40"0"0,-2 35 788 0 0,-3-1-1 0 0,-1 1 0 0 0,-12 44 0 0 0,-43 128 2555 0 0,44-161-2492 0 0,-9 14 188 0 0,21-57-982 0 0,-1-3 171 0 0,1-3-10 0 0,0-12-57 0 0,5-5-160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5.1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15 6553 0 0,'-7'-5'0'0'0,"0"-1"0"0"0,-1 3 40 0 0,-1 6 161 0 0,7 7 56 0 0,4-4-147 0 0,0 0 0 0 0,1 0 0 0 0,0 0 0 0 0,-1-1 0 0 0,2 1 0 0 0,-1-1 0 0 0,5 7 0 0 0,33 36 874 0 0,-34-40-801 0 0,30 33 836 0 0,3-2 0 0 0,1-1 0 0 0,2-2 0 0 0,58 38 0 0 0,-95-68-849 0 0,-4-5-142 0 0,-1 1-1 0 0,0-1 0 0 0,1 0 1 0 0,-1 0-1 0 0,1 0 0 0 0,-1 0 1 0 0,1 0-1 0 0,-1 0 0 0 0,1 0 1 0 0,0 0-1 0 0,-1-1 0 0 0,1 1 1 0 0,0-1-1 0 0,2 1 0 0 0,12 3 230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5.3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531 25 6553 0 0,'-3'-5'126'0'0,"2"4"-106"0"0,1 0 1 0 0,-1 0 0 0 0,0 0 0 0 0,0 0 0 0 0,0 0 0 0 0,0 0-1 0 0,0 0 1 0 0,0 0 0 0 0,0 0 0 0 0,0 0 0 0 0,-1 0-1 0 0,1 1 1 0 0,0-1 0 0 0,0 1 0 0 0,-1-1 0 0 0,1 1-1 0 0,0-1 1 0 0,-3 0 0 0 0,-14-3 380 0 0,-6 4-81 0 0,13 2-133 0 0,0 0 1 0 0,1 1 0 0 0,-1 0-1 0 0,0 1 1 0 0,1 0-1 0 0,0 0 1 0 0,0 1-1 0 0,0 1 1 0 0,-13 9-1 0 0,-10 10 730 0 0,-36 35 0 0 0,50-43-516 0 0,-23 22 861 0 0,-43 51 1 0 0,71-74-893 0 0,1 1 0 0 0,1 0 0 0 0,1 1 0 0 0,0 1 0 0 0,1 0 0 0 0,-11 29 1 0 0,20-44-284 0 0,0 0 0 0 0,0 0 0 0 0,0 0 0 0 0,0 0 1 0 0,1 0-1 0 0,-1 0 0 0 0,2 6 0 0 0,0-1-47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5.6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74 6553 0 0,'52'-54'0'0'0,"-42"45"0"0"0,0 2 0 0 0,-2 3 0 0 0,0 9 40 0 0,-3 7 161 0 0,-4-3 3 0 0,-1 1-1 0 0,1 0 1 0 0,-1-1 0 0 0,-1 1 0 0 0,-2 17 0 0 0,-16 51 850 0 0,7-31-292 0 0,-5 20 245 0 0,9-41-414 0 0,2 2-1 0 0,0-1 1 0 0,-3 54-1 0 0,8-78-539 0 0,1-3-36 0 0,0 1-1 0 0,-1 0 1 0 0,1 0-1 0 0,0-1 1 0 0,0 1 0 0 0,0 0-1 0 0,0-1 1 0 0,0 1-1 0 0,0 0 1 0 0,0-1-1 0 0,1 1 1 0 0,-1 0-1 0 0,0-1 1 0 0,0 1 0 0 0,0 0-1 0 0,1-1 1 0 0,-1 1-1 0 0,0 0 1 0 0,1-1-1 0 0,-1 1 1 0 0,0-1-1 0 0,1 1 1 0 0,-1 0 0 0 0,1-1-1 0 0,0 1 1 0 0,7 9 39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5.8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1 102 6553 0 0,'5'-9'40'0'0,"0"0"120"0"0,2 1-122 0 0,3 1 41 0 0,8 5 276 0 0,-5 2-209 0 0,52-2 1293 0 0,0-3 0 0 0,107-21-1 0 0,-166 25-1321 0 0,-1-1-1 0 0,1 0 0 0 0,-1 0 1 0 0,1-1-1 0 0,-1 1 0 0 0,0-1 0 0 0,0 0 1 0 0,5-4-1 0 0,-1-2 121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6.0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195 8 6553 0 0,'-16'-4'201'0'0,"1"1"-121"0"0,2 2 120 0 0,-1 5 40 0 0,11-3-176 0 0,0 1-1 0 0,0 0 1 0 0,1 1-1 0 0,-1-1 1 0 0,1 0-1 0 0,-1 1 1 0 0,1 0-1 0 0,0-1 1 0 0,0 1-1 0 0,0 0 1 0 0,0 0-1 0 0,0 0 1 0 0,-1 5-1 0 0,-17 47 746 0 0,16-41-609 0 0,-21 68 1548 0 0,4 2 0 0 0,-10 86 0 0 0,30-166-1674 0 0,2 15 132 0 0,2-7-5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6.4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65 6553 0 0,'38'-46'0'0'0,"-29"37"0"0"0,4 3 0 0 0,3 4 40 0 0,-11 1 7 0 0,-4 1-32 0 0,1 0 1 0 0,-1-1-1 0 0,0 2 0 0 0,1-1 0 0 0,-1 0 0 0 0,1 0 1 0 0,-1 0-1 0 0,1 1 0 0 0,-1-1 0 0 0,0 1 0 0 0,1-1 0 0 0,-1 1 1 0 0,0-1-1 0 0,1 1 0 0 0,1 1 0 0 0,0-1 48 0 0,0 1 0 0 0,0-1 0 0 0,0 1 0 0 0,0-1 1 0 0,0 1-1 0 0,-1 0 0 0 0,1 0 0 0 0,0 0 0 0 0,-1 1 0 0 0,0-1 0 0 0,1 0 0 0 0,-1 1 0 0 0,0 0 0 0 0,0-1 0 0 0,-1 1 0 0 0,4 6 0 0 0,-4-4 18 0 0,0-1 1 0 0,0 0-1 0 0,0 1 0 0 0,0-1 1 0 0,-1 1-1 0 0,1-1 0 0 0,-1 1 1 0 0,0-1-1 0 0,-1 1 0 0 0,1-1 1 0 0,-2 6-1 0 0,-2 5 186 0 0,-1 0 1 0 0,-1 0-1 0 0,0-1 0 0 0,-1 1 0 0 0,0-1 1 0 0,-11 15-1 0 0,-77 94 1993 0 0,11-16-279 0 0,76-96-1741 0 0,5-1 0 0 0,3-10-226 0 0,0 1-1 0 0,0-1 0 0 0,0 1 1 0 0,0 0-1 0 0,0-1 0 0 0,1 1 1 0 0,-1-1-1 0 0,0 1 0 0 0,1-1 1 0 0,-1 1-1 0 0,0-1 0 0 0,1 1 1 0 0,-1-1-1 0 0,0 0 0 0 0,1 1 1 0 0,-1-1-1 0 0,1 1 1 0 0,-1-1-1 0 0,1 0 0 0 0,0 1 1 0 0,3 1 66 0 0,0-1 0 0 0,0 0 0 0 0,1 1 0 0 0,-1-1 0 0 0,1-1 1 0 0,-1 1-1 0 0,1-1 0 0 0,-1 1 0 0 0,1-1 0 0 0,5-1 1 0 0,52-7 711 0 0,-47 5-537 0 0,367-74 1774 0 0,-325 62-2647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6.7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62 6553 0 0,'-7'-5'0'0'0,"-22"-24"0"0"0,21 20 0 0 0,1 0 0 0 0,0 2 0 0 0,1 5 0 0 0,6 12 40 0 0,6 5 266 0 0,1 0 0 0 0,1 0-1 0 0,0-1 1 0 0,11 16 0 0 0,-1-3 271 0 0,25 50 1568 0 0,45 115 0 0 0,-61-131-1070 0 0,-16-38-594 0 0,-8-14-241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6.9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435 56 6553 0 0,'-9'-9'15'0'0,"3"2"30"0"0,0 2 0 0 0,0-1 0 0 0,-1 1 0 0 0,-8-6 1 0 0,2 3 211 0 0,-4 4 49 0 0,12 4-215 0 0,-1 1 1 0 0,0 0-1 0 0,1 0 0 0 0,-1 0 0 0 0,0 1 0 0 0,1 0 0 0 0,0 0 0 0 0,-1 1 1 0 0,1-1-1 0 0,0 1 0 0 0,0 0 0 0 0,0 0 0 0 0,-6 6 0 0 0,-7 6 556 0 0,-30 33-1 0 0,11-9 201 0 0,11-12-121 0 0,1 1 1 0 0,0 1-1 0 0,3 1 0 0 0,-33 54 1 0 0,52-76-561 0 0,-1-1 1 0 0,1 1-1 0 0,-3 15 1 0 0,5-21-123 0 0,0 0 0 0 0,1 1 0 0 0,0-1 0 0 0,0 1 0 0 0,-1-1 0 0 0,1 1 0 0 0,1-1 0 0 0,-1 1-1 0 0,0-1 1 0 0,1 1 0 0 0,-1-1 0 0 0,1 0 0 0 0,0 1 0 0 0,0-1 0 0 0,0 0 0 0 0,0 1 0 0 0,1 1 0 0 0,6 5 156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7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69 6553 0 0,'5'-8'0'0'0,"1"0"0"0"0,1 2 0 0 0,-7 5 6 0 0,1 0-1 0 0,-1 0 1 0 0,1 1-1 0 0,0-1 1 0 0,-1 0-1 0 0,1 1 0 0 0,0-1 1 0 0,0 1-1 0 0,0-1 1 0 0,-1 1-1 0 0,1-1 1 0 0,0 1-1 0 0,0 0 1 0 0,0-1-1 0 0,0 1 0 0 0,0 0 1 0 0,0 0-1 0 0,0 0 1 0 0,-1 0-1 0 0,1-1 1 0 0,0 1-1 0 0,0 0 1 0 0,1 1-1 0 0,2-1 105 0 0,34-5 681 0 0,0 2 1 0 0,51 1 0 0 0,12 0 737 0 0,-57 0-1010 0 0,-7 0 235 0 0,0-1 1 0 0,43-10 0 0 0,-59 8-515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7.4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142 58 6553 0 0,'5'-14'0'0'0,"0"2"0"0"0,-1 2 0 0 0,-1 2 0 0 0,1 0 0 0 0,0 3 40 0 0,-1 13 161 0 0,-3 10 125 0 0,-2-1 1 0 0,0 1 0 0 0,0-1 0 0 0,-10 30-1 0 0,3-9 312 0 0,-104 385 5846 0 0,110-412-6404 0 0,-1 2 137 0 0,-3-1 49 0 0,-2-6-169 0 0,3-10 103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8.0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57 6553 0 0,'-9'0'241'0'0,"22"2"39"0"0,39-2 793 0 0,1-1-1 0 0,69-12 1 0 0,-65 7-189 0 0,-38 4-534 0 0,-1 0 1 0 0,0-1 0 0 0,0-1 0 0 0,0 0 0 0 0,30-12-1 0 0,-35 9-93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8.3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201 10 6553 0 0,'-15'-5'241'0'0,"0"2"-41"0"0,-4 2-49 0 0,15 5-95 0 0,4-3-23 0 0,-3 2 39 0 0,1-1-1 0 0,-1 1 1 0 0,1 0-1 0 0,-1 0 1 0 0,1 0 0 0 0,0 1-1 0 0,1-1 1 0 0,-1 0-1 0 0,0 1 1 0 0,-1 5-1 0 0,-10 43 669 0 0,7-28-263 0 0,-11 43 482 0 0,-64 266 4038 0 0,80-333-4988 0 0,-3 31 558 0 0,4-29-521 0 0,0-1-1 0 0,-1 1 1 0 0,1 0 0 0 0,1 0-1 0 0,-1-1 1 0 0,0 1-1 0 0,0 0 1 0 0,1 0 0 0 0,-1-1-1 0 0,1 1 1 0 0,0 0 0 0 0,-1-1-1 0 0,1 1 1 0 0,2 2 0 0 0,7 1 74 0 0,13-4 280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8.9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96 6553 0 0,'14'-43'474'0'0,"-11"33"-480"0"0,0 1 0 0 0,0 1 0 0 0,4 2 4 0 0,-4 4 41 0 0,0 0 0 0 0,0 0 0 0 0,0 0-1 0 0,0 1 1 0 0,0-1 0 0 0,1 1 0 0 0,-1 0 0 0 0,0 0 0 0 0,1 0 0 0 0,-1 1 0 0 0,1-1 0 0 0,6 1 0 0 0,1-1 150 0 0,4-1 52 0 0,0 2-1 0 0,0-1 0 0 0,22 4 1 0 0,-31-3-134 0 0,0 1 0 0 0,0 0 0 0 0,0 1 0 0 0,0-1 1 0 0,0 1-1 0 0,0 1 0 0 0,-1-1 0 0 0,1 1 1 0 0,-1 0-1 0 0,0 0 0 0 0,7 5 0 0 0,-10-7-71 0 0,-1 1 0 0 0,0-1 0 0 0,0 0 0 0 0,1 1 1 0 0,-1-1-1 0 0,0 1 0 0 0,0-1 0 0 0,0 1 0 0 0,-1-1 0 0 0,1 1 0 0 0,0 0 0 0 0,-1-1 0 0 0,1 1 0 0 0,-1 0 0 0 0,1 0 0 0 0,-1 0 0 0 0,0-1 0 0 0,0 1 0 0 0,0 2 0 0 0,0 0 26 0 0,0-1 0 0 0,-1 1 0 0 0,0-1 0 0 0,0 1 0 0 0,0-1 0 0 0,-1 0 0 0 0,1 1-1 0 0,-1-1 1 0 0,-2 4 0 0 0,-4 5 221 0 0,-1-1 0 0 0,0 0 0 0 0,-20 17 0 0 0,-73 54 1746 0 0,96-74-1730 0 0,14-4-49 0 0,7-5-15 0 0,-7-1-120 0 0,0 1-1 0 0,0 0 1 0 0,0 0 0 0 0,0 1 0 0 0,0 0 0 0 0,-1 1 0 0 0,1 0-1 0 0,0 0 1 0 0,9 3 0 0 0,-1 0 143 0 0,-5-2-76 0 0,-1 2 1 0 0,0-1 0 0 0,0 2-1 0 0,-1-1 1 0 0,1 1-1 0 0,-1 1 1 0 0,0-1 0 0 0,-1 2-1 0 0,1-1 1 0 0,8 9-1 0 0,-12-10-76 0 0,-1-1 1 0 0,1 1-1 0 0,-1 0 0 0 0,0 0 0 0 0,0 0 0 0 0,0 1 0 0 0,-1-1 0 0 0,0 1 0 0 0,0 0 0 0 0,0 0 1 0 0,-1 0-1 0 0,0 0 0 0 0,0 0 0 0 0,-1 0 0 0 0,1 1 0 0 0,-1-1 0 0 0,0 11 0 0 0,-2-12-24 0 0,1-1 1 0 0,-1 0-1 0 0,0 1 0 0 0,0-1 0 0 0,-1 0 0 0 0,1 1 1 0 0,-1-1-1 0 0,0 0 0 0 0,0 0 0 0 0,0 0 0 0 0,-1 0 0 0 0,0-1 1 0 0,1 1-1 0 0,-1-1 0 0 0,0 1 0 0 0,-1-1 0 0 0,1 0 0 0 0,0 0 1 0 0,-1-1-1 0 0,0 1 0 0 0,0-1 0 0 0,-7 4 0 0 0,-2 0 165 0 0,0-1-1 0 0,0-1 0 0 0,0 0 0 0 0,-1-1 1 0 0,1 0-1 0 0,-18 0 0 0 0,3 1-65 0 0,27-4-103 0 0,-55-4 65 0 0,35 2-143 0 0,4-3 0 0 0,5-2 0 0 0,5-4 0 0 0,8 8-42 0 0,-1 0-1 0 0,1 0 0 0 0,0 1 1 0 0,0-1-1 0 0,0 0 1 0 0,0 0-1 0 0,1 0 0 0 0,-1 1 1 0 0,1-1-1 0 0,-1 1 0 0 0,1-1 1 0 0,0 1-1 0 0,4-4 1 0 0,8-8-282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9.1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 6553 0 0,'5'-7'0'0'0,"0"-2"0"0"0,2 5 40 0 0,0 8 161 0 0,18 20 585 0 0,-2 1 0 0 0,29 38 0 0 0,35 62 1428 0 0,-72-102-1775 0 0,10 16 309 0 0,-14-19-230 0 0,2-1 1 0 0,19 23 0 0 0,-30-39-443 0 0,-2-2-57 0 0,1 0-1 0 0,-1-1 1 0 0,1 1-1 0 0,-1 0 0 0 0,1-1 1 0 0,-1 1-1 0 0,1 0 0 0 0,0-1 1 0 0,-1 1-1 0 0,1-1 0 0 0,0 1 1 0 0,0-1-1 0 0,0 1 0 0 0,-1-1 1 0 0,1 1-1 0 0,0-1 1 0 0,0 0-1 0 0,0 0 0 0 0,0 1 1 0 0,0-1-1 0 0,1 0 0 0 0,13 5 223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9.4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479 67 6553 0 0,'-2'-7'0'0'0,"-4"-4"0"0"0,-12-22 0 0 0,11 23 0 0 0,-3 4 0 0 0,7 7 33 0 0,1-1-1 0 0,0 0 0 0 0,0 1 0 0 0,-1 0 1 0 0,1-1-1 0 0,0 1 0 0 0,0 0 0 0 0,0 0 1 0 0,0 0-1 0 0,0 0 0 0 0,0 1 0 0 0,-3 1 1 0 0,-26 24 700 0 0,18-15-485 0 0,-37 34 1371 0 0,-64 78 0 0 0,73-78-746 0 0,28-31-586 0 0,-32 36 1273 0 0,-44 63-1 0 0,87-112-1514 0 0,-5 14 207 0 0,7-4-51 0 0,9-7-161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49.9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98 6553 0 0,'29'-39'0'0'0,"-24"34"85"0"0,0 0-1 0 0,0 0 0 0 0,0 0 1 0 0,0 1-1 0 0,1 0 0 0 0,0 0 0 0 0,0 0 1 0 0,0 1-1 0 0,0-1 0 0 0,0 2 0 0 0,1-1 1 0 0,-1 1-1 0 0,1 0 0 0 0,0 0 1 0 0,-1 1-1 0 0,1-1 0 0 0,0 2 0 0 0,11-1 1 0 0,7 1 345 0 0,1 0 1 0 0,-1 2-1 0 0,45 10 0 0 0,-58-10-216 0 0,-1 1 0 0 0,1 0 0 0 0,0 1 0 0 0,-1 0 0 0 0,0 1 0 0 0,1 0 0 0 0,13 10-1 0 0,-22-13-164 0 0,0 0-1 0 0,-1 0 0 0 0,1 0 0 0 0,-1 0 0 0 0,0 0 0 0 0,1 1 0 0 0,-1-1 0 0 0,0 1 0 0 0,-1-1 0 0 0,1 1 0 0 0,0 0 1 0 0,-1 0-1 0 0,0 0 0 0 0,1 0 0 0 0,-1 0 0 0 0,0 0 0 0 0,0 0 0 0 0,-1 0 0 0 0,1 1 0 0 0,-1-1 0 0 0,0 0 0 0 0,0 0 1 0 0,0 1-1 0 0,0-1 0 0 0,0 0 0 0 0,0 0 0 0 0,-1 1 0 0 0,0-1 0 0 0,0 0 0 0 0,0 0 0 0 0,0 0 0 0 0,-2 4 0 0 0,-3 5 185 0 0,0 0 0 0 0,-2-1 0 0 0,1 0-1 0 0,-1 0 1 0 0,-1 0 0 0 0,1-1-1 0 0,-12 9 1 0 0,-76 62 1476 0 0,66-58-1065 0 0,-57 44 1254 0 0,76-57-1632 0 0,0-1-153 0 0,2-1 114 0 0,5-1-170 0 0,4-7-54 0 0,0 0 0 0 0,0 1 1 0 0,0-1-1 0 0,0 1 1 0 0,0-1-1 0 0,0 0 1 0 0,1 0-1 0 0,-1 1 1 0 0,0-1-1 0 0,0 0 1 0 0,0 1-1 0 0,1-1 0 0 0,-1 0 1 0 0,0 0-1 0 0,0 1 1 0 0,1-1-1 0 0,-1 0 1 0 0,0 0-1 0 0,1 0 1 0 0,-1 1-1 0 0,0-1 0 0 0,1 0 1 0 0,-1 0-1 0 0,0 0 1 0 0,1 0-1 0 0,15 4 262 0 0,-1-1 1 0 0,1 0-1 0 0,-1-1 0 0 0,1-1 0 0 0,0-1 0 0 0,22-1 1 0 0,-3 0 247 0 0,58 1 209 0 0,-1-3 0 0 0,133-23 0 0 0,-211 23-722 0 0,5-1 0 0 0,-3-1 0 0 0,-2-1 0 0 0,-3-1 0 0 0,-5-3-40 0 0,-9-3-119 0 0,-5 2 81 0 0,0 1-119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7.3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301 163 6553 0 0,'1'-10'0'0'0,"-1"0"0"0"0,-3 0 0 0 0,-3 4 0 0 0,-4 0 0 0 0,8 6 27 0 0,0 0 0 0 0,-1 0 0 0 0,1 0-1 0 0,0 0 1 0 0,0 1 0 0 0,-1 0 0 0 0,1-1-1 0 0,0 1 1 0 0,0 0 0 0 0,0 0-1 0 0,0 0 1 0 0,0 0 0 0 0,0 0 0 0 0,0 1-1 0 0,0-1 1 0 0,0 0 0 0 0,0 1 0 0 0,1 0-1 0 0,-4 3 1 0 0,-31 41 806 0 0,28-34-701 0 0,-21 29 690 0 0,2 1-1 0 0,2 1 0 0 0,2 1 0 0 0,2 2 1 0 0,1 0-1 0 0,-13 52 0 0 0,29-82-515 0 0,0 0 1 0 0,1 0-1 0 0,0 1 1 0 0,1 0-1 0 0,2 28 1 0 0,0-41-250 0 0,0 0 0 0 0,0-1 0 0 0,1 1 1 0 0,-1 0-1 0 0,1-1 0 0 0,0 1 0 0 0,0-1 0 0 0,1 1 1 0 0,-1-1-1 0 0,1 1 0 0 0,0-1 0 0 0,-1 0 1 0 0,1 0-1 0 0,1 0 0 0 0,-1 0 0 0 0,0 0 0 0 0,1 0 1 0 0,0-1-1 0 0,-1 1 0 0 0,1-1 0 0 0,0 0 1 0 0,0 1-1 0 0,0-1 0 0 0,1-1 0 0 0,-1 1 0 0 0,0 0 1 0 0,1-1-1 0 0,-1 0 0 0 0,1 0 0 0 0,0 0 1 0 0,5 1-1 0 0,2-1 146 0 0,0-1 1 0 0,0 0 0 0 0,0 0-1 0 0,0-1 1 0 0,0-1 0 0 0,0 0-1 0 0,0 0 1 0 0,0-1 0 0 0,0 0-1 0 0,14-7 1 0 0,0-2-173 0 0,-1 0-1 0 0,0-2 1 0 0,23-17-1 0 0,-28 16-345 0 0,0 0-1 0 0,-2-1 0 0 0,0-1 0 0 0,0-1 0 0 0,-2 0 1 0 0,0-1-1 0 0,-1-1 0 0 0,-1 0 0 0 0,17-36 1 0 0,-23 40 103 0 0,0 0 1 0 0,-2 0 0 0 0,1-1 0 0 0,-2 1 0 0 0,0-1 0 0 0,-1 0 0 0 0,-1 0 0 0 0,0 0 0 0 0,-2 0 0 0 0,0 0-1 0 0,0-1 1 0 0,-2 1 0 0 0,0 0 0 0 0,-6-20 0 0 0,4 24 25 0 0,0 0 0 0 0,-1 1 0 0 0,-1 0 0 0 0,0 0 0 0 0,-1 0 0 0 0,0 1 0 0 0,-1 0 0 0 0,-12-14 0 0 0,13 18 140 0 0,0 0 1 0 0,0 0-1 0 0,-1 0 1 0 0,0 1-1 0 0,0 0 1 0 0,0 1-1 0 0,-1 0 0 0 0,0 0 1 0 0,0 1-1 0 0,0 0 1 0 0,-18-5-1 0 0,12 7 261 0 0,-8 1 93 0 0,0 4-80 0 0,2 3 7 0 0,18-5-194 0 0,0 1 0 0 0,0-1 0 0 0,0 1-1 0 0,0 0 1 0 0,0 0 0 0 0,1 0 0 0 0,-1 0-1 0 0,1 0 1 0 0,-1 0 0 0 0,1 1 0 0 0,0-1-1 0 0,0 1 1 0 0,0 0 0 0 0,0-1 0 0 0,0 1-1 0 0,1 0 1 0 0,0 0 0 0 0,-1 0-1 0 0,1 0 1 0 0,0 0 0 0 0,0 1 0 0 0,0-1-1 0 0,1 0 1 0 0,-1 0 0 0 0,1 1 0 0 0,0-1-1 0 0,0 0 1 0 0,0 1 0 0 0,0-1 0 0 0,1 0-1 0 0,1 7 1 0 0,1-1 113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7.6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 6553 0 0,'7'-5'57'0'0,"0"9"170"0"0,8 15 330 0 0,-2 0 0 0 0,23 42 0 0 0,-9-14 265 0 0,118 190 3545 0 0,-138-228-4110 0 0,3-2-17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7.9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342 94 6553 0 0,'-1'-14'0'0'0,"0"3"0"0"0,-1 1 0 0 0,0-1 0 0 0,-6-16 0 0 0,5 15 0 0 0,3 12 3 0 0,0-1-1 0 0,0 1 1 0 0,-1-1-1 0 0,1 1 1 0 0,0-1-1 0 0,0 1 1 0 0,0 0-1 0 0,-1-1 1 0 0,1 1 0 0 0,0 0-1 0 0,0-1 1 0 0,-1 1-1 0 0,1 0 1 0 0,0-1-1 0 0,0 1 1 0 0,-1 0-1 0 0,1 0 1 0 0,-1-1-1 0 0,1 1 1 0 0,0 0-1 0 0,-1 0 1 0 0,1-1-1 0 0,0 1 1 0 0,-1 0-1 0 0,1 0 1 0 0,-1 0-1 0 0,1 0 1 0 0,-1 0-1 0 0,1 0 1 0 0,0 0-1 0 0,-1 0 1 0 0,1 0-1 0 0,-1 0 1 0 0,1 0-1 0 0,-1 0 1 0 0,1 0-1 0 0,0 0 1 0 0,-1 0-1 0 0,1 0 1 0 0,-1 0-1 0 0,0 1 1 0 0,-10 6 187 0 0,11-7-189 0 0,-26 28 750 0 0,1 0 0 0 0,1 2-1 0 0,-28 45 1 0 0,35-49-338 0 0,-21 32 1028 0 0,2 2 0 0 0,-33 75-1 0 0,65-127-1271 0 0,3-6-110 0 0,0 1 0 0 0,0-1 1 0 0,0 1-1 0 0,0-1 0 0 0,0 1 0 0 0,1 0 1 0 0,-1-1-1 0 0,1 1 0 0 0,0 0 0 0 0,0 3 1 0 0,0 8 197 0 0,4-4-17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8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1 109 6553 0 0,'3'-12'0'0'0,"0"2"0"0"0,-2 0 0 0 0,2 1 0 0 0,4 2 0 0 0,7 5 40 0 0,37-1 1237 0 0,75-15 0 0 0,-99 13-928 0 0,3-1 484 0 0,41-14-1 0 0,-53 13-575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8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127 108 6553 0 0,'0'-18'0'0'0,"-2"2"0"0"0,1 1 0 0 0,1 3 0 0 0,0 0 0 0 0,1 0 0 0 0,6 3 0 0 0,8 1 0 0 0,4 5 40 0 0,16 1 352 0 0,-27 4-281 0 0,-1 0-13 0 0,-2-1-9 0 0,0 0 0 0 0,0 0 1 0 0,-1 0-1 0 0,1 1 0 0 0,0-1 0 0 0,0 1 0 0 0,-1 0 0 0 0,1 1 1 0 0,-1-1-1 0 0,0 1 0 0 0,0 0 0 0 0,0 0 0 0 0,0 0 0 0 0,0 0 0 0 0,0 1 1 0 0,-1 0-1 0 0,0 0 0 0 0,0 0 0 0 0,0 0 0 0 0,0 0 0 0 0,0 0 0 0 0,2 8 1 0 0,-3-6 16 0 0,0 0 0 0 0,-1 0 1 0 0,0 1-1 0 0,0-1 1 0 0,-1 0-1 0 0,1 1 0 0 0,-1-1 1 0 0,-1 0-1 0 0,1 0 0 0 0,-1 1 1 0 0,0-1-1 0 0,-1 0 1 0 0,1 0-1 0 0,-1 0 0 0 0,-1 0 1 0 0,1 0-1 0 0,-4 6 0 0 0,-6 9 368 0 0,-1 0 0 0 0,-1-2-1 0 0,-22 27 1 0 0,-55 48 1483 0 0,16-18-257 0 0,35-35-823 0 0,31-31-594 0 0,2-2-186 0 0,5 0 63 0 0,9-2-80 0 0,10-1 160 0 0,14-2 310 0 0,-1-2 0 0 0,1-1 1 0 0,-1-1-1 0 0,42-7 0 0 0,11 0 684 0 0,-76 8-1130 0 0,24-4 432 0 0,110-37 810 0 0,-104 29-1190 0 0,-8 2-156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8.8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14 100 6553 0 0,'-5'-8'40'0'0,"-2"0"161"0"0,7 8-195 0 0,0 0 0 0 0,0 0 0 0 0,0 0 0 0 0,0 0 0 0 0,0 0 1 0 0,-1 0-1 0 0,1 0 0 0 0,0 0 0 0 0,0-1 0 0 0,0 1 0 0 0,0 0 1 0 0,0 0-1 0 0,0 0 0 0 0,0 0 0 0 0,-1 0 0 0 0,1-1 0 0 0,0 1 1 0 0,0 0-1 0 0,0 0 0 0 0,0 0 0 0 0,0 0 0 0 0,0-1 0 0 0,0 1 1 0 0,0 0-1 0 0,0 0 0 0 0,0 0 0 0 0,0 0 0 0 0,0-1 0 0 0,0 1 1 0 0,0 0-1 0 0,0 0 0 0 0,0 0 0 0 0,0 0 0 0 0,0-1 0 0 0,0 1 1 0 0,0 0-1 0 0,1 0 0 0 0,-1 0 0 0 0,14-2 234 0 0,170-5 2302 0 0,-149 4-1983 0 0,-27 3-439 0 0,17-2 576 0 0,44-9 0 0 0,-64 10-592 0 0,1 0 0 0 0,0-1 0 0 0,-1 0-1 0 0,1 0 1 0 0,-1 0 0 0 0,1-1 0 0 0,-1 0-1 0 0,0 0 1 0 0,0 0 0 0 0,0 0 0 0 0,-1-1-1 0 0,1 0 1 0 0,5-7 0 0 0,-3 1 136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9.1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177 30 6553 0 0,'-17'-9'241'0'0,"5"1"-1"0"0,1 3 0 0 0,-2 0-39 0 0,1 3-121 0 0,3 8 120 0 0,6 3-35 0 0,-1 0 0 0 0,1 0 0 0 0,0 0 0 0 0,1 0 0 0 0,0 0 0 0 0,1 1 0 0 0,-1 17 0 0 0,0-6 256 0 0,-64 328 4816 0 0,57-307-4551 0 0,3-3-189 0 0,7-29-417 0 0,6 0 120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9.4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98 6553 0 0,'17'-59'0'0'0,"-14"46"0"0"0,1 3 0 0 0,-2 0 0 0 0,0 5 0 0 0,-1 15 40 0 0,-8 51 1048 0 0,-3 0 0 0 0,-2-1-1 0 0,-21 60 1 0 0,2-25 409 0 0,-14 51 1054 0 0,45-146-2544 0 0,0 1 0 0 0,0-1 0 0 0,0 0 0 0 0,0 1 0 0 0,0-1 0 0 0,0 0 1 0 0,0 1-1 0 0,0-1 0 0 0,0 0 0 0 0,0 1 0 0 0,0-1 0 0 0,0 1 0 0 0,0-1 0 0 0,0 0 0 0 0,0 1 1 0 0,0-1-1 0 0,0 0 0 0 0,0 1 0 0 0,0-1 0 0 0,1 0 0 0 0,-1 0 0 0 0,0 1 0 0 0,0-1 0 0 0,0 0 0 0 0,1 1 1 0 0,-1-1-1 0 0,0 0 0 0 0,0 0 0 0 0,1 1 0 0 0,-1-1 0 0 0,0 0 0 0 0,1 0 0 0 0,-1 0 0 0 0,0 0 1 0 0,0 1-1 0 0,1-1 0 0 0,-1 0 0 0 0,0 0 0 0 0,1 0 0 0 0,-1 0 0 0 0,1 0 0 0 0,-1 0 0 0 0,0 0 0 0 0,1 0 1 0 0,-1 0-1 0 0,0 0 0 0 0,1 0 0 0 0,-1 0 0 0 0,0 0 0 0 0,1 0 0 0 0,-1 0 0 0 0,0 0 0 0 0,1 0 1 0 0,-1 0-1 0 0,0-1 0 0 0,1 1 0 0 0,-1 0 0 0 0,0 0 0 0 0,1 0 0 0 0,-1-1 0 0 0,0 1 0 0 0,30-15 557 0 0,-14 7-307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9.7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80 6553 0 0,'19'-53'0'0'0,"-15"42"0"0"0,-1 2 0 0 0,-3 9 2 0 0,0 0 0 0 0,0-1 0 0 0,0 1-1 0 0,0 0 1 0 0,0-1 0 0 0,1 1-1 0 0,-1 0 1 0 0,0-1 0 0 0,0 1 0 0 0,0 0-1 0 0,0 0 1 0 0,0-1 0 0 0,1 1-1 0 0,-1 0 1 0 0,0 0 0 0 0,0-1 0 0 0,1 1-1 0 0,-1 0 1 0 0,0 0 0 0 0,0 0-1 0 0,1-1 1 0 0,-1 1 0 0 0,0 0 0 0 0,0 0-1 0 0,1 0 1 0 0,-1 0 0 0 0,0 0-1 0 0,1 0 1 0 0,-1-1 0 0 0,0 1 0 0 0,0 0-1 0 0,1 0 1 0 0,-1 0 0 0 0,0 0-1 0 0,1 0 1 0 0,-1 0 0 0 0,0 0 0 0 0,1 0-1 0 0,-1 1 1 0 0,0-1 0 0 0,1 0-1 0 0,-1 0 1 0 0,0 0 0 0 0,0 0 0 0 0,1 0-1 0 0,-1 0 1 0 0,0 1 0 0 0,1-1-1 0 0,-1 0 1 0 0,0 0 0 0 0,0 0 0 0 0,1 1-1 0 0,8 10 175 0 0,-8-11-159 0 0,90 151 2599 0 0,10 15 385 0 0,-90-151-2849 0 0,-5-5 190 0 0,1-1-1 0 0,17 18 1 0 0,-16-21-245 0 0,5 3 169 0 0,3-6-9 0 0,-15-3-240 0 0,0 0-1 0 0,1 0 1 0 0,-1 0-1 0 0,1 0 1 0 0,-1 0-1 0 0,0-1 1 0 0,1 1-1 0 0,-1 0 1 0 0,0-1-1 0 0,1 1 1 0 0,-1-1-1 0 0,0 0 1 0 0,1 1-1 0 0,-1-1 1 0 0,0 0-1 0 0,0 0 1 0 0,2-1-1 0 0,5-7 267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29.9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502 90 6553 0 0,'-4'-6'9'0'0,"-6"-9"146"0"0,0 0 0 0 0,-24-26-1 0 0,25 32-116 0 0,-1 5 157 0 0,6 4-139 0 0,0 1 1 0 0,0-1-1 0 0,0 1 0 0 0,0 0 1 0 0,0 0-1 0 0,0 0 0 0 0,1 0 1 0 0,-1 1-1 0 0,0 0 0 0 0,1 0 1 0 0,-1 0-1 0 0,1 0 0 0 0,-1 0 1 0 0,-3 4-1 0 0,-8 7 434 0 0,-23 25-1 0 0,21-21-30 0 0,-58 66 2258 0 0,-95 134 0 0 0,124-152-1408 0 0,43-56-1215 0 0,2-9-86 0 0,1 1 0 0 0,0-1 0 0 0,0 0-1 0 0,0 1 1 0 0,0-1 0 0 0,0 0 0 0 0,0 1 0 0 0,0-1 0 0 0,0 0 0 0 0,0 1-1 0 0,0-1 1 0 0,0 0 0 0 0,0 1 0 0 0,0-1 0 0 0,1 0 0 0 0,-1 1-1 0 0,0-1 1 0 0,0 0 0 0 0,0 1 0 0 0,0-1 0 0 0,0 0 0 0 0,1 0 0 0 0,-1 1-1 0 0,0-1 1 0 0,0 0 0 0 0,1 0 0 0 0,-1 1 0 0 0,0-1 0 0 0,0 0-1 0 0,1 1 1 0 0,19-3 467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30.4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64 116 6553 0 0,'26'-24'169'0'0,"25"-28"360"0"0,-43 46-279 0 0,-8 6-239 0 0,1 1 0 0 0,-1-1 0 0 0,0 0 0 0 0,1 0 0 0 0,-1 1-1 0 0,0-1 1 0 0,0 0 0 0 0,0 0 0 0 0,1 1 0 0 0,-1-1 0 0 0,0 0 0 0 0,0 1-1 0 0,0-1 1 0 0,0 0 0 0 0,1 1 0 0 0,-1-1 0 0 0,0 0 0 0 0,0 1 0 0 0,0-1-1 0 0,0 0 1 0 0,0 1 0 0 0,0-1 0 0 0,0 0 0 0 0,0 1 0 0 0,0-1 0 0 0,0 0-1 0 0,0 1 1 0 0,0 0 0 0 0,-3 9 186 0 0,1 0 0 0 0,-1-1 0 0 0,-1 1 0 0 0,0 0 0 0 0,-6 11 0 0 0,-9 20 365 0 0,-11 36 631 0 0,-23 66 943 0 0,47-122-1699 0 0,0 1 1 0 0,2-1 0 0 0,0 1 0 0 0,0 39-1 0 0,4-58-399 0 0,0 0 0 0 0,0-1 0 0 0,0 1 0 0 0,0 0 0 0 0,1 0 0 0 0,-1 0 0 0 0,1-1 0 0 0,0 1 0 0 0,0 0 0 0 0,0 0 0 0 0,0-1 0 0 0,0 1 0 0 0,0-1 0 0 0,1 1 0 0 0,-1-1 0 0 0,1 0 0 0 0,0 0 0 0 0,0 1 0 0 0,0-1 1 0 0,3 2-1 0 0,-2-2 24 0 0,0 0 0 0 0,1 0 1 0 0,-1-1-1 0 0,1 1 0 0 0,0-1 1 0 0,0 0-1 0 0,-1 0 0 0 0,1 0 1 0 0,0 0-1 0 0,0-1 0 0 0,0 0 1 0 0,0 0-1 0 0,4 0 0 0 0,5-1 161 0 0,0-1 1 0 0,0 0-1 0 0,0-1 0 0 0,0-1 0 0 0,0 0 1 0 0,-1 0-1 0 0,20-11 0 0 0,-9 2-497 0 0,-2 0-1 0 0,0-2 1 0 0,0-1-1 0 0,-1 0 1 0 0,27-30-1 0 0,-37 35 96 0 0,-1 0 0 0 0,0-1 0 0 0,0 0 0 0 0,-1 0-1 0 0,0-1 1 0 0,-1-1 0 0 0,-1 1 0 0 0,0-1 0 0 0,-1 0-1 0 0,7-29 1 0 0,-11 37 115 0 0,-1 0-1 0 0,1-1 0 0 0,-1 1 0 0 0,0 0 1 0 0,-1-1-1 0 0,1 1 0 0 0,-1 0 1 0 0,0 0-1 0 0,-1 0 0 0 0,0-1 0 0 0,0 1 1 0 0,0 1-1 0 0,-4-8 0 0 0,1 5-66 0 0,0-1-1 0 0,-1 2 1 0 0,0-1-1 0 0,0 1 1 0 0,0 0-1 0 0,-1 0 1 0 0,-15-11-1 0 0,-1 2-41 0 0,-1 2 1 0 0,0 0-1 0 0,-1 2 0 0 0,-1 1 0 0 0,-27-9 0 0 0,43 17 264 0 0,1 0 26 0 0,1 0 0 0 0,-1 1 0 0 0,1 0 0 0 0,-1 0 0 0 0,0 1 0 0 0,0 0 0 0 0,0 1 0 0 0,0-1 0 0 0,-8 3 0 0 0,-10-1 202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30.8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122 217 6553 0 0,'-49'-8'721'0'0,"33"6"-480"0"0,0 0 15 0 0,0-1 11 0 0,1 1-170 0 0,5 2 103 0 0,22-2 40 0 0,7 0-12 0 0,184-31 2790 0 0,-179 27-2675 0 0,-1 0 0 0 0,-1-1-1 0 0,1-2 1 0 0,-1 0 0 0 0,0-2-1 0 0,31-19 1 0 0,-48 27-379 0 0,-1-1-1 0 0,1 1 1 0 0,0-1 0 0 0,-1 0-1 0 0,0-1 1 0 0,0 1 0 0 0,0-1-1 0 0,0 1 1 0 0,-1-1-1 0 0,0 0 1 0 0,0 0 0 0 0,0-1-1 0 0,2-6 1 0 0,-1-3-50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31.0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180 32 6553 0 0,'-49'-23'962'0'0,"36"17"-722"0"0,1 4 17 0 0,-3 6 49 0 0,13-2-234 0 0,-1 0-1 0 0,1 0 1 0 0,-1 1-1 0 0,1-1 1 0 0,0 0-1 0 0,0 1 1 0 0,0 0-1 0 0,0-1 1 0 0,0 1-1 0 0,0 0 0 0 0,1 0 1 0 0,-1 0-1 0 0,1 0 1 0 0,-1 4-1 0 0,-11 48 749 0 0,10-42-633 0 0,-16 106 2685 0 0,-6 143 1 0 0,25-212-2152 0 0,1-41-624 0 0,8 1 169 0 0,8-8-9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31.4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0 124 6553 0 0,'5'-9'76'0'0,"0"1"0"0"0,1-1 0 0 0,0 1 0 0 0,0 1 0 0 0,1-1 0 0 0,0 1 0 0 0,0 0 0 0 0,1 0 0 0 0,0 1 0 0 0,0 0 0 0 0,0 0 0 0 0,1 1 0 0 0,0 0 0 0 0,0 1 0 0 0,0 0 0 0 0,0 0 0 0 0,1 1 0 0 0,-1 0 0 0 0,1 1 0 0 0,0 0 0 0 0,0 1 0 0 0,0 0 0 0 0,0 0 0 0 0,0 1 0 0 0,11 1 0 0 0,-9-1 142 0 0,-1 1 0 0 0,1 1 0 0 0,-1 0 0 0 0,0 0 0 0 0,0 1 0 0 0,0 0-1 0 0,0 1 1 0 0,20 11 0 0 0,-28-14-158 0 0,0 1 0 0 0,0 0 0 0 0,0 0 0 0 0,-1 0 0 0 0,1 1 0 0 0,0-1 0 0 0,-1 1 0 0 0,0 0-1 0 0,1-1 1 0 0,-1 1 0 0 0,0 0 0 0 0,0 0 0 0 0,-1 0 0 0 0,1 1 0 0 0,-1-1 0 0 0,1 0 0 0 0,-1 1 0 0 0,0-1 0 0 0,0 1 0 0 0,-1-1 0 0 0,1 1-1 0 0,-1-1 1 0 0,1 1 0 0 0,-1-1 0 0 0,0 1 0 0 0,-1-1 0 0 0,1 1 0 0 0,-1 0 0 0 0,1-1 0 0 0,-1 0 0 0 0,0 1 0 0 0,-2 3 0 0 0,-2 6 198 0 0,-1 0 0 0 0,0 0 1 0 0,-1-1-1 0 0,0 0 1 0 0,-1-1-1 0 0,0 1 0 0 0,-19 18 1 0 0,-79 65 1758 0 0,83-76-1603 0 0,-118 94 2623 0 0,132-104-2799 0 0,5-2-1 0 0,16-1 17 0 0,9-2 142 0 0,1-2 0 0 0,-1-1-1 0 0,1 0 1 0 0,0-2 0 0 0,36-5 0 0 0,-32 4 18 0 0,16-2-221 0 0,1-1 0 0 0,-1-2 0 0 0,0-2 0 0 0,79-28 0 0 0,-90 23-641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31.7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72 6553 0 0,'-3'-2'0'0'0,"-14"-30"0"0"0,12 17 0 0 0,-1 4 0 0 0,1-1 0 0 0,21 48 477 0 0,34 71 1515 0 0,-9-25-704 0 0,-23-45-436 0 0,0-1 1 0 0,3 0 0 0 0,1-1-1 0 0,43 52 1 0 0,-62-83-765 0 0,1-1 0 0 0,-1 1 0 0 0,1-1 0 0 0,0 1 0 0 0,-1-1 0 0 0,2 0 1 0 0,-1-1-1 0 0,0 1 0 0 0,0-1 0 0 0,1 0 0 0 0,0 0 0 0 0,-1 0 0 0 0,1 0 0 0 0,0-1 0 0 0,0 0 0 0 0,0 0 1 0 0,0 0-1 0 0,6 0 0 0 0,6-3 235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32.0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585 93 6553 0 0,'-44'-50'447'0'0,"19"23"-173"0"0,19 20-33 0 0,-6 1-1 0 0,-4 3 0 0 0,9 4-111 0 0,0 1-1 0 0,0-1 1 0 0,1 1-1 0 0,-1 0 1 0 0,1 1-1 0 0,-1-1 1 0 0,1 1-1 0 0,0 0 1 0 0,0 1 0 0 0,1 0-1 0 0,-9 6 1 0 0,-9 10 568 0 0,-27 28 1 0 0,34-31-395 0 0,-264 292 5796 0 0,256-274-5295 0 0,23-34-791 0 0,1-1-1 0 0,0 1 1 0 0,-1-1 0 0 0,1 1-1 0 0,0-1 1 0 0,-1 1 0 0 0,1-1-1 0 0,0 1 1 0 0,0-1 0 0 0,-1 1-1 0 0,1-1 1 0 0,0 1 0 0 0,0 0-1 0 0,0-1 1 0 0,0 1-1 0 0,0-1 1 0 0,0 1 0 0 0,0 0-1 0 0,0-1 1 0 0,0 1 0 0 0,0-1-1 0 0,0 1 1 0 0,0-1 0 0 0,0 1-1 0 0,0 0 1 0 0,1-1 0 0 0,-1 1-1 0 0,0-1 1 0 0,0 1 0 0 0,1-1-1 0 0,-1 1 1 0 0,0-1-1 0 0,1 1 1 0 0,-1-1 0 0 0,1 1-1 0 0,-1-1 1 0 0,1 1 0 0 0,6 6 227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32.2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86 6553 0 0,'9'-7'0'0'0,"0"-1"0"0"0,0 1 0 0 0,-2 1 0 0 0,0 0 0 0 0,2 1 0 0 0,-1-1 40 0 0,2 2 161 0 0,7 1 39 0 0,25 1 230 0 0,-9 3 61 0 0,27-3 230 0 0,-35 0-400 0 0,-2 0-32 0 0,-1-1 110 0 0,-1-1-150 0 0,-3 1-70 0 0,9-5 173 0 0,-20 4-199 0 0,3-1 64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32.5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119 77 6553 0 0,'16'-52'0'0'0,"-11"43"0"0"0,-2 0 0 0 0,1 3 0 0 0,0 16 40 0 0,-1 5 202 0 0,-2 0 0 0 0,0 0 0 0 0,0 0 0 0 0,-3 20 1 0 0,-11 62 1141 0 0,11-81-1088 0 0,-16 92 2489 0 0,-47 159 0 0 0,11-83 126 0 0,52-173-2871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1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125 1 6553 0 0,'2'7'40'0'0,"-4"1"121"0"0,-3 0-81 0 0,3-3 13 0 0,1 0 1 0 0,-1 1 0 0 0,1-1 0 0 0,-1 0-1 0 0,2 1 1 0 0,-1-1 0 0 0,0 7-1 0 0,0 4 178 0 0,-67 479 6915 0 0,63-461-6646 0 0,-26 130 2153 0 0,28-152-2493 0 0,2-1-120 0 0,1-11-72 0 0,0-1-1 0 0,0 1 0 0 0,0 0 0 0 0,0 0 0 0 0,0 0 1 0 0,1 0-1 0 0,-1 0 0 0 0,0 0 0 0 0,0 0 0 0 0,0 0 1 0 0,0 0-1 0 0,0 0 0 0 0,1 0 0 0 0,-1 0 1 0 0,0 0-1 0 0,0-1 0 0 0,0 1 0 0 0,0 0 0 0 0,1 0 1 0 0,-1 0-1 0 0,0 1 0 0 0,0-1 0 0 0,0 0 0 0 0,0 0 1 0 0,1 0-1 0 0,-1 0 0 0 0,0 0 0 0 0,0 0 0 0 0,0 0 1 0 0,0 0-1 0 0,0 0 0 0 0,1 0 0 0 0,-1 0 0 0 0,0 0 1 0 0,0 0-1 0 0,0 1 0 0 0,0-1 0 0 0,0 0 1 0 0,0 0-1 0 0,0 0 0 0 0,1 0 0 0 0,-1 0 0 0 0,0 0 1 0 0,0 1-1 0 0,0-1 0 0 0,0 0 0 0 0,0 0 0 0 0,0 0 1 0 0,0 0-1 0 0,0 0 0 0 0,0 1 0 0 0,0-1 0 0 0,0 0 1 0 0,0 0-1 0 0,1 0 37 0 0,6-5 196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1.8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80 6553 0 0,'2'-8'145'0'0,"13"-32"183"0"0,-9 27-335 0 0,-2 2 1 0 0,2 3 4 0 0,8 10 37 0 0,-10 0 40 0 0,-1 1 1 0 0,0-1 0 0 0,0 1-1 0 0,0-1 1 0 0,0 1 0 0 0,0 0-1 0 0,-1 0 1 0 0,1 0-1 0 0,2 5 1 0 0,20 35 720 0 0,-22-37-651 0 0,54 90 1598 0 0,-50-87-1520 0 0,0 0 1 0 0,0 0-1 0 0,1 0 1 0 0,0-1-1 0 0,1 0 0 0 0,-1-1 1 0 0,16 10-1 0 0,-12-12 11 0 0,4-3 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2.0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463 38 6553 0 0,'0'-3'83'0'0,"-20"-20"555"0"0,9 15-397 0 0,-1 5-1 0 0,9 3-189 0 0,-1 0 1 0 0,1 1-1 0 0,0 0 1 0 0,0 0-1 0 0,0 0 1 0 0,0 0-1 0 0,0 0 1 0 0,0 0-1 0 0,0 1 1 0 0,0 0-1 0 0,1-1 1 0 0,-1 1-1 0 0,-4 4 1 0 0,-35 35 850 0 0,31-30-685 0 0,-148 158 3065 0 0,121-123-1618 0 0,-60 94-1 0 0,93-132-1487 0 0,1 0-1 0 0,0 0 1 0 0,0 1-1 0 0,-3 13 1 0 0,5-11 107 0 0,5 3 57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2.3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96 6553 0 0,'6'-10'0'0'0,"1"-1"0"0"0,-1 2 0 0 0,-1 0 0 0 0,1 1 0 0 0,2 1 40 0 0,6 4 121 0 0,-2 1 59 0 0,0 2 0 0 0,0-1 1 0 0,14 2-1 0 0,1 0 140 0 0,46-2 719 0 0,-45 2-585 0 0,0-2 0 0 0,-1 0 1 0 0,1-2-1 0 0,-1-1 0 0 0,40-11 0 0 0,-53 9-237 0 0,2-2 66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2.8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120 68 6553 0 0,'-2'-13'0'0'0,"0"0"0"0"0,1 2 0 0 0,-1 0 0 0 0,4 0 0 0 0,8 5 0 0 0,5 4 80 0 0,-6 2 92 0 0,0 0-1 0 0,0 0 0 0 0,0 1 1 0 0,-1 0-1 0 0,1 0 0 0 0,16 5 1 0 0,-20-4-49 0 0,1 0-1 0 0,-1 1 1 0 0,0 0 0 0 0,0 0 0 0 0,0 0 0 0 0,-1 0 0 0 0,7 7 0 0 0,-7-7-28 0 0,-1 0 1 0 0,0 0-1 0 0,0 1 1 0 0,0 0-1 0 0,0-1 1 0 0,-1 1-1 0 0,1 0 1 0 0,-1 0-1 0 0,0 0 1 0 0,0 1 0 0 0,-1-1-1 0 0,1 0 1 0 0,-1 1-1 0 0,0-1 1 0 0,1 7-1 0 0,-2-4 51 0 0,0 1-1 0 0,0-1 1 0 0,-1 0-1 0 0,0 1 0 0 0,0-1 1 0 0,-1 0-1 0 0,1 0 1 0 0,-6 13-1 0 0,-4 4 312 0 0,-2-1-1 0 0,0 0 1 0 0,-1-1-1 0 0,-20 24 0 0 0,7-13 517 0 0,-38 36 1 0 0,-40 45 1439 0 0,100-103-2316 0 0,5-11-89 0 0,0 1 0 0 0,0-1 1 0 0,0 1-1 0 0,0-1 0 0 0,0 0 0 0 0,0 1 1 0 0,1-1-1 0 0,-1 0 0 0 0,0 1 1 0 0,0-1-1 0 0,0 1 0 0 0,1-1 0 0 0,-1 0 1 0 0,0 1-1 0 0,0-1 0 0 0,1 0 1 0 0,-1 0-1 0 0,0 1 0 0 0,1-1 0 0 0,-1 0 1 0 0,0 0-1 0 0,1 1 0 0 0,-1-1 1 0 0,0 0-1 0 0,1 0 0 0 0,-1 0 0 0 0,1 0 1 0 0,0 1-1 0 0,9 0 191 0 0,1 0 0 0 0,-1-1 0 0 0,0 0 0 0 0,1-1-1 0 0,15-3 1 0 0,4 1 259 0 0,318-35 3834 0 0,-200 17-4292 0 0,-129 19 0 0 0,-5 0 0 0 0,0-2 0 0 0,0 1 0 0 0,-5-2 0 0 0,-3-2 0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3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87 31 6553 0 0,'-13'-2'241'0'0,"-6"0"-1"0"0,4 0 0 0 0,1 0 1 0 0,-2 0-41 0 0,6 1-160 0 0,19 4 40 0 0,27 2 547 0 0,-1-2 1 0 0,1-1-1 0 0,0-1 1 0 0,0-2-1 0 0,56-9 1 0 0,-88 9-511 0 0,1 0 0 0 0,0-1 0 0 0,0 1 0 0 0,-1-1 1 0 0,1 0-1 0 0,6-3 0 0 0,-1-3 123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3.4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170 17 6553 0 0,'-12'-7'40'0'0,"1"2"121"0"0,0 1-81 0 0,-3 7 137 0 0,12-1-166 0 0,0 0 0 0 0,0 0 0 0 0,0-1 1 0 0,1 1-1 0 0,-1 1 0 0 0,0-1 1 0 0,1 0-1 0 0,0 0 0 0 0,-1 0 0 0 0,1 1 1 0 0,-2 4-1 0 0,-8 33 453 0 0,5-18-223 0 0,-65 286 4509 0 0,68-291-4505 0 0,-6 35 498 0 0,9-48-716 0 0,0 0 0 0 0,0 0 0 0 0,0 0 0 0 0,0 0 0 0 0,0 0 0 0 0,1 0 0 0 0,0-1 0 0 0,0 1 0 0 0,2 7 1 0 0,5-3 132 0 0,8-1 40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3.8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99 109 6553 0 0,'10'-18'11'0'0,"-4"6"29"0"0,1 0 1 0 0,13-17 0 0 0,-18 25-30 0 0,1 2 1 0 0,0-1 0 0 0,-1 0 0 0 0,1 0-1 0 0,0 1 1 0 0,1 0 0 0 0,-1-1 0 0 0,0 1-1 0 0,1 0 1 0 0,-1 1 0 0 0,1-1 0 0 0,-1 1 0 0 0,8-2-1 0 0,-6 1 94 0 0,0 1 0 0 0,0 1 0 0 0,0-1 0 0 0,0 1 0 0 0,1 0 0 0 0,-1 0 1 0 0,0 0-1 0 0,0 1 0 0 0,0-1 0 0 0,0 1 0 0 0,0 1 0 0 0,0-1 0 0 0,0 1 0 0 0,0 0 0 0 0,0 0 0 0 0,-1 0 0 0 0,1 1 0 0 0,-1-1 0 0 0,1 1 0 0 0,5 5 0 0 0,-7-5-27 0 0,-1-1 0 0 0,1 0-1 0 0,-1 1 1 0 0,1 0 0 0 0,-1 0 0 0 0,0-1 0 0 0,0 1 0 0 0,0 1-1 0 0,0-1 1 0 0,-1 0 0 0 0,1 0 0 0 0,-1 1 0 0 0,0-1 0 0 0,0 1-1 0 0,0-1 1 0 0,1 6 0 0 0,-2-3 28 0 0,0 0 1 0 0,0 0-1 0 0,-1 0 1 0 0,0 0-1 0 0,0 0 0 0 0,0 0 1 0 0,-1 0-1 0 0,0 0 0 0 0,-2 6 1 0 0,-6 7 275 0 0,0 0 1 0 0,-1 0-1 0 0,-2-1 1 0 0,-18 23-1 0 0,-7 2 1259 0 0,-80 68 0 0 0,81-78-804 0 0,2 0-33 0 0,26-24-547 0 0,1-1-57 0 0,7 0-103 0 0,14-5 210 0 0,36-1 1045 0 0,91-10 0 0 0,-59 1-95 0 0,-46 5-1038 0 0,164-13 1037 0 0,-157 10-1256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4.1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67 6553 0 0,'-23'-39'472'0'0,"16"29"-477"0"0,1 0 2 0 0,1 2-3 0 0,60 93 1305 0 0,-2-4 162 0 0,-42-62-1179 0 0,67 99 1796 0 0,-64-97-1667 0 0,-11-16-313 0 0,0 0-1 0 0,1 0 0 0 0,0 0 0 0 0,-1-1 0 0 0,2 1 0 0 0,-1-1 0 0 0,0 0 0 0 0,1 0 0 0 0,0 0 0 0 0,6 3 0 0 0,3-2 176 0 0,7-4 157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4.3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527 66 6553 0 0,'-3'-10'242'0'0,"2"6"-214"0"0,0 0 0 0 0,0 0 0 0 0,-1 0 0 0 0,1 0 1 0 0,-1 0-1 0 0,0 0 0 0 0,-3-6 0 0 0,-1-1-31 0 0,-2 4-2 0 0,-10 7 78 0 0,11 2 81 0 0,-1-1 1 0 0,1 2 0 0 0,-1-1-1 0 0,1 1 1 0 0,0 0 0 0 0,0 0-1 0 0,-10 7 1 0 0,-47 36 958 0 0,33-23-564 0 0,-11 7 295 0 0,1 2-1 0 0,2 1 1 0 0,1 3 0 0 0,2 1-1 0 0,1 1 1 0 0,-32 48-1 0 0,52-58-332 0 0,15-16-433 0 0,5 2 133 0 0,4-7 104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4.7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157 82 6553 0 0,'8'-7'205'0'0,"0"0"-1"0"0,13-15 0 0 0,22-23 667 0 0,-106 104 792 0 0,38-31-801 0 0,2 1-1 0 0,-38 64 0 0 0,50-74-488 0 0,1 0 0 0 0,2 1 0 0 0,-1 0-1 0 0,2 1 1 0 0,1 0 0 0 0,-6 33-1 0 0,12-49-297 0 0,-1-1-1 0 0,1 1 0 0 0,-1 0 0 0 0,1-1 0 0 0,1 1 0 0 0,-1 0 1 0 0,1-1-1 0 0,0 1 0 0 0,0 0 0 0 0,0-1 0 0 0,0 1 0 0 0,4 5 0 0 0,-4-7-13 0 0,1 0 1 0 0,0-1-1 0 0,0 1 0 0 0,1-1 0 0 0,-1 1 0 0 0,0-1 0 0 0,1 0 0 0 0,-1 0 0 0 0,1 0 0 0 0,0 0 0 0 0,0 0 0 0 0,-1-1 0 0 0,1 1 0 0 0,0-1 0 0 0,0 0 0 0 0,1 0 0 0 0,-1 0 1 0 0,6 1-1 0 0,4-1 79 0 0,0 1-1 0 0,0-2 1 0 0,0 0 0 0 0,0 0 0 0 0,0-2 0 0 0,0 1 0 0 0,0-2 0 0 0,0 1 0 0 0,0-2 0 0 0,-1 0 0 0 0,0 0 0 0 0,0-1-1 0 0,0-1 1 0 0,13-8 0 0 0,0-1-422 0 0,0-2-1 0 0,0-1 1 0 0,-2 0-1 0 0,0-2 1 0 0,21-25-1 0 0,-36 37 144 0 0,-1-1-1 0 0,0 1 1 0 0,0-1-1 0 0,-1-1 0 0 0,-1 0 1 0 0,1 1-1 0 0,-1-1 1 0 0,6-19-1 0 0,-10 25 86 0 0,0 0-1 0 0,0-1 0 0 0,-1 1 1 0 0,1 0-1 0 0,-1-1 1 0 0,0 1-1 0 0,0 0 0 0 0,0-1 1 0 0,-1 1-1 0 0,1 0 1 0 0,-1-1-1 0 0,0 1 1 0 0,0 0-1 0 0,-1 0 0 0 0,1 0 1 0 0,-1 0-1 0 0,0 0 1 0 0,0 0-1 0 0,0 0 0 0 0,-1 0 1 0 0,1 1-1 0 0,-1 0 1 0 0,0-1-1 0 0,-6-5 0 0 0,-4-1-63 0 0,-1 0-1 0 0,0 1 0 0 0,0 0 0 0 0,-1 1 0 0 0,0 0 0 0 0,0 2 0 0 0,-1-1 0 0 0,0 2 0 0 0,0 0 0 0 0,-30-4 0 0 0,22 5 390 0 0,0 2 1 0 0,-1 1-1 0 0,1 0 1 0 0,0 2-1 0 0,0 1 1 0 0,-46 9-1 0 0,56-7-116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5.2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199 91 6553 0 0,'-103'-31'1782'0'0,"85"25"-1542"0"0,2 2 1 0 0,2-1 15 0 0,1 2 51 0 0,-1-1-90 0 0,1 1-137 0 0,5 2 120 0 0,16 3 41 0 0,37 7 609 0 0,0-3 1 0 0,1-2 0 0 0,-1-1 0 0 0,1-3 0 0 0,86-10 0 0 0,-75-1 18 0 0,-52 10-801 0 0,-1 0-1 0 0,0-1 1 0 0,0 1 0 0 0,0-1-1 0 0,0 0 1 0 0,0 0 0 0 0,0 0-1 0 0,-1-1 1 0 0,1 1 0 0 0,-1-1-1 0 0,4-3 1 0 0,0-4 172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5.4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214 13 6553 0 0,'-14'-6'40'0'0,"2"2"161"0"0,1 2 39 0 0,-3 4-40 0 0,10 1-123 0 0,0 0-1 0 0,0 0 1 0 0,1 1-1 0 0,-1-1 1 0 0,1 1-1 0 0,0 0 1 0 0,0 0 0 0 0,0 0-1 0 0,0 0 1 0 0,-3 8-1 0 0,-19 47 879 0 0,7-11-139 0 0,-33 99 1451 0 0,43-119-1713 0 0,1 1 0 0 0,2 0-1 0 0,-3 37 1 0 0,8-63-501 0 0,-1 0-1 0 0,1-1 0 0 0,0 1 1 0 0,1 0-1 0 0,-1 0 0 0 0,0 0 1 0 0,1 0-1 0 0,0 0 1 0 0,0 0-1 0 0,0-1 0 0 0,0 1 1 0 0,2 4-1 0 0,2 3 188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6.0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58 159 6553 0 0,'19'-30'36'0'0,"-10"14"63"0"0,0 1-1 0 0,1 1 0 0 0,22-25 0 0 0,-27 35-70 0 0,0-1 0 0 0,0 1 0 0 0,0 0 0 0 0,1 0 0 0 0,0 1 0 0 0,0 0 0 0 0,0 0 0 0 0,0 0 0 0 0,0 1 0 0 0,0 0 0 0 0,1 0 0 0 0,-1 0 0 0 0,13-1 0 0 0,-11 3 91 0 0,0 0 0 0 0,-1 0 0 0 0,1 0 0 0 0,0 1 0 0 0,-1 0-1 0 0,1 1 1 0 0,-1-1 0 0 0,1 2 0 0 0,-1-1 0 0 0,0 1 0 0 0,0 0 0 0 0,0 0 0 0 0,0 1 0 0 0,-1 0 0 0 0,8 5 0 0 0,-11-7-59 0 0,-1 1 1 0 0,1-1-1 0 0,0 0 1 0 0,-1 1-1 0 0,0 0 1 0 0,0-1-1 0 0,1 1 1 0 0,-2 0-1 0 0,1 0 0 0 0,0 0 1 0 0,-1 1-1 0 0,1-1 1 0 0,-1 0-1 0 0,0 0 1 0 0,0 1-1 0 0,0-1 1 0 0,0 1-1 0 0,-1-1 1 0 0,0 1-1 0 0,1-1 0 0 0,-1 1 1 0 0,-1-1-1 0 0,1 1 1 0 0,0-1-1 0 0,-1 1 1 0 0,0-1-1 0 0,1 1 1 0 0,-1-1-1 0 0,-1 0 1 0 0,1 0-1 0 0,0 1 1 0 0,-1-1-1 0 0,0 0 0 0 0,-3 4 1 0 0,0 2 173 0 0,-1 0 0 0 0,0-1 1 0 0,-1 0-1 0 0,-14 13 0 0 0,-44 28 1048 0 0,26-21-568 0 0,27-21-601 0 0,3 0 114 0 0,3-2-170 0 0,10 1-1 0 0,8-3 211 0 0,-6-2-152 0 0,0 1 0 0 0,1 0 1 0 0,-1 0-1 0 0,0 0 0 0 0,0 0 1 0 0,0 1-1 0 0,0 0 0 0 0,-1 1 1 0 0,1-1-1 0 0,8 9 0 0 0,-5-5-9 0 0,-2-2 46 0 0,-1 1 1 0 0,0 0-1 0 0,0 1 1 0 0,-1-1-1 0 0,1 1 1 0 0,-1 0-1 0 0,-1 0 1 0 0,1 1-1 0 0,-2-1 1 0 0,1 1-1 0 0,-1 0 0 0 0,0 0 1 0 0,0 0-1 0 0,2 16 1 0 0,-4-19-69 0 0,0 0 0 0 0,-1 0 0 0 0,0-1 0 0 0,0 1 0 0 0,0 0 0 0 0,0 0 1 0 0,-1 0-1 0 0,0-1 0 0 0,0 1 0 0 0,0 0 0 0 0,-1-1 0 0 0,0 1 0 0 0,1-1 0 0 0,-2 0 1 0 0,1 1-1 0 0,0-1 0 0 0,-1 0 0 0 0,0 0 0 0 0,0-1 0 0 0,0 1 0 0 0,0 0 0 0 0,0-1 0 0 0,-1 0 1 0 0,0 0-1 0 0,0 0 0 0 0,0 0 0 0 0,-7 3 0 0 0,2-2 72 0 0,0 0-1 0 0,0 0 1 0 0,-1-1 0 0 0,1-1-1 0 0,-1 0 1 0 0,0 0 0 0 0,1 0-1 0 0,-1-2 1 0 0,0 1 0 0 0,-14-2-1 0 0,-1-1 368 0 0,0-1-1 0 0,-45-13 0 0 0,64 15-522 0 0,1-1 0 0 0,0 0 0 0 0,-1 0 0 0 0,1 0 0 0 0,0-1 0 0 0,0 0 0 0 0,0 0 0 0 0,0 0 0 0 0,-6-7 0 0 0,10 9-11 0 0,0 1 0 0 0,0-1-1 0 0,1 0 1 0 0,-1 0 0 0 0,0 0-1 0 0,1 0 1 0 0,-1-1 0 0 0,0 1-1 0 0,1 0 1 0 0,-1 0 0 0 0,1 0-1 0 0,0 0 1 0 0,0 0 0 0 0,-1-1-1 0 0,1 1 1 0 0,0 0 0 0 0,0 0-1 0 0,0 0 1 0 0,0-1 0 0 0,0 1-1 0 0,0 0 1 0 0,0 0 0 0 0,1-1-1 0 0,-1 1 1 0 0,0 0 0 0 0,1 0-1 0 0,-1 0 1 0 0,1-2 0 0 0,1 1-65 0 0,0-1 0 0 0,0 0 0 0 0,0 1 0 0 0,0-1 0 0 0,1 1 1 0 0,4-4-1 0 0,-5 3 15 0 0,15-10-279 0 0,3-3 1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6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30 6553 0 0,'8'-7'241'0'0,"1"-1"-1"0"0,-1 0 0 0 0,2 1 1 0 0,4 8 15 0 0,-10 2-160 0 0,-1 0-1 0 0,1 0 1 0 0,-1 1-1 0 0,1-1 1 0 0,-1 1-1 0 0,0 0 0 0 0,0-1 1 0 0,-1 2-1 0 0,1-1 1 0 0,2 7-1 0 0,7 9 256 0 0,52 75 1368 0 0,-42-59-749 0 0,1-1 1 0 0,2-1-1 0 0,56 58 1 0 0,-79-89-894 0 0,1 1-19 0 0,15 4 288 0 0,0-4-106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6.5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525 53 6553 0 0,'-6'-11'0'0'0,"0"-2"0"0"0,-1-1 0 0 0,-1 4 0 0 0,-4 5 40 0 0,-4 7 177 0 0,5 1 26 0 0,-1 1 1 0 0,1 0-1 0 0,-1 1 0 0 0,1 1 0 0 0,-19 12 0 0 0,-51 42 1235 0 0,53-38-927 0 0,-45 39 1564 0 0,-70 77 1 0 0,105-99-1261 0 0,34-36-728 0 0,2-2-102 0 0,1 0 1 0 0,0 0 0 0 0,0 0-1 0 0,0 0 1 0 0,0 0 0 0 0,0 0-1 0 0,0 0 1 0 0,0 1 0 0 0,1-1 0 0 0,-1 0-1 0 0,0 1 1 0 0,1-1 0 0 0,-1 0-1 0 0,1 1 1 0 0,-1-1 0 0 0,0 3 0 0 0,1 8 230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6.7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1 122 6553 0 0,'6'-10'0'0'0,"-1"1"0"0"0,0 1 0 0 0,1-1 0 0 0,3 3 0 0 0,6 4 80 0 0,88 1 2213 0 0,112-16-1 0 0,-201 15-1979 0 0,-1-2 0 0 0,1 1-1 0 0,-1-2 1 0 0,0 0-1 0 0,23-12 1 0 0,-1 0 157 0 0,-18 10-214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7.0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268 49 6553 0 0,'4'-12'0'0'0,"0"1"0"0"0,-1 0 0 0 0,0 1 0 0 0,0 5 0 0 0,-4 17 40 0 0,-9 44 1001 0 0,-2-1 0 0 0,-2 0 0 0 0,-25 59 0 0 0,34-100-818 0 0,-118 303 4546 0 0,51-142-1980 0 0,63-152-2533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5.8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163 78 6553 0 0,'-2'-12'0'0'0,"2"2"0"0"0,1-1 0 0 0,2 1 0 0 0,7 4 0 0 0,0 1 49 0 0,-3 1 80 0 0,1 1 1 0 0,0 0-1 0 0,0 0 0 0 0,0 1 0 0 0,0 0 0 0 0,1 0 1 0 0,-1 1-1 0 0,1 0 0 0 0,13 0 0 0 0,13 0 415 0 0,-11 1-155 0 0,-12 2-200 0 0,-8-2-132 0 0,-1 0 1 0 0,0 1-1 0 0,0 0 0 0 0,0-1 1 0 0,0 1-1 0 0,0 0 1 0 0,0 0-1 0 0,-1 1 1 0 0,1-1-1 0 0,0 0 0 0 0,0 1 1 0 0,-1 0-1 0 0,1 0 1 0 0,-1 0-1 0 0,0 0 1 0 0,1 0-1 0 0,-1 0 0 0 0,0 0 1 0 0,0 1-1 0 0,0-1 1 0 0,-1 1-1 0 0,1-1 0 0 0,1 6 1 0 0,-1-4 34 0 0,-1 1 1 0 0,0 0 0 0 0,0-1-1 0 0,-1 1 1 0 0,1 0-1 0 0,-1 0 1 0 0,0 0-1 0 0,0-1 1 0 0,-1 1-1 0 0,0 0 1 0 0,0 0-1 0 0,0-1 1 0 0,0 1-1 0 0,-3 6 1 0 0,-3 6 224 0 0,-1-1-1 0 0,0 0 1 0 0,-1 0 0 0 0,-1-1 0 0 0,-1 0-1 0 0,0 0 1 0 0,-1-1 0 0 0,-20 19-1 0 0,-14 7 1115 0 0,-61 41-1 0 0,43-33-237 0 0,40-32-728 0 0,-31 26 727 0 0,50-35-952 0 0,14-2 1 0 0,7-5 45 0 0,1 1 0 0 0,-1-2 0 0 0,0 0 0 0 0,22-5 0 0 0,-2 1 305 0 0,-2 1-475 0 0,61-6 691 0 0,139-34 0 0 0,-179 23-807 0 0,-37 13 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6.0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83 6553 0 0,'5'-61'0'0'0,"-5"49"0"0"0,2 3 0 0 0,-2 9 3 0 0,0 0-1 0 0,1 0 1 0 0,-1 0-1 0 0,0 0 1 0 0,1 0-1 0 0,-1 0 1 0 0,0 0-1 0 0,0 0 1 0 0,1 0-1 0 0,-1 0 1 0 0,0 0-1 0 0,1 0 1 0 0,-1 0-1 0 0,0 0 1 0 0,0 0-1 0 0,1 0 1 0 0,-1 1-1 0 0,0-1 1 0 0,1 0-1 0 0,-1 0 1 0 0,0 0-1 0 0,0 0 1 0 0,0 1-1 0 0,1-1 1 0 0,-1 0-1 0 0,0 0 1 0 0,0 0-1 0 0,0 1 1 0 0,1-1-1 0 0,-1 0 1 0 0,0 1-1 0 0,8 10 307 0 0,-1 0 0 0 0,0 1 0 0 0,6 15 0 0 0,6 10 257 0 0,-7-17-203 0 0,70 114 1999 0 0,-68-114-1875 0 0,2 0 1 0 0,0-1 0 0 0,1-1-1 0 0,23 21 1 0 0,-33-35-324 0 0,-1 1 0 0 0,0-1 0 0 0,1 0 0 0 0,8 4 0 0 0,-3-4 93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6.3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474 67 6553 0 0,'-7'-37'0'0'0,"3"22"0"0"0,-3 5 0 0 0,-7 5 90 0 0,9 5 10 0 0,-1 1 1 0 0,1-1-1 0 0,0 1 1 0 0,0 0-1 0 0,-1 1 1 0 0,1-1-1 0 0,0 1 0 0 0,0 0 1 0 0,-9 5-1 0 0,-43 30 868 0 0,45-29-795 0 0,-29 22 899 0 0,1 1 0 0 0,-48 49-1 0 0,67-57-522 0 0,0 0-1 0 0,1 1 1 0 0,2 1-1 0 0,1 1 1 0 0,-16 30-1 0 0,31-52-488 0 0,0 0 0 0 0,1 0-1 0 0,-1 0 1 0 0,1 1 0 0 0,-1-1-1 0 0,1 0 1 0 0,0 1 0 0 0,0 5-1 0 0,2 1 142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6.6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85 6553 0 0,'3'-13'0'0'0,"2"4"0"0"0,-1 0 0 0 0,-1-1 0 0 0,3 2 0 0 0,3 2 40 0 0,8 4 161 0 0,166-5 2403 0 0,-116 2-1604 0 0,-52 4-743 0 0,7-1 50 0 0,-3 0-51 0 0,-2 0-15 0 0,-2 1-1 0 0,3 0 0 0 0,-4 0 1 0 0,-1-1-41 0 0,2-1-160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7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242 105 6553 0 0,'-18'-15'0'0'0,"-36"-31"0"0"0,44 37 0 0 0,2 1 0 0 0,1 1 0 0 0,2-1 0 0 0,5 8 2 0 0,0-1-1 0 0,0 1 1 0 0,0 0-1 0 0,0-1 1 0 0,0 1-1 0 0,0 0 0 0 0,0 0 1 0 0,0-1-1 0 0,1 1 1 0 0,-1 0-1 0 0,0-1 1 0 0,0 1-1 0 0,0 0 0 0 0,1 0 1 0 0,-1-1-1 0 0,0 1 1 0 0,0 0-1 0 0,1 0 1 0 0,-1 0-1 0 0,0-1 0 0 0,0 1 1 0 0,1 0-1 0 0,-1 0 1 0 0,0 0-1 0 0,1 0 1 0 0,-1 0-1 0 0,1-1 0 0 0,17-2 200 0 0,28 2 349 0 0,-37 2-419 0 0,6 0 154 0 0,-1 0 0 0 0,1 1 0 0 0,0 1 0 0 0,22 8 0 0 0,-28-9-129 0 0,-1 1 0 0 0,-1 1-1 0 0,1 0 1 0 0,0 0-1 0 0,-1 0 1 0 0,0 1 0 0 0,0 0-1 0 0,0 0 1 0 0,6 7-1 0 0,-11-9-82 0 0,1 0-1 0 0,-1 0 0 0 0,0 0 0 0 0,0 0 1 0 0,0 0-1 0 0,-1 0 0 0 0,1 0 1 0 0,-1 0-1 0 0,0 1 0 0 0,0-1 0 0 0,0 0 1 0 0,0 1-1 0 0,0-1 0 0 0,-1 1 0 0 0,1 0 1 0 0,-1 5-1 0 0,-1-3 44 0 0,0 0-1 0 0,0 1 1 0 0,-1-1-1 0 0,1 0 1 0 0,-1 0 0 0 0,-1 0-1 0 0,1 0 1 0 0,-6 9-1 0 0,-4 3 275 0 0,0 0-1 0 0,-1-1 0 0 0,-1-1 1 0 0,-23 21-1 0 0,-11 6 1439 0 0,-97 64 1 0 0,66-52-422 0 0,52-38-870 0 0,17-8-311 0 0,10-9-223 0 0,0 0 0 0 0,0 0 0 0 0,0 0-1 0 0,0 0 1 0 0,0 0 0 0 0,1 0-1 0 0,-1 0 1 0 0,0 0 0 0 0,0 0 0 0 0,0 0-1 0 0,0 0 1 0 0,0 0 0 0 0,1 0-1 0 0,-1 0 1 0 0,0 0 0 0 0,0 0 0 0 0,0 0-1 0 0,0 0 1 0 0,0 0 0 0 0,1 0 0 0 0,-1 0-1 0 0,0 0 1 0 0,0 0 0 0 0,0 0-1 0 0,0 0 1 0 0,0 0 0 0 0,0 1 0 0 0,1-1-1 0 0,-1 0 1 0 0,0 0 0 0 0,0 0-1 0 0,0 0 1 0 0,0 0 0 0 0,0 0 0 0 0,0 0-1 0 0,0 1 1 0 0,0-1 0 0 0,0 0 0 0 0,0 0-1 0 0,0 0 1 0 0,0 0 0 0 0,0 0-1 0 0,0 1 1 0 0,0-1 0 0 0,0 0 0 0 0,0 0-1 0 0,0 0 1 0 0,0 0 0 0 0,0 0-1 0 0,0 1 1 0 0,0-1 0 0 0,0 0 0 0 0,0 0-1 0 0,0 0 1 0 0,0 0 0 0 0,0 0 0 0 0,0 1-1 0 0,0-1 1 0 0,0 0 0 0 0,0 0-1 0 0,0 0 1 0 0,0 0 0 0 0,0 0 0 0 0,-1 0-1 0 0,1 0 1 0 0,0 1 0 0 0,0-1-1 0 0,0 0 1 0 0,10-1 97 0 0,-10 1-91 0 0,164-27 1021 0 0,169-19 1719 0 0,-240 38-2749 0 0,-45 4 0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7.3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 81 6553 0 0,'-67'-47'1542'0'0,"59"41"-1342"0"0,2 1-160 0 0,16 2 40 0 0,107 4 1606 0 0,-41 0-609 0 0,-54-1-754 0 0,-2 1 49 0 0,0-1 1 0 0,0-1 0 0 0,0 0 0 0 0,-1-2 0 0 0,35-8-1 0 0,-38 4-48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7.6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270 18 6553 0 0,'-13'-7'241'0'0,"2"1"-1"0"0,-1 2 17 0 0,0 7 50 0 0,8 0-205 0 0,0 1 0 0 0,1-1 0 0 0,0 1 0 0 0,-1 0 0 0 0,1 0 0 0 0,0 0 0 0 0,1 1 1 0 0,-5 8-1 0 0,-16 42 781 0 0,19-44-705 0 0,-55 135 2152 0 0,-28 82 1183 0 0,83-215-3188 0 0,0 0 1 0 0,-2 23 0 0 0,5-33-264 0 0,1 1 1 0 0,0-1-1 0 0,-1 1 1 0 0,1-1 0 0 0,1 1-1 0 0,-1-1 1 0 0,1 1 0 0 0,-1-1-1 0 0,1 1 1 0 0,0-1-1 0 0,0 1 1 0 0,0-1 0 0 0,1 0-1 0 0,-1 0 1 0 0,4 6 0 0 0,5 1 177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8.1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37 149 6553 0 0,'4'-14'68'0'0,"0"0"-1"0"0,1 1 0 0 0,1-1 1 0 0,10-16-1 0 0,-13 25-42 0 0,0 1-1 0 0,0 0 1 0 0,0 0-1 0 0,1 0 1 0 0,0 1 0 0 0,0-1-1 0 0,0 1 1 0 0,0 0 0 0 0,0 0-1 0 0,1 0 1 0 0,-1 0 0 0 0,1 1-1 0 0,0 0 1 0 0,0 0-1 0 0,7-2 1 0 0,1 1 222 0 0,0 0 0 0 0,0 1 1 0 0,1 1-1 0 0,-1 0 0 0 0,1 1 0 0 0,-1 0 0 0 0,22 4 0 0 0,-27-3-110 0 0,0 0-1 0 0,0 1 1 0 0,-1 0-1 0 0,1 0 1 0 0,-1 1 0 0 0,1 0-1 0 0,-1 1 1 0 0,0-1-1 0 0,0 1 1 0 0,-1 1-1 0 0,1-1 1 0 0,-1 1-1 0 0,0 0 1 0 0,7 8-1 0 0,-12-12-100 0 0,1 1 0 0 0,-1 0 0 0 0,1 0 0 0 0,-1 1 0 0 0,0-1-1 0 0,0 0 1 0 0,0 0 0 0 0,0 1 0 0 0,0-1 0 0 0,0 0-1 0 0,-1 1 1 0 0,1-1 0 0 0,-1 1 0 0 0,0-1 0 0 0,0 0-1 0 0,0 1 1 0 0,0-1 0 0 0,0 3 0 0 0,-1-1 31 0 0,0 0 1 0 0,0 0-1 0 0,-1 0 1 0 0,1 0-1 0 0,-1-1 0 0 0,0 1 1 0 0,0 0-1 0 0,0-1 1 0 0,0 0-1 0 0,-4 4 0 0 0,-2 2 134 0 0,-1 0 0 0 0,0 0 0 0 0,-1-1 0 0 0,1-1 0 0 0,-2 0 0 0 0,-12 7 0 0 0,-81 41 1720 0 0,92-49-1690 0 0,3 0-39 0 0,4-1-153 0 0,14-1 15 0 0,6 0 252 0 0,0 0-1 0 0,-1 1 1 0 0,0 1 0 0 0,0 0-1 0 0,19 13 1 0 0,-27-15-158 0 0,0 0 1 0 0,-1 1-1 0 0,1 0 1 0 0,-1 0-1 0 0,0 1 1 0 0,-1-1 0 0 0,1 1-1 0 0,-1 0 1 0 0,0 0-1 0 0,5 13 1 0 0,-7-16-99 0 0,-1-1 0 0 0,0 1 0 0 0,0 0 0 0 0,0 0 0 0 0,0 0 0 0 0,-1 0 0 0 0,1 0 0 0 0,-1 0 0 0 0,1 0 0 0 0,-1 0 0 0 0,0 0 0 0 0,0 0 0 0 0,-1 0 0 0 0,1 0 0 0 0,-1 0 0 0 0,1 0 0 0 0,-1 0 0 0 0,-2 5 0 0 0,1-5 27 0 0,0 1-1 0 0,0-1 1 0 0,-1 0 0 0 0,1 0-1 0 0,-1 1 1 0 0,0-2-1 0 0,0 1 1 0 0,0 0 0 0 0,0-1-1 0 0,0 1 1 0 0,-1-1-1 0 0,-4 3 1 0 0,-4 0 144 0 0,-1 0 0 0 0,1 0 0 0 0,-1-1 0 0 0,1-1 0 0 0,-1 0-1 0 0,-1-1 1 0 0,-18 2 0 0 0,11-3-47 0 0,2 0 41 0 0,1-1 0 0 0,-27-3 0 0 0,23 0-215 0 0,-12-4 0 0 0,29 4 0 0 0,-4-3 0 0 0,8 5-3 0 0,1 1-1 0 0,-1-1 0 0 0,0 0 0 0 0,0 0 1 0 0,1 0-1 0 0,-1 0 0 0 0,0 1 0 0 0,1-1 1 0 0,-1 0-1 0 0,1 0 0 0 0,0 0 0 0 0,-1 0 1 0 0,1-1-1 0 0,-1 0 0 0 0,4-5-110 0 0,-3 7 84 0 0,0-2 7 0 0,1 1 0 0 0,-1 0 0 0 0,1-1 0 0 0,-1 1 0 0 0,1 0 0 0 0,0 0 0 0 0,0-1 0 0 0,-1 1 0 0 0,1 0 0 0 0,0 0 0 0 0,0 0 1 0 0,2-2-1 0 0,-2 2-2 0 0,9-9-32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8.4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36 6553 0 0,'3'-12'0'0'0,"2"2"0"0"0,-1 2 0 0 0,3 2 0 0 0,6 10 57 0 0,-1 5 218 0 0,0 1 1 0 0,0 0-1 0 0,-1 1 1 0 0,0 0-1 0 0,13 20 0 0 0,-3-6 196 0 0,79 107 1969 0 0,-7-9-207 0 0,-87-116-2061 0 0,1 0 0 0 0,-1-1 0 0 0,1 1 0 0 0,0-1-1 0 0,1 0 1 0 0,8 4 0 0 0,-4-3-132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8.7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544 72 6553 0 0,'-4'-12'0'0'0,"2"7"0"0"0,0 0 0 0 0,0 0 0 0 0,-1 0 0 0 0,0 1 0 0 0,1-1 0 0 0,-5-4 0 0 0,-3-1 0 0 0,-2 2 40 0 0,-4 5 201 0 0,10 4-144 0 0,0 0 1 0 0,0 0 0 0 0,1 0 0 0 0,-1 1-1 0 0,0 0 1 0 0,1 1 0 0 0,0-1-1 0 0,-1 1 1 0 0,1 0 0 0 0,-5 4 0 0 0,-51 41 1004 0 0,45-34-735 0 0,-41 38 1420 0 0,3 2 0 0 0,-92 120 0 0 0,95-100-503 0 0,47-67-1107 0 0,-1 1 0 0 0,1 0 0 0 0,1 1 0 0 0,-1-1-1 0 0,2 1 1 0 0,-1-1 0 0 0,-2 17 0 0 0,6-15 146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9.1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54 117 6553 0 0,'23'-26'225'0'0,"-13"14"-41"0"0,0 1 0 0 0,1 1 0 0 0,14-12 1 0 0,-25 23-178 0 0,0-1 1 0 0,0 0 0 0 0,0 0 0 0 0,0 0 0 0 0,0 0-1 0 0,0 1 1 0 0,0-1 0 0 0,0 0 0 0 0,0 0 0 0 0,0 0-1 0 0,0 0 1 0 0,0 1 0 0 0,0-1 0 0 0,0 0 0 0 0,1 0-1 0 0,-1 0 1 0 0,0 0 0 0 0,0 1 0 0 0,0-1 0 0 0,0 0-1 0 0,0 0 1 0 0,0 0 0 0 0,0 0 0 0 0,1 0 0 0 0,-1 0-1 0 0,0 0 1 0 0,0 1 0 0 0,0-1 0 0 0,0 0-1 0 0,0 0 1 0 0,1 0 0 0 0,-1 0 0 0 0,0 0 0 0 0,0 0-1 0 0,0 0 1 0 0,0 0 0 0 0,1 0 0 0 0,-1 0 0 0 0,0 0-1 0 0,0 0 1 0 0,0 0 0 0 0,0 0 0 0 0,1 0 0 0 0,-1 0-1 0 0,0 0 1 0 0,0 0 0 0 0,0 0 0 0 0,0 0 0 0 0,1 0-1 0 0,-1 0 1 0 0,0 0 0 0 0,0 0 0 0 0,0-1 0 0 0,0 1-1 0 0,1 0 1 0 0,-1 0 0 0 0,0 0 0 0 0,0 0 0 0 0,0 0-1 0 0,0 0 1 0 0,0 0 0 0 0,0-1 0 0 0,-3 12 221 0 0,-31 54 924 0 0,13-26 1 0 0,-26 66 1 0 0,45-101-1059 0 0,-7 23 664 0 0,-10 40 1 0 0,17-60-622 0 0,1 1-1 0 0,0 0 1 0 0,0 0-1 0 0,1 0 1 0 0,0 0 0 0 0,1 0-1 0 0,-1-1 1 0 0,1 1 0 0 0,1 0-1 0 0,2 9 1 0 0,-2-13-60 0 0,0 0-1 0 0,0 0 1 0 0,1 0 0 0 0,-1 0 0 0 0,1-1 0 0 0,0 1 0 0 0,0-1 0 0 0,1 1-1 0 0,-1-1 1 0 0,1 0 0 0 0,-1 0 0 0 0,1-1 0 0 0,0 1 0 0 0,0-1-1 0 0,0 0 1 0 0,0 0 0 0 0,0 0 0 0 0,1 0 0 0 0,-1-1 0 0 0,1 0 0 0 0,-1 0-1 0 0,9 1 1 0 0,-1 0 149 0 0,0-1 1 0 0,0 0-1 0 0,1-1 0 0 0,-1-1 0 0 0,0 0 1 0 0,1 0-1 0 0,17-5 0 0 0,-12 0-304 0 0,0 0-1 0 0,-1-1 1 0 0,0-1 0 0 0,0 0-1 0 0,-1-1 1 0 0,0-1-1 0 0,-1-1 1 0 0,0 0 0 0 0,-1-1-1 0 0,0 0 1 0 0,0-1 0 0 0,-2-1-1 0 0,1 0 1 0 0,-2-1-1 0 0,0 0 1 0 0,14-27 0 0 0,-22 35-16 0 0,1 0 0 0 0,-2 0 0 0 0,1-1 0 0 0,-1 1 0 0 0,0-1-1 0 0,-1 1 1 0 0,0-1 0 0 0,0 0 0 0 0,-1 1 0 0 0,0-1 0 0 0,0 0 0 0 0,-1 1 0 0 0,1-1 0 0 0,-2 0 0 0 0,-3-12 0 0 0,2 11-15 0 0,0 1 1 0 0,-1 0-1 0 0,0 1 0 0 0,-1-1 0 0 0,0 1 1 0 0,0 0-1 0 0,0 0 0 0 0,-1 0 1 0 0,0 0-1 0 0,0 1 0 0 0,-1 0 0 0 0,1 1 1 0 0,-13-8-1 0 0,7 5 155 0 0,0 1 0 0 0,-1 0 0 0 0,0 1 0 0 0,0 0 0 0 0,0 1 0 0 0,-1 1 0 0 0,1 0-1 0 0,-1 1 1 0 0,0 0 0 0 0,0 1 0 0 0,-26 0 0 0 0,22 1 95 0 0,1 0 0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9.6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66 6553 0 0,'-9'-7'40'0'0,"1"2"121"0"0,1-2-122 0 0,7 7-38 0 0,0 0 0 0 0,-1 0 0 0 0,1 0 0 0 0,0 0 0 0 0,0-1 0 0 0,0 1 0 0 0,0 0 0 0 0,0 0 0 0 0,-1 0 0 0 0,1 0 0 0 0,0 0 0 0 0,0-1 0 0 0,0 1 0 0 0,0 0 0 0 0,0 0 0 0 0,0 0 0 0 0,0-1 0 0 0,0 1 0 0 0,0 0 0 0 0,0 0 0 0 0,0 0 0 0 0,0 0 0 0 0,0-1 0 0 0,0 1 0 0 0,0 0 0 0 0,0 0 0 0 0,0 0 0 0 0,0-1 0 0 0,0 1 0 0 0,0 0 0 0 0,0 0 0 0 0,0 0 0 0 0,0-1 0 0 0,0 1 0 0 0,0 0 0 0 0,15-4 236 0 0,132-3 1896 0 0,-99 7-938 0 0,70-9-1 0 0,-113 8-1124 0 0,-1 0-1 0 0,0 0 1 0 0,1 0-1 0 0,-1-1 1 0 0,0 0-1 0 0,0 1 1 0 0,5-5-1 0 0,0 1 185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9.8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235 11 6553 0 0,'-10'-5'201'0'0,"1"0"-121"0"0,-3 7 80 0 0,10-1-110 0 0,0 1 0 0 0,-1 1-1 0 0,1-1 1 0 0,0 0 0 0 0,0 0 0 0 0,0 1 0 0 0,1-1 0 0 0,-1 1-1 0 0,0 0 1 0 0,-1 5 0 0 0,-13 35 521 0 0,7-18-2 0 0,-135 379 5629 0 0,141-397-6068 0 0,1 1 0 0 0,0 0 0 0 0,1 0 0 0 0,-1-1 0 0 0,1 1-1 0 0,1 0 1 0 0,0 0 0 0 0,0 1 0 0 0,0-1 0 0 0,1-1 0 0 0,2 10-1 0 0,3-7 98 0 0,5-3-170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10.3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32 103 6553 0 0,'67'-102'0'0'0,"-66"102"2"0"0,-1 0 0 0 0,0 0 0 0 0,0 0 0 0 0,0 0 0 0 0,0 0 0 0 0,0 0 0 0 0,0 0 0 0 0,0 0 0 0 0,0 0 0 0 0,0 0 0 0 0,0 0 0 0 0,0 0 0 0 0,0 0 0 0 0,0 0 0 0 0,0 0 0 0 0,0 0 0 0 0,0 0 0 0 0,0 0 0 0 0,0 0 0 0 0,0 0 0 0 0,0 0 0 0 0,0 1 0 0 0,0-1 0 0 0,0 0 0 0 0,0 0 0 0 0,0 0 0 0 0,0 0 0 0 0,0 0 0 0 0,1 0 0 0 0,-1 0 0 0 0,0 0 0 0 0,0-1 0 0 0,-3 12 152 0 0,-6 11 150 0 0,-13 20 344 0 0,5-10 189 0 0,-15 39 0 0 0,28-61-637 0 0,1-1 0 0 0,0 1-1 0 0,1 0 1 0 0,0 0-1 0 0,0 0 1 0 0,1 0-1 0 0,1 0 1 0 0,1 20-1 0 0,-1-27-150 0 0,0 0 0 0 0,0 0 0 0 0,1 0 0 0 0,0 0 0 0 0,-1 0 0 0 0,1 0 0 0 0,0-1 0 0 0,0 1 0 0 0,1 0 0 0 0,-1-1 0 0 0,0 1 0 0 0,1 0 0 0 0,0-1 0 0 0,0 0 0 0 0,-1 1-1 0 0,1-1 1 0 0,1 0 0 0 0,-1 0 0 0 0,0 0 0 0 0,0 0 0 0 0,1-1 0 0 0,-1 1 0 0 0,1-1 0 0 0,0 1 0 0 0,-1-1 0 0 0,1 0 0 0 0,0 0 0 0 0,0 0 0 0 0,0 0 0 0 0,-1 0-1 0 0,1-1 1 0 0,0 1 0 0 0,0-1 0 0 0,0 0 0 0 0,0 0 0 0 0,5-1 0 0 0,2 0 99 0 0,0 0 0 0 0,-1-1 0 0 0,0 0 0 0 0,1-1 0 0 0,-1 0 0 0 0,0-1 0 0 0,0 0 0 0 0,0 0 0 0 0,-1-1 0 0 0,10-6 0 0 0,3-6-383 0 0,0-2 1 0 0,-1 0-1 0 0,-1-1 0 0 0,0-1 1 0 0,27-42-1 0 0,-40 55 167 0 0,0 0-32 0 0,17-24-146 0 0,-18 26 223 0 0,-2 8 22 0 0,-1 3 26 0 0,-3 3 76 0 0,0-1 1 0 0,0 1-1 0 0,-1-1 0 0 0,0 0 0 0 0,0 1 1 0 0,-7 12-1 0 0,4-8 15 0 0,-89 243 2524 0 0,84-227-2358 0 0,-6 16 344 0 0,2 1 0 0 0,-10 56 0 0 0,24-80-364 0 0,4-13-236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10.5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95 6553 0 0,'3'-18'0'0'0,"7"-31"0"0"0,-9 42 0 0 0,3-6 0 0 0,-4 13 0 0 0,0 0 0 0 0,0-1 0 0 0,0 1 0 0 0,0-1 0 0 0,0 1 0 0 0,1 0 0 0 0,-1-1 0 0 0,0 1 0 0 0,0 0 0 0 0,0-1 0 0 0,1 1 0 0 0,-1 0 0 0 0,0-1 0 0 0,1 1 0 0 0,-1 0 0 0 0,0-1 0 0 0,0 1 0 0 0,1 0 0 0 0,-1 0 0 0 0,0 0 0 0 0,1-1 0 0 0,-1 1 0 0 0,1 0 0 0 0,-1 0 0 0 0,2 0 15 0 0,-1 0 0 0 0,0 1-1 0 0,1-1 1 0 0,-1 1-1 0 0,0-1 1 0 0,1 1 0 0 0,-1-1-1 0 0,0 1 1 0 0,0 0-1 0 0,0 0 1 0 0,0 0-1 0 0,0 0 1 0 0,0 0 0 0 0,0 0-1 0 0,0 0 1 0 0,0 0-1 0 0,0 0 1 0 0,0 0 0 0 0,-1 0-1 0 0,1 0 1 0 0,0 2-1 0 0,18 34 523 0 0,-15-27-417 0 0,5 9 186 0 0,66 126 2198 0 0,-64-127-2096 0 0,1 0 1 0 0,0-1 0 0 0,1-1-1 0 0,1 0 1 0 0,27 24-1 0 0,-36-36-257 0 0,0 0-1 0 0,1 0 1 0 0,0 0 0 0 0,0-1-1 0 0,8 4 1 0 0,4-2 106 0 0,8-5-17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10.8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389 17 6553 0 0,'-6'-7'241'0'0,"-6"1"-1"0"0,-3 3 50 0 0,10 3-199 0 0,0 1 1 0 0,0 0-1 0 0,0 0 1 0 0,0 0-1 0 0,0 1 1 0 0,0 0-1 0 0,0 0 1 0 0,0 0-1 0 0,1 0 1 0 0,-1 1 0 0 0,1 0-1 0 0,0 0 1 0 0,0 0-1 0 0,-4 4 1 0 0,-9 10 496 0 0,-28 32 0 0 0,27-27-197 0 0,-23 30 1197 0 0,2 1-1 0 0,-56 104 0 0 0,91-148-1409 0 0,-1 0-1 0 0,1 0 1 0 0,1 1 0 0 0,-4 11-1 0 0,6-18-115 0 0,0 1 0 0 0,1 0 1 0 0,-1 0-1 0 0,1-1 0 0 0,0 1 0 0 0,0 0 0 0 0,0 0 0 0 0,0-1 0 0 0,1 1 1 0 0,-1 0-1 0 0,1 0 0 0 0,0-1 0 0 0,3 8 0 0 0,2-3 35 0 0,5-2 186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11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0 129 6553 0 0,'6'-13'0'0'0,"-2"2"0"0"0,-2 2 0 0 0,2-1 0 0 0,1 2 0 0 0,1 1 0 0 0,6 5 40 0 0,5 0 161 0 0,225-12 3302 0 0,-221 12-3102 0 0,-2-2-104 0 0,-4-1-44 0 0,3-1 43 0 0,4-6 199 0 0,11-7 226 0 0,-23 14-481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11.3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109 36 6553 0 0,'7'-11'0'0'0,"-2"2"0"0"0,0-1 0 0 0,0 5 0 0 0,-5 5 0 0 0,1 0 0 0 0,-1 0 0 0 0,1 0 0 0 0,-1 1 0 0 0,0-1 0 0 0,1 0 0 0 0,-1 0 0 0 0,0 0 0 0 0,1 1 0 0 0,-1-1 0 0 0,0 0 0 0 0,1 0 0 0 0,-1 1 0 0 0,0-1 0 0 0,1 0 0 0 0,-1 1 0 0 0,0-1 0 0 0,0 0 0 0 0,0 1 0 0 0,1-1 0 0 0,-1 0 0 0 0,0 1 0 0 0,0 0 0 0 0,2 6 100 0 0,-1 1 0 0 0,-1 0-1 0 0,1 0 1 0 0,-1-1-1 0 0,-1 1 1 0 0,1 0 0 0 0,-1 0-1 0 0,-4 14 1 0 0,0 10 245 0 0,-14 85 2909 0 0,-58 195 1 0 0,60-252-2327 0 0,4-8-107 0 0,10-43-565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13.1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996 5 6553 0 0,'-16'-2'241'0'0,"0"0"-1"0"0,0 1 0 0 0,6 3 1 0 0,21 1 48 0 0,46 2 1006 0 0,63-3-1 0 0,-19 0 169 0 0,-93-2-1366 0 0,267 7 3731 0 0,-251-7-3427 0 0,-1 1-121 0 0,-5 0-23 0 0,-2 0 50 0 0,-3 1-91 0 0,5 6-24 0 0,-14-2-110 0 0,-4-4-32 0 0,5 4 77 0 0,-1 1 1 0 0,0-1 0 0 0,-1 1-1 0 0,0 0 1 0 0,0-1-1 0 0,-1 1 1 0 0,1 1 0 0 0,-1-1-1 0 0,1 9 1 0 0,0 9 513 0 0,1 32 1 0 0,-3 60 841 0 0,-6-1 1 0 0,-28 163-1 0 0,-97 504-1483 0 0,-55 378 0 0 0,97-523 0 0 0,-21 167 0 0 0,-24 108 0 0 0,-4 116 0 0 0,123-851 0 0 0,-11 108 0 0 0,23-271 0 0 0,2 0 0 0 0,0-3 0 0 0,-2-1 0 0 0,1-2 0 0 0,0 1 0 0 0,0 1 0 0 0,-1-1 0 0 0,0-1 0 0 0,1 1 0 0 0,-1 1 0 0 0,1-1 0 0 0,-1 1 0 0 0,0-2 0 0 0,0 1 0 0 0,0-1 0 0 0,2-9 0 0 0,0 1 0 0 0,0-1 0 0 0,0 0 0 0 0,0 1 0 0 0,-1-1 0 0 0,1 0 0 0 0,0 1 0 0 0,0-1 0 0 0,0 0 0 0 0,0 1 0 0 0,-1-1 0 0 0,1 0 0 0 0,0 1 0 0 0,0-1 0 0 0,-1 0 0 0 0,1 0 0 0 0,0 0 0 0 0,-1 1 0 0 0,1-1 0 0 0,0 0 0 0 0,-1 0 0 0 0,1 0 0 0 0,-1 1 0 0 0,-18-1 0 0 0,-537-7 0 0 0,458 10 0 0 0,-6-1 0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16.4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67 6553 0 0,'-17'-5'241'0'0,"2"3"-41"0"0,0-1-120 0 0,-2 1 160 0 0,3 1 177 0 0,21-3-30 0 0,143-21 1806 0 0,-49 11-732 0 0,-83 10-1130 0 0,1 1-1 0 0,-1 1 0 0 0,1 1 0 0 0,0 0 1 0 0,0 1-1 0 0,-1 1 0 0 0,22 5 0 0 0,-28-2-129 0 0,-3 2-161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16.6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88 150 6553 0 0,'-15'4'252'0'0,"-40"11"574"0"0,41-10-520 0 0,11-6 104 0 0,9-3-225 0 0,14-7 107 0 0,116-35-426 0 0,255-52-1 0 0,-324 84-28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26.0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47 120 6553 0 0,'-5'-7'0'0'0,"5"-2"0"0"0,6 3 40 0 0,4-1 120 0 0,-2 2-82 0 0,1-2 119 0 0,13-4 247 0 0,1 1 0 0 0,0 1 0 0 0,1 1 1 0 0,-1 1-1 0 0,2 0 0 0 0,37-3 0 0 0,-35 5-38 0 0,5 0 484 0 0,58-2 0 0 0,-77 7-676 0 0,0 1-1 0 0,0 0 1 0 0,0 0 0 0 0,0 1 0 0 0,0 1 0 0 0,0 0-1 0 0,14 7 1 0 0,-25-10-184 0 0,-1 1-1 0 0,1 0 1 0 0,-1-1 0 0 0,1 1 0 0 0,-1 0-1 0 0,1 0 1 0 0,-1 0 0 0 0,0 0-1 0 0,0 0 1 0 0,1 1 0 0 0,-1-1-1 0 0,0 0 1 0 0,0 1 0 0 0,0-1-1 0 0,0 0 1 0 0,0 1 0 0 0,-1-1-1 0 0,1 1 1 0 0,0-1 0 0 0,-1 1-1 0 0,1 2 1 0 0,0 0 33 0 0,-1-1 1 0 0,0 0-1 0 0,0 0 0 0 0,0 1 1 0 0,-1-1-1 0 0,1 0 0 0 0,-1 0 1 0 0,0 1-1 0 0,0-1 0 0 0,-2 4 1 0 0,-3 6 241 0 0,0 0 0 0 0,-2-1 0 0 0,-16 23 0 0 0,2-6 337 0 0,-2-1 1 0 0,-1-2-1 0 0,-1 0 1 0 0,-34 26-1 0 0,15-11 292 0 0,39-35-680 0 0,16-7-17 0 0,7-2 0 0 0,3 0 40 0 0,13 1 255 0 0,-25 4-476 0 0,0 1 28 0 0,4-1 42 0 0,0 1 0 0 0,-1 1 0 0 0,1 0 0 0 0,0 1 0 0 0,-1 0 0 0 0,0 0 0 0 0,0 1 0 0 0,16 12 0 0 0,-19-12-34 0 0,0 0 0 0 0,0 1 1 0 0,-1 0-1 0 0,0 0 0 0 0,-1 1 1 0 0,1-1-1 0 0,-2 1 0 0 0,1 1 1 0 0,-1-1-1 0 0,8 18 0 0 0,-11-19-92 0 0,0-1 0 0 0,0 1 0 0 0,-1 0 0 0 0,0-1 0 0 0,0 1 0 0 0,-1 0 0 0 0,0 0 0 0 0,0 0 0 0 0,-1 0 0 0 0,0 0 0 0 0,0-1 0 0 0,0 1 0 0 0,-1 0 0 0 0,0-1 0 0 0,0 1 0 0 0,-1-1 0 0 0,0 0 0 0 0,0 0 0 0 0,0 0 0 0 0,-1 0 0 0 0,0 0 0 0 0,0-1 0 0 0,0 1 0 0 0,-6 5 0 0 0,1-2 0 0 0,-1-1 0 0 0,1 1 0 0 0,-1-1 0 0 0,0-1 0 0 0,-1 0 0 0 0,0-1 0 0 0,0 0 0 0 0,-1 0 0 0 0,1-1 0 0 0,-1-1 0 0 0,0 0 0 0 0,-16 3 0 0 0,4-3 0 0 0,0-1 0 0 0,0-1 0 0 0,-1-1 0 0 0,-34-3 0 0 0,-115-28 0 0 0,125 20 0 0 0,33 7 0 0 0,0 1 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8.9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244 42 6553 0 0,'-8'-3'40'0'0,"58"-18"1264"0"0,-41 18-1235 0 0,40-7 656 0 0,-25 7-378 0 0,9 1 250 0 0,-27 4-518 0 0,-1 1 25 0 0,-2-3-51 0 0,0 0 0 0 0,0 1 1 0 0,0 0-1 0 0,0-1 0 0 0,-1 1 0 0 0,1 0 0 0 0,0 1 0 0 0,0-1 0 0 0,-1 0 0 0 0,1 1 0 0 0,-1-1 0 0 0,1 1 0 0 0,-1 0 0 0 0,0 0 0 0 0,0 0 0 0 0,0 0 0 0 0,0 0 0 0 0,0 0 0 0 0,0 1 0 0 0,0-1 0 0 0,-1 1 0 0 0,1-1 0 0 0,-1 1 0 0 0,0 0 0 0 0,0-1 0 0 0,0 1 0 0 0,0 0 0 0 0,0 0 0 0 0,-1 0 0 0 0,1 0 0 0 0,-1 0 0 0 0,0 0 0 0 0,0 0 0 0 0,0 0 0 0 0,0-1 0 0 0,0 1 0 0 0,0 0 0 0 0,-2 6 0 0 0,-2 4 199 0 0,0 0-1 0 0,-1 0 1 0 0,0 0-1 0 0,-1-1 1 0 0,0 1-1 0 0,-15 21 1 0 0,-5 1 580 0 0,-1-1 0 0 0,-2-1 0 0 0,-42 37 0 0 0,-109 74 2538 0 0,127-106-2135 0 0,42-30-969 0 0,0 0-169 0 0,4-2 103 0 0,2 0 0 0 0,15-3-79 0 0,-7-2-79 0 0,0 0 1 0 0,-1-1 0 0 0,1 0 0 0 0,0 1 0 0 0,-1-1 0 0 0,1 0-1 0 0,0 0 1 0 0,0 0 0 0 0,-1-1 0 0 0,1 1 0 0 0,0-1-1 0 0,2 0 1 0 0,2-1 41 0 0,65-8 373 0 0,100-8 557 0 0,-152 16-1014 0 0,-2 0 0 0 0,-3 1 0 0 0,0-1 0 0 0,0-1 0 0 0,-1 1 0 0 0,0-1 0 0 0,5 2 0 0 0,-4 0 0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9.3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43 6553 0 0,'-10'-9'241'0'0,"2"0"-1"0"0,-1 1 0 0 0,1 1 1 0 0,0 0-41 0 0,2 5-160 0 0,7 11 16 0 0,3-1 121 0 0,1 1-1 0 0,0-1 0 0 0,1-1 0 0 0,7 9 1 0 0,8 11 385 0 0,32 47 855 0 0,-10-16 465 0 0,61 65 0 0 0,-97-115-1842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9.5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442 44 6553 0 0,'-8'-8'178'0'0,"4"5"-75"0"0,-1-1-1 0 0,1 1 1 0 0,0 0-1 0 0,-1 0 1 0 0,1 0 0 0 0,-1 1-1 0 0,0 0 1 0 0,-7-3-1 0 0,-6-1 138 0 0,-3 5 161 0 0,13 2-272 0 0,-1 1 0 0 0,1 0 0 0 0,0 0 0 0 0,0 1 0 0 0,0 0 0 0 0,1 1-1 0 0,-1 0 1 0 0,1 0 0 0 0,0 0 0 0 0,0 1 0 0 0,0 0 0 0 0,0 1 0 0 0,-6 6 0 0 0,-11 13 791 0 0,-38 48 0 0 0,61-71-888 0 0,-23 30 786 0 0,1 1 0 0 0,-21 43 0 0 0,34-56-426 0 0,0 1 1 0 0,2 0 0 0 0,0 0-1 0 0,2 1 1 0 0,-6 31-1 0 0,11-51-338 0 0,1 1-1 0 0,-1 0 1 0 0,1 0-1 0 0,0-1 0 0 0,0 1 1 0 0,0 0-1 0 0,0 0 1 0 0,0-1-1 0 0,1 1 0 0 0,0 0 1 0 0,-1 0-1 0 0,1-1 1 0 0,0 1-1 0 0,0 0 0 0 0,0-1 1 0 0,1 1-1 0 0,1 2 1 0 0,5 0 186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5:59.8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98 6553 0 0,'64'-82'0'0'0,"-55"72"0"0"0,-1 4 40 0 0,-1 12 161 0 0,-6-2-112 0 0,0 0 1 0 0,0 0 0 0 0,0 0 0 0 0,0 0-1 0 0,-1 0 1 0 0,0 0 0 0 0,0 0 0 0 0,-1 8 0 0 0,-6 36 663 0 0,4-31-533 0 0,-23 114 1717 0 0,-7 49 707 0 0,32-171-2495 0 0,0-4-65 0 0,0 1 0 0 0,0-1 1 0 0,1 0-1 0 0,-1 1 0 0 0,1-1 0 0 0,1 0 0 0 0,-1 1 0 0 0,1-1 0 0 0,0 0 0 0 0,0 0 0 0 0,0 1 0 0 0,3 5 0 0 0,2-4 116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0.1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41 6553 0 0,'-36'-3'530'0'0,"13"0"-91"0"0,2 1-149 0 0,2 0-50 0 0,4 0 0 0 0,2 1-40 0 0,-2 2-119 0 0,4 0 79 0 0,17 3-64 0 0,11 1 211 0 0,40-2 793 0 0,1-2-1 0 0,0-3 1 0 0,72-11 0 0 0,-117 11-887 0 0,-1 0-1 0 0,1 0 1 0 0,-1-1 0 0 0,0 0 0 0 0,12-6 0 0 0,-10 2 110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0.3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188 35 6553 0 0,'-7'-7'40'0'0,"-1"-1"120"0"0,-1 0-82 0 0,2 0 119 0 0,-3 4 56 0 0,-2 8 50 0 0,8 0-201 0 0,1 1 0 0 0,-1 0-1 0 0,1 0 1 0 0,1 0 0 0 0,-1 1 0 0 0,1-1 0 0 0,0 1 0 0 0,0-1 0 0 0,-1 8 0 0 0,-2 2 179 0 0,-24 66 1627 0 0,4 1 0 0 0,-22 125 0 0 0,47-184-1631 0 0,1-9-40 0 0,-1-13-225 0 0,1 0-1 0 0,-1-1 1 0 0,0 1-1 0 0,0-1 1 0 0,0 1-1 0 0,1-1 1 0 0,-1 1-1 0 0,0-1 1 0 0,1 0-1 0 0,-1 1 1 0 0,0-1-1 0 0,1 1 1 0 0,-1-1 0 0 0,1 0-1 0 0,-1 1 1 0 0,1-1-1 0 0,-1 0 1 0 0,0 1-1 0 0,1-1 1 0 0,0 0-1 0 0,0 1 1 0 0,13-3 307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0.9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62 144 6553 0 0,'4'-10'75'0'0,"-1"0"-1"0"0,1 1 1 0 0,1 0-1 0 0,0 0 1 0 0,0 0 0 0 0,1 1-1 0 0,0 0 1 0 0,1 0-1 0 0,-1 0 1 0 0,13-10-1 0 0,-12 13-11 0 0,0 1-1 0 0,1-1 1 0 0,-1 1-1 0 0,1 1 1 0 0,0 0-1 0 0,0 0 1 0 0,0 0 0 0 0,0 1-1 0 0,0 0 1 0 0,0 1-1 0 0,1-1 1 0 0,-1 2-1 0 0,1-1 1 0 0,15 2-1 0 0,-22-1-23 0 0,0 0 0 0 0,0 0-1 0 0,1 0 1 0 0,-1 0 0 0 0,0 0-1 0 0,0 0 1 0 0,1 1 0 0 0,-1-1 0 0 0,0 1-1 0 0,0-1 1 0 0,0 1 0 0 0,0 0-1 0 0,0 0 1 0 0,0 0 0 0 0,0 0-1 0 0,3 2 1 0 0,0 1 113 0 0,-3-3-106 0 0,-1 1-1 0 0,1-1 1 0 0,0 1-1 0 0,0-1 1 0 0,-1 1-1 0 0,1-1 1 0 0,-1 1-1 0 0,0 0 1 0 0,1 0 0 0 0,-1 0-1 0 0,0 0 1 0 0,0 0-1 0 0,0 0 1 0 0,0 0-1 0 0,-1 0 1 0 0,1 1-1 0 0,0 3 1 0 0,0-2 19 0 0,-1-1 1 0 0,0 1-1 0 0,-1 0 1 0 0,1 0-1 0 0,-1 0 1 0 0,0-1-1 0 0,1 1 1 0 0,-2 0-1 0 0,-2 6 1 0 0,-3 4 189 0 0,-1 0 0 0 0,-1 0 0 0 0,0-1 0 0 0,-11 13 0 0 0,12-17-4 0 0,-36 42 862 0 0,-15 14 246 0 0,55-57-1264 0 0,12-3 103 0 0,9-3 39 0 0,-5-1 6 0 0,0 0 0 0 0,0 1-1 0 0,0 1 1 0 0,0 0 0 0 0,0 0 0 0 0,-1 1 0 0 0,20 10 0 0 0,-24-10-82 0 0,0 1 1 0 0,-1 0 0 0 0,1 0-1 0 0,-1 0 1 0 0,0 1-1 0 0,0 0 1 0 0,-1 0-1 0 0,0 0 1 0 0,7 12-1 0 0,-9-14-87 0 0,-1 0 0 0 0,1 0-1 0 0,-1 1 1 0 0,0-1-1 0 0,0 0 1 0 0,-1 1 0 0 0,1 0-1 0 0,-1-1 1 0 0,0 1-1 0 0,0 0 1 0 0,-1 0-1 0 0,1 0 1 0 0,-1-1 0 0 0,0 1-1 0 0,-1 0 1 0 0,1 0-1 0 0,-1 0 1 0 0,0-1 0 0 0,0 1-1 0 0,0 0 1 0 0,-1-1-1 0 0,1 1 1 0 0,-1-1 0 0 0,0 1-1 0 0,-1-1 1 0 0,1 0-1 0 0,-1 0 1 0 0,0 0 0 0 0,0 0-1 0 0,-4 4 1 0 0,-1 0 144 0 0,-1 1 1 0 0,-1-1-1 0 0,1-1 0 0 0,-1 0 1 0 0,-1 0-1 0 0,1-1 0 0 0,-1 0 1 0 0,0 0-1 0 0,-1-2 1 0 0,-21 7-1 0 0,18-6-97 0 0,0-2 0 0 0,0 0 0 0 0,-1 0 0 0 0,0-2 0 0 0,1 0 0 0 0,-1 0-1 0 0,0-2 1 0 0,0 0 0 0 0,-25-5 0 0 0,26 2-121 0 0,0-4 0 0 0,8-4 0 0 0,7 10-14 0 0,0 0 0 0 0,0 0 0 0 0,1 1 0 0 0,-1-1 0 0 0,0 0 0 0 0,1 1-1 0 0,-1-1 1 0 0,1 0 0 0 0,0 1 0 0 0,-1-1 0 0 0,1 1 0 0 0,0-1 0 0 0,0 1 0 0 0,0-1-1 0 0,0 1 1 0 0,2-3 0 0 0,23-21-424 0 0,-17 18 307 0 0,10-10-205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1.1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41 6553 0 0,'-2'-14'0'0'0,"1"3"0"0"0,1-1 0 0 0,-1 12 1 0 0,1 0 0 0 0,0 0 0 0 0,0 0 0 0 0,0 0 0 0 0,0 0 0 0 0,0 0 0 0 0,0 0 0 0 0,0-1 0 0 0,0 1 0 0 0,0 0 0 0 0,0 0 0 0 0,0 0 0 0 0,0 0 0 0 0,0 0-1 0 0,0 0 1 0 0,0 0 0 0 0,0 0 0 0 0,0 0 0 0 0,0 0 0 0 0,0-1 0 0 0,0 1 0 0 0,0 0 0 0 0,0 0 0 0 0,0 0 0 0 0,0 0 0 0 0,0 0 0 0 0,0 0 0 0 0,0 0 0 0 0,0 0 0 0 0,0 0 0 0 0,0 0-1 0 0,1 0 1 0 0,-1 0 0 0 0,0-1 0 0 0,0 1 0 0 0,0 0 0 0 0,0 0 0 0 0,0 0 0 0 0,0 0 0 0 0,0 0 0 0 0,0 0 0 0 0,0 0 0 0 0,0 0 0 0 0,0 0 0 0 0,0 0 0 0 0,1 0 0 0 0,-1 0-1 0 0,0 0 1 0 0,0 0 0 0 0,0 0 0 0 0,0 0 0 0 0,0 0 0 0 0,0 0 0 0 0,0 0 0 0 0,0 0 0 0 0,0 0 0 0 0,0 0 0 0 0,0 0 0 0 0,1 0 0 0 0,-1 0 0 0 0,0 0 0 0 0,0 0 0 0 0,0 0 0 0 0,0 0-1 0 0,0 0 1 0 0,0 0 0 0 0,0 0 0 0 0,0 0 0 0 0,0 1 0 0 0,7 7 153 0 0,4 11 157 0 0,-11-18-304 0 0,151 263 4660 0 0,-143-251-4387 0 0,-4-5-109 0 0,1 0-1 0 0,0 1 1 0 0,1-2-1 0 0,0 1 1 0 0,0-1-1 0 0,8 8 1 0 0,-4-10 95 0 0,4-1-9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1.4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434 83 6553 0 0,'1'-7'0'0'0,"-4"-15"0"0"0,0 3 0 0 0,0 4 0 0 0,-1 4 0 0 0,-1 4 0 0 0,-8 6 40 0 0,6 3 95 0 0,0 0-1 0 0,0 1 1 0 0,0 0-1 0 0,0 0 1 0 0,1 1-1 0 0,-1 0 0 0 0,1 0 1 0 0,-9 8-1 0 0,-48 46 1052 0 0,52-46-905 0 0,-27 26 621 0 0,3 1 0 0 0,1 2-1 0 0,2 1 1 0 0,1 1-1 0 0,3 2 1 0 0,-26 56 0 0 0,52-98-834 0 0,1 0 0 0 0,0 0 0 0 0,0 0 0 0 0,0 0 0 0 0,0 0 0 0 0,0 0 0 0 0,1 0 0 0 0,-1 0 0 0 0,1 6 0 0 0,3 1 29 0 0,4 3 186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1.6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71 6553 0 0,'7'-7'241'0'0,"1"-2"-1"0"0,-1 1 0 0 0,2 1 1 0 0,0-1-41 0 0,1 3-120 0 0,4 4 120 0 0,118 0 1936 0 0,-101 2-1534 0 0,0-1-1 0 0,0-2 1 0 0,-1-1 0 0 0,58-12 0 0 0,-73 10-345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1.9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 66 6553 0 0,'4'-3'74'0'0,"-5"5"-48"0"0,25-39 347 0 0,-19 29-375 0 0,-1 0-3 0 0,3 0-2 0 0,-1 5 41 0 0,-3 13 160 0 0,-1 10 234 0 0,-2 1 0 0 0,-1-1 1 0 0,-5 40-1 0 0,-21 63 1375 0 0,20-94-1377 0 0,-40 124 1870 0 0,17-67-885 0 0,27-72-1134 0 0,2-9-205 0 0,0 0 0 0 0,-1 0 1 0 0,1-1-1 0 0,-1 1 0 0 0,0 0 1 0 0,0-1-1 0 0,-4 5 0 0 0,-1 2 123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2.7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93 6553 0 0,'-2'-8'0'0'0,"0"-1"0"0"0,8 3 40 0 0,12 4 201 0 0,98-6 1460 0 0,145-14 2043 0 0,-251 21-3560 0 0,0-1-1 0 0,0 0 1 0 0,0-1-1 0 0,0 0 0 0 0,10-5 1 0 0,-12 2 16 0 0,1-6 40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2.9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256 27 6553 0 0,'-9'-6'257'0'0,"-2"-1"10"0"0,2 1-170 0 0,0 1 63 0 0,-2 3-80 0 0,3 7 120 0 0,1 4 58 0 0,0 1 0 0 0,0 1 0 0 0,1-1-1 0 0,1 1 1 0 0,0 0 0 0 0,-7 21 0 0 0,4-9 173 0 0,-9 19 241 0 0,-99 270 4271 0 0,114-306-4857 0 0,0 0 0 0 0,1 1 0 0 0,0-1 1 0 0,-1 8-1 0 0,2-12-56 0 0,0 0 1 0 0,0 0-1 0 0,0 0 1 0 0,0 0-1 0 0,0-1 1 0 0,1 1-1 0 0,-1 0 1 0 0,1 0-1 0 0,-1 0 1 0 0,1-1-1 0 0,-1 1 1 0 0,1 0-1 0 0,0-1 1 0 0,0 1-1 0 0,0 0 1 0 0,0-1-1 0 0,0 1 1 0 0,0-1-1 0 0,2 2 1 0 0,5 3 169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3.4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0 124 6553 0 0,'36'-42'330'0'0,"12"-19"61"0"0,-39 51-194 0 0,-2 3-169 0 0,-1 3 7 0 0,-3 15 155 0 0,-5 2 95 0 0,0-1 1 0 0,-1 0-1 0 0,-7 22 0 0 0,-4 13 490 0 0,10-28-418 0 0,0 0 0 0 0,2 0-1 0 0,0-1 1 0 0,2 34 0 0 0,0-47-281 0 0,0 0 0 0 0,1 0-1 0 0,0 0 1 0 0,0 0 0 0 0,0-1 0 0 0,0 1 0 0 0,1 0-1 0 0,0-1 1 0 0,0 1 0 0 0,0-1 0 0 0,0 0 0 0 0,1 0 0 0 0,0 0-1 0 0,0 0 1 0 0,0 0 0 0 0,0 0 0 0 0,0-1 0 0 0,1 1-1 0 0,0-1 1 0 0,0 0 0 0 0,-1 0 0 0 0,2-1 0 0 0,7 5 0 0 0,-9-5-23 0 0,1 0-14 0 0,17-1 380 0 0,-16-1-314 0 0,1 0 0 0 0,0-1 0 0 0,-1 0-1 0 0,1 0 1 0 0,-1-1 0 0 0,0 1 0 0 0,1-1-1 0 0,-1 0 1 0 0,0-1 0 0 0,8-4-1 0 0,-4 1-76 0 0,0-1-1 0 0,0 0 0 0 0,-1 0 1 0 0,15-17-1 0 0,-4-1-365 0 0,0-1 0 0 0,27-51-1 0 0,-29 48-3 0 0,-11 18 211 0 0,-6 11 132 0 0,0 0 0 0 0,0 0-1 0 0,0 0 1 0 0,0 0 0 0 0,0-1 0 0 0,0 1-1 0 0,0 0 1 0 0,0 0 0 0 0,0 0 0 0 0,0-1-1 0 0,0 1 1 0 0,0 0 0 0 0,0 0 0 0 0,0 0-1 0 0,1 0 1 0 0,-1-1 0 0 0,0 1 0 0 0,0 0-1 0 0,0 0 1 0 0,0 0 0 0 0,0 0 0 0 0,0 0-1 0 0,1 0 1 0 0,-1 0 0 0 0,0-1 0 0 0,0 1 0 0 0,0 0-1 0 0,0 0 1 0 0,1 0 0 0 0,-1 0 0 0 0,0 0-1 0 0,0 0 1 0 0,0 0 0 0 0,0 0 0 0 0,1 0-1 0 0,-1 0 1 0 0,0 0 0 0 0,0 0 0 0 0,0 0-1 0 0,1 0 1 0 0,-1 0 0 0 0,0 0 0 0 0,0 0-1 0 0,0 0 1 0 0,0 0 0 0 0,1 0 0 0 0,-1 0-1 0 0,0 0 1 0 0,0 0 0 0 0,0 1 0 0 0,0-1-1 0 0,1 0 1 0 0,-1 0 0 0 0,0 0 0 0 0,0 0 0 0 0,0 0-1 0 0,0 0 1 0 0,0 1 0 0 0,1-1 0 0 0,0 5 48 0 0,-2 4 44 0 0,1-1-1 0 0,-1 1 1 0 0,-1-1-1 0 0,0 0 1 0 0,0 1 0 0 0,-7 14-1 0 0,0 7 239 0 0,8-29-318 0 0,-77 299 2773 0 0,75-289-2668 0 0,-8 49 452 0 0,10-57-530 0 0,1 0 0 0 0,0 0-1 0 0,0 0 1 0 0,0 0 0 0 0,0 0-1 0 0,0 0 1 0 0,1-1 0 0 0,-1 1-1 0 0,1 0 1 0 0,-1 0-1 0 0,1-1 1 0 0,0 1 0 0 0,1 0-1 0 0,-1-1 1 0 0,0 1 0 0 0,4 4-1 0 0,1-3-14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3.7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1 113 6553 0 0,'3'-12'0'0'0,"2"-6"0"0"0,1 1 0 0 0,1-1 0 0 0,10-18 0 0 0,-11 26 0 0 0,8 9 57 0 0,-9 2 20 0 0,0 1 1 0 0,-1 0-1 0 0,0 0 0 0 0,1 0 0 0 0,-1 0 1 0 0,0 1-1 0 0,0 0 0 0 0,5 4 0 0 0,31 31 789 0 0,-30-28-644 0 0,21 24 803 0 0,-3 1-1 0 0,36 57 1 0 0,6 6 925 0 0,-64-90-1853 0 0,2 0 103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3.9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487 85 6553 0 0,'-2'-42'0'0'0,"1"26"0"0"0,-1 4 0 0 0,0 2 0 0 0,-6 6 40 0 0,3 5 42 0 0,1 1-1 0 0,-1 0 0 0 0,0 0 0 0 0,1 0 0 0 0,0 1 0 0 0,-1 0 0 0 0,1-1 1 0 0,0 1-1 0 0,1 1 0 0 0,-6 4 0 0 0,-4 2 163 0 0,-27 23 860 0 0,1 2 0 0 0,-52 60 0 0 0,-55 90 2401 0 0,130-164-2950 0 0,1 0 0 0 0,1 1 0 0 0,1 0 0 0 0,-18 45 0 0 0,29-56-442 0 0,8 2 170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04.4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0 140 6553 0 0,'21'-21'282'0'0,"1"1"0"0"0,40-28 0 0 0,-52 41-172 0 0,1 1 0 0 0,0 0 0 0 0,1 0 0 0 0,0 1 0 0 0,-1 1-1 0 0,2 0 1 0 0,-1 0 0 0 0,21-2 0 0 0,-26 5 21 0 0,1 0 1 0 0,-1 0-1 0 0,0 1 0 0 0,0 1 1 0 0,0-1-1 0 0,0 1 1 0 0,0 0-1 0 0,0 0 0 0 0,0 1 1 0 0,0 0-1 0 0,0 1 0 0 0,0-1 1 0 0,-1 1-1 0 0,1 0 0 0 0,7 6 1 0 0,-11-7-73 0 0,0 0 1 0 0,0 1 0 0 0,-1 0-1 0 0,1-1 1 0 0,-1 1 0 0 0,0 0-1 0 0,0 0 1 0 0,0 0 0 0 0,0 0-1 0 0,-1 1 1 0 0,1-1 0 0 0,-1 0-1 0 0,1 1 1 0 0,-1-1-1 0 0,0 1 1 0 0,-1 0 0 0 0,1-1-1 0 0,-1 1 1 0 0,1-1 0 0 0,-1 1-1 0 0,0 0 1 0 0,-1-1 0 0 0,1 1-1 0 0,0 0 1 0 0,-1-1 0 0 0,-2 7-1 0 0,-3 8 256 0 0,-1-1 0 0 0,0 0 0 0 0,-1-1 0 0 0,-1 0 0 0 0,-1 0 0 0 0,0-1 0 0 0,-1 0 0 0 0,-15 16 0 0 0,-110 101 2478 0 0,119-118-2384 0 0,9-7-172 0 0,-2 2 0 0 0,1 0 0 0 0,4-1 17 0 0,5-7-244 0 0,0-1 1 0 0,0 0-1 0 0,0 0 1 0 0,0 1-1 0 0,0-1 1 0 0,1 0-1 0 0,-1 1 0 0 0,0-1 1 0 0,0 0-1 0 0,0 0 1 0 0,1 1-1 0 0,-1-1 1 0 0,0 0-1 0 0,0 0 0 0 0,0 1 1 0 0,1-1-1 0 0,-1 0 1 0 0,0 0-1 0 0,0 0 1 0 0,1 0-1 0 0,-1 1 1 0 0,0-1-1 0 0,1 0 0 0 0,-1 0 1 0 0,0 0-1 0 0,1 0 1 0 0,-1 0-1 0 0,1 0 1 0 0,9 1 172 0 0,0 0 1 0 0,-1-1-1 0 0,1 0 1 0 0,0-1-1 0 0,18-3 1 0 0,3 0 250 0 0,214-26 2386 0 0,-131 15-2005 0 0,-100 13-815 0 0,5-2 0 0 0,-1 0 0 0 0,-3 2 0 0 0,-2-1 0 0 0,2-1 0 0 0,-2-2 0 0 0,-5-3 0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43.9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 6553 0 0,'0'0'0'0'0,"-6"8"241"0"0,0-2-1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48.6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111 201 6553 0 0,'2'-7'241'0'0,"-8"0"-1"0"0,-4 2 0 0 0,0 0 1 0 0,-1 2-41 0 0,0-1-104 0 0,-1 1 171 0 0,1-1-50 0 0,0-1-137 0 0,0 2 120 0 0,-1-1 41 0 0,5 0-41 0 0,12-2-120 0 0,6 2 153 0 0,0 0 0 0 0,0 1-1 0 0,1 0 1 0 0,13-1 0 0 0,20-6 427 0 0,10-6 226 0 0,175-58 2742 0 0,-214 69-3371 0 0,-3 1 9 0 0,-1-1-169 0 0,1 1 103 0 0,-1 1 1 0 0,-1 1-121 0 0,-6 8 137 0 0,-6 1-93 0 0,0-1 1 0 0,0 1 0 0 0,0 0 0 0 0,-1-1 0 0 0,0 1 0 0 0,0-1-1 0 0,-4 7 1 0 0,-3 10 244 0 0,-74 267 3818 0 0,27-92-1918 0 0,-9 52-2269 0 0,41-150 0 0 0,22-91 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30.3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64 6553 0 0,'-16'-1'241'0'0,"4"0"-1"0"0,5-3 0 0 0,13 0 1 0 0,7 0 15 0 0,52-11 1672 0 0,132-11 0 0 0,-192 26-1857 0 0,16-2 329 0 0,-1 0-119 0 0,-2 0-41 0 0,1 1 0 0 0,-4 0 1 0 0,0 0-1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30.9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178 186 6553 0 0,'6'-9'0'0'0,"-3"0"0"0"0,-2-1 0 0 0,-1-1 0 0 0,0-2 0 0 0,-3 1 0 0 0,-1-2 0 0 0,0 1 0 0 0,0 0 0 0 0,2 2 0 0 0,1 0 0 0 0,1 10 0 0 0,0 0 0 0 0,0 0 0 0 0,0 0 0 0 0,0 1 0 0 0,0-1 0 0 0,0 0 0 0 0,0 0 0 0 0,0 0 0 0 0,0 0 0 0 0,0 1 0 0 0,1-1 0 0 0,-1 0 0 0 0,0 0 0 0 0,0 0 0 0 0,1 1 0 0 0,-1-1 0 0 0,1 0 0 0 0,-1 0 0 0 0,1 1 0 0 0,-1-1 0 0 0,1 0 0 0 0,-1 1 0 0 0,1-1 0 0 0,-1 1 0 0 0,1-1 0 0 0,0 0 0 0 0,1 0 0 0 0,-1 0 0 0 0,3-2 52 0 0,0-1-1 0 0,1 1 1 0 0,-1 0-1 0 0,1 0 1 0 0,-1 0-1 0 0,1 1 1 0 0,0-1-1 0 0,0 1 1 0 0,0 1-1 0 0,0-1 1 0 0,0 1-1 0 0,1-1 1 0 0,9 0-1 0 0,-10 1 35 0 0,1 1 1 0 0,0-1-1 0 0,0 1 0 0 0,1 0 0 0 0,-1 0 0 0 0,0 1 0 0 0,0 0 0 0 0,-1 0 1 0 0,1 0-1 0 0,0 1 0 0 0,0-1 0 0 0,0 2 0 0 0,-1-1 0 0 0,1 0 0 0 0,-1 1 1 0 0,0 0-1 0 0,0 1 0 0 0,0-1 0 0 0,0 1 0 0 0,0 0 0 0 0,4 4 1 0 0,-6-4-2 0 0,0 1 0 0 0,-1-1 0 0 0,1 0 0 0 0,-1 1 0 0 0,0-1 1 0 0,0 1-1 0 0,0 0 0 0 0,0 0 0 0 0,-1 0 0 0 0,0 0 1 0 0,0 0-1 0 0,0 0 0 0 0,-1 0 0 0 0,0 0 0 0 0,0 0 1 0 0,0 0-1 0 0,0 1 0 0 0,-1-1 0 0 0,0 0 0 0 0,0 0 1 0 0,-3 8-1 0 0,-6 13 383 0 0,-1 0 0 0 0,-1-1-1 0 0,-2 0 1 0 0,0-1 0 0 0,-2 0 0 0 0,-19 22 0 0 0,-122 124 2808 0 0,69-80-1458 0 0,47-45-858 0 0,36-38-800 0 0,6 3-80 0 0,10-4 120 0 0,1-6 53 0 0,1 0 0 0 0,0 0-1 0 0,-1-1 1 0 0,1-1 0 0 0,-1 0 0 0 0,21-7-1 0 0,0 1 249 0 0,279-54 991 0 0,-294 58-1492 0 0,0 0 0 0 0,-4 1 0 0 0,0 0 0 0 0,1 2 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41.8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 33 6553 0 0,'-12'4'241'0'0,"-2"-1"-41"0"0,2 2-103 0 0,1-1 129 0 0,3 0-169 0 0,8-3-55 0 0,0-1 0 0 0,0 0-1 0 0,0 0 1 0 0,0 1 0 0 0,0-1 0 0 0,0 0 0 0 0,0 1 0 0 0,0-1 0 0 0,0 0 0 0 0,0 0 0 0 0,1 1-1 0 0,-1-1 1 0 0,0 0 0 0 0,0 1 0 0 0,0-1 0 0 0,0 0 0 0 0,0 0 0 0 0,0 1 0 0 0,1-1 0 0 0,-1 0-1 0 0,0 0 1 0 0,0 1 0 0 0,0-1 0 0 0,1 0 0 0 0,-1 0 0 0 0,0 0 0 0 0,0 1 0 0 0,1-1 0 0 0,-1 0-1 0 0,15 3 266 0 0,1-1-10 0 0,5-2-17 0 0,9 0 381 0 0,0 0-1 0 0,39-7 1 0 0,14-3 540 0 0,-62 8-744 0 0,-1-1-70 0 0,-4 1-130 0 0,-3-1-137 0 0,0 0 120 0 0,-1 0 41 0 0,1 0-1 0 0,-1 0 0 0 0,0-1 0 0 0,-3 0 1 0 0,-2-4-1 0 0,2-2 0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42.1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9 122 6553 0 0,'-2'-11'0'0'0,"0"0"0"0"0,0-1 0 0 0,1 1 0 0 0,-1-2 0 0 0,2 3 0 0 0,7 0 0 0 0,7 3 0 0 0,12-1 474 0 0,2 1 0 0 0,-1 1 0 0 0,1 2-1 0 0,0 1 1 0 0,34 0 0 0 0,-41 2-234 0 0,-1 0 0 0 0,-4-1 1 0 0,-2 1-1 0 0,2 1-40 0 0,-8 4-120 0 0,-8 7 120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42.7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241 1 6553 0 0,'-17'7'257'0'0,"0"0"50"0"0,0 1-50 0 0,7-3-49 0 0,1 1 0 0 0,-1 0 0 0 0,1 1 0 0 0,0 0 0 0 0,1 0 0 0 0,0 1 1 0 0,0 0-1 0 0,0 0 0 0 0,1 1 0 0 0,1 0 0 0 0,-1 0 0 0 0,1 1 0 0 0,1-1 0 0 0,-7 17 1 0 0,8-18-109 0 0,-5 11 412 0 0,1 1-1 0 0,-10 33 1 0 0,16-43-293 0 0,-1 0-1 0 0,1 0 1 0 0,1 0-1 0 0,0 0 0 0 0,1 1 1 0 0,0-1-1 0 0,1 15 1 0 0,1-14 21 0 0,2 3 0 0 0,5-4 1 0 0,6-5-1 0 0,-9-4-120 0 0,1-1 1 0 0,-1 0-1 0 0,0 0 1 0 0,1-1 0 0 0,-1 0-1 0 0,0 0 1 0 0,1 0-1 0 0,9-4 1 0 0,51-24 1037 0 0,-13 5-219 0 0,-14 12-135 0 0,-8 6-441 0 0,-25 7-307 0 0,-2 1 22 0 0,1-1 35 0 0,1 1 0 0 0,-1 0 0 0 0,0 0 0 0 0,0 1-1 0 0,0-1 1 0 0,-1 1 0 0 0,1 0 0 0 0,-1 1 0 0 0,1-1 0 0 0,-1 1 0 0 0,0 0 0 0 0,0 1 0 0 0,-1-1-1 0 0,1 1 1 0 0,-1 0 0 0 0,0 0 0 0 0,-1 0 0 0 0,1 1 0 0 0,-1-1 0 0 0,0 1 0 0 0,0 0 0 0 0,-1 0-1 0 0,3 7 1 0 0,-1 0 122 0 0,0 1-1 0 0,-1-1 1 0 0,0 1-1 0 0,-1-1 1 0 0,-1 1 0 0 0,0 0-1 0 0,0-1 1 0 0,-2 1-1 0 0,-3 25 1 0 0,2-31-223 0 0,1 0 1 0 0,-2 0 0 0 0,1 0-1 0 0,-1 0 1 0 0,0 0 0 0 0,-1 0 0 0 0,0-1-1 0 0,0 0 1 0 0,0 1 0 0 0,-1-2-1 0 0,-7 9 1 0 0,8-11-10 0 0,0 0-1 0 0,-1-1 1 0 0,1 1-1 0 0,-1-1 1 0 0,0 0-1 0 0,0 0 1 0 0,0 0-1 0 0,0-1 1 0 0,-1 0-1 0 0,1 0 1 0 0,-1 0-1 0 0,1-1 1 0 0,-1 0-1 0 0,0 0 1 0 0,0 0-1 0 0,1-1 1 0 0,-7 1-1 0 0,-26-4-2 0 0,0-1 0 0 0,1-1 0 0 0,0-3 0 0 0,-45-14 0 0 0,69 18 0 0 0,-4-2 0 0 0,1 0 0 0 0,3 2 0 0 0,0 0 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53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96 59 6553 0 0,'-13'6'201'0'0,"-1"-2"-121"0"0,-2-2 120 0 0,1 0 40 0 0,-1-3 1 0 0,3-2-1 0 0,4-1 0 0 0,18-1 0 0 0,50-9 676 0 0,17 0 290 0 0,-57 10-966 0 0,-2 1 17 0 0,-3-1 50 0 0,1-1-50 0 0,0 2-57 0 0,-1-1-104 0 0,2 1 171 0 0,1-2-10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54.7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223 134 6553 0 0,'3'-10'0'0'0,"0"-4"0"0"0,-1 1 0 0 0,-2 1 0 0 0,0 1 0 0 0,-3 1 0 0 0,-7 6 0 0 0,5 6 87 0 0,0-1-1 0 0,0 1 0 0 0,0 0 0 0 0,1 0 0 0 0,-1 1 1 0 0,1-1-1 0 0,-1 1 0 0 0,1 0 0 0 0,0 0 0 0 0,0 1 0 0 0,-5 5 1 0 0,3-3 22 0 0,-10 8 273 0 0,1 1 1 0 0,1 0-1 0 0,0 1 0 0 0,1 1 1 0 0,1 0-1 0 0,0 0 0 0 0,2 2 0 0 0,-10 20 1 0 0,9-8-46 0 0,9-17-137 0 0,3-4 0 0 0,5-1-103 0 0,4-3 169 0 0,7-3-9 0 0,5-2 24 0 0,79-1 1080 0 0,-75 1-1040 0 0,-3 2 79 0 0,-17-2-300 0 0,0 0 0 0 0,0 0-1 0 0,-1 0 1 0 0,1 1 0 0 0,0 0 0 0 0,-1 0 0 0 0,1 1-1 0 0,-1 0 1 0 0,0-1 0 0 0,0 2 0 0 0,0-1-1 0 0,0 1 1 0 0,6 6 0 0 0,-8-6-16 0 0,0 0 0 0 0,0 0 1 0 0,0 0-1 0 0,-1 0 0 0 0,1 1 0 0 0,-1 0 1 0 0,0-1-1 0 0,0 1 0 0 0,-1 0 0 0 0,0 0 0 0 0,1 0 1 0 0,-1 8-1 0 0,0 3 184 0 0,-2-1 1 0 0,0 1-1 0 0,0-1 1 0 0,-2 1-1 0 0,0-1 1 0 0,-1 0-1 0 0,-8 23 0 0 0,8-26-69 0 0,-1-1 0 0 0,0-1 0 0 0,0 1 0 0 0,-1-1 0 0 0,0 0 0 0 0,0 0 0 0 0,-2 0 0 0 0,1-1 0 0 0,-1 0 0 0 0,0-1 0 0 0,-1 0 0 0 0,-10 8 0 0 0,8-10-62 0 0,-6 0 240 0 0,-1-1-30 0 0,-3-5-74 0 0,14-1-217 0 0,0-1-1 0 0,0 0 1 0 0,0 0-1 0 0,0 0 1 0 0,0-1-1 0 0,0 0 1 0 0,0 0-1 0 0,1 0 1 0 0,0-1-1 0 0,0 0 1 0 0,0-1-1 0 0,0 1 1 0 0,0-1-1 0 0,1 0 1 0 0,-7-9-1 0 0,8 9-155 0 0,0 0 1 0 0,0 0-1 0 0,1 0 1 0 0,0-1-1 0 0,0 1 0 0 0,1-1 1 0 0,0 0-1 0 0,0 0 1 0 0,0 0-1 0 0,0 0 0 0 0,1 0 1 0 0,0 0-1 0 0,1 0 1 0 0,-1-1-1 0 0,1 1 0 0 0,0 0 1 0 0,1 0-1 0 0,1-10 1 0 0,1 3-137 0 0,2 0 1 0 0,-1 1-1 0 0,1-1 1 0 0,1 1-1 0 0,0 0 1 0 0,1 1-1 0 0,0 0 1 0 0,1 0-1 0 0,1 0 1 0 0,17-18-1 0 0,10-4-1033 0 0,64-47 0 0 0,-80 65 964 0 0,136-102-1684 0 0,-148 111 1902 0 0,0-2 13 0 0,1-6-117 0 0,-2 2 136 0 0,-1-1-74 0 0,-5-1-4 0 0,-6-1-16 0 0,2 10 159 0 0,0 0-1 0 0,-1 0 1 0 0,0 0-1 0 0,0 1 0 0 0,0-1 1 0 0,-1 1-1 0 0,1 0 1 0 0,-1 1-1 0 0,0-1 1 0 0,0 1-1 0 0,0 0 1 0 0,-1 0-1 0 0,1 0 1 0 0,-1 1-1 0 0,-6-2 1 0 0,-11-4 310 0 0,0 2 0 0 0,-32-6 1 0 0,40 10-155 0 0,0 0 0 0 0,-1 0 1 0 0,1 2-1 0 0,0 0 0 0 0,-25 3 1 0 0,35-2-113 0 0,-1-1 0 0 0,1 2 1 0 0,0-1-1 0 0,1 0 1 0 0,-1 1-1 0 0,0 0 1 0 0,0 0-1 0 0,1 1 0 0 0,-1-1 1 0 0,1 1-1 0 0,0 0 1 0 0,0 0-1 0 0,0 0 1 0 0,0 1-1 0 0,0-1 0 0 0,1 1 1 0 0,-1 0-1 0 0,1 0 1 0 0,0 0-1 0 0,-3 6 1 0 0,2-1 117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56.4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498 61 6553 0 0,'-5'-7'40'0'0,"-3"1"121"0"0,4 0-122 0 0,14 0-3 0 0,16-2 255 0 0,-18 9-226 0 0,-2 0 13 0 0,81-12 1176 0 0,63-4 1009 0 0,-127 14-2026 0 0,-2 0 0 0 0,-3 0 40 0 0,1 1 118 0 0,-3 0-158 0 0,-3 3-141 0 0,-1 1 167 0 0,-2 3-10 0 0,-6-5-168 0 0,0 1 0 0 0,0 0 0 0 0,-1 0 0 0 0,0 0 0 0 0,1 1 0 0 0,-1-1 0 0 0,0 1-1 0 0,-1-1 1 0 0,1 1 0 0 0,-1 0 0 0 0,0 0 0 0 0,4 8 0 0 0,-2-2 95 0 0,2 5 172 0 0,0 1 1 0 0,-1 0-1 0 0,-1 0 0 0 0,4 27 0 0 0,1 70 1207 0 0,-7-75-970 0 0,0 65 1986 0 0,-19 160-1 0 0,6-136-1167 0 0,-38 895-1356 0 0,43-106-51 0 0,7-566 0 0 0,-21 311 0 0 0,4-250 0 0 0,2-105 0 0 0,9-234 0 0 0,4-58 0 0 0,-1 0 0 0 0,2 0 0 0 0,-2-1 0 0 0,0 1 0 0 0,1 0 0 0 0,-1 0 0 0 0,1 1 0 0 0,-1 1 0 0 0,1-1 0 0 0,0 0 0 0 0,-1-3 0 0 0,0-1 0 0 0,1 2 0 0 0,-1-2 0 0 0,2-1 0 0 0,-2-1 0 0 0,-4-2 0 0 0,-9-4 0 0 0,-3-2 0 0 0,0-1 0 0 0,-34-4 0 0 0,21 0 0 0 0,-76 2 0 0 0,0 4 0 0 0,0 5 0 0 0,-203 40 0 0 0,253-36 0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36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63 156 6553 0 0,'-11'-4'40'0'0,"1"-1"121"0"0,-1 0-65 0 0,3 0 131 0 0,1 0-130 0 0,-3 0 103 0 0,4-1 0 0 0,6 5-195 0 0,0 1 0 0 0,1-1 1 0 0,-1 1-1 0 0,0 0 0 0 0,0-1 0 0 0,1 1 1 0 0,-1-1-1 0 0,0 1 0 0 0,0 0 0 0 0,1-1 1 0 0,-1 1-1 0 0,0 0 0 0 0,1-1 0 0 0,-1 1 0 0 0,1 0 1 0 0,-1-1-1 0 0,0 1 0 0 0,1 0 0 0 0,-1 0 1 0 0,1 0-1 0 0,-1-1 0 0 0,1 1 0 0 0,22-8 631 0 0,1 1 0 0 0,42-6-1 0 0,-12 2 170 0 0,259-58 3800 0 0,-296 65-4298 0 0,-3 3-50 0 0,-7 4-17 0 0,-9 5 0 0 0,-8-1 1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37.5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294 23 6553 0 0,'-13'-4'0'0'0,"2"-1"40"0"0,1 0 161 0 0,-2 0 39 0 0,1 1 0 0 0,1 7 1 0 0,5 5-1 0 0,0 3 0 0 0,0 2 33 0 0,1-1 0 0 0,0 1-1 0 0,1 0 1 0 0,-3 17 0 0 0,1 0 145 0 0,0-15-175 0 0,3-7-73 0 0,0 0-1 0 0,1 0 1 0 0,0 0-1 0 0,0 1 1 0 0,1 10 0 0 0,0-5-90 0 0,0-3 120 0 0,5-3 40 0 0,6-2 1 0 0,8-6 39 0 0,-3-3 90 0 0,-1 0 1 0 0,0-1-1 0 0,17-7 0 0 0,-19 6-102 0 0,0 1 0 0 0,0 0 0 0 0,1 0-1 0 0,-1 2 1 0 0,1 0 0 0 0,0 0 0 0 0,20 1 0 0 0,-27 1-150 0 0,0 1 0 0 0,0 0 1 0 0,0 1-1 0 0,0-1 0 0 0,0 1 1 0 0,0 0-1 0 0,-1 1 0 0 0,1 0 1 0 0,-1 0-1 0 0,0 0 0 0 0,0 1 1 0 0,0 0-1 0 0,0 0 0 0 0,0 1 1 0 0,-1-1-1 0 0,0 1 0 0 0,0 0 1 0 0,0 0-1 0 0,4 7 0 0 0,-6-7-21 0 0,0 0-1 0 0,0 0 0 0 0,0 0 1 0 0,-1 1-1 0 0,0-1 0 0 0,0 1 1 0 0,0-1-1 0 0,0 1 0 0 0,-1 0 1 0 0,0-1-1 0 0,0 1 1 0 0,-1 0-1 0 0,0 0 0 0 0,0 0 1 0 0,0-1-1 0 0,-1 1 0 0 0,1 0 1 0 0,-1 0-1 0 0,-1-1 1 0 0,1 1-1 0 0,-1 0 0 0 0,0-1 1 0 0,-3 6-1 0 0,-1-1 23 0 0,0 0 0 0 0,-1 0 0 0 0,0-1-1 0 0,-1 1 1 0 0,0-2 0 0 0,0 1 0 0 0,-1-1 0 0 0,0-1 0 0 0,0 1-1 0 0,-1-2 1 0 0,1 1 0 0 0,-2-1 0 0 0,1-1 0 0 0,-1 0 0 0 0,0 0-1 0 0,0-1 1 0 0,-20 5 0 0 0,2-3 175 0 0,0-1-1 0 0,0-1 0 0 0,0-1 1 0 0,0-2-1 0 0,-1-1 1 0 0,-29-4-1 0 0,45 3-293 0 0,-29-8 0 0 0,10 1 0 0 0,17 4 0 0 0,3 0 0 0 0,1 0 0 0 0,2-1 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6:58.2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852 140 6553 0 0,'12'-3'201'0'0,"-4"-3"-121"0"0,-6-3 80 0 0,-4 1-121 0 0,-3 0-4 0 0,-1 0 118 0 0,-3-1-82 0 0,1 2 112 0 0,1 0 0 0 0,-1 1 0 0 0,0 0 0 0 0,-1 1 0 0 0,0 0 0 0 0,1 0 0 0 0,-1 1 0 0 0,-1 0 0 0 0,1 0-1 0 0,-17-3 1 0 0,-36-13 808 0 0,45 15-744 0 0,0 3-16 0 0,2 1 0 0 0,-5 2 0 0 0,4 1 0 0 0,2 3 16 0 0,6-1-82 0 0,0 0 0 0 0,1 0 0 0 0,0 1 0 0 0,-1 0 0 0 0,2 0 0 0 0,-1 0 0 0 0,1 1 0 0 0,0 0 0 0 0,0 0 0 0 0,0 1 0 0 0,1 0 0 0 0,0 0 0 0 0,0 0 1 0 0,1 0-1 0 0,-4 9 0 0 0,6-12-74 0 0,-11 22 439 0 0,1 1 1 0 0,1 0-1 0 0,2 1 1 0 0,0 0-1 0 0,-7 51 1 0 0,-7 148 2647 0 0,20-178-2517 0 0,-34 654 2447 0 0,-52 166-3108 0 0,69-700 0 0 0,-10 129 0 0 0,-4 34 0 0 0,-22 159 0 0 0,31-320 0 0 0,-6 46 0 0 0,16-118 0 0 0,-7 65 0 0 0,17-120 0 0 0,3-28 0 0 0,-1-1 0 0 0,2 0 0 0 0,0 0 0 0 0,-1-2 0 0 0,1-1 0 0 0,0-1 0 0 0,0 1 0 0 0,-1-1 0 0 0,0-1 0 0 0,3 1 0 0 0,3-1 0 0 0,2-2 0 0 0,3-5 0 0 0,-2-2 4 0 0,0 0 0 0 0,-1-1 0 0 0,1 0 0 0 0,0-1 0 0 0,-1 1 0 0 0,1-1-1 0 0,0 0 1 0 0,8-3 0 0 0,54-21-104 0 0,-54 19 21 0 0,171-78-2763 0 0,-109 45 1495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01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87 165 6553 0 0,'-4'-34'0'0'0,"3"22"0"0"0,1 12 0 0 0,0 1 0 0 0,-1-1 0 0 0,1 0 0 0 0,0 0-1 0 0,0 0 1 0 0,0 0 0 0 0,0 0 0 0 0,0 0 0 0 0,0 0-1 0 0,0 0 1 0 0,-1 0 0 0 0,1 0 0 0 0,0 0 0 0 0,0 0-1 0 0,0 0 1 0 0,0 0 0 0 0,0 0 0 0 0,-1 0 0 0 0,1 0-1 0 0,0 0 1 0 0,0 0 0 0 0,0 0 0 0 0,0 0 0 0 0,0 0-1 0 0,0 0 1 0 0,-1 0 0 0 0,1 0 0 0 0,0 0 0 0 0,0 0-1 0 0,0 0 1 0 0,0 0 0 0 0,0 0 0 0 0,0 0 0 0 0,0-1-1 0 0,-1 1 1 0 0,1 0 0 0 0,0 0 0 0 0,0 0 0 0 0,0 0-1 0 0,0 0 1 0 0,0 0 0 0 0,0 0 0 0 0,0-1 0 0 0,0 1-1 0 0,0 0 1 0 0,0 0 0 0 0,0 0 0 0 0,0 0 0 0 0,0 0-1 0 0,-4 10 51 0 0,-17 232 3434 0 0,12-101-1392 0 0,-7 64 720 0 0,-8 96 1465 0 0,22-264-3757 0 0,3-72 66 0 0,4-59-1608 0 0,2 42 461 0 0,50-317-3540 0 0,-35 254 2028 0 0,46-133 0 0 0,-57 212 1608 0 0,-8 21 229 0 0,2 1 1 0 0,0-1-1 0 0,1 1 1 0 0,10-20 0 0 0,-15 32 212 0 0,-1 2 19 0 0,0-1 0 0 0,1 1 0 0 0,-1-1-1 0 0,0 0 1 0 0,1 1 0 0 0,-1-1 0 0 0,0 1-1 0 0,1-1 1 0 0,-1 1 0 0 0,1-1 0 0 0,-1 1-1 0 0,1-1 1 0 0,-1 1 0 0 0,1 0-1 0 0,-1-1 1 0 0,1 1 0 0 0,-1 0 0 0 0,1-1-1 0 0,-1 1 1 0 0,1 0 0 0 0,0-1 0 0 0,-1 1-1 0 0,1 0 1 0 0,0 0 0 0 0,-1 0 0 0 0,1 0-1 0 0,0 0 1 0 0,-1 0 0 0 0,2 0 0 0 0,12-1 149 0 0,-11 2-100 0 0,0 0 0 0 0,-1 1 0 0 0,1-1 0 0 0,0 0 0 0 0,-1 1 0 0 0,0 0 0 0 0,1 0 0 0 0,-1-1 0 0 0,0 1 0 0 0,0 1 0 0 0,0-1 0 0 0,0 0 0 0 0,0 0 0 0 0,-1 1 0 0 0,1-1 0 0 0,-1 1 0 0 0,1-1 0 0 0,0 5 0 0 0,5 8 240 0 0,-1 0 0 0 0,3 17-1 0 0,-5-19-138 0 0,12 47 1065 0 0,-3 0-1 0 0,9 91 1 0 0,-8 125 2260 0 0,-13-247-3127 0 0,-5 342 4317 0 0,2-358-4484 0 0,-4-4-92 0 0,-4-6 165 0 0,-6-7 49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01.4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86 181 6553 0 0,'-53'-28'837'0'0,"39"18"-570"0"0,4 2-214 0 0,2 0-70 0 0,8 7 16 0 0,0 1 0 0 0,0-1 0 0 0,0 1 1 0 0,-1-1-1 0 0,1 1 0 0 0,0-1 0 0 0,0 0 1 0 0,0 1-1 0 0,0-1 0 0 0,0 1 0 0 0,0-1 0 0 0,0 1 1 0 0,1-1-1 0 0,-1 1 0 0 0,0-1 0 0 0,0 1 0 0 0,0-1 1 0 0,0 1-1 0 0,1-1 0 0 0,-1 0 0 0 0,2-1 10 0 0,1-1 0 0 0,-1 0-1 0 0,0 1 1 0 0,1-1 0 0 0,0 1 0 0 0,0 0-1 0 0,0 0 1 0 0,0 0 0 0 0,0 0 0 0 0,0 0-1 0 0,0 1 1 0 0,5-2 0 0 0,47-15 786 0 0,-35 12-440 0 0,119-29 1602 0 0,-57 15-850 0 0,-57 13-835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01.6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58 6553 0 0,'0'-11'0'0'0,"-1"-3"0"0"0,-1 0 0 0 0,2 3 0 0 0,-1 3 0 0 0,1 10 8 0 0,-1-1 0 0 0,1 0-1 0 0,0 1 1 0 0,0-1 0 0 0,0 1-1 0 0,0-1 1 0 0,0 0-1 0 0,1 1 1 0 0,-1-1 0 0 0,0 0-1 0 0,1 1 1 0 0,-1-1 0 0 0,1 0-1 0 0,0 3 1 0 0,2 1 118 0 0,14 96 1980 0 0,-4 1 1 0 0,-5 1-1 0 0,-7 167 0 0 0,-4-169-604 0 0,2-94-1462 0 0,-6-13-40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02.1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13 364 6553 0 0,'-4'-17'11'0'0,"1"0"0"0"0,1-1 0 0 0,0 1 0 0 0,1-1 0 0 0,1 0 0 0 0,1 1 0 0 0,0-1 0 0 0,1 1-1 0 0,8-31 1 0 0,-7 39-2 0 0,0 0-1 0 0,0 0 0 0 0,1 1 1 0 0,1-1-1 0 0,-1 1 0 0 0,1-1 1 0 0,1 2-1 0 0,0-1 1 0 0,0 0-1 0 0,0 1 0 0 0,1 0 1 0 0,0 1-1 0 0,0 0 0 0 0,1 0 1 0 0,-1 0-1 0 0,2 1 0 0 0,-1 0 1 0 0,0 0-1 0 0,14-4 0 0 0,-14 6 123 0 0,-1 0-1 0 0,1 1 0 0 0,0 1 1 0 0,-1-1-1 0 0,1 1 0 0 0,0 1 0 0 0,0-1 1 0 0,0 1-1 0 0,0 1 0 0 0,-1-1 1 0 0,1 1-1 0 0,0 1 0 0 0,13 3 0 0 0,-16-3-46 0 0,-1-1 0 0 0,1 1 0 0 0,-1 1 0 0 0,1-1 0 0 0,-1 1 0 0 0,0-1 0 0 0,0 1 0 0 0,0 0 0 0 0,0 1 0 0 0,0-1 0 0 0,-1 1 0 0 0,1 0 0 0 0,-1 0 0 0 0,0 0-1 0 0,0 0 1 0 0,-1 0 0 0 0,1 0 0 0 0,-1 1 0 0 0,0 0 0 0 0,0-1 0 0 0,-1 1 0 0 0,3 7 0 0 0,-3 1 128 0 0,1 0 0 0 0,-1-1-1 0 0,-1 1 1 0 0,-1 0 0 0 0,1 0 0 0 0,-2-1-1 0 0,0 1 1 0 0,0 0 0 0 0,-7 17 0 0 0,1-7 280 0 0,-1-1 1 0 0,0 0-1 0 0,-2 0 0 0 0,-14 21 1 0 0,6-16 23 0 0,13-18-404 0 0,2-4 168 0 0,16-7 55 0 0,-4 2-209 0 0,-1 0 0 0 0,0 1 0 0 0,0-1 0 0 0,0 1 0 0 0,0 1 0 0 0,0 0 0 0 0,0 0 0 0 0,-1 0 0 0 0,1 1 0 0 0,0-1 0 0 0,-1 2 0 0 0,8 4 0 0 0,3 3 380 0 0,1 1 0 0 0,27 26 0 0 0,-33-27-257 0 0,0 0 0 0 0,-1 1-1 0 0,-1 0 1 0 0,0 1 0 0 0,0 0 0 0 0,-1 1 0 0 0,-1 0 0 0 0,7 17 0 0 0,-12-24-127 0 0,0 0 0 0 0,-1 1-1 0 0,0-1 1 0 0,0 0 0 0 0,-1 1 0 0 0,0 0 0 0 0,-1-1 0 0 0,1 1-1 0 0,-1-1 1 0 0,-1 1 0 0 0,0 0 0 0 0,0-1 0 0 0,0 1 0 0 0,-1-1-1 0 0,0 0 1 0 0,0 1 0 0 0,-1-1 0 0 0,0 0 0 0 0,-5 10 0 0 0,3-10-110 0 0,0 1 1 0 0,0-1-1 0 0,0 0 0 0 0,-1-1 1 0 0,0 1-1 0 0,0-1 1 0 0,-1 0-1 0 0,1-1 1 0 0,-1 1-1 0 0,-1-1 0 0 0,1-1 1 0 0,-1 1-1 0 0,0-1 1 0 0,0-1-1 0 0,0 1 1 0 0,0-1-1 0 0,0-1 0 0 0,-1 1 1 0 0,0-2-1 0 0,1 1 1 0 0,-1-1-1 0 0,0 0 1 0 0,0-1-1 0 0,1 0 0 0 0,-1-1 1 0 0,-15-2-1 0 0,-132-39-12 0 0,72 17 0 0 0,56 17 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22.9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 6553 0 0,'12'-2'201'0'0,"-3"1"-121"0"0,-12 5 120 0 0,-6 2 40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21.5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40 6553 0 0,'3'-9'0'0'0,"-1"0"0"0"0,-3-1 0 0 0,3 2 0 0 0,13 5 0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24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35 6553 0 0,'5'-9'0'0'0,"0"0"0"0"0,-1 0 0 0 0,1 1 0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24.7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 0 0,'0'0'0'0'0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24.8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 6553 0 0,'0'0'0'0'0,"8"-4"241"0"0,4 1-241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25.8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0,'0'0'0'0'0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26.0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 0 0,'0'0'0'0'0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26.3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2 6553 0 0,'-13'-2'0'0'0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27.2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 6553 0 0,'0'0'0'0'0,"4"-9"0"0"0,-1 20 0 0 0,-6 1 241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14.9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58 117 6553 0 0,'-4'-10'0'0'0,"0"2"0"0"0,0 0 0 0 0,0 0 0 0 0,2 0 0 0 0,8 1 0 0 0,5 1 0 0 0,-2 1 40 0 0,2-2 161 0 0,1 1 39 0 0,2-2 0 0 0,-7 5-124 0 0,-1-1 17 0 0,1 0 0 0 0,0 1 0 0 0,0 0 0 0 0,0 0 0 0 0,0 1 0 0 0,0 0-1 0 0,1 0 1 0 0,-1 0 0 0 0,14 0 0 0 0,-4 0 143 0 0,6-1 85 0 0,0 3-81 0 0,-1 0 0 0 0,-2 3 121 0 0,-1 1-104 0 0,-2 3-31 0 0,-4 3-152 0 0,-4 1 152 0 0,-4 3-9 0 0,-4-9-175 0 0,-1 0 0 0 0,0 0 0 0 0,0 0 0 0 0,-1-1 0 0 0,0 1 0 0 0,1 0 0 0 0,-2-1 1 0 0,1 1-1 0 0,0 0 0 0 0,-1-1 0 0 0,0 0 0 0 0,-4 8 0 0 0,-5 6 570 0 0,-20 26 0 0 0,21-30-280 0 0,1-1-141 0 0,4-6-86 0 0,0-1-1 0 0,-1 1 1 0 0,1-1-1 0 0,-1 0 1 0 0,-1-1-1 0 0,-9 8 1 0 0,6-5 112 0 0,1-3-17 0 0,0-2 0 0 0,9-10 1 0 0,10 1-1 0 0,2 0-40 0 0,3 2-70 0 0,4 1 268 0 0,0 1-108 0 0,16 2 150 0 0,-24 4-273 0 0,-1 0 46 0 0,-3-2-97 0 0,-1 0 0 0 0,0 1-1 0 0,0-1 1 0 0,-1 1-1 0 0,1 0 1 0 0,0 1 0 0 0,-1-1-1 0 0,0 1 1 0 0,0 0-1 0 0,0 1 1 0 0,0-1 0 0 0,-1 1-1 0 0,0 0 1 0 0,0 0-1 0 0,0 0 1 0 0,0 1 0 0 0,-1-1-1 0 0,0 1 1 0 0,0 0-1 0 0,0 0 1 0 0,1 8 0 0 0,-1-7 28 0 0,-2 1 1 0 0,1 0 0 0 0,-1 0 0 0 0,0 0-1 0 0,-1 0 1 0 0,0 0 0 0 0,0 0-1 0 0,-1 0 1 0 0,0 0 0 0 0,0 0 0 0 0,-1 0-1 0 0,0 0 1 0 0,0-1 0 0 0,-1 1 0 0 0,0-1-1 0 0,-7 14 1 0 0,7-16-118 0 0,0 0 0 0 0,-1 0-1 0 0,1-1 1 0 0,-1 1 0 0 0,0-1 0 0 0,-1 0 0 0 0,1 0-1 0 0,-1 0 1 0 0,1 0 0 0 0,-1-1 0 0 0,0 0 0 0 0,-1 0 0 0 0,1 0-1 0 0,0-1 1 0 0,-1 0 0 0 0,1 0 0 0 0,-1 0 0 0 0,0 0-1 0 0,-6 0 1 0 0,1-1 21 0 0,0 0-1 0 0,-1-1 1 0 0,1 0 0 0 0,-1-1-1 0 0,1-1 1 0 0,0 1-1 0 0,-1-2 1 0 0,1 1 0 0 0,-13-6-1 0 0,19 6-47 0 0,-33-11 0 0 0,1-2 0 0 0,-44-24 0 0 0,67 31 0 0 0,2-1 0 0 0,3 0 0 0 0,7-1 0 0 0,6 0-56 0 0,5 3-170 0 0,6 2 173 0 0,3 1 57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15.2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91 6553 0 0,'-1'-11'281'0'0,"0"1"-246"0"0,-1 0 0 0 0,0 0 0 0 0,-1 1-1 0 0,-6-16 1 0 0,6 16-40 0 0,3 8 6 0 0,0 1 0 0 0,0 0 0 0 0,0 0 0 0 0,0 0 0 0 0,0-1 0 0 0,0 1 0 0 0,0 0 0 0 0,0 0 0 0 0,0 0 0 0 0,0-1 0 0 0,0 1 0 0 0,1 0 0 0 0,-1 0 0 0 0,0 0 0 0 0,0-1 0 0 0,0 1 0 0 0,0 0 0 0 0,0 0 1 0 0,0 0-1 0 0,0-1 0 0 0,1 1 0 0 0,-1 0 0 0 0,0 0 0 0 0,0 0 0 0 0,0 0 0 0 0,0 0 0 0 0,1 0 0 0 0,-1-1 0 0 0,0 1 0 0 0,0 0 0 0 0,0 0 0 0 0,1 0 0 0 0,-1 0 0 0 0,0 0 0 0 0,0 0 0 0 0,1 0 0 0 0,12 6 210 0 0,13 13 579 0 0,-1 2 0 0 0,-1 0 0 0 0,41 49 0 0 0,11 10 875 0 0,-50-53-1051 0 0,-11-12-51 0 0,-1-1 0 0 0,28 21 0 0 0,-31-27-313 0 0,0-1-54 0 0,-2-1-157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15.5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406 54 6553 0 0,'-5'-10'0'0'0,"2"5"0"0"0,0 0 0 0 0,1 1 0 0 0,-2-1 0 0 0,1 1 0 0 0,-6-7 0 0 0,-2 3 40 0 0,-3 6 161 0 0,10 3-112 0 0,-1 0 0 0 0,1 1 0 0 0,0-1-1 0 0,0 1 1 0 0,0 0 0 0 0,0 0 0 0 0,0 0 0 0 0,0 1 0 0 0,0-1 0 0 0,1 1 0 0 0,-1 0 0 0 0,-3 4 0 0 0,-39 45 951 0 0,36-39-718 0 0,-38 48 1191 0 0,4 1 1 0 0,2 3-1 0 0,-48 99 1 0 0,84-150-1297 0 0,1-1 49 0 0,-1-3-209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16.0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51 148 6553 0 0,'8'-17'162'0'0,"1"1"0"0"0,0-1 0 0 0,1 2-1 0 0,17-21 1 0 0,-23 31-114 0 0,0 1 0 0 0,1 0 0 0 0,-1 0 1 0 0,1 1-1 0 0,0-1 0 0 0,0 1 0 0 0,0 0 0 0 0,1 0 0 0 0,-1 1 0 0 0,1 0 0 0 0,-1 0 1 0 0,1 0-1 0 0,0 0 0 0 0,-1 1 0 0 0,1 0 0 0 0,0 0 0 0 0,11 0 0 0 0,-10 1 44 0 0,-1 1 1 0 0,0-1-1 0 0,0 1 0 0 0,0 0 0 0 0,0 1 0 0 0,0-1 0 0 0,0 1 0 0 0,0 1 1 0 0,0-1-1 0 0,-1 1 0 0 0,1 0 0 0 0,-1 0 0 0 0,0 0 0 0 0,0 1 1 0 0,0 0-1 0 0,0 0 0 0 0,7 8 0 0 0,-9-8-5 0 0,1 0 0 0 0,-1 1 0 0 0,0-1 0 0 0,-1 1 0 0 0,1 0 0 0 0,-1 0 0 0 0,0 0-1 0 0,0 0 1 0 0,-1 0 0 0 0,1 0 0 0 0,-1 0 0 0 0,0 1 0 0 0,-1-1 0 0 0,1 1 0 0 0,-1-1 0 0 0,0 0 0 0 0,-1 1 0 0 0,1-1 0 0 0,-1 0 0 0 0,-2 10-1 0 0,-2 1 182 0 0,-1 0 0 0 0,-1-1-1 0 0,0 0 1 0 0,0 0 0 0 0,-2-1-1 0 0,0 0 1 0 0,0-1-1 0 0,-1 1 1 0 0,-1-2 0 0 0,-19 18-1 0 0,-11 6 1209 0 0,-85 56 1 0 0,98-73-947 0 0,19-13-364 0 0,3-3-15 0 0,1 1-1 0 0,0 0 1 0 0,0 0-1 0 0,-7 8 1 0 0,7-2 40 0 0,5-10-187 0 0,0 0 0 0 0,0 1-1 0 0,0-1 1 0 0,0 1 0 0 0,0-1-1 0 0,1 0 1 0 0,-1 1 0 0 0,0-1-1 0 0,0 0 1 0 0,1 1 0 0 0,-1-1 0 0 0,0 0-1 0 0,1 1 1 0 0,-1-1 0 0 0,0 0-1 0 0,1 0 1 0 0,-1 1 0 0 0,0-1 0 0 0,1 0-1 0 0,-1 0 1 0 0,0 0 0 0 0,1 0-1 0 0,-1 1 1 0 0,1-1 0 0 0,-1 0-1 0 0,1 0 1 0 0,-1 0 0 0 0,0 0 0 0 0,1 0-1 0 0,0 0 1 0 0,21 2 364 0 0,1-2 0 0 0,-1 0 0 0 0,0-1 0 0 0,27-5 0 0 0,-4 1 273 0 0,375-39 2089 0 0,-399 43-2730 0 0,-7-1 0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28.7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 6553 0 0,'0'0'0'0'0,"5"-10"0"0"0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31.5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6553 0 0,'-2'10'241'0'0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31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 0 0,'0'0'0'0'0,"8"3"241"0"0,-11 6-1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32.3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 0 0,'4'6'40'0'0,"-3"4"161"0"0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32.7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 0 0,'8'4'57'0'0,"-1"2"226"0"0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33.9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0,'4'7'241'0'0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0.4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236 97 6553 0 0,'-5'-12'0'0'0,"1"2"0"0"0,-1 0 0 0 0,0 2 0 0 0,-1 2 0 0 0,-3 1 40 0 0,-5 5 161 0 0,2-4 39 0 0,3-1 0 0 0,1-1-39 0 0,1-2-105 0 0,0 1 131 0 0,0 1-131 0 0,0 0 61 0 0,3 3-94 0 0,3 14 117 0 0,4 59 1091 0 0,-2 0 0 0 0,-4 0 0 0 0,-17 102 0 0 0,-40 92 2241 0 0,33-134-1665 0 0,11-45-643 0 0,12-69-984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1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2 468 6553 0 0,'-1'-19'0'0'0,"0"1"0"0"0,2 0 0 0 0,0-1 0 0 0,1 1 0 0 0,1 0 0 0 0,1 0 0 0 0,1 0 0 0 0,0 1 0 0 0,1 0 0 0 0,15-30 0 0 0,-11 30 0 0 0,1-1 0 0 0,0 2 0 0 0,1 0 0 0 0,1 0 0 0 0,1 1 0 0 0,0 1 0 0 0,1 0 0 0 0,0 1 0 0 0,28-18 0 0 0,-26 21 193 0 0,0 0-1 0 0,0 1 0 0 0,1 1 1 0 0,0 0-1 0 0,0 2 0 0 0,1 0 1 0 0,19-3-1 0 0,-28 7-35 0 0,0 1 0 0 0,0 0 0 0 0,-1 1 0 0 0,1 0 0 0 0,0 1 0 0 0,19 3 0 0 0,-23-3-109 0 0,0 1 1 0 0,0 0 0 0 0,0 0 0 0 0,0 1-1 0 0,-1-1 1 0 0,1 1 0 0 0,-1 1 0 0 0,0-1-1 0 0,1 1 1 0 0,-2 0 0 0 0,9 8 0 0 0,-9-9 25 0 0,-1 1 1 0 0,0 0 0 0 0,0 0 0 0 0,-1 0 0 0 0,1 1-1 0 0,-1-1 1 0 0,0 0 0 0 0,0 1 0 0 0,0 0 0 0 0,0-1-1 0 0,-1 1 1 0 0,0 0 0 0 0,0 0 0 0 0,0 6 0 0 0,-1-3 72 0 0,0 0 1 0 0,-1 0 0 0 0,0 0 0 0 0,0 1-1 0 0,-1-1 1 0 0,0-1 0 0 0,-5 16 0 0 0,-5 2 320 0 0,-1-1 0 0 0,0 0 1 0 0,-2-1-1 0 0,-18 23 1 0 0,20-30-72 0 0,-1 0 1 0 0,0 0 0 0 0,-1-1-1 0 0,0-1 1 0 0,-2 0 0 0 0,1-1-1 0 0,-36 20 1 0 0,41-28-301 0 0,-4 0 169 0 0,5-4-9 0 0,10-1-250 0 0,0 0 0 0 0,-1 0-1 0 0,1 0 1 0 0,0 0 0 0 0,0-1-1 0 0,0 1 1 0 0,0 0 0 0 0,0 0-1 0 0,0 0 1 0 0,0-1 0 0 0,0 1-1 0 0,0 0 1 0 0,-1 0 0 0 0,1 0-1 0 0,0-1 1 0 0,0 1 0 0 0,0 0-1 0 0,0 0 1 0 0,0 0 0 0 0,0-1-1 0 0,0 1 1 0 0,0 0 0 0 0,0 0-1 0 0,1-1 1 0 0,-1 1 0 0 0,0 0-1 0 0,0 0 1 0 0,0 0 0 0 0,0-1-1 0 0,0 1 1 0 0,0 0 0 0 0,0 0-1 0 0,0 0 1 0 0,1 0 0 0 0,-1-1-1 0 0,11-4 235 0 0,16-2 103 0 0,-18 9-272 0 0,-3-1 32 0 0,8 0 142 0 0,0 1 0 0 0,-1 1 0 0 0,1 0 0 0 0,-1 1 0 0 0,1 0-1 0 0,-1 1 1 0 0,-1 0 0 0 0,20 12 0 0 0,3 4 791 0 0,50 41 1 0 0,-72-53-964 0 0,-1 2 0 0 0,0 0 0 0 0,-1 0 0 0 0,0 1 0 0 0,-1 0 0 0 0,-1 1 0 0 0,0 0 0 0 0,12 23 0 0 0,-17-29-56 0 0,-2-1 0 0 0,1 1 0 0 0,-1 0 0 0 0,0 0 0 0 0,0 0 0 0 0,-1 0 0 0 0,0 1 0 0 0,0-1 0 0 0,-1 0 0 0 0,0 0 1 0 0,0 1-1 0 0,-1-1 0 0 0,0 0 0 0 0,0 0 0 0 0,0 0 0 0 0,-1 0 0 0 0,0 0 0 0 0,-1 0 0 0 0,1 0 0 0 0,-1 0 0 0 0,-4 6 0 0 0,-1-2-18 0 0,0 0 0 0 0,-1 0 0 0 0,0 0 0 0 0,-1-1 0 0 0,0-1 0 0 0,-1 0 0 0 0,1 0 0 0 0,-2-1 0 0 0,1 0 0 0 0,-1-1 0 0 0,0-1 0 0 0,-1 0 0 0 0,-16 6 0 0 0,8-4 0 0 0,0-2 0 0 0,0 0 0 0 0,-1-2 0 0 0,0 0 0 0 0,0-1 0 0 0,0-1 0 0 0,-35-2 0 0 0,34-2 0 0 0,0 0 0 0 0,0-2 0 0 0,-23-7 0 0 0,36 8 0 0 0,0 0 0 0 0,0-1 0 0 0,1 0 0 0 0,-1 0 0 0 0,1-1 0 0 0,0 0 0 0 0,0-1 0 0 0,1 0 0 0 0,-10-9 0 0 0,17 15-10 0 0,1-1-1 0 0,-1 0 1 0 0,0 1-1 0 0,0-1 1 0 0,1 0-1 0 0,-1 0 1 0 0,1 0-1 0 0,-1 1 1 0 0,0-1-1 0 0,1 0 1 0 0,0 0-1 0 0,-1 0 0 0 0,1 0 1 0 0,0 0-1 0 0,-1 0 1 0 0,1 0-1 0 0,0 0 1 0 0,0 0-1 0 0,0 0 1 0 0,0 0-1 0 0,0 0 1 0 0,0 0-1 0 0,0 0 1 0 0,0 0-1 0 0,0 0 1 0 0,0 0-1 0 0,1 0 1 0 0,-1 0-1 0 0,0 0 1 0 0,1 0-1 0 0,-1 0 1 0 0,1 0-1 0 0,-1 1 1 0 0,1-1-1 0 0,0-2 1 0 0,2 0-76 0 0,0 1 0 0 0,0-1-1 0 0,0 0 1 0 0,0 1 0 0 0,1-1 0 0 0,4-1 0 0 0,-4 1 7 0 0,64-32-708 0 0,-41 22 443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1.2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54 6553 0 0,'1'-11'0'0'0,"0"-3"0"0"0,0 0 0 0 0,2 5 0 0 0,-3 9 0 0 0,0 0 0 0 0,0-1 0 0 0,0 1 0 0 0,1 0 0 0 0,-1-1 0 0 0,0 1 0 0 0,0 0 0 0 0,0 0 0 0 0,1-1 0 0 0,-1 1 0 0 0,0 0 0 0 0,0 0 0 0 0,1-1 0 0 0,-1 1 0 0 0,0 0 0 0 0,1 0 0 0 0,-1 0 0 0 0,0-1 0 0 0,1 1 0 0 0,-1 0 0 0 0,0 0 0 0 0,1 0 0 0 0,-1 0 0 0 0,0 0 0 0 0,1 0 0 0 0,-1 0 0 0 0,0 0 0 0 0,1 0 0 0 0,-1 0 0 0 0,0 0 0 0 0,1 0 0 0 0,-1 0 0 0 0,1 0 0 0 0,-1 0 0 0 0,0 0 0 0 0,1 0 0 0 0,-1 1 0 0 0,0-1 0 0 0,1 0 0 0 0,-1 0 0 0 0,0 0 0 0 0,0 1 0 0 0,1-1 0 0 0,-1 0 0 0 0,0 0 0 0 0,0 0 0 0 0,1 1 0 0 0,-1 0 0 0 0,34 23 1010 0 0,-1 3-1 0 0,56 58 0 0 0,-69-65-762 0 0,279 313 6240 0 0,-292-325-6365 0 0,-3-1 23 0 0,1-1 0 0 0,1 1 1 0 0,-1-2-1 0 0,1 1 0 0 0,11 8 0 0 0,-5-9 139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1.5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423 124 6553 0 0,'-18'-26'0'0'0,"-23"-25"0"0"0,16 20 0 0 0,17 24 0 0 0,-4-1 0 0 0,-3 8 57 0 0,11 2 13 0 0,1-1 0 0 0,-1 2 0 0 0,0-1 0 0 0,1 0 0 0 0,0 0 0 0 0,0 1 0 0 0,0 0 0 0 0,0 0 0 0 0,0 0 0 0 0,0 0 0 0 0,-2 5 0 0 0,-29 45 735 0 0,22-33-403 0 0,-27 42 946 0 0,4 2-1 0 0,2 1 0 0 0,3 2 1 0 0,-32 107-1 0 0,57-150-778 0 0,0 0 1 0 0,-2 38-1 0 0,7-50-529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2.0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167 179 6553 0 0,'7'-11'0'0'0,"-5"7"0"0"0,1-1 0 0 0,0 1 0 0 0,0 0 0 0 0,1 0 0 0 0,-1 0 0 0 0,1 0 0 0 0,6-5 0 0 0,-2 2 0 0 0,-2 3 0 0 0,1 12 40 0 0,-6 3 141 0 0,0 0 0 0 0,0 0 0 0 0,-1-1 0 0 0,-1 1-1 0 0,0 0 1 0 0,0-1 0 0 0,-5 18 0 0 0,3-9 64 0 0,-15 65 1931 0 0,-41 120-1 0 0,-46 75 2271 0 0,86-236-3769 0 0,19-43-670 0 0,0-1 0 0 0,0 1 0 0 0,0 0 0 0 0,0-1 0 0 0,-1 1 0 0 0,1 0 0 0 0,0 0 0 0 0,0-1 0 0 0,0 1 0 0 0,0 0 0 0 0,0 0 0 0 0,0-1 0 0 0,-1 1 0 0 0,1 0 0 0 0,0 0 0 0 0,0-1 0 0 0,0 1 0 0 0,-1 0 0 0 0,1 0 0 0 0,0 0 0 0 0,0 0 0 0 0,-1-1 0 0 0,1 1 0 0 0,0 0 0 0 0,0 0 0 0 0,-1 0 0 0 0,1 0 0 0 0,0 0 0 0 0,-1 0 0 0 0,1 0 0 0 0,0 0 0 0 0,0 0 0 0 0,-1 0 0 0 0,1 0 0 0 0,0 0 0 0 0,-1 0 0 0 0,1 0 0 0 0,0 0 0 0 0,-1 0 0 0 0,1 0 0 0 0,0 0 0 0 0,0 0 0 0 0,-1 0 0 0 0,1 0 0 0 0,0 0 0 0 0,0 1 0 0 0,-1-1 0 0 0,1 0 0 0 0,0 0 0 0 0,0 0 0 0 0,-1 0 0 0 0,1 1 0 0 0,0-1 0 0 0,0 0 0 0 0,0 0 0 0 0,-1 1 0 0 0,1-1 0 0 0,0 0 0 0 0,0 0 0 0 0,0 1 0 0 0,0-1 0 0 0,0 0 0 0 0,0 0 0 0 0,0 1 0 0 0,0-1 0 0 0,-1 0 0 0 0,1 1 0 0 0,0-1 0 0 0,0-3 5 0 0,-1 1-1 0 0,1-1 0 0 0,-1 0 1 0 0,1 0-1 0 0,0 0 0 0 0,0 0 1 0 0,0 0-1 0 0,0 0 0 0 0,1 0 1 0 0,0 0-1 0 0,1-5 0 0 0,0-5-185 0 0,12-53-776 0 0,3 1 1 0 0,38-94 0 0 0,-28 87 15 0 0,3 1 0 0 0,3 1 0 0 0,3 1 0 0 0,61-86 0 0 0,-92 147 832 0 0,0 1 1 0 0,1 0-1 0 0,-1 0 0 0 0,2 0 1 0 0,-1 1-1 0 0,1 0 1 0 0,0 0-1 0 0,0 1 0 0 0,1-1 1 0 0,8-3-1 0 0,-2 5 243 0 0,-10 4-92 0 0,-1 0 0 0 0,1 0 1 0 0,-1 0-1 0 0,1 1 0 0 0,-1-1 0 0 0,1 1 1 0 0,-1 0-1 0 0,0 0 0 0 0,1 0 0 0 0,-1 0 0 0 0,0 1 1 0 0,0-1-1 0 0,0 1 0 0 0,4 2 0 0 0,-2 0 63 0 0,1 1-1 0 0,-1-1 1 0 0,0 1-1 0 0,0 1 1 0 0,0-1-1 0 0,6 10 0 0 0,-2 0 186 0 0,0 1-1 0 0,-1 0 0 0 0,-1 1 1 0 0,10 32-1 0 0,35 163 2370 0 0,-43-163-1780 0 0,-3 2-1 0 0,1 65 1 0 0,-7-84-533 0 0,-2 67 915 0 0,-1-87-1045 0 0,-6-4-142 0 0,-6-7 86 0 0,3-6 34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2.2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224 146 6553 0 0,'-197'-74'2538'0'0,"181"68"-2304"0"0,6-1 44 0 0,10 3-185 0 0,4 2 4 0 0,6-1 51 0 0,-1 0 0 0 0,1 1 0 0 0,-1 1-1 0 0,1-1 1 0 0,0 1 0 0 0,11 1 0 0 0,8-1 266 0 0,90-7 1396 0 0,122-15 1526 0 0,-183 14-2563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7.1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166 13 6553 0 0,'-24'1'441'0'0,"3"0"-161"0"0,1 0-39 0 0,0-1-1 0 0,2 0 0 0 0,2 0 0 0 0,0 2 1 0 0,-2-2-1 0 0,5 1 0 0 0,20-1-95 0 0,0-1-1 0 0,0 1 1 0 0,0-1-1 0 0,11-4 1 0 0,6 0 193 0 0,4 2 120 0 0,0 0-1 0 0,1 2 1 0 0,-1 2 0 0 0,0 0-1 0 0,1 2 1 0 0,-1 0-1 0 0,27 9 1 0 0,-34-5-218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7.3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160 52 6553 0 0,'-36'9'708'0'0,"4"0"106"0"0,-42 5 0 0 0,57-10-507 0 0,330-76 2639 0 0,-259 56-3220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7.6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 48 6553 0 0,'-4'-11'0'0'0,"1"-2"0"0"0,1 0 0 0 0,-1 2 0 0 0,3 12 0 0 0,0-1 0 0 0,0 0 0 0 0,0 0 0 0 0,-1 0-1 0 0,1 0 1 0 0,0 0 0 0 0,0 0 0 0 0,0 1 0 0 0,0-1 0 0 0,0 0-1 0 0,0 0 1 0 0,0 0 0 0 0,0 0 0 0 0,-1 0 0 0 0,1 0-1 0 0,0 0 1 0 0,0 0 0 0 0,0 0 0 0 0,0 0 0 0 0,0 0 0 0 0,0 0-1 0 0,-1 1 1 0 0,1-1 0 0 0,0 0 0 0 0,0 0 0 0 0,0 0-1 0 0,0 0 1 0 0,0 0 0 0 0,-1 0 0 0 0,1 0 0 0 0,0 0 0 0 0,0 0-1 0 0,0-1 1 0 0,0 1 0 0 0,0 0 0 0 0,-1 0 0 0 0,1 0-1 0 0,0 0 1 0 0,0 0 0 0 0,0 0 0 0 0,0 0 0 0 0,0 0 0 0 0,0 0-1 0 0,-1 0 1 0 0,1 0 0 0 0,0 0 0 0 0,0-1 0 0 0,0 1-1 0 0,0 0 1 0 0,0 0 0 0 0,0 0 0 0 0,0 0 0 0 0,0 0 0 0 0,0-1-1 0 0,-3 14 51 0 0,-8 421 6215 0 0,-2-216-3082 0 0,13-215-3143 0 0,-1 0 0 0 0,1 0 0 0 0,-1 1 0 0 0,1-1 0 0 0,-1 0 0 0 0,-3 6 0 0 0,-1-1 201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8.0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1 197 6553 0 0,'3'-20'-1'0'0,"-2"4"-3"0"0,2 1 1 0 0,0-1-1 0 0,1 1 0 0 0,8-20 1 0 0,-10 30 8 0 0,0 1 0 0 0,0 0 1 0 0,1 0-1 0 0,-1-1 0 0 0,1 2 0 0 0,0-1 1 0 0,1 0-1 0 0,-1 1 0 0 0,1-1 0 0 0,-1 1 1 0 0,1 0-1 0 0,0 0 0 0 0,0 0 0 0 0,0 1 1 0 0,1-1-1 0 0,-1 1 0 0 0,0 0 0 0 0,8-2 0 0 0,5 0 274 0 0,1 0 0 0 0,-1 2 0 0 0,0 0-1 0 0,1 0 1 0 0,0 2 0 0 0,-1 0-1 0 0,1 1 1 0 0,-1 1 0 0 0,1 0-1 0 0,-1 2 1 0 0,0 0 0 0 0,0 0-1 0 0,0 2 1 0 0,-1 0 0 0 0,1 1 0 0 0,-1 1-1 0 0,-1 0 1 0 0,28 20 0 0 0,-40-25-208 0 0,0 0 0 0 0,0-1 1 0 0,0 1-1 0 0,0 0 0 0 0,-1 0 1 0 0,1 1-1 0 0,-1-1 1 0 0,0 1-1 0 0,0-1 0 0 0,0 1 1 0 0,0-1-1 0 0,-1 1 0 0 0,0 0 1 0 0,0 0-1 0 0,2 7 1 0 0,-3-7-18 0 0,0-1-1 0 0,0 1 1 0 0,0-1 0 0 0,-1 0 0 0 0,1 1 0 0 0,-1-1 0 0 0,0 0 0 0 0,0 0 0 0 0,0 1 0 0 0,0-1 0 0 0,-1 0 0 0 0,1 0 0 0 0,-1 0 0 0 0,0 0 0 0 0,0-1 0 0 0,0 1 0 0 0,0 0 0 0 0,0-1 0 0 0,-5 4 0 0 0,-2 3 194 0 0,-1-1 1 0 0,0 0 0 0 0,-1-1 0 0 0,-15 9 0 0 0,-60 22 1174 0 0,68-31-1193 0 0,2-1 37 0 0,3 0-10 0 0,6 0 0 0 0,14 3 49 0 0,55 18 767 0 0,-42-19-433 0 0,31 16-1 0 0,-39-16-427 0 0,0-1 0 0 0,0 2 0 0 0,0 0-1 0 0,-1 0 1 0 0,0 1 0 0 0,-1 1-1 0 0,0 0 1 0 0,-1 0 0 0 0,9 15-1 0 0,-15-22-147 0 0,-1 0 0 0 0,0 0-1 0 0,0 1 1 0 0,0-1-1 0 0,0 1 1 0 0,0 0 0 0 0,-1 0-1 0 0,0-1 1 0 0,0 1-1 0 0,-1 0 1 0 0,1 0 0 0 0,-1 0-1 0 0,0 0 1 0 0,0 0 0 0 0,-1 0-1 0 0,1 0 1 0 0,-1 0-1 0 0,0 0 1 0 0,0-1 0 0 0,-1 1-1 0 0,0 0 1 0 0,0-1-1 0 0,0 1 1 0 0,0-1 0 0 0,0 0-1 0 0,-1 1 1 0 0,0-1-1 0 0,0 0 1 0 0,0-1 0 0 0,-5 5-1 0 0,-6 6-63 0 0,0-2 0 0 0,-1 0 0 0 0,0-1 0 0 0,-1 0 0 0 0,-1-1 0 0 0,1-1 0 0 0,-2-1 0 0 0,-28 11 0 0 0,21-11 0 0 0,-1-1 0 0 0,0-1 0 0 0,0-1 0 0 0,0-1 0 0 0,-45 1 0 0 0,70-5 0 0 0,-11 0 0 0 0,0-1 0 0 0,-18-2 0 0 0,28 3 0 0 0,0-1 0 0 0,-1 1 0 0 0,1-1 0 0 0,0 1 0 0 0,0-1 0 0 0,0 0 0 0 0,-1 0 0 0 0,1 0 0 0 0,0 0 0 0 0,0 0 0 0 0,1 0 0 0 0,-1-1 0 0 0,0 1 0 0 0,0-1 0 0 0,1 1 0 0 0,-1-1 0 0 0,0 0 0 0 0,1 1 0 0 0,0-1 0 0 0,-2-3 0 0 0,2 3-16 0 0,1 1-1 0 0,0-1 1 0 0,0 1 0 0 0,-1-1-1 0 0,1 0 1 0 0,0 1-1 0 0,1-1 1 0 0,-1 1 0 0 0,0-1-1 0 0,0 1 1 0 0,1-1-1 0 0,-1 1 1 0 0,1-1-1 0 0,-1 1 1 0 0,1-1 0 0 0,0 1-1 0 0,-1-1 1 0 0,1 1-1 0 0,2-2 1 0 0,21-26-515 0 0,-21 26 470 0 0,16-16-311 0 0,6-3-133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8.5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111 157 6553 0 0,'66'-63'1186'0'0,"-56"55"-988"0"0,-10 7-197 0 0,0 1 0 0 0,0 0 0 0 0,1-1 0 0 0,-1 1 1 0 0,0 0-1 0 0,1 0 0 0 0,-1 0 0 0 0,0-1 1 0 0,0 1-1 0 0,1 0 0 0 0,-1 0 0 0 0,0 0 0 0 0,1 0 1 0 0,-1 0-1 0 0,0 0 0 0 0,1 0 0 0 0,-1-1 1 0 0,0 1-1 0 0,1 0 0 0 0,-1 0 0 0 0,1 0 0 0 0,-1 0 1 0 0,0 0-1 0 0,1 1 0 0 0,-1-1 0 0 0,0 0 1 0 0,1 0-1 0 0,-1 0 0 0 0,0 0 0 0 0,1 0 0 0 0,-1 0 1 0 0,0 1-1 0 0,0-1 0 0 0,1 0 0 0 0,-1 0 1 0 0,0 0-1 0 0,1 1 0 0 0,-1-1 0 0 0,0 0 0 0 0,1 1 1 0 0,-1 5 43 0 0,2 7 225 0 0,-1 1-1 0 0,-1 0 1 0 0,0 0-1 0 0,-1-1 1 0 0,0 1 0 0 0,-1 0-1 0 0,-7 26 1 0 0,3-16 94 0 0,-113 416 6053 0 0,89-341-4999 0 0,27-85-1207 0 0,2-9-106 0 0,0-1-1 0 0,0 0 1 0 0,0 1-1 0 0,0-1 1 0 0,-1 0-1 0 0,0 0 1 0 0,-5 8-1 0 0,0-4 126 0 0,3-12-144 0 0,1-7 72 0 0,2-5-286 0 0,0 0 0 0 0,2 0 0 0 0,-1 1-1 0 0,5-26 1 0 0,19-63-1025 0 0,-9 41 419 0 0,116-421-4687 0 0,-107 415 4578 0 0,-18 60 672 0 0,6 2 68 0 0,-10 7 104 0 0,1 0 0 0 0,-1 1 0 0 0,0-1 0 0 0,0 0 0 0 0,0 1 0 0 0,0-1 0 0 0,0 1 0 0 0,0-1 0 0 0,0 1 0 0 0,0 0 0 0 0,0 0-1 0 0,0 0 1 0 0,0 0 0 0 0,-1 0 0 0 0,1 1 0 0 0,0-1 0 0 0,-1 0 0 0 0,1 1 0 0 0,-1-1 0 0 0,1 1 0 0 0,-1 0 0 0 0,0-1 0 0 0,2 3 0 0 0,4 6 226 0 0,-1 0 0 0 0,10 18 1 0 0,-1 4 278 0 0,-2 1 1 0 0,-2 1-1 0 0,0-1 0 0 0,-3 2 1 0 0,7 50-1 0 0,4 179 2367 0 0,-19-253-2757 0 0,3 36 447 0 0,1 43 417 0 0,-6-76-793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7:58.9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135 98 6553 0 0,'-115'-73'1004'0'0,"103"65"-950"0"0,4-2-59 0 0,14 5 52 0 0,8 3 121 0 0,166 6 2292 0 0,-49 1-617 0 0,-83-7-1302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15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47 152 332 0 0,'-10'-43'9048'0'0,"-5"-20"-819"0"0,8 35-3826 0 0,0 10-1009 0 0,5 30-1718 0 0,5 29-1144 0 0,1 10-428 0 0,-1 1 0 0 0,-5 61 0 0 0,0-60-62 0 0,-3 85-316 0 0,0-16-4409 0 0,3-42-6206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16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1 293 2032 0 0,'0'-15'1444'0'0,"1"0"0"0"0,1 1-1 0 0,0-1 1 0 0,1 1 0 0 0,7-21 0 0 0,-6 22-747 0 0,2 0-1 0 0,-1 1 1 0 0,2 0 0 0 0,-1 0 0 0 0,2 0 0 0 0,8-10 0 0 0,-10 15-525 0 0,0-1 1 0 0,1 1-1 0 0,0 0 1 0 0,1 1 0 0 0,-1-1-1 0 0,1 2 1 0 0,1-1-1 0 0,-1 1 1 0 0,1 0 0 0 0,0 1-1 0 0,0 0 1 0 0,0 0-1 0 0,0 1 1 0 0,1 0 0 0 0,-1 1-1 0 0,1 0 1 0 0,0 0-1 0 0,-1 1 1 0 0,1 1-1 0 0,12 0 1 0 0,-15 0-145 0 0,0 1-1 0 0,0 0 1 0 0,1 0 0 0 0,-1 1-1 0 0,0 0 1 0 0,0 0 0 0 0,0 1-1 0 0,-1-1 1 0 0,1 2 0 0 0,-1-1-1 0 0,1 1 1 0 0,-1 0 0 0 0,0 0-1 0 0,9 8 1 0 0,-12-8-14 0 0,1 0 1 0 0,-1 0-1 0 0,0 0 0 0 0,0 1 0 0 0,0-1 1 0 0,-1 1-1 0 0,1-1 0 0 0,-1 1 0 0 0,0 0 1 0 0,-1 0-1 0 0,1 0 0 0 0,-1 0 0 0 0,0 0 1 0 0,0 0-1 0 0,-1 0 0 0 0,1 1 1 0 0,-1-1-1 0 0,0 0 0 0 0,0 0 0 0 0,-1 1 1 0 0,-1 4-1 0 0,-3 11 3 0 0,-1-1 0 0 0,0 0 0 0 0,-2-1 0 0 0,0 0 0 0 0,-2 0 0 0 0,-18 29 0 0 0,-4-3 765 0 0,-49 55 1 0 0,79-97-779 0 0,-7 6 1103 0 0,7-8-579 0 0,3-6-494 0 0,0 4-32 0 0,0-1 0 0 0,0 1 0 0 0,0 0 0 0 0,0-1 0 0 0,1 1 0 0 0,-1 0 0 0 0,0 0 0 0 0,1 0 0 0 0,-1 0 0 0 0,1 0 0 0 0,-1 0 0 0 0,1 0 0 0 0,0 1-1 0 0,-1-1 1 0 0,4 0 0 0 0,26-7 0 0 0,-30 8-3 0 0,9-1-7 0 0,0 0-1 0 0,-1 1 0 0 0,1 0 0 0 0,0 1 0 0 0,0 0 0 0 0,-1 0 0 0 0,1 1 0 0 0,-1 0 0 0 0,1 1 0 0 0,-1 0 0 0 0,0 1 0 0 0,0-1 0 0 0,0 2 0 0 0,-1-1 0 0 0,1 1 0 0 0,-1 1 0 0 0,0 0 0 0 0,7 6 1 0 0,-5-3 7 0 0,1 1 0 0 0,-2 0 1 0 0,1 0-1 0 0,-1 1 0 0 0,-1 0 0 0 0,0 1 1 0 0,0 0-1 0 0,-1 0 0 0 0,-1 0 1 0 0,0 1-1 0 0,-1 0 0 0 0,4 14 1 0 0,-7-18 345 0 0,0 0-1 0 0,-1 0 1 0 0,0 0 0 0 0,-1 1 0 0 0,0-1 0 0 0,0 0-1 0 0,-1 1 1 0 0,0-1 0 0 0,-1 0 0 0 0,0 0 0 0 0,0 0-1 0 0,-1 0 1 0 0,-6 14 0 0 0,7-18-167 0 0,-1-1 0 0 0,1 1 0 0 0,-1-1-1 0 0,0 0 1 0 0,0 0 0 0 0,-1 0 0 0 0,1 0 0 0 0,-1-1 0 0 0,0 1 0 0 0,1-1 0 0 0,-2 0 0 0 0,1 0 0 0 0,0 0-1 0 0,-1-1 1 0 0,1 1 0 0 0,-1-1 0 0 0,1 0 0 0 0,-1-1 0 0 0,0 1 0 0 0,0-1 0 0 0,0 0 0 0 0,0 0-1 0 0,0 0 1 0 0,0-1 0 0 0,0 0 0 0 0,-6 0 0 0 0,-1-1-178 0 0,0 0 0 0 0,1-1 0 0 0,-1 0 0 0 0,0-1 0 0 0,1 0 0 0 0,0-1 0 0 0,0 0 0 0 0,0-1 0 0 0,-12-7 0 0 0,12 6 0 0 0,0-1 0 0 0,10 7-159 0 0,0-1 0 0 0,-1 0 0 0 0,1 1 1 0 0,0-1-1 0 0,0 0 0 0 0,0 0 0 0 0,0 1 0 0 0,0-1 0 0 0,0 0 0 0 0,0 0 0 0 0,0 0 1 0 0,1 0-1 0 0,-1 0 0 0 0,0 0 0 0 0,1 0 0 0 0,-1-1 0 0 0,0 1 0 0 0,1 0 0 0 0,-1 0 1 0 0,1-1-1 0 0,0 1 0 0 0,-1 0 0 0 0,1 0 0 0 0,0-1 0 0 0,0 1 0 0 0,0 0 0 0 0,0-1 1 0 0,0 1-1 0 0,0 0 0 0 0,0 0 0 0 0,0-1 0 0 0,1-1 0 0 0,1 1-625 0 0,-1-1 0 0 0,1 0-1 0 0,0 1 1 0 0,0-1 0 0 0,1 1-1 0 0,-1-1 1 0 0,0 1 0 0 0,1 0-1 0 0,2-2 1 0 0,1 0-203 0 0,25-22-7557 0 0,-9 11 798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16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4308 0 0,'0'0'21915'0'0,"2"0"-21788"0"0,40-6-344 0 0,41-13 0 0 0,32-4-5233 0 0,-69 18 1483 0 0,-16 3-2013 0 0,-12 2-2135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17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 3096 0 0,'-79'44'8490'0'0,"-32"21"4156"0"0,110-65-12625 0 0,1 0 0 0 0,0 0-1 0 0,0 0 1 0 0,-1 1 0 0 0,1-1-1 0 0,0 0 1 0 0,0 0 0 0 0,-1 1 0 0 0,1-1-1 0 0,0 0 1 0 0,0 1 0 0 0,-1-1-1 0 0,1 0 1 0 0,0 1 0 0 0,0-1 0 0 0,0 0-1 0 0,0 1 1 0 0,0-1 0 0 0,0 0-1 0 0,0 1 1 0 0,0-1 0 0 0,-1 0 0 0 0,1 1-1 0 0,0-1 1 0 0,0 0 0 0 0,1 1-1 0 0,-1-1 1 0 0,0 1 0 0 0,0-1-1 0 0,0 0 1 0 0,0 1 0 0 0,0-1 0 0 0,0 0-1 0 0,0 1 1 0 0,0-1 0 0 0,1 0-1 0 0,-1 1 1 0 0,0-1 0 0 0,0 0 0 0 0,1 0-1 0 0,-1 1 1 0 0,0-1 0 0 0,0 0-1 0 0,1 0 1 0 0,-1 1 0 0 0,0-1 0 0 0,0 0-1 0 0,1 0 1 0 0,-1 0 0 0 0,0 1-1 0 0,1-1 1 0 0,-1 0 0 0 0,0 0-1 0 0,1 0 1 0 0,-1 0 0 0 0,1 0 0 0 0,-1 0-1 0 0,0 0 1 0 0,1 0 0 0 0,-1 0-1 0 0,0 0 1 0 0,1 0 0 0 0,-1 0 0 0 0,0 0-1 0 0,1 0 1 0 0,0 0 0 0 0,27 1-13 0 0,1-1 1 0 0,-1-2-1 0 0,32-5 1 0 0,88-21-4370 0 0,-134 25 3685 0 0,61-14-3718 0 0,-26 3-1553 0 0,-10 3-1925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1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749 67 1140 0 0,'17'-34'14746'0'0,"-17"33"-14354"0"0,0-1-1 0 0,1 1 1 0 0,-1 0 0 0 0,0-1 0 0 0,0 1-1 0 0,0 0 1 0 0,0-1 0 0 0,0 1-1 0 0,0 0 1 0 0,-1 0 0 0 0,1-1-1 0 0,0 1 1 0 0,0 0 0 0 0,-2-3-1 0 0,-2 3-226 0 0,0-1 1 0 0,0 0-1 0 0,-1 1 0 0 0,1 0 0 0 0,-1 0 0 0 0,1 0 0 0 0,-1 0 0 0 0,1 1 0 0 0,-1 0 0 0 0,1 0 0 0 0,-9 1 0 0 0,-53 10 258 0 0,62-10-382 0 0,-12 3-17 0 0,1 0-1 0 0,0 1 0 0 0,-1 0 0 0 0,2 2 1 0 0,-1-1-1 0 0,1 2 0 0 0,0 0 1 0 0,1 1-1 0 0,0 0 0 0 0,0 1 1 0 0,1 0-1 0 0,0 1 0 0 0,1 1 0 0 0,0-1 1 0 0,1 2-1 0 0,0 0 0 0 0,1 0 1 0 0,1 0-1 0 0,0 1 0 0 0,0 0 1 0 0,-6 22-1 0 0,-7 34 440 0 0,4 2 0 0 0,2 0 0 0 0,4 1-1 0 0,-2 83 1 0 0,14 298 1798 0 0,-1-452-2250 0 0,-17 1004 3451 0 0,-57-384-3462 0 0,34-317 0 0 0,-11 73 0 0 0,-26 242 0 0 0,68-536 0 0 0,-1 1 0 0 0,3 138 0 0 0,7-213 0 0 0,1 0 0 0 0,0 0 0 0 0,1 0 0 0 0,0 0 0 0 0,0 0 0 0 0,5 12 0 0 0,-5-18 0 0 0,-1-1 0 0 0,1 0 0 0 0,0 0 0 0 0,0 0 0 0 0,1 0 0 0 0,-1 0 0 0 0,0 0 0 0 0,1 0 0 0 0,0-1 0 0 0,0 1 0 0 0,0-1 0 0 0,0 0 0 0 0,0 0 0 0 0,0 0 0 0 0,0 0 0 0 0,1 0 0 0 0,-1-1 0 0 0,0 1 0 0 0,1-1 0 0 0,5 1 0 0 0,29 4 0 0 0,0-2 0 0 0,0-1 0 0 0,68-5 0 0 0,-82 1 0 0 0,-11 1-35 0 0,221-14-8561 0 0,-198 10 6196 0 0,0-2 0 0 0,1-2 0 0 0,-2-1 0 0 0,48-19 0 0 0,-37 7-7332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18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94 1848 0 0,'3'-20'7716'0'0,"0"-35"1072"0"0,-4 36-1667 0 0,-13 146-1675 0 0,-4 22-4055 0 0,-28 107-1601 0 0,38-219-4821 0 0,-3 26-11942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19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0 320 0 0,'-2'1'2460'0'0,"-40"21"11263"0"0,40-22-13385 0 0,1 0 0 0 0,0 0 0 0 0,0 1 0 0 0,0-1 0 0 0,0 0 1 0 0,0 1-1 0 0,0-1 0 0 0,0 1 0 0 0,0 0 0 0 0,0-1 0 0 0,0 1 0 0 0,0 0 0 0 0,0 0 0 0 0,0-1 1 0 0,1 1-1 0 0,-1 0 0 0 0,0 0 0 0 0,0 0 0 0 0,1 0 0 0 0,-1 0 0 0 0,1 0 0 0 0,-1 0 1 0 0,1 0-1 0 0,-1 0 0 0 0,1 0 0 0 0,0 0 0 0 0,-1 0 0 0 0,1 1 0 0 0,0-1 0 0 0,0 2 0 0 0,1-2-281 0 0,1 0-1 0 0,-1 0 1 0 0,1-1-1 0 0,-1 1 0 0 0,1 0 1 0 0,-1 0-1 0 0,1-1 0 0 0,0 1 1 0 0,-1-1-1 0 0,1 0 0 0 0,0 1 1 0 0,-1-1-1 0 0,1 0 0 0 0,0 0 1 0 0,2 0-1 0 0,4 1 114 0 0,31 2 59 0 0,1 0 1 0 0,-1-3-1 0 0,76-9 1 0 0,-106 8-1602 0 0,-1 0 0 0 0,0-1 0 0 0,15-5 0 0 0,23-15-11938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19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17 3456 0 0,'11'-17'29309'0'0,"-7"59"-29308"0"0,-1 1-1 0 0,-3-1 1 0 0,-4 49-1 0 0,2-62 0 0 0,-3 52 0 0 0,-30 145 0 0 0,27-196-1848 0 0,7-27 1234 0 0,0 1 0 0 0,-1-1 0 0 0,1 1-1 0 0,-1-1 1 0 0,0 0 0 0 0,0 0 0 0 0,0 1-1 0 0,0-1 1 0 0,-1-1 0 0 0,1 1 0 0 0,-1 0-1 0 0,0 0 1 0 0,0-1 0 0 0,0 0 0 0 0,-4 3-1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0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67 1348 0 0,'-11'-17'20271'0'0,"15"13"-20184"0"0,-1 1-1 0 0,1-1 1 0 0,0 1 0 0 0,0-1-1 0 0,0 1 1 0 0,1 1-1 0 0,-1-1 1 0 0,1 0-1 0 0,0 1 1 0 0,-1 0-1 0 0,1 0 1 0 0,7-1-1 0 0,-2 0-70 0 0,0 0-1 0 0,1 1 1 0 0,-1 1-1 0 0,1-1 0 0 0,20 2 1 0 0,-25 0-20 0 0,0 1 1 0 0,1-1-1 0 0,-1 2 1 0 0,-1-1-1 0 0,1 1 0 0 0,0 0 1 0 0,0 0-1 0 0,0 0 1 0 0,-1 1-1 0 0,0 0 1 0 0,1 0-1 0 0,5 4 1 0 0,-8-4 4 0 0,0 0 1 0 0,-1 0 0 0 0,1 0 0 0 0,-1 0 0 0 0,1 0 0 0 0,-1 0 0 0 0,0 1 0 0 0,0-1 0 0 0,0 1 0 0 0,-1-1 0 0 0,1 1 0 0 0,-1 0 0 0 0,0-1 0 0 0,0 1 0 0 0,0 0 0 0 0,-1 0 0 0 0,1 0 0 0 0,-1 0 0 0 0,0 0 0 0 0,0 0-1 0 0,-1 6 1 0 0,-1 3 27 0 0,-1 1-1 0 0,0-1 1 0 0,-1 0-1 0 0,-1 0 0 0 0,0 0 1 0 0,0 0-1 0 0,-2-1 1 0 0,-11 19-1 0 0,-10 9 707 0 0,-35 38 0 0 0,55-68-497 0 0,-75 79 2112 0 0,-8 8 400 0 0,90-95-2721 0 0,2 1 82 0 0,-1-3-108 0 0,0 1 0 0 0,0-1 0 0 0,0 0 0 0 0,0 0 0 0 0,0 1 0 0 0,0-1 0 0 0,0 0 0 0 0,0 1 0 0 0,1-1 0 0 0,-1 0 0 0 0,0 0 0 0 0,0 1 0 0 0,0-1 0 0 0,0 0 0 0 0,0 1 0 0 0,0-1 0 0 0,0 0 0 0 0,1 0 0 0 0,-1 1 0 0 0,0-1 0 0 0,0 0 0 0 0,0 0 0 0 0,1 0-1 0 0,-1 1 1 0 0,0-1 0 0 0,0 0 0 0 0,1 0 0 0 0,-1 0 0 0 0,0 0 0 0 0,0 1 0 0 0,1-1 0 0 0,-1 0 0 0 0,1 0 0 0 0,24 4 31 0 0,0-1 0 0 0,0-1 1 0 0,0-1-1 0 0,1-1 0 0 0,37-5 0 0 0,4 1-15 0 0,186-12-1075 0 0,-154 7-551 0 0,-37-5-4761 0 0,-52 6 2026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1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22 106 2476 0 0,'-22'-6'23120'0'0,"35"1"-21592"0"0,24-3-1664 0 0,388-69 1063 0 0,-397 68-3269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1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1 132 496 0 0,'4'-42'10916'0'0,"-3"37"-9993"0"0,0 1 1 0 0,0-1 0 0 0,1 0 0 0 0,0 1-1 0 0,4-8 1 0 0,-4 8-724 0 0,1 1 0 0 0,0-1-1 0 0,0 1 1 0 0,0 0 0 0 0,1-1-1 0 0,-1 2 1 0 0,1-1 0 0 0,-1 0-1 0 0,1 1 1 0 0,0-1 0 0 0,0 1-1 0 0,0 0 1 0 0,0 0 0 0 0,1 1 0 0 0,7-3-1 0 0,-2 2-105 0 0,1-1-1 0 0,1 1 0 0 0,-1 1 1 0 0,0 0-1 0 0,0 1 1 0 0,0 0-1 0 0,1 0 0 0 0,-1 1 1 0 0,0 1-1 0 0,0 0 1 0 0,0 0-1 0 0,0 1 1 0 0,15 7-1 0 0,-20-8-57 0 0,-1 1 0 0 0,0 0 0 0 0,0 0-1 0 0,0 0 1 0 0,0 0 0 0 0,0 1 0 0 0,0 0 0 0 0,-1 0 0 0 0,0 0 0 0 0,0 1-1 0 0,0 0 1 0 0,0-1 0 0 0,-1 1 0 0 0,0 0 0 0 0,0 1 0 0 0,0-1 0 0 0,-1 0 0 0 0,1 1-1 0 0,-1 0 1 0 0,-1-1 0 0 0,1 1 0 0 0,-1 0 0 0 0,0 0 0 0 0,0 0 0 0 0,-1 0 0 0 0,0 11-1 0 0,-1-4 191 0 0,-1 0 0 0 0,0-1 0 0 0,-1 0 0 0 0,0 1 0 0 0,-1-1 0 0 0,-1 0 0 0 0,0-1 0 0 0,0 1 0 0 0,-12 17 0 0 0,-8 8 997 0 0,-42 48 0 0 0,30-39-248 0 0,-31 41 736 0 0,68-86-1702 0 0,0-1-1 0 0,0 0 0 0 0,-1 1 1 0 0,1-1-1 0 0,0 0 0 0 0,0 1 1 0 0,0-1-1 0 0,0 1 0 0 0,0-1 1 0 0,0 0-1 0 0,0 1 0 0 0,0-1 1 0 0,0 0-1 0 0,0 1 0 0 0,0-1 1 0 0,0 1-1 0 0,0-1 1 0 0,0 0-1 0 0,0 1 0 0 0,0-1 1 0 0,0 0-1 0 0,1 1 0 0 0,-1-1 1 0 0,0 0-1 0 0,0 1 0 0 0,0-1 1 0 0,1 0-1 0 0,-1 1 0 0 0,0-1 1 0 0,0 0-1 0 0,1 0 0 0 0,-1 1 1 0 0,0-1-1 0 0,1 0 0 0 0,-1 0 1 0 0,0 0-1 0 0,0 1 0 0 0,1-1 1 0 0,-1 0-1 0 0,1 0 0 0 0,13 6 95 0 0,-14-6-102 0 0,25 6 54 0 0,0-2 1 0 0,0 0 0 0 0,0-2-1 0 0,44-1 1 0 0,-30-1-30 0 0,227 6-455 0 0,-254-5-540 0 0,15 1-844 0 0,-26-2 1599 0 0,0 0 0 0 0,1 0 0 0 0,-1 1 0 0 0,0-1 0 0 0,0 1 0 0 0,0-1 0 0 0,0 1 0 0 0,0-1 0 0 0,0 1 0 0 0,0-1 0 0 0,0 1 0 0 0,-1 0 0 0 0,1-1 0 0 0,0 1 0 0 0,0 0 0 0 0,0 0-1 0 0,-1 0 1 0 0,2 1 0 0 0,-2 0-25 0 0,1-1-1 0 0,-1 0 0 0 0,0 0 1 0 0,1 0-1 0 0,-1 1 0 0 0,0-1 1 0 0,0 0-1 0 0,0 0 0 0 0,0 1 0 0 0,0-1 1 0 0,-1 0-1 0 0,1 0 0 0 0,0 1 1 0 0,-1-1-1 0 0,1 0 0 0 0,0 0 1 0 0,-2 2-1 0 0,-10 19-2720 0 0,9-19 2051 0 0,-9 16-4127 0 0,-4 3-2630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2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233 124 580 0 0,'0'0'2741'0'0,"-1"-35"12252"0"0,-5 19-9550 0 0,-10 30-4283 0 0,10-8-872 0 0,-17 17 50 0 0,1 1 1 0 0,2 2 0 0 0,0-1-1 0 0,2 2 1 0 0,1 1-1 0 0,1 0 1 0 0,1 1-1 0 0,1 0 1 0 0,2 1-1 0 0,-9 37 1 0 0,19-61-287 0 0,1 0 0 0 0,0 0 0 0 0,0 1 1 0 0,1-1-1 0 0,0 0 0 0 0,0 0 0 0 0,1 0 0 0 0,-1 0 1 0 0,1 0-1 0 0,0 0 0 0 0,4 9 0 0 0,-4-12-14 0 0,0 0 0 0 0,1 0 1 0 0,-1 0-1 0 0,1 0 0 0 0,0-1 0 0 0,-1 1 0 0 0,1 0 0 0 0,1-1 1 0 0,-1 0-1 0 0,0 1 0 0 0,1-1 0 0 0,-1 0 0 0 0,1 0 0 0 0,-1-1 0 0 0,1 1 1 0 0,0 0-1 0 0,0-1 0 0 0,0 0 0 0 0,0 1 0 0 0,0-1 0 0 0,0 0 0 0 0,0-1 1 0 0,4 2-1 0 0,7-1 23 0 0,1 0 0 0 0,-1-1 0 0 0,0-1 0 0 0,0 0 1 0 0,0-1-1 0 0,0-1 0 0 0,0 0 0 0 0,0 0 0 0 0,0-2 0 0 0,-1 0 0 0 0,14-6 1 0 0,4-5-47 0 0,-1 0 0 0 0,0-2 1 0 0,37-30-1 0 0,-46 31 134 0 0,-1 0-1 0 0,-1-1 0 0 0,0-2 1 0 0,29-38-1 0 0,-41 50-97 0 0,-1-2-1 0 0,-1 1 1 0 0,1-1-1 0 0,-1 1 1 0 0,-1-2 0 0 0,0 1-1 0 0,-1 0 1 0 0,1-1-1 0 0,-2 1 1 0 0,0-1 0 0 0,0 0-1 0 0,-1 0 1 0 0,0 0-1 0 0,-1-15 1 0 0,-1 21-81 0 0,1 0 0 0 0,-1 0 0 0 0,-1 0 0 0 0,1 0 0 0 0,-1 1 0 0 0,1-1 0 0 0,-1 0 0 0 0,-1 1 0 0 0,1-1 0 0 0,-1 1 0 0 0,0-1 0 0 0,0 1 0 0 0,0 0 0 0 0,-4-4 0 0 0,1 3-87 0 0,0 0-1 0 0,0 0 1 0 0,0 1-1 0 0,-1 0 1 0 0,1 0-1 0 0,-1 1 1 0 0,0 0-1 0 0,-12-4 1 0 0,-1 2-195 0 0,0 0 1 0 0,-1 2-1 0 0,0 0 1 0 0,1 1-1 0 0,-1 2 1 0 0,-21 1-1 0 0,17 1-1109 0 0,1 1-1 0 0,-1 1 1 0 0,1 1-1 0 0,1 1 1 0 0,-26 10-1 0 0,20-4-3855 0 0,-47 26 1 0 0,43-18-2317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2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 2432 0 0,'-3'1'2418'0'0,"-1"1"-1751"0"0,-49 23 14579 0 0,52-25-15074 0 0,1 0 0 0 0,-1 0-1 0 0,0 0 1 0 0,0 0-1 0 0,1 1 1 0 0,-1-1 0 0 0,0 0-1 0 0,1 1 1 0 0,-1-1 0 0 0,0 1-1 0 0,1-1 1 0 0,-1 0 0 0 0,0 1-1 0 0,1-1 1 0 0,-1 1-1 0 0,1 0 1 0 0,-2 0 0 0 0,2 0-128 0 0,0-1-1 0 0,0 0 1 0 0,0 1 0 0 0,0-1 0 0 0,0 0 0 0 0,-1 1-1 0 0,1-1 1 0 0,0 0 0 0 0,0 1 0 0 0,0-1 0 0 0,0 0 0 0 0,0 1-1 0 0,0-1 1 0 0,0 0 0 0 0,0 1 0 0 0,0-1 0 0 0,0 0 0 0 0,0 1-1 0 0,0-1 1 0 0,1 0 0 0 0,-1 1 0 0 0,0-1 0 0 0,0 0 0 0 0,0 0-1 0 0,0 1 1 0 0,1-1 0 0 0,-1 0 0 0 0,0 1 0 0 0,0-1 0 0 0,0 0-1 0 0,1 0 1 0 0,-1 1 0 0 0,0-1 0 0 0,0 0 0 0 0,1 0-1 0 0,-1 0 1 0 0,0 1 0 0 0,1-1 0 0 0,-1 0 0 0 0,0 0 0 0 0,1 0-1 0 0,-1 0 1 0 0,0 0 0 0 0,1 0 0 0 0,-1 0 0 0 0,0 0 0 0 0,1 0-1 0 0,17 6 298 0 0,1-2 0 0 0,0-1-1 0 0,-1 0 1 0 0,26 0-1 0 0,80-4 11 0 0,-104 0-262 0 0,2 0-755 0 0,-1-1 1 0 0,0 0 0 0 0,1-2 0 0 0,33-10 0 0 0,-11-4-4421 0 0,-2-7-3945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2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45 3572 0 0,'33'-44'28141'0'0,"-33"44"-28006"0"0,1 33 34 0 0,-1-1-1 0 0,-1 1 1 0 0,-6 34-1 0 0,-23 102 71 0 0,23-138-233 0 0,-42 251-9248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3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1190 105 228 0 0,'-60'-48'22975'0'0,"59"48"-22759"0"0,0-1 0 0 0,0 1 0 0 0,0-1 0 0 0,1 1 0 0 0,-1-1 0 0 0,0 0 0 0 0,0 1 1 0 0,1-1-1 0 0,-1 0 0 0 0,1 0 0 0 0,-1 0 0 0 0,1 1 0 0 0,-1-1 0 0 0,1 0 0 0 0,-1 0 0 0 0,1 0 0 0 0,-1-2 0 0 0,18-2-120 0 0,-1 0 0 0 0,1 1 0 0 0,0 1 0 0 0,0 0 0 0 0,0 1-1 0 0,20 1 1 0 0,3-2-17 0 0,194-12-72 0 0,-230 15-7 0 0,0 0-1 0 0,0 0 1 0 0,0 1-1 0 0,0 0 1 0 0,0 0-1 0 0,0 0 1 0 0,0 0 0 0 0,0 1-1 0 0,-1-1 1 0 0,1 1-1 0 0,-1 0 1 0 0,1 0-1 0 0,-1 0 1 0 0,0 0-1 0 0,1 1 1 0 0,-1 0-1 0 0,0-1 1 0 0,-1 1 0 0 0,1 0-1 0 0,-1 0 1 0 0,1 1-1 0 0,-1-1 1 0 0,0 0-1 0 0,0 1 1 0 0,2 4-1 0 0,2 7 198 0 0,0 1 1 0 0,-1 0-1 0 0,-1 0 0 0 0,3 25 0 0 0,-5-33-63 0 0,27 269 1791 0 0,-22 3-51 0 0,-7-261-1863 0 0,-44 864-11 0 0,15-484 0 0 0,-107 1287 0 0 0,133-1658 0 0 0,-7 83 0 0 0,-41 175 0 0 0,46-268 0 0 0,0 1 0 0 0,-2-1 0 0 0,0-1 0 0 0,-1 1 0 0 0,-19 29 0 0 0,20-37 0 0 0,-1 1 0 0 0,-1-2 0 0 0,0 1 0 0 0,0-1 0 0 0,0 0 0 0 0,-1-1 0 0 0,-1 0 0 0 0,1-1 0 0 0,-19 9 0 0 0,-2-1 0 0 0,-1-2 0 0 0,0-1 0 0 0,-1-2 0 0 0,-1-1 0 0 0,-48 7 0 0 0,-175 6 0 0 0,221-20 0 0 0,-203 7-2746 0 0,-71 4-3071 0 0,208-9-5074 0 0,52-2-18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4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254 263 1412 0 0,'0'-12'3476'0'0,"-3"-22"9380"0"0,3 34-12806 0 0,-5 17 256 0 0,-111 351 7135 0 0,42-150-6207 0 0,34-93-415 0 0,40-124-786 0 0,-1-1-1 0 0,1 1 1 0 0,0 0 0 0 0,0-1 0 0 0,0 1 0 0 0,-1-1 0 0 0,1 1-1 0 0,0 0 1 0 0,-1-1 0 0 0,1 1 0 0 0,0-1 0 0 0,-1 1-1 0 0,1-1 1 0 0,-1 1 0 0 0,1-1 0 0 0,-1 1 0 0 0,1-1-1 0 0,-1 1 1 0 0,1-1 0 0 0,-2 1 0 0 0,-3-10 133 0 0,3-25-146 0 0,11-44-83 0 0,3 1 0 0 0,3 0 1 0 0,4 0-1 0 0,54-140 0 0 0,-52 167 72 0 0,2 0 0 0 0,31-47 0 0 0,-39 74-24 0 0,0 1 1 0 0,2 0 0 0 0,0 1-1 0 0,2 1 1 0 0,0 0 0 0 0,23-17-1 0 0,-38 34 2 0 0,0 0 0 0 0,-1 1 0 0 0,1-1-1 0 0,0 1 1 0 0,0 0 0 0 0,1 0 0 0 0,-1 0-1 0 0,0 1 1 0 0,1-1 0 0 0,-1 1 0 0 0,1 0 0 0 0,-1 1-1 0 0,1-1 1 0 0,-1 1 0 0 0,1 0 0 0 0,-1 0-1 0 0,1 0 1 0 0,-1 0 0 0 0,1 1 0 0 0,0 0 0 0 0,-1 0-1 0 0,7 2 1 0 0,-4 1 3 0 0,0-1 0 0 0,1 1 0 0 0,-1 1 0 0 0,-1-1 0 0 0,1 1 0 0 0,-1 1 0 0 0,0-1 0 0 0,0 1 0 0 0,0 0 0 0 0,-1 0 0 0 0,8 12 0 0 0,4 9 100 0 0,0 2 1 0 0,-2 0 0 0 0,-1 1 0 0 0,-1 0 0 0 0,10 41-1 0 0,30 163 575 0 0,-39-159-548 0 0,-10-57-159 0 0,17 91-977 0 0,-10-40-5336 0 0,-6-57 1769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67 2352 0 0,'-45'3'9688'0'0,"-80"16"1"0"0,113-14-9052 0 0,16 0-74 0 0,19 1-166 0 0,9-7-499 0 0,0-2 0 0 0,0 0 0 0 0,37-10 0 0 0,-15 3-645 0 0,207-37-6802 0 0,-184 32 2744 0 0,-3 2-2608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5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4868 0 0,'10'6'17773'0'0,"-7"-4"-17603"0"0,1 0 0 0 0,-1 0 0 0 0,1-1 0 0 0,-1 1 0 0 0,1-1 0 0 0,0 0 0 0 0,0 0 0 0 0,0 0 0 0 0,0-1 0 0 0,-1 1 0 0 0,8-1 0 0 0,49-2 1 0 0,-45 1-83 0 0,26-2-897 0 0,67-4-3235 0 0,-36 3-6829 0 0,-56 2 4063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5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28 4220 0 0,'-87'50'15346'0'0,"87"-50"-15306"0"0,1 0-1 0 0,-1 0 1 0 0,0 0 0 0 0,1 0 0 0 0,-1 0-1 0 0,1 0 1 0 0,-1 0 0 0 0,0 0 0 0 0,1 0 0 0 0,-1 0-1 0 0,0 0 1 0 0,1 0 0 0 0,-1 1 0 0 0,0-1-1 0 0,0 0 1 0 0,1 0 0 0 0,-1 0 0 0 0,0 1-1 0 0,1-1 1 0 0,-1 0 0 0 0,0 0 0 0 0,0 1 0 0 0,0-1-1 0 0,1 0 1 0 0,-1 0 0 0 0,0 1 0 0 0,0-1-1 0 0,0 0 1 0 0,0 1 0 0 0,1-1 0 0 0,-1 0 0 0 0,0 1-1 0 0,0-1 1 0 0,0 0 0 0 0,0 1 0 0 0,0-1-1 0 0,0 0 1 0 0,0 1 0 0 0,0-1 0 0 0,0 0-1 0 0,0 1 1 0 0,0-1 0 0 0,0 0 0 0 0,0 1 0 0 0,0-1-1 0 0,0 0 1 0 0,-1 1 0 0 0,1-1 0 0 0,0 0-1 0 0,0 1 1 0 0,0-1 0 0 0,0 0 0 0 0,-1 0-1 0 0,1 1 1 0 0,0-1 0 0 0,0 0 0 0 0,-1 0 0 0 0,1 1-1 0 0,0-1 1 0 0,0 0 0 0 0,-1 0 0 0 0,1 1-1 0 0,0-1 1 0 0,-1 0 0 0 0,1 0 0 0 0,26 1 122 0 0,1-2-1 0 0,51-7 1 0 0,57-18-2912 0 0,-92 17 1450 0 0,89-21-6594 0 0,-55 10-434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6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864 87 828 0 0,'39'-62'19801'0'0,"-38"60"-19111"0"0,4-13 2343 0 0,-5 15-3003 0 0,0 0 0 0 0,0-1 0 0 0,0 1 0 0 0,0 0-1 0 0,1 0 1 0 0,-1 0 0 0 0,0-1 0 0 0,0 1 0 0 0,0 0-1 0 0,0 0 1 0 0,0 0 0 0 0,0-1 0 0 0,0 1 0 0 0,0 0 0 0 0,0 0-1 0 0,0 0 1 0 0,0-1 0 0 0,0 1 0 0 0,0 0 0 0 0,0 0 0 0 0,0 0-1 0 0,0-1 1 0 0,0 1 0 0 0,0 0 0 0 0,0 0 0 0 0,-1 0-1 0 0,1-1 1 0 0,0 1 0 0 0,0 0 0 0 0,0 0 0 0 0,0 0 0 0 0,0 0-1 0 0,0-1 1 0 0,-1 1 0 0 0,1 0 0 0 0,0 0 0 0 0,0 0 0 0 0,0 0-1 0 0,0 0 1 0 0,-1 0 0 0 0,1 0 0 0 0,0-1 0 0 0,0 1-1 0 0,0 0 1 0 0,-1 0 0 0 0,1 0 0 0 0,0 0 0 0 0,0 0 0 0 0,0 0-1 0 0,-1 0 1 0 0,1 0 0 0 0,0 0 0 0 0,0 0 0 0 0,0 0 0 0 0,-1 0-1 0 0,-15 6-1 0 0,1 0-1 0 0,-1 0 1 0 0,1 2-1 0 0,1 0 1 0 0,-1 0-1 0 0,-25 22 1 0 0,20-14 38 0 0,2 2 1 0 0,0 1-1 0 0,1 0 0 0 0,-15 22 1 0 0,5-1 24 0 0,3 1 0 0 0,1 0-1 0 0,3 2 1 0 0,-25 71 0 0 0,25-48-40 0 0,2 1 1 0 0,-12 97-1 0 0,1 141 225 0 0,16-143-174 0 0,-70 449 2178 0 0,-34-2 9 0 0,61-300-1957 0 0,-26 512 1 0 0,71-445-333 0 0,-28 394 0 0 0,10-552 0 0 0,27-206 0 0 0,5 11 0 0 0,1-19 0 0 0,-2-3 0 0 0,-1 0 0 0 0,1 1 0 0 0,-1-1 0 0 0,1 0 0 0 0,-1 0 0 0 0,1 0 0 0 0,0 0 0 0 0,-1-1 0 0 0,1 1 0 0 0,0 0 0 0 0,0-1 0 0 0,0 1 0 0 0,0-1 0 0 0,-1 0 0 0 0,1 1 0 0 0,4-1 0 0 0,31-3 0 0 0,-34 3 0 0 0,556-106-10830 0 0,-445 77 3327 0 0,16-9-4527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6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58 109 1288 0 0,'10'-32'7533'0'0,"9"-45"1712"0"0,-20 80-8882 0 0,-58 173 2783 0 0,51-144-3027 0 0,2 1-1 0 0,1-1 0 0 0,-2 56 1 0 0,7-80-95 0 0,0 1 1 0 0,1-1 0 0 0,0 0 0 0 0,0 0 0 0 0,1 0-1 0 0,0 0 1 0 0,1 0 0 0 0,-1-1 0 0 0,1 1 0 0 0,1-1-1 0 0,0 1 1 0 0,4 6 0 0 0,-5-10-3 0 0,0-1 0 0 0,0 0 0 0 0,0 1 0 0 0,0-1 0 0 0,0 0 0 0 0,1-1 0 0 0,-1 1 0 0 0,1-1 0 0 0,0 1 0 0 0,0-1 0 0 0,0 0 0 0 0,0 0 0 0 0,0-1 0 0 0,0 1-1 0 0,1-1 1 0 0,-1 0 0 0 0,0 0 0 0 0,1-1 0 0 0,-1 1 0 0 0,1-1 0 0 0,-1 0 0 0 0,0 0 0 0 0,8-1 0 0 0,1-2 92 0 0,0 1 0 0 0,-1-2-1 0 0,1 0 1 0 0,-1 0 0 0 0,0-1 0 0 0,-1-1 0 0 0,1 0-1 0 0,-1-1 1 0 0,0 0 0 0 0,-1 0 0 0 0,15-13-1 0 0,-11 6 170 0 0,0 0-1 0 0,0 0 0 0 0,-1-1 1 0 0,-1-1-1 0 0,0-1 0 0 0,16-30 1 0 0,-22 33-108 0 0,0 0 1 0 0,-1 0 0 0 0,0 0 0 0 0,-1-1-1 0 0,3-21 1 0 0,-6 27-138 0 0,0 1 0 0 0,-1 0-1 0 0,0-1 1 0 0,0 1 0 0 0,-1 0-1 0 0,0-1 1 0 0,0 1 0 0 0,-1 0-1 0 0,0 0 1 0 0,0 0 0 0 0,-5-11 0 0 0,5 16-44 0 0,0 0 0 0 0,1 0 0 0 0,-1 1 0 0 0,0-1 1 0 0,-1 1-1 0 0,1-1 0 0 0,0 1 0 0 0,-1-1 1 0 0,0 1-1 0 0,1 0 0 0 0,-1 0 0 0 0,0 1 1 0 0,0-1-1 0 0,-5-2 0 0 0,2 2-190 0 0,-1 0 1 0 0,1 0-1 0 0,0 1 1 0 0,0 0-1 0 0,-1 0 1 0 0,1 1-1 0 0,-10 0 0 0 0,5 0-752 0 0,1 1-1 0 0,-1 1 0 0 0,1 0 0 0 0,-1 0 0 0 0,1 1 0 0 0,0 1 0 0 0,0-1 1 0 0,0 2-1 0 0,-11 6 0 0 0,0 11-8280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7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1492 0 0,'65'-38'16446'0'0,"-64"38"-16181"0"0,1 0 0 0 0,-1-1 0 0 0,0 1 0 0 0,0 0 0 0 0,0 0 0 0 0,0 0 0 0 0,0 0 0 0 0,1 0 0 0 0,-1 0 1 0 0,0 0-1 0 0,0 0 0 0 0,0 1 0 0 0,0-1 0 0 0,0 0 0 0 0,0 1 0 0 0,0-1 0 0 0,0 1 0 0 0,0-1 0 0 0,2 2 0 0 0,0 4 200 0 0,0 0 0 0 0,0 0 0 0 0,-1 1 0 0 0,0-1 0 0 0,0 1 0 0 0,-1-1 0 0 0,1 1-1 0 0,-1 0 1 0 0,-1 0 0 0 0,1 0 0 0 0,-2 8 0 0 0,0 16 425 0 0,-7 35 1 0 0,5-49-690 0 0,-39 198 886 0 0,13-76-3233 0 0,22-103-1935 0 0,3-12-2473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7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1444 0 0,'37'-37'19999'0'0,"-10"9"-12534"0"0,-23 24-7316 0 0,1 1 0 0 0,-1-1 0 0 0,1 1 1 0 0,-1 1-1 0 0,9-5 0 0 0,2 1-105 0 0,1 1 0 0 0,0 0 0 0 0,1 1 1 0 0,-1 0-1 0 0,1 2 0 0 0,-1 0 0 0 0,1 0 0 0 0,0 2 1 0 0,0 0-1 0 0,25 4 0 0 0,-34-3-43 0 0,0 0 0 0 0,0 1 1 0 0,-1 0-1 0 0,1 1 0 0 0,0-1 0 0 0,-1 1 0 0 0,1 1 0 0 0,-1-1 1 0 0,0 1-1 0 0,0 1 0 0 0,0-1 0 0 0,-1 1 0 0 0,0 1 1 0 0,0-1-1 0 0,0 1 0 0 0,0 0 0 0 0,-1 0 0 0 0,0 0 1 0 0,0 1-1 0 0,-1 0 0 0 0,0 0 0 0 0,0 0 0 0 0,4 12 0 0 0,-5-8-4 0 0,0-1 0 0 0,-2 1 0 0 0,1 0 0 0 0,-1 0 0 0 0,-1 0 0 0 0,0 0 0 0 0,0 0 0 0 0,-1 0 0 0 0,0 0 0 0 0,-1 0 0 0 0,-1 0 0 0 0,1 0 0 0 0,-2-1 0 0 0,0 1 0 0 0,-5 10 0 0 0,-4 6 93 0 0,-1-1-1 0 0,-1-1 0 0 0,-1 0 0 0 0,-28 31 0 0 0,-2-6 438 0 0,-1-2 0 0 0,-55 42 0 0 0,-4 3-56 0 0,95-82-471 0 0,2-2 0 0 0,3-2 0 0 0,6-7 0 0 0,0 0 0 0 0,0 1 0 0 0,0-1 0 0 0,0 0 0 0 0,1 1 0 0 0,-1-1 0 0 0,0 0 0 0 0,0 0 0 0 0,0 1 0 0 0,0-1 0 0 0,1 0 0 0 0,-1 0 0 0 0,0 1 0 0 0,0-1 0 0 0,1 0 0 0 0,-1 0 0 0 0,0 0 0 0 0,0 1 0 0 0,1-1 0 0 0,-1 0 0 0 0,0 0 0 0 0,0 0 0 0 0,1 0 0 0 0,-1 0 0 0 0,0 0 0 0 0,1 0 0 0 0,-1 1 0 0 0,0-1 0 0 0,1 0 0 0 0,-1 0 0 0 0,1 0 0 0 0,20 2 0 0 0,1-1 0 0 0,0-1 0 0 0,30-3 0 0 0,-9 0 0 0 0,515-21 0 0 0,-533 23 0 0 0,-3-1 0 0 0,-3 0 0 0 0,12 0-1618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8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6 416 0 0,'-2'-6'14711'0'0,"-3"85"-9157"0"0,-3 24-1795 0 0,-16 45-1507 0 0,-10 85-1748 0 0,32-220-836 0 0,0 7-1208 0 0,0-1 0 0 0,1 1 0 0 0,3 22 1 0 0,-2-40 1223 0 0,0-1 1 0 0,1 0 0 0 0,-1 1 0 0 0,0-1 0 0 0,1 0 0 0 0,0 1 0 0 0,-1-1 0 0 0,1 0 0 0 0,0 0-1 0 0,-1 1 1 0 0,2 0 0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9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2700 0 0,'31'-25'8017'0'0,"19"-13"3452"0"0,-14 21-8558 0 0,-28 16-2686 0 0,1 0 0 0 0,-1 0 0 0 0,1 1 0 0 0,-1 0 0 0 0,1 0 0 0 0,13 3 0 0 0,-11-2-139 0 0,0 0-54 0 0,0 1-1 0 0,0 1 1 0 0,0-1-1 0 0,-1 2 1 0 0,1-1-1 0 0,-1 1 1 0 0,0 1-1 0 0,0 0 1 0 0,0 1-1 0 0,-1-1 0 0 0,14 12 1 0 0,-20-14-13 0 0,1 0 1 0 0,-1 0 0 0 0,0 0-1 0 0,0 1 1 0 0,0-1-1 0 0,-1 1 1 0 0,1 0 0 0 0,-1 0-1 0 0,0 0 1 0 0,0 0-1 0 0,0 0 1 0 0,-1 0 0 0 0,1 0-1 0 0,-1 1 1 0 0,0-1-1 0 0,0 0 1 0 0,-1 1 0 0 0,1-1-1 0 0,-1 1 1 0 0,0-1-1 0 0,0 1 1 0 0,0-1-1 0 0,-1 1 1 0 0,0-1 0 0 0,0 1-1 0 0,0-1 1 0 0,0 0-1 0 0,-1 1 1 0 0,1-1 0 0 0,-5 7-1 0 0,-3 4 329 0 0,-1 0 0 0 0,0-1 0 0 0,-1 0-1 0 0,-1-1 1 0 0,0 0 0 0 0,-1-1 0 0 0,-18 14 0 0 0,7-6 757 0 0,-22 26 1 0 0,39-39-1076 0 0,-3 0-30 0 0,0 1 0 0 0,3 1 0 0 0,7-9 0 0 0,0 0 0 0 0,0 0 0 0 0,0 1 0 0 0,0-1 0 0 0,0 0 0 0 0,-1 0 0 0 0,1 0 0 0 0,0 1 0 0 0,0-1 0 0 0,0 0 0 0 0,0 0 0 0 0,0 0 0 0 0,0 1 0 0 0,0-1 0 0 0,0 0 0 0 0,0 0 0 0 0,0 1 0 0 0,0-1 0 0 0,0 0 0 0 0,0 0 0 0 0,0 0 0 0 0,0 1 0 0 0,0-1 0 0 0,0 0 0 0 0,0 0 0 0 0,0 1 0 0 0,0-1 0 0 0,0 0 0 0 0,0 0 0 0 0,0 0 0 0 0,1 1 0 0 0,-1-1 0 0 0,0 0 0 0 0,0 0 0 0 0,0 0 0 0 0,0 1 0 0 0,19 2 0 0 0,54-2-261 0 0,105-13 0 0 0,-173 12 229 0 0,224-30-9354 0 0,-78 0-2956 0 0,-100 18 4261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29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152 174 1128 0 0,'0'-3'2538'0'0,"0"-3"-539"0"0,0-1 0 0 0,1 0 0 0 0,0 1 0 0 0,0-1 0 0 0,4-10 0 0 0,-3 11-1010 0 0,0 1 0 0 0,1-1 0 0 0,0 1 0 0 0,0-1 0 0 0,7-8 0 0 0,-5 8-689 0 0,1 0 0 0 0,0 1-1 0 0,0 0 1 0 0,0 0 0 0 0,0 0 0 0 0,1 0 0 0 0,0 1 0 0 0,0 1 0 0 0,0-1 0 0 0,14-4 0 0 0,-4 2-177 0 0,-1 2-1 0 0,1 0 1 0 0,0 1 0 0 0,1 0-1 0 0,-1 2 1 0 0,0 0 0 0 0,35 3-1 0 0,-45-1-121 0 0,-1 0 1 0 0,1 0-1 0 0,-1 1 0 0 0,1 0 0 0 0,-1 0 0 0 0,0 1 0 0 0,0-1 0 0 0,0 1 1 0 0,0 1-1 0 0,8 5 0 0 0,-11-6-5 0 0,1 0 1 0 0,-1 0-1 0 0,0 1 0 0 0,0-1 1 0 0,0 1-1 0 0,-1 0 1 0 0,1 0-1 0 0,-1 0 0 0 0,0 0 1 0 0,0 1-1 0 0,0-1 1 0 0,-1 0-1 0 0,1 1 0 0 0,-1-1 1 0 0,0 1-1 0 0,0 6 1 0 0,0-5 4 0 0,-1 0 0 0 0,0-1 1 0 0,0 1-1 0 0,-1 0 0 0 0,0-1 1 0 0,0 1-1 0 0,0-1 0 0 0,-1 1 0 0 0,1-1 1 0 0,-1 1-1 0 0,-5 7 0 0 0,2-4-6 0 0,0 0 1 0 0,-2 0-1 0 0,1-1 0 0 0,-1 1 0 0 0,-12 11 0 0 0,-5 0 25 0 0,-1-1 0 0 0,0-1 0 0 0,-32 17 0 0 0,40-25-61 0 0,0 0 1209 0 0,-25 17 0 0 0,41-25-849 0 0,-5-1 193 0 0,6 0-28 0 0,10 1-303 0 0,-7-3-159 0 0,1 2-11 0 0,8-1-16 0 0,-1 2 0 0 0,1 0-1 0 0,0 0 1 0 0,-1 1 0 0 0,1 0-1 0 0,-1 1 1 0 0,0 0 0 0 0,14 8 0 0 0,-9-2 10 0 0,-1 0 0 0 0,0 2 0 0 0,18 17-1 0 0,-16-13 24 0 0,-6-7 200 0 0,0 1-1 0 0,-1 0 1 0 0,-1 1 0 0 0,0 0-1 0 0,0 0 1 0 0,-1 1-1 0 0,0 0 1 0 0,-1 0 0 0 0,7 19-1 0 0,-13-29-214 0 0,0 0 0 0 0,-1-1-1 0 0,0 1 1 0 0,1 0-1 0 0,-1 0 1 0 0,0 0 0 0 0,0-1-1 0 0,0 1 1 0 0,0 0 0 0 0,0 0-1 0 0,-1 0 1 0 0,1-1 0 0 0,0 1-1 0 0,-1 0 1 0 0,1 0-1 0 0,-1-1 1 0 0,0 1 0 0 0,0 0-1 0 0,0 1 1 0 0,-2 0 12 0 0,1-1 0 0 0,0 1 0 0 0,-1 0 1 0 0,1-1-1 0 0,-1 1 0 0 0,0-1 0 0 0,1 0 0 0 0,-1 0 0 0 0,-4 2 1 0 0,-4 1 28 0 0,0 0 0 0 0,0 0 0 0 0,-1-1 0 0 0,-16 3 0 0 0,-6 0-1593 0 0,-1-2 0 0 0,1-2 1 0 0,-1-1-1 0 0,-58-4 0 0 0,-138-28-10592 0 0,199 25 1593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30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70 2200 0 0,'-21'-24'14824'0'0,"21"23"-14705"0"0,-1 1 1 0 0,1 0-1 0 0,-1-1 0 0 0,1 1 0 0 0,0-1 1 0 0,-1 1-1 0 0,1-1 0 0 0,0 1 0 0 0,-1-1 0 0 0,1 0 1 0 0,0 1-1 0 0,0-1 0 0 0,0 1 0 0 0,-1-1 1 0 0,1 0-1 0 0,0 1 0 0 0,0-1 0 0 0,0 1 1 0 0,0-1-1 0 0,0 0 0 0 0,0 1 0 0 0,0-1 1 0 0,0 0-1 0 0,0 1 0 0 0,1-1 0 0 0,-1 1 0 0 0,0-1 1 0 0,1-1-1 0 0,3-1-83 0 0,1 0 0 0 0,0 0 0 0 0,-1 0 0 0 0,1 0 0 0 0,1 1 0 0 0,-1 0 0 0 0,0 0 0 0 0,0 0 0 0 0,1 1 0 0 0,-1-1 0 0 0,1 2 0 0 0,0-1 0 0 0,-1 0 0 0 0,1 1 0 0 0,6 0 0 0 0,3 1-43 0 0,-1 0-1 0 0,1 0 0 0 0,-1 2 0 0 0,0 0 0 0 0,14 4 0 0 0,-23-5 3 0 0,-1-1 0 0 0,0 0 0 0 0,0 1-1 0 0,0 0 1 0 0,0 0 0 0 0,-1 0 0 0 0,1 1-1 0 0,0-1 1 0 0,-1 1 0 0 0,0 0 0 0 0,0 0-1 0 0,0 0 1 0 0,4 5 0 0 0,-6-6 13 0 0,0 1 0 0 0,0-1 1 0 0,0 0-1 0 0,0 1 0 0 0,0-1 1 0 0,-1 1-1 0 0,1 0 0 0 0,-1-1 0 0 0,1 1 1 0 0,-1-1-1 0 0,0 1 0 0 0,0 0 1 0 0,0-1-1 0 0,-1 1 0 0 0,1 0 0 0 0,-1-1 1 0 0,1 1-1 0 0,-1-1 0 0 0,0 1 0 0 0,0-1 1 0 0,0 1-1 0 0,0-1 0 0 0,-3 3 1 0 0,-2 7 179 0 0,-2-1 0 0 0,0 0 1 0 0,0 0-1 0 0,-1-1 1 0 0,-11 12-1 0 0,-57 44 966 0 0,31-29-463 0 0,21-18-359 0 0,19-14-210 0 0,-1 0 0 0 0,1 0 0 0 0,0 1 0 0 0,0-1 0 0 0,0 1 0 0 0,-7 11 0 0 0,12-16-36 0 0,46 3 86 0 0,252-42-3982 0 0,-154 16 138 0 0,38-5-4681 0 0,-91 10 1036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31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193 116 1588 0 0,'-21'-21'8562'0'0,"-22"-30"0"0"0,42 51-8505 0 0,1-1 0 0 0,0 1 0 0 0,-1-1 1 0 0,1 0-1 0 0,0 1 0 0 0,0-1 0 0 0,0 0 0 0 0,0 1 1 0 0,-1-1-1 0 0,1 0 0 0 0,0 0 0 0 0,0 1 1 0 0,0-1-1 0 0,1 0 0 0 0,-1 1 0 0 0,0-1 0 0 0,0 0 1 0 0,0 1-1 0 0,0-1 0 0 0,1 0 0 0 0,-1 1 1 0 0,0-1-1 0 0,0 0 0 0 0,1 1 0 0 0,-1-1 0 0 0,1 1 1 0 0,-1-1-1 0 0,1 1 0 0 0,-1-1 0 0 0,0 1 1 0 0,1-1-1 0 0,0 1 0 0 0,-1-1 0 0 0,1 1 0 0 0,-1 0 1 0 0,1-1-1 0 0,0 1 0 0 0,-1 0 0 0 0,1-1 1 0 0,-1 1-1 0 0,2 0 0 0 0,27-12 363 0 0,-17 10-380 0 0,-1-1 0 0 0,1 2 0 0 0,0 0 0 0 0,0 0 1 0 0,0 1-1 0 0,0 0 0 0 0,0 1 0 0 0,0 1 1 0 0,0 0-1 0 0,0 0 0 0 0,0 1 0 0 0,-1 1 0 0 0,0 0 1 0 0,1 0-1 0 0,14 9 0 0 0,-23-11-38 0 0,-1 0 0 0 0,1-1 0 0 0,-1 1 0 0 0,0 0 1 0 0,0 0-1 0 0,0 0 0 0 0,0 0 0 0 0,0 0 0 0 0,-1 1 0 0 0,1-1 0 0 0,-1 1 0 0 0,1-1 0 0 0,-1 1 0 0 0,0-1 0 0 0,0 1 1 0 0,0 0-1 0 0,0-1 0 0 0,0 1 0 0 0,0 4 0 0 0,-1-2 6 0 0,0-1 0 0 0,-1 1-1 0 0,1-1 1 0 0,-1 0 0 0 0,0 1 0 0 0,0-1-1 0 0,0 0 1 0 0,-1 1 0 0 0,1-1 0 0 0,-1 0 0 0 0,-3 5-1 0 0,-4 4 14 0 0,1 0 0 0 0,-2-1 1 0 0,0-1-1 0 0,0 0 0 0 0,-1 0 0 0 0,-16 12 0 0 0,-9 3 193 0 0,-49 26 1 0 0,47-29 980 0 0,36-22-952 0 0,29 4-116 0 0,-10-3-113 0 0,0 2 0 0 0,0 0 0 0 0,-1 1 0 0 0,1 1 0 0 0,-1 0 0 0 0,0 1 0 0 0,-1 1 0 0 0,0 0 0 0 0,0 1 0 0 0,-1 1 0 0 0,0 1 0 0 0,0-1 1 0 0,20 23-1 0 0,-30-28 74 0 0,1-1 0 0 0,-2 1 0 0 0,1 0 1 0 0,-1 0-1 0 0,1 1 0 0 0,-1-1 1 0 0,-1 0-1 0 0,1 1 0 0 0,-1 0 0 0 0,0 0 1 0 0,0-1-1 0 0,-1 1 0 0 0,2 11 1 0 0,-3-12 44 0 0,0-1 1 0 0,0 0 0 0 0,-1 1 0 0 0,1-1 0 0 0,-1 0-1 0 0,0 0 1 0 0,0 1 0 0 0,0-1 0 0 0,-1 0 0 0 0,0 0-1 0 0,0 0 1 0 0,0-1 0 0 0,0 1 0 0 0,0 0 0 0 0,-1-1-1 0 0,1 1 1 0 0,-1-1 0 0 0,0 0 0 0 0,0 0-1 0 0,-5 4 1 0 0,-3 0 68 0 0,0 1 0 0 0,-1-2 0 0 0,1 1 0 0 0,-1-2-1 0 0,-1 0 1 0 0,1 0 0 0 0,-1-1 0 0 0,1-1 0 0 0,-1 0 0 0 0,0 0 0 0 0,0-1-1 0 0,0-1 1 0 0,-23-1 0 0 0,18 0-243 0 0,1-2 0 0 0,-1 0 0 0 0,1-1 0 0 0,-19-5 0 0 0,23 4-593 0 0,0 0 0 0 0,0-1 1 0 0,1-1-1 0 0,0 0 0 0 0,-16-11 1 0 0,27 16 367 0 0,-1 1 0 0 0,1-1 0 0 0,0 0 1 0 0,0 0-1 0 0,0 1 0 0 0,1-1 0 0 0,-1 0 0 0 0,0 0 0 0 0,0 0 0 0 0,0 0 1 0 0,1 0-1 0 0,-1 0 0 0 0,0 0 0 0 0,1 0 0 0 0,-1 0 0 0 0,1 0 1 0 0,-1-1-1 0 0,1 1 0 0 0,0 0 0 0 0,-1 0 0 0 0,1 0 0 0 0,0-1 1 0 0,0 1-1 0 0,0 0 0 0 0,0 0 0 0 0,0-1 0 0 0,0 1 0 0 0,0 0 1 0 0,0 0-1 0 0,1-3 0 0 0,1 1-620 0 0,-1 0 1 0 0,1 0-1 0 0,0 1 0 0 0,0-1 1 0 0,0 0-1 0 0,0 1 0 0 0,0-1 1 0 0,1 1-1 0 0,-1-1 1 0 0,5-1-1 0 0,9-10-6243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31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98 660 0 0,'100'-91'25842'0'0,"-100"90"-25783"0"0,0 1 0 0 0,1-1 0 0 0,-1 1 0 0 0,0 0 1 0 0,1-1-1 0 0,-1 1 0 0 0,1-1 0 0 0,-1 1 0 0 0,0 0 1 0 0,1 0-1 0 0,-1-1 0 0 0,1 1 0 0 0,-1 0 0 0 0,1 0 0 0 0,-1-1 1 0 0,1 1-1 0 0,-1 0 0 0 0,1 0 0 0 0,-1 0 0 0 0,1 0 1 0 0,-1 0-1 0 0,1 0 0 0 0,0 0 0 0 0,-1 0 0 0 0,1 0 0 0 0,-1 0 1 0 0,1 0-1 0 0,0 0 0 0 0,0 1-34 0 0,-1-1 0 0 0,1 1 0 0 0,0 0 0 0 0,-1-1 0 0 0,1 1 1 0 0,-1 0-1 0 0,0 0 0 0 0,1-1 0 0 0,-1 1 0 0 0,0 0 0 0 0,1 0 0 0 0,-1 0 0 0 0,0-1 0 0 0,0 1 0 0 0,1 2 0 0 0,0 32-42 0 0,-1-35 43 0 0,-7 62 57 0 0,4-31 26 0 0,-1 46-1 0 0,4-68-204 0 0,0-1 0 0 0,1 1 0 0 0,1 0-1 0 0,-1-1 1 0 0,1 1 0 0 0,1-1 0 0 0,-1 0-1 0 0,2 0 1 0 0,7 15 0 0 0,-10-20 28 0 0,0-1 0 0 0,1-1 0 0 0,-1 1 0 0 0,1 0 0 0 0,-1 0 0 0 0,1 0-1 0 0,0-1 1 0 0,-1 1 0 0 0,1-1 0 0 0,0 1 0 0 0,0-1 0 0 0,0 0 0 0 0,0 0 0 0 0,0 0 0 0 0,1 0 0 0 0,-1 0 0 0 0,0 0 0 0 0,0-1 0 0 0,3 1 0 0 0,-1 0-15 0 0,0-1 1 0 0,0 0 0 0 0,-1-1 0 0 0,1 1-1 0 0,0-1 1 0 0,-1 1 0 0 0,1-1-1 0 0,0 0 1 0 0,-1-1 0 0 0,1 1 0 0 0,3-2-1 0 0,4-4-24 0 0,0 1 0 0 0,-1-1-1 0 0,0-1 1 0 0,0 0-1 0 0,0 0 1 0 0,9-11 0 0 0,22-30 339 0 0,43-68 1 0 0,-52 71 1448 0 0,-32 45-1651 0 0,0 0 1 0 0,1 0 0 0 0,-1 1-1 0 0,0-1 1 0 0,1 0-1 0 0,-1 1 1 0 0,1-1 0 0 0,-1 0-1 0 0,1 1 1 0 0,-1-1-1 0 0,1 1 1 0 0,-1-1 0 0 0,1 1-1 0 0,0-1 1 0 0,-1 1-1 0 0,1-1 1 0 0,0 1 0 0 0,-1 0-1 0 0,1-1 1 0 0,0 1-1 0 0,0 0 1 0 0,-1 0 0 0 0,1-1-1 0 0,0 1 1 0 0,0 0-1 0 0,-1 0 1 0 0,3 0 0 0 0,-2 1 29 0 0,-1-1 0 0 0,1 1 1 0 0,0 0-1 0 0,-1 0 0 0 0,1 0 1 0 0,0 0-1 0 0,-1 0 1 0 0,1 0-1 0 0,-1 0 0 0 0,0 0 1 0 0,1 0-1 0 0,-1 0 1 0 0,0 0-1 0 0,1 0 0 0 0,-1 0 1 0 0,0 0-1 0 0,0 1 0 0 0,1 13 945 0 0,-1 29 0 0 0,0-41-888 0 0,-24 335 2190 0 0,-5-114-9153 0 0,18-173-411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32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1217 43 2640 0 0,'-35'-33'14175'0'0,"35"33"-14091"0"0,0 0 0 0 0,-1-1 0 0 0,1 1-1 0 0,0 0 1 0 0,-1 0 0 0 0,1 0 0 0 0,0 0 0 0 0,0-1 0 0 0,-1 1 0 0 0,1 0 0 0 0,0 0-1 0 0,0-1 1 0 0,0 1 0 0 0,-1 0 0 0 0,1 0 0 0 0,0-1 0 0 0,0 1 0 0 0,0 0 0 0 0,0-1 0 0 0,0 1-1 0 0,0 0 1 0 0,-1 0 0 0 0,1-1 0 0 0,0 1 0 0 0,0 0 0 0 0,0-1 0 0 0,24-1 526 0 0,0 2 1 0 0,48 4 0 0 0,-6 1-257 0 0,237 0 594 0 0,-104-3 2432 0 0,-196-2-3300 0 0,0 0-50 0 0,1 1 0 0 0,-1 0 1 0 0,0 0-1 0 0,1 0 0 0 0,-1 0 1 0 0,0 0-1 0 0,0 1 1 0 0,0-1-1 0 0,0 1 0 0 0,0 0 1 0 0,0 0-1 0 0,0 0 0 0 0,0 0 1 0 0,-1 1-1 0 0,1-1 0 0 0,-1 1 1 0 0,0-1-1 0 0,0 1 0 0 0,0 0 1 0 0,0 0-1 0 0,0 0 1 0 0,0 0-1 0 0,-1 0 0 0 0,0 1 1 0 0,2 4-1 0 0,3 10 301 0 0,-1 0 1 0 0,-1 1-1 0 0,2 29 1 0 0,-4-31-64 0 0,6 73 278 0 0,-3 0 1 0 0,-5 1 0 0 0,-15 127 0 0 0,-63 268 1888 0 0,61-398-2347 0 0,-143 713-88 0 0,113-570 0 0 0,-278 1577 0 0 0,232-1101 0 0 0,67-504 0 0 0,25-189 0 0 0,-1-2 0 0 0,0-1 0 0 0,2 0 0 0 0,-3-1 0 0 0,0-2 0 0 0,-9-4 0 0 0,-44-4-145 0 0,-89-12-1 0 0,36 2-656 0 0,-394-12-11153 0 0,308 15 4862 0 0,15 0-3129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36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4 820 0 0,'-22'-1'17610'0'0,"41"0"-17126"0"0,31 0-726 0 0,-38 3 236 0 0,0 0 0 0 0,-1 1 0 0 0,1 0 0 0 0,-1 1 0 0 0,1 0 0 0 0,-1 1 0 0 0,-1 0-1 0 0,1 0 1 0 0,-1 2 0 0 0,18 12 0 0 0,-25-16 6 0 0,1 0 0 0 0,-1-1 0 0 0,0 1 0 0 0,0 1 0 0 0,-1-1 0 0 0,1 0 0 0 0,-1 1 0 0 0,1-1-1 0 0,-1 1 1 0 0,0 0 0 0 0,0 0 0 0 0,-1 0 0 0 0,1 0 0 0 0,-1 0 0 0 0,0 0 0 0 0,0 0 0 0 0,0 0-1 0 0,-1 0 1 0 0,1 0 0 0 0,-1 1 0 0 0,0-1 0 0 0,0 0 0 0 0,-1 0 0 0 0,1 1 0 0 0,-1-1 0 0 0,0 0-1 0 0,0 0 1 0 0,0 0 0 0 0,-1 0 0 0 0,1 0 0 0 0,-1 0 0 0 0,0 0 0 0 0,-4 5 0 0 0,-2 3-1 0 0,0 0 1 0 0,-1-1-1 0 0,-1 0 0 0 0,0 0 1 0 0,0-1-1 0 0,-1 0 1 0 0,0-1-1 0 0,-22 13 0 0 0,-6 0 239 0 0,-62 26 0 0 0,41-22 831 0 0,23-14-209 0 0,34-12-732 0 0,0 0-34 0 0,-9-1 149 0 0,20-7-225 0 0,7 1-11 0 0,7 3-11 0 0,-10 4-6 0 0,1 1 0 0 0,-1-1 0 0 0,0 2 0 0 0,0 0 0 0 0,-1 0 0 0 0,1 1 0 0 0,0 0 0 0 0,-1 1 0 0 0,0 1 0 0 0,0 0 0 0 0,15 8 0 0 0,-17-7 9 0 0,0-1-1 0 0,0 2 1 0 0,-1-1 0 0 0,0 1-1 0 0,0 0 1 0 0,-1 1 0 0 0,1-1 0 0 0,-2 2-1 0 0,1-1 1 0 0,-1 1 0 0 0,0 0-1 0 0,-1 0 1 0 0,6 14 0 0 0,-10-20 59 0 0,1 1 0 0 0,-1 0 0 0 0,0 0 0 0 0,-1 0 0 0 0,1 0 0 0 0,-1 0 0 0 0,1 0 0 0 0,-1 0 0 0 0,0 0 0 0 0,0 0 0 0 0,-1 0 0 0 0,0 0 0 0 0,1 0 0 0 0,-1 0 0 0 0,0-1 0 0 0,-1 1 0 0 0,-1 4 0 0 0,0-3 92 0 0,0 0-1 0 0,0 0 0 0 0,-1 0 1 0 0,1 0-1 0 0,-1-1 1 0 0,0 0-1 0 0,-1 0 0 0 0,1 0 1 0 0,-1 0-1 0 0,-8 5 0 0 0,2-3 79 0 0,0 0-1 0 0,-1 0 1 0 0,0-1 0 0 0,0-1-1 0 0,0 0 1 0 0,-1 0-1 0 0,1-1 1 0 0,-1-1 0 0 0,0 0-1 0 0,-14-1 1 0 0,3-1-40 0 0,0-1 0 0 0,-1-2 1 0 0,1-1-1 0 0,-35-9 1 0 0,43 8-2308 0 0,-29-14-1 0 0,44 19 1979 0 0,1 0 0 0 0,-1 0 0 0 0,1-1 0 0 0,-1 1 0 0 0,1 0-1 0 0,0 0 1 0 0,-1-1 0 0 0,1 1 0 0 0,-1 0 0 0 0,1-1 0 0 0,0 1-1 0 0,-1 0 1 0 0,1-1 0 0 0,0 1 0 0 0,0 0 0 0 0,-1-1 0 0 0,1 1-1 0 0,0-1 1 0 0,0 1 0 0 0,-1-1 0 0 0,1 1 0 0 0,0-1 0 0 0,0 1-1 0 0,0 0 1 0 0,0-1 0 0 0,0 1 0 0 0,0-1 0 0 0,0 1 0 0 0,0-1-1 0 0,0 1 1 0 0,0-1 0 0 0,0 1 0 0 0,0-1 0 0 0,0 1-1 0 0,0-1 1 0 0,0 1 0 0 0,1-1 0 0 0,-1 1 0 0 0,0-1 0 0 0,0 1-1 0 0,0 0 1 0 0,1-1 0 0 0,-1 1 0 0 0,0-1 0 0 0,1 1 0 0 0,0-1-1 0 0,18-17-4708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37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2200 0 0,'13'-10'5693'0'0,"0"1"1"0"0,22-12-1 0 0,-32 22-5424 0 0,0-1 1 0 0,0 1-1 0 0,0-1 1 0 0,0 1-1 0 0,0 0 1 0 0,0 0-1 0 0,-1 1 1 0 0,1-1-1 0 0,0 1 1 0 0,0-1-1 0 0,-1 1 1 0 0,1 0-1 0 0,2 3 1 0 0,47 45 1641 0 0,70 90 0 0 0,-32-34-5171 0 0,-63-83-2370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37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58 2484 0 0,'0'-8'2150'0'0,"-1"1"1"0"0,0-1-1 0 0,-1 1 0 0 0,1 0 0 0 0,-6-13 1545 0 0,-9 26-2066 0 0,10-1-1099 0 0,0 0 1 0 0,0 0-1 0 0,1 0 0 0 0,-1 0 0 0 0,1 1 1 0 0,0 0-1 0 0,1 0 0 0 0,-8 14 0 0 0,2-6 125 0 0,-133 205 3204 0 0,39-59-4920 0 0,81-119-6245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37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3512 0 0,'5'-6'1658'0'0,"1"-2"1473"0"0,1 0 0 0 0,0 0 0 0 0,15-11 0 0 0,-18 16-2769 0 0,0 1 0 0 0,0-1 1 0 0,0 1-1 0 0,0 1 0 0 0,0-1 1 0 0,0 1-1 0 0,1-1 0 0 0,-1 1 0 0 0,1 0 1 0 0,-1 1-1 0 0,8-1 0 0 0,3 0 85 0 0,0 2 0 0 0,1 0 0 0 0,-1 1 0 0 0,0 0-1 0 0,-1 1 1 0 0,1 1 0 0 0,16 6 0 0 0,-21-7-311 0 0,0 1 0 0 0,-1 1 0 0 0,0 0 1 0 0,0 0-1 0 0,0 0 0 0 0,0 1 0 0 0,-1 0 1 0 0,0 1-1 0 0,0 0 0 0 0,-1 0 0 0 0,9 12 0 0 0,-13-15-72 0 0,-1 0-1 0 0,1 0 0 0 0,-1 0 0 0 0,0 0 0 0 0,0 1 0 0 0,-1-1 0 0 0,1 0 0 0 0,-1 1 0 0 0,0 0 0 0 0,0-1 0 0 0,-1 1 0 0 0,1 0 0 0 0,-1-1 0 0 0,0 9 0 0 0,-1-6 146 0 0,-1 0 1 0 0,1 0 0 0 0,-1 0-1 0 0,-1 0 1 0 0,1 0 0 0 0,-1-1-1 0 0,0 1 1 0 0,-7 9 0 0 0,-4 4 327 0 0,-1-2-1 0 0,0 0 1 0 0,-2 0 0 0 0,-28 23 0 0 0,-157 110-537 0 0,191-143 0 0 0,11-8 0 0 0,-1 0 0 0 0,1 1 0 0 0,0-1 0 0 0,-1 0 0 0 0,1 0 0 0 0,0 1 0 0 0,-1-1 0 0 0,1 0 0 0 0,0 0 0 0 0,-1 1 0 0 0,1-1 0 0 0,0 0 0 0 0,0 1 0 0 0,-1-1 0 0 0,1 1 0 0 0,0-1 0 0 0,0 0 0 0 0,0 1 0 0 0,0-1 0 0 0,0 1 0 0 0,-1-1 0 0 0,1 0 0 0 0,0 1 0 0 0,0-1 0 0 0,0 1 0 0 0,0-1 0 0 0,0 1 0 0 0,0-1 0 0 0,0 0 0 0 0,0 1 0 0 0,0-1 0 0 0,1 1 0 0 0,-1-1 0 0 0,0 1 0 0 0,5 2 0 0 0,1 0 0 0 0,1-1 0 0 0,-1 0 0 0 0,0-1 0 0 0,1 1 0 0 0,0-1 0 0 0,-1-1 0 0 0,1 1 0 0 0,-1-1 0 0 0,11-1 0 0 0,1 1 0 0 0,143-1 0 0 0,1-8 0 0 0,201-37 0 0 0,-300 37 0 0 0,-45 6 0 0 0,-5 0-201 0 0,-3 2-768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44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51 608 0 0,'-36'10'30599'0'0,"36"-9"-30588"0"0,1-1 0 0 0,0 1 0 0 0,0-1 1 0 0,0 0-1 0 0,-1 1 0 0 0,1-1 0 0 0,0 0 0 0 0,0 1 1 0 0,0-1-1 0 0,0 0 0 0 0,0 0 0 0 0,-1 0 0 0 0,1 0 0 0 0,0 0 1 0 0,0 0-1 0 0,0 0 0 0 0,1 0 0 0 0,42-9 31 0 0,0 2-1 0 0,0 2 0 0 0,56 1 1 0 0,-34 1-55 0 0,514-21-3451 0 0,-563 23 3037 0 0,-1 0 0 0 0,1-1 1 0 0,20-6-1 0 0,-36 8-278 0 0,-28 4-10053 0 0,5 1 3152 0 0,6-2 2689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44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1 1956 0 0,'-319'65'14804'0'0,"242"-50"-7318"0"0,75-14-6938 0 0,-7 4 1800 0 0,235-19-1662 0 0,-76 2-613 0 0,299-22 127 0 0,-369 27-51 0 0,-22-1 278 0 0,-36 5-58 0 0,33-2 1 0 0,-52 5-319 0 0,0 0-69 0 0,5-1-622 0 0,1 0 2441 0 0,-3 0-3731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40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0 1476 0 0,'-36'37'20319'0'0,"39"-38"-20197"0"0,7 0-55 0 0,29-2 137 0 0,51 2 1 0 0,-77 2-213 0 0,0 0 0 0 0,0 1 0 0 0,-1 0 0 0 0,1 1 0 0 0,-1 1 0 0 0,1 0 0 0 0,-1 0 0 0 0,14 8 0 0 0,-18-7-5 0 0,1-1 0 0 0,-2 1 0 0 0,1 1 0 0 0,-1-1 0 0 0,1 1 0 0 0,7 9 1 0 0,-13-13 14 0 0,-1 0 0 0 0,1 0 1 0 0,-1 0-1 0 0,0 0 1 0 0,1 0-1 0 0,-1 1 1 0 0,0-1-1 0 0,0 0 1 0 0,0 1-1 0 0,-1-1 0 0 0,1 0 1 0 0,-1 1-1 0 0,1-1 1 0 0,-1 1-1 0 0,0-1 1 0 0,0 1-1 0 0,0-1 0 0 0,0 1 1 0 0,0-1-1 0 0,0 0 1 0 0,-1 1-1 0 0,1-1 1 0 0,-1 1-1 0 0,0-1 1 0 0,0 0-1 0 0,0 1 0 0 0,0-1 1 0 0,-2 4-1 0 0,-3 3 12 0 0,0-1 0 0 0,-1 0 0 0 0,0-1 0 0 0,0 1-1 0 0,0-1 1 0 0,-1 0 0 0 0,-10 6 0 0 0,-65 38 285 0 0,48-31 284 0 0,33-19-524 0 0,-1 2 32 0 0,3-2-89 0 0,0-1 0 0 0,0 0 0 0 0,-1 0-1 0 0,1 0 1 0 0,0 0 0 0 0,0 0 0 0 0,-1 1 0 0 0,1-1 0 0 0,0 0 0 0 0,0 0 0 0 0,0 0 0 0 0,-1 1 0 0 0,1-1-1 0 0,0 0 1 0 0,0 0 0 0 0,0 1 0 0 0,0-1 0 0 0,0 0 0 0 0,-1 0 0 0 0,1 1 0 0 0,0-1 0 0 0,0 0 0 0 0,0 1-1 0 0,0-1 1 0 0,0 0 0 0 0,0 0 0 0 0,0 1 0 0 0,0-1 0 0 0,0 0 0 0 0,0 1 0 0 0,0-1 0 0 0,0 0 0 0 0,0 0-1 0 0,0 1 1 0 0,0-1 0 0 0,1 0 0 0 0,-1 1 0 0 0,0-1 0 0 0,0 0 0 0 0,0 0 0 0 0,0 1 0 0 0,0-1 0 0 0,1 0-1 0 0,-1 0 1 0 0,0 0 0 0 0,0 1 0 0 0,0-1 0 0 0,1 0 0 0 0,-1 0 0 0 0,0 0 0 0 0,0 0 0 0 0,1 1 0 0 0,-1-1-1 0 0,0 0 1 0 0,0 0 0 0 0,1 0 0 0 0,-1 0 0 0 0,0 0 0 0 0,1 0 0 0 0,-1 0 0 0 0,0 0 0 0 0,0 0 0 0 0,1 0-1 0 0,14 8-58 0 0,0 0 0 0 0,-1 0-1 0 0,0 2 1 0 0,0-1-1 0 0,17 18 1 0 0,-13-8-48 0 0,31 39 1 0 0,-44-51 141 0 0,0 1-1 0 0,0 0 1 0 0,-1 0-1 0 0,0 0 1 0 0,0 0 0 0 0,-1 1-1 0 0,0 0 1 0 0,3 17-1 0 0,-5-23 110 0 0,-1 0-1 0 0,0 0 0 0 0,0 0 0 0 0,0 0 0 0 0,0 0 0 0 0,-1 0 0 0 0,1 0 0 0 0,-1 0 0 0 0,0 0 0 0 0,0-1 0 0 0,0 1 0 0 0,0 0 1 0 0,0 0-1 0 0,-1-1 0 0 0,-2 6 0 0 0,0-4 60 0 0,1 0 1 0 0,-1 0-1 0 0,0-1 1 0 0,0 1-1 0 0,0-1 0 0 0,0 0 1 0 0,-1 0-1 0 0,-5 3 1 0 0,-3 0 138 0 0,-1 0 0 0 0,0-1 0 0 0,1-1-1 0 0,-1 0 1 0 0,-23 3 0 0 0,-9-3 21 0 0,0-1 0 0 0,0-3-1 0 0,0-1 1 0 0,-67-12-1 0 0,69 4-2235 0 0,44 9 1720 0 0,-1 0 1 0 0,1 0-1 0 0,-1-1 0 0 0,1 1 0 0 0,0 0 0 0 0,-1 0 0 0 0,1 0 0 0 0,-1 0 0 0 0,1 0 0 0 0,0 0 0 0 0,-1 0 0 0 0,1-1 0 0 0,0 1 1 0 0,-5-6-2567 0 0,12-5-475 0 0,18-6-1560 0 0,-8 9-884 0 0,3-2-3078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40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1884 0 0,'26'-50'19743'0'0,"-26"50"-19594"0"0,0-1 1 0 0,0 1-1 0 0,0-1 1 0 0,0 1 0 0 0,0-1-1 0 0,0 1 1 0 0,1-1-1 0 0,-1 1 1 0 0,0 0 0 0 0,0-1-1 0 0,1 1 1 0 0,-1-1-1 0 0,0 1 1 0 0,1 0-1 0 0,-1-1 1 0 0,0 1 0 0 0,1 0-1 0 0,-1-1 1 0 0,0 1-1 0 0,1 0 1 0 0,-1-1 0 0 0,1 1-1 0 0,-1 0 1 0 0,1 0-1 0 0,2 1-5 0 0,0 1-1 0 0,-1 0 0 0 0,1-1 0 0 0,-1 1 0 0 0,1 1 1 0 0,-1-1-1 0 0,0 0 0 0 0,0 0 0 0 0,0 1 1 0 0,0-1-1 0 0,0 1 0 0 0,2 5 0 0 0,20 44 887 0 0,-15-31-661 0 0,34 70 426 0 0,32 71-86 0 0,-65-138-1349 0 0,18 29-1 0 0,-23-45-257 0 0,0-1 1 0 0,0 0-1 0 0,0 0 1 0 0,9 7-1 0 0,1-4-1955 0 0,9-7-7021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40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384 115 408 0 0,'-36'-104'22278'0'0,"36"103"-22189"0"0,0 1-1 0 0,0-1 1 0 0,-1 1 0 0 0,1-1-1 0 0,0 1 1 0 0,-1-1 0 0 0,1 1-1 0 0,0-1 1 0 0,-1 1-1 0 0,1-1 1 0 0,0 1 0 0 0,-1-1-1 0 0,1 1 1 0 0,-1 0 0 0 0,1-1-1 0 0,-1 1 1 0 0,1 0 0 0 0,-1-1-1 0 0,1 1 1 0 0,-1 0-1 0 0,1 0 1 0 0,-1 0 0 0 0,1-1-1 0 0,-1 1 1 0 0,1 0 0 0 0,-1 0-1 0 0,1 0 1 0 0,-1 0 0 0 0,0 0-1 0 0,1 0 1 0 0,-1 0-1 0 0,1 0 1 0 0,-1 0 0 0 0,1 0-1 0 0,-1 0 1 0 0,0 1 0 0 0,1-1-1 0 0,-1 0 1 0 0,1 0 0 0 0,-1 1-1 0 0,-17 10 1131 0 0,-6 10-244 0 0,1 2 1 0 0,2 0 0 0 0,-22 30 0 0 0,-49 84-675 0 0,69-102-206 0 0,13-20-180 0 0,-42 72-1906 0 0,47-77-276 0 0,1-1 0 0 0,0 1 1 0 0,-5 21-1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41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368 130 2132 0 0,'6'-16'3004'0'0,"-2"3"-391"0"0,1 1 0 0 0,1 0 0 0 0,0 0 0 0 0,10-14 0 0 0,-14 23-2099 0 0,1 0 0 0 0,0 0 1 0 0,0-1-1 0 0,0 2 0 0 0,0-1 0 0 0,1 0 1 0 0,3-2-1 0 0,-3 3-430 0 0,-1 0 1 0 0,1 1-1 0 0,0 0 1 0 0,-1-1-1 0 0,1 1 1 0 0,0 0-1 0 0,0 1 1 0 0,7-2-1 0 0,3 2 47 0 0,0 0 0 0 0,-1 1-1 0 0,1 1 1 0 0,-1 0-1 0 0,1 0 1 0 0,-1 1 0 0 0,23 10-1 0 0,-28-11-114 0 0,-1 2 1 0 0,0-1-1 0 0,0 1 1 0 0,0 0-1 0 0,-1 0 0 0 0,1 1 1 0 0,-1 0-1 0 0,0 0 1 0 0,0 0-1 0 0,-1 1 0 0 0,0 0 1 0 0,0 0-1 0 0,0 0 0 0 0,0 1 1 0 0,3 7-1 0 0,-7-11-3 0 0,1 1 0 0 0,-1-1 0 0 0,0 1 0 0 0,0-1 0 0 0,0 1-1 0 0,0-1 1 0 0,-1 1 0 0 0,1-1 0 0 0,-1 1 0 0 0,0 0 0 0 0,0-1 0 0 0,-1 1 0 0 0,1-1-1 0 0,-1 1 1 0 0,1-1 0 0 0,-2 5 0 0 0,-1-3 44 0 0,1 0 0 0 0,-1 0 0 0 0,1 0 1 0 0,-1 0-1 0 0,-1 0 0 0 0,1-1 0 0 0,-1 1 0 0 0,0-1 0 0 0,-5 5 0 0 0,-9 5 349 0 0,0-1 0 0 0,0-1 0 0 0,-1-1 0 0 0,-23 11 0 0 0,36-19-262 0 0,-50 25 1774 0 0,54-27-1742 0 0,0-1-129 0 0,1 0-1 0 0,0 1 1 0 0,0-1-1 0 0,-1 1 1 0 0,1 0-1 0 0,0-1 1 0 0,0 1-1 0 0,0 0 1 0 0,0-1-1 0 0,0 1 1 0 0,0 0-1 0 0,0 0 1 0 0,0 0-1 0 0,0 0 1 0 0,0 0-1 0 0,0 1 1 0 0,6 3-34 0 0,0-1 1 0 0,0 1 0 0 0,1-1-1 0 0,0-1 1 0 0,0 1 0 0 0,7 2 0 0 0,23 15-48 0 0,-25-12 137 0 0,-1-1 0 0 0,0 2 0 0 0,-1-1-1 0 0,0 2 1 0 0,-1-1 0 0 0,0 1 0 0 0,0 0-1 0 0,-1 0 1 0 0,0 1 0 0 0,-1 0-1 0 0,6 20 1 0 0,-9-26-51 0 0,-1 1 0 0 0,-1 0-1 0 0,1 0 1 0 0,-1 0 0 0 0,0 0-1 0 0,-1 0 1 0 0,0 0 0 0 0,0 1 0 0 0,0-1-1 0 0,-1 0 1 0 0,0 0 0 0 0,-1 0-1 0 0,1 0 1 0 0,-1-1 0 0 0,0 1-1 0 0,-1 0 1 0 0,0-1 0 0 0,0 1 0 0 0,0-1-1 0 0,-1 0 1 0 0,0 0 0 0 0,0 0-1 0 0,-8 7 1 0 0,4-4-50 0 0,-1-2 0 0 0,0 1 1 0 0,0-1-1 0 0,0 0 0 0 0,-1-1 0 0 0,0 0 1 0 0,0-1-1 0 0,-1 0 0 0 0,-18 6 0 0 0,13-6 1 0 0,-1-2 1 0 0,0 1-1 0 0,0-2 0 0 0,0 0 0 0 0,0-1 0 0 0,-18-2 0 0 0,5-1-34 0 0,-1-2-1 0 0,1-2 0 0 0,0 0 1 0 0,1-2-1 0 0,-1-1 0 0 0,-54-26 1 0 0,33 8-3773 0 0,18 8-1582 0 0,-2-1-4690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0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49 1680 0 0,'0'0'3898'0'0,"-19"-22"2928"0"0,19 22-6690 0 0,-1 0 0 0 0,0-1-1 0 0,1 1 1 0 0,-1 0 0 0 0,1-1-1 0 0,-1 1 1 0 0,1-1 0 0 0,-1 1-1 0 0,1-1 1 0 0,-1 1-1 0 0,1-1 1 0 0,-1 1 0 0 0,1-1-1 0 0,0 1 1 0 0,-1-1 0 0 0,1 0-1 0 0,-1 0 1 0 0,7-5 932 0 0,23 0-816 0 0,-27 6-241 0 0,78-6 163 0 0,145 10-1 0 0,-65 1-2468 0 0,-156-5 1435 0 0,3 3-840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1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1 468 0 0,'-174'41'12029'0'0,"133"-32"-9071"0"0,39-9-2718 0 0,1 1 0 0 0,0-1 0 0 0,0 0 0 0 0,0 0 0 0 0,-1 0 0 0 0,1 0 0 0 0,0 1 0 0 0,0-1 0 0 0,0 1 0 0 0,0-1 0 0 0,-1 1 0 0 0,1-1 0 0 0,0 1 0 0 0,0 0 0 0 0,0-1 0 0 0,0 1 0 0 0,0 1 0 0 0,17 3 1276 0 0,38-2-880 0 0,196 10 122 0 0,-61-1-636 0 0,-46-7-4 0 0,-95-5-162 0 0,-46 0-89 0 0,1 0-124 0 0,10 0-126 0 0,-10 0-154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3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546 109 1484 0 0,'-6'3'1993'0'0,"0"-1"0"0"0,0 1 0 0 0,0-1 0 0 0,0-1-1 0 0,-1 1 1 0 0,-9 0 0 0 0,13-2-911 0 0,-19-8 3099 0 0,22 7-4144 0 0,-1 0 0 0 0,1 0 0 0 0,0 0 0 0 0,0-1 0 0 0,-1 1 1 0 0,1 0-1 0 0,0 0 0 0 0,0 0 0 0 0,0 0 0 0 0,0 0 0 0 0,0 0 0 0 0,0 0 1 0 0,1-1-1 0 0,-1 1 0 0 0,0 0 0 0 0,0 0 0 0 0,1 0 0 0 0,-1 0 1 0 0,1 0-1 0 0,0-1 0 0 0,1-2 10 0 0,0 1-1 0 0,1 0 1 0 0,-1-1-1 0 0,1 1 1 0 0,6-5 0 0 0,-1 1-8 0 0,2 0-1 0 0,-1 0 1 0 0,16-7 0 0 0,-13 8-40 0 0,1 1 0 0 0,0 1-1 0 0,0 0 1 0 0,0 0 0 0 0,1 1 0 0 0,-1 1 0 0 0,1 0-1 0 0,0 1 1 0 0,-1 1 0 0 0,1 0 0 0 0,25 4 0 0 0,-32-4-4 0 0,-1 1 1 0 0,0 1 0 0 0,1-1-1 0 0,-1 1 1 0 0,0 1 0 0 0,0-1-1 0 0,0 1 1 0 0,0 0 0 0 0,-1 0-1 0 0,1 0 1 0 0,-1 1 0 0 0,0 0 0 0 0,0 0-1 0 0,0 0 1 0 0,0 1 0 0 0,-1 0-1 0 0,0 0 1 0 0,0 0 0 0 0,0 0-1 0 0,-1 1 1 0 0,1-1 0 0 0,-1 1-1 0 0,-1 0 1 0 0,1 0 0 0 0,-1 0-1 0 0,0 0 1 0 0,1 7 0 0 0,-1-4 8 0 0,-2-1 1 0 0,1 1 0 0 0,-1 0-1 0 0,-1-1 1 0 0,0 1 0 0 0,0 0 0 0 0,0-1-1 0 0,-1 1 1 0 0,0-1 0 0 0,-1 0-1 0 0,0 0 1 0 0,-4 9 0 0 0,-5 6 3 0 0,-1 0-1 0 0,-27 37 1 0 0,13-27 44 0 0,-1 0 0 0 0,-1-2 0 0 0,-53 43 0 0 0,-111 70 530 0 0,191-143-574 0 0,-307 207 2035 0 0,206-139-834 0 0,101-68-1045 0 0,17 3-84 0 0,-3-4-56 0 0,0-1 1 0 0,0 0-1 0 0,0-1 0 0 0,21-6 0 0 0,6-1 10 0 0,513-61 274 0 0,-497 61-172 0 0,-44 8-161 0 0,-8 0-144 0 0,11-2-1659 0 0,3-1 113 0 0,-1 0-1 0 0,0-1 1 0 0,21-10-1 0 0,0 1-1182 0 0,3 0-2088 0 0,8-2-2596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4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2316 0 0,'20'-22'22315'0'0,"-18"21"-21896"0"0,1-1-1 0 0,-1 0 1 0 0,1 1 0 0 0,-1 0-1 0 0,1-1 1 0 0,0 1-1 0 0,0 0 1 0 0,0 0 0 0 0,0 1-1 0 0,5-2 1 0 0,39-3-164 0 0,-21 3 165 0 0,223-28 275 0 0,-145 21-3832 0 0,-52 3-7268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4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1 196 0 0,'-30'17'6444'0'0,"-43"35"1093"0"0,29-17 10815 0 0,44-33-18139 0 0,1-1-212 0 0,-1 0 0 0 0,1-1 0 0 0,0 1 0 0 0,0 0 0 0 0,0 0 0 0 0,0 0 0 0 0,0-1 0 0 0,0 1 1 0 0,0-1-1 0 0,1 1 0 0 0,-1-1 0 0 0,0 1 0 0 0,0-1 0 0 0,0 0 0 0 0,0 1 0 0 0,1-1 0 0 0,-1 0 0 0 0,0 0 0 0 0,0 0 1 0 0,1 0-1 0 0,-1 0 0 0 0,0 0 0 0 0,0 0 0 0 0,2-1 0 0 0,2 1-3 0 0,753-43 2 0 0,-746 43 0 0 0,45-5 0 0 0,-38 2 0 0 0,-2 2 0 0 0,1 0 0 0 0,-3 0 0 0 0,5-1 9 0 0,-16 0-15 0 0,-2 1-40 0 0,0 0-382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5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72 1072 0 0,'49'-66'18865'0'0,"-43"61"-16360"0"0,-5 6-2403 0 0,0 0 0 0 0,0 0-1 0 0,-1 1 1 0 0,1-1 0 0 0,-1 0 0 0 0,1 0 0 0 0,-1 1-1 0 0,1-1 1 0 0,-1 0 0 0 0,0 1 0 0 0,1-1 0 0 0,-1 0-1 0 0,0 1 1 0 0,0-1 0 0 0,0 1 0 0 0,0-1 0 0 0,0 2-1 0 0,-5 33 1227 0 0,3-23-873 0 0,-108 589 4776 0 0,55-325-3752 0 0,-41 194-1479 0 0,69-347 0 0 0,23-112 0 0 0,-1-5 0 0 0,-5-10 0 0 0,9 2-275 0 0,-1-1-1 0 0,1 0 1 0 0,0 0 0 0 0,0 1-1 0 0,0-1 1 0 0,0 0 0 0 0,1 0 0 0 0,-1 0-1 0 0,0 0 1 0 0,1 0 0 0 0,0 0-1 0 0,-1 0 1 0 0,1 0 0 0 0,0 0-1 0 0,0-1 1 0 0,0 1 0 0 0,0 0 0 0 0,0 0-1 0 0,1 0 1 0 0,-1 0 0 0 0,1 0-1 0 0,-1 0 1 0 0,2-3 0 0 0,1-5-2641 0 0,1 1 0 0 0,0 1 0 0 0,8-15 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6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753 132 3028 0 0,'-30'-55'14066'0'0,"20"31"-10658"0"0,10 23-3359 0 0,0 0 0 0 0,-1 0 0 0 0,1-1 0 0 0,1 1 1 0 0,-1 0-1 0 0,0 0 0 0 0,0 0 0 0 0,0 0 0 0 0,1 0 0 0 0,-1-1 0 0 0,0 1 1 0 0,1 0-1 0 0,-1 0 0 0 0,1 0 0 0 0,-1 0 0 0 0,1 0 0 0 0,0 0 0 0 0,-1 0 1 0 0,1 0-1 0 0,0 1 0 0 0,0-1 0 0 0,0 0 0 0 0,-1 0 0 0 0,1 0 0 0 0,0 1 1 0 0,0-1-1 0 0,0 1 0 0 0,0-1 0 0 0,0 1 0 0 0,1-1 0 0 0,1 0 0 0 0,35-13 131 0 0,-22 11-155 0 0,0 0 1 0 0,1 2-1 0 0,-1 0 0 0 0,0 0 0 0 0,1 2 1 0 0,-1 0-1 0 0,0 1 0 0 0,1 0 0 0 0,-1 2 1 0 0,21 6-1 0 0,-29-7-18 0 0,0 0 0 0 0,0 0 0 0 0,0 1 0 0 0,0 0 0 0 0,-1 0 0 0 0,1 1 0 0 0,-1-1 1 0 0,0 2-1 0 0,-1-1 0 0 0,1 1 0 0 0,-1 0 0 0 0,0 1 0 0 0,-1-1 0 0 0,1 1 0 0 0,-1 0 0 0 0,-1 0 1 0 0,1 1-1 0 0,-1-1 0 0 0,-1 1 0 0 0,1 0 0 0 0,2 10 0 0 0,-5-11 35 0 0,0-1 0 0 0,0 1 0 0 0,0 0 0 0 0,-1-1 0 0 0,0 1 0 0 0,0 0 0 0 0,-1-1 0 0 0,0 1 0 0 0,0-1 0 0 0,-4 13 0 0 0,2-9 80 0 0,-2 0-1 0 0,1 0 1 0 0,-1 0 0 0 0,-1-1 0 0 0,-12 18 0 0 0,-2-4 418 0 0,-1-1 0 0 0,-2 0 0 0 0,-40 30 0 0 0,17-18 2722 0 0,-66 37 1 0 0,106-68-3087 0 0,16-5-151 0 0,8-2-25 0 0,-1 2 0 0 0,1 1 0 0 0,-1 0 0 0 0,1 1 0 0 0,0 0 0 0 0,0 2 0 0 0,-1 0 0 0 0,1 1 0 0 0,30 10 0 0 0,-28-7 0 0 0,0 2 0 0 0,0 0 0 0 0,-1 1 0 0 0,0 1 0 0 0,-1 0 0 0 0,0 2 0 0 0,32 26 0 0 0,-44-32 0 0 0,0 0 0 0 0,-1 0 0 0 0,1 0 0 0 0,-1 0 0 0 0,0 1 0 0 0,-1 0 0 0 0,0 0 0 0 0,0 0 0 0 0,-1 1 0 0 0,1-1 0 0 0,2 12 0 0 0,-5-13 0 0 0,0 0 0 0 0,0-1 0 0 0,-1 1 0 0 0,1 0 0 0 0,-1 0 0 0 0,-1-1 0 0 0,1 1 0 0 0,-1 0 0 0 0,0 0 0 0 0,0-1 0 0 0,-1 1 0 0 0,1-1 0 0 0,-1 1 0 0 0,-1-1 0 0 0,1 0 0 0 0,-1 0 0 0 0,-3 6 0 0 0,-4 2 0 0 0,0-1 0 0 0,-1 0 0 0 0,0 0 0 0 0,-1-1 0 0 0,0 0 0 0 0,-1-1 0 0 0,0 0 0 0 0,-1-1 0 0 0,0-1 0 0 0,0 0 0 0 0,-27 10 0 0 0,-1-3 0 0 0,0-1 0 0 0,0-3 0 0 0,-50 8 0 0 0,28-11-1247 0 0,0-1 0 0 0,-1-4 0 0 0,-73-6 0 0 0,34-5-2625 0 0,-119-27 0 0 0,147 22-3104 0 0,-7-2-3679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8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59 892 0 0,'8'-24'7504'0'0,"-5"18"-6298"0"0,-1 2-162 0 0,-1 1 0 0 0,1-1 1 0 0,-1 1-1 0 0,0-1 0 0 0,2-6 0 0 0,9 27 105 0 0,-9-2-587 0 0,0 1 0 0 0,-1 0 0 0 0,0 0 0 0 0,-2 25 0 0 0,-9 66 1056 0 0,6-81-1258 0 0,-14 104 433 0 0,-6-1 1 0 0,-52 166-1 0 0,68-272-1022 0 0,-9 28-1063 0 0,4-22-2557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8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1324 0 0,'1'-7'971'0'0,"2"-10"873"0"0,0 0 0 0 0,1 0 0 0 0,1 0 0 0 0,8-16 0 0 0,-11 28-1676 0 0,1 0 1 0 0,-1 1-1 0 0,1-1 1 0 0,0 1-1 0 0,0 0 0 0 0,1 0 1 0 0,-1 0-1 0 0,1 0 1 0 0,0 1-1 0 0,0-1 0 0 0,0 1 1 0 0,0 0-1 0 0,1 1 0 0 0,-1-1 1 0 0,1 1-1 0 0,0-1 1 0 0,9-2-1 0 0,-2 2-71 0 0,0 1 1 0 0,0 0-1 0 0,0 1 1 0 0,1 0-1 0 0,-1 1 1 0 0,0 0-1 0 0,0 1 1 0 0,0 0-1 0 0,1 1 1 0 0,15 5-1 0 0,-5 0-9 0 0,1 1 1 0 0,-2 1-1 0 0,0 0 1 0 0,28 17-1 0 0,-39-19-53 0 0,-1 0 1 0 0,1 0-1 0 0,-1 1 0 0 0,0 0 1 0 0,-1 0-1 0 0,0 1 0 0 0,0 1 1 0 0,7 10-1 0 0,-13-16-21 0 0,0 1 0 0 0,0-1-1 0 0,-1 1 1 0 0,0 0 0 0 0,0 0 0 0 0,0 0 0 0 0,0 0 0 0 0,-1 0 0 0 0,0 0 0 0 0,0 0-1 0 0,-1 0 1 0 0,1 1 0 0 0,-1-1 0 0 0,0 0 0 0 0,0 0 0 0 0,-1 1 0 0 0,0-1 0 0 0,0 0-1 0 0,0 0 1 0 0,0 0 0 0 0,-1 0 0 0 0,-2 6 0 0 0,-1-2-4 0 0,0 1 0 0 0,-1-1 0 0 0,0 0 0 0 0,0-1 0 0 0,-1 1 0 0 0,0-1 0 0 0,0-1 0 0 0,-12 10 0 0 0,-1-2 91 0 0,0 0 0 0 0,-33 17 0 0 0,38-25 322 0 0,-1 0 0 0 0,0-1 0 0 0,0-1 0 0 0,0-1 0 0 0,-26 4 0 0 0,39-8-299 0 0,-8-3 199 0 0,13 2-321 0 0,-1 0 0 0 0,1-1 1 0 0,-1 1-1 0 0,1 0 1 0 0,-1 0-1 0 0,1 1 0 0 0,0-1 1 0 0,0 0-1 0 0,-1 1 1 0 0,1-1-1 0 0,0 1 1 0 0,0-1-1 0 0,0 1 0 0 0,0 0 1 0 0,0 0-1 0 0,0 0 1 0 0,3 0-1 0 0,42 4-12 0 0,-28 1 14 0 0,-1 1 1 0 0,0 1-1 0 0,0 0 1 0 0,-1 1-1 0 0,1 1 0 0 0,-2 0 1 0 0,1 2-1 0 0,25 21 1 0 0,-22-15 24 0 0,-1 1 1 0 0,0 0-1 0 0,-2 2 1 0 0,0 0 0 0 0,26 43-1 0 0,-36-51 101 0 0,-1-1-1 0 0,-1 1 1 0 0,0 0-1 0 0,-1 1 1 0 0,0-1-1 0 0,-1 1 1 0 0,0-1-1 0 0,-1 1 1 0 0,0 0-1 0 0,-1 0 1 0 0,-1 0-1 0 0,-1 19 1 0 0,0-23 175 0 0,-1-1 0 0 0,1 1 1 0 0,-1 0-1 0 0,-1 0 0 0 0,0-1 1 0 0,0 1-1 0 0,-1-1 0 0 0,0 0 1 0 0,0 0-1 0 0,-1-1 0 0 0,0 1 1 0 0,0-1-1 0 0,-1 0 0 0 0,0 0 1 0 0,0-1-1 0 0,0 1 0 0 0,-1-1 1 0 0,-13 8-1 0 0,11-9-151 0 0,1 0-1 0 0,-1-1 1 0 0,-1 0 0 0 0,1-1 0 0 0,0 0 0 0 0,-1 0-1 0 0,0-1 1 0 0,0 0 0 0 0,1-1 0 0 0,-1 0-1 0 0,0-1 1 0 0,0 0 0 0 0,0 0 0 0 0,0-1-1 0 0,-18-4 1 0 0,-7-4 663 0 0,-1-1 0 0 0,-63-29 0 0 0,80 31-771 0 0,-99-51-51 0 0,94 45-2385 0 0,77-20-18794 0 0,-30 28 14400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9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136 375 3280 0 0,'7'-11'2979'0'0,"-1"-1"1"0"0,0 0-1 0 0,6-21 0 0 0,-7 19-28 0 0,0 1 1 0 0,12-21 0 0 0,-16 33-2377 0 0,-1 3-199 0 0,3 16 267 0 0,-1-1-1 0 0,0 0 1 0 0,-2 1 0 0 0,0-1 0 0 0,-3 22 0 0 0,-19 93 1007 0 0,14-88-1218 0 0,-61 263 896 0 0,59-267-1216 0 0,-36 128 152 0 0,45-164-163 0 0,-5 4-81 0 0,6-7-20 0 0,-1-1 0 0 0,1 0 0 0 0,0 0 0 0 0,-1 0 0 0 0,1 1 0 0 0,-1-1 0 0 0,1 0 0 0 0,0 0 0 0 0,-1 0 0 0 0,1 0 0 0 0,-1 0 0 0 0,1 0 0 0 0,-1 0 0 0 0,1 1 0 0 0,-1-1 0 0 0,1-1 0 0 0,0 1 0 0 0,-1 0 0 0 0,1 0 0 0 0,-1 0 0 0 0,1 0 0 0 0,-1 0 0 0 0,-1-1 0 0 0,1 0 0 0 0,0-1 0 0 0,-1 1 0 0 0,1 0 0 0 0,0-1 0 0 0,-1 1 0 0 0,1-1 0 0 0,0 1 0 0 0,0-1 0 0 0,0 1 0 0 0,1-1 0 0 0,-1 0 0 0 0,0 1 0 0 0,1-1 0 0 0,-1 0 0 0 0,1 0 0 0 0,-1 1 0 0 0,1-4 0 0 0,-6-38 0 0 0,6 33 0 0 0,-2-20-30 0 0,1 0 0 0 0,2 1 0 0 0,5-32 0 0 0,20-87-209 0 0,-7 68 100 0 0,2 1 1 0 0,4 1-1 0 0,4 1 1 0 0,58-111 0 0 0,-75 164 105 0 0,1 1 1 0 0,1 1 0 0 0,1 0 0 0 0,2 1 0 0 0,33-35 0 0 0,-47 54 18 0 0,0-1 0 0 0,0 1 0 0 0,0 0 0 0 0,0 0 0 0 0,0 0 0 0 0,0 0 0 0 0,1 0 0 0 0,-1 1 0 0 0,0-1 0 0 0,1 1 0 0 0,0 0 1 0 0,-1 0-1 0 0,1 1 0 0 0,-1-1 0 0 0,1 1 0 0 0,0-1 0 0 0,0 1 0 0 0,-1 0 0 0 0,1 1 0 0 0,0-1 0 0 0,3 1 0 0 0,-1 1 1 0 0,-1 0-1 0 0,0 0 1 0 0,0 1 0 0 0,0-1-1 0 0,0 1 1 0 0,-1 0 0 0 0,1 0-1 0 0,-1 1 1 0 0,0-1 0 0 0,0 1-1 0 0,0 0 1 0 0,0 0 0 0 0,5 8 0 0 0,2 5-15 0 0,0 1 0 0 0,-1 0 0 0 0,-1 1 0 0 0,-1 0 0 0 0,0 0 0 0 0,6 29 0 0 0,21 126 465 0 0,-32-156-403 0 0,38 485 1006 0 0,-40-476-1015 0 0,1 85-2553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8:59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88 3172 0 0,'-72'-19'7794'0'0,"43"10"-2537"0"0,-37-5 902 0 0,156 8-5492 0 0,298-11-494 0 0,-222 7-4079 0 0,-157 9 1284 0 0,1-1 0 0 0,0 0 0 0 0,17-5-1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0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90 1264 0 0,'4'-16'5263'0'0,"8"-58"5948"0"0,-12 92-10774 0 0,-9 242 3090 0 0,7-219-3368 0 0,0 7 173 0 0,-12 62 0 0 0,13-109-279 0 0,1 23 218 0 0,-1-17-253 0 0,1-5-50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1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231 147 1264 0 0,'54'-113'12975'0'0,"-53"112"-12786"0"0,0-1-1 0 0,-1 1 0 0 0,1-1 1 0 0,-1 0-1 0 0,1 1 0 0 0,-1-1 1 0 0,0 0-1 0 0,1 1 0 0 0,-1-1 1 0 0,0 0-1 0 0,0 1 1 0 0,0-1-1 0 0,-1-2 0 0 0,1 3-170 0 0,0 1 0 0 0,-1-1-1 0 0,1 1 1 0 0,0-1 0 0 0,-1 1-1 0 0,1 0 1 0 0,0-1 0 0 0,-1 1 0 0 0,1-1-1 0 0,0 1 1 0 0,-1 0 0 0 0,1-1-1 0 0,-1 1 1 0 0,1 0 0 0 0,-1-1 0 0 0,1 1-1 0 0,-1 0 1 0 0,1-1 0 0 0,-1 1-1 0 0,1 0 1 0 0,-1 0 0 0 0,1 0 0 0 0,-1 0-1 0 0,1 0 1 0 0,-1 0 0 0 0,1-1-1 0 0,-1 1 1 0 0,1 0 0 0 0,-1 0 0 0 0,0 1-1 0 0,1-1 1 0 0,-1 0 0 0 0,1 0-1 0 0,-1 0 1 0 0,1 0 0 0 0,-1 0 0 0 0,1 1-1 0 0,-1-1 1 0 0,1 0 0 0 0,-1 0-1 0 0,1 1 1 0 0,-1-1 0 0 0,1 0-1 0 0,-1 1 1 0 0,1 0 0 0 0,-20 9 44 0 0,0 2 0 0 0,2 1 0 0 0,0 0 1 0 0,-30 28-1 0 0,19-12-55 0 0,-44 59 0 0 0,72-87 0 0 0,0 0-1 0 0,0 0 1 0 0,0 0 0 0 0,1 0 0 0 0,-1 0 0 0 0,0 0 0 0 0,1 0 0 0 0,-1 0 0 0 0,1 0 0 0 0,-1 0 0 0 0,1 0-1 0 0,0 1 1 0 0,-1-1 0 0 0,1 0 0 0 0,0 0 0 0 0,0 0 0 0 0,0 1 0 0 0,0-1 0 0 0,0 0 0 0 0,0 0 0 0 0,0 0-1 0 0,0 1 1 0 0,1-1 0 0 0,-1 0 0 0 0,0 0 0 0 0,1 0 0 0 0,-1 0 0 0 0,1 1 0 0 0,-1-1 0 0 0,1 0-1 0 0,-1 0 1 0 0,1 0 0 0 0,0 0 0 0 0,0 0 0 0 0,-1-1 0 0 0,1 1 0 0 0,0 0 0 0 0,0 0 0 0 0,0 0 0 0 0,0-1-1 0 0,0 1 1 0 0,0 0 0 0 0,0-1 0 0 0,0 1 0 0 0,0-1 0 0 0,2 1 0 0 0,6 3 27 0 0,1 0 0 0 0,0-1 0 0 0,0-1 0 0 0,14 3 0 0 0,-15-4-14 0 0,13 4 16 0 0,0 0 1 0 0,0 1 0 0 0,-1 1 0 0 0,36 17-1 0 0,-51-20 100 0 0,0 0-1 0 0,0 0 1 0 0,0 0-1 0 0,0 0 1 0 0,0 1-1 0 0,-1 0 1 0 0,0 1-1 0 0,5 6 1 0 0,-7-8 98 0 0,-1-1 0 0 0,1 1 0 0 0,-1 0 1 0 0,0 1-1 0 0,-1-1 0 0 0,1 0 0 0 0,-1 0 0 0 0,0 1 1 0 0,0-1-1 0 0,0 1 0 0 0,0-1 0 0 0,-1 1 1 0 0,0-1-1 0 0,0 7 0 0 0,-1-5-40 0 0,0 0 0 0 0,0 0 0 0 0,0-1 0 0 0,0 1 0 0 0,-1-1 0 0 0,0 1 0 0 0,0-1 0 0 0,-1 1 0 0 0,1-1 0 0 0,-1 0 0 0 0,0 0 0 0 0,-1-1 0 0 0,1 1 0 0 0,-1-1 0 0 0,0 1 0 0 0,0-1 0 0 0,0 0 0 0 0,0 0 0 0 0,-1-1 0 0 0,0 0 0 0 0,0 1 0 0 0,0-2 0 0 0,0 1 0 0 0,-10 4 0 0 0,3-3 253 0 0,-1 0 0 0 0,0-1 0 0 0,0 0 0 0 0,0-1 0 0 0,-1-1 0 0 0,1 0 1 0 0,0 0-1 0 0,0-2 0 0 0,-23-2 0 0 0,22 1-447 0 0,-7-1 0 0 0,4-2 0 0 0,2-1 0 0 0,1-1 0 0 0,-1-7-39 0 0,14 9-208 0 0,1 3-70 0 0,-1-2-566 0 0,0 1 0 0 0,0-1 0 0 0,0 1 1 0 0,1-1-1 0 0,-1 0 0 0 0,1 1 1 0 0,0-1-1 0 0,0 0 0 0 0,0 1 1 0 0,1-1-1 0 0,-1 0 0 0 0,1 1 0 0 0,0-1 1 0 0,0 1-1 0 0,0-1 0 0 0,1 1 1 0 0,1-5-1 0 0,3-8-5127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1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118 135 1712 0 0,'-44'-51'10348'0'0,"0"-1"-1709"0"0,14 21-6629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2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48 226 2156 0 0,'-2'-4'562'0'0,"-6"-11"1254"0"0,0-1 0 0 0,1 0 0 0 0,1-1 0 0 0,-8-33 0 0 0,14 47-1705 0 0,-1 0 0 0 0,0 0 0 0 0,1 0 0 0 0,0 0 0 0 0,0 0 0 0 0,0-1 0 0 0,0 1 0 0 0,0 0 0 0 0,1 0 0 0 0,-1 0 0 0 0,1 0 0 0 0,0 0 0 0 0,0 0 0 0 0,0 0 0 0 0,0 0 0 0 0,1 0 0 0 0,-1 0 1 0 0,1 1-1 0 0,0-1 0 0 0,-1 0 0 0 0,1 1 0 0 0,1-1 0 0 0,-1 1 0 0 0,0 0 0 0 0,0 0 0 0 0,1 0 0 0 0,-1 0 0 0 0,1 0 0 0 0,0 0 0 0 0,-1 1 0 0 0,1 0 0 0 0,0-1 0 0 0,0 1 0 0 0,0 0 0 0 0,5-1 0 0 0,-4 1-19 0 0,1 1-1 0 0,0-1 1 0 0,0 1-1 0 0,0 0 1 0 0,0 0-1 0 0,0 1 1 0 0,-1-1-1 0 0,1 1 1 0 0,0 0-1 0 0,0 0 1 0 0,-1 1-1 0 0,1 0 1 0 0,-1-1-1 0 0,1 2 1 0 0,-1-1-1 0 0,0 0 1 0 0,0 1-1 0 0,0 0 1 0 0,0 0-1 0 0,0 0 1 0 0,0 0-1 0 0,3 5 1 0 0,3 2 91 0 0,-1 1 0 0 0,0-1 0 0 0,-1 2 0 0 0,0-1 0 0 0,0 1 0 0 0,8 21-1 0 0,-11-20-7 0 0,0 0 0 0 0,-1 0 0 0 0,-1 0 0 0 0,0 1 1 0 0,-1-1-1 0 0,0 1 0 0 0,-1 0 0 0 0,-1 0 0 0 0,0-1 0 0 0,-1 1 0 0 0,0 0 0 0 0,-1-1 0 0 0,-1 1 0 0 0,0-1 0 0 0,-1 1 0 0 0,0-1 0 0 0,-1 0 0 0 0,0-1 0 0 0,-1 1 0 0 0,-1-1 0 0 0,-10 14 0 0 0,16-24-82 0 0,0 0-1 0 0,0-1 1 0 0,-1 1 0 0 0,1-1 0 0 0,0 1-1 0 0,-1-1 1 0 0,1 0 0 0 0,-1 1 0 0 0,0-1-1 0 0,1 0 1 0 0,-1 0 0 0 0,0 0 0 0 0,0 0-1 0 0,0 0 1 0 0,-2 0 0 0 0,3-1-53 0 0,0 0 1 0 0,0 0-1 0 0,0 0 0 0 0,0 0 1 0 0,0 0-1 0 0,-1 0 1 0 0,1 0-1 0 0,0 0 0 0 0,0-1 1 0 0,0 1-1 0 0,0 0 1 0 0,0-1-1 0 0,0 1 0 0 0,0-1 1 0 0,0 1-1 0 0,0-1 1 0 0,0 0-1 0 0,0 1 0 0 0,-1-2 1 0 0,-1-2 0 0 0,0 1 1 0 0,1-1 0 0 0,-1 1-1 0 0,1-1 1 0 0,0 0 0 0 0,0 1-1 0 0,0-1 1 0 0,1 0-1 0 0,-1-1 1 0 0,1 1 0 0 0,-2-8-1 0 0,2-1-26 0 0,1 0-1 0 0,-1 1 1 0 0,2-1-1 0 0,0 0 1 0 0,1 1-1 0 0,0-1 1 0 0,0 1-1 0 0,2-1 1 0 0,-1 1-1 0 0,2 0 1 0 0,7-17-1 0 0,-1 9-12 0 0,0-1 0 0 0,2 1 0 0 0,0 1 0 0 0,1 1 0 0 0,21-23 0 0 0,-23 29-21 0 0,1 1 0 0 0,0 0 0 0 0,0 1 0 0 0,1 1 0 0 0,0 0 0 0 0,1 1 0 0 0,0 0 0 0 0,0 1-1 0 0,0 1 1 0 0,1 0 0 0 0,29-6 0 0 0,-36 11 5 0 0,0 0 0 0 0,0 0 0 0 0,0 1 0 0 0,0 0 1 0 0,0 0-1 0 0,0 1 0 0 0,0 0 0 0 0,-1 1 0 0 0,1 0 0 0 0,11 4 0 0 0,-13-4 7 0 0,-1 2 0 0 0,1-1 1 0 0,-1 1-1 0 0,1 0 0 0 0,-1 0 0 0 0,-1 1 0 0 0,1-1 0 0 0,-1 1 1 0 0,1 1-1 0 0,-1-1 0 0 0,-1 1 0 0 0,1 0 0 0 0,6 12 0 0 0,-4-6 9 0 0,-1 1-1 0 0,-1 0 0 0 0,0 0 1 0 0,0 1-1 0 0,-2-1 0 0 0,1 1 1 0 0,-2 0-1 0 0,2 27 1 0 0,-3-8 17 0 0,-2 1 0 0 0,-9 52 0 0 0,8-68-36 0 0,0-9-1257 0 0,0 0 0 0 0,1 0 0 0 0,1 0 0 0 0,0 16 0 0 0,0-24 1110 0 0,0-1 0 0 0,1 1 0 0 0,-1-1-1 0 0,0 0 1 0 0,0 1 0 0 0,1-1 0 0 0,-1 1 0 0 0,0-1 0 0 0,0 0 0 0 0,4 3-1478 0 0,-3-2 1478 0 0,-1-1 0 0 0,1 0-1 0 0,-1 0 1 0 0,0 0 0 0 0,1 0 0 0 0,-1 0 0 0 0,1 0 0 0 0,-1 0-1 0 0,1 0 1 0 0,-1 0 0 0 0,2 0 0 0 0,11-1-4139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3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154 191 1252 0 0,'4'-10'1954'0'0,"0"0"1"0"0,-1 0-1 0 0,0 0 0 0 0,-1 0 1 0 0,1 0-1 0 0,-2-1 1 0 0,1-11-1 0 0,-2 20-1371 0 0,-1 2-509 0 0,1 0 0 0 0,-1-1 0 0 0,1 1 0 0 0,-1 0 0 0 0,1-1 0 0 0,-1 1 0 0 0,1 0 0 0 0,-1-1 0 0 0,1 1 0 0 0,-1 0 0 0 0,0 0 0 0 0,1 0 1 0 0,-1 0-1 0 0,0 0 0 0 0,1 0 0 0 0,-1-1 0 0 0,1 1 0 0 0,-1 1 0 0 0,0-1 0 0 0,-14 12 290 0 0,1 1 0 0 0,0 1-1 0 0,1 0 1 0 0,1 1 0 0 0,0 0 0 0 0,1 1-1 0 0,1 1 1 0 0,0-1 0 0 0,1 2 0 0 0,1-1-1 0 0,1 1 1 0 0,0 0 0 0 0,1 1 0 0 0,2-1-1 0 0,-1 1 1 0 0,-1 26 0 0 0,6-39-330 0 0,0 0 1 0 0,0 0-1 0 0,0 0 0 0 0,1 0 1 0 0,0 0-1 0 0,0 0 1 0 0,1 0-1 0 0,-1-1 0 0 0,1 1 1 0 0,0 0-1 0 0,1-1 0 0 0,0 0 1 0 0,0 1-1 0 0,0-1 1 0 0,0 0-1 0 0,1-1 0 0 0,-1 1 1 0 0,1 0-1 0 0,8 6 1 0 0,-6-7 1 0 0,1 1 0 0 0,-1-1 1 0 0,0-1-1 0 0,1 1 1 0 0,0-1-1 0 0,0-1 1 0 0,0 1-1 0 0,0-1 1 0 0,0 0-1 0 0,0-1 0 0 0,1 1 1 0 0,-1-2-1 0 0,0 1 1 0 0,1-1-1 0 0,12-1 1 0 0,-8-1-6 0 0,0 0 0 0 0,0-1 0 0 0,-1 0 0 0 0,1-1 0 0 0,-1 0 0 0 0,0-1 0 0 0,0-1 0 0 0,0 0 0 0 0,-1 0 0 0 0,0-1 0 0 0,0 0 0 0 0,0 0 0 0 0,-1-1 0 0 0,-1-1 0 0 0,1 1-1 0 0,-1-1 1 0 0,8-13 0 0 0,-4 6-20 0 0,-1 0 0 0 0,-1-1 0 0 0,-1-1 0 0 0,0 1 0 0 0,-2-1-1 0 0,0-1 1 0 0,-1 1 0 0 0,0-1 0 0 0,-2 0 0 0 0,3-20-1 0 0,-6 27-22 0 0,0 0-1 0 0,-1 0 1 0 0,-1 0-1 0 0,0 0 0 0 0,-1 0 1 0 0,0 0-1 0 0,0 0 0 0 0,-2 0 1 0 0,1 1-1 0 0,-7-14 0 0 0,8 21 3 0 0,0-1 0 0 0,0 1-1 0 0,-1 0 1 0 0,1 0-1 0 0,-1 0 1 0 0,0 0 0 0 0,0 0-1 0 0,-1 1 1 0 0,1-1-1 0 0,-1 1 1 0 0,1 0-1 0 0,-1 0 1 0 0,0 0 0 0 0,-1 1-1 0 0,1-1 1 0 0,0 1-1 0 0,0 0 1 0 0,-1 0 0 0 0,0 1-1 0 0,1-1 1 0 0,-1 1-1 0 0,0 0 1 0 0,1 0-1 0 0,-1 1 1 0 0,0-1 0 0 0,0 1-1 0 0,-9 1 1 0 0,5 0-66 0 0,-1 1 1 0 0,1 0-1 0 0,-1 1 1 0 0,1 0 0 0 0,0 1-1 0 0,0 0 1 0 0,1 0-1 0 0,-1 0 1 0 0,1 1-1 0 0,-10 8 1 0 0,12-9-210 0 0,1 1 1 0 0,0-1-1 0 0,0 1 0 0 0,0 0 0 0 0,1 0 1 0 0,0 0-1 0 0,0 0 0 0 0,0 1 1 0 0,0 0-1 0 0,1 0 0 0 0,0 0 0 0 0,1 0 1 0 0,-1 0-1 0 0,1 1 0 0 0,-2 8 1 0 0,4-13 126 0 0,-1 0-1 0 0,1 0 1 0 0,0 0 0 0 0,0 0 0 0 0,0 0 0 0 0,1 0 0 0 0,-1 0 0 0 0,0 0 0 0 0,1 0 0 0 0,-1-1 0 0 0,1 1 0 0 0,0 0 0 0 0,-1 0-1 0 0,1 0 1 0 0,0-1 0 0 0,0 1 0 0 0,0 0 0 0 0,3 2 0 0 0,-2-1-109 0 0,1-1 0 0 0,0 0 0 0 0,0 1 0 0 0,0-1-1 0 0,0 0 1 0 0,0 0 0 0 0,1-1 0 0 0,-1 1 0 0 0,5 1 0 0 0,3 0-631 0 0,0 0-1 0 0,-1-1 1 0 0,1 0 0 0 0,0-1 0 0 0,20 0 0 0 0,5-4-2405 0 0,6-2-1193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3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137 239 1188 0 0,'8'-43'4324'0'0,"-1"0"0"0"0,-3-1 0 0 0,0-56 0 0 0,-4 98-4115 0 0,0 2-200 0 0,0 0-1 0 0,0 0 1 0 0,0-1 0 0 0,0 1-1 0 0,0 0 1 0 0,0 0-1 0 0,0 0 1 0 0,0 0 0 0 0,0-1-1 0 0,0 1 1 0 0,0 0 0 0 0,0 0-1 0 0,0 0 1 0 0,0-1 0 0 0,0 1-1 0 0,0 0 1 0 0,0 0-1 0 0,0 0 1 0 0,0 0 0 0 0,0-1-1 0 0,0 1 1 0 0,0 0 0 0 0,0 0-1 0 0,0 0 1 0 0,-1 0-1 0 0,1-1 1 0 0,0 1 0 0 0,0 0-1 0 0,0 0 1 0 0,0 0 0 0 0,0 0-1 0 0,0 0 1 0 0,-1 0-1 0 0,1-1 1 0 0,0 1 0 0 0,0 0-1 0 0,0 0 1 0 0,0 0 0 0 0,-1 0-1 0 0,1 0 1 0 0,0 0 0 0 0,0 0-1 0 0,0 0 1 0 0,0 0-1 0 0,-1 0 1 0 0,1 0 0 0 0,0 0-1 0 0,0 0 1 0 0,0 0 0 0 0,0 0-1 0 0,-1 0 1 0 0,1 0-1 0 0,0 0 1 0 0,0 0 0 0 0,0 0-1 0 0,-1 0 1 0 0,1 0 0 0 0,0 0-1 0 0,0 0 1 0 0,0 0 0 0 0,0 0-1 0 0,0 1 1 0 0,-1-1-1 0 0,-10 10 473 0 0,1 10 311 0 0,0 0 0 0 0,1 0 0 0 0,2 2 0 0 0,-10 34 0 0 0,-11 91 1846 0 0,27-143-2587 0 0,-56 512 4126 0 0,55-388-4024 0 0,2-106-75 0 0,2-1 0 0 0,1 0 0 0 0,10 40 1 0 0,-12-58-63 0 0,0-1 1 0 0,0 0 0 0 0,0 1-1 0 0,0-1 1 0 0,0 0 0 0 0,0 0-1 0 0,1 0 1 0 0,-1 0 0 0 0,1 0-1 0 0,-1 0 1 0 0,1 0 0 0 0,0 0-1 0 0,0-1 1 0 0,0 1 0 0 0,0-1-1 0 0,0 1 1 0 0,0-1 0 0 0,0 0-1 0 0,4 2 1 0 0,-2-2-27 0 0,1 1 0 0 0,-1-1 0 0 0,1 0 0 0 0,0-1 0 0 0,0 1 0 0 0,-1-1 0 0 0,1 0 0 0 0,0 0 0 0 0,8-2 0 0 0,-1 0-324 0 0,1-1 1 0 0,-1 0 0 0 0,1-1 0 0 0,-1-1 0 0 0,0 0 0 0 0,19-11 0 0 0,-8 1-1341 0 0,0-1 1 0 0,0-1-1 0 0,34-35 1 0 0,-44 37 70 0 0,0 0 0 0 0,11-18 0 0 0,-15 20-460 0 0,-1 0 1 0 0,-1-1-1 0 0,6-16 0 0 0,-2 1-4698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3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66 2020 0 0,'-172'-54'17058'0'0,"170"53"-16276"0"0,52-4-279 0 0,450 3 45 0 0,-439-1-2161 0 0,-59 3 526 0 0,10 1-3422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5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1188 800 0 0,'-5'2'1262'0'0,"1"1"-1"0"0,0 0 1 0 0,0 0 0 0 0,0 0-1 0 0,0 1 1 0 0,1 0 0 0 0,-6 6-1 0 0,8-8-946 0 0,0-1-1 0 0,0 1 1 0 0,0 0 0 0 0,0 0-1 0 0,1 0 1 0 0,-1-1 0 0 0,1 1-1 0 0,-1 0 1 0 0,1 0-1 0 0,0 0 1 0 0,0 0 0 0 0,-1 0-1 0 0,2 0 1 0 0,-1 0 0 0 0,0 0-1 0 0,0 0 1 0 0,0 0-1 0 0,1 0 1 0 0,-1-1 0 0 0,1 1-1 0 0,1 3 1 0 0,-2-4 274 0 0,3 0-401 0 0,-1 0 0 0 0,0-1 1 0 0,0 1-1 0 0,0-1 0 0 0,1 0 1 0 0,-1 1-1 0 0,0-1 0 0 0,0 0 1 0 0,1 0-1 0 0,-1-1 1 0 0,4 0-1 0 0,11-5-24 0 0,-1-1-1 0 0,0-1 1 0 0,-1-1 0 0 0,0 0-1 0 0,0-1 1 0 0,-1-1 0 0 0,18-16 0 0 0,87-98-44 0 0,-86 87-43 0 0,32-37-30 0 0,29-33-26 0 0,-75 89-42 0 0,1 0 1 0 0,1 1 0 0 0,27-17-1 0 0,-42 31 10 0 0,0 0 0 0 0,1 0 0 0 0,-1 1 1 0 0,1 0-1 0 0,0 0 0 0 0,0 1 0 0 0,0 0 0 0 0,0 0 0 0 0,0 0 0 0 0,1 1 0 0 0,-1 0 0 0 0,0 1 0 0 0,1-1 0 0 0,-1 1 0 0 0,0 1 0 0 0,1-1 0 0 0,-1 1 0 0 0,0 1 0 0 0,1 0 0 0 0,-1 0 0 0 0,0 0 0 0 0,0 0 0 0 0,0 1 0 0 0,11 7 0 0 0,-6-2-8 0 0,0 1 0 0 0,-1 0 0 0 0,15 15-1 0 0,10 8 5 0 0,-35-32 41 0 0,-1 0-24 0 0,1 0-1 0 0,-1 0 0 0 0,1-1 1 0 0,-1 1-1 0 0,0 0 1 0 0,1-1-1 0 0,-1 1 0 0 0,0 0 1 0 0,1-1-1 0 0,-1 1 0 0 0,0-1 1 0 0,1 1-1 0 0,-1-1 0 0 0,0 1 1 0 0,0-1-1 0 0,1 1 1 0 0,-1-1-1 0 0,0 1 0 0 0,0-1 1 0 0,0 0-1 0 0,-2-6-4 0 0,-1 0 0 0 0,0-1 0 0 0,-1 1 0 0 0,1 1-1 0 0,-1-1 1 0 0,-1 0 0 0 0,1 1 0 0 0,-1 0 0 0 0,0 0 0 0 0,-10-8 0 0 0,3 3-22 0 0,-1 0 0 0 0,0 1 0 0 0,-1 1 0 0 0,-16-9 0 0 0,26 16 11 0 0,-1 0 0 0 0,0 0 1 0 0,0 0-1 0 0,0 0 0 0 0,0 1 0 0 0,0 0 1 0 0,0 0-1 0 0,0 1 0 0 0,0-1 1 0 0,0 1-1 0 0,0 0 0 0 0,0 0 0 0 0,-9 2 1 0 0,6 0-1 0 0,0 0 0 0 0,0 1 1 0 0,0 0-1 0 0,0 0 0 0 0,1 0 1 0 0,-1 1-1 0 0,-11 9 1 0 0,0 2 2 0 0,0 1 0 0 0,1 1 0 0 0,0 1 1 0 0,-23 32-1 0 0,20-21 38 0 0,0 0 0 0 0,-22 45-1 0 0,35-58 14 0 0,1 1 0 0 0,0 0 0 0 0,1 0-1 0 0,1 0 1 0 0,0 0 0 0 0,-3 30 0 0 0,7-42-21 0 0,1 1 0 0 0,0-1 1 0 0,0 0-1 0 0,0 1 0 0 0,1-1 0 0 0,0 0 1 0 0,0 0-1 0 0,0 1 0 0 0,0-1 1 0 0,1 0-1 0 0,0 0 0 0 0,0 0 1 0 0,1-1-1 0 0,-1 1 0 0 0,1 0 0 0 0,0-1 1 0 0,0 0-1 0 0,5 5 0 0 0,-4-4-3 0 0,1-1-1 0 0,0-1 1 0 0,0 1 0 0 0,0-1-1 0 0,1 0 1 0 0,-1 0-1 0 0,1-1 1 0 0,0 1-1 0 0,0-1 1 0 0,-1-1-1 0 0,1 1 1 0 0,1-1-1 0 0,-1 0 1 0 0,0 0-1 0 0,10 0 1 0 0,0-1-10 0 0,0-1-1 0 0,0 0 0 0 0,0-1 1 0 0,-1 0-1 0 0,1-2 1 0 0,0 0-1 0 0,-1 0 1 0 0,0-1-1 0 0,0-1 1 0 0,21-12-1 0 0,-17 6-88 0 0,0 0-1 0 0,-1-1 1 0 0,-1-1-1 0 0,0-1 1 0 0,-1 0 0 0 0,26-33-1 0 0,-14 10-87 0 0,-2-1 0 0 0,-2-2 0 0 0,-2 0-1 0 0,-2-1 1 0 0,-1-2 0 0 0,19-67 0 0 0,-18 41 100 0 0,-3-1 1 0 0,-4 0-1 0 0,-2 0 0 0 0,-4-1 1 0 0,-3-1-1 0 0,-6-92 0 0 0,1 139 71 0 0,1 18-19 0 0,0 0 0 0 0,0 0 0 0 0,0 0 0 0 0,-1 1 0 0 0,-1-1 0 0 0,1 0 0 0 0,-4-8 0 0 0,4 15-19 0 0,-16 8-5 0 0,13-3 52 0 0,0 0 0 0 0,1 0 0 0 0,-1 1 0 0 0,1-1-1 0 0,0 1 1 0 0,0 0 0 0 0,1 0 0 0 0,-1 0 0 0 0,1 0-1 0 0,0 0 1 0 0,1 0 0 0 0,-2 6 0 0 0,-3 7 89 0 0,-13 36 343 0 0,3 0 0 0 0,-16 96 1 0 0,4 116 680 0 0,21-9-531 0 0,9-211-521 0 0,1 0 0 0 0,3-1 1 0 0,19 71-1 0 0,-22-105-41 0 0,0-1 0 0 0,0 0 0 0 0,2 0 0 0 0,-1-1 1 0 0,1 1-1 0 0,0-1 0 0 0,1 0 0 0 0,0-1 0 0 0,12 14 0 0 0,-14-18-20 0 0,0-1 0 0 0,0 0 0 0 0,0 0 0 0 0,0 0-1 0 0,1 0 1 0 0,-1-1 0 0 0,1 1 0 0 0,-1-1 0 0 0,1 0-1 0 0,0-1 1 0 0,0 1 0 0 0,0-1 0 0 0,0 0 0 0 0,0 0 0 0 0,0-1-1 0 0,0 1 1 0 0,1-1 0 0 0,-1 0 0 0 0,0-1 0 0 0,0 1-1 0 0,9-3 1 0 0,-1 0-41 0 0,-1-1 0 0 0,0-1 0 0 0,0 0 0 0 0,0-1 0 0 0,-1 0 0 0 0,1-1-1 0 0,-1 0 1 0 0,-1-1 0 0 0,0 0 0 0 0,10-10 0 0 0,2-3-95 0 0,-1-2 0 0 0,-1 0-1 0 0,18-30 1 0 0,-16 21 29 0 0,-2-1 1 0 0,30-69-1 0 0,-42 82 79 0 0,-1-1 0 0 0,0 1 0 0 0,-2-1 0 0 0,-1-1 0 0 0,0 1 0 0 0,1-39-1 0 0,-5 57 6 0 0,0 0 0 0 0,0 0 0 0 0,0 0 0 0 0,0 1-1 0 0,-1-1 1 0 0,1 0 0 0 0,-1 0 0 0 0,0 0 0 0 0,0 0 0 0 0,0 0-1 0 0,0 1 1 0 0,0-1 0 0 0,0 0 0 0 0,-1 1 0 0 0,1-1-1 0 0,-1 1 1 0 0,0-1 0 0 0,0 1 0 0 0,0 0 0 0 0,0 0 0 0 0,-3-3-1 0 0,3 5 11 0 0,1-1-1 0 0,0 1 1 0 0,0 0-1 0 0,0 0 1 0 0,0-1-1 0 0,0 1 0 0 0,-1 0 1 0 0,1 0-1 0 0,0 0 1 0 0,0 0-1 0 0,0 1 1 0 0,0-1-1 0 0,-1 0 0 0 0,1 0 1 0 0,0 1-1 0 0,-1 0 1 0 0,-1 0-5 0 0,-2 0 5 0 0,-1 0 0 0 0,1 1-1 0 0,0 0 1 0 0,0 1 0 0 0,0-1-1 0 0,1 1 1 0 0,-1 0 0 0 0,0 0-1 0 0,1 0 1 0 0,0 0-1 0 0,0 1 1 0 0,-4 4 0 0 0,-6 8-2 0 0,-21 30 0 0 0,26-33 4 0 0,-4 7 61 0 0,0 1 0 0 0,1 1 0 0 0,1-1 0 0 0,1 2 0 0 0,1 0 0 0 0,1 0 0 0 0,1 0 0 0 0,1 1 0 0 0,1 0-1 0 0,1 0 1 0 0,1 0 0 0 0,1 42 0 0 0,2-60-39 0 0,1 1-1 0 0,0 0 0 0 0,0-1 0 0 0,0 1 0 0 0,1-1 0 0 0,0 0 0 0 0,1 1 0 0 0,-1-1 0 0 0,1 0 1 0 0,0 0-1 0 0,1-1 0 0 0,0 1 0 0 0,-1-1 0 0 0,2 0 0 0 0,-1 0 0 0 0,0 0 0 0 0,8 6 0 0 0,-4-5 0 0 0,1-1 0 0 0,0 0-1 0 0,0 0 1 0 0,0 0-1 0 0,0-1 1 0 0,0-1-1 0 0,1 0 1 0 0,0 0-1 0 0,0-1 1 0 0,18 3-1 0 0,-9-3-57 0 0,1-1 0 0 0,-1-1-1 0 0,1 0 1 0 0,-1-2 0 0 0,1 0-1 0 0,-1-1 1 0 0,0-1-1 0 0,0-1 1 0 0,21-7 0 0 0,-18 2-96 0 0,0 0 0 0 0,-1-1 1 0 0,0-1-1 0 0,-1-1 0 0 0,-1 0 1 0 0,32-30-1 0 0,-20 13-57 0 0,-2-2 0 0 0,-2-1 0 0 0,-1-2 0 0 0,-1 0 0 0 0,-2-2 0 0 0,-2 0 0 0 0,33-80 0 0 0,-29 50 163 0 0,-3-2 0 0 0,-2 0 1 0 0,-4-1-1 0 0,-3-1 0 0 0,5-91 1 0 0,-16 135 246 0 0,3-76 397 0 0,-14 120-615 0 0,2-5 36 0 0,-22 73 718 0 0,-32 158 1 0 0,36-129-144 0 0,-157 886 3141 0 0,69 94-1775 0 0,113-1093-1950 0 0,1 26 402 0 0,0-26-412 0 0,-1 0 0 0 0,0-1 0 0 0,0 1-1 0 0,0 0 1 0 0,0 0 0 0 0,0-1 0 0 0,1 1 0 0 0,-1 0 0 0 0,0-1 0 0 0,1 1 0 0 0,-1 0 0 0 0,0-1 0 0 0,1 1 0 0 0,-1-1-1 0 0,1 1 1 0 0,-1-1 0 0 0,1 1 0 0 0,-1-1 0 0 0,1 1 0 0 0,0-1 0 0 0,-1 1 0 0 0,1-1 0 0 0,-1 0 0 0 0,1 1 0 0 0,0-1-1 0 0,0 0 1 0 0,-1 1 0 0 0,1-1 0 0 0,0 0 0 0 0,-1 0 0 0 0,1 0 0 0 0,0 0 0 0 0,0 0 0 0 0,-1 0 0 0 0,1 0 0 0 0,0 0 0 0 0,0 0-1 0 0,9-3 8 0 0,-1 0-1 0 0,1 0 0 0 0,-1-1 0 0 0,0-1 0 0 0,-1 1 0 0 0,1-2 0 0 0,-1 1 0 0 0,0-1 1 0 0,0 0-1 0 0,-1-1 0 0 0,12-11 0 0 0,6-11-94 0 0,38-53 0 0 0,-50 64 24 0 0,-1-1 0 0 0,-1 0 1 0 0,-1 0-1 0 0,0-2 0 0 0,-2 1 0 0 0,0-1 1 0 0,-1 0-1 0 0,-1-1 0 0 0,-1 1 0 0 0,-1-1 1 0 0,-1 0-1 0 0,-1 0 0 0 0,-1 0 0 0 0,-1-1 1 0 0,-1 1-1 0 0,-1 0 0 0 0,-1 0 0 0 0,-9-37 1 0 0,0 24-79 0 0,-1 1-1 0 0,-1 0 1 0 0,-2 1 0 0 0,-2 1 0 0 0,-33-47 0 0 0,-125-137-93 0 0,164 202 215 0 0,-53-59-47 0 0,65 72 9 0 0,-1 0 0 0 0,0 0 0 0 0,1 0 0 0 0,0 0 0 0 0,-1 0-1 0 0,1 0 1 0 0,-1 0 0 0 0,1 0 0 0 0,0 0 0 0 0,0 0 0 0 0,0 0 0 0 0,0 0-1 0 0,0-1 1 0 0,0 1 0 0 0,0 0 0 0 0,0 0 0 0 0,0 0 0 0 0,0 0 0 0 0,0 0-1 0 0,1 0 1 0 0,-1 0 0 0 0,1 0 0 0 0,-1 0 0 0 0,0 0 0 0 0,1 0-1 0 0,0 0 1 0 0,-1 0 0 0 0,1 0 0 0 0,0 0 0 0 0,-1 0 0 0 0,1 0 0 0 0,0 0-1 0 0,1 0 1 0 0,3-4-235 0 0,0 1-1 0 0,1-1 1 0 0,11-6-1 0 0,-14 9 141 0 0,72-39-2521 0 0,143-58 0 0 0,-63 32-105 0 0,-101 42 1144 0 0,93-60 1 0 0,-130 73 1449 0 0,-1 0 0 0 0,0-1 1 0 0,0 0-1 0 0,-2-2 1 0 0,0 0-1 0 0,0 0 0 0 0,-2-1 1 0 0,0-1-1 0 0,12-20 1 0 0,-18 24 286 0 0,-1-1 0 0 0,0 1 1 0 0,-1-1-1 0 0,0 0 1 0 0,-1-1-1 0 0,2-19 1 0 0,-1-85 3174 0 0,-4 101-2672 0 0,0 17-602 0 0,0 1-1 0 0,0-1 1 0 0,0 0 0 0 0,0 1-1 0 0,0-1 1 0 0,0 1 0 0 0,0-1-1 0 0,0 1 1 0 0,-1-1-1 0 0,1 1 1 0 0,0-1 0 0 0,0 1-1 0 0,-1-1 1 0 0,1 1 0 0 0,0-1-1 0 0,-1 1 1 0 0,1 0 0 0 0,-1-1-1 0 0,1 1 1 0 0,0-1 0 0 0,-1 1-1 0 0,1 0 1 0 0,-1-1 0 0 0,1 1-1 0 0,-1 0 1 0 0,1 0 0 0 0,-1-1-1 0 0,1 1 1 0 0,-1 0-1 0 0,1 0 1 0 0,-1 0 0 0 0,1 0-1 0 0,-1 0 1 0 0,0 0 0 0 0,1 0-1 0 0,-1 0 1 0 0,1 0 0 0 0,-1 0-1 0 0,1 0 1 0 0,-1 0 0 0 0,1 0-1 0 0,-1 0 1 0 0,1 0 0 0 0,-1 1-1 0 0,0-1 1 0 0,1 0 0 0 0,-1 0-1 0 0,1 1 1 0 0,0-1 0 0 0,-1 0-1 0 0,1 0 1 0 0,-1 1-1 0 0,1-1 1 0 0,-1 1 0 0 0,1-1-1 0 0,0 0 1 0 0,-1 1 0 0 0,1-1-1 0 0,0 1 1 0 0,-1 0 0 0 0,-11 16 492 0 0,0 1 1 0 0,2 1-1 0 0,0 0 1 0 0,1 0 0 0 0,1 1-1 0 0,0 0 1 0 0,-4 23-1 0 0,5-14-355 0 0,2 0 0 0 0,0 0 0 0 0,2 0 0 0 0,2 51 0 0 0,1-71-274 0 0,1 0 0 0 0,0 0 0 0 0,0 0 1 0 0,1 0-1 0 0,1 0 0 0 0,-1 0 0 0 0,1-1 1 0 0,8 15-1 0 0,-9-20-231 0 0,0 1 1 0 0,0-1-1 0 0,0-1 1 0 0,0 1 0 0 0,1 0-1 0 0,-1-1 1 0 0,1 1-1 0 0,-1-1 1 0 0,1 1-1 0 0,0-1 1 0 0,0 0 0 0 0,0-1-1 0 0,0 1 1 0 0,1 0-1 0 0,-1-1 1 0 0,0 0-1 0 0,1 1 1 0 0,-1-1 0 0 0,1-1-1 0 0,-1 1 1 0 0,1 0-1 0 0,0-1 1 0 0,-1 0-1 0 0,6 0 1 0 0,11-2-4231 0 0,1-3-2338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6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39 138 764 0 0,'16'-35'5682'0'0,"-7"15"-368"0"0,18-28 1220 0 0,-26 64-5001 0 0,0 12 204 0 0,-29 118 2426 0 0,-26 69-2930 0 0,45-190-693 0 0,8-24-226 0 0,3-16-231 0 0,5-13-145 0 0,1 1 1 0 0,1 0-1 0 0,1 0 0 0 0,2 1 0 0 0,0 0 0 0 0,2 1 1 0 0,1 1-1 0 0,0 0 0 0 0,35-38 0 0 0,-46 57 45 0 0,1 0-1 0 0,0 0 0 0 0,1 1 1 0 0,-1 0-1 0 0,1 0 1 0 0,0 1-1 0 0,-1 0 1 0 0,2 0-1 0 0,-1 0 1 0 0,0 0-1 0 0,0 1 0 0 0,1 0 1 0 0,0 1-1 0 0,-1-1 1 0 0,1 1-1 0 0,0 1 1 0 0,9-1-1 0 0,-11 1 5 0 0,1 1 0 0 0,0 0 0 0 0,-1 0 0 0 0,1 0 0 0 0,-1 1 0 0 0,0-1 0 0 0,1 1 0 0 0,-1 0 0 0 0,0 1 0 0 0,0 0 0 0 0,0-1 0 0 0,0 2 0 0 0,-1-1 0 0 0,1 0 0 0 0,-1 1 0 0 0,0 0 0 0 0,0 0 0 0 0,0 0 0 0 0,0 0 0 0 0,5 10 0 0 0,-4-5 1 0 0,-1 0 0 0 0,0 0 1 0 0,0 0-1 0 0,-1 0 0 0 0,0 1 0 0 0,-1-1 0 0 0,0 1 0 0 0,0-1 0 0 0,-1 1 0 0 0,0 12 0 0 0,-2 11-84 0 0,-7 54 0 0 0,4-53 48 0 0,3-33 56 0 0,1 1 0 0 0,0-1 1 0 0,0 0-1 0 0,0 1 0 0 0,0-1 0 0 0,0 1 0 0 0,0-1 1 0 0,0 0-1 0 0,0 1 0 0 0,1-1 0 0 0,-1 1 0 0 0,1-1 0 0 0,-1 0 1 0 0,1 1-1 0 0,-1-1 0 0 0,1 0 0 0 0,0 0 0 0 0,-1 1 1 0 0,1-1-1 0 0,0 0 0 0 0,0 0 0 0 0,0 0 0 0 0,0 0 0 0 0,0 0 1 0 0,0 0-1 0 0,0 0 0 0 0,0 0 0 0 0,1-1 0 0 0,-1 1 1 0 0,0 0-1 0 0,0-1 0 0 0,1 1 0 0 0,-1-1 0 0 0,1 1 0 0 0,-1-1 1 0 0,0 0-1 0 0,1 1 0 0 0,-1-1 0 0 0,1 0 0 0 0,2 0 1 0 0,5 0 24 0 0,1 0 0 0 0,-1-1 0 0 0,1 0 0 0 0,16-5 0 0 0,-22 5-6 0 0,26-7-69 0 0,-1-1 0 0 0,0-2 0 0 0,0 0 0 0 0,45-28-1 0 0,-34 15-114 0 0,-2-1-1 0 0,53-47 1 0 0,-70 54 101 0 0,-1-1 0 0 0,-1-1 0 0 0,17-24 0 0 0,-30 36 31 0 0,-1 0 1 0 0,0 0-1 0 0,0 0 1 0 0,-1-1 0 0 0,0 1-1 0 0,0-1 1 0 0,-1 0-1 0 0,0 0 1 0 0,0-1 0 0 0,-1 1-1 0 0,-1-1 1 0 0,1-12-1 0 0,-2 21 15 0 0,1-1 0 0 0,-1 0 0 0 0,-1 1 0 0 0,1-1 0 0 0,0 1 1 0 0,0-1-1 0 0,-1 1 0 0 0,1-1 0 0 0,0 0 0 0 0,-1 1 0 0 0,0-1 0 0 0,1 1 0 0 0,-1 0 0 0 0,0-1 0 0 0,0 1 0 0 0,0 0 0 0 0,0-1 0 0 0,0 1 0 0 0,0 0 0 0 0,0 0 0 0 0,-2-2 0 0 0,0 2-4 0 0,1 0 0 0 0,0 0-1 0 0,0 0 1 0 0,0 0 0 0 0,-1 1 0 0 0,1-1 0 0 0,0 1-1 0 0,-1 0 1 0 0,1-1 0 0 0,0 1 0 0 0,-1 0 0 0 0,1 0-1 0 0,-4 1 1 0 0,-3 1-12 0 0,1 0 0 0 0,-1 0-1 0 0,0 1 1 0 0,1 0 0 0 0,-1 0 0 0 0,-14 9-1 0 0,7-1 21 0 0,0 0-1 0 0,1 1 1 0 0,0 0-1 0 0,1 1 1 0 0,0 1-1 0 0,-19 25 1 0 0,26-29 6 0 0,0 0 0 0 0,0 1 0 0 0,1 0 1 0 0,1 0-1 0 0,0 0 0 0 0,0 0 0 0 0,1 1 0 0 0,0 0 0 0 0,1 0 1 0 0,1 0-1 0 0,-2 19 0 0 0,4-25-80 0 0,0 0 0 0 0,1 1-1 0 0,0-1 1 0 0,1 0 0 0 0,-1 1 0 0 0,1-1 0 0 0,1 0 0 0 0,-1 0-1 0 0,1-1 1 0 0,0 1 0 0 0,0 0 0 0 0,0-1 0 0 0,1 0-1 0 0,0 0 1 0 0,0 0 0 0 0,0 0 0 0 0,1-1 0 0 0,0 1 0 0 0,9 5-1 0 0,3 3-666 0 0,2 0-1 0 0,0-2 0 0 0,0 0 0 0 0,30 11 0 0 0,-22-12-366 0 0,0-1-1 0 0,0-1 0 0 0,1-2 0 0 0,34 5 0 0 0,-33-8-1087 0 0,1-2-1 0 0,31-2 1 0 0,-1-5-2847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7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391 812 804 0 0,'5'-7'1193'0'0,"4"-3"268"0"0,-1 0 0 0 0,0-1 0 0 0,-1 0 0 0 0,9-17-1 0 0,-15 26-1317 0 0,0 1 0 0 0,0-1 0 0 0,-1 0 0 0 0,1 0 0 0 0,0 1 0 0 0,-1-1 0 0 0,1 0 0 0 0,-1 0 0 0 0,0 1-1 0 0,0-1 1 0 0,0 0 0 0 0,1 0 0 0 0,-2 0 0 0 0,1 1 0 0 0,0-1 0 0 0,0 0 0 0 0,0 0 0 0 0,-1 0 0 0 0,1 1-1 0 0,-1-1 1 0 0,0 0 0 0 0,1 0 0 0 0,-1 1 0 0 0,0-1 0 0 0,0 1 0 0 0,0-1 0 0 0,0 1 0 0 0,0-1 0 0 0,0 1 0 0 0,-1 0-1 0 0,1-1 1 0 0,0 1 0 0 0,-1 0 0 0 0,1 0 0 0 0,-1 0 0 0 0,1 0 0 0 0,-1 0 0 0 0,0 0 0 0 0,1 0 0 0 0,-1 1 0 0 0,-2-1-1 0 0,-4-2 127 0 0,0 1-1 0 0,-1 1 0 0 0,1 0 1 0 0,-1 0-1 0 0,1 0 0 0 0,-1 1 0 0 0,1 1 1 0 0,-1-1-1 0 0,1 1 0 0 0,-1 1 1 0 0,1-1-1 0 0,-10 4 0 0 0,-1 2 108 0 0,0-1 1 0 0,0 2-1 0 0,1 1 0 0 0,-17 10 0 0 0,16-7-126 0 0,1 1 0 0 0,0 0 1 0 0,1 1-1 0 0,1 1 0 0 0,-23 26 0 0 0,32-32-183 0 0,0-1 0 0 0,1 1 0 0 0,0-1-1 0 0,1 2 1 0 0,0-1 0 0 0,0 1 0 0 0,1-1-1 0 0,0 1 1 0 0,1 1 0 0 0,0-1 0 0 0,1 0 0 0 0,0 1-1 0 0,-1 17 1 0 0,3-25-52 0 0,0 0-1 0 0,0 0 1 0 0,0 0 0 0 0,1 0-1 0 0,-1 0 1 0 0,1 0 0 0 0,0 0-1 0 0,-1 0 1 0 0,1 0 0 0 0,1 0-1 0 0,-1-1 1 0 0,0 1 0 0 0,1 0-1 0 0,-1-1 1 0 0,1 1 0 0 0,0-1-1 0 0,0 0 1 0 0,0 1 0 0 0,0-1-1 0 0,0 0 1 0 0,0 0-1 0 0,1 0 1 0 0,-1 0 0 0 0,1-1-1 0 0,-1 1 1 0 0,1-1 0 0 0,0 0-1 0 0,0 1 1 0 0,-1-1 0 0 0,1 0-1 0 0,0-1 1 0 0,0 1 0 0 0,0 0-1 0 0,6 0 1 0 0,1-1 1 0 0,1 1-1 0 0,-1-2 1 0 0,1 1 0 0 0,-1-1-1 0 0,1-1 1 0 0,-1 0 0 0 0,1 0-1 0 0,-1-1 1 0 0,10-5 0 0 0,13-7-148 0 0,-1-1 1 0 0,0-2 0 0 0,-1-1-1 0 0,-1-2 1 0 0,-1 0 0 0 0,-1-2 0 0 0,25-27-1 0 0,-6 1-391 0 0,-3-2 0 0 0,70-104 0 0 0,-75 93 119 0 0,43-92-1 0 0,-64 115 323 0 0,-3 0 0 0 0,-1-1 0 0 0,15-75 0 0 0,-29 113 88 0 0,3-11 95 0 0,0 0 0 0 0,-1-1 0 0 0,-1 1 0 0 0,0 0 1 0 0,-1 0-1 0 0,-1-1 0 0 0,-2-16 0 0 0,3 29-78 0 0,-1-1 0 0 0,1 1-1 0 0,0 0 1 0 0,-1-1 0 0 0,1 1 0 0 0,-1 0 0 0 0,0 0-1 0 0,1 0 1 0 0,-1-1 0 0 0,0 1 0 0 0,0 0 0 0 0,1 0-1 0 0,-1 0 1 0 0,0 0 0 0 0,0 0 0 0 0,0 0 0 0 0,0 1 0 0 0,0-1-1 0 0,-1 0 1 0 0,1 0 0 0 0,0 1 0 0 0,0-1 0 0 0,0 1-1 0 0,-1-1 1 0 0,1 1 0 0 0,0-1 0 0 0,-1 1 0 0 0,1 0-1 0 0,0 0 1 0 0,-1-1 0 0 0,1 1 0 0 0,0 0 0 0 0,-1 0 0 0 0,1 0-1 0 0,0 1 1 0 0,-1-1 0 0 0,1 0 0 0 0,0 1 0 0 0,-1-1-1 0 0,-1 1 1 0 0,-2 1 119 0 0,0 0 0 0 0,0 0 1 0 0,0 1-1 0 0,0 0 0 0 0,0 0 0 0 0,0 0 0 0 0,1 1 0 0 0,-7 5 0 0 0,-10 14 404 0 0,1 1-1 0 0,2 0 1 0 0,0 2-1 0 0,2 0 1 0 0,0 0-1 0 0,-11 30 1 0 0,-61 175 1806 0 0,87-226-2300 0 0,-80 280 1339 0 0,71-228-2797 0 0,-6 81 1 0 0,16-133 1009 0 0,1 24-2553 0 0,6-19-1530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07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76 3884 0 0,'-318'-30'16231'0'0,"304"26"-14905"0"0,22 0-614 0 0,26-1-290 0 0,588-21-1716 0 0,-592 25 1054 0 0,457-4-6974 0 0,-389 5 3733 0 0,50 0-4461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1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271 205 2500 0 0,'2'-4'1502'0'0,"0"-1"-1"0"0,0 1 0 0 0,0 0 1 0 0,-1 0-1 0 0,0-1 0 0 0,0 1 1 0 0,0-1-1 0 0,0 1 0 0 0,0-9 1 0 0,-17 33-1282 0 0,6-7-173 0 0,-29 49 125 0 0,2 2 1 0 0,4 1-1 0 0,3 1 0 0 0,-26 80 0 0 0,38-84-48 0 0,-21 117 0 0 0,36-154-93 0 0,0-1-1 0 0,2 1 1 0 0,1-1 0 0 0,1 1-1 0 0,1-1 1 0 0,1 0 0 0 0,1 1-1 0 0,8 24 1 0 0,-11-45-14 0 0,1 0 0 0 0,-1 0 1 0 0,1 0-1 0 0,0 0 0 0 0,0 0 1 0 0,0 0-1 0 0,0 0 0 0 0,1-1 1 0 0,0 1-1 0 0,-1-1 0 0 0,1 0 1 0 0,1 0-1 0 0,-1 0 1 0 0,0 0-1 0 0,1 0 0 0 0,-1-1 1 0 0,1 0-1 0 0,0 1 0 0 0,0-1 1 0 0,0-1-1 0 0,0 1 0 0 0,6 1 1 0 0,-2-1 5 0 0,0-1 0 0 0,0-1 1 0 0,0 1-1 0 0,0-1 0 0 0,0 0 1 0 0,0-1-1 0 0,-1 0 1 0 0,1 0-1 0 0,0-1 0 0 0,0 0 1 0 0,10-5-1 0 0,10-4 7 0 0,0-2-1 0 0,-1-1 1 0 0,-1-1-1 0 0,-1-1 1 0 0,0-1 0 0 0,0-1-1 0 0,40-42 1 0 0,-33 27 0 0 0,-3-1 0 0 0,-1-1 0 0 0,-1-2 0 0 0,35-65 1 0 0,-48 74-17 0 0,-1 0 1 0 0,-2 0 0 0 0,0-1 0 0 0,-2-1 0 0 0,-2 0 0 0 0,0 0 0 0 0,-2 0 0 0 0,1-49 0 0 0,-5 56-25 0 0,-1 0 1 0 0,-2 0-1 0 0,0 1 0 0 0,-1-1 1 0 0,-2 1-1 0 0,0 0 1 0 0,-1 0-1 0 0,-2 0 0 0 0,0 1 1 0 0,-1 0-1 0 0,-1 0 0 0 0,-16-23 1 0 0,20 35-11 0 0,0 0 1 0 0,-1 1-1 0 0,0 0 1 0 0,-1 1-1 0 0,1-1 1 0 0,-1 1-1 0 0,-1 1 1 0 0,0 0-1 0 0,0 0 1 0 0,0 0-1 0 0,0 1 1 0 0,-1 1-1 0 0,0 0 1 0 0,0 0-1 0 0,0 1 1 0 0,-17-4-1 0 0,15 5 8 0 0,0 1 0 0 0,0 1 1 0 0,0 0-1 0 0,0 0 0 0 0,-1 1 0 0 0,1 1 0 0 0,0 0 0 0 0,0 0 0 0 0,1 1 0 0 0,-1 1 0 0 0,1 0 0 0 0,-1 0 1 0 0,1 1-1 0 0,-13 9 0 0 0,11-6 0 0 0,0 1 0 0 0,1 1 0 0 0,0 0 1 0 0,0 1-1 0 0,1 0 0 0 0,1 0 0 0 0,0 1 0 0 0,0 1 0 0 0,2 0 1 0 0,-1 0-1 0 0,2 1 0 0 0,0-1 0 0 0,-9 24 0 0 0,12-25 8 0 0,0 1 0 0 0,1-1-1 0 0,0 1 1 0 0,0 0 0 0 0,2 0-1 0 0,0 0 1 0 0,0 0 0 0 0,1 0 0 0 0,1 0-1 0 0,0 0 1 0 0,0 0 0 0 0,2 0-1 0 0,-1-1 1 0 0,2 1 0 0 0,0-1-1 0 0,8 19 1 0 0,1-7 10 0 0,1-2-1 0 0,0 0 1 0 0,2 0 0 0 0,1-1-1 0 0,19 18 1 0 0,102 86 2 0 0,-37-36 29 0 0,25 25 1016 0 0,-91-88-427 0 0,-34-25-512 0 0,4-1-1728 0 0,8-3-641 0 0,-10-2 692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2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1188 0 0,'18'-33'22805'0'0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3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379 463 408 0 0,'0'0'1131'0'0,"2"0"-217"0"0,25-2 3620 0 0,-6 10 1473 0 0,-21-7-5946 0 0,-1 0 1 0 0,0 0 0 0 0,1 0-1 0 0,-1 0 1 0 0,0 0 0 0 0,0 0-1 0 0,0 0 1 0 0,0-1-1 0 0,0 1 1 0 0,0 0 0 0 0,0-1-1 0 0,0 1 1 0 0,0 0-1 0 0,0-1 1 0 0,0 1 0 0 0,0-1-1 0 0,0 0 1 0 0,0 1-1 0 0,-1-1 1 0 0,1 0 0 0 0,0 0-1 0 0,0 0 1 0 0,0 0 0 0 0,-1 0-1 0 0,1 0 1 0 0,0 0-1 0 0,0 0 1 0 0,0 0 0 0 0,0-1-1 0 0,-1 1 1 0 0,1 0-1 0 0,0-1 1 0 0,0 1 0 0 0,0-1-1 0 0,0 1 1 0 0,0-1-1 0 0,0 0 1 0 0,0 1 0 0 0,0-1-1 0 0,0 0 1 0 0,0 0 0 0 0,0 1-1 0 0,-1-3 1 0 0,-1 0-17 0 0,0-1-1 0 0,0 0 1 0 0,0 0 0 0 0,0 0-1 0 0,1 0 1 0 0,-1 0 0 0 0,1 0 0 0 0,0-1-1 0 0,-2-6 1 0 0,0-10-44 0 0,1 0-1 0 0,1 0 1 0 0,1 0-1 0 0,1 0 1 0 0,0 0-1 0 0,2-1 1 0 0,0 1-1 0 0,2 0 1 0 0,0 1-1 0 0,1-1 1 0 0,1 1 0 0 0,1 0-1 0 0,1 0 1 0 0,11-18-1 0 0,-16 31-19 0 0,1 0 0 0 0,0 0 0 0 0,1 1 0 0 0,0 0 0 0 0,0 0 0 0 0,0 0 0 0 0,0 0 0 0 0,1 1 0 0 0,0 0 1 0 0,0 0-1 0 0,1 1 0 0 0,-1-1 0 0 0,1 1 0 0 0,0 1 0 0 0,0-1 0 0 0,0 1 0 0 0,11-3 0 0 0,-15 6 10 0 0,1 0 0 0 0,-1-1 0 0 0,0 1 1 0 0,0 0-1 0 0,0 1 0 0 0,0-1 0 0 0,0 1 0 0 0,0-1 1 0 0,0 1-1 0 0,0 0 0 0 0,0 0 0 0 0,0 0 0 0 0,0 0 1 0 0,-1 1-1 0 0,1-1 0 0 0,0 1 0 0 0,-1 0 0 0 0,1-1 1 0 0,3 5-1 0 0,-1-1-3 0 0,1 0 0 0 0,-2 0 0 0 0,1 1 0 0 0,0 0 0 0 0,-1 0 0 0 0,6 12 0 0 0,-4-3 24 0 0,0 0 0 0 0,-1 0 0 0 0,-1 1-1 0 0,0-1 1 0 0,-1 1 0 0 0,-1 0-1 0 0,-1 0 1 0 0,0 0 0 0 0,-2 22 0 0 0,-2 7 127 0 0,-3 1 1 0 0,-11 45-1 0 0,-61 197 740 0 0,56-224 97 0 0,-3-1 0 0 0,-46 83 0 0 0,69-142-781 0 0,0 0 0 0 0,-1 0 0 0 0,1 0 0 0 0,-1 0 0 0 0,0-1 0 0 0,0 1 0 0 0,0-1 0 0 0,-1 0 0 0 0,1 0 1 0 0,-7 4-1 0 0,7-6-129 0 0,1 0 1 0 0,-1 0 0 0 0,0 0 0 0 0,1 0 0 0 0,-1 0-1 0 0,0-1 1 0 0,0 1 0 0 0,1-1 0 0 0,-1 0 0 0 0,0 0-1 0 0,0 0 1 0 0,0 0 0 0 0,1 0 0 0 0,-1-1 0 0 0,0 1-1 0 0,0-1 1 0 0,1 0 0 0 0,-4-1 0 0 0,-15-6 30 0 0,1-2-1 0 0,0-1 1 0 0,0-1 0 0 0,-35-27 0 0 0,-26-16-3 0 0,-23-10-1664 0 0,102 64 1182 0 0,-7-4-1364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4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309 155 864 0 0,'88'-153'15746'0'0,"-87"151"-15337"0"0,5 39 1178 0 0,-20 101 652 0 0,-42 182-1 0 0,31-194-1776 0 0,-167 809 1397 0 0,167-819-1742 0 0,-16 196 0 0 0,41-307-112 0 0,0 1 0 0 0,0-1 0 0 0,0 0 1 0 0,1 0-1 0 0,-1 0 0 0 0,1 0 0 0 0,2 6 0 0 0,-2-9 1 0 0,-1-1-1 0 0,1 1 0 0 0,0-1 0 0 0,0 1 1 0 0,0-1-1 0 0,0 1 0 0 0,0-1 0 0 0,0 0 0 0 0,0 0 1 0 0,0 0-1 0 0,0 1 0 0 0,1-1 0 0 0,-1 0 1 0 0,0 0-1 0 0,1-1 0 0 0,-1 1 0 0 0,1 0 1 0 0,-1 0-1 0 0,1-1 0 0 0,-1 1 0 0 0,1-1 1 0 0,-1 1-1 0 0,1-1 0 0 0,0 0 0 0 0,-1 1 0 0 0,1-1 1 0 0,0 0-1 0 0,-1 0 0 0 0,4-1 0 0 0,6 0-4 0 0,1 0-1 0 0,-1-1 0 0 0,0 0 1 0 0,0-1-1 0 0,0-1 0 0 0,0 0 0 0 0,-1 0 1 0 0,1-1-1 0 0,-1 0 0 0 0,0-1 1 0 0,0 0-1 0 0,-1 0 0 0 0,17-16 1 0 0,-16 13 15 0 0,-1-1 1 0 0,0 0-1 0 0,-1-1 1 0 0,0 0-1 0 0,-1 0 1 0 0,0 0-1 0 0,-1-1 1 0 0,0 0 0 0 0,-1 0-1 0 0,0-1 1 0 0,-1 1-1 0 0,3-18 1 0 0,-4 12-18 0 0,-1 0 0 0 0,0 0 1 0 0,-2 0-1 0 0,0 0 0 0 0,-1 0 0 0 0,-1 0 1 0 0,0 0-1 0 0,-2 0 0 0 0,0 1 1 0 0,-1-1-1 0 0,0 1 0 0 0,-2 0 0 0 0,-14-28 1 0 0,8 21-19 0 0,-2 1 0 0 0,0 1 0 0 0,-2 0 0 0 0,0 2 0 0 0,-1-1 0 0 0,-1 2 0 0 0,-1 1 1 0 0,-35-26-1 0 0,-52-33-1709 0 0,106 76 1591 0 0,0 1 0 0 0,0-1 0 0 0,0 0 1 0 0,0 0-1 0 0,0 0 0 0 0,0-1 0 0 0,1 1 0 0 0,-1 0 0 0 0,0 0 0 0 0,1 0 0 0 0,-1 0 0 0 0,1-1 0 0 0,-1 1 1 0 0,1 0-1 0 0,0-1 0 0 0,-1 1 0 0 0,1 0 0 0 0,0-1 0 0 0,0 1 0 0 0,0 0 0 0 0,0-1 0 0 0,0 1 0 0 0,0 0 1 0 0,0-1-1 0 0,1 1 0 0 0,-1 0 0 0 0,0-1 0 0 0,1 1 0 0 0,-1 0 0 0 0,1 0 0 0 0,0-2 0 0 0,1-1-312 0 0,1-1 0 0 0,-1 1 1 0 0,1-1-1 0 0,0 1 0 0 0,1 0 0 0 0,6-6 0 0 0,11-9-2707 0 0,2 2 0 0 0,39-24 0 0 0,-27 22-1597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83 975 3584 0 0,'-7'10'6288'0'0,"-23"34"-18"0"0,1 3-3688 0 0,27-42-2431 0 0,0 0 0 0 0,0 0 0 0 0,0 1 0 0 0,1-1 0 0 0,-2 8 0 0 0,-1 5 271 0 0,3-16 19 0 0,4-3-307 0 0,1 0-104 0 0,-1-1 1 0 0,1 0-1 0 0,-1 1 0 0 0,1-1 0 0 0,-1-1 1 0 0,0 1-1 0 0,0 0 0 0 0,0-1 0 0 0,0 0 1 0 0,0 1-1 0 0,-1-1 0 0 0,1 0 0 0 0,3-6 1 0 0,32-53 104 0 0,-26 42-114 0 0,21-40 63 0 0,33-80 0 0 0,15-70-86 0 0,-27 66-44 0 0,39-79-71 0 0,-64 162-58 0 0,58-88-1 0 0,-86 147 164 0 0,0 0 0 0 0,0 0 0 0 0,1 0-1 0 0,-1 0 1 0 0,1 0 0 0 0,0 1 0 0 0,-1-1-1 0 0,1 1 1 0 0,0-1 0 0 0,0 1 0 0 0,0 0-1 0 0,0-1 1 0 0,0 1 0 0 0,0 0 0 0 0,0 0-1 0 0,4-1 1 0 0,-4 2 10 0 0,-1 0 0 0 0,1 0 1 0 0,-1 1-1 0 0,1-1 0 0 0,-1 0 0 0 0,1 1 0 0 0,-1-1 0 0 0,1 1 0 0 0,-1-1 0 0 0,0 1 1 0 0,1-1-1 0 0,-1 1 0 0 0,0 0 0 0 0,1 0 0 0 0,-1 0 0 0 0,0 0 0 0 0,0 0 0 0 0,0 0 0 0 0,0 0 1 0 0,0 0-1 0 0,0 0 0 0 0,0 1 0 0 0,0-1 0 0 0,-1 0 0 0 0,1 0 0 0 0,0 1 0 0 0,0 1 1 0 0,4 8 4 0 0,0 1 0 0 0,-1-1 0 0 0,0 1 0 0 0,-1 0 0 0 0,2 17 0 0 0,4 65 25 0 0,-7-77-25 0 0,8 371 349 0 0,-4-77-59 0 0,-2-230 514 0 0,-4-79-637 0 0,-4-30-13 0 0,-2 5-167 0 0,-1 0 1 0 0,-2 0-1 0 0,0 1 1 0 0,-2 1-1 0 0,0-1 1 0 0,-1 2-1 0 0,-1 0 1 0 0,-1 0-1 0 0,-1 1 1 0 0,-1 1-1 0 0,-32-29 1 0 0,34 34-11 0 0,-2 0 0 0 0,0 1 0 0 0,0 1 0 0 0,-1 0 0 0 0,-1 2 0 0 0,1 0 0 0 0,-1 0 0 0 0,-1 2 0 0 0,0 0 0 0 0,0 2 0 0 0,0 0 0 0 0,-1 1 0 0 0,1 0 0 0 0,-31 0 0 0 0,39 4-8 0 0,0 1 0 0 0,0 1 0 0 0,0-1-1 0 0,0 2 1 0 0,1-1 0 0 0,-1 1-1 0 0,1 1 1 0 0,-18 8 0 0 0,22-9 16 0 0,1 0 1 0 0,-1 1-1 0 0,1-1 1 0 0,-1 1-1 0 0,1 0 1 0 0,0 1-1 0 0,0-1 0 0 0,1 1 1 0 0,0 0-1 0 0,-1 0 1 0 0,2 1-1 0 0,-1-1 1 0 0,0 1-1 0 0,1 0 1 0 0,-4 9-1 0 0,7-13 12 0 0,-1-1 1 0 0,1 1-1 0 0,-1-1 1 0 0,1 1-1 0 0,0 0 1 0 0,0-1-1 0 0,0 1 1 0 0,0 0-1 0 0,0-1 1 0 0,0 1-1 0 0,0-1 0 0 0,0 1 1 0 0,1 0-1 0 0,-1-1 1 0 0,1 1-1 0 0,-1-1 1 0 0,1 1-1 0 0,-1-1 1 0 0,1 1-1 0 0,0-1 1 0 0,1 2-1 0 0,0 0 3 0 0,0-1-1 0 0,1 0 1 0 0,-1 0-1 0 0,1 0 1 0 0,-1 0-1 0 0,1 0 1 0 0,0 0-1 0 0,0-1 1 0 0,0 1 0 0 0,3 0-1 0 0,6 3 9 0 0,0-2 0 0 0,0 0 0 0 0,1 0 0 0 0,16 1 0 0 0,5-2-15 0 0,0-2 0 0 0,0 0 0 0 0,64-11 0 0 0,99-33 6 0 0,-117 20-3011 0 0,-78 24 2163 0 0,48-2-7996 0 0,-44 1 6020 0 0,9 0-908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5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26 908 0 0,'-50'-3'13603'0'0,"35"1"-8723"0"0,5 1-2960 0 0,18 0-1226 0 0,34-4-864 0 0,-25 4 380 0 0,19-4-489 0 0,48-3-2719 0 0,-24 9-7851 0 0,-41 0 5334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5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1 804 0 0,'-41'22'6836'0'0,"-5"3"1909"0"0,19-9-5766 0 0,26-16-2678 0 0,1 1-260 0 0,0 1-1 0 0,1-1 1 0 0,-1 0-1 0 0,0 0 1 0 0,1 0-1 0 0,-1 0 1 0 0,1-1-1 0 0,-1 1 1 0 0,1 0-1 0 0,0 0 1 0 0,-1 0-1 0 0,1 0 1 0 0,0 0-1 0 0,-1-1 1 0 0,1 1 0 0 0,0 0-1 0 0,0-1 1 0 0,0 1-1 0 0,0-1 1 0 0,0 1-1 0 0,0-1 1 0 0,0 1-1 0 0,0-1 1 0 0,0 1-1 0 0,0-1 1 0 0,0 0-1 0 0,0 0 1 0 0,0 1-1 0 0,0-1 1 0 0,0 0-1 0 0,1 0 1 0 0,45 2 101 0 0,-36-2-55 0 0,158-12-3277 0 0,-2-18-6298 0 0,-107 17 3379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6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1191 93 1140 0 0,'27'-30'16034'0'0,"-25"27"-14724"0"0,-1 0-1 0 0,1 0 1 0 0,-1 0-1 0 0,2-7 1 0 0,-2 8-1084 0 0,-1 1 0 0 0,0-1 0 0 0,0 1 0 0 0,0-1 0 0 0,0 1 0 0 0,0-1 0 0 0,0 1 1 0 0,-1-1-1 0 0,1 1 0 0 0,0-1 0 0 0,-1 1 0 0 0,1-1 0 0 0,-1 1 0 0 0,0-1 0 0 0,0-1 0 0 0,0 2-88 0 0,0 0-126 0 0,1 1-1 0 0,-1-1 1 0 0,1 0 0 0 0,-1 1-1 0 0,0-1 1 0 0,1 1 0 0 0,-1-1-1 0 0,0 1 1 0 0,1-1 0 0 0,-1 1-1 0 0,0-1 1 0 0,0 1 0 0 0,1 0-1 0 0,-1-1 1 0 0,0 1-1 0 0,0 0 1 0 0,0 0 0 0 0,1-1-1 0 0,-1 1 1 0 0,0 0 0 0 0,-1 0-1 0 0,-24-3 63 0 0,21 1-69 0 0,-32 4 18 0 0,14 1-7 0 0,-1 1 0 0 0,2 1 1 0 0,-1 1-1 0 0,0 1 1 0 0,1 1-1 0 0,0 1 1 0 0,1 1-1 0 0,0 0 1 0 0,1 2-1 0 0,0 0 1 0 0,1 2-1 0 0,-26 22 1 0 0,33-24-7 0 0,0 0 1 0 0,1 1 0 0 0,1 0-1 0 0,0 1 1 0 0,1 0 0 0 0,0 0 0 0 0,1 1-1 0 0,-6 17 1 0 0,-3 12 154 0 0,-19 74 0 0 0,18-40 45 0 0,4 2 0 0 0,-5 102 0 0 0,9 166 16 0 0,6-119 74 0 0,-51 455 769 0 0,50-631-1016 0 0,-77 682 323 0 0,68-628-281 0 0,-78 515 1448 0 0,68-501-1543 0 0,-89 381 0 0 0,12-185 0 0 0,-6 18 0 0 0,106-330 0 0 0,-18 71 0 0 0,17-66 0 0 0,1 0 0 0 0,0 0 0 0 0,0 0 0 0 0,1-1 0 0 0,2 18 0 0 0,-1-21 0 0 0,1 0 0 0 0,-1 0 0 0 0,2 0 0 0 0,-1 0 0 0 0,1-1 0 0 0,0 1 0 0 0,0-1 0 0 0,0 0 0 0 0,1 0 0 0 0,0 0 0 0 0,0 0 0 0 0,0 0 0 0 0,0-1 0 0 0,1 0 0 0 0,0 0 0 0 0,0 0 0 0 0,0-1 0 0 0,0 1 0 0 0,0-1 0 0 0,1-1 0 0 0,8 4 0 0 0,13 4 0 0 0,0-1 0 0 0,0-1 0 0 0,41 6 0 0 0,-35-8 0 0 0,519 76-2528 0 0,-532-81 1421 0 0,0-1-1 0 0,0-1 1 0 0,-1-1 0 0 0,1 0 0 0 0,0-2 0 0 0,25-7 0 0 0,-25 5-1633 0 0,-1-2 1 0 0,0 0-1 0 0,24-14 0 0 0,0-4-6386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72 2448 0 0,'24'-72'14714'0'0,"-21"78"-14095"0"0,-1 0 0 0 0,0 0 0 0 0,-1 1 0 0 0,1-1 1 0 0,-1 0-1 0 0,-1 1 0 0 0,1 9 0 0 0,-3 50 1605 0 0,1-52-1702 0 0,-7 127 1841 0 0,-10 119-1066 0 0,10-173-777 0 0,4-43-969 0 0,4-42-259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8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47 2216 0 0,'-12'13'18844'0'0,"20"-11"-17026"0"0,16-5-2338 0 0,-21 3 1013 0 0,101-17 393 0 0,40-4-537 0 0,-35 6 23 0 0,-107 15-335 0 0,0-1-4 0 0,23-2-426 0 0,-23 3-80 0 0,7-1-3021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8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1 143 184 0 0,'20'-28'9790'0'0,"3"-4"-4390"0"0,-17 24-4842 0 0,0 2-1 0 0,1-1 0 0 0,-1 0 1 0 0,14-8-1 0 0,-13 10-423 0 0,1 0 0 0 0,1 0 0 0 0,-1 1 0 0 0,1 0 0 0 0,0 1 0 0 0,-1 0 0 0 0,1 0-1 0 0,1 1 1 0 0,-1 0 0 0 0,0 1 0 0 0,1 0 0 0 0,-1 0 0 0 0,0 1 0 0 0,11 1 0 0 0,-15-1-96 0 0,1 1-1 0 0,-1 0 1 0 0,1 0 0 0 0,-1 1-1 0 0,0-1 1 0 0,0 1 0 0 0,0 0 0 0 0,0 0-1 0 0,0 1 1 0 0,0 0 0 0 0,-1 0-1 0 0,1 0 1 0 0,-1 0 0 0 0,0 0-1 0 0,0 1 1 0 0,0 0 0 0 0,0 0-1 0 0,-1 0 1 0 0,0 0 0 0 0,1 1 0 0 0,-2-1-1 0 0,1 1 1 0 0,0 0 0 0 0,-1 0-1 0 0,3 9 1 0 0,-2-2 198 0 0,-1 0 0 0 0,0 0 0 0 0,-1 0 0 0 0,0 0 0 0 0,-1 0 0 0 0,0 0 0 0 0,-1 0 0 0 0,0 0 0 0 0,-1 0 0 0 0,-1 0 0 0 0,0-1 1 0 0,0 1-1 0 0,-1-1 0 0 0,-1 0 0 0 0,-7 14 0 0 0,-10 17 1084 0 0,-3 0 1 0 0,-43 54 0 0 0,53-76-954 0 0,-9 12 207 0 0,-16 22 149 0 0,39-52-664 0 0,1-2-55 0 0,-1 1-1 0 0,1-1 0 0 0,0 0 1 0 0,0 1-1 0 0,0-1 1 0 0,-1 0-1 0 0,1 1 0 0 0,0-1 1 0 0,0 1-1 0 0,0-1 1 0 0,0 1-1 0 0,0-1 0 0 0,0 0 1 0 0,0 1-1 0 0,0-1 1 0 0,0 1-1 0 0,0-1 1 0 0,0 1-1 0 0,0-1 0 0 0,0 0 1 0 0,0 1-1 0 0,0-1 1 0 0,0 1-1 0 0,1-1 0 0 0,-1 1 1 0 0,0-1-1 0 0,0 0 1 0 0,0 1-1 0 0,1-1 0 0 0,-1 0 1 0 0,0 1-1 0 0,1-1 1 0 0,-1 0-1 0 0,0 1 1 0 0,0-1-1 0 0,1 0 0 0 0,-1 0 1 0 0,1 1-1 0 0,-1-1 1 0 0,0 0-1 0 0,1 0 0 0 0,-1 0 1 0 0,1 1-1 0 0,-1-1 1 0 0,0 0-1 0 0,1 0 1 0 0,-1 0-1 0 0,1 0 0 0 0,-1 0 1 0 0,1 0-1 0 0,32 6 53 0 0,1-2-1 0 0,-1-1 1 0 0,1-1 0 0 0,55-5-1 0 0,-6 1-19 0 0,165-5 132 0 0,-245 7-130 0 0,1-1-64 0 0,9 0 64 0 0,-9 1 6 0 0,12 0-45 0 0,-13 0-14 0 0,10-1-356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0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59 764 0 0,'-13'-2'2399'0'0,"0"0"190"0"0,1 0-1 0 0,0-1 1 0 0,-1 0-1 0 0,-16-7 824 0 0,14 5-1243 0 0,15 5-2147 0 0,-1 0-1 0 0,1 0 1 0 0,0-1 0 0 0,0 1 0 0 0,-1 0 0 0 0,1 0 0 0 0,0-1 0 0 0,0 1-1 0 0,0 0 1 0 0,0 0 0 0 0,-1-1 0 0 0,1 1 0 0 0,0 0 0 0 0,0 0 0 0 0,0-1 0 0 0,0 1-1 0 0,0 0 1 0 0,0-1 0 0 0,0 1 0 0 0,0 0 0 0 0,0-1 0 0 0,0 1 0 0 0,0 0-1 0 0,0 0 1 0 0,0-1 0 0 0,0 1 0 0 0,0 0 0 0 0,0-1 0 0 0,0 1 0 0 0,0 0-1 0 0,1 0 1 0 0,-1-1 0 0 0,0 1 0 0 0,0 0 0 0 0,0 0 0 0 0,0-1 0 0 0,0 1-1 0 0,1 0 1 0 0,-1-1 0 0 0,16-7 280 0 0,25-1-170 0 0,-26 7-117 0 0,0 1 0 0 0,0 1 0 0 0,0 0 1 0 0,0 1-1 0 0,0 1 0 0 0,0 0 0 0 0,-1 1 0 0 0,1 1 1 0 0,18 6-1 0 0,-27-7-11 0 0,0 0 1 0 0,0 0 0 0 0,0 0 0 0 0,-1 0-1 0 0,0 1 1 0 0,1 0 0 0 0,-1 0-1 0 0,-1 1 1 0 0,1-1 0 0 0,6 9-1 0 0,-8-9 7 0 0,-1 0-1 0 0,1 1 1 0 0,-1-1-1 0 0,0 1 0 0 0,0-1 1 0 0,-1 1-1 0 0,1 0 1 0 0,-1 0-1 0 0,0 0 0 0 0,0 0 1 0 0,-1 0-1 0 0,1 0 1 0 0,-1 0-1 0 0,0 0 1 0 0,-1 6-1 0 0,-2 2 64 0 0,0 1 0 0 0,0-1 0 0 0,-1 0 0 0 0,-1 0-1 0 0,0-1 1 0 0,-1 1 0 0 0,-1-1 0 0 0,1-1 0 0 0,-2 1 0 0 0,-13 17 0 0 0,-8 4 580 0 0,-63 58 0 0 0,-69 40 2283 0 0,157-128-2836 0 0,0-1 0 0 0,1 1 0 0 0,-1 0 0 0 0,1 0 0 0 0,-1 0 0 0 0,-5 8 0 0 0,9-10-54 0 0,19-1 21 0 0,96-20 11 0 0,-23 3-293 0 0,330-29-6376 0 0,-140 26-3263 0 0,-180 13 2179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1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58 149 328 0 0,'-19'-22'5743'0'0,"10"12"-2271"0"0,1 0 0 0 0,-12-17 1 0 0,20 26-3409 0 0,-1 0 0 0 0,1 0 0 0 0,0 0 0 0 0,0 0 0 0 0,0 0 0 0 0,-1 0 1 0 0,1 0-1 0 0,0 0 0 0 0,0 0 0 0 0,1 0 0 0 0,-1 0 0 0 0,0 0 0 0 0,0 0 1 0 0,0 0-1 0 0,1 0 0 0 0,-1 0 0 0 0,0 0 0 0 0,1 0 0 0 0,-1 0 1 0 0,1 0-1 0 0,-1 0 0 0 0,1 0 0 0 0,-1 1 0 0 0,1-1 0 0 0,0 0 0 0 0,-1 0 1 0 0,1 1-1 0 0,0-1 0 0 0,0 0 0 0 0,0 1 0 0 0,1-1 0 0 0,26-18 396 0 0,-15 14-361 0 0,-1-1 1 0 0,1 2-1 0 0,0 0 1 0 0,1 0-1 0 0,26-3 1 0 0,-32 6-89 0 0,0 1 0 0 0,0 0 0 0 0,0 0 0 0 0,0 0 0 0 0,0 1 0 0 0,0 0 1 0 0,0 1-1 0 0,0-1 0 0 0,0 2 0 0 0,0-1 0 0 0,10 5 0 0 0,-16-6-4 0 0,0 1-1 0 0,0-1 0 0 0,0 0 1 0 0,0 1-1 0 0,0-1 0 0 0,0 1 0 0 0,0 0 1 0 0,-1-1-1 0 0,1 1 0 0 0,0 0 1 0 0,-1 0-1 0 0,0 0 0 0 0,1 0 0 0 0,-1 0 1 0 0,0 1-1 0 0,0-1 0 0 0,0 0 1 0 0,0 1-1 0 0,0 2 0 0 0,-1-1 5 0 0,1 0-1 0 0,-1 0 0 0 0,0 0 1 0 0,0 0-1 0 0,-1 0 1 0 0,1 0-1 0 0,-1-1 1 0 0,0 1-1 0 0,0 0 1 0 0,-3 7-1 0 0,-2 1 12 0 0,0-1 0 0 0,0 0 0 0 0,-1 0 0 0 0,-1-1 0 0 0,0 1 0 0 0,-13 12 0 0 0,20-22-23 0 0,-98 91 2244 0 0,98-91-2077 0 0,-1 1 26 0 0,2-2-185 0 0,0 0-1 0 0,0 0 0 0 0,-1 0 1 0 0,1 0-1 0 0,0 0 0 0 0,0 1 1 0 0,0-1-1 0 0,0 0 1 0 0,0 0-1 0 0,-1 0 0 0 0,1 0 1 0 0,0 0-1 0 0,0 0 0 0 0,0 0 1 0 0,0 0-1 0 0,0 1 0 0 0,0-1 1 0 0,0 0-1 0 0,0 0 0 0 0,-1 0 1 0 0,1 0-1 0 0,0 0 0 0 0,0 1 1 0 0,0-1-1 0 0,0 0 0 0 0,0 0 1 0 0,0 0-1 0 0,0 0 0 0 0,0 0 1 0 0,0 1-1 0 0,0-1 0 0 0,0 0 1 0 0,0 0-1 0 0,0 0 0 0 0,0 0 1 0 0,0 1-1 0 0,0-1 0 0 0,0 0 1 0 0,0 0-1 0 0,0 0 0 0 0,0 0 1 0 0,1 1-1 0 0,20 3-4 0 0,-6-1 3 0 0,0 0 1 0 0,0 1 0 0 0,-1 0 0 0 0,1 1 0 0 0,-1 1-1 0 0,0 0 1 0 0,20 13 0 0 0,-25-12 258 0 0,0 0 0 0 0,0 1 0 0 0,0-1 1 0 0,-1 2-1 0 0,-1-1 0 0 0,1 1 0 0 0,-1 0 0 0 0,-1 1 0 0 0,11 19 0 0 0,-15-25-147 0 0,0 1 0 0 0,0 0 1 0 0,0-1-1 0 0,-1 1 0 0 0,0 0 0 0 0,1 0 0 0 0,-2 0 0 0 0,1 0 0 0 0,-1 0 0 0 0,1 0 1 0 0,-2 1-1 0 0,1-1 0 0 0,0 0 0 0 0,-1 0 0 0 0,0 0 0 0 0,0 0 0 0 0,-1 0 0 0 0,1 0 1 0 0,-1-1-1 0 0,0 1 0 0 0,0 0 0 0 0,-1-1 0 0 0,1 1 0 0 0,-6 6 0 0 0,3-5 130 0 0,-1 1-1 0 0,0 0 1 0 0,0-1 0 0 0,-1 0-1 0 0,1-1 1 0 0,-1 1-1 0 0,-1-1 1 0 0,-8 4 0 0 0,7-5-33 0 0,-1 0 1 0 0,0-1 0 0 0,1 0-1 0 0,-1-1 1 0 0,0 0 0 0 0,0 0 0 0 0,0-1-1 0 0,-19-1 1 0 0,-7 1-215 0 0,29-2 0 0 0,-15-6 0 0 0,4 2 0 0 0,-12-6-201 0 0,22 4-357 0 0,4 3 150 0 0,3 3 99 0 0,0 0 1 0 0,0 0 0 0 0,0 0 0 0 0,0 0 0 0 0,1 0 0 0 0,-1-1 0 0 0,0 1 0 0 0,1 0 0 0 0,-1 0-1 0 0,1-1 1 0 0,-1 1 0 0 0,1 0 0 0 0,-1-1 0 0 0,1 1 0 0 0,0 0 0 0 0,0-1 0 0 0,0 1-1 0 0,0-1 1 0 0,0 1 0 0 0,0 0 0 0 0,0-1 0 0 0,0 1 0 0 0,0 0 0 0 0,1-1 0 0 0,-1 1 0 0 0,0 0-1 0 0,1-1 1 0 0,0 1 0 0 0,-1 0 0 0 0,1-1 0 0 0,0 1 0 0 0,1-2 0 0 0,1-1-1049 0 0,0 0-1 0 0,1 0 1 0 0,-1 0 0 0 0,1 1 0 0 0,0-1 0 0 0,0 1-1 0 0,5-3 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3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 1740 0 0,'-2'0'4885'0'0,"-5"-1"-3573"0"0,-18 0 8616 0 0,17 1-7918 0 0,-4 5-965 0 0,26-1-952 0 0,1 0 1 0 0,0-1-1 0 0,0-1 0 0 0,0 0 0 0 0,27 0 1 0 0,12 1-9 0 0,-21 1-37 0 0,2 0 94 0 0,0-1 0 0 0,0-1-1 0 0,36-3 1 0 0,-42 1-675 0 0,-27 0-43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3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266 130 184 0 0,'-4'-14'7792'0'0,"4"13"-7527"0"0,-7-26 6877 0 0,7 2-3490 0 0,0 23-3571 0 0,0-1-1 0 0,1 1 0 0 0,0 0 1 0 0,-1 0-1 0 0,1 0 0 0 0,0 0 0 0 0,0 0 1 0 0,0 0-1 0 0,1 0 0 0 0,-1 0 1 0 0,0 0-1 0 0,1 1 0 0 0,-1-1 0 0 0,1 0 1 0 0,-1 1-1 0 0,1-1 0 0 0,0 1 1 0 0,0 0-1 0 0,0-1 0 0 0,0 1 0 0 0,0 0 1 0 0,2-1-1 0 0,5-2-20 0 0,1 1 1 0 0,-1-1-1 0 0,1 2 0 0 0,0-1 0 0 0,-1 1 1 0 0,1 1-1 0 0,0 0 0 0 0,0 0 1 0 0,17 1-1 0 0,-20 1-53 0 0,-1-1 0 0 0,0 1 0 0 0,1 0 0 0 0,-1 0 0 0 0,0 1 0 0 0,0 0 0 0 0,0 0 0 0 0,0 0 0 0 0,0 1 0 0 0,-1 0 0 0 0,1 0 0 0 0,-1 0 0 0 0,0 1 1 0 0,0 0-1 0 0,0 0 0 0 0,7 7 0 0 0,-10-9 4 0 0,0 1 0 0 0,-1-1 0 0 0,1 1 0 0 0,-1 0 0 0 0,1-1 0 0 0,-1 1 0 0 0,0 0 0 0 0,0 0 0 0 0,0-1 0 0 0,-1 1 0 0 0,1 0 0 0 0,-1 0 0 0 0,1 0 0 0 0,-1 0 0 0 0,0 4 0 0 0,-1-1 2 0 0,0-1 1 0 0,0 1 0 0 0,0-1-1 0 0,-1 1 1 0 0,1-1 0 0 0,-1 0 0 0 0,-5 9-1 0 0,-3 3 22 0 0,-1 0 0 0 0,-1-1-1 0 0,-21 23 1 0 0,29-34-23 0 0,-65 73 1030 0 0,67-77-814 0 0,-2 3 57 0 0,4-4-275 0 0,0 0-1 0 0,0 0 1 0 0,1 0-1 0 0,-1 0 1 0 0,0 0-1 0 0,0 0 1 0 0,0 0-1 0 0,0 0 0 0 0,0 0 1 0 0,0 0-1 0 0,0 0 1 0 0,0 0-1 0 0,0 0 1 0 0,0 0-1 0 0,0 0 0 0 0,0 0 1 0 0,0 0-1 0 0,0 0 1 0 0,0 0-1 0 0,0 1 1 0 0,0-1-1 0 0,0 0 1 0 0,0 0-1 0 0,0 0 0 0 0,0 0 1 0 0,0 0-1 0 0,0 0 1 0 0,0 0-1 0 0,0 0 1 0 0,0 0-1 0 0,0 0 0 0 0,0 0 1 0 0,0 0-1 0 0,0 0 1 0 0,0 0-1 0 0,0 1 1 0 0,0-1-1 0 0,0 0 0 0 0,0 0 1 0 0,0 0-1 0 0,0 0 1 0 0,0 0-1 0 0,0 0 1 0 0,0 0-1 0 0,0 0 1 0 0,0 0-1 0 0,0 0 0 0 0,0 0 1 0 0,-1 0-1 0 0,1 0 1 0 0,0 0-1 0 0,0 0 1 0 0,0 0-1 0 0,0 0 1 0 0,9-1-12 0 0,0 0 0 0 0,0 0 1 0 0,0 1-1 0 0,0 1 0 0 0,0-1 1 0 0,0 1-1 0 0,0 1 0 0 0,0-1 1 0 0,0 2-1 0 0,-1-1 0 0 0,1 1 1 0 0,-1 0-1 0 0,1 1 1 0 0,-1 0-1 0 0,0 1 0 0 0,12 8 1 0 0,-7-4 86 0 0,0 2 0 0 0,-1-1 0 0 0,0 2 0 0 0,0-1 0 0 0,-1 2 0 0 0,-1-1 0 0 0,0 2 0 0 0,13 21 1 0 0,-20-30 129 0 0,-1 1-1 0 0,1 0 1 0 0,-1 0 0 0 0,0 0 0 0 0,0 0 0 0 0,0 0 0 0 0,-1 0 0 0 0,0 0 0 0 0,0 0 0 0 0,-1 1 0 0 0,1-1-1 0 0,-2 0 1 0 0,1 1 0 0 0,-1-1 0 0 0,1 0 0 0 0,-2 0 0 0 0,1 1 0 0 0,-4 9 0 0 0,2-10 24 0 0,-1 1 1 0 0,1 0-1 0 0,-1-1 0 0 0,-1 0 1 0 0,1 0-1 0 0,-1 0 1 0 0,0 0-1 0 0,0-1 0 0 0,-1 0 1 0 0,1 0-1 0 0,-1 0 0 0 0,0-1 1 0 0,0 0-1 0 0,-1 0 1 0 0,-9 4-1 0 0,-2-1-239 0 0,-1 0 0 0 0,0-1 0 0 0,-1-1 0 0 0,1-1 0 0 0,-1-1 0 0 0,0 0 0 0 0,0-2 0 0 0,-34-1 0 0 0,-8-5 0 0 0,-89-17 0 0 0,121 14-2894 0 0,-44-15-1 0 0,43 12 1101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4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14 2904 0 0,'9'-14'25860'0'0,"-7"23"-25479"0"0,-1 0 1 0 0,0 1-1 0 0,-1-1 1 0 0,0 0-1 0 0,-1 0 1 0 0,1 0-1 0 0,-2 0 1 0 0,-2 11-1 0 0,0 8 189 0 0,-39 265-570 0 0,24-166-60 0 0,18-124-1171 0 0,1-3 1055 0 0,0 1 0 0 0,0-1 0 0 0,0 0 1 0 0,0 1-1 0 0,0-1 0 0 0,0 1 0 0 0,0-1 0 0 0,0 1 0 0 0,0-1 0 0 0,0 0 1 0 0,1 1-1 0 0,-1-1 0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29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25 144 596 0 0,'4'-12'7865'0'0,"6"-10"-1100"0"0,1-3-2926 0 0,-9 22-3729 0 0,0 0-1 0 0,0 1 1 0 0,0-1 0 0 0,1 0-1 0 0,-1 1 1 0 0,0-1 0 0 0,1 1-1 0 0,0 0 1 0 0,0 0 0 0 0,5-3-1 0 0,8-4-6 0 0,1 0 0 0 0,1 2 0 0 0,0 0 0 0 0,0 1 0 0 0,22-4 0 0 0,-30 8-90 0 0,1 0 1 0 0,-1 1 0 0 0,0 0 0 0 0,1 0 0 0 0,-1 1 0 0 0,1 1 0 0 0,-1 0 0 0 0,0 0 0 0 0,1 1 0 0 0,-1 1 0 0 0,10 3 0 0 0,-16-5-11 0 0,-1 1 0 0 0,1-1-1 0 0,0 1 1 0 0,-1 0 0 0 0,0 0 0 0 0,1 1 0 0 0,-1-1-1 0 0,0 1 1 0 0,0 0 0 0 0,0 0 0 0 0,-1 0 0 0 0,1 0-1 0 0,-1 0 1 0 0,0 0 0 0 0,0 1 0 0 0,0-1 0 0 0,0 1-1 0 0,0-1 1 0 0,-1 1 0 0 0,1 0 0 0 0,-1 0 0 0 0,1 4-1 0 0,-2-2 5 0 0,1 0-1 0 0,-1 0 1 0 0,0 0-1 0 0,0 0 1 0 0,-1 1-1 0 0,0-1 1 0 0,0 0-1 0 0,0 0 1 0 0,-1 0-1 0 0,0-1 1 0 0,0 1-1 0 0,0 0 1 0 0,-7 10-1 0 0,-5 6 15 0 0,-1 0 0 0 0,-2-2 0 0 0,-18 20 0 0 0,7-10 90 0 0,-2 3 362 0 0,29-31-446 0 0,0-1-9 0 0,-4 4 49 0 0,4-4 25 0 0,18 1-86 0 0,0 0 0 0 0,-1 1 0 0 0,0 1 0 0 0,1 1-1 0 0,-2 1 1 0 0,27 12 0 0 0,-22-10 5 0 0,3 2-49 0 0,-1 0 1 0 0,42 28-1 0 0,-55-32 177 0 0,0 1-1 0 0,0 0 1 0 0,-1 1 0 0 0,1 0-1 0 0,-2 1 1 0 0,1-1 0 0 0,-1 1-1 0 0,10 17 1 0 0,-15-23 60 0 0,-1 0 0 0 0,1 0 0 0 0,-1 1 0 0 0,0-1 1 0 0,0 0-1 0 0,0 1 0 0 0,-1-1 0 0 0,1 0 0 0 0,-1 1 0 0 0,1-1 0 0 0,-1 1 0 0 0,0-1 0 0 0,-1 1 0 0 0,1-1 0 0 0,0 1 1 0 0,-1-1-1 0 0,-1 5 0 0 0,0-3 69 0 0,-1 0 0 0 0,1 0 0 0 0,-1-1 0 0 0,0 1 0 0 0,0-1 0 0 0,0 1 0 0 0,0-1 0 0 0,-1 0 0 0 0,0 0 0 0 0,-5 4 0 0 0,-2 0 95 0 0,-1 0 1 0 0,0 0 0 0 0,0-1-1 0 0,0-1 1 0 0,-1 0-1 0 0,0-1 1 0 0,-24 7-1 0 0,13-7-348 0 0,1-2 0 0 0,0 0 0 0 0,-1-1 0 0 0,1-2 0 0 0,-1 0 0 0 0,1-1 0 0 0,-1-2 0 0 0,1 0 0 0 0,0-2 0 0 0,0 0 0 0 0,-36-14 0 0 0,41 11-1469 0 0,0 0 1 0 0,1-1 0 0 0,0 0 0 0 0,-30-24 0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1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61 3472 0 0,'-37'-22'20422'0'0,"122"26"-19457"0"0,0-3-1 0 0,89-11 1 0 0,-158 7-1033 0 0,0 0 0 0 0,21-7 0 0 0,-29 8-318 0 0,-4 0-278 0 0,-1 1 0 0 0,1-1 0 0 0,0 0 0 0 0,-1 0 0 0 0,7-5 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1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29 772 0 0,'20'-28'21753'0'0,"-19"28"-21251"0"0,1 2-108 0 0,-1 1-1 0 0,1-1 0 0 0,-1 1 1 0 0,1-1-1 0 0,-1 1 0 0 0,0 0 0 0 0,0-1 1 0 0,-1 1-1 0 0,1 0 0 0 0,0 0 0 0 0,-1 0 1 0 0,1 0-1 0 0,-1-1 0 0 0,0 1 1 0 0,0 0-1 0 0,-1 4 0 0 0,-4 53 2324 0 0,-34 156-2045 0 0,15-85-75 0 0,10-43-3606 0 0,4-14-3011 0 0,3 0-4234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47 304 0 0,'4'-8'9580'0'0,"4"-9"-2558"0"0,1 7-4963 0 0,-5 8-1933 0 0,1 0-1 0 0,0 0 0 0 0,0 1 1 0 0,0 0-1 0 0,0-1 1 0 0,0 2-1 0 0,0-1 1 0 0,0 0-1 0 0,0 1 1 0 0,0 0-1 0 0,0 1 1 0 0,0-1-1 0 0,1 1 1 0 0,-1 0-1 0 0,7 2 1 0 0,-3-1-93 0 0,0 1 1 0 0,-1 0-1 0 0,1 1 1 0 0,-1 0-1 0 0,0 0 1 0 0,0 1-1 0 0,0 0 1 0 0,12 11-1 0 0,-17-13 32 0 0,0 0 0 0 0,-1 0-1 0 0,1 0 1 0 0,-1 0 0 0 0,1 1 0 0 0,-1-1-1 0 0,0 1 1 0 0,0 0 0 0 0,-1 0-1 0 0,1 0 1 0 0,-1 0 0 0 0,0 0 0 0 0,0 0-1 0 0,0 0 1 0 0,-1 0 0 0 0,1 0-1 0 0,-1 0 1 0 0,0 0 0 0 0,0 0 0 0 0,0 0-1 0 0,-2 8 1 0 0,-1-1 318 0 0,0 0 1 0 0,-1 0-1 0 0,0 0 0 0 0,0 0 0 0 0,-1-1 0 0 0,-1 0 1 0 0,0 0-1 0 0,0 0 0 0 0,-13 14 0 0 0,-9 7 1168 0 0,-44 37 0 0 0,17-17-181 0 0,15-8-666 0 0,39-42-698 0 0,1-1-1 0 0,0 0 0 0 0,0 1 1 0 0,-1-1-1 0 0,1 0 1 0 0,0 1-1 0 0,0-1 0 0 0,0 1 1 0 0,0-1-1 0 0,0 1 1 0 0,0-1-1 0 0,0 0 0 0 0,0 1 1 0 0,0-1-1 0 0,0 1 1 0 0,0-1-1 0 0,0 0 1 0 0,0 1-1 0 0,0-1 0 0 0,0 1 1 0 0,0-1-1 0 0,0 0 1 0 0,1 1-1 0 0,-1-1 0 0 0,0 1 1 0 0,0-1-1 0 0,0 0 1 0 0,1 1-1 0 0,-1-1 0 0 0,0 0 1 0 0,0 1-1 0 0,1-1 1 0 0,-1 0-1 0 0,0 0 0 0 0,1 1 1 0 0,-1-1-1 0 0,0 0 1 0 0,1 0-1 0 0,-1 1 0 0 0,1-1 1 0 0,-1 0-1 0 0,0 0 1 0 0,1 0-1 0 0,16 7 58 0 0,-17-7-61 0 0,23 5 13 0 0,1-1 0 0 0,-1-2 0 0 0,0 0 0 0 0,1-1 1 0 0,37-4-1 0 0,-33 1-49 0 0,235-19-2017 0 0,-205 12-533 0 0,0-2-1 0 0,84-28 0 0 0,-134 36 1702 0 0,-1 0-1 0 0,1 0 0 0 0,-1-1 1 0 0,11-7-1 0 0,-14 8-387 0 0,-1 1 1 0 0,0-1-1 0 0,0 0 1 0 0,0 0-1 0 0,0 0 1 0 0,3-5-1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6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316 104 1812 0 0,'4'-10'8014'0'0,"-3"8"-7858"0"0,-1 0 1 0 0,1 1 0 0 0,0-1 0 0 0,0 1 0 0 0,0-1 0 0 0,0 1 0 0 0,0-1 0 0 0,1 1 0 0 0,-1-1 0 0 0,0 1 0 0 0,1 0 0 0 0,-1 0 0 0 0,0 0-1 0 0,1 0 1 0 0,0 0 0 0 0,-1 0 0 0 0,1 0 0 0 0,0 0 0 0 0,-1 1 0 0 0,4-2 0 0 0,45-11-44 0 0,-38 10 104 0 0,86-15-57 0 0,199-12-1 0 0,-279 29-132 0 0,-8 0 24 0 0,0 0 0 0 0,0 1 0 0 0,0 1 1 0 0,0-1-1 0 0,18 4 0 0 0,-26-3 58 0 0,1 1-1 0 0,-1-1 1 0 0,1 0 0 0 0,-1 1-1 0 0,1-1 1 0 0,-1 1 0 0 0,0 0-1 0 0,0-1 1 0 0,0 1 0 0 0,0 0-1 0 0,0 1 1 0 0,0-1 0 0 0,0 0-1 0 0,-1 0 1 0 0,1 1 0 0 0,-1-1-1 0 0,0 1 1 0 0,1-1 0 0 0,-1 1-1 0 0,1 5 1 0 0,1 4 441 0 0,0 0 0 0 0,-1 0 0 0 0,0 17 0 0 0,0-16-146 0 0,11 336 5450 0 0,-12-251-4856 0 0,-24 506 2495 0 0,-39 0-2211 0 0,42-429-1158 0 0,-87 785 146 0 0,9 115-193 0 0,78-812-61 0 0,-2 54-13 0 0,-28 277 125 0 0,21-416-38 0 0,24-152-84 0 0,3-18-3 0 0,0-1 1 0 0,1 0-1 0 0,0 1 1 0 0,1 14-1 0 0,0-20 1 0 0,-6 23-3 0 0,5-9-5 0 0,1-14 30 0 0,-1 10-5 0 0,-4 33-55 0 0,5-44 77 0 0,0 1-30 0 0,0 6 1246 0 0,-2-7-1185 0 0,-7 1-124 0 0,1-1-1 0 0,-1 1 1 0 0,0-2 0 0 0,0 1 0 0 0,0-1-1 0 0,-11-2 1 0 0,-7 1-707 0 0,-179-6-6305 0 0,69-6-3785 0 0,67 4-482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7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508 279 1128 0 0,'5'-11'865'0'0,"0"-1"-1"0"0,-1 1 1 0 0,0-1 0 0 0,0 0-1 0 0,-2 0 1 0 0,1 0 0 0 0,-1-1-1 0 0,-1 1 1 0 0,0 0 0 0 0,-1-1-1 0 0,-3-24 1 0 0,2 31-711 0 0,0 0 0 0 0,-1 0 0 0 0,1-1 0 0 0,-1 1 0 0 0,-1 1 0 0 0,1-1 0 0 0,-1 0 0 0 0,0 0 0 0 0,0 1 0 0 0,0 0 0 0 0,-5-6 0 0 0,4 8-105 0 0,1 0-1 0 0,0 0 0 0 0,-1 0 0 0 0,0 0 0 0 0,0 0 0 0 0,1 1 1 0 0,-1 0-1 0 0,-1 0 0 0 0,1 0 0 0 0,0 0 0 0 0,0 1 0 0 0,-1 0 1 0 0,1-1-1 0 0,-1 2 0 0 0,1-1 0 0 0,-9 0 0 0 0,4 1-35 0 0,1 1 0 0 0,-1 0 0 0 0,1 0-1 0 0,-1 1 1 0 0,1 0 0 0 0,0 1 0 0 0,-1 0-1 0 0,1 0 1 0 0,1 0 0 0 0,-1 1 0 0 0,0 1-1 0 0,-10 7 1 0 0,-2 3-2 0 0,0 1 1 0 0,-34 35-1 0 0,23-17-2 0 0,1 2 0 0 0,-40 61 1 0 0,57-76-9 0 0,0 1 1 0 0,2 0-1 0 0,1 1 1 0 0,1 0-1 0 0,0 1 1 0 0,-7 36-1 0 0,15-53 8 0 0,0 1 0 0 0,0-1 0 0 0,1 0 0 0 0,0 1 0 0 0,0-1 0 0 0,0 1 0 0 0,1-1-1 0 0,0 0 1 0 0,1 1 0 0 0,3 9 0 0 0,-4-14-4 0 0,1 0 1 0 0,-1 1-1 0 0,1-1 0 0 0,0 0 0 0 0,0 0 0 0 0,0-1 1 0 0,0 1-1 0 0,0 0 0 0 0,1-1 0 0 0,-1 1 1 0 0,1-1-1 0 0,-1 0 0 0 0,1 0 0 0 0,0 0 1 0 0,0 0-1 0 0,0 0 0 0 0,0-1 0 0 0,1 1 1 0 0,-1-1-1 0 0,0 0 0 0 0,1 0 0 0 0,-1 0 0 0 0,7 1 1 0 0,0-1-11 0 0,0-1 0 0 0,0 1 1 0 0,0-2-1 0 0,0 1 0 0 0,0-1 0 0 0,0-1 1 0 0,0 0-1 0 0,0 0 0 0 0,19-8 0 0 0,-17 5 5 0 0,1-2 0 0 0,-1 0 0 0 0,0 0-1 0 0,0-1 1 0 0,-1 0 0 0 0,15-15 0 0 0,-3-1 14 0 0,-1-2 0 0 0,-1 0 0 0 0,-2-1 0 0 0,0-1 0 0 0,17-36 0 0 0,46-116 616 0 0,-59 126 308 0 0,-7 15-554 0 0,-15 37-335 0 0,2 11 40 0 0,-3 6 10 0 0,-1 0-1 0 0,-1-1 1 0 0,0 1 0 0 0,-7 22-1 0 0,3-6-45 0 0,-4 16-123 0 0,-14 82 493 0 0,22-112-717 0 0,1 0-1 0 0,1 0 0 0 0,0 0 0 0 0,1 0 1 0 0,5 26-1 0 0,-5-39-19 0 0,0 0 1 0 0,0 0 0 0 0,0 0 0 0 0,1-1-1 0 0,0 1 1 0 0,2 5 0 0 0,-3-8 19 0 0,0 0 0 0 0,0 0 0 0 0,-1 0 0 0 0,1 0 0 0 0,0 0 0 0 0,0 0 0 0 0,0 0 0 0 0,0-1 1 0 0,0 1-1 0 0,0 0 0 0 0,0 0 0 0 0,1-1 0 0 0,-1 1 0 0 0,0-1 0 0 0,0 1 0 0 0,0-1 0 0 0,1 1 1 0 0,-1-1-1 0 0,0 0 0 0 0,1 1 0 0 0,0-1 0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8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0 118 344 0 0,'15'-92'10898'0'0,"-15"91"-10825"0"0,0 0 1 0 0,1 0 0 0 0,-1 0 0 0 0,0 0-1 0 0,1 0 1 0 0,-1 0 0 0 0,0 0-1 0 0,1 0 1 0 0,0 0 0 0 0,-1 0-1 0 0,1 0 1 0 0,0 0 0 0 0,-1 0 0 0 0,1 1-1 0 0,0-1 1 0 0,0 0 0 0 0,-1 0-1 0 0,1 1 1 0 0,2-2 0 0 0,-2 1 179 0 0,15 9 676 0 0,-10 0-728 0 0,-1 0 0 0 0,0 0 0 0 0,-1 1 0 0 0,1-1-1 0 0,-2 1 1 0 0,1 0 0 0 0,-1 0 0 0 0,0 1 0 0 0,-1-1 0 0 0,0 0 0 0 0,0 16 0 0 0,1 6 145 0 0,-3 0 1 0 0,-3 41 0 0 0,-1-39 615 0 0,-1 0 0 0 0,-14 44 0 0 0,18-75-493 0 0,-3-13-148 0 0,3 10-311 0 0,0 0 0 0 0,1-1 0 0 0,-1 1 0 0 0,1 0-1 0 0,-1 0 1 0 0,1 0 0 0 0,0-1 0 0 0,-1 1-1 0 0,1 0 1 0 0,0-1 0 0 0,0 1 0 0 0,0 0 0 0 0,0 0-1 0 0,0-1 1 0 0,1 0 0 0 0,2-29 33 0 0,3 1 0 0 0,0 0-1 0 0,2 1 1 0 0,13-33 0 0 0,-14 44-52 0 0,2-1 1 0 0,0 1-1 0 0,1 0 1 0 0,1 1-1 0 0,0 1 0 0 0,2-1 1 0 0,17-17-1 0 0,-26 29-2 0 0,1 1-1 0 0,-1 0 0 0 0,1 1 0 0 0,0-1 1 0 0,0 1-1 0 0,0 0 0 0 0,1 0 1 0 0,-1 0-1 0 0,1 1 0 0 0,-1 0 1 0 0,1 0-1 0 0,0 1 0 0 0,6-2 0 0 0,-9 3 8 0 0,0 0 0 0 0,0 0 1 0 0,0 0-1 0 0,0 0 0 0 0,0 0 0 0 0,0 1 0 0 0,0 0 0 0 0,0-1 0 0 0,0 1 0 0 0,0 0 0 0 0,0 0 0 0 0,-1 1 0 0 0,1-1 0 0 0,0 1 0 0 0,-1-1 0 0 0,1 1 0 0 0,-1 0 0 0 0,1 0 0 0 0,-1 0 0 0 0,0 0 0 0 0,0 0 0 0 0,0 1 0 0 0,0-1 0 0 0,0 0 0 0 0,-1 1 0 0 0,1 0 0 0 0,1 3 0 0 0,1 1 12 0 0,-1 0 0 0 0,0 1 1 0 0,-1-1-1 0 0,0 1 0 0 0,0 0 1 0 0,0 0-1 0 0,0 11 0 0 0,-2 58-375 0 0,-2-62-716 0 0,1 0-1 0 0,1-1 1 0 0,1 1 0 0 0,0 0-1 0 0,1 0 1 0 0,7 25-1 0 0,-2-24-3192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8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486 779 872 0 0,'3'-10'1059'0'0,"-1"1"0"0"0,0-1 0 0 0,0 1 1 0 0,-1-1-1 0 0,0 1 0 0 0,-1-1 0 0 0,0 0 0 0 0,0 1 0 0 0,-1-1 0 0 0,0 0 0 0 0,-1 1 1 0 0,-3-11-1 0 0,4 15-905 0 0,0 1 0 0 0,-1 0 0 0 0,1 0 0 0 0,-1 0 0 0 0,0 0 0 0 0,0 0 0 0 0,-1 1-1 0 0,1-1 1 0 0,-1 0 0 0 0,0 1 0 0 0,0 0 0 0 0,0 0 0 0 0,0 0 0 0 0,0 0 0 0 0,-1 0 0 0 0,1 1 0 0 0,-1-1 0 0 0,0 1 0 0 0,0 0 0 0 0,0 0 0 0 0,0 0 0 0 0,0 1 0 0 0,0-1 0 0 0,0 1 0 0 0,-1 0 0 0 0,1 0 0 0 0,0 1 0 0 0,-9-1 0 0 0,4 2-104 0 0,0 0-1 0 0,0 0 1 0 0,0 1 0 0 0,0 1 0 0 0,1-1 0 0 0,-1 1 0 0 0,1 1-1 0 0,0-1 1 0 0,0 1 0 0 0,-13 9 0 0 0,-7 6 32 0 0,-34 33-1 0 0,42-35-64 0 0,2 1-1 0 0,0 1 0 0 0,1 0 1 0 0,1 1-1 0 0,1 1 0 0 0,1 1 1 0 0,0 0-1 0 0,2 1 1 0 0,1 0-1 0 0,1 1 0 0 0,-10 32 1 0 0,18-48-10 0 0,1-1 1 0 0,0 0 0 0 0,0 1-1 0 0,0-1 1 0 0,1 1-1 0 0,0-1 1 0 0,1 0-1 0 0,-1 1 1 0 0,1-1 0 0 0,1 0-1 0 0,-1 1 1 0 0,2-1-1 0 0,4 12 1 0 0,-5-15 1 0 0,0 1 0 0 0,1-1 1 0 0,0 0-1 0 0,0 0 0 0 0,0 0 1 0 0,1 0-1 0 0,-1 0 0 0 0,1-1 1 0 0,0 1-1 0 0,0-1 0 0 0,0 0 0 0 0,0 0 1 0 0,1-1-1 0 0,-1 1 0 0 0,1-1 1 0 0,0 0-1 0 0,-1 0 0 0 0,1 0 1 0 0,0-1-1 0 0,8 2 0 0 0,-3-2-2 0 0,-1 0-1 0 0,0 0 1 0 0,1-1-1 0 0,-1 0 1 0 0,1-1 0 0 0,-1 0-1 0 0,1-1 1 0 0,-1 1-1 0 0,0-2 1 0 0,12-4-1 0 0,-9 2-22 0 0,0-1 0 0 0,0 0 0 0 0,0-1 0 0 0,-1 0-1 0 0,0-1 1 0 0,16-14 0 0 0,-7 2-70 0 0,-2 0 1 0 0,0-2-1 0 0,-1 0 1 0 0,-1-1-1 0 0,-1 0 1 0 0,17-37-1 0 0,-11 12-99 0 0,-2-1-1 0 0,-2-1 0 0 0,-2-1 1 0 0,-3 0-1 0 0,-2 0 0 0 0,4-54 1 0 0,-6-18 437 0 0,-11-178 0 0 0,-1 261-185 0 0,4 40-67 0 0,0-1 1 0 0,0 1-1 0 0,0 0 1 0 0,0 0-1 0 0,0-1 0 0 0,0 1 1 0 0,0 0-1 0 0,0 0 0 0 0,0 0 1 0 0,0-1-1 0 0,0 1 1 0 0,-1 0-1 0 0,1 0 0 0 0,0-1 1 0 0,0 1-1 0 0,0 0 0 0 0,0 0 1 0 0,0 0-1 0 0,0-1 0 0 0,-1 1 1 0 0,1 0-1 0 0,0 0 1 0 0,0 0-1 0 0,0 0 0 0 0,-1-1 1 0 0,1 1-1 0 0,0 0 0 0 0,0 0 1 0 0,0 0-1 0 0,-1 0 1 0 0,1 0-1 0 0,0 0 0 0 0,0 0 1 0 0,-1-1-1 0 0,1 1 0 0 0,0 0 1 0 0,0 0-1 0 0,0 0 1 0 0,-1 0-1 0 0,1 0 0 0 0,0 0 1 0 0,0 0-1 0 0,-1 0 0 0 0,1 0 1 0 0,0 1-1 0 0,0-1 1 0 0,-1 0-1 0 0,1 0 0 0 0,0 0 1 0 0,0 0-1 0 0,-1 0 0 0 0,1 0 1 0 0,0 0-1 0 0,0 0 0 0 0,0 1 1 0 0,-1-1-1 0 0,-8 9 17 0 0,2 5 19 0 0,0-1-1 0 0,1 1 1 0 0,0-1 0 0 0,1 2-1 0 0,-6 28 1 0 0,3-12 47 0 0,-11 43 116 0 0,4 1-1 0 0,3 1 0 0 0,4 1 1 0 0,1 131-1 0 0,18-57-230 0 0,-7-129-549 0 0,0-1-1 0 0,1 1 1 0 0,1-1 0 0 0,17 38 0 0 0,-20-53 70 0 0,1 1 0 0 0,-1-1 0 0 0,2 0 0 0 0,-1 0 0 0 0,7 6 0 0 0,16 10-4534 0 0,1-9-1776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8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45 152 1292 0 0,'87'-149'20323'0'0,"-86"147"-19604"0"0,3 5-166 0 0,-4-3-532 0 0,1 0 0 0 0,-1 0 1 0 0,0 0-1 0 0,0 0 0 0 0,1 0 1 0 0,-1 0-1 0 0,0 0 0 0 0,0 0 0 0 0,1 0 1 0 0,-1 0-1 0 0,0 1 0 0 0,0-1 1 0 0,1 0-1 0 0,-1 0 0 0 0,0 0 0 0 0,0 0 1 0 0,0 0-1 0 0,1 1 0 0 0,-1-1 0 0 0,0 0 1 0 0,0 0-1 0 0,0 0 0 0 0,0 1 1 0 0,1-1-1 0 0,-1 0 0 0 0,0 0 0 0 0,0 1 1 0 0,0-1-1 0 0,0 0 0 0 0,0 0 1 0 0,0 1-1 0 0,0-1 0 0 0,0 0 0 0 0,0 0 1 0 0,0 1-1 0 0,0-1 0 0 0,0 1 1 0 0,-1 45 1453 0 0,-3 0 1 0 0,-11 54-1 0 0,-28 94-537 0 0,19-97-569 0 0,13-47-202 0 0,-16 71-1880 0 0,12-41-4611 0 0,13-70 3521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9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34 270 1168 0 0,'6'-53'5661'0'0,"-5"33"-4164"0"0,1 0-1 0 0,1 1 1 0 0,1-1-1 0 0,12-36 1 0 0,-14 51-1420 0 0,0 0 0 0 0,1 0 0 0 0,0 0 0 0 0,0 0 0 0 0,0 1 0 0 0,0 0 0 0 0,1-1 0 0 0,-1 1 0 0 0,1 0 0 0 0,0 1 0 0 0,1-1 0 0 0,-1 1 0 0 0,1 0 0 0 0,-1 0 0 0 0,1 0 0 0 0,0 0 0 0 0,0 1 0 0 0,0 0 0 0 0,0 0 0 0 0,0 0 0 0 0,1 1 0 0 0,8-2 0 0 0,-5 2-54 0 0,1 0 0 0 0,-1 1 0 0 0,1 0 0 0 0,-1 1 0 0 0,1-1 0 0 0,-1 2 0 0 0,0-1 0 0 0,0 1 0 0 0,1 1 0 0 0,-2 0 0 0 0,1 0 0 0 0,0 1 0 0 0,0 0 0 0 0,-1 0 0 0 0,10 7 0 0 0,-14-8-7 0 0,1 1-1 0 0,-1-1 0 0 0,0 1 0 0 0,0 0 1 0 0,0-1-1 0 0,0 2 0 0 0,-1-1 0 0 0,1 0 1 0 0,-1 1-1 0 0,0 0 0 0 0,-1-1 1 0 0,1 1-1 0 0,-1 0 0 0 0,0 1 0 0 0,0-1 1 0 0,-1 0-1 0 0,1 0 0 0 0,-1 1 0 0 0,0-1 1 0 0,-1 1-1 0 0,1-1 0 0 0,-1 1 0 0 0,0-1 1 0 0,-1 1-1 0 0,1-1 0 0 0,-3 11 1 0 0,-2-2 18 0 0,0 0 0 0 0,0 0 1 0 0,-1 0-1 0 0,-1-1 1 0 0,0 0-1 0 0,-1-1 1 0 0,-1 1-1 0 0,0-1 0 0 0,-13 14 1 0 0,-3-2 1219 0 0,-1 0 1 0 0,-50 36-1 0 0,76-60-1205 0 0,0 0-1 0 0,-1 1 0 0 0,1-1 1 0 0,-1 0-1 0 0,1 0 1 0 0,-1 1-1 0 0,1-1 1 0 0,-1 0-1 0 0,1 0 0 0 0,-1 0 1 0 0,1 0-1 0 0,-1 0 1 0 0,1 0-1 0 0,-1 0 0 0 0,1 0 1 0 0,-1 0-1 0 0,1 0 1 0 0,-1 0-1 0 0,1 0 0 0 0,-1 0 1 0 0,1 0-1 0 0,-2-1 1 0 0,2 1-48 0 0,0-1 1 0 0,0 1 0 0 0,1-1-1 0 0,-1 1 1 0 0,0-1-1 0 0,0 0 1 0 0,0 1 0 0 0,0-1-1 0 0,0 1 1 0 0,1-1 0 0 0,-1 1-1 0 0,0-1 1 0 0,1 1 0 0 0,-1 0-1 0 0,0-1 1 0 0,1 1-1 0 0,-1-1 1 0 0,0 1 0 0 0,1-1-1 0 0,-1 1 1 0 0,1 0 0 0 0,-1-1-1 0 0,0 1 1 0 0,1 0 0 0 0,-1 0-1 0 0,1-1 1 0 0,-1 1-1 0 0,1 0 1 0 0,0 0 0 0 0,-1 0-1 0 0,1 0 1 0 0,-1-1 0 0 0,1 1-1 0 0,-1 0 1 0 0,1 0-1 0 0,-1 0 1 0 0,2 0 0 0 0,5-1-2 0 0,0 0 0 0 0,0 0 0 0 0,0 0 0 0 0,0 1 0 0 0,0 0 0 0 0,0 0 1 0 0,0 0-1 0 0,0 1 0 0 0,0 1 0 0 0,0-1 0 0 0,8 3 0 0 0,10 5 0 0 0,35 15 1 0 0,-44-17-15 0 0,-1 1 0 0 0,-1 0 1 0 0,1 1-1 0 0,-1 0 0 0 0,-1 1 1 0 0,0 1-1 0 0,0 0 0 0 0,-1 1 1 0 0,11 13-1 0 0,-20-21 111 0 0,1 1 1 0 0,-1 0-1 0 0,0 0 0 0 0,0 0 1 0 0,0 0-1 0 0,-1 0 0 0 0,0 1 1 0 0,0-1-1 0 0,0 1 1 0 0,-1-1-1 0 0,0 1 0 0 0,0 0 1 0 0,0 0-1 0 0,0-1 0 0 0,-1 1 1 0 0,0 0-1 0 0,-1 0 1 0 0,1 0-1 0 0,-1-1 0 0 0,0 1 1 0 0,0 0-1 0 0,-1-1 0 0 0,0 1 1 0 0,0-1-1 0 0,0 1 0 0 0,-1-1 1 0 0,1 0-1 0 0,-1 0 1 0 0,-4 5-1 0 0,-1 0 150 0 0,0-1 0 0 0,-1 1 1 0 0,0-1-1 0 0,-1-1 0 0 0,0 0 1 0 0,0 0-1 0 0,-1-1 0 0 0,0 0 0 0 0,0-1 1 0 0,0 0-1 0 0,-1-1 0 0 0,0 0 0 0 0,0-1 1 0 0,0 0-1 0 0,-17 2 0 0 0,-2 0-69 0 0,0-2 1 0 0,0-1-1 0 0,-1-2 0 0 0,1-1 0 0 0,-36-4 1 0 0,58 3-184 0 0,-3 0-487 0 0,1 0 0 0 0,0-1 0 0 0,-1 0 0 0 0,-13-5 0 0 0,24 6 339 0 0,1 1 1 0 0,-1 0-1 0 0,0-1 1 0 0,0 1-1 0 0,1-1 1 0 0,-1 1-1 0 0,0-1 1 0 0,1 0-1 0 0,-1 1 1 0 0,1-1-1 0 0,-1 1 1 0 0,1-1-1 0 0,-1 0 1 0 0,1 0-1 0 0,-1 1 1 0 0,1-1-1 0 0,-1 0 0 0 0,1 0 1 0 0,0 1-1 0 0,0-1 1 0 0,-1 0-1 0 0,1 0 1 0 0,0 0-1 0 0,0 0 1 0 0,0 1-1 0 0,0-1 1 0 0,0 0-1 0 0,0 0 1 0 0,0-1-1 0 0,1-1-249 0 0,-1 1 0 0 0,0-1 0 0 0,1 1 0 0 0,0-1 0 0 0,0 1 0 0 0,0 0 0 0 0,2-5 0 0 0,3-2-2196 0 0,1 0 1 0 0,0 0 0 0 0,14-12-1 0 0,1 2-4310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9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57 1012 0 0,'-16'-7'14609'0'0,"13"5"-13324"0"0,33-8-1445 0 0,-1 2-1 0 0,2 2 0 0 0,-1 0 1 0 0,39-1-1 0 0,-55 5-497 0 0,56-5-6664 0 0,-51 5 1603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39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0 2864 0 0,'-91'33'10611'0'0,"88"-32"-9470"0"0,13 4-359 0 0,5 1-522 0 0,50-4-1057 0 0,101-8 1 0 0,-147 5 134 0 0,15-3-2363 0 0,42-9 0 0 0,-19 2-1924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0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1555 117 1700 0 0,'7'-9'3481'0'0,"0"0"1"0"0,0 0-1 0 0,-1-1 0 0 0,10-20 725 0 0,-16 23-3228 0 0,1 6-908 0 0,-1 1-1 0 0,0-1 0 0 0,0 0 1 0 0,0 0-1 0 0,1 0 1 0 0,-1 0-1 0 0,0 0 1 0 0,0 0-1 0 0,0 0 1 0 0,0 0-1 0 0,-1 1 1 0 0,1-1-1 0 0,0 0 1 0 0,0 0-1 0 0,-1 0 1 0 0,1 0-1 0 0,0 0 1 0 0,-1 1-1 0 0,1-1 1 0 0,-1 0-1 0 0,1 0 0 0 0,-1 0 1 0 0,1 1-1 0 0,-1-1 1 0 0,1 0-1 0 0,-1 1 1 0 0,0-1-1 0 0,1 1 1 0 0,-1-1-1 0 0,-1 0 1 0 0,-7-3-3 0 0,0 1 0 0 0,0 0 0 0 0,-1 1 0 0 0,1 0 0 0 0,0 1 0 0 0,-16-1 0 0 0,-60 1 41 0 0,71 2-84 0 0,-18-1-33 0 0,1 2-1 0 0,-55 11 1 0 0,77-11-1 0 0,-1 1 0 0 0,1 0 0 0 0,-1 0 1 0 0,1 1-1 0 0,0 1 0 0 0,1-1 0 0 0,-1 2 1 0 0,1-1-1 0 0,0 1 0 0 0,0 0 0 0 0,0 1 0 0 0,1-1 1 0 0,-6 9-1 0 0,-11 14 366 0 0,1 1 0 0 0,2 2 0 0 0,1 0 0 0 0,2 0 1 0 0,1 2-1 0 0,2 0 0 0 0,1 1 0 0 0,1 1 0 0 0,3 0 0 0 0,0 0 0 0 0,-6 64 1 0 0,-72 554 3598 0 0,87-647-3954 0 0,-192 1089 1137 0 0,90-495-1138 0 0,13-61 0 0 0,-44 92 0 0 0,-37-8 0 0 0,146-550 0 0 0,-98 328 0 0 0,121-395 0 0 0,1-1 0 0 0,0 0 0 0 0,0 0 0 0 0,0 0 0 0 0,0 0 0 0 0,2 11 0 0 0,-1-16 0 0 0,0 1 0 0 0,0 0 0 0 0,1-1 0 0 0,-1 1 0 0 0,1 0 0 0 0,0-1 0 0 0,-1 1 0 0 0,1-1 0 0 0,0 1 0 0 0,0-1 0 0 0,0 1 0 0 0,0-1 0 0 0,0 0 0 0 0,0 1 0 0 0,0-1 0 0 0,1 0 0 0 0,-1 0 0 0 0,0 0 0 0 0,1 0 0 0 0,-1 0 0 0 0,1 0 0 0 0,-1 0 0 0 0,1 0 0 0 0,-1-1 0 0 0,1 1 0 0 0,-1-1 0 0 0,1 1 0 0 0,2 0 0 0 0,9 1 0 0 0,-1 0 0 0 0,1-1 0 0 0,-1 0 0 0 0,1-1 0 0 0,21-2 0 0 0,66-15 0 0 0,-70 10 0 0 0,178-37-2035 0 0,280-77-8574 0 0,-384 91 3603 0 0,-4-4-3707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1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71 2624 0 0,'54'-64'12825'0'0,"-52"62"-11928"0"0,-2 1-861 0 0,0 1 0 0 0,0 0 0 0 0,1 0 0 0 0,-1 0 0 0 0,0-1 0 0 0,0 1 0 0 0,0 0 0 0 0,0 0 0 0 0,0-1 0 0 0,1 1 0 0 0,-1 0 0 0 0,0 0 0 0 0,0 0 0 0 0,1 0 0 0 0,-1 0 0 0 0,0-1 0 0 0,0 1 0 0 0,0 0 0 0 0,1 0-1 0 0,-1 0 1 0 0,0 0 0 0 0,1 0 0 0 0,-1 0 0 0 0,0 0 0 0 0,0 0 0 0 0,1 0 0 0 0,-1 0 0 0 0,0 0 0 0 0,0 0 0 0 0,1 0 0 0 0,1 4 197 0 0,-1 0 0 0 0,0-1 0 0 0,0 1 1 0 0,0 0-1 0 0,0 1 0 0 0,0-1 0 0 0,-1 0 0 0 0,0 0 1 0 0,0 0-1 0 0,0 6 0 0 0,-8 50 1637 0 0,4-30-1043 0 0,-59 294 2468 0 0,47-255-3039 0 0,9-41-245 0 0,-11 51-500 0 0,6-28-3516 0 0,10-35-812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2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52 1988 0 0,'8'-14'7350'0'0,"14"-24"9043"0"0,-48 71-16232 0 0,2 0 0 0 0,1 2-1 0 0,1 1 1 0 0,3 0 0 0 0,1 1 0 0 0,1 1 0 0 0,2 1 0 0 0,2 1-1 0 0,-15 72 1 0 0,27-99-146 0 0,-1-1 0 0 0,1 1 0 0 0,1 0 0 0 0,0-1 1 0 0,1 1-1 0 0,1-1 0 0 0,0 1 0 0 0,0-1 0 0 0,1 0 0 0 0,5 13 0 0 0,-6-20 1 0 0,0-1 0 0 0,0 1 1 0 0,1 0-1 0 0,0 0 0 0 0,-1-1 0 0 0,2 0 0 0 0,-1 1 0 0 0,0-1 1 0 0,1-1-1 0 0,0 1 0 0 0,0 0 0 0 0,0-1 0 0 0,0 0 1 0 0,1 0-1 0 0,-1 0 0 0 0,1 0 0 0 0,0-1 0 0 0,0 0 1 0 0,0 0-1 0 0,0 0 0 0 0,0 0 0 0 0,0-1 0 0 0,0 0 0 0 0,0 0 1 0 0,11 0-1 0 0,-4-1 39 0 0,0 0 1 0 0,0-1 0 0 0,0 0-1 0 0,-1-1 1 0 0,1-1-1 0 0,0 0 1 0 0,-1 0 0 0 0,0-1-1 0 0,21-11 1 0 0,-16 7-10 0 0,-2-1-1 0 0,1-1 1 0 0,-1-1 0 0 0,-1 0-1 0 0,0 0 1 0 0,15-18 0 0 0,-9 6 154 0 0,-1-1 1 0 0,-1-1-1 0 0,-1-1 1 0 0,-1 0 0 0 0,-1-1-1 0 0,-2 0 1 0 0,16-49 0 0 0,-24 62-65 0 0,-1 0-1 0 0,0 0 1 0 0,0 0 0 0 0,-2 0 0 0 0,0 0 0 0 0,0 0 0 0 0,-2 0 0 0 0,-3-25-1 0 0,3 32-132 0 0,0 1-1 0 0,-1-1 1 0 0,0 1 0 0 0,0 0-1 0 0,-1 0 1 0 0,1 0-1 0 0,-1 0 1 0 0,-1 0-1 0 0,1 1 1 0 0,-1-1-1 0 0,0 1 1 0 0,0 0 0 0 0,-1 0-1 0 0,1 0 1 0 0,-1 1-1 0 0,0-1 1 0 0,-1 1-1 0 0,1 1 1 0 0,-1-1-1 0 0,-10-5 1 0 0,3 4-273 0 0,-1 0-1 0 0,0 1 1 0 0,0 0-1 0 0,-1 1 1 0 0,1 0 0 0 0,-1 2-1 0 0,-26-1 1 0 0,30 2-745 0 0,-1 1 1 0 0,0 0 0 0 0,0 1-1 0 0,0 0 1 0 0,0 1-1 0 0,1 0 1 0 0,0 1-1 0 0,-1 0 1 0 0,1 1-1 0 0,-11 6 1 0 0,12-3-572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4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161 142 684 0 0,'17'-16'7755'0'0,"-13"12"-5816"0"0,-1-1 0 0 0,0 0-1 0 0,5-9 1 0 0,-3 7 955 0 0,-19 22-51 0 0,5-3-2214 0 0,-101 159 2633 0 0,99-150-3226 0 0,0 0 1 0 0,2 0-1 0 0,0 1 1 0 0,2 0-1 0 0,0 0 1 0 0,-5 39-1 0 0,11-55-17 0 0,0 0 1 0 0,1 0-1 0 0,0 1 1 0 0,0-1-1 0 0,1 0 1 0 0,0 0-1 0 0,0 0 1 0 0,0 0-1 0 0,1 0 0 0 0,-1 0 1 0 0,1 0-1 0 0,1 0 1 0 0,4 9-1 0 0,-4-12-6 0 0,0 1 0 0 0,-1-1 0 0 0,1 1 0 0 0,1-1 0 0 0,-1 0 0 0 0,0 0 0 0 0,1 0 0 0 0,0 0 0 0 0,0-1 0 0 0,-1 0 0 0 0,1 1 0 0 0,1-1 0 0 0,-1-1 0 0 0,0 1 0 0 0,0-1 0 0 0,1 1 0 0 0,-1-1 0 0 0,1-1-1 0 0,5 2 1 0 0,4-2 15 0 0,0 0-1 0 0,0 0 0 0 0,-1-1 0 0 0,1-1 0 0 0,0 0 0 0 0,0-1 0 0 0,-1-1 0 0 0,1 0 0 0 0,-1 0 0 0 0,0-2 0 0 0,-1 1 0 0 0,1-2 0 0 0,-1 0 1 0 0,0 0-1 0 0,-1-1 0 0 0,1 0 0 0 0,9-11 0 0 0,-3 3 14 0 0,-1-1 0 0 0,-1-1 0 0 0,0 0-1 0 0,-2-2 1 0 0,0 0 0 0 0,-1 0 0 0 0,-1-1 0 0 0,19-44 0 0 0,-23 43-7 0 0,-1-1 0 0 0,9-46 1 0 0,-14 58-35 0 0,-1-1-1 0 0,0 0 1 0 0,-1 1 0 0 0,0-1 0 0 0,-1 1 0 0 0,0-1 0 0 0,-1 1 0 0 0,-4-13 0 0 0,5 19-66 0 0,0 0 0 0 0,-1 0 0 0 0,0 1 0 0 0,0-1 0 0 0,0 1 0 0 0,-1-1 0 0 0,0 1 0 0 0,0 0 0 0 0,0 0 1 0 0,0 0-1 0 0,0 1 0 0 0,-1-1 0 0 0,0 1 0 0 0,1 0 0 0 0,-1 0 0 0 0,0 0 0 0 0,-1 0 0 0 0,1 1 0 0 0,0-1 0 0 0,-1 1 0 0 0,0 0 0 0 0,1 1 0 0 0,-1-1 0 0 0,0 1 1 0 0,0 0-1 0 0,0 0 0 0 0,0 0 0 0 0,0 1 0 0 0,0 0 0 0 0,-8 0 0 0 0,3 1-635 0 0,1 1-1 0 0,-1-1 1 0 0,1 2 0 0 0,0-1 0 0 0,0 1-1 0 0,0 0 1 0 0,0 1 0 0 0,0 0-1 0 0,1 1 1 0 0,0-1 0 0 0,0 2-1 0 0,0-1 1 0 0,0 1 0 0 0,1 0 0 0 0,-9 10-1 0 0,4-1-3997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4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8 1760 0 0,'1'-7'22748'0'0,"-5"16"-22368"0"0,1 0-1 0 0,1 0 1 0 0,0 0-1 0 0,-2 19 1 0 0,-1 8-42 0 0,-45 168 550 0 0,2-11-1520 0 0,24-63-3836 0 0,23-124 3688 0 0,0 0-1 0 0,1 0 0 0 0,0 0 1 0 0,1 11-1 0 0,-1-15-55 0 0,0 1-1 0 0,1-1 1 0 0,0 0-1 0 0,-1 0 1 0 0,1 0-1 0 0,0 0 1 0 0,0 0-1 0 0,0 0 1 0 0,3 4-1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54 1348 0 0,'47'-47'17997'0'0,"-47"47"-17920"0"0,0 0-1 0 0,0-1 1 0 0,0 1 0 0 0,0 0-1 0 0,0-1 1 0 0,0 1-1 0 0,0 0 1 0 0,0 0 0 0 0,1-1-1 0 0,-1 1 1 0 0,0 0-1 0 0,0-1 1 0 0,0 1 0 0 0,0 0-1 0 0,1 0 1 0 0,-1 0 0 0 0,0-1-1 0 0,0 1 1 0 0,0 0-1 0 0,1 0 1 0 0,-1 0 0 0 0,0-1-1 0 0,0 1 1 0 0,1 0-1 0 0,-1 0 1 0 0,0 0 0 0 0,1 0-1 0 0,-1 0 1 0 0,0 0-1 0 0,0 0 1 0 0,1 0 0 0 0,-1 0-1 0 0,2 3 200 0 0,0 1 1 0 0,-1 0-1 0 0,0 0 0 0 0,0 0 0 0 0,0 0 0 0 0,0 0 0 0 0,-1 0 0 0 0,1 0 0 0 0,-1 1 0 0 0,0-1 1 0 0,0 0-1 0 0,-1 0 0 0 0,-1 7 0 0 0,-14 62 1839 0 0,13-62-1901 0 0,-18 57 733 0 0,-49 108 1 0 0,-2 4-5198 0 0,70-175 3712 0 0,-2 8-602 0 0,0-1-1 0 0,-3 22 0 0 0,8-5-2706 0 0,-1-27 3335 0 0,0-1-1 0 0,1 1 0 0 0,-1-1 0 0 0,1 1 0 0 0,0-1 0 0 0,-1 1 0 0 0,1-1 0 0 0,0 0 0 0 0,0 0 0 0 0,0 1 1 0 0,0-1-1 0 0,5 4-1026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7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153 107 348 0 0,'-5'-1'1450'0'0,"0"0"-1"0"0,1 0 1 0 0,0-1 0 0 0,-1 0-1 0 0,1 0 1 0 0,0 0 0 0 0,-7-5 0 0 0,10 6-1233 0 0,0 1 0 0 0,1-1 0 0 0,-1 0 0 0 0,0 1 1 0 0,1-1-1 0 0,-1 0 0 0 0,0 1 0 0 0,1-1 0 0 0,-1 0 1 0 0,1 0-1 0 0,0 0 0 0 0,-1 0 0 0 0,1 1 0 0 0,0-1 1 0 0,-1 0-1 0 0,1 0 0 0 0,0 0 0 0 0,0-2 0 0 0,0 2-149 0 0,0 0-1 0 0,1-1 1 0 0,-1 1-1 0 0,0 0 1 0 0,1-1-1 0 0,0 1 0 0 0,-1 0 1 0 0,1 0-1 0 0,0 0 1 0 0,-1 0-1 0 0,1 0 1 0 0,0 0-1 0 0,0 0 1 0 0,0 0-1 0 0,0 0 0 0 0,0 0 1 0 0,2-1-1 0 0,6-5 98 0 0,0 2-1 0 0,0-1 1 0 0,1 1 0 0 0,0 0-1 0 0,0 1 1 0 0,0 0-1 0 0,0 1 1 0 0,1 0 0 0 0,-1 1-1 0 0,1 0 1 0 0,13-1-1 0 0,-17 2-152 0 0,-1 1 0 0 0,1 0 0 0 0,0 0 0 0 0,-1 0-1 0 0,1 1 1 0 0,0 0 0 0 0,-1 0 0 0 0,0 1 0 0 0,1 0 0 0 0,-1 0-1 0 0,0 0 1 0 0,0 1 0 0 0,0 0 0 0 0,0 0 0 0 0,0 1-1 0 0,0-1 1 0 0,-1 1 0 0 0,0 0 0 0 0,7 8 0 0 0,-9-9 21 0 0,-1 1 0 0 0,0 0 0 0 0,1 0 0 0 0,-2 1 0 0 0,1-1 0 0 0,0 0 1 0 0,-1 1-1 0 0,0-1 0 0 0,0 1 0 0 0,0-1 0 0 0,0 1 0 0 0,-1 0 0 0 0,0-1 0 0 0,0 1 0 0 0,0-1 0 0 0,-1 1 1 0 0,1 0-1 0 0,-1-1 0 0 0,0 1 0 0 0,0-1 0 0 0,-1 1 0 0 0,-2 5 0 0 0,-3 7 326 0 0,-1 1 0 0 0,-1-1-1 0 0,-21 31 1 0 0,-2-8 635 0 0,-1-1-1 0 0,-1-2 1 0 0,-75 61 0 0 0,-5 6 649 0 0,102-86-1411 0 0,12-18-228 0 0,0 0 1 0 0,0 0-1 0 0,-1 1 0 0 0,1-1 1 0 0,0 0-1 0 0,0 0 0 0 0,0 1 0 0 0,0-1 1 0 0,0 0-1 0 0,1 0 0 0 0,-1 1 1 0 0,0-1-1 0 0,0 0 0 0 0,0 1 1 0 0,0-1-1 0 0,0 0 0 0 0,0 0 0 0 0,0 0 1 0 0,0 1-1 0 0,1-1 0 0 0,-1 0 1 0 0,0 0-1 0 0,0 1 0 0 0,0-1 0 0 0,0 0 1 0 0,1 0-1 0 0,-1 0 0 0 0,0 0 1 0 0,0 1-1 0 0,1-1 0 0 0,-1 0 1 0 0,0 0-1 0 0,0 0 0 0 0,1 0 0 0 0,-1 0 1 0 0,4 1 12 0 0,0 0 0 0 0,-1-1-1 0 0,1 0 1 0 0,0 0 0 0 0,0 0 0 0 0,5-1 0 0 0,-3 0-18 0 0,321-45-1556 0 0,-232 30 20 0 0,-24 5-123 0 0,91-18-3027 0 0,-56 1-4434 0 0,-75 16 2271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2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2604 0 0,'22'-30'10207'0'0,"-13"18"-6980"0"0,1 1 0 0 0,13-14 0 0 0,-19 21-3067 0 0,1 0 1 0 0,0 1-1 0 0,0-1 1 0 0,0 1-1 0 0,0 0 1 0 0,1 0-1 0 0,-1 1 1 0 0,1 0-1 0 0,6-2 1 0 0,11-2-77 0 0,0 2 0 0 0,1 0 0 0 0,0 2 0 0 0,-1 0 0 0 0,1 2 0 0 0,0 0 0 0 0,29 5 0 0 0,-38-3-95 0 0,0 1 0 0 0,0 0 1 0 0,-1 1-1 0 0,1 1 0 0 0,-1 0 0 0 0,0 1 1 0 0,0 1-1 0 0,-1 0 0 0 0,0 0 0 0 0,0 2 0 0 0,-1-1 1 0 0,17 16-1 0 0,-24-19 58 0 0,-1-1 1 0 0,0 1-1 0 0,0 0 1 0 0,-1 0-1 0 0,1 0 0 0 0,-1 0 1 0 0,0 1-1 0 0,0-1 1 0 0,-1 1-1 0 0,0 0 1 0 0,0 0-1 0 0,0 0 0 0 0,-1 0 1 0 0,0 0-1 0 0,0 0 1 0 0,0 0-1 0 0,-1 0 0 0 0,0 1 1 0 0,0-1-1 0 0,-1 0 1 0 0,1 0-1 0 0,-1 0 1 0 0,-1 0-1 0 0,1 0 0 0 0,-1 0 1 0 0,0 0-1 0 0,0 0 1 0 0,-4 5-1 0 0,-3 5 292 0 0,0 0 0 0 0,-1-1 0 0 0,0 0 0 0 0,-2-1 1 0 0,0 0-1 0 0,0-1 0 0 0,-1 0 0 0 0,-20 14 0 0 0,-22 14 1237 0 0,-71 37 0 0 0,60-38-1017 0 0,18-11-559 0 0,140-41 0 0 0,318-36 0 0 0,-320 41 0 0 0,-25 0-3353 0 0,61-3-8509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5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78 3268 0 0,'10'-19'19892'0'0,"-9"13"-18920"0"0,0-6 2140 0 0,5 7-2983 0 0,-1 1 1 0 0,1 0-1 0 0,0 0 1 0 0,0 1-1 0 0,1 0 1 0 0,-1 0-1 0 0,1 0 1 0 0,0 1-1 0 0,-1 0 1 0 0,1 0-1 0 0,0 0 1 0 0,0 1-1 0 0,10 0 1 0 0,-4 0-131 0 0,-1 0-1 0 0,1 2 1 0 0,-1-1 0 0 0,0 2-1 0 0,1-1 1 0 0,-1 2 0 0 0,12 3 0 0 0,-20-5-9 0 0,0 1 0 0 0,0-1 0 0 0,0 1 0 0 0,0 0 1 0 0,-1 0-1 0 0,1 0 0 0 0,0 0 0 0 0,-1 1 0 0 0,0-1 0 0 0,0 1 1 0 0,1 0-1 0 0,-2 0 0 0 0,1 0 0 0 0,0 0 0 0 0,-1 1 1 0 0,1-1-1 0 0,-1 1 0 0 0,0 0 0 0 0,0-1 0 0 0,0 1 0 0 0,2 8 1 0 0,-3-7 9 0 0,-1 0 1 0 0,1 1 0 0 0,-1-1 0 0 0,0 0 0 0 0,0 1 0 0 0,-1-1 0 0 0,1 0 0 0 0,-1 1-1 0 0,-1-1 1 0 0,1 0 0 0 0,-1 0 0 0 0,1 0 0 0 0,-1 0 0 0 0,-1 0 0 0 0,1 0-1 0 0,-6 7 1 0 0,-5 7 250 0 0,-1-2-1 0 0,-1 1 0 0 0,-1-2 0 0 0,0 0 1 0 0,-24 18-1 0 0,-100 63 1898 0 0,87-63-1876 0 0,-12 10-272 0 0,57-36 0 0 0,8-8 0 0 0,-1 0 0 0 0,1 1 0 0 0,0-1 0 0 0,0 0 0 0 0,0 0 0 0 0,0 1 0 0 0,0-1 0 0 0,0 0 0 0 0,0 0 0 0 0,0 1 0 0 0,0-1 0 0 0,0 0 0 0 0,0 0 0 0 0,0 1 0 0 0,0-1 0 0 0,0 0 0 0 0,0 0 0 0 0,0 1 0 0 0,0-1 0 0 0,1 0 0 0 0,-1 0 0 0 0,0 1 0 0 0,0-1 0 0 0,0 0 0 0 0,0 0 0 0 0,0 1 0 0 0,1-1 0 0 0,-1 0 0 0 0,0 0 0 0 0,0 0 0 0 0,0 0 0 0 0,1 1 0 0 0,-1-1 0 0 0,0 0 0 0 0,0 0 0 0 0,0 0 0 0 0,1 0 0 0 0,-1 0 0 0 0,0 0 0 0 0,0 0 0 0 0,1 1 0 0 0,10 0 0 0 0,0 1 0 0 0,0-1 0 0 0,-1-1 0 0 0,1 0 0 0 0,0 0 0 0 0,0-1 0 0 0,15-3 0 0 0,18-1 0 0 0,877 1-11581 0 0,-783 10 2360 0 0,-83-4-340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7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97 1404 0 0,'-14'-9'5527'0'0,"-15"-20"4342"0"0,15 14-3657 0 0,2 5-653 0 0,5 10-4864 0 0,-23 26-479 0 0,0 1 0 0 0,1 1 1 0 0,2 2-1 0 0,-30 43 0 0 0,41-52-186 0 0,2 1 0 0 0,1 1 0 0 0,1 1 0 0 0,0 0 0 0 0,2 0 0 0 0,1 1 0 0 0,-10 43 0 0 0,18-63-20 0 0,0 1 0 0 0,0-1-1 0 0,0 1 1 0 0,1 0 0 0 0,0-1 0 0 0,0 1 0 0 0,0 0 0 0 0,1-1 0 0 0,0 1 0 0 0,0 0 0 0 0,0-1-1 0 0,1 1 1 0 0,-1-1 0 0 0,2 0 0 0 0,-1 1 0 0 0,0-1 0 0 0,1 0 0 0 0,0-1 0 0 0,0 1-1 0 0,1 0 1 0 0,-1-1 0 0 0,1 1 0 0 0,0-1 0 0 0,0 0 0 0 0,0-1 0 0 0,1 1 0 0 0,-1-1 0 0 0,1 0-1 0 0,0 0 1 0 0,0 0 0 0 0,0 0 0 0 0,0-1 0 0 0,11 3 0 0 0,1 0 15 0 0,1-1 0 0 0,1-1 0 0 0,-1 0 0 0 0,0-1 1 0 0,1-1-1 0 0,-1-1 0 0 0,1-1 0 0 0,-1-1 0 0 0,0 0 0 0 0,0-1 1 0 0,0-1-1 0 0,0-1 0 0 0,0 0 0 0 0,-1-1 0 0 0,26-14 0 0 0,-20 9-12 0 0,-1-1-1 0 0,0-2 1 0 0,-1 0-1 0 0,0-1 1 0 0,-2-1-1 0 0,0-1 0 0 0,0-1 1 0 0,-2-1-1 0 0,0 0 1 0 0,24-37-1 0 0,-36 47-6 0 0,0 1 0 0 0,0-1 0 0 0,-1 0 0 0 0,0 0 0 0 0,-1 0 0 0 0,0 0 0 0 0,0-1-1 0 0,-1 1 1 0 0,0-1 0 0 0,-1 0 0 0 0,0 1 0 0 0,-1-14 0 0 0,-1 16-8 0 0,0-1 0 0 0,0 1 1 0 0,-1 0-1 0 0,0-1 0 0 0,0 1 0 0 0,-1 0 0 0 0,0 0 0 0 0,0 1 1 0 0,-1-1-1 0 0,1 1 0 0 0,-2-1 0 0 0,1 1 0 0 0,-1 0 1 0 0,0 1-1 0 0,0-1 0 0 0,-8-6 0 0 0,-4-1-136 0 0,1 1 0 0 0,-2 0 0 0 0,0 2 0 0 0,0 0 0 0 0,0 1 0 0 0,-2 1 0 0 0,1 0 0 0 0,-25-5 0 0 0,21 7-997 0 0,0 2 0 0 0,0 0 0 0 0,-46-1 0 0 0,54 5-183 0 0,0 1-1 0 0,1 1 0 0 0,-22 5 0 0 0,-14 10-9116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49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80 536 0 0,'-4'-16'6393'0'0,"-6"-23"3932"0"0,12 36-9900 0 0,-2 3-413 0 0,0-1-1 0 0,0 1 1 0 0,0 0 0 0 0,0-1-1 0 0,0 1 1 0 0,0 0-1 0 0,1 0 1 0 0,-1-1 0 0 0,0 1-1 0 0,0 0 1 0 0,0-1-1 0 0,0 1 1 0 0,1 0-1 0 0,-1 0 1 0 0,0-1 0 0 0,0 1-1 0 0,0 0 1 0 0,1 0-1 0 0,-1 0 1 0 0,0-1 0 0 0,0 1-1 0 0,1 0 1 0 0,-1 0-1 0 0,0 0 1 0 0,1 0-1 0 0,-1 0 1 0 0,1-1 0 0 0,19-3 136 0 0,0 0 0 0 0,0 1 1 0 0,1 1-1 0 0,32 2 0 0 0,-7-1-16 0 0,451 12 377 0 0,-417-7-288 0 0,7 6 387 0 0,-83-9-561 0 0,-1 0-1 0 0,1 1 1 0 0,-1-1 0 0 0,1 1-1 0 0,-1 0 1 0 0,0 0 0 0 0,0 0-1 0 0,0 0 1 0 0,0 1-1 0 0,0-1 1 0 0,0 1 0 0 0,-1 0-1 0 0,1 0 1 0 0,2 5 0 0 0,3 4 272 0 0,-1 1 0 0 0,0 0 1 0 0,-1 0-1 0 0,-1 1 0 0 0,0 0 0 0 0,-1 0 1 0 0,0 0-1 0 0,3 29 0 0 0,-3 8 681 0 0,-3 63 0 0 0,-2-66-528 0 0,-4 75 666 0 0,-41 226 0 0 0,7-132-663 0 0,-77 520 340 0 0,32 652-654 0 0,81-1298-145 0 0,-23 819 1452 0 0,-22-1-172 0 0,41-787-1296 0 0,-25 216 0 0 0,28-298 0 0 0,2-20 0 0 0,0 0 0 0 0,-8 28 0 0 0,10-45 0 0 0,-1 0 0 0 0,0 0 0 0 0,0 0 0 0 0,0 0 0 0 0,0 0 0 0 0,0-1 0 0 0,-1 1 0 0 0,1 0 0 0 0,-1-1 0 0 0,0 1 0 0 0,0-1 0 0 0,0 1 0 0 0,0-1 0 0 0,0 0 0 0 0,0 0 0 0 0,0 0 0 0 0,-1 0 0 0 0,1 0 0 0 0,-1 0 0 0 0,0-1 0 0 0,1 1 0 0 0,-1-1 0 0 0,0 0 0 0 0,0 0 0 0 0,0 0 0 0 0,0 0 0 0 0,-5 0 0 0 0,-3 3 0 0 0,-20 5 0 0 0,0-1 0 0 0,-1-1 0 0 0,-60 5 0 0 0,-99-8 0 0 0,147-4 0 0 0,-184-1-3292 0 0,-310-24-13647 0 0,424 15 6807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2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2 621 1536 0 0,'0'0'10278'0'0,"-2"35"-6338"0"0,3-27-3662 0 0,1 1-1 0 0,0-1 0 0 0,0 0 1 0 0,5 11-1 0 0,-7-17-251 0 0,1 0-1 0 0,0-1 1 0 0,0 1-1 0 0,-1 0 1 0 0,1 0-1 0 0,0-1 1 0 0,1 1-1 0 0,-1-1 1 0 0,0 1 0 0 0,0-1-1 0 0,1 0 1 0 0,-1 1-1 0 0,0-1 1 0 0,1 0-1 0 0,-1 0 1 0 0,1 0-1 0 0,0 0 1 0 0,-1 0-1 0 0,1 0 1 0 0,0 0 0 0 0,0-1-1 0 0,0 1 1 0 0,-1-1-1 0 0,1 1 1 0 0,0-1-1 0 0,0 0 1 0 0,2 1-1 0 0,8-3 20 0 0,-1 1-1 0 0,0-1 1 0 0,0-1-1 0 0,0 0 1 0 0,-1-1-1 0 0,1 0 1 0 0,-1-1 0 0 0,13-7-1 0 0,-7 3-7 0 0,-1-2 0 0 0,0 0 0 0 0,-1-1 0 0 0,20-20 0 0 0,-7 1-1 0 0,-2-1 0 0 0,-1-1 1 0 0,38-71-1 0 0,-26 30-32 0 0,-3 0 1 0 0,-3-2-1 0 0,32-129 0 0 0,-111 391 508 0 0,-8 105 657 0 0,-26 402 1 0 0,1 58-226 0 0,57-617-859 0 0,-12 71-52 0 0,36-200-33 0 0,1-3 2 0 0,-1 1 0 0 0,0 0 1 0 0,1 0-1 0 0,-1 0 1 0 0,1-1-1 0 0,0 1 1 0 0,0 0-1 0 0,0 0 1 0 0,1 0-1 0 0,-1 0 0 0 0,1-1 1 0 0,-1 1-1 0 0,1 0 1 0 0,0 0-1 0 0,0-1 1 0 0,2 5-1 0 0,-2-6 13 0 0,3-1-4 0 0,4-2-4 0 0,0 0-1 0 0,0 0 0 0 0,0-1 1 0 0,0 0-1 0 0,0 0 1 0 0,-1-1-1 0 0,1 0 1 0 0,-1 0-1 0 0,0-1 0 0 0,-1 0 1 0 0,9-7-1 0 0,13-14-13 0 0,28-30-1 0 0,-39 37-1 0 0,0-1-1 0 0,-1-1 0 0 0,0-1 1 0 0,-2 0-1 0 0,-1-1 1 0 0,16-38-1 0 0,-23 47 8 0 0,-1 0 0 0 0,-1-1 0 0 0,0 0 0 0 0,-1 0 0 0 0,-1 0 0 0 0,0 0 0 0 0,-1-1 0 0 0,-1 1 0 0 0,0 0 0 0 0,-1 0 0 0 0,-1-1 0 0 0,-6-25 0 0 0,0 14-2 0 0,-2 0 1 0 0,0 1 0 0 0,-2 1-1 0 0,-1 0 1 0 0,-1 0 0 0 0,-1 1-1 0 0,-1 1 1 0 0,-1 1 0 0 0,-28-30-1 0 0,-11-2 4 0 0,-2 3 0 0 0,-75-52 0 0 0,46 36-63 0 0,86 66 52 0 0,1 1-1 0 0,-1-1 1 0 0,0 1-1 0 0,1-1 1 0 0,-1 0-1 0 0,1 1 1 0 0,-1-1-1 0 0,1 1 1 0 0,-1-1 0 0 0,1 0-1 0 0,0 0 1 0 0,-1 1-1 0 0,1-1 1 0 0,0 0-1 0 0,-1 0 1 0 0,1 1-1 0 0,0-1 1 0 0,0 0 0 0 0,0 0-1 0 0,0 1 1 0 0,0-1-1 0 0,0 0 1 0 0,0 0-1 0 0,0 0 1 0 0,0-1-1 0 0,1 1-27 0 0,-1-1 0 0 0,1 0 0 0 0,0 0 0 0 0,0 0 0 0 0,0 1 0 0 0,0-1 0 0 0,0 0 0 0 0,0 1 0 0 0,1-1 0 0 0,1-1 0 0 0,4-3-222 0 0,-1 0 0 0 0,2 1 0 0 0,11-7 0 0 0,24-13-914 0 0,2 2 0 0 0,55-18 0 0 0,99-25-2347 0 0,-114 40 1673 0 0,-2-3 0 0 0,88-44 0 0 0,-164 70 1991 0 0,-1-1-1 0 0,0 1 0 0 0,-1-2 1 0 0,1 1-1 0 0,-1 0 0 0 0,1-1 0 0 0,-1 0 1 0 0,-1 0-1 0 0,1-1 0 0 0,-1 1 0 0 0,0-1 1 0 0,0 0-1 0 0,3-7 0 0 0,-4 6 408 0 0,-1 0 0 0 0,1 1 0 0 0,-1-1 0 0 0,-1 0 0 0 0,1 0 0 0 0,-1 0 0 0 0,-1 0 0 0 0,1-1 0 0 0,-1 1 0 0 0,0 0 0 0 0,-1 0 0 0 0,-2-14 819 0 0,-1 23-1173 0 0,4-2-189 0 0,0 0 1 0 0,-1 0-1 0 0,1 0 1 0 0,0 1 0 0 0,-1-1-1 0 0,1 0 1 0 0,0 0-1 0 0,-1 0 1 0 0,1 0-1 0 0,0 0 1 0 0,-1 0 0 0 0,1 0-1 0 0,0 1 1 0 0,0-1-1 0 0,-1 0 1 0 0,1 0 0 0 0,0 0-1 0 0,0 1 1 0 0,-1-1-1 0 0,1 0 1 0 0,0 0-1 0 0,0 1 1 0 0,0-1 0 0 0,-1 0-1 0 0,1 1 1 0 0,0-1-1 0 0,0 0 1 0 0,0 0-1 0 0,0 1 1 0 0,-16 55 638 0 0,-11 76 1 0 0,22-97-552 0 0,2-1 1 0 0,1 1 0 0 0,6 57 0 0 0,-4-87-119 0 0,0 0 1 0 0,1 0-1 0 0,0 0 1 0 0,0-1-1 0 0,0 1 1 0 0,0 0-1 0 0,1-1 1 0 0,0 1-1 0 0,0-1 1 0 0,0 0-1 0 0,1 0 1 0 0,-1 1-1 0 0,1-1 1 0 0,0-1-1 0 0,0 1 1 0 0,7 6-1 0 0,-8-9-84 0 0,0 0 0 0 0,0 0 0 0 0,0-1 0 0 0,0 1 0 0 0,0-1-1 0 0,0 1 1 0 0,0-1 0 0 0,1 0 0 0 0,-1 0 0 0 0,0 0 0 0 0,0 0 0 0 0,0 0 0 0 0,0 0-1 0 0,0-1 1 0 0,0 1 0 0 0,0-1 0 0 0,0 1 0 0 0,2-2 0 0 0,33-16-2410 0 0,-28 12 938 0 0,0 0 0 0 0,0-1 0 0 0,9-10 0 0 0,5-8-4811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2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35 2316 0 0,'-18'-21'4718'0'0,"17"20"-4492"0"0,0 0-1 0 0,-1 0 0 0 0,1 0 0 0 0,0 0 1 0 0,0 0-1 0 0,-1 0 0 0 0,1 0 0 0 0,-1 0 1 0 0,1 0-1 0 0,-1 1 0 0 0,1-1 0 0 0,-1 0 0 0 0,1 1 1 0 0,-4-1-1 0 0,2 1-176 0 0,1 1-1 0 0,0 0 1 0 0,-1-1-1 0 0,1 1 1 0 0,0 0 0 0 0,-1 0-1 0 0,1 0 1 0 0,0 0-1 0 0,0 1 1 0 0,0-1 0 0 0,0 1-1 0 0,0-1 1 0 0,0 1-1 0 0,0 0 1 0 0,1-1 0 0 0,-1 1-1 0 0,1 0 1 0 0,-1 0 0 0 0,1 0-1 0 0,0 0 1 0 0,-1 1-1 0 0,1-1 1 0 0,0 0 0 0 0,1 1-1 0 0,-2 2 1 0 0,-1 7-1184 0 0,0-1 1 0 0,1 1-1 0 0,0 0 1 0 0,0 14 0 0 0,0-12-2467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3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2192 0 0,'22'26'9476'0'0,"-5"28"-5868"0"0,-9-34-2907 0 0,-1 1 0 0 0,-1 0-1 0 0,4 33 1 0 0,-7-33-228 0 0,-2 0 0 0 0,0 0-1 0 0,-2 0 1 0 0,0 0 0 0 0,-1 0 0 0 0,-8 33 0 0 0,8-45-94 0 0,1-6-212 0 0,0 0 1 0 0,0 0-1 0 0,0 0 0 0 0,0 1 1 0 0,0-1-1 0 0,-1-1 0 0 0,1 1 1 0 0,-1 0-1 0 0,-3 4 0 0 0,4-5 19 0 0,-2-4 27 0 0,2 2-206 0 0,1 0-1 0 0,-1 0 0 0 0,1 0 0 0 0,0 0 1 0 0,-1 0-1 0 0,1 0 0 0 0,0 0 0 0 0,-1 0 1 0 0,1 0-1 0 0,-1 0 0 0 0,1 0 0 0 0,0-1 0 0 0,-1 1 1 0 0,1 0-1 0 0,0 0 0 0 0,0 0 0 0 0,-1-1 1 0 0,1 1-1 0 0,0 0 0 0 0,-1 0 0 0 0,1-1 1 0 0,0 1-1 0 0,0 0 0 0 0,-1-1 0 0 0,-1-4 27 0 0,0-1-1 0 0,0 0 1 0 0,0 1 0 0 0,0-1-1 0 0,1 0 1 0 0,0 0-1 0 0,1 0 1 0 0,-1 0 0 0 0,1 0-1 0 0,0 1 1 0 0,1-8-1 0 0,0 3-21 0 0,1 0-1 0 0,1-1 0 0 0,-1 1 1 0 0,2 0-1 0 0,-1 1 0 0 0,6-11 1 0 0,-2 7-29 0 0,0 0 1 0 0,1 0-1 0 0,1 1 1 0 0,0 0 0 0 0,1 1-1 0 0,0 0 1 0 0,0 0-1 0 0,1 1 1 0 0,15-11 0 0 0,-17 16-3 0 0,0 0 1 0 0,0 0 0 0 0,1 0 0 0 0,0 1 0 0 0,0 1-1 0 0,0 0 1 0 0,11-2 0 0 0,-14 3-8 0 0,-1 1 0 0 0,1 0 0 0 0,-1 1 0 0 0,1 0 0 0 0,-1 0 0 0 0,1 0 0 0 0,0 1 0 0 0,-1 0-1 0 0,1 0 1 0 0,-1 0 0 0 0,0 1 0 0 0,10 4 0 0 0,-13-4 28 0 0,0-1 0 0 0,0 1-1 0 0,0 0 1 0 0,-1 0 0 0 0,1 0 0 0 0,-1 0-1 0 0,1 0 1 0 0,-1 0 0 0 0,0 1 0 0 0,0-1-1 0 0,0 1 1 0 0,0 0 0 0 0,-1-1 0 0 0,1 1-1 0 0,-1 0 1 0 0,1 0 0 0 0,-1 0 0 0 0,0 0-1 0 0,0 0 1 0 0,0 1 0 0 0,-1-1 0 0 0,1 0-1 0 0,-1 0 1 0 0,0 0 0 0 0,0 4 0 0 0,-1 7-89 0 0,0 0 1 0 0,-2 0-1 0 0,1 0 0 0 0,-8 21 1 0 0,-1 5-1334 0 0,8-24 333 0 0,1-10 21 0 0,1 0 1 0 0,-1 1-1 0 0,2-1 1 0 0,-1 1-1 0 0,1 12 0 0 0,0-18 822 0 0,1-1-1 0 0,-1 1 0 0 0,1 0 0 0 0,-1 0 0 0 0,1-1 1 0 0,-1 1-1 0 0,1 0 0 0 0,0-1 0 0 0,-1 1 1 0 0,1-1-1 0 0,0 1 0 0 0,0-1 0 0 0,-1 1 0 0 0,1-1 1 0 0,0 1-1 0 0,0-1 0 0 0,0 0 0 0 0,-1 1 1 0 0,1-1-1 0 0,0 0 0 0 0,0 0 0 0 0,0 0 1 0 0,0 1-1 0 0,0-1 0 0 0,0 0 0 0 0,0 0 0 0 0,-1 0 1 0 0,1-1-1 0 0,0 1 0 0 0,0 0 0 0 0,2-1 1 0 0,-2 1-62 0 0,15-1-3571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3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371 853 1360 0 0,'9'-8'1613'0'0,"-1"0"0"0"0,1-1 0 0 0,-1 0 1 0 0,-1-1-1 0 0,9-13 0 0 0,-13 18-1067 0 0,-1 1-1 0 0,0-1 1 0 0,0 1 0 0 0,0-1 0 0 0,-1 0-1 0 0,1 0 1 0 0,-1 1 0 0 0,0-1 0 0 0,0 0-1 0 0,-1 0 1 0 0,0 0 0 0 0,0-1 0 0 0,0 1-1 0 0,-2-8 1 0 0,2 11-480 0 0,0 1-1 0 0,-1-1 1 0 0,0 1-1 0 0,1 0 1 0 0,-1-1 0 0 0,0 1-1 0 0,0 0 1 0 0,0 0-1 0 0,0-1 1 0 0,0 1-1 0 0,0 0 1 0 0,0 0 0 0 0,0 0-1 0 0,0 0 1 0 0,0 0-1 0 0,-1 1 1 0 0,1-1-1 0 0,0 0 1 0 0,-1 0 0 0 0,1 1-1 0 0,0-1 1 0 0,-1 1-1 0 0,1-1 1 0 0,-1 1-1 0 0,1 0 1 0 0,-3-1 0 0 0,-32 0 466 0 0,24 3-462 0 0,0 1 1 0 0,1 0-1 0 0,-1 1 1 0 0,1 0 0 0 0,0 1-1 0 0,0 0 1 0 0,-21 14-1 0 0,10-6-45 0 0,0 2 0 0 0,1 1 1 0 0,0 1-1 0 0,1 0 0 0 0,1 2 0 0 0,1 0 1 0 0,1 1-1 0 0,0 1 0 0 0,2 0 0 0 0,0 1 1 0 0,-17 36-1 0 0,27-47-25 0 0,1-1 0 0 0,0 0 1 0 0,1 1-1 0 0,1-1 0 0 0,-2 14 1 0 0,3-19 0 0 0,0-1 0 0 0,1 0 1 0 0,0 1-1 0 0,0-1 0 0 0,0 0 1 0 0,0 1-1 0 0,1-1 0 0 0,0 0 1 0 0,0 1-1 0 0,0-1 0 0 0,0 0 1 0 0,1 0-1 0 0,-1 0 0 0 0,1 0 1 0 0,4 6-1 0 0,-4-8 2 0 0,0 0 0 0 0,0 0-1 0 0,1 0 1 0 0,-1 0 0 0 0,1-1 0 0 0,-1 1 0 0 0,1-1-1 0 0,-1 0 1 0 0,1 1 0 0 0,0-1 0 0 0,0 0 0 0 0,0 0-1 0 0,0-1 1 0 0,0 1 0 0 0,0-1 0 0 0,0 1 0 0 0,0-1-1 0 0,0 0 1 0 0,0 0 0 0 0,0 0 0 0 0,0-1 0 0 0,3 0-1 0 0,8-1 4 0 0,1-2-1 0 0,-1 0 1 0 0,16-6-1 0 0,-21 6 0 0 0,24-9-30 0 0,-2-2 0 0 0,0-1-1 0 0,0-2 1 0 0,-2-1-1 0 0,0-1 1 0 0,-2-1 0 0 0,0-2-1 0 0,-1-1 1 0 0,-1 0-1 0 0,32-43 1 0 0,-20 17-32 0 0,-2-1-1 0 0,-2-2 1 0 0,-2-1 0 0 0,-3-1-1 0 0,23-64 1 0 0,-24 49 28 0 0,-3 0-1 0 0,-3-2 0 0 0,22-147 1 0 0,-42 211 11 0 0,-1 0 0 0 0,0 0-1 0 0,-2-15 1 0 0,2 23 17 0 0,0 0-1 0 0,0-1 0 0 0,0 1 1 0 0,0 0-1 0 0,-1-1 0 0 0,1 1 0 0 0,0 0 1 0 0,0-1-1 0 0,0 1 0 0 0,-1 0 1 0 0,1-1-1 0 0,0 1 0 0 0,0 0 1 0 0,-1-1-1 0 0,1 1 0 0 0,0 0 1 0 0,0 0-1 0 0,-1 0 0 0 0,1-1 0 0 0,0 1 1 0 0,-1 0-1 0 0,1 0 0 0 0,0 0 1 0 0,-1 0-1 0 0,1-1 0 0 0,0 1 1 0 0,-1 0-1 0 0,1 0 0 0 0,-1 0 1 0 0,1 0-1 0 0,0 0 0 0 0,-1 0 0 0 0,1 0 1 0 0,0 0-1 0 0,-1 0 0 0 0,1 0 1 0 0,-1 0-1 0 0,1 1 0 0 0,0-1 1 0 0,-1 0-1 0 0,1 0 0 0 0,0 0 1 0 0,-1 0-1 0 0,1 0 0 0 0,-1 1 0 0 0,-12 7-10 0 0,1 5 8 0 0,1 0 1 0 0,0 0 0 0 0,2 1-1 0 0,-1 0 1 0 0,1 1 0 0 0,-9 22-1 0 0,14-29 8 0 0,-32 66 178 0 0,3 1 1 0 0,-35 120-1 0 0,54-144-69 0 0,3 1-1 0 0,1 1 1 0 0,3 0-1 0 0,0 103 1 0 0,7-138-183 0 0,2-1 0 0 0,0 1 0 0 0,0 0 0 0 0,2-1 0 0 0,0 1 0 0 0,7 16 0 0 0,-8-26-410 0 0,1-1 0 0 0,0 1 0 0 0,0-1 0 0 0,1 0 0 0 0,0 0 0 0 0,7 8 0 0 0,-8-10-503 0 0,1-1 1 0 0,0 1-1 0 0,1-1 0 0 0,-1 0 1 0 0,1 0-1 0 0,0-1 0 0 0,0 0 1 0 0,10 5-1 0 0,12 0-6614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4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12 300 0 0,'10'-3'76'0'0,"4"-6"-296"0"0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5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57 985 892 0 0,'-12'11'4811'0'0,"7"-5"-3752"0"0,0 1 0 0 0,0 0 0 0 0,-6 14 0 0 0,8-14-810 0 0,0-1 0 0 0,0 1 0 0 0,1 0 0 0 0,0 0 0 0 0,0 0 0 0 0,1 1 0 0 0,-1 13 0 0 0,1-21-212 0 0,1 1 0 0 0,0 0-1 0 0,0 0 1 0 0,1 0 0 0 0,-1 0-1 0 0,0-1 1 0 0,0 1 0 0 0,0 0-1 0 0,0 0 1 0 0,1-1 0 0 0,-1 1 0 0 0,0 0-1 0 0,1 0 1 0 0,-1-1 0 0 0,1 1-1 0 0,-1 0 1 0 0,0-1 0 0 0,1 1 0 0 0,0 0-1 0 0,-1-1 1 0 0,1 1 0 0 0,-1-1-1 0 0,1 1 1 0 0,0-1 0 0 0,0 1 0 0 0,1 0 4 0 0,0-1 0 0 0,-1 1 1 0 0,1-1-1 0 0,0 0 0 0 0,-1 1 1 0 0,1-1-1 0 0,0 0 1 0 0,0 0-1 0 0,-1 0 0 0 0,1 0 1 0 0,2-1-1 0 0,4-1 53 0 0,-1 0 0 0 0,1 0 0 0 0,12-7 0 0 0,6-4-4 0 0,-1-2-1 0 0,-1-1 1 0 0,-1-1 0 0 0,0 0 0 0 0,39-41 0 0 0,-21 13-32 0 0,63-89 1 0 0,-54 56-49 0 0,-4-2 0 0 0,-4-3 0 0 0,-3 0-1 0 0,53-171 1 0 0,-37 38 1212 0 0,-54 214-973 0 0,-2 3-242 0 0,-1-1 0 0 0,1 1 0 0 0,-1 0 0 0 0,1 0 0 0 0,0 0 0 0 0,0 0 0 0 0,0 1 0 0 0,0-1 0 0 0,0 0 0 0 0,0 0 0 0 0,0 1 0 0 0,-1 1 0 0 0,0-1 4 0 0,-7 12 2 0 0,1 0 0 0 0,1 0 0 0 0,0 1 0 0 0,-10 30 0 0 0,5-13 7 0 0,-102 277 182 0 0,85-219-119 0 0,-25 138 0 0 0,49-196-77 0 0,1 0 0 0 0,2 0 1 0 0,0 0-1 0 0,7 59 0 0 0,-3-77-16 0 0,0 0 1 0 0,2-1-1 0 0,0 1 0 0 0,0-1 1 0 0,11 23-1 0 0,-11-28-23 0 0,1 0 1 0 0,0-1-1 0 0,0 1 1 0 0,1-1-1 0 0,0 0 0 0 0,0 0 1 0 0,1-1-1 0 0,0 0 1 0 0,12 9-1 0 0,-9-9-135 0 0,0-1-1 0 0,-1-1 1 0 0,2 0-1 0 0,-1 0 1 0 0,0-1-1 0 0,1 0 1 0 0,-1-1-1 0 0,1 0 1 0 0,0-1 0 0 0,0 0-1 0 0,0 0 1 0 0,18-3-1 0 0,-6 0-260 0 0,0-1 1 0 0,-1-1-1 0 0,0-1 0 0 0,0-1 0 0 0,22-9 1 0 0,-21 4 212 0 0,-1 0 0 0 0,-1-1 1 0 0,0-1-1 0 0,-1 0 0 0 0,0-2 0 0 0,-1-1 1 0 0,-1 0-1 0 0,0-1 0 0 0,-1-1 0 0 0,-1-1 1 0 0,-1 0-1 0 0,22-37 0 0 0,-6 2 288 0 0,-3-1 0 0 0,-3-2 0 0 0,35-112 0 0 0,-25 46 1404 0 0,-6-2-1 0 0,17-163 0 0 0,-46 286-1437 0 0,1 1 0 0 0,-1-1-1 0 0,0 1 1 0 0,0-1 0 0 0,0 1-1 0 0,0-1 1 0 0,0 1 0 0 0,0-1-1 0 0,0 1 1 0 0,-1-1 0 0 0,1 1-1 0 0,-1-3 1 0 0,0 4-24 0 0,1 0 0 0 0,0 0 1 0 0,-1 0-1 0 0,1 0 0 0 0,0 0 0 0 0,-1 0 1 0 0,1 0-1 0 0,-1 0 0 0 0,1 1 0 0 0,0-1 1 0 0,-1 0-1 0 0,1 0 0 0 0,0 0 0 0 0,-1 1 1 0 0,1-1-1 0 0,0 0 0 0 0,-1 0 0 0 0,1 1 1 0 0,0-1-1 0 0,0 0 0 0 0,-1 1 0 0 0,1-1 1 0 0,0 0-1 0 0,0 1 0 0 0,0-1 0 0 0,-1 0 1 0 0,1 1-1 0 0,0 0 0 0 0,-22 41 460 0 0,20-37-454 0 0,-172 457 2051 0 0,142-362-1898 0 0,5 2 0 0 0,4 0 0 0 0,-14 153 1 0 0,33-184 32 0 0,4-70-203 0 0,0-1 0 0 0,0 0 0 0 0,0 0 0 0 0,-1 1-1 0 0,1-1 1 0 0,0 0 0 0 0,0 0 0 0 0,0 1 0 0 0,0-1-1 0 0,0 0 1 0 0,0 0 0 0 0,0 1 0 0 0,1-1 0 0 0,-1 0-1 0 0,0 0 1 0 0,0 1 0 0 0,0-1 0 0 0,0 0 0 0 0,0 0-1 0 0,0 1 1 0 0,0-1 0 0 0,0 0 0 0 0,1 0 0 0 0,-1 0-1 0 0,0 1 1 0 0,0-1 0 0 0,0 0 0 0 0,0 0 0 0 0,1 0 0 0 0,-1 0-1 0 0,0 1 1 0 0,0-1 0 0 0,1 0 0 0 0,-1 0 0 0 0,0 0-1 0 0,0 0 1 0 0,1 0 0 0 0,8-6 34 0 0,7-14 7 0 0,45-77 13 0 0,77-112-66 0 0,-113 176-17 0 0,2 1 1 0 0,2 1-1 0 0,62-54 1 0 0,-86 81 21 0 0,-1 1 1 0 0,1 0 0 0 0,0 0-1 0 0,0 0 1 0 0,0 1 0 0 0,0 0-1 0 0,0 0 1 0 0,0 0 0 0 0,1 0 0 0 0,-1 1-1 0 0,1 0 1 0 0,-1 0 0 0 0,8 0-1 0 0,-10 1 8 0 0,-1 0-1 0 0,1 0 0 0 0,-1 1 1 0 0,1-1-1 0 0,-1 1 0 0 0,1 0 0 0 0,-1 0 1 0 0,1 0-1 0 0,-1 0 0 0 0,0 0 1 0 0,0 0-1 0 0,0 1 0 0 0,1-1 1 0 0,-1 1-1 0 0,0-1 0 0 0,-1 1 0 0 0,1 0 1 0 0,0 0-1 0 0,0 0 0 0 0,-1 0 1 0 0,1 0-1 0 0,-1 0 0 0 0,0 0 1 0 0,0 0-1 0 0,0 1 0 0 0,0-1 0 0 0,0 0 1 0 0,0 1-1 0 0,0-1 0 0 0,0 5 1 0 0,1 6 104 0 0,0 1 1 0 0,0-1 0 0 0,-2 1-1 0 0,1 0 1 0 0,-2-1 0 0 0,-2 19-1 0 0,-22 83 207 0 0,9-46-210 0 0,9-35-98 0 0,3-24-15 0 0,2 1 0 0 0,-1 0 0 0 0,2 0 0 0 0,-1 0 0 0 0,1 0 0 0 0,2 22 0 0 0,-1-31-22 0 0,1-1 0 0 0,-1 0-1 0 0,1 0 1 0 0,-1 0 0 0 0,1 0-1 0 0,0 0 1 0 0,-1 0 0 0 0,1 0 0 0 0,0 0-1 0 0,0 0 1 0 0,0 0 0 0 0,-1 0 0 0 0,1 0-1 0 0,0 0 1 0 0,0 0 0 0 0,0-1 0 0 0,1 1-1 0 0,-1 0 1 0 0,0-1 0 0 0,0 1-1 0 0,0-1 1 0 0,0 0 0 0 0,1 1 0 0 0,-1-1-1 0 0,0 0 1 0 0,0 1 0 0 0,1-1 0 0 0,-1 0-1 0 0,0 0 1 0 0,0 0 0 0 0,1 0 0 0 0,-1 0-1 0 0,0-1 1 0 0,2 1 0 0 0,6-1-458 0 0,0-1 1 0 0,-1 1-1 0 0,13-5 1 0 0,-19 5 356 0 0,17-6-1887 0 0,1 0 0 0 0,-1-2-1 0 0,19-12 1 0 0,-11 7-3336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88 3172 0 0,'-144'-30'9233'0'0,"-15"-3"-3070"0"0,145 29-5471 0 0,28 4-395 0 0,8 1-403 0 0,542-16-6499 0 0,-364 10 1144 0 0,-97 3 480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6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289 104 3164 0 0,'0'0'4271'0'0,"-4"18"2601"0"0,2-5-5152 0 0,3-4-1485 0 0,0 0 0 0 0,1-1 0 0 0,0 1 0 0 0,0-1 0 0 0,5 12 0 0 0,-5-17-205 0 0,0 1-1 0 0,0-1 0 0 0,0 0 0 0 0,0 0 1 0 0,1 0-1 0 0,-1 0 0 0 0,1 0 0 0 0,-1-1 0 0 0,1 1 1 0 0,0-1-1 0 0,0 1 0 0 0,1-1 0 0 0,-1 0 1 0 0,0-1-1 0 0,1 1 0 0 0,3 1 0 0 0,-1-1 1 0 0,0 0 0 0 0,0 0-1 0 0,0 0 1 0 0,0-1 0 0 0,1 0-1 0 0,-1 0 1 0 0,0-1 0 0 0,1 0 0 0 0,-1 0-1 0 0,0 0 1 0 0,1-1 0 0 0,-1 0-1 0 0,0 0 1 0 0,0-1 0 0 0,0 0-1 0 0,0 0 1 0 0,0 0 0 0 0,0-1-1 0 0,0 1 1 0 0,-1-1 0 0 0,1-1 0 0 0,-1 1-1 0 0,0-1 1 0 0,0 0 0 0 0,0 0-1 0 0,-1-1 1 0 0,1 1 0 0 0,-1-1-1 0 0,0 0 1 0 0,-1 0 0 0 0,1 0-1 0 0,-1-1 1 0 0,0 1 0 0 0,0-1 0 0 0,0 0-1 0 0,-1 0 1 0 0,0 0 0 0 0,0 0-1 0 0,-1 0 1 0 0,0 0 0 0 0,0 0-1 0 0,0-1 1 0 0,-1 1 0 0 0,0-8-1 0 0,0 9 94 0 0,0 0 0 0 0,-1 0 0 0 0,0 0-1 0 0,0 0 1 0 0,-1 0 0 0 0,1 0 0 0 0,-1 0-1 0 0,0 0 1 0 0,0 0 0 0 0,-1 1 0 0 0,1-1-1 0 0,-6-6 1 0 0,5 8-74 0 0,1 0 0 0 0,-1 1-1 0 0,0-1 1 0 0,0 1 0 0 0,0 0 0 0 0,0 0-1 0 0,0 0 1 0 0,0 0 0 0 0,-1 0-1 0 0,1 1 1 0 0,0 0 0 0 0,-1-1 0 0 0,0 1-1 0 0,1 1 1 0 0,-1-1 0 0 0,0 0 0 0 0,1 1-1 0 0,-7 0 1 0 0,-5 0 105 0 0,0 2 0 0 0,-1 0 0 0 0,1 1 0 0 0,1 1 0 0 0,-1 0-1 0 0,0 1 1 0 0,1 0 0 0 0,-26 14 0 0 0,7 0 255 0 0,1 1 0 0 0,-43 36 0 0 0,55-40-264 0 0,2 1-1 0 0,0 1 0 0 0,-22 27 0 0 0,33-35-94 0 0,0 0 0 0 0,0 0 0 0 0,1 1 0 0 0,0 0 0 0 0,1 0-1 0 0,0 0 1 0 0,1 1 0 0 0,0-1 0 0 0,-2 13 0 0 0,5-19-32 0 0,1-1 0 0 0,-1 0 0 0 0,1 0 0 0 0,0 1 0 0 0,0-1 0 0 0,0 0 0 0 0,1 0 0 0 0,-1 1 1 0 0,1-1-1 0 0,0 0 0 0 0,1 0 0 0 0,-1 0 0 0 0,1 0 0 0 0,-1 0 0 0 0,1 0 0 0 0,0 0 0 0 0,3 4 1 0 0,0-4 2 0 0,-1 1 0 0 0,0-1 0 0 0,1 1 0 0 0,0-1 0 0 0,0 0 0 0 0,0-1 0 0 0,1 1 0 0 0,-1-1 0 0 0,1 0 0 0 0,9 3 0 0 0,4 0-62 0 0,1 0-1 0 0,0-2 0 0 0,1 0 0 0 0,-1-1 1 0 0,1-1-1 0 0,22-1 0 0 0,-9-2-862 0 0,-1-1 0 0 0,0-2-1 0 0,1-1 1 0 0,56-17 0 0 0,-60 12-2774 0 0,-1-1 1 0 0,50-26-1 0 0,-48 19-4109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7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719 160 2144 0 0,'36'-160'15572'0'0,"-67"251"-10716"0"0,10-34-3369 0 0,-164 581 5105 0 0,31 11-4477 0 0,120-498-2114 0 0,-61 250-1 0 0,58-271 0 0 0,-56 130 0 0 0,92-255-1 0 0,-1-1 0 0 0,0 0 0 0 0,-1 0 0 0 0,1 0 0 0 0,-1 0 0 0 0,1-1 0 0 0,-1 1 0 0 0,0-1 0 0 0,0 0-1 0 0,-1 1 1 0 0,-4 2 0 0 0,8-6-71 0 0,-1 1 0 0 0,0-1 0 0 0,0 0-1 0 0,0 0 1 0 0,1 0 0 0 0,-1 0 0 0 0,0 0-1 0 0,0 0 1 0 0,0 0 0 0 0,0 0 0 0 0,1 0-1 0 0,-1 0 1 0 0,0 0 0 0 0,0 0 0 0 0,0 0-1 0 0,1-1 1 0 0,-1 1 0 0 0,0 0 0 0 0,0-1-1 0 0,1 1 1 0 0,-1 0 0 0 0,0-1 0 0 0,0 1-1 0 0,1-1 1 0 0,-1 1 0 0 0,1-1-1 0 0,-1 0 1 0 0,0 1 0 0 0,0-2 0 0 0,-13-19-2396 0 0,9 3 815 0 0,0-1 0 0 0,1 0 1 0 0,1 0-1 0 0,-2-26 0 0 0,3 16-498 0 0,-3-34-3874 0 0,2-5-3250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7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1 293 800 0 0,'14'-33'2348'0'0,"1"1"0"0"0,1 0 0 0 0,32-43 0 0 0,-41 65-2024 0 0,1 0-1 0 0,1 1 1 0 0,0 0-1 0 0,0 0 1 0 0,0 1-1 0 0,1 1 1 0 0,0-1-1 0 0,1 2 0 0 0,-1-1 1 0 0,2 1-1 0 0,-1 1 1 0 0,0 0-1 0 0,21-5 1 0 0,-15 6-162 0 0,0 1-1 0 0,0 1 1 0 0,0 1 0 0 0,1 0 0 0 0,-1 1 0 0 0,0 1 0 0 0,1 0 0 0 0,-1 2 0 0 0,0 0 0 0 0,0 1 0 0 0,20 7-1 0 0,-26-8 23 0 0,-1 1-1 0 0,0 0 0 0 0,-1 1 1 0 0,1 0-1 0 0,-1 0 0 0 0,0 1 1 0 0,0 0-1 0 0,0 1 0 0 0,-1 0 1 0 0,0 0-1 0 0,-1 1 0 0 0,0 0 1 0 0,0 0-1 0 0,0 1 0 0 0,-1 0 1 0 0,0 0-1 0 0,-1 0 0 0 0,0 1 1 0 0,4 12-1 0 0,-7-16 27 0 0,0 1 0 0 0,-1 0 0 0 0,0 0 0 0 0,0 0 1 0 0,-1 0-1 0 0,0 0 0 0 0,0 0 0 0 0,-1 0 0 0 0,0 0 0 0 0,0-1 0 0 0,0 1 0 0 0,-1 0 1 0 0,0 0-1 0 0,0-1 0 0 0,-1 1 0 0 0,0-1 0 0 0,0 0 0 0 0,0 0 0 0 0,-1 0 0 0 0,0 0 1 0 0,0 0-1 0 0,-1-1 0 0 0,-6 7 0 0 0,1-3-48 0 0,0 1 0 0 0,0-2 1 0 0,-1 1-1 0 0,0-2 0 0 0,-1 1 0 0 0,0-2 0 0 0,0 1 1 0 0,-1-2-1 0 0,1 0 0 0 0,-27 7 0 0 0,13-6-647 0 0,-1-2-1 0 0,-51 2 0 0 0,76-6 282 0 0,0 0 0 0 0,1 0-1 0 0,-1 0 1 0 0,0 0-1 0 0,1 0 1 0 0,-1 0 0 0 0,1-1-1 0 0,-1 1 1 0 0,1-1-1 0 0,-1 1 1 0 0,0-1 0 0 0,1 1-1 0 0,0-1 1 0 0,-1 0 0 0 0,1 0-1 0 0,-1 0 1 0 0,1 0-1 0 0,0 0 1 0 0,0 0 0 0 0,-1 0-1 0 0,0-1 1 0 0,2 0-129 0 0,-1 1 1 0 0,0 0-1 0 0,1-1 1 0 0,0 1-1 0 0,-1-1 1 0 0,1 1 0 0 0,0-1-1 0 0,0 1 1 0 0,0 0-1 0 0,0-1 1 0 0,0 1-1 0 0,0-1 1 0 0,0 1-1 0 0,0-1 1 0 0,1 1-1 0 0,-1-1 1 0 0,0 1-1 0 0,1 0 1 0 0,-1-1-1 0 0,1 1 1 0 0,1-2-1 0 0,6-10-4247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8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1552 0 0,'46'-31'7520'0'0,"-30"19"-3291"0"0,30-16 0 0 0,-45 27-4146 0 0,1 1 0 0 0,-1 0-1 0 0,1-1 1 0 0,-1 1 0 0 0,1 0-1 0 0,0 0 1 0 0,-1 0 0 0 0,1 0-1 0 0,0 0 1 0 0,-1 0 0 0 0,1 1 0 0 0,-1-1-1 0 0,1 0 1 0 0,0 1 0 0 0,-1-1-1 0 0,1 1 1 0 0,2 1 0 0 0,22 16 656 0 0,-18-9-585 0 0,-1 0 1 0 0,0 1-1 0 0,0 0 1 0 0,-1 0-1 0 0,0 0 1 0 0,-1 1-1 0 0,0 0 1 0 0,-1 0-1 0 0,0 0 1 0 0,0 1-1 0 0,-1-1 1 0 0,1 13-1 0 0,-2-9 28 0 0,0-1 0 0 0,-1 0 1 0 0,-1 1-1 0 0,-1-1 0 0 0,0 1 0 0 0,0-1 1 0 0,-1 0-1 0 0,-1 1 0 0 0,-7 20 0 0 0,8-31-103 0 0,1 0 0 0 0,0-1 0 0 0,-1 1 0 0 0,0-1 0 0 0,0 0 0 0 0,0 1-1 0 0,0-1 1 0 0,0 0 0 0 0,0 0 0 0 0,-1 0 0 0 0,0-1 0 0 0,0 1 0 0 0,1-1 0 0 0,-1 1 0 0 0,-1-1-1 0 0,1 0 1 0 0,0 0 0 0 0,0 0 0 0 0,-1-1 0 0 0,-5 3 0 0 0,7-4-74 0 0,1 0 1 0 0,-1 0-1 0 0,0 0 0 0 0,1 0 0 0 0,-1 0 1 0 0,1-1-1 0 0,-1 1 0 0 0,0 0 0 0 0,1-1 1 0 0,-1 1-1 0 0,1-1 0 0 0,-1 0 0 0 0,1 1 1 0 0,0-1-1 0 0,-1 0 0 0 0,1 0 0 0 0,0 0 1 0 0,-1 0-1 0 0,1 0 0 0 0,0 0 1 0 0,0-1-1 0 0,0 1 0 0 0,0 0 0 0 0,-2-3 1 0 0,1 0-5 0 0,-1 1 0 0 0,1-1-1 0 0,0 0 1 0 0,0-1 0 0 0,0 1 0 0 0,1 0 0 0 0,-2-5 0 0 0,2 2-7 0 0,1 0-1 0 0,0-1 1 0 0,0 1-1 0 0,0 0 1 0 0,1-1-1 0 0,0 1 1 0 0,1 0-1 0 0,-1 0 1 0 0,1 0-1 0 0,1 0 1 0 0,0 0-1 0 0,-1 0 1 0 0,2 0-1 0 0,-1 1 1 0 0,1 0-1 0 0,0 0 1 0 0,1 0-1 0 0,-1 0 1 0 0,8-7-1 0 0,-1 2-21 0 0,1 0 0 0 0,0 0-1 0 0,0 1 1 0 0,1 0 0 0 0,0 2-1 0 0,1-1 1 0 0,27-11 0 0 0,-28 15-50 0 0,0 0 0 0 0,0 2 0 0 0,0 0 0 0 0,1 0 0 0 0,-1 1 0 0 0,26 0 0 0 0,-33 2 48 0 0,-1 0-1 0 0,0 0 0 0 0,0 0 0 0 0,0 1 1 0 0,0 0-1 0 0,0 0 0 0 0,0 0 0 0 0,0 1 1 0 0,0 0-1 0 0,0 0 0 0 0,-1 0 1 0 0,1 0-1 0 0,-1 1 0 0 0,1-1 0 0 0,-1 1 1 0 0,0 0-1 0 0,0 1 0 0 0,0-1 0 0 0,-1 1 1 0 0,1 0-1 0 0,3 4 0 0 0,-5-3 29 0 0,0 0 0 0 0,0 0 0 0 0,0 1 1 0 0,0-1-1 0 0,-1 0 0 0 0,0 1 0 0 0,0-1 0 0 0,0 1 0 0 0,-1-1 0 0 0,1 1 0 0 0,-2 6 0 0 0,-1 12 24 0 0,-6 32-1 0 0,1-13 83 0 0,4-25-93 0 0,2-9 11 0 0,-1-1 0 0 0,2 1 0 0 0,-1 13-1 0 0,1-21-14 0 0,1 1-1 0 0,-1 0 1 0 0,0 0 0 0 0,1 0-1 0 0,-1 0 1 0 0,1 0-1 0 0,-1 0 1 0 0,1-1 0 0 0,0 1-1 0 0,0 0 1 0 0,0 0-1 0 0,0-1 1 0 0,0 1 0 0 0,0-1-1 0 0,0 1 1 0 0,0-1-1 0 0,1 1 1 0 0,-1-1 0 0 0,1 0-1 0 0,2 2 1 0 0,-2-2-9 0 0,1 0-1 0 0,0 0 1 0 0,-1 0 0 0 0,1 0-1 0 0,0-1 1 0 0,-1 0 0 0 0,1 1 0 0 0,0-1-1 0 0,0 0 1 0 0,0 0 0 0 0,-1-1-1 0 0,1 1 1 0 0,0 0 0 0 0,-1-1 0 0 0,1 0-1 0 0,3-1 1 0 0,41-18-31 0 0,-32 12 30 0 0,0-1 0 0 0,-1-1 0 0 0,0 0 0 0 0,-1-1 0 0 0,0 0 0 0 0,0-1 0 0 0,-2-1-1 0 0,1 0 1 0 0,-2 0 0 0 0,0-1 0 0 0,0-1 0 0 0,11-23 0 0 0,-17 28 15 0 0,1 0-1 0 0,-2 0 1 0 0,1 0-1 0 0,-2-1 1 0 0,1 0 0 0 0,-1 1-1 0 0,-1-1 1 0 0,0 0-1 0 0,0-13 1 0 0,-2 16-4 0 0,0-1 0 0 0,0 1 0 0 0,-1 0 0 0 0,0 0 0 0 0,0 0 0 0 0,-1 1 0 0 0,0-1 0 0 0,0 0 0 0 0,-1 1 0 0 0,0 0 0 0 0,0 0 0 0 0,-1 0 0 0 0,-6-8 1 0 0,8 12-18 0 0,0 0 1 0 0,0 1-1 0 0,0-1 1 0 0,0 0-1 0 0,0 1 1 0 0,-1 0 0 0 0,1-1-1 0 0,-1 1 1 0 0,1 1-1 0 0,-1-1 1 0 0,0 1-1 0 0,0-1 1 0 0,1 1 0 0 0,-1 0-1 0 0,-6-1 1 0 0,4 2 2 0 0,0 0 1 0 0,0 0-1 0 0,0 0 1 0 0,0 1 0 0 0,0-1-1 0 0,0 1 1 0 0,0 1-1 0 0,0-1 1 0 0,-9 5-1 0 0,7-3-168 0 0,0 1 0 0 0,0 0-1 0 0,1 0 1 0 0,0 1 0 0 0,0 0-1 0 0,0 0 1 0 0,0 0 0 0 0,1 1-1 0 0,0 0 1 0 0,0 1-1 0 0,1-1 1 0 0,-1 1 0 0 0,1 0-1 0 0,1 0 1 0 0,-5 9 0 0 0,7-11-148 0 0,1 0 0 0 0,-1 0 0 0 0,1 0 1 0 0,0 1-1 0 0,0-1 0 0 0,0 0 0 0 0,0 1 1 0 0,1-1-1 0 0,0 1 0 0 0,1-1 1 0 0,-1 0-1 0 0,1 1 0 0 0,0-1 0 0 0,2 8 1 0 0,-1-7-465 0 0,0-1 0 0 0,1-1-1 0 0,-1 1 1 0 0,1 0 0 0 0,0 0 0 0 0,0-1 0 0 0,0 0 0 0 0,0 1 0 0 0,6 3 0 0 0,11 8-5428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8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355 759 2308 0 0,'3'-8'1407'0'0,"-1"0"-1"0"0,0 0 1 0 0,0 0-1 0 0,-1 0 1 0 0,0 0-1 0 0,-1-1 1 0 0,1 1-1 0 0,-3-14 1 0 0,1 12-182 0 0,-1 0 0 0 0,0 1 1 0 0,-6-17-1 0 0,8 25-1189 0 0,-1 1 0 0 0,1-1 0 0 0,-1 0 0 0 0,0 0 1 0 0,1 1-1 0 0,-1-1 0 0 0,0 1 0 0 0,1-1 0 0 0,-1 0 1 0 0,0 1-1 0 0,0 0 0 0 0,0-1 0 0 0,1 1 0 0 0,-1-1 0 0 0,0 1 1 0 0,0 0-1 0 0,0 0 0 0 0,0-1 0 0 0,0 1 0 0 0,0 0 0 0 0,0 0 1 0 0,0 0-1 0 0,1 0 0 0 0,-3 0 0 0 0,-22 3 314 0 0,24-3-327 0 0,-11 3 72 0 0,1 0 1 0 0,-1 1-1 0 0,1 0 1 0 0,0 1-1 0 0,0 1 0 0 0,1 0 1 0 0,0 0-1 0 0,0 0 1 0 0,0 2-1 0 0,-10 9 1 0 0,-5 6 24 0 0,2 1 1 0 0,-29 38-1 0 0,41-48-89 0 0,1 0 0 0 0,1 1 0 0 0,1 1 0 0 0,0-1 0 0 0,-11 30 0 0 0,17-38-23 0 0,0 0 0 0 0,0 0 0 0 0,0 0 1 0 0,1 0-1 0 0,0 0 0 0 0,0 0 1 0 0,1 0-1 0 0,0 1 0 0 0,0-1 1 0 0,1 0-1 0 0,0 0 0 0 0,0 0 1 0 0,1 0-1 0 0,-1 0 0 0 0,2 0 0 0 0,4 11 1 0 0,-5-14-27 0 0,1-1 0 0 0,-1 1-1 0 0,1-1 1 0 0,0 0 0 0 0,0 1 0 0 0,1-1 0 0 0,-1 0 0 0 0,0-1 0 0 0,1 1 0 0 0,0-1 0 0 0,0 0 0 0 0,0 1 0 0 0,0-2-1 0 0,0 1 1 0 0,0 0 0 0 0,0-1 0 0 0,0 0 0 0 0,1 0 0 0 0,-1 0 0 0 0,0 0 0 0 0,1-1 0 0 0,-1 0 0 0 0,1 0-1 0 0,-1 0 1 0 0,1 0 0 0 0,4-2 0 0 0,5 0-163 0 0,-1 0 1 0 0,0-1-1 0 0,1-1 0 0 0,-2-1 0 0 0,1 1 0 0 0,0-2 1 0 0,15-9-1 0 0,4-5-319 0 0,0-3 1 0 0,-2 0-1 0 0,0-2 1 0 0,-2-1-1 0 0,-1-2 0 0 0,-1 0 1 0 0,31-45-1 0 0,-10 4-245 0 0,-3-3 1 0 0,47-101-1 0 0,-1-49 504 0 0,-78 184 1302 0 0,-1-1 1 0 0,-2 0 0 0 0,6-78 0 0 0,-14 116-1019 0 0,-1 0 1 0 0,0-1-1 0 0,0 1 0 0 0,0 0 1 0 0,0-1-1 0 0,0 1 1 0 0,0 0-1 0 0,0-1 0 0 0,0 1 1 0 0,-1-1-1 0 0,1 1 0 0 0,0 0 1 0 0,-1 0-1 0 0,1-1 0 0 0,-1 1 1 0 0,0 0-1 0 0,1 0 0 0 0,-3-2 1 0 0,3 2-29 0 0,-1 1 1 0 0,1 0 0 0 0,-1 0-1 0 0,0 0 1 0 0,1-1-1 0 0,-1 1 1 0 0,0 0 0 0 0,0 0-1 0 0,1 0 1 0 0,-1 0-1 0 0,0 0 1 0 0,1 0-1 0 0,-1 0 1 0 0,0 1 0 0 0,1-1-1 0 0,-1 0 1 0 0,0 0-1 0 0,1 0 1 0 0,-1 1 0 0 0,0-1-1 0 0,1 0 1 0 0,-1 1-1 0 0,1-1 1 0 0,-1 1-1 0 0,0-1 1 0 0,-4 5 60 0 0,-1-1-1 0 0,1 1 1 0 0,0 0-1 0 0,1 0 1 0 0,-7 9-1 0 0,-15 27 593 0 0,2 0-1 0 0,-33 78 1 0 0,-22 96 683 0 0,69-185-1262 0 0,-12 38 61 0 0,4 1-1 0 0,2 1 0 0 0,3 0 1 0 0,-4 99-1 0 0,16-156-398 0 0,1 0-1 0 0,0 0 1 0 0,1 0 0 0 0,1 0-1 0 0,0 0 1 0 0,1 0 0 0 0,0 0-1 0 0,10 24 1 0 0,-11-32-37 0 0,1-1 0 0 0,-1 1 0 0 0,1-1-1 0 0,0 1 1 0 0,0-1 0 0 0,0 0 0 0 0,1 0 0 0 0,0 0 0 0 0,0 0-1 0 0,0-1 1 0 0,0 0 0 0 0,0 0 0 0 0,0 0 0 0 0,1 0-1 0 0,0 0 1 0 0,-1-1 0 0 0,1 0 0 0 0,0 0 0 0 0,0-1 0 0 0,0 1-1 0 0,1-1 1 0 0,-1 0 0 0 0,0 0 0 0 0,9 0 0 0 0,-6-1-846 0 0,0 0 1 0 0,0-1-1 0 0,-1 0 1 0 0,1 0 0 0 0,13-4-1 0 0,13-8-4872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9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65 110 1992 0 0,'38'-110'18538'0'0,"-62"161"-17841"0"0,3 1 0 0 0,2 1 0 0 0,-12 56 0 0 0,29-101-676 0 0,0 1-1 0 0,0 0 0 0 0,1-1 1 0 0,1 1-1 0 0,-1 0 1 0 0,1 0-1 0 0,1 0 1 0 0,-1-1-1 0 0,1 1 1 0 0,1 0-1 0 0,3 12 0 0 0,-3-16-64 0 0,1-1 0 0 0,-1 1 0 0 0,0 0-1 0 0,1-1 1 0 0,0 0 0 0 0,0 1 0 0 0,0-1-1 0 0,1-1 1 0 0,-1 1 0 0 0,1 0 0 0 0,0-1-1 0 0,0 0 1 0 0,0 0 0 0 0,1 0 0 0 0,-1 0-1 0 0,1-1 1 0 0,-1 1 0 0 0,1-1 0 0 0,0 0-1 0 0,8 2 1 0 0,3-1-287 0 0,0 0-1 0 0,0-1 1 0 0,0 0-1 0 0,0-1 1 0 0,0-1-1 0 0,0-1 1 0 0,0 0-1 0 0,-1-1 1 0 0,1-1 0 0 0,0 0-1 0 0,0-1 1 0 0,-1-1-1 0 0,15-6 1 0 0,-6 1 104 0 0,0-2 0 0 0,-1-1-1 0 0,-1 0 1 0 0,0-2 0 0 0,-1 0 0 0 0,0-2 0 0 0,21-21 0 0 0,-27 21 1455 0 0,-1 0 1 0 0,-1-2 0 0 0,-1 1-1 0 0,0-1 1 0 0,-1-1-1 0 0,12-32 1 0 0,-22 50-641 0 0,-12 20-44 0 0,-2 6-362 0 0,0 2 0 0 0,2-1 0 0 0,1 1 0 0 0,1 1 0 0 0,1 0 0 0 0,1 0 0 0 0,-5 55 0 0 0,12-76-406 0 0,0-1 0 0 0,0 1 0 0 0,1 0 1 0 0,0 0-1 0 0,1 0 0 0 0,-1-1 1 0 0,1 1-1 0 0,0-1 0 0 0,0 1 1 0 0,1-1-1 0 0,0 0 0 0 0,0 0 1 0 0,0 0-1 0 0,0 0 0 0 0,1 0 1 0 0,0-1-1 0 0,0 0 0 0 0,0 1 1 0 0,0-1-1 0 0,1-1 0 0 0,9 7 1 0 0,-1-2-1192 0 0,0 0 0 0 0,0-2 0 0 0,1 1 0 0 0,0-2 1 0 0,0 0-1 0 0,0 0 0 0 0,23 3 0 0 0,6-2-7306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19:59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268 129 564 0 0,'20'-120'20769'0'0,"-20"120"-20733"0"0,0 0 0 0 0,0-1 0 0 0,0 1 0 0 0,0 0 0 0 0,0-1 0 0 0,0 1 0 0 0,0 0 0 0 0,0 0 0 0 0,0-1 0 0 0,0 1 0 0 0,0 0 0 0 0,0-1 0 0 0,0 1 0 0 0,0 0 0 0 0,0 0 0 0 0,0-1 0 0 0,0 1 0 0 0,-1 0 0 0 0,1 0 0 0 0,0-1 0 0 0,0 1 0 0 0,0 0 0 0 0,-1 0 0 0 0,1-1 0 0 0,0 1 0 0 0,0 0 0 0 0,0 0 0 0 0,-1 0 0 0 0,1 0 0 0 0,0-1 0 0 0,-1 1 0 0 0,1 0 0 0 0,0 0 0 0 0,0 0 0 0 0,-1 0 0 0 0,1 0 0 0 0,0 0 0 0 0,-1 0 0 0 0,1 0 0 0 0,0 0 0 0 0,0 0 0 0 0,-1 0 0 0 0,1 0 0 0 0,0 0 0 0 0,-1 0 0 0 0,-12 3 457 0 0,12-3-520 0 0,-9 5 249 0 0,0 0-1 0 0,0 1 1 0 0,1 0-1 0 0,-1 1 1 0 0,2 0-1 0 0,-1 0 0 0 0,1 1 1 0 0,-13 15-1 0 0,14-16-75 0 0,-17 18 100 0 0,1 2 1 0 0,1 0 0 0 0,-17 31 0 0 0,31-45-223 0 0,0 0 1 0 0,1 1-1 0 0,1 0 1 0 0,1 0-1 0 0,0 0 1 0 0,0 1-1 0 0,2 0 1 0 0,0 0-1 0 0,-2 23 1 0 0,5-33-160 0 0,0 1 0 0 0,0-1 0 0 0,1 1 0 0 0,-1-1 0 0 0,2 0 1 0 0,-1 1-1 0 0,0-1 0 0 0,1 0 0 0 0,0 0 0 0 0,0 0 0 0 0,1 0 0 0 0,-1 0 0 0 0,1 0 0 0 0,0-1 1 0 0,1 1-1 0 0,-1-1 0 0 0,1 0 0 0 0,-1 0 0 0 0,1 0 0 0 0,0 0 0 0 0,1-1 0 0 0,-1 0 1 0 0,1 0-1 0 0,-1 0 0 0 0,1 0 0 0 0,0-1 0 0 0,8 3 0 0 0,3 1-414 0 0,1 0-1 0 0,0-2 1 0 0,0 0-1 0 0,0-1 1 0 0,1 0-1 0 0,-1-2 1 0 0,26 0-1 0 0,-18-3-727 0 0,0 0 0 0 0,0-1 0 0 0,0-2 0 0 0,0 0 0 0 0,-1-2 0 0 0,0-1 0 0 0,31-14 0 0 0,13-9-4756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0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491 207 400 0 0,'1'-18'1638'0'0,"2"-24"2793"0"0,-2 0 1 0 0,-6-48-1 0 0,5 89-4396 0 0,0 1 0 0 0,1-1 0 0 0,-1 1-1 0 0,0-1 1 0 0,0 1 0 0 0,0-1 0 0 0,0 1 0 0 0,0 0 0 0 0,0-1 0 0 0,-1 1-1 0 0,1-1 1 0 0,0 1 0 0 0,0-1 0 0 0,0 1 0 0 0,0-1 0 0 0,0 1-1 0 0,-1-1 1 0 0,1 1 0 0 0,0 0 0 0 0,0-1 0 0 0,-1 1 0 0 0,1-1-1 0 0,0 1 1 0 0,-1 0 0 0 0,1-1 0 0 0,0 1 0 0 0,-1 0 0 0 0,1 0 0 0 0,-1-1-1 0 0,1 1 1 0 0,0 0 0 0 0,-1 0 0 0 0,1-1 0 0 0,-1 1 0 0 0,1 0-1 0 0,-1 0 1 0 0,1 0 0 0 0,-1 0 0 0 0,1 0 0 0 0,-1 0 0 0 0,1 0-1 0 0,-1 0 1 0 0,1 0 0 0 0,-1 0 0 0 0,1 0 0 0 0,-1 0 0 0 0,1 0 0 0 0,0 0-1 0 0,-1 0 1 0 0,1 0 0 0 0,-1 1 0 0 0,1-1 0 0 0,-1 0 0 0 0,1 0-1 0 0,0 1 1 0 0,-1-1 0 0 0,1 0 0 0 0,-1 0 0 0 0,1 1 0 0 0,-1 0-1 0 0,-20 22 587 0 0,-2 15 209 0 0,1 1 0 0 0,3 2 1 0 0,-18 48-1 0 0,20-46-194 0 0,-215 588 5236 0 0,139-316-6161 0 0,91-309 64 0 0,1 1 1 0 0,-1 0-1 0 0,1 0 1 0 0,1 0-1 0 0,-1 0 1 0 0,1 0-1 0 0,0 0 1 0 0,1 9-1 0 0,0-14 121 0 0,-1 0-1 0 0,1 0 0 0 0,0 0 0 0 0,0 0 0 0 0,0 0 0 0 0,0 0 0 0 0,0 0 1 0 0,0 0-1 0 0,0 0 0 0 0,1-1 0 0 0,-1 1 0 0 0,0 0 0 0 0,1-1 1 0 0,0 1-1 0 0,-1-1 0 0 0,1 1 0 0 0,0-1 0 0 0,0 0 0 0 0,0 0 1 0 0,0 0-1 0 0,0 0 0 0 0,0 0 0 0 0,0 0 0 0 0,0-1 0 0 0,0 1 0 0 0,0-1 1 0 0,0 1-1 0 0,0-1 0 0 0,4 0 0 0 0,8 1-291 0 0,1-1-1 0 0,-1 0 0 0 0,0-1 1 0 0,0-1-1 0 0,0 0 1 0 0,0-1-1 0 0,0-1 1 0 0,18-7-1 0 0,14-7-434 0 0,44-26 1 0 0,-31 12 632 0 0,-2-2 1 0 0,-2-3-1 0 0,-1-2 1 0 0,69-66-1 0 0,-105 87 1085 0 0,25-30 0 0 0,-38 42-578 0 0,-1-1 0 0 0,1 1 0 0 0,-1-1 0 0 0,-1 0 1 0 0,1 0-1 0 0,-1 0 0 0 0,0-1 0 0 0,-1 1 1 0 0,3-11-1 0 0,-5 17-254 0 0,0-1 1 0 0,0 1-1 0 0,1-1 1 0 0,-1 0-1 0 0,0 1 0 0 0,0-1 1 0 0,0 1-1 0 0,-1-1 0 0 0,1 0 1 0 0,0 1-1 0 0,-1-1 1 0 0,1 1-1 0 0,-1-1 0 0 0,1 1 1 0 0,-1-1-1 0 0,0 1 1 0 0,1-1-1 0 0,-1 1 0 0 0,0 0 1 0 0,0-1-1 0 0,0 1 1 0 0,0 0-1 0 0,0 0 0 0 0,0 0 1 0 0,-1 0-1 0 0,1 0 1 0 0,0 0-1 0 0,-1 0 0 0 0,1 0 1 0 0,0 0-1 0 0,-1 1 1 0 0,1-1-1 0 0,-1 0 0 0 0,1 1 1 0 0,-4-1-1 0 0,1 0-37 0 0,0 1-1 0 0,0 0 1 0 0,-1 0-1 0 0,1 0 1 0 0,0 1-1 0 0,0-1 1 0 0,-1 1-1 0 0,1 0 1 0 0,0 0-1 0 0,0 1 1 0 0,0-1-1 0 0,0 1 1 0 0,0 0-1 0 0,0 0 1 0 0,1 0-1 0 0,-1 0 1 0 0,1 1-1 0 0,-1-1 1 0 0,1 1-1 0 0,0 0 1 0 0,0 0-1 0 0,0 1 1 0 0,0-1-1 0 0,1 0 1 0 0,-1 1-1 0 0,1-1 1 0 0,0 1-1 0 0,0 0 1 0 0,0 0-1 0 0,1 0 1 0 0,0 0-1 0 0,-1 0 1 0 0,1 0-1 0 0,0 0 1 0 0,1 1-1 0 0,-1-1 1 0 0,1 0-1 0 0,0 7 1 0 0,2 6 13 0 0,0 0-1 0 0,1 0 1 0 0,1 0 0 0 0,8 22 0 0 0,30 62-56 0 0,0 2 1462 0 0,-39-95-792 0 0,-2-7-519 0 0,0 0 1 0 0,-1 0-1 0 0,1 0 0 0 0,0 0 1 0 0,-1 0-1 0 0,1 1 1 0 0,-1-1-1 0 0,0 0 0 0 0,1 0 1 0 0,-1 1-1 0 0,0-1 0 0 0,0 0 1 0 0,0 0-1 0 0,0 1 1 0 0,0-1-1 0 0,0 0 0 0 0,0 0 1 0 0,0 1-1 0 0,0-1 1 0 0,-1 0-1 0 0,1 0 0 0 0,0 1 1 0 0,-1-1-1 0 0,1 0 0 0 0,-1 0 1 0 0,1 0-1 0 0,-1 0 1 0 0,0 0-1 0 0,-1 2 0 0 0,-4 0-28 0 0,1 0 0 0 0,-1 0 0 0 0,0-1 0 0 0,0 1 0 0 0,-1-1 0 0 0,1-1 0 0 0,0 1 0 0 0,-1-1 0 0 0,1-1 0 0 0,-1 1 0 0 0,1-1 0 0 0,-1 0 0 0 0,1 0 0 0 0,-1-1 0 0 0,1 0 0 0 0,-7-1 0 0 0,-12-4-1001 0 0,1 0 0 0 0,-46-18 1 0 0,42 12-1280 0 0,0-2 0 0 0,-38-25 0 0 0,-9-17-7502 0 0,34 21-419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0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95 2576 0 0,'-3'-3'1281'0'0,"-4"-4"1918"0"0,3 3-1599 0 0,1 0-1 0 0,0 0 1 0 0,-4-6-1 0 0,7 9-1485 0 0,-1 0-1 0 0,1 0 0 0 0,0 0 0 0 0,-1 1 0 0 0,1-1 0 0 0,0 0 0 0 0,0 0 1 0 0,-1 0-1 0 0,1 0 0 0 0,0 0 0 0 0,0 0 0 0 0,0 0 0 0 0,0 0 0 0 0,0 0 0 0 0,0 0 1 0 0,1 1-1 0 0,-1-1 0 0 0,0 0 0 0 0,0 0 0 0 0,1 0 0 0 0,-1 0 0 0 0,0 0 0 0 0,1 1 1 0 0,-1-1-1 0 0,1 0 0 0 0,-1 0 0 0 0,1 0 0 0 0,0 1 0 0 0,-1-1 0 0 0,1 0 0 0 0,0 1 1 0 0,-1-1-1 0 0,1 1 0 0 0,0-1 0 0 0,0 1 0 0 0,0-1 0 0 0,7-3 80 0 0,-1 0 0 0 0,1 0 0 0 0,-1 1 0 0 0,1 1 0 0 0,0-1 0 0 0,0 1 0 0 0,12-1 0 0 0,60-4 214 0 0,-66 7-316 0 0,334 2-2802 0 0,-189 2-5329 0 0,-105-4 1513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1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496 317 460 0 0,'60'-69'16733'0'0,"-61"74"-16407"0"0,1 0-1 0 0,-1-1 1 0 0,0 1-1 0 0,0 0 1 0 0,-1-1 0 0 0,1 1-1 0 0,-1-1 1 0 0,-3 6 0 0 0,-24 37 681 0 0,14-22-420 0 0,-234 346 3313 0 0,127-197-3155 0 0,97-136-555 0 0,1-3 652 0 0,-36 44-1 0 0,60-79-808 0 0,0 0 1 0 0,0 1 0 0 0,0-1-1 0 0,0 0 1 0 0,-1 1-1 0 0,1-1 1 0 0,0 0 0 0 0,0 1-1 0 0,0-1 1 0 0,-1 0-1 0 0,1 0 1 0 0,0 1-1 0 0,0-1 1 0 0,-1 0 0 0 0,1 0-1 0 0,0 0 1 0 0,0 1-1 0 0,-1-1 1 0 0,1 0 0 0 0,0 0-1 0 0,-1 0 1 0 0,1 0-1 0 0,0 0 1 0 0,-1 1-1 0 0,1-1 1 0 0,0 0 0 0 0,-1 0-1 0 0,1 0 1 0 0,-1 0-1 0 0,1 0 1 0 0,0 0 0 0 0,-1 0-1 0 0,1 0 1 0 0,0-1-1 0 0,-1 1 1 0 0,1 0-1 0 0,0 0 1 0 0,-1 0 0 0 0,1 0-1 0 0,0 0 1 0 0,-1 0-1 0 0,1-1 1 0 0,0 1-1 0 0,0 0 1 0 0,-1 0 0 0 0,1 0-1 0 0,0-1 1 0 0,0 1-1 0 0,-1 0 1 0 0,1 0 0 0 0,0-1-1 0 0,0 1 1 0 0,-1-2-30 0 0,0 1 1 0 0,1-1-1 0 0,0 1 1 0 0,-1 0-1 0 0,1-1 1 0 0,0 1-1 0 0,0-1 1 0 0,0 1-1 0 0,0-1 0 0 0,0 1 1 0 0,0-3-1 0 0,13-44-27 0 0,1 0 0 0 0,3 1-1 0 0,34-70 1 0 0,-20 50-36 0 0,26-64 1 0 0,6 2 1 0 0,130-195-1 0 0,-181 307 19 0 0,0 0 0 0 0,0 1 0 0 0,2 1 0 0 0,0 0 0 0 0,1 1 0 0 0,20-15 0 0 0,-33 28 29 0 0,0-1-1 0 0,0 1 1 0 0,0 0 0 0 0,0 0 0 0 0,0 0 0 0 0,0 0 0 0 0,0 0-1 0 0,0 1 1 0 0,1-1 0 0 0,-1 1 0 0 0,0-1 0 0 0,0 1 0 0 0,1 0 0 0 0,-1 0-1 0 0,0 0 1 0 0,1 0 0 0 0,-1 0 0 0 0,0 1 0 0 0,1-1 0 0 0,3 2-1 0 0,-3-1 1 0 0,0 1 0 0 0,0 0 0 0 0,0 0 0 0 0,0 0 0 0 0,0 0 0 0 0,0 1 0 0 0,-1-1 0 0 0,0 1 0 0 0,1 0 0 0 0,-1-1 0 0 0,0 1 0 0 0,2 5 0 0 0,3 4-23 0 0,-1 0 0 0 0,-1 1 0 0 0,0 0 0 0 0,-1 0 0 0 0,5 27 0 0 0,-1 22 26 0 0,0 116-1 0 0,-18 63 159 0 0,4-125-104 0 0,5-101-7 0 0,-14 176-3369 0 0,15-190 3207 0 0,0 0-1 0 0,0 0 1 0 0,0-1-1 0 0,-1 1 1 0 0,1 0-1 0 0,0 0 1 0 0,0 0-1 0 0,-1 0 1 0 0,1-1-1 0 0,0 1 1 0 0,-1 0-1 0 0,1 0 1 0 0,-1-1-1 0 0,1 1 1 0 0,-1 0 0 0 0,0-1-1 0 0,1 1 1 0 0,-1 0-1 0 0,1-1 1 0 0,-1 1-1 0 0,0-1 1 0 0,0 1-1 0 0,1-1 1 0 0,-3 1-1 0 0,2 0-55 0 0,-1-1 0 0 0,1 0 0 0 0,-1 0 0 0 0,1 0 0 0 0,-1 0 1 0 0,1 0-1 0 0,-1 0 0 0 0,1 0 0 0 0,-1-1 0 0 0,1 1 0 0 0,-1 0 0 0 0,1-1 0 0 0,-2 0 0 0 0,-4-3-372 0 0,-1 1 0 0 0,1-1 0 0 0,0-1 0 0 0,-6-5 0 0 0,-202-134-1706 0 0,94 67 6722 0 0,53 32-1732 0 0,67 43-2615 0 0,1 2-110 0 0,0-1 1 0 0,0 1-1 0 0,1-1 0 0 0,-1 1 1 0 0,0-1-1 0 0,1 0 1 0 0,-1 1-1 0 0,0-1 0 0 0,1 1 1 0 0,-1-1-1 0 0,0 1 1 0 0,1 0-1 0 0,-1-1 1 0 0,1 1-1 0 0,-1-1 0 0 0,1 1 1 0 0,-1 0-1 0 0,1-1 1 0 0,0 1-1 0 0,-1 0 0 0 0,1 0 1 0 0,-1-1-1 0 0,1 1 1 0 0,0 0-1 0 0,17-4 61 0 0,-15 3-73 0 0,235-33-1321 0 0,-79 14-2621 0 0,-41 0-3521 0 0,-62 6-280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1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87 2484 0 0,'7'-22'5281'0'0,"-4"13"-2591"0"0,0-1-1 0 0,-1 0 0 0 0,0 1 1 0 0,2-16-1 0 0,-4 24-2134 0 0,0 3 213 0 0,-2 20 405 0 0,-2 0 0 0 0,0 0-1 0 0,-1 0 1 0 0,0 0 0 0 0,-14 29-1 0 0,4-8-440 0 0,-61 181 1318 0 0,15-49-3206 0 0,23-57-6513 0 0,35-110 5956 0 0,0 0-1568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1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136 217 372 0 0,'9'-51'6539'0'0,"-7"36"-4855"0"0,1-1-1 0 0,0 0 1 0 0,1 1-1 0 0,9-23 1 0 0,-11 33-1557 0 0,1 1 1 0 0,-1 0-1 0 0,0 0 1 0 0,1 0-1 0 0,0 1 1 0 0,0-1-1 0 0,0 1 1 0 0,0 0-1 0 0,1-1 1 0 0,-1 1-1 0 0,1 1 1 0 0,0-1-1 0 0,0 0 1 0 0,0 1-1 0 0,0 0 1 0 0,0 0-1 0 0,0 0 1 0 0,1 1-1 0 0,-1-1 1 0 0,6 0-1 0 0,1 0-65 0 0,-1 1-1 0 0,1 1 0 0 0,-1-1 1 0 0,1 2-1 0 0,-1-1 0 0 0,1 1 0 0 0,-1 1 1 0 0,0 0-1 0 0,1 1 0 0 0,-1 0 1 0 0,18 8-1 0 0,-21-9-45 0 0,0 1-1 0 0,-1 1 1 0 0,0-1-1 0 0,1 1 1 0 0,-1 0-1 0 0,0 1 1 0 0,-1 0-1 0 0,1 0 1 0 0,-1 0-1 0 0,0 0 1 0 0,-1 1-1 0 0,1-1 1 0 0,-1 1-1 0 0,0 1 1 0 0,0-1 0 0 0,-1 0-1 0 0,0 1 1 0 0,3 7-1 0 0,-5-10 12 0 0,0 0 0 0 0,-1 0 0 0 0,1 0 0 0 0,-1 1 0 0 0,0-1 0 0 0,0 0 0 0 0,0 0 1 0 0,0 1-1 0 0,-1-1 0 0 0,0 0 0 0 0,0 0 0 0 0,0 1 0 0 0,-3 5 0 0 0,1-3 7 0 0,0 0 1 0 0,-1-1-1 0 0,0 0 1 0 0,-1 0-1 0 0,1 0 1 0 0,-1 0 0 0 0,-7 6-1 0 0,-4 2 64 0 0,-1-1 1 0 0,0-1-1 0 0,-1 0 0 0 0,-30 14 1 0 0,16-12 1279 0 0,-63 20 0 0 0,93-34-1182 0 0,23 10-117 0 0,-6-6-87 0 0,0 1 1 0 0,0 0-1 0 0,0 1 1 0 0,-1 1-1 0 0,0 0 1 0 0,0 1-1 0 0,-1 1 1 0 0,0 0-1 0 0,-1 1 1 0 0,23 21-1 0 0,-19-14 237 0 0,-1 0 0 0 0,-1 2 0 0 0,0-1 0 0 0,-1 2 0 0 0,-2-1 0 0 0,17 38 0 0 0,-26-53 10 0 0,0 0 0 0 0,-1 0 0 0 0,0 0 0 0 0,0 0 1 0 0,0 0-1 0 0,0 0 0 0 0,0 1 0 0 0,-1-1 0 0 0,0 0 0 0 0,0 0 0 0 0,0 1 0 0 0,-1-1 1 0 0,1 0-1 0 0,-1 0 0 0 0,0 0 0 0 0,0 1 0 0 0,0-1 0 0 0,-1 0 0 0 0,-2 6 0 0 0,1-6-65 0 0,0 0 0 0 0,0 0 0 0 0,-1 0 0 0 0,1 0 0 0 0,-1 0 0 0 0,0-1 0 0 0,0 0 0 0 0,0 1 0 0 0,-1-2 0 0 0,1 1 0 0 0,-1 0 0 0 0,1-1 0 0 0,-1 0-1 0 0,0 0 1 0 0,-8 2 0 0 0,-8 1-252 0 0,0-1-1 0 0,-1-1 1 0 0,1-1-1 0 0,0 0 1 0 0,-1-2-1 0 0,1-1 1 0 0,-1 0-1 0 0,1-2 1 0 0,-1-1-1 0 0,1 0 1 0 0,1-1-1 0 0,-1-1 1 0 0,1-2-1 0 0,0 0 1 0 0,-29-16-1 0 0,44 21-470 0 0,-1 0 1 0 0,1-1-1 0 0,0 0 0 0 0,0 0 1 0 0,1 0-1 0 0,-1 0 0 0 0,1-1 1 0 0,0 0-1 0 0,0 0 0 0 0,-6-11 0 0 0,8 12-732 0 0,1 0 0 0 0,-1 0 0 0 0,1 0 0 0 0,0-1 0 0 0,0 1 0 0 0,0-1 0 0 0,0 1 0 0 0,1-1 0 0 0,0-8 0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2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463 222 2176 0 0,'7'-17'1817'0'0,"-2"0"1"0"0,0 0-1 0 0,-1-1 0 0 0,-1 0 0 0 0,-1 0 0 0 0,0 0 1 0 0,-2 0-1 0 0,-1-23 0 0 0,1 39-1732 0 0,0 1-1 0 0,0-1 1 0 0,0 0 0 0 0,-1 0-1 0 0,1 1 1 0 0,-1-1-1 0 0,1 0 1 0 0,-1 1 0 0 0,0-1-1 0 0,1 1 1 0 0,-1-1 0 0 0,0 1-1 0 0,0-1 1 0 0,0 1-1 0 0,0-1 1 0 0,0 1 0 0 0,-1 0-1 0 0,1 0 1 0 0,0 0 0 0 0,-1 0-1 0 0,1 0 1 0 0,-1 0-1 0 0,1 0 1 0 0,-1 0 0 0 0,1 0-1 0 0,-1 0 1 0 0,1 1 0 0 0,-1-1-1 0 0,0 1 1 0 0,-3-1 0 0 0,0 1-39 0 0,0 0 0 0 0,0 0 0 0 0,1 1 1 0 0,-1 0-1 0 0,0 0 0 0 0,0 0 1 0 0,0 0-1 0 0,1 1 0 0 0,-1 0 1 0 0,-5 3-1 0 0,-22 12 11 0 0,0 1 1 0 0,1 2-1 0 0,1 1 1 0 0,0 2-1 0 0,2 0 1 0 0,1 2-1 0 0,1 1 1 0 0,1 1-1 0 0,2 2 1 0 0,0 0-1 0 0,2 1 1 0 0,-19 38-1 0 0,35-60-48 0 0,1 1-1 0 0,0 0 0 0 0,1 0 0 0 0,0 0 0 0 0,0 0 0 0 0,1 0 1 0 0,0 1-1 0 0,0 11 0 0 0,2-19-9 0 0,0 1 0 0 0,0-1 0 0 0,0 1 1 0 0,0-1-1 0 0,1 1 0 0 0,-1-1 0 0 0,1 1 0 0 0,0-1 1 0 0,0 1-1 0 0,0-1 0 0 0,0 0 0 0 0,0 1 0 0 0,0-1 0 0 0,1 0 1 0 0,-1 0-1 0 0,1 0 0 0 0,-1 0 0 0 0,1 0 0 0 0,0 0 1 0 0,0 0-1 0 0,0-1 0 0 0,0 1 0 0 0,0-1 0 0 0,0 1 0 0 0,0-1 1 0 0,0 0-1 0 0,1 0 0 0 0,-1 0 0 0 0,0 0 0 0 0,1 0 1 0 0,-1-1-1 0 0,1 1 0 0 0,-1-1 0 0 0,1 1 0 0 0,2-1 0 0 0,5 1-68 0 0,0 0 0 0 0,1-1 0 0 0,-1-1 0 0 0,0 0 0 0 0,0 0 0 0 0,0-1-1 0 0,0 0 1 0 0,0-1 0 0 0,0 0 0 0 0,-1 0 0 0 0,1-1 0 0 0,-1 0 0 0 0,0-1-1 0 0,0 0 1 0 0,0-1 0 0 0,-1 0 0 0 0,0 0 0 0 0,13-12 0 0 0,0-4-76 0 0,0-1 0 0 0,-1 0 1 0 0,-1-1-1 0 0,30-53 1 0 0,-19 17 44 0 0,-2-1 0 0 0,32-105 0 0 0,-68 185-45 0 0,-28 68 93 0 0,25-49 40 0 0,-7 51 0 0 0,16-71 9 0 0,0 1 1 0 0,1 0-1 0 0,1-1 1 0 0,5 37-1 0 0,-4-51-6 0 0,-1 0 0 0 0,1-1 1 0 0,1 1-1 0 0,-1-1 0 0 0,1 1 0 0 0,2 5 0 0 0,-3-8-3 0 0,-1 0 0 0 0,1 0 1 0 0,0 0-1 0 0,-1-1 0 0 0,1 1 0 0 0,-1 0 1 0 0,1 0-1 0 0,0-1 0 0 0,0 1 0 0 0,-1 0 0 0 0,1-1 1 0 0,0 1-1 0 0,0-1 0 0 0,0 1 0 0 0,0-1 0 0 0,0 1 1 0 0,-1-1-1 0 0,1 0 0 0 0,0 0 0 0 0,0 1 0 0 0,0-1 1 0 0,0 0-1 0 0,0 0 0 0 0,0 0 0 0 0,0 0 0 0 0,0 0 1 0 0,0 0-1 0 0,0 0 0 0 0,0 0 0 0 0,0 0 0 0 0,0-1 1 0 0,2 1-1 0 0,3-4-60 0 0,0 1-1 0 0,0-1 1 0 0,-1 0 0 0 0,1 0 0 0 0,-1 0 0 0 0,0-1 0 0 0,0 0-1 0 0,0 0 1 0 0,5-8 0 0 0,39-61-235 0 0,-23 33 218 0 0,-2 5 62 0 0,-11 13 8 0 0,2 1 0 0 0,1 1 0 0 0,1 0 0 0 0,0 1 0 0 0,23-20 0 0 0,-37 38 22 0 0,0 0 1 0 0,0 0-1 0 0,-1 0 0 0 0,1 0 1 0 0,1 1-1 0 0,-1-1 0 0 0,0 1 1 0 0,0 0-1 0 0,0-1 0 0 0,1 2 0 0 0,-1-1 1 0 0,1 0-1 0 0,-1 1 0 0 0,0-1 1 0 0,1 1-1 0 0,-1 0 0 0 0,1 0 1 0 0,-1 0-1 0 0,1 1 0 0 0,5 1 1 0 0,-4-1 2 0 0,-1 1 1 0 0,0 0-1 0 0,1 0 1 0 0,-1 1-1 0 0,0-1 1 0 0,-1 1-1 0 0,1-1 1 0 0,0 1-1 0 0,-1 1 0 0 0,0-1 1 0 0,1 0-1 0 0,-1 1 1 0 0,0 0-1 0 0,-1-1 1 0 0,3 6-1 0 0,1 1 51 0 0,-1 0-1 0 0,-1 1 0 0 0,0 0 0 0 0,0 0 1 0 0,-1 0-1 0 0,0 0 0 0 0,-1 0 0 0 0,0 1 1 0 0,-1-1-1 0 0,-1 1 0 0 0,0 17 1 0 0,-2-13 142 0 0,1-1 0 0 0,-2 1 1 0 0,0-1-1 0 0,-1 1 0 0 0,-1-1 1 0 0,0 0-1 0 0,-14 26 1 0 0,18-38-145 0 0,0-1 1 0 0,0 0 0 0 0,-1-1 0 0 0,1 1-1 0 0,-1 0 1 0 0,1 0 0 0 0,-1-1 0 0 0,0 1-1 0 0,1 0 1 0 0,-1-1 0 0 0,0 0 0 0 0,0 1-1 0 0,0-1 1 0 0,0 0 0 0 0,0 0 0 0 0,-4 1-1 0 0,5-2-38 0 0,0 0-1 0 0,0 1 0 0 0,0-1 1 0 0,1 0-1 0 0,-1 0 0 0 0,0 0 1 0 0,0 0-1 0 0,1-1 0 0 0,-1 1 1 0 0,0 0-1 0 0,0 0 1 0 0,1 0-1 0 0,-1-1 0 0 0,0 1 1 0 0,1 0-1 0 0,-1-1 0 0 0,0 1 1 0 0,1 0-1 0 0,-1-1 0 0 0,-1 0 1 0 0,1-1-10 0 0,0 1 1 0 0,0 0-1 0 0,0-1 1 0 0,1 1-1 0 0,-1-1 1 0 0,0 1-1 0 0,0-1 1 0 0,1 1-1 0 0,-1-1 1 0 0,1 0-1 0 0,0 1 1 0 0,-1-1-1 0 0,1-2 1 0 0,0-6 0 0 0,0 1 0 0 0,0-1 0 0 0,1 0 1 0 0,0 0-1 0 0,1 1 0 0 0,0-1 0 0 0,1 1 0 0 0,0 0 1 0 0,0-1-1 0 0,1 1 0 0 0,0 1 0 0 0,1-1 0 0 0,0 0 1 0 0,8-10-1 0 0,1 0-11 0 0,0 2 0 0 0,1 0 0 0 0,1 1 0 0 0,0 0 1 0 0,23-16-1 0 0,-20 18-12 0 0,1 1 0 0 0,0 1 0 0 0,42-19 0 0 0,-53 27-1 0 0,0 1-1 0 0,0 0 1 0 0,0 0 0 0 0,0 1-1 0 0,0 0 1 0 0,0 1 0 0 0,0 0-1 0 0,1 1 1 0 0,-1-1-1 0 0,0 2 1 0 0,1-1 0 0 0,-1 1-1 0 0,9 3 1 0 0,-15-3 21 0 0,0 0 1 0 0,0 0-1 0 0,0 0 0 0 0,0 1 0 0 0,-1-1 1 0 0,1 1-1 0 0,0 0 0 0 0,-1-1 1 0 0,1 1-1 0 0,-1 0 0 0 0,0 1 0 0 0,0-1 1 0 0,0 0-1 0 0,0 1 0 0 0,0-1 1 0 0,0 1-1 0 0,-1 0 0 0 0,1-1 0 0 0,-1 1 1 0 0,0 0-1 0 0,0 0 0 0 0,0 0 1 0 0,0 0-1 0 0,0 0 0 0 0,-1 0 0 0 0,1 0 1 0 0,-1 0-1 0 0,0 0 0 0 0,0 0 1 0 0,0 6-1 0 0,-2 8 57 0 0,0 1 1 0 0,-1-1-1 0 0,-1 0 0 0 0,-8 22 1 0 0,4-14-127 0 0,6-17 91 0 0,0 0-476 0 0,-1 0 1 0 0,2 0-1 0 0,-1 0 0 0 0,1 0 1 0 0,0 13-1 0 0,1-19 277 0 0,0 0 0 0 0,0 0 1 0 0,1-1-1 0 0,-1 1 0 0 0,0 0 0 0 0,1 0 1 0 0,0 0-1 0 0,0 0 0 0 0,-1-1 0 0 0,1 1 0 0 0,0 0 1 0 0,0-1-1 0 0,0 1 0 0 0,1 0 0 0 0,-1-1 1 0 0,0 0-1 0 0,1 1 0 0 0,-1-1 0 0 0,1 0 0 0 0,-1 0 1 0 0,1 1-1 0 0,-1-1 0 0 0,1 0 0 0 0,0-1 0 0 0,-1 1 1 0 0,1 0-1 0 0,0 0 0 0 0,3 0 0 0 0,4 1-833 0 0,-1 0-1 0 0,1-1 1 0 0,0 0-1 0 0,-1 0 1 0 0,1-1-1 0 0,10 0 1 0 0,13-3-4150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3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388 963 2500 0 0,'15'-19'4022'0'0,"20"-36"0"0"0,-32 49-3347 0 0,1 0 0 0 0,-2 0 1 0 0,1-1-1 0 0,-1 1 0 0 0,0-1 0 0 0,0 1 1 0 0,-1-1-1 0 0,1 0 0 0 0,-2 0 0 0 0,1-11 1 0 0,-1 16-587 0 0,0 0 1 0 0,0 0 0 0 0,0 1-1 0 0,-1-1 1 0 0,1 0 0 0 0,0 1-1 0 0,-1-1 1 0 0,1 0 0 0 0,-1 1-1 0 0,0-1 1 0 0,0 0 0 0 0,1 1-1 0 0,-1-1 1 0 0,0 1 0 0 0,0 0-1 0 0,0-1 1 0 0,-1 1 0 0 0,1 0-1 0 0,0 0 1 0 0,0-1 0 0 0,-1 1-1 0 0,1 0 1 0 0,-3-1 0 0 0,1 1-10 0 0,0 0 0 0 0,0 0 1 0 0,0 0-1 0 0,0 1 1 0 0,0 0-1 0 0,0-1 0 0 0,-1 1 1 0 0,1 0-1 0 0,0 0 1 0 0,0 1-1 0 0,0-1 0 0 0,-4 1 1 0 0,-5 2 77 0 0,-1 1-1 0 0,0 1 1 0 0,1-1 0 0 0,0 2 0 0 0,-12 6-1 0 0,-2 4 73 0 0,1 1-1 0 0,1 1 1 0 0,0 1-1 0 0,2 2 1 0 0,0 0-1 0 0,1 1 1 0 0,1 1-1 0 0,1 0 1 0 0,1 2-1 0 0,2 0 1 0 0,0 1-1 0 0,-21 48 1 0 0,34-65-195 0 0,-1 0 0 0 0,1 0 0 0 0,1 0 0 0 0,0 1 0 0 0,0-1 0 0 0,1 1 0 0 0,0-1 0 0 0,0 1 0 0 0,1 0 0 0 0,0-1 0 0 0,3 13 0 0 0,-2-18-26 0 0,0 1 0 0 0,1 0 0 0 0,-1 0 1 0 0,1 0-1 0 0,0-1 0 0 0,1 1 1 0 0,-1-1-1 0 0,1 1 0 0 0,0-1 0 0 0,0 0 1 0 0,0 0-1 0 0,0 0 0 0 0,1-1 1 0 0,0 1-1 0 0,0-1 0 0 0,0 0 1 0 0,0 0-1 0 0,0 0 0 0 0,0-1 0 0 0,1 1 1 0 0,-1-1-1 0 0,10 3 0 0 0,-3-1-17 0 0,-1-2-1 0 0,0 1 1 0 0,1-1 0 0 0,0-1-1 0 0,-1 0 1 0 0,1 0-1 0 0,0-1 1 0 0,0 0-1 0 0,19-4 1 0 0,-13 0-44 0 0,-1 0 1 0 0,0-1-1 0 0,0 0 0 0 0,0-2 1 0 0,24-13-1 0 0,-6-1-149 0 0,-1-1 1 0 0,-2-2-1 0 0,0-1 0 0 0,43-46 0 0 0,-18 9-118 0 0,-2-4 0 0 0,-3-1-1 0 0,-2-3 1 0 0,-4-1 0 0 0,-4-3 0 0 0,-2-1-1 0 0,35-99 1 0 0,-53 116 249 0 0,17-76 1 0 0,-32 108 216 0 0,-2 0 0 0 0,-1 0-1 0 0,0-1 1 0 0,-2 1 0 0 0,-4-43 0 0 0,2 65-102 0 0,1-1 0 0 0,-1 1 0 0 0,0 0 0 0 0,0-1 0 0 0,-1 1 0 0 0,1 0 0 0 0,-1 0 0 0 0,0 0 0 0 0,0 0 0 0 0,0 0 0 0 0,0 0 1 0 0,-1 1-1 0 0,0-1 0 0 0,0 1 0 0 0,0-1 0 0 0,0 1 0 0 0,0 0 0 0 0,0 0 0 0 0,-1 1 0 0 0,-7-5 0 0 0,6 4 12 0 0,0 1-1 0 0,0 1 1 0 0,-1-1-1 0 0,1 1 1 0 0,-1 0 0 0 0,1 0-1 0 0,0 0 1 0 0,-1 1 0 0 0,0 0-1 0 0,1 0 1 0 0,-1 0 0 0 0,1 1-1 0 0,-1-1 1 0 0,1 2 0 0 0,0-1-1 0 0,-10 4 1 0 0,-3 2 46 0 0,-1 2 0 0 0,2 0 0 0 0,-1 1 0 0 0,1 1-1 0 0,1 1 1 0 0,0 0 0 0 0,0 1 0 0 0,1 1 0 0 0,-18 21 0 0 0,6-2 48 0 0,2 0 0 0 0,1 1 0 0 0,-30 57 0 0 0,30-41-133 0 0,2 2 1 0 0,3 0 0 0 0,1 1-1 0 0,3 1 1 0 0,3 0-1 0 0,1 1 1 0 0,4 0 0 0 0,1 1-1 0 0,3-1 1 0 0,5 64-1 0 0,-1-101-505 0 0,0 0 0 0 0,2 0 0 0 0,0-1 0 0 0,1 1 0 0 0,1-1 0 0 0,7 17-1 0 0,-8-24-333 0 0,1-1-1 0 0,0 1 1 0 0,1-1 0 0 0,9 12-1 0 0,-8-13-508 0 0,0-1 1 0 0,0 0-1 0 0,0 0 0 0 0,1-1 0 0 0,10 7 0 0 0,17 7-7038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4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273 141 3540 0 0,'21'-23'14655'0'0,"-21"24"-14564"0"0,1 2 121 0 0,-1 0 0 0 0,1 0 0 0 0,-1 0 0 0 0,0 1 0 0 0,0-1-1 0 0,0 0 1 0 0,0 1 0 0 0,-1-1 0 0 0,1 0 0 0 0,-1 0 0 0 0,-2 6 0 0 0,1-1 205 0 0,-8 33 676 0 0,-3 0 1 0 0,-24 57-1 0 0,-48 76-249 0 0,35-74-788 0 0,-7 7-3406 0 0,56-107 3256 0 0,1 0 1 0 0,0 1-1 0 0,0-1 0 0 0,0 1 0 0 0,0-1 1 0 0,0 1-1 0 0,0-1 0 0 0,0 1 1 0 0,-1-1-1 0 0,1 0 0 0 0,0 1 0 0 0,0-1 1 0 0,-1 1-1 0 0,1-1 0 0 0,0 0 0 0 0,0 1 1 0 0,-1-1-1 0 0,1 0 0 0 0,0 1 1 0 0,-1-1-1 0 0,1 0 0 0 0,-1 0 0 0 0,1 1 1 0 0,0-1-1 0 0,-1 0 0 0 0,1 0 1 0 0,-1 0-1 0 0,1 1 0 0 0,-1-1 0 0 0,1 0 1 0 0,-1 0-1 0 0,1 0 0 0 0,0 0 0 0 0,-1 0 1 0 0,1 0-1 0 0,-1 0 0 0 0,1 0 1 0 0,-1 0-1 0 0,1 0 0 0 0,-1 0 0 0 0,1 0 1 0 0,-1-1-1 0 0,1 1 0 0 0,-1 0 1 0 0,1 0-1 0 0,0 0 0 0 0,-1 0 0 0 0,1-1 1 0 0,-1 1-1 0 0,1 0 0 0 0,0-1 0 0 0,-1 1 1 0 0,1 0-1 0 0,0-1 0 0 0,-1 1 1 0 0,1 0-1 0 0,0-1 0 0 0,0 1 0 0 0,-1 0 1 0 0,1-1-1 0 0,0 0 0 0 0,-11-26-2086 0 0,9 4 1367 0 0,0 0 0 0 0,2 0 0 0 0,0 0 0 0 0,6-37-1 0 0,24-91 953 0 0,-18 95 753 0 0,28-75 0 0 0,-33 114-631 0 0,0 0 0 0 0,1 0 0 0 0,1 1 0 0 0,0 0 0 0 0,1 0-1 0 0,1 1 1 0 0,0 1 0 0 0,20-20 0 0 0,-24 27-204 0 0,1 1 1 0 0,0 1-1 0 0,0 0 1 0 0,0 0-1 0 0,0 0 1 0 0,1 1-1 0 0,-1 1 0 0 0,1-1 1 0 0,0 1-1 0 0,0 1 1 0 0,0 0-1 0 0,1 0 1 0 0,-1 1-1 0 0,1 0 0 0 0,-1 0 1 0 0,0 1-1 0 0,1 0 1 0 0,-1 1-1 0 0,16 3 1 0 0,-18-3 3 0 0,0 1 1 0 0,0 0-1 0 0,0 1 1 0 0,0 0-1 0 0,0 0 1 0 0,0 0-1 0 0,-1 1 1 0 0,0 0 0 0 0,1 0-1 0 0,-1 1 1 0 0,-1 0-1 0 0,1 0 1 0 0,-1 0-1 0 0,0 0 1 0 0,0 1-1 0 0,0 0 1 0 0,-1 0 0 0 0,0 0-1 0 0,0 1 1 0 0,-1-1-1 0 0,0 1 1 0 0,0 0-1 0 0,0 0 1 0 0,-1 0-1 0 0,2 10 1 0 0,-3-9 71 0 0,0 0-1 0 0,0 0 1 0 0,-1 0 0 0 0,0 0 0 0 0,-1 0-1 0 0,0 1 1 0 0,0-1 0 0 0,-1 0 0 0 0,1 0 0 0 0,-2-1-1 0 0,1 1 1 0 0,-1 0 0 0 0,-1-1 0 0 0,1 0-1 0 0,-1 1 1 0 0,-1-1 0 0 0,1-1 0 0 0,-7 9-1 0 0,0-3 118 0 0,0 1 0 0 0,-1-2-1 0 0,0 1 1 0 0,-1-1 0 0 0,0-1-1 0 0,-1-1 1 0 0,-29 16 0 0 0,-22 12 2517 0 0,63-36-2549 0 0,8-2 232 0 0,10-1-407 0 0,1 1 0 0 0,0 0 0 0 0,0 1 0 0 0,0 1 0 0 0,18 3 0 0 0,-12 3-63 0 0,0 1-1 0 0,0 1 1 0 0,-1 1 0 0 0,-1 1 0 0 0,1 1 0 0 0,-2 1 0 0 0,28 21 0 0 0,-36-24 57 0 0,0 1-1 0 0,-1 0 1 0 0,0 0-1 0 0,-1 1 1 0 0,0 1 0 0 0,-1 0-1 0 0,-1 0 1 0 0,0 0 0 0 0,0 1-1 0 0,-2 0 1 0 0,1 1-1 0 0,5 23 1 0 0,-10-31 164 0 0,0 0-1 0 0,-1 0 1 0 0,0 0 0 0 0,-1 0 0 0 0,1 0-1 0 0,-2 0 1 0 0,1 0 0 0 0,-1 0 0 0 0,0 0-1 0 0,0 0 1 0 0,-1 0 0 0 0,1 0-1 0 0,-2 0 1 0 0,1-1 0 0 0,-1 1 0 0 0,0-1-1 0 0,0 0 1 0 0,-1 0 0 0 0,0 0 0 0 0,0 0-1 0 0,0 0 1 0 0,-1-1 0 0 0,-10 10-1 0 0,6-8-34 0 0,-1 0-1 0 0,1 0 0 0 0,-1-1 1 0 0,-1 0-1 0 0,1-1 0 0 0,-1 0 0 0 0,0 0 1 0 0,0-1-1 0 0,-1-1 0 0 0,1 0 0 0 0,-1-1 1 0 0,0 0-1 0 0,-18 1 0 0 0,16-3-145 0 0,1 0 0 0 0,0-1-1 0 0,0-1 1 0 0,0 0 0 0 0,0-1-1 0 0,0 0 1 0 0,1 0 0 0 0,-1-2-1 0 0,-17-8 1 0 0,21 8-128 0 0,1 1-1 0 0,0-1 1 0 0,0-1-1 0 0,0 0 1 0 0,1 0-1 0 0,0 0 1 0 0,0-1-1 0 0,0 0 1 0 0,1-1 0 0 0,0 1-1 0 0,1-1 1 0 0,0 0-1 0 0,-8-16 1 0 0,12 21-147 0 0,-1 1-1 0 0,1-1 1 0 0,0 0 0 0 0,1 1 0 0 0,-1-1-1 0 0,0 0 1 0 0,1 0 0 0 0,-1 1-1 0 0,1-1 1 0 0,0 0 0 0 0,0 0 0 0 0,0 0-1 0 0,0 0 1 0 0,1 0 0 0 0,-1 1-1 0 0,1-1 1 0 0,-1 0 0 0 0,1 0 0 0 0,0 1-1 0 0,0-1 1 0 0,1 0 0 0 0,-1 1 0 0 0,0-1-1 0 0,1 1 1 0 0,0 0 0 0 0,-1-1-1 0 0,1 1 1 0 0,0 0 0 0 0,0 0 0 0 0,0 0-1 0 0,0 0 1 0 0,1 0 0 0 0,-1 1 0 0 0,0-1-1 0 0,1 1 1 0 0,4-3 0 0 0,5-1-1422 0 0,-1 1 0 0 0,1-1 0 0 0,0 2 0 0 0,1 0 0 0 0,-1 0 1 0 0,0 1-1 0 0,15 0 0 0 0,-1 0-4436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4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1167 3216 0 0,'45'58'26595'0'0,"-38"-63"-25748"0"0,-3 0-612 0 0,-1-1-1 0 0,-1 1 1 0 0,1-1-1 0 0,-1 0 1 0 0,0 1-1 0 0,2-12 1 0 0,3-8 55 0 0,213-476-368 0 0,138-102-470 0 0,-329 569 361 0 0,-29 33 183 0 0,1 1-1 0 0,-1-1 1 0 0,1 1 0 0 0,0-1-1 0 0,-1 1 1 0 0,1-1 0 0 0,0 1-1 0 0,-1 0 1 0 0,1-1 0 0 0,0 1 0 0 0,-1 0-1 0 0,1-1 1 0 0,0 1 0 0 0,0 0-1 0 0,-1 0 1 0 0,1 0 0 0 0,0 0-1 0 0,0 0 1 0 0,-1 0 0 0 0,1 0-1 0 0,0 0 1 0 0,0 0 0 0 0,0 0 0 0 0,-1 0-1 0 0,1 0 1 0 0,0 0 0 0 0,0 1-1 0 0,-1-1 1 0 0,1 0 0 0 0,0 1-1 0 0,-1-1 1 0 0,1 0 0 0 0,0 1-1 0 0,-1-1 1 0 0,1 1 0 0 0,0-1 0 0 0,-1 1-1 0 0,1-1 1 0 0,-1 1 0 0 0,1 0-1 0 0,0 0 1 0 0,18 27-111 0 0,-14-16 98 0 0,0 0 0 0 0,-1 1 0 0 0,0 0 0 0 0,-1-1 0 0 0,-1 1 0 0 0,2 23 0 0 0,-3 84 11 0 0,-2-83 78 0 0,-15 261 821 0 0,3-102-447 0 0,11-155-446 0 0,-2 13 0 0 0,6 73 0 0 0,-1-117 0 0 0,-1-10-3 0 0,0 1 0 0 0,0-1 0 0 0,0 0 0 0 0,0 1 0 0 0,0-1 1 0 0,0 0-1 0 0,0 1 0 0 0,0-1 0 0 0,0 0 0 0 0,0 1 0 0 0,0-1 0 0 0,0 0 0 0 0,0 1 0 0 0,1-1 0 0 0,-1 0 1 0 0,0 1-1 0 0,0-1 0 0 0,0 0 0 0 0,0 0 0 0 0,1 1 0 0 0,-1-1 0 0 0,0 0 0 0 0,0 0 0 0 0,1 1 0 0 0,-1-1 1 0 0,0 0-1 0 0,0 0 0 0 0,1 1 0 0 0,-1-1 0 0 0,0 0 0 0 0,1 0 0 0 0,-1 0 0 0 0,0 0 0 0 0,1 0 0 0 0,-1 0 1 0 0,1 1-1 0 0,5-8-293 0 0,-3-3 45 0 0,0-1-1 0 0,-1 1 0 0 0,0-1 1 0 0,-1 0-1 0 0,0 0 0 0 0,-1 0 1 0 0,0 0-1 0 0,0 0 0 0 0,-1 0 1 0 0,-4-16-1 0 0,1 11 53 0 0,-1 0 1 0 0,-1 0-1 0 0,0 0 0 0 0,-1 1 1 0 0,-1 0-1 0 0,-13-18 0 0 0,2 6 68 0 0,-1 2 0 0 0,-2 0 0 0 0,0 1-1 0 0,-2 2 1 0 0,0 0 0 0 0,-46-30-1 0 0,33 28 124 0 0,-46-22 0 0 0,67 37-37 0 0,-1 2 0 0 0,0 1 1 0 0,0 0-1 0 0,-1 1 0 0 0,-24-4 1 0 0,41 8 25 0 0,0 1 0 0 0,0 0 0 0 0,1 0 0 0 0,-1 0 0 0 0,0 0 0 0 0,0 0 0 0 0,0 0 0 0 0,0 1 1 0 0,1-1-1 0 0,-1 0 0 0 0,0 0 0 0 0,0 1 0 0 0,0-1 0 0 0,1 0 0 0 0,-1 1 0 0 0,-1-1 0 0 0,0 2-58 0 0,2-2 58 0 0,0 0-1 0 0,0 0 1 0 0,-1 0-1 0 0,1 1 1 0 0,0-1-1 0 0,0 0 1 0 0,0 0-1 0 0,-1 0 1 0 0,1 1-1 0 0,0-1 1 0 0,0 0-1 0 0,0 0 1 0 0,0 1-1 0 0,-1-1 1 0 0,1 0-1 0 0,0 0 1 0 0,0 1-1 0 0,0-1 1 0 0,0 0-1 0 0,0 1 1 0 0,0-1-1 0 0,0 0 1 0 0,0 0 0 0 0,0 1-1 0 0,0-1 1 0 0,0 0-1 0 0,0 1 1 0 0,0-1-1 0 0,0 0 1 0 0,0 0-1 0 0,0 1 1 0 0,1-1-1 0 0,-1 0 1 0 0,0 1-1 0 0,0-1 1 0 0,0 0-1 0 0,0 0 1 0 0,0 0-1 0 0,1 1 1 0 0,-1-1-1 0 0,0 0 1 0 0,0 0-1 0 0,0 0 1 0 0,1 1-1 0 0,8 10-649 0 0,7-1-201 0 0,1 0-1 0 0,0-2 1 0 0,0 0-1 0 0,0 0 1 0 0,23 5 0 0 0,-25-8 214 0 0,108 32-7941 0 0,-46-17 419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8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66 1036 0 0,'24'-33'8180'0'0,"-1"1"-4129"0"0,-37 51-3061 0 0,-1-1 1 0 0,-1-1 0 0 0,-18 15 0 0 0,-71 60-1182 0 0,48-44 481 0 0,-58 62-1524 0 0,93-85-2515 0 0,-23 33-1 0 0,31-37-2442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9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713 920 1532 0 0,'4'-11'2155'0'0,"-1"0"1"0"0,0 0-1 0 0,-1-1 0 0 0,2-21 0 0 0,-4 21-1007 0 0,0 0-1 0 0,-1-1 0 0 0,0 1 1 0 0,-4-15-1 0 0,5 26-1120 0 0,-1 0 0 0 0,1 0 0 0 0,-1 0-1 0 0,1 0 1 0 0,-1 0 0 0 0,0 0 0 0 0,0 0 0 0 0,1 0 0 0 0,-1 0 0 0 0,0 0 0 0 0,0 0-1 0 0,0 1 1 0 0,0-1 0 0 0,0 0 0 0 0,0 1 0 0 0,0-1 0 0 0,0 0 0 0 0,0 1 0 0 0,-3-1-1 0 0,-21-5 124 0 0,14 6-76 0 0,-1 1-1 0 0,0 0 1 0 0,0 0 0 0 0,1 1 0 0 0,-1 1 0 0 0,-13 4 0 0 0,-68 30 377 0 0,76-30-389 0 0,-45 21 97 0 0,1 2 0 0 0,2 3 0 0 0,1 2 0 0 0,-54 45 0 0 0,92-64-122 0 0,-29 30 1 0 0,43-39-33 0 0,0 0 0 0 0,0 0 0 0 0,1 0 0 0 0,0 1 1 0 0,0 0-1 0 0,1 0 0 0 0,0 0 0 0 0,-3 11 1 0 0,6-17-6 0 0,1-1 1 0 0,-1 1-1 0 0,1 0 0 0 0,-1 0 1 0 0,1 0-1 0 0,0 0 1 0 0,0 0-1 0 0,0 0 1 0 0,0 0-1 0 0,0 0 1 0 0,0 0-1 0 0,1 0 1 0 0,-1 0-1 0 0,1-1 1 0 0,-1 1-1 0 0,1 0 1 0 0,0 0-1 0 0,0 0 1 0 0,-1-1-1 0 0,1 1 1 0 0,3 3-1 0 0,-2-3 1 0 0,1 0-1 0 0,-1 0 1 0 0,1 1-1 0 0,0-2 1 0 0,-1 1-1 0 0,1 0 1 0 0,0-1-1 0 0,1 1 1 0 0,-1-1-1 0 0,0 0 1 0 0,6 2-1 0 0,3-1-1 0 0,0 0 0 0 0,0-1 0 0 0,1 0 0 0 0,-1 0 0 0 0,24-4 0 0 0,-20 1-2 0 0,-1-1 1 0 0,0-1-1 0 0,0-1 1 0 0,0 0-1 0 0,0-1 1 0 0,-1 0-1 0 0,0-1 1 0 0,0-1-1 0 0,-1 0 1 0 0,0-1-1 0 0,-1-1 1 0 0,0 0-1 0 0,0 0 1 0 0,-1-1-1 0 0,16-20 1 0 0,7-14 29 0 0,-3-2 0 0 0,-1 0 1 0 0,23-54-1 0 0,-9 19 208 0 0,-35 70-194 0 0,-9 12-33 0 0,1 0 0 0 0,-1 0 0 0 0,0 0 0 0 0,0 0 1 0 0,0 0-1 0 0,0 0 0 0 0,1 0 0 0 0,-1 0 0 0 0,0 0 0 0 0,0 0 0 0 0,0 0 0 0 0,1 0 0 0 0,-1 0 0 0 0,0 0 0 0 0,0 0 0 0 0,0 0 0 0 0,0 1 0 0 0,1-1 1 0 0,-1 0-1 0 0,0 0 0 0 0,0 0 0 0 0,0 0 0 0 0,0 0 0 0 0,0 0 0 0 0,0 0 0 0 0,1 1 0 0 0,-1-1 0 0 0,0 0 0 0 0,0 0 0 0 0,0 0 0 0 0,0 0 0 0 0,0 0 1 0 0,0 1-1 0 0,0-1 0 0 0,0 0 0 0 0,0 0 0 0 0,0 0 0 0 0,1 1 0 0 0,1 23 435 0 0,-21 126 379 0 0,11-108-756 0 0,3 1 1 0 0,-1 71-1 0 0,6-107-68 0 0,1 0 1 0 0,-1 0 0 0 0,1 0-1 0 0,1-1 1 0 0,-1 1-1 0 0,1 0 1 0 0,0-1-1 0 0,1 1 1 0 0,0-1 0 0 0,4 7-1 0 0,-5-10-35 0 0,0 0 0 0 0,0 0 0 0 0,1 0 0 0 0,-1-1 0 0 0,1 1 0 0 0,0-1 0 0 0,0 1 0 0 0,0-1 0 0 0,0 0 0 0 0,0 0 0 0 0,1 0 0 0 0,-1-1 0 0 0,1 1 0 0 0,-1-1 0 0 0,1 0 0 0 0,-1 0 0 0 0,1 0 0 0 0,0 0 0 0 0,6 0 0 0 0,1-1-172 0 0,0-1-1 0 0,0 1 1 0 0,0-2-1 0 0,-1 0 0 0 0,1 0 1 0 0,-1-1-1 0 0,1 0 1 0 0,-1-1-1 0 0,0 0 1 0 0,0 0-1 0 0,0-1 0 0 0,-1-1 1 0 0,1 1-1 0 0,10-11 1 0 0,2-1-231 0 0,-2-1 0 0 0,0-1 1 0 0,0-1-1 0 0,25-35 1 0 0,6-18-275 0 0,-4-2 0 0 0,75-159 0 0 0,38-179 905 0 0,-79 151 3871 0 0,-81 262-4052 0 0,-1 0 1 0 0,1 0-1 0 0,0 0 1 0 0,0 0-1 0 0,0 0 1 0 0,0 0-1 0 0,0 0 0 0 0,0 0 1 0 0,0 0-1 0 0,0 0 1 0 0,-1 0-1 0 0,1 0 0 0 0,0 0 1 0 0,0 0-1 0 0,0 0 1 0 0,0 0-1 0 0,0 0 0 0 0,0 0 1 0 0,0 0-1 0 0,0 0 1 0 0,0 0-1 0 0,-1 0 0 0 0,1 0 1 0 0,0 0-1 0 0,0 0 1 0 0,0 0-1 0 0,0 0 1 0 0,0-1-1 0 0,0 1 0 0 0,0 0 1 0 0,0 0-1 0 0,0 0 1 0 0,0 0-1 0 0,0 0 0 0 0,0 0 1 0 0,0 0-1 0 0,0 0 1 0 0,0 0-1 0 0,0-1 0 0 0,0 1 1 0 0,0 0-1 0 0,0 0 1 0 0,0 0-1 0 0,0 0 1 0 0,0 0-1 0 0,0 0 0 0 0,0 0 1 0 0,0 0-1 0 0,0-1 1 0 0,0 1-1 0 0,0 0 0 0 0,0 0 1 0 0,0 0-1 0 0,-13 13 151 0 0,-12 21-59 0 0,-29 56 515 0 0,-69 159 0 0 0,-9 110-65 0 0,128-346-564 0 0,-33 121 169 0 0,33-117-267 0 0,1 1 0 0 0,1-1 0 0 0,0 1 0 0 0,2-1 0 0 0,2 32 0 0 0,-2-46 17 0 0,1 0-1 0 0,-1 1 0 0 0,1-1 0 0 0,0 0 1 0 0,0 0-1 0 0,0 1 0 0 0,0-1 1 0 0,1 0-1 0 0,-1 0 0 0 0,1 0 1 0 0,0-1-1 0 0,-1 1 0 0 0,2 0 0 0 0,-1 0 1 0 0,0-1-1 0 0,0 0 0 0 0,1 1 1 0 0,-1-1-1 0 0,1 0 0 0 0,0 0 0 0 0,-1 0 1 0 0,5 2-1 0 0,-2-3-61 0 0,0 1-1 0 0,0-1 1 0 0,0 0 0 0 0,0 0-1 0 0,0 0 1 0 0,0-1 0 0 0,0 0-1 0 0,1 0 1 0 0,-1 0 0 0 0,0-1-1 0 0,0 0 1 0 0,0 1 0 0 0,0-2 0 0 0,5-1-1 0 0,7-3-11 0 0,0-1 0 0 0,0-1-1 0 0,-1 0 1 0 0,0-1 0 0 0,-1-1 0 0 0,0 0-1 0 0,0-2 1 0 0,21-21 0 0 0,8-12-518 0 0,43-58 1 0 0,-77 90 671 0 0,28-36 875 0 0,-1-1 0 0 0,52-98 0 0 0,-85 138-536 0 0,0 0 0 0 0,-1 0-1 0 0,0-1 1 0 0,1-11 0 0 0,-4 22-324 0 0,0 0 10 0 0,0-1 1 0 0,0 0 0 0 0,0 1 0 0 0,0-1 0 0 0,0 0 0 0 0,0 1 0 0 0,0-1-1 0 0,0 0 1 0 0,0 0 0 0 0,0 1 0 0 0,-1-1 0 0 0,1 1 0 0 0,0-1 0 0 0,-1 0-1 0 0,1 1 1 0 0,0-1 0 0 0,-1 1 0 0 0,1-1 0 0 0,0 0 0 0 0,-1 1-1 0 0,1-1 1 0 0,-1 1 0 0 0,1-1 0 0 0,-1 1 0 0 0,0 0 0 0 0,1-1 0 0 0,-1 1-1 0 0,1 0 1 0 0,-1-1 0 0 0,0 1 0 0 0,1 0 0 0 0,-1 0 0 0 0,0-1 0 0 0,1 1-1 0 0,-2 0 1 0 0,-22-2 170 0 0,19 3-171 0 0,-1 0-1 0 0,1 1 1 0 0,-1-1 0 0 0,1 1-1 0 0,0 0 1 0 0,0 1 0 0 0,0-1-1 0 0,0 1 1 0 0,0 0 0 0 0,0 0-1 0 0,1 0 1 0 0,0 1 0 0 0,-1 0-1 0 0,1 0 1 0 0,-4 5-1 0 0,6-6-10 0 0,0 0 1 0 0,0 1-1 0 0,0-1 0 0 0,0 1 0 0 0,0-1 0 0 0,1 1 0 0 0,0 0 0 0 0,0 0 0 0 0,0 0 0 0 0,0 0 0 0 0,0 0 0 0 0,1-1 0 0 0,0 1 0 0 0,0 0 0 0 0,0 0 0 0 0,0 0 0 0 0,1 0 0 0 0,-1 0 0 0 0,1 0 0 0 0,0 0 0 0 0,3 7 0 0 0,6 11 5 0 0,1 0 0 0 0,1-1 0 0 0,1 0 0 0 0,1 0 0 0 0,25 26 0 0 0,-22-26 27 0 0,0 1 1 0 0,-1 0 0 0 0,-1 1 0 0 0,14 32-1 0 0,-28-54 25 0 0,0 1-1 0 0,0 1 0 0 0,0-1 0 0 0,-1 0 0 0 0,1 0 0 0 0,-1 0 0 0 0,0 0 0 0 0,1 0 0 0 0,-1 0 0 0 0,0 1 0 0 0,0-1 1 0 0,0 0-1 0 0,-1 0 0 0 0,1 0 0 0 0,0 0 0 0 0,-1 0 0 0 0,0 1 0 0 0,1-1 0 0 0,-3 3 0 0 0,1-2 2 0 0,0 0 1 0 0,0-1-1 0 0,0 1 0 0 0,0-1 0 0 0,-1 1 0 0 0,1-1 0 0 0,-1 0 0 0 0,1 0 0 0 0,-1 0 0 0 0,0 0 1 0 0,-5 2-1 0 0,-3 0 29 0 0,0 1-1 0 0,-1-2 1 0 0,0 1 0 0 0,1-2 0 0 0,-1 1 0 0 0,-13 0 0 0 0,6-1-139 0 0,0-1 1 0 0,0-1 0 0 0,-1 0-1 0 0,1-2 1 0 0,1 0 0 0 0,-32-7 0 0 0,50 9-11 0 0,-1 0 1 0 0,1 0-1 0 0,-1-1 1 0 0,1 1-1 0 0,0 0 1 0 0,-1 0-1 0 0,1 0 1 0 0,-1-1-1 0 0,1 1 1 0 0,0 0 0 0 0,-1-1-1 0 0,1 1 1 0 0,0 0-1 0 0,-1-1 1 0 0,1 1-1 0 0,0 0 1 0 0,-1-1-1 0 0,1 1 1 0 0,0 0-1 0 0,0-1 1 0 0,-1 1 0 0 0,1-1-1 0 0,0 1 1 0 0,0-1-1 0 0,0 1 1 0 0,0-1-1 0 0,-1 1 1 0 0,1 0-1 0 0,0-1 1 0 0,0 1-1 0 0,0-1 1 0 0,0 1 0 0 0,0-1-1 0 0,0 1 1 0 0,1-1-1 0 0,-1 1 1 0 0,0-1-1 0 0,0 1 1 0 0,0-1-1 0 0,1 0 1 0 0,-1 0-110 0 0,1-1-1 0 0,0 1 1 0 0,0-1 0 0 0,0 1 0 0 0,-1 0 0 0 0,2-1-1 0 0,-1 1 1 0 0,0 0 0 0 0,0 0 0 0 0,2-2 0 0 0,17-8-936 0 0,1 0 0 0 0,0 1 1 0 0,0 1-1 0 0,1 0 1 0 0,34-7-1 0 0,-17 4 100 0 0,80-25-2884 0 0,-54 18 1234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09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399 203 4124 0 0,'46'-18'3390'0'0,"0"-2"1"0"0,44-28 2689 0 0,-106 62-4790 0 0,-15 13-632 0 0,0 1-1 0 0,2 1 1 0 0,1 2-1 0 0,2 1 1 0 0,1 1-1 0 0,1 1 1 0 0,-35 69-1 0 0,56-96-607 0 0,0-1-1 0 0,0 1 0 0 0,1 0 0 0 0,0-1 0 0 0,1 1 0 0 0,-1 0 0 0 0,1 0 1 0 0,1 0-1 0 0,-1 1 0 0 0,2 9 0 0 0,-1-14-30 0 0,1 1-1 0 0,-1-1 1 0 0,1 1 0 0 0,0-1-1 0 0,1 0 1 0 0,-1 1 0 0 0,1-1-1 0 0,-1 0 1 0 0,1 0 0 0 0,0 0-1 0 0,0 0 1 0 0,0 0 0 0 0,0-1-1 0 0,1 1 1 0 0,-1 0 0 0 0,1-1 0 0 0,0 0-1 0 0,-1 0 1 0 0,1 0 0 0 0,0 0-1 0 0,0 0 1 0 0,6 2 0 0 0,5 1 18 0 0,1 0 1 0 0,-1-1 0 0 0,1 0 0 0 0,0-1-1 0 0,0-1 1 0 0,0 0 0 0 0,0-1 0 0 0,1-1 0 0 0,-1 0-1 0 0,0-1 1 0 0,24-5 0 0 0,-12 0-1 0 0,0 0-1 0 0,-1-2 1 0 0,0-1 0 0 0,0-1 0 0 0,38-21 0 0 0,-31 12 47 0 0,0-2 1 0 0,-2-1 0 0 0,42-38 0 0 0,-53 40 209 0 0,0 0 1 0 0,-1-1 0 0 0,-2-1 0 0 0,0 0 0 0 0,20-37 0 0 0,-32 51-205 0 0,-1-1 1 0 0,0 0-1 0 0,0 0 1 0 0,-1 0-1 0 0,-1 0 0 0 0,1 0 1 0 0,-1 0-1 0 0,1-16 1 0 0,-3 20-74 0 0,0 1 1 0 0,-1-1 0 0 0,1 0 0 0 0,-1 1-1 0 0,0-1 1 0 0,0 0 0 0 0,0 1-1 0 0,-1-1 1 0 0,0 1 0 0 0,0 0 0 0 0,0-1-1 0 0,0 1 1 0 0,0 0 0 0 0,-1 0-1 0 0,0 1 1 0 0,0-1 0 0 0,0 0 0 0 0,0 1-1 0 0,-6-5 1 0 0,-4-1-122 0 0,1 0 0 0 0,-2 1 0 0 0,1 1 0 0 0,-1 0 0 0 0,0 1 0 0 0,0 1 0 0 0,-1 0 0 0 0,0 0 0 0 0,0 2 0 0 0,-27-4-1 0 0,-13 2-1413 0 0,-90 4-1 0 0,31 9-3993 0 0,-199 41-1 0 0,235-35 2114 0 0,-69 14-4047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2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474 832 1764 0 0,'4'-6'1875'0'0,"-1"0"0"0"0,1 0 0 0 0,-1 0 0 0 0,0-1 1 0 0,3-9-1 0 0,5-33 3454 0 0,-11 47-5067 0 0,0 2-240 0 0,0 0-1 0 0,0-1 0 0 0,1 1 1 0 0,-1 0-1 0 0,0-1 0 0 0,0 1 1 0 0,0-1-1 0 0,0 1 0 0 0,0 0 1 0 0,0-1-1 0 0,0 1 0 0 0,0 0 1 0 0,0-1-1 0 0,0 1 0 0 0,-1-1 1 0 0,1 1-1 0 0,0 0 0 0 0,0-1 1 0 0,0 1-1 0 0,0 0 0 0 0,0-1 1 0 0,-1 1-1 0 0,1 0 0 0 0,0-1 1 0 0,-1 1-1 0 0,-11 5 10 0 0,1 0-1 0 0,-1 1 1 0 0,1 1 0 0 0,0 0-1 0 0,-16 13 1 0 0,1 0-4 0 0,-122 91 95 0 0,121-88-146 0 0,1 1-1 0 0,2 2 1 0 0,-27 33-1 0 0,49-56 26 0 0,0 0 0 0 0,0 0 0 0 0,0 0 0 0 0,0 0 0 0 0,1 1-1 0 0,-1-1 1 0 0,1 1 0 0 0,0-1 0 0 0,0 1 0 0 0,0-1 0 0 0,0 1 0 0 0,1-1-1 0 0,-1 5 1 0 0,1-6 2 0 0,1-1-1 0 0,-1 1 1 0 0,0 0 0 0 0,1-1-1 0 0,-1 1 1 0 0,1 0-1 0 0,-1-1 1 0 0,1 1 0 0 0,0-1-1 0 0,-1 1 1 0 0,1-1-1 0 0,0 1 1 0 0,0-1 0 0 0,0 1-1 0 0,0-1 1 0 0,1 0 0 0 0,-1 0-1 0 0,0 1 1 0 0,1-1-1 0 0,-1 0 1 0 0,0 0 0 0 0,1 0-1 0 0,-1-1 1 0 0,1 1-1 0 0,-1 0 1 0 0,1-1 0 0 0,0 1-1 0 0,2 0 1 0 0,38 10 10 0 0,0-2 1 0 0,61 4 0 0 0,8 2-37 0 0,-92-12 21 0 0,1 0-51 0 0,30 9 1 0 0,-45-11 53 0 0,-1 1-1 0 0,0-1 1 0 0,1 1-1 0 0,-1 0 1 0 0,0 0-1 0 0,0 1 1 0 0,0-1 0 0 0,-1 1-1 0 0,1 0 1 0 0,0 0-1 0 0,-1 0 1 0 0,5 5-1 0 0,-7-6 50 0 0,0 0 0 0 0,0 0 0 0 0,-1-1 0 0 0,1 1 0 0 0,-1 0 0 0 0,1 0 0 0 0,-1 0 0 0 0,0 0 0 0 0,1-1 0 0 0,-1 1 0 0 0,0 0 0 0 0,0 0 0 0 0,0 0 0 0 0,-1 0 0 0 0,1 0 0 0 0,0 0 0 0 0,-1 0 0 0 0,1-1 0 0 0,-1 1 0 0 0,1 0 0 0 0,-1 0 0 0 0,0-1 0 0 0,0 1 0 0 0,0 0 0 0 0,0-1 0 0 0,0 1 0 0 0,0-1 0 0 0,-1 1 0 0 0,1-1 0 0 0,-3 3 0 0 0,-3 3 199 0 0,-1 0 0 0 0,0-1-1 0 0,0 1 1 0 0,-12 6-1 0 0,-11 3 233 0 0,-1-1 0 0 0,0-1-1 0 0,-1-2 1 0 0,0-1 0 0 0,-1-2-1 0 0,0-1 1 0 0,-1-1 0 0 0,1-2-1 0 0,-60 0 1 0 0,63-6-118 0 0,-40-5 0 0 0,71 6-393 0 0,-1 0 0 0 0,0 0 0 0 0,0 0 0 0 0,0-1 0 0 0,0 1 0 0 0,0 0 0 0 0,0 0 0 0 0,0-1 0 0 0,0 1 0 0 0,0 0 0 0 0,0-1 0 0 0,1 1 0 0 0,-1-1 0 0 0,0 1 0 0 0,0-1 0 0 0,1 1 0 0 0,-1-1 0 0 0,0 0 0 0 0,0 1 0 0 0,1-1 0 0 0,-1 0 0 0 0,1 0 0 0 0,-2-1 1 0 0,2 1-17 0 0,0 0 0 0 0,0 0 0 0 0,0 0 0 0 0,0 0 0 0 0,0 0 0 0 0,0 0 0 0 0,1 0 1 0 0,-1 1-1 0 0,0-1 0 0 0,0 0 0 0 0,1 0 0 0 0,-1 0 0 0 0,1 0 0 0 0,-1 0 0 0 0,0 0 1 0 0,1 0-1 0 0,0 1 0 0 0,0-2 0 0 0,3-3-187 0 0,0 1 0 0 0,0 0 0 0 0,0 0 0 0 0,0 0 1 0 0,9-5-1 0 0,43-22-1122 0 0,2 2 1 0 0,98-33-1 0 0,-39 16 296 0 0,-90 35 862 0 0,419-195-3599 0 0,-401 180 3414 0 0,0-1 0 0 0,-2-3 0 0 0,-1-1 1 0 0,-1-2-1 0 0,-2-2 0 0 0,-2-1 0 0 0,43-55 0 0 0,-63 68 369 0 0,-2 0-1 0 0,0-1 0 0 0,-2-1 1 0 0,0 0-1 0 0,-2 0 0 0 0,-1-2 1 0 0,-1 1-1 0 0,9-47 1 0 0,-13 44 443 0 0,-2 0 1 0 0,-1 0 0 0 0,-1 0 0 0 0,-1 0-1 0 0,-2 0 1 0 0,-1 0 0 0 0,-1 1 0 0 0,-10-36 0 0 0,10 49-83 0 0,-10-32 479 0 0,13 44-782 0 0,0 0 1 0 0,0 0-1 0 0,-1 0 1 0 0,1 0 0 0 0,-1 1-1 0 0,0-1 1 0 0,0 0 0 0 0,0 1-1 0 0,0 0 1 0 0,0-1 0 0 0,-4-2-1 0 0,5 5-32 0 0,0-1-1 0 0,0 1 0 0 0,0 0 1 0 0,0 0-1 0 0,0 0 0 0 0,0 0 1 0 0,0 0-1 0 0,0 0 0 0 0,0 0 1 0 0,-1 0-1 0 0,1 0 0 0 0,0 0 1 0 0,0 1-1 0 0,0-1 0 0 0,0 0 1 0 0,0 1-1 0 0,0-1 0 0 0,-1 2 0 0 0,1-2 14 0 0,-3 2-8 0 0,0 1 0 0 0,0-1 0 0 0,1 0 0 0 0,-1 1 0 0 0,1 0-1 0 0,0 0 1 0 0,0 0 0 0 0,0 0 0 0 0,0 0 0 0 0,-4 6 0 0 0,-21 39 67 0 0,28-47-83 0 0,-25 50 217 0 0,3 1 0 0 0,2 1 0 0 0,-14 63 0 0 0,-25 170 1018 0 0,-14 427 67 0 0,68-605 183 0 0,12-135-1524 0 0,0 1 1 0 0,2 0-1 0 0,0 1 0 0 0,15-26 0 0 0,58-92-102 0 0,-68 122 111 0 0,0 1-1 0 0,1 0 0 0 0,1 1 0 0 0,0 1 1 0 0,38-31-1 0 0,-52 47 21 0 0,0 0 1 0 0,0 1-1 0 0,0-1 1 0 0,0 1 0 0 0,1-1-1 0 0,-1 1 1 0 0,0 0-1 0 0,1 0 1 0 0,-1 0-1 0 0,1 0 1 0 0,-1 1 0 0 0,1-1-1 0 0,-1 1 1 0 0,1-1-1 0 0,0 1 1 0 0,-1 0-1 0 0,1 0 1 0 0,0 0 0 0 0,-1 0-1 0 0,1 1 1 0 0,0-1-1 0 0,-1 1 1 0 0,1-1-1 0 0,-1 1 1 0 0,1 0 0 0 0,-1 0-1 0 0,1 0 1 0 0,-1 0-1 0 0,0 1 1 0 0,0-1-1 0 0,1 0 1 0 0,-1 1 0 0 0,0 0-1 0 0,0 0 1 0 0,0-1-1 0 0,1 4 1 0 0,2 1 6 0 0,0 1 1 0 0,0 0-1 0 0,-1 0 0 0 0,-1 0 1 0 0,1 1-1 0 0,-1-1 1 0 0,0 1-1 0 0,-1-1 1 0 0,0 1-1 0 0,2 13 0 0 0,2 65 114 0 0,-5-57-845 0 0,6 42-1 0 0,-7-68 556 0 0,1 0-1 0 0,0 0 1 0 0,0 0-1 0 0,0 0 1 0 0,0 0 0 0 0,0 0-1 0 0,0 0 1 0 0,1-1-1 0 0,-1 1 1 0 0,1 0-1 0 0,0-1 1 0 0,0 0-1 0 0,0 1 1 0 0,0-1 0 0 0,0 0-1 0 0,1 0 1 0 0,-1 0-1 0 0,5 3 1 0 0,-3-3-95 0 0,1 0 0 0 0,0 0 0 0 0,-1-1 1 0 0,1 0-1 0 0,0 1 0 0 0,0-2 0 0 0,-1 1 0 0 0,1 0 1 0 0,0-1-1 0 0,9-1 0 0 0,4-1-411 0 0,0-1 0 0 0,1 0 0 0 0,-1-2 0 0 0,0 0 0 0 0,17-8 0 0 0,-15 5 464 0 0,0-1 0 0 0,0-1 0 0 0,-1-1 0 0 0,0-1 0 0 0,-1 0 0 0 0,22-20-1 0 0,-30 23 898 0 0,0-2-1 0 0,0 1 0 0 0,-1-1 1 0 0,0 0-1 0 0,-1-1 0 0 0,-1 0 1 0 0,0 0-1 0 0,0-1 0 0 0,-1 0 1 0 0,8-25-1 0 0,-3-2 2246 0 0,-10 37-2158 0 0,-3 4-727 0 0,0-1 0 0 0,0 1 0 0 0,0-1 0 0 0,0 1 0 0 0,0 0 0 0 0,0 0 0 0 0,1 0 0 0 0,-1 0 1 0 0,0 0-1 0 0,0 0 0 0 0,1 1 0 0 0,-1-1 0 0 0,1 0 0 0 0,-1 1 0 0 0,1-1 0 0 0,0 1 1 0 0,0 0-1 0 0,-3 2 0 0 0,-20 40 379 0 0,19-34-297 0 0,-6 11-21 0 0,2 0-1 0 0,0 0 1 0 0,2 1 0 0 0,0 0 0 0 0,1 1-1 0 0,2-1 1 0 0,0 1 0 0 0,1 0 0 0 0,1 35-1 0 0,2-53-81 0 0,0 0-1 0 0,1 0 0 0 0,0 0 0 0 0,0 0 1 0 0,0 0-1 0 0,1 0 0 0 0,0 0 0 0 0,0 0 1 0 0,0 0-1 0 0,0-1 0 0 0,1 1 0 0 0,-1-1 1 0 0,1 0-1 0 0,0 0 0 0 0,1 0 0 0 0,-1 0 1 0 0,1 0-1 0 0,0 0 0 0 0,0-1 0 0 0,0 0 1 0 0,5 3-1 0 0,-4-3 0 0 0,1 0-1 0 0,-1-1 1 0 0,1 0 0 0 0,0 0 0 0 0,-1 0 0 0 0,1-1-1 0 0,0 0 1 0 0,0 0 0 0 0,0 0 0 0 0,0-1-1 0 0,0 0 1 0 0,0 0 0 0 0,0 0 0 0 0,0-1-1 0 0,0 0 1 0 0,0 0 0 0 0,11-4 0 0 0,-2-1-7 0 0,0-1 0 0 0,0-1 0 0 0,-1 0 0 0 0,0-1 0 0 0,0 0 0 0 0,-1-1 1 0 0,-1 0-1 0 0,1-1 0 0 0,-2-1 0 0 0,0 0 0 0 0,0-1 0 0 0,16-24 0 0 0,-19 25-11 0 0,0-1 0 0 0,-1 0-1 0 0,-1-1 1 0 0,0 0-1 0 0,0 0 1 0 0,-2 0 0 0 0,1 0-1 0 0,-2-1 1 0 0,0 0 0 0 0,-1 1-1 0 0,0-1 1 0 0,-1 0 0 0 0,-1 0-1 0 0,-2-19 1 0 0,1 26-4 0 0,-1-1-1 0 0,0 0 1 0 0,0 1-1 0 0,-1-1 0 0 0,0 1 1 0 0,-1 0-1 0 0,0 0 1 0 0,0 0-1 0 0,0 0 1 0 0,-1 1-1 0 0,-11-13 1 0 0,13 17-6 0 0,-1 0 0 0 0,1 0 0 0 0,-1 0-1 0 0,1 0 1 0 0,-1 0 0 0 0,0 1 0 0 0,0 0 0 0 0,0 0 0 0 0,0 0 0 0 0,0 0 0 0 0,-1 1 0 0 0,1 0 0 0 0,0-1 0 0 0,-1 2 0 0 0,1-1 0 0 0,-1 0 0 0 0,1 1 0 0 0,-1 0-1 0 0,1 0 1 0 0,-1 0 0 0 0,0 1 0 0 0,1-1 0 0 0,0 1 0 0 0,-9 3 0 0 0,-2 2-2 0 0,0 0-1 0 0,0 2 1 0 0,0 0-1 0 0,1 0 1 0 0,0 1-1 0 0,0 1 1 0 0,1 0-1 0 0,1 1 1 0 0,0 1-1 0 0,0 0 1 0 0,1 0-1 0 0,0 1 0 0 0,1 0 1 0 0,1 1-1 0 0,0 0 1 0 0,1 1-1 0 0,1 0 1 0 0,0 0-1 0 0,1 1 1 0 0,-6 22-1 0 0,10-31 4 0 0,1-1-1 0 0,0 0 0 0 0,1 0 1 0 0,0 1-1 0 0,0-1 0 0 0,0 0 0 0 0,0 1 1 0 0,1-1-1 0 0,0 0 0 0 0,1 0 1 0 0,-1 1-1 0 0,1-1 0 0 0,0 0 0 0 0,1-1 1 0 0,-1 1-1 0 0,1 0 0 0 0,7 10 1 0 0,-4-9-96 0 0,0-1 0 0 0,1 1 0 0 0,-1-1 0 0 0,1 0 0 0 0,0 0 1 0 0,1-1-1 0 0,-1 0 0 0 0,1 0 0 0 0,0-1 0 0 0,1 0 1 0 0,-1-1-1 0 0,10 3 0 0 0,5 1-357 0 0,1-1 1 0 0,1-2-1 0 0,-1 0 0 0 0,0-1 0 0 0,1-2 1 0 0,-1-1-1 0 0,1 0 0 0 0,0-2 1 0 0,-1-1-1 0 0,0-1 0 0 0,0-1 1 0 0,33-11-1 0 0,-30 7 383 0 0,-1-2-1 0 0,0 0 1 0 0,-1-1 0 0 0,-1-2 0 0 0,0 0 0 0 0,0-2-1 0 0,-2 0 1 0 0,0-2 0 0 0,-1-1 0 0 0,32-35 0 0 0,-41 38 1307 0 0,-1-1 1 0 0,0 0 0 0 0,15-37 0 0 0,-11 22 367 0 0,-14 30-1216 0 0,-14 8-73 0 0,9-2-222 0 0,0 0 0 0 0,0 1 1 0 0,0-1-1 0 0,0 1 0 0 0,1 0 0 0 0,-1 0 0 0 0,1 0 0 0 0,1 0 0 0 0,-1 1 0 0 0,-2 8 0 0 0,0-3 65 0 0,-13 29 399 0 0,-17 57 0 0 0,30-81-474 0 0,1 1 1 0 0,1-1-1 0 0,0 1 0 0 0,1-1 1 0 0,1 1-1 0 0,2 30 0 0 0,-1-43-73 0 0,1 0 0 0 0,-1 1 0 0 0,1-1-1 0 0,0 0 1 0 0,0 1 0 0 0,1-1 0 0 0,-1 0 0 0 0,1 0 0 0 0,0 0-1 0 0,0 0 1 0 0,0 0 0 0 0,1-1 0 0 0,-1 1 0 0 0,1-1-1 0 0,0 1 1 0 0,0-1 0 0 0,0 0 0 0 0,0 0 0 0 0,1 0-1 0 0,-1-1 1 0 0,1 1 0 0 0,0-1 0 0 0,0 0 0 0 0,0 0 0 0 0,0 0-1 0 0,0 0 1 0 0,0-1 0 0 0,0 0 0 0 0,0 0 0 0 0,1 0-1 0 0,-1 0 1 0 0,6 0 0 0 0,1-1-135 0 0,0 0 0 0 0,0 0 0 0 0,1-1 0 0 0,-2-1 0 0 0,1 1 0 0 0,0-2 0 0 0,0 0 1 0 0,-1 0-1 0 0,1-1 0 0 0,-1 0 0 0 0,19-11 0 0 0,-15 6-13 0 0,0-1 0 0 0,0 0 0 0 0,-1-1 0 0 0,21-24 0 0 0,36-55-46 0 0,-10 9 626 0 0,-60 81-441 0 0,1 1 7 0 0,-1-1 1 0 0,0 0 0 0 0,1 0-1 0 0,-1 1 1 0 0,0-1 0 0 0,1 0 0 0 0,-1 1-1 0 0,0-1 1 0 0,1 1 0 0 0,-1-1-1 0 0,0 0 1 0 0,0 1 0 0 0,1-1 0 0 0,-1 1-1 0 0,0-1 1 0 0,0 1 0 0 0,0-1-1 0 0,0 1 1 0 0,0-1 0 0 0,1 1-1 0 0,-1-1 1 0 0,0 0 0 0 0,0 1 0 0 0,0-1-1 0 0,0 2 1 0 0,-9 37 364 0 0,-3 49 1 0 0,11-73-256 0 0,0 0-1 0 0,1 0 1 0 0,1 0 0 0 0,0 0 0 0 0,1 0 0 0 0,7 26 0 0 0,-6-35-89 0 0,0 1 0 0 0,1-1 0 0 0,-1 0 0 0 0,1-1 0 0 0,0 1 0 0 0,1-1 0 0 0,-1 1 0 0 0,1-2 1 0 0,0 1-1 0 0,1 0 0 0 0,-1-1 0 0 0,1 0 0 0 0,-1 0 0 0 0,1 0 0 0 0,11 4 0 0 0,-4-2-5 0 0,1 0 1 0 0,0-1-1 0 0,0-1 0 0 0,1 0 1 0 0,-1-1-1 0 0,20 2 1 0 0,-20-4-24 0 0,0 0 1 0 0,0-1-1 0 0,0-1 1 0 0,1-1 0 0 0,-1 0-1 0 0,0-1 1 0 0,0 0 0 0 0,-1-1-1 0 0,1 0 1 0 0,-1-1 0 0 0,0-1-1 0 0,0 0 1 0 0,-1-1 0 0 0,1 0-1 0 0,11-10 1 0 0,-15 10-16 0 0,-1-1 0 0 0,1 0 1 0 0,-1 0-1 0 0,-1-1 0 0 0,0 0 1 0 0,0 0-1 0 0,0 0 0 0 0,-1-1 1 0 0,-1 0-1 0 0,0 0 0 0 0,0-1 1 0 0,-1 0-1 0 0,0 1 0 0 0,-1-1 1 0 0,0-1-1 0 0,-1 1 0 0 0,0 0 1 0 0,-1-1-1 0 0,0-13 0 0 0,-2 8 7 0 0,0 1 0 0 0,-1-1 1 0 0,-1 1-1 0 0,-1 0 0 0 0,0 0 0 0 0,-1 0 0 0 0,-1 0 1 0 0,0 1-1 0 0,-1 0 0 0 0,-1 0 0 0 0,0 1 0 0 0,-1-1 0 0 0,-1 2 1 0 0,0 0-1 0 0,-1 0 0 0 0,-19-18 0 0 0,29 30 13 0 0,0 0 1 0 0,0 1-1 0 0,1-1 0 0 0,-1 0 1 0 0,0 0-1 0 0,0 1 0 0 0,0-1 1 0 0,0 0-1 0 0,0 1 0 0 0,0-1 1 0 0,0 1-1 0 0,0 0 0 0 0,0-1 1 0 0,0 1-1 0 0,-1 0 0 0 0,1 0 1 0 0,0-1-1 0 0,0 1 0 0 0,0 0 1 0 0,0 0-1 0 0,0 0 0 0 0,0 0 1 0 0,-1 0-1 0 0,1 1 0 0 0,0-1 1 0 0,0 0-1 0 0,0 1 0 0 0,0-1 1 0 0,0 0-1 0 0,0 1 0 0 0,0-1 0 0 0,0 1 1 0 0,0 0-1 0 0,0-1 0 0 0,0 1 1 0 0,0 0-1 0 0,0-1 0 0 0,0 2 1 0 0,1 0 4 0 0,-1-1 1 0 0,2 1 0 0 0,-1 0 0 0 0,0-1-1 0 0,0 1 1 0 0,0-1 0 0 0,1 1-1 0 0,-1-1 1 0 0,1 1 0 0 0,-1-1-1 0 0,1 1 1 0 0,0-1 0 0 0,-1 0 0 0 0,1 1-1 0 0,0-1 1 0 0,0 0 0 0 0,2 2-1 0 0,3 5 6 0 0,1-1 0 0 0,0 0 0 0 0,1 0 0 0 0,0-1 0 0 0,0 0 0 0 0,0 0 0 0 0,1-1 0 0 0,0 0 0 0 0,0-1-1 0 0,18 7 1 0 0,10 1-612 0 0,56 11-1 0 0,-86-22 465 0 0,197 32-4646 0 0,-66-23-2555 0 0,-56-8 308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3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289 220 432 0 0,'28'-93'16725'0'0,"-28"96"-16228"0"0,-7 29 178 0 0,0 1 1 0 0,-2-1-1 0 0,-2-1 1 0 0,-20 44 0 0 0,6-15-245 0 0,-143 338 1024 0 0,116-286-384 0 0,51-110-944 0 0,-4-11-24 0 0,5 2-102 0 0,0 1 1 0 0,1-1-1 0 0,0 0 1 0 0,0 1-1 0 0,0-1 1 0 0,1 1-1 0 0,4-11 0 0 0,-1 0 0 0 0,26-78-85 0 0,4 2 0 0 0,4 1 1 0 0,4 1-1 0 0,61-94 0 0 0,-14 56 16 0 0,-74 110 45 0 0,0 1 0 0 0,0 1 0 0 0,2 1 0 0 0,30-22 0 0 0,-45 35 15 0 0,1 1-1 0 0,0-1 0 0 0,0 1 0 0 0,0 0 0 0 0,1 0 0 0 0,-1 0 0 0 0,0 1 0 0 0,1 0 0 0 0,-1-1 0 0 0,1 1 0 0 0,0 1 0 0 0,-1-1 0 0 0,1 1 0 0 0,0 0 0 0 0,-1 0 0 0 0,9 1 0 0 0,-8 1 5 0 0,0-1 1 0 0,0 1 0 0 0,-1 0 0 0 0,1 0 0 0 0,-1 0-1 0 0,1 1 1 0 0,-1 0 0 0 0,0 0 0 0 0,0 0-1 0 0,0 0 1 0 0,0 1 0 0 0,-1-1 0 0 0,1 1-1 0 0,-1 0 1 0 0,4 5 0 0 0,1 5 18 0 0,1 0 0 0 0,-2 1 0 0 0,0 0 0 0 0,-1 0 0 0 0,0 0 0 0 0,-1 1 0 0 0,3 20 0 0 0,13 116 262 0 0,-17-83 58 0 0,-2-1 0 0 0,-13 112 0 0 0,-12-21-1151 0 0,-7-5-4883 0 0,29-151 4894 0 0,0 1 170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3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49 2496 0 0,'-98'-39'18462'0'0,"98"38"-18440"0"0,0 1 0 0 0,0-1 1 0 0,0 1-1 0 0,1-1 0 0 0,-1 1 0 0 0,0-1 1 0 0,1 1-1 0 0,-1 0 0 0 0,0-1 0 0 0,1 1 1 0 0,-1 0-1 0 0,1-1 0 0 0,-1 1 1 0 0,0 0-1 0 0,1 0 0 0 0,-1-1 0 0 0,1 1 1 0 0,-1 0-1 0 0,1 0 0 0 0,-1 0 0 0 0,1-1 1 0 0,-1 1-1 0 0,1 0 0 0 0,-1 0 0 0 0,1 0 1 0 0,-1 0-1 0 0,1 0 0 0 0,17-1 96 0 0,-17 1-73 0 0,222 3-1911 0 0,-33 1-8192 0 0,-135-6 2642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3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57 328 0 0,'-12'-56'17548'0'0,"1"87"-13502"0"0,1 28-1191 0 0,-46 225 1033 0 0,19-149-3455 0 0,-5 21-1395 0 0,21-52-4013 0 0,16-56-3156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4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235 241 328 0 0,'-8'-43'5658'0'0,"5"30"-4433"0"0,0 0-1 0 0,1-1 1 0 0,0 1-1 0 0,1-1 1 0 0,1 1-1 0 0,0-1 1 0 0,1 1-1 0 0,2-15 1 0 0,-2 24-1144 0 0,1 0 0 0 0,-1 1-1 0 0,1-1 1 0 0,0 1 0 0 0,0 0 0 0 0,0-1 0 0 0,1 1 0 0 0,-1 0 0 0 0,1 0 0 0 0,-1 1-1 0 0,1-1 1 0 0,0 0 0 0 0,0 1 0 0 0,0 0 0 0 0,1 0 0 0 0,-1 0 0 0 0,0 0-1 0 0,1 0 1 0 0,-1 1 0 0 0,1-1 0 0 0,0 1 0 0 0,-1 0 0 0 0,1 0 0 0 0,0 0 0 0 0,0 1-1 0 0,0-1 1 0 0,4 1 0 0 0,5 0-29 0 0,1 0 1 0 0,-1 0-1 0 0,0 1 0 0 0,0 1 1 0 0,0 0-1 0 0,23 8 0 0 0,-18-4-34 0 0,-1 1-1 0 0,1 1 1 0 0,-1 0 0 0 0,-1 1-1 0 0,1 1 1 0 0,15 13 0 0 0,-23-15-11 0 0,0-1 0 0 0,0 1 0 0 0,-1 1 0 0 0,0-1 0 0 0,-1 1 0 0 0,0 1 0 0 0,-1-1 0 0 0,1 1 0 0 0,-2 1 0 0 0,1-1 0 0 0,3 14 0 0 0,-7-19 2 0 0,0 0 1 0 0,-1 0-1 0 0,0 0 0 0 0,-1 0 0 0 0,1 1 0 0 0,-1-1 0 0 0,0 0 1 0 0,0 1-1 0 0,0-1 0 0 0,-1 0 0 0 0,0 0 0 0 0,0 1 1 0 0,0-1-1 0 0,-4 7 0 0 0,2-4 30 0 0,-1-1 0 0 0,0 1 1 0 0,-1-1-1 0 0,1 0 0 0 0,-2 0 0 0 0,1-1 0 0 0,-1 0 1 0 0,-8 8-1 0 0,-3 0 150 0 0,0-1 1 0 0,-1-1-1 0 0,0-1 1 0 0,-1-1-1 0 0,-1 0 1 0 0,-24 8-1 0 0,-113 35 3417 0 0,155-52-3230 0 0,5-1-380 0 0,15-1-15 0 0,1 2-1 0 0,-1 0 1 0 0,0 1-1 0 0,0 0 1 0 0,0 2-1 0 0,-1 0 1 0 0,1 1-1 0 0,-1 1 1 0 0,0 1-1 0 0,0 0 1 0 0,-1 1-1 0 0,0 0 1 0 0,-1 2-1 0 0,1 0 1 0 0,-2 1-1 0 0,0 0 1 0 0,0 1-1 0 0,-1 0 1 0 0,0 2-1 0 0,-1-1 0 0 0,14 22 1 0 0,-23-31 165 0 0,0 0-1 0 0,-1 0 1 0 0,0 1-1 0 0,0-1 1 0 0,0 1-1 0 0,0-1 1 0 0,-1 1-1 0 0,1 0 1 0 0,-1-1-1 0 0,0 1 1 0 0,-1 0-1 0 0,1 0 1 0 0,-1 0-1 0 0,0 0 1 0 0,0 0-1 0 0,-1 0 1 0 0,1 0-1 0 0,-1-1 1 0 0,0 1 0 0 0,-1 0-1 0 0,1 0 1 0 0,-1-1-1 0 0,0 1 1 0 0,0-1-1 0 0,0 1 1 0 0,-1-1-1 0 0,1 0 1 0 0,-1 0-1 0 0,0 0 1 0 0,0 0-1 0 0,-7 5 1 0 0,0 0 115 0 0,-1 0-1 0 0,0 0 1 0 0,0-1 0 0 0,-1-1 0 0 0,0 0 0 0 0,-1-1-1 0 0,1 0 1 0 0,-1-1 0 0 0,0 0 0 0 0,-16 3-1 0 0,6-3-225 0 0,0-1-1 0 0,0-2 0 0 0,0 0 0 0 0,-1-1 0 0 0,1-1 0 0 0,0-1 1 0 0,-1-1-1 0 0,-27-6 0 0 0,19 0-601 0 0,0-1-1 0 0,1-2 1 0 0,0-1-1 0 0,0-1 1 0 0,-34-22-1 0 0,63 34 210 0 0,0 0 0 0 0,0 0 0 0 0,0 0 0 0 0,1-1 0 0 0,-1 1-1 0 0,1-1 1 0 0,-1 1 0 0 0,1-1 0 0 0,-1 0 0 0 0,1 1 0 0 0,0-1 0 0 0,0 0-1 0 0,0 0 1 0 0,-1-2 0 0 0,1 2-316 0 0,1 1 1 0 0,-1-1-1 0 0,1 0 1 0 0,0 1-1 0 0,0-1 0 0 0,0 0 1 0 0,0 0-1 0 0,0 1 1 0 0,0-1-1 0 0,0 0 0 0 0,0 1 1 0 0,1-1-1 0 0,-1 0 0 0 0,0 1 1 0 0,1-1-1 0 0,0 1 1 0 0,1-5-675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4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5 420 0 0,'-3'0'2942'0'0,"-13"0"3639"0"0,-1 0 128 0 0,-13 0-202 0 0,33 0-6131 0 0,66-5 502 0 0,125 8 0 0 0,72 25-1818 0 0,-265-28 926 0 0,132 22-2843 0 0,-76-10-1373 0 0,-2-1-4821 0 0,-41-8 3256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5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1 804 0 0,'-52'11'4707'0'0,"-132"33"10092"0"0,182-43-14578 0 0,0-1-1 0 0,1 0 1 0 0,-1 1 0 0 0,0-1-1 0 0,0 1 1 0 0,0 0 0 0 0,1 0 0 0 0,-1-1-1 0 0,0 1 1 0 0,0 0 0 0 0,1 1-1 0 0,-1-1 1 0 0,1 0 0 0 0,-1 0 0 0 0,1 1-1 0 0,0-1 1 0 0,-1 0 0 0 0,1 1-1 0 0,0 0 1 0 0,0-1 0 0 0,0 1 0 0 0,0-1-1 0 0,-1 4 1 0 0,4-4 0 0 0,0 1 1 0 0,-1 0-1 0 0,1-1 0 0 0,0 1 0 0 0,0-1 1 0 0,0 0-1 0 0,0 0 0 0 0,0 0 0 0 0,0 0 1 0 0,0 0-1 0 0,1 0 0 0 0,2 0 0 0 0,-5-1-205 0 0,20 6 307 0 0,0-1 0 0 0,0-1 0 0 0,0-1 0 0 0,1-1 0 0 0,26 0 0 0 0,16 2-50 0 0,211 14 243 0 0,-25-1-96 0 0,-243-17-398 0 0,4 0 2 0 0,9 0-44 0 0,-16 0-66 0 0,0 0-565 0 0,-1 1 883 0 0,14-1-3602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5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587 58 2820 0 0,'-6'-24'8728'0'0,"-7"-9"605"0"0,-92 377-5326 0 0,-22-8 2023 0 0,38-104-4181 0 0,-128 348-1849 0 0,211-559 0 0 0,3-12 0 0 0,0 0 0 0 0,0 0 0 0 0,-9 16 0 0 0,12-25-3 0 0,0 0 0 0 0,-1 0 1 0 0,1 0-1 0 0,0 0 0 0 0,0 0 0 0 0,0 0 0 0 0,0 0 0 0 0,0 0 1 0 0,0 0-1 0 0,0 0 0 0 0,0 0 0 0 0,0 0 0 0 0,0 0 0 0 0,0 0 1 0 0,0 0-1 0 0,0 0 0 0 0,0 0 0 0 0,0 0 0 0 0,0 0 0 0 0,0 0 1 0 0,0 0-1 0 0,-1 0 0 0 0,1 0 0 0 0,0 0 0 0 0,0 0 1 0 0,0 0-1 0 0,0 0 0 0 0,0 0 0 0 0,0 0 0 0 0,0 0 0 0 0,0 0 1 0 0,0 0-1 0 0,0 0 0 0 0,0 0 0 0 0,0 0 0 0 0,0 0 0 0 0,0 0 1 0 0,0 0-1 0 0,0 0 0 0 0,0 0 0 0 0,0 0 0 0 0,0 0 0 0 0,-1 0 1 0 0,1 0-1 0 0,0 0 0 0 0,0 1 0 0 0,0-1 0 0 0,0 0 1 0 0,0 0-1 0 0,0 0 0 0 0,0 0 0 0 0,0 0 0 0 0,0 0 0 0 0,1-9-450 0 0,1-7-1327 0 0,6-1-1572 0 0,0 2-1 0 0,0-1 1 0 0,13-15-1 0 0,-7 10-1896 0 0,4-10-4069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6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59 3212 0 0,'-18'-41'11036'0'0,"12"24"-8106"0"0,-10 43-1676 0 0,3 16-462 0 0,-142 424 2399 0 0,118-346-5688 0 0,32-98-1168 0 0,-3 38 1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6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62 349 512 0 0,'16'-66'5080'0'0,"-6"21"-1962"0"0,3 0 0 0 0,25-63 1 0 0,-35 102-3032 0 0,-1 1 0 0 0,1 0 1 0 0,0 0-1 0 0,0 0 0 0 0,1 0 0 0 0,-1 1 1 0 0,1-1-1 0 0,0 1 0 0 0,0 0 0 0 0,1 0 1 0 0,-1 0-1 0 0,1 1 0 0 0,0-1 1 0 0,0 1-1 0 0,0 0 0 0 0,0 1 0 0 0,1-1 1 0 0,-1 1-1 0 0,1 0 0 0 0,-1 1 0 0 0,1-1 1 0 0,0 1-1 0 0,-1 0 0 0 0,1 0 1 0 0,0 1-1 0 0,0 0 0 0 0,0 0 0 0 0,0 0 1 0 0,0 1-1 0 0,8 1 0 0 0,-2 1-66 0 0,0 0 1 0 0,-1 1-1 0 0,1 0 0 0 0,-1 1 0 0 0,0 0 0 0 0,0 1 1 0 0,-1 0-1 0 0,0 0 0 0 0,0 1 0 0 0,0 1 0 0 0,-1 0 1 0 0,0 0-1 0 0,15 18 0 0 0,-19-20 23 0 0,-1 0 0 0 0,1 0 0 0 0,-1 0 0 0 0,0 1 0 0 0,0 0 0 0 0,-1-1-1 0 0,0 2 1 0 0,0-1 0 0 0,-1 0 0 0 0,0 0 0 0 0,0 1 0 0 0,-1-1 0 0 0,0 1 0 0 0,0-1 0 0 0,-1 1 0 0 0,1 0 0 0 0,-2-1 0 0 0,1 1-1 0 0,-1 0 1 0 0,0-1 0 0 0,-1 1 0 0 0,0-1 0 0 0,0 0 0 0 0,-1 1 0 0 0,0-1 0 0 0,0 0 0 0 0,0-1 0 0 0,-1 1 0 0 0,0 0 0 0 0,0-1 0 0 0,-7 7-1 0 0,0-1 184 0 0,0 0-1 0 0,-1-2 0 0 0,0 1 0 0 0,-21 12 0 0 0,-11 10 1061 0 0,34-26-963 0 0,2-1 46 0 0,20-3-252 0 0,0-1-121 0 0,0 1 0 0 0,0 0-1 0 0,-1 0 1 0 0,1 1 0 0 0,-1 1-1 0 0,0 0 1 0 0,0 0 0 0 0,-1 1 0 0 0,0 1-1 0 0,0-1 1 0 0,0 2 0 0 0,0-1 0 0 0,-1 1-1 0 0,8 11 1 0 0,-5-6 35 0 0,0 1 0 0 0,-1 0-1 0 0,0 1 1 0 0,-2 0 0 0 0,0 1 0 0 0,0 0-1 0 0,-2 1 1 0 0,12 33 0 0 0,-17-43 174 0 0,-1 0 0 0 0,1 0 1 0 0,-1 1-1 0 0,-1-1 0 0 0,1 1 1 0 0,-1-1-1 0 0,-1 0 0 0 0,1 1 0 0 0,-1-1 1 0 0,-1 1-1 0 0,1-1 0 0 0,-1 0 1 0 0,0 0-1 0 0,-1 0 0 0 0,0 0 1 0 0,0 0-1 0 0,0-1 0 0 0,-1 1 1 0 0,0-1-1 0 0,0 0 0 0 0,0 0 0 0 0,-1 0 1 0 0,0-1-1 0 0,0 1 0 0 0,-1-1 1 0 0,-10 8-1 0 0,1-3 36 0 0,0-1-1 0 0,-1 0 1 0 0,1 0 0 0 0,-2-2 0 0 0,1 0-1 0 0,-1-1 1 0 0,0 0 0 0 0,0-2 0 0 0,-1 0-1 0 0,-18 2 1 0 0,16-4-134 0 0,-1-1 0 0 0,-1-1 0 0 0,1-1-1 0 0,0 0 1 0 0,1-2 0 0 0,-25-6 0 0 0,33 6-284 0 0,0 0 0 0 0,1-1 0 0 0,0 0 0 0 0,0-1 0 0 0,0 0 0 0 0,1-1 0 0 0,-1 0 1 0 0,2-1-1 0 0,-1 0 0 0 0,1 0 0 0 0,0-1 0 0 0,-10-11 0 0 0,18 18-39 0 0,0 0 0 0 0,-1-1 1 0 0,1 1-1 0 0,0-1 0 0 0,0 0 0 0 0,0 1 1 0 0,0-1-1 0 0,0 0 0 0 0,0 0 0 0 0,0 1 0 0 0,0-1 1 0 0,1 0-1 0 0,-1 0 0 0 0,1 0 0 0 0,0 0 1 0 0,-1 0-1 0 0,1 0 0 0 0,0 0 0 0 0,0 0 0 0 0,0 0 1 0 0,0 0-1 0 0,1 0 0 0 0,-1 0 0 0 0,0 0 1 0 0,1 0-1 0 0,0 0 0 0 0,-1 0 0 0 0,1 1 0 0 0,0-1 1 0 0,0 0-1 0 0,0 0 0 0 0,0 1 0 0 0,0-1 0 0 0,2-1 1 0 0,2-3-1287 0 0,1 1 0 0 0,0 0 0 0 0,0 1 0 0 0,1-1 0 0 0,-1 1 0 0 0,1 0 0 0 0,13-5 0 0 0,4-1-6088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17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0 935 2000 0 0,'7'32'15678'0'0,"-7"-31"-15445"0"0,0 0 0 0 0,-1 0 1 0 0,1 0-1 0 0,0 0 1 0 0,0 0-1 0 0,0 0 1 0 0,1 0-1 0 0,-1 0 1 0 0,0 0-1 0 0,0 0 0 0 0,0 0 1 0 0,1-1-1 0 0,-1 1 1 0 0,0 0-1 0 0,1 0 1 0 0,-1 0-1 0 0,1 0 1 0 0,-1-1-1 0 0,1 1 0 0 0,-1 0 1 0 0,1 0-1 0 0,-1-1 1 0 0,1 1-1 0 0,0 0 1 0 0,1 0-1 0 0,-1-1-130 0 0,0 1 0 0 0,1-1 0 0 0,-1 0 1 0 0,0 0-1 0 0,0 0 0 0 0,0-1 0 0 0,1 1 0 0 0,-1 0 0 0 0,0 0 0 0 0,0-1 1 0 0,0 1-1 0 0,0-1 0 0 0,1 1 0 0 0,-1-1 0 0 0,0 1 0 0 0,0-1 0 0 0,1 0 1 0 0,8-7-147 0 0,0 0 1 0 0,18-18-1 0 0,-23 21 463 0 0,31-34-245 0 0,-2-1 1 0 0,37-56 0 0 0,50-97-42 0 0,-78 122-35 0 0,-18 30-65 0 0,264-396-337 0 0,-288 435 292 0 0,0 1 0 0 0,0-1 0 0 0,0 1-1 0 0,0-1 1 0 0,1 1 0 0 0,-1 0 0 0 0,1-1 0 0 0,-1 1 0 0 0,1 0-1 0 0,-1 0 1 0 0,1 0 0 0 0,0 0 0 0 0,-1 0 0 0 0,1 0-1 0 0,0 1 1 0 0,3-2 0 0 0,-4 3 12 0 0,1-1-1 0 0,-1 0 1 0 0,0 1 0 0 0,1-1-1 0 0,-1 0 1 0 0,0 1 0 0 0,1 0-1 0 0,-1-1 1 0 0,0 1 0 0 0,0 0-1 0 0,0 0 1 0 0,1 0 0 0 0,-1-1-1 0 0,0 1 1 0 0,0 0 0 0 0,0 0-1 0 0,0 1 1 0 0,-1-1 0 0 0,1 0-1 0 0,0 0 1 0 0,0 0 0 0 0,-1 1-1 0 0,1-1 1 0 0,0 2 0 0 0,6 13 41 0 0,0 0 0 0 0,-1 1-1 0 0,-1 0 1 0 0,-1 0 0 0 0,4 31 0 0 0,2 91 407 0 0,-15 269 639 0 0,-1-121-569 0 0,4-256-365 0 0,2-29-245 0 0,0-5-472 0 0,1-10 260 0 0,-1 0 0 0 0,0 0 1 0 0,-1 0-1 0 0,0 0 0 0 0,-1 0 1 0 0,-6-21-1 0 0,2 15 154 0 0,-1 0-1 0 0,0 0 1 0 0,-18-31-1 0 0,8 24 127 0 0,-1 0-1 0 0,-2 1 0 0 0,0 1 0 0 0,-2 0 0 0 0,0 2 1 0 0,-2 1-1 0 0,0 1 0 0 0,-37-23 0 0 0,3 6 793 0 0,-2 4 0 0 0,-115-47 0 0 0,154 73-739 0 0,19 7-55 0 0,0 0-6 0 0,-4 1 8 0 0,8 1 9 0 0,16 4-2 0 0,32 6-80 0 0,254 43-3081 0 0,-117-23-27 0 0,57 9-5893 0 0,-96-17-243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97 1836 0 0,'6'-14'4201'0'0,"4"-42"3899"0"0,-10 53-7547 0 0,1-17 2020 0 0,-3 16-1551 0 0,-5 12-797 0 0,-3 13 91 0 0,0 0 1 0 0,2 1 0 0 0,-8 29-1 0 0,9-28-156 0 0,-134 557 1804 0 0,118-470-1739 0 0,-34 127 316 0 0,52-220-62 0 0,4-12 242 0 0,-1 1 0 0 0,1-1 0 0 0,0 0 1 0 0,0 1-1 0 0,0 5 0 0 0,-11-33-151 0 0,9 6-507 0 0,1-1 0 0 0,1-1 1 0 0,1 1-1 0 0,2-27 0 0 0,14-70-136 0 0,0 36-72 0 0,3 1 0 0 0,3 0 0 0 0,4 2 1 0 0,3 0-1 0 0,3 2 0 0 0,3 2 0 0 0,47-70 0 0 0,-23 57 60 0 0,-50 73 52 0 0,0 1-1 0 0,1 0 1 0 0,0 0-1 0 0,0 1 1 0 0,17-11-1 0 0,-26 19 24 0 0,1 0-1 0 0,-1 0 0 0 0,1 0 0 0 0,0 0 0 0 0,0 0 0 0 0,-1 0 0 0 0,1 0 0 0 0,0 0 1 0 0,0 1-1 0 0,0-1 0 0 0,0 1 0 0 0,0-1 0 0 0,0 1 0 0 0,0 0 0 0 0,0 0 0 0 0,0 0 0 0 0,0 0 1 0 0,0 0-1 0 0,0 0 0 0 0,0 1 0 0 0,0-1 0 0 0,0 1 0 0 0,0-1 0 0 0,-1 1 0 0 0,1 0 1 0 0,0 0-1 0 0,0 0 0 0 0,0 0 0 0 0,-1 0 0 0 0,1 0 0 0 0,-1 0 0 0 0,1 0 0 0 0,-1 1 1 0 0,1-1-1 0 0,-1 1 0 0 0,2 1 0 0 0,2 4-21 0 0,-1 0 0 0 0,0 0 0 0 0,0 1 0 0 0,-1 0 0 0 0,0-1 0 0 0,3 11 0 0 0,-6-17 25 0 0,6 20-22 0 0,-1 0 0 0 0,-2 0 0 0 0,3 34 0 0 0,-5 67 112 0 0,-1-74-70 0 0,-36 373 354 0 0,27-352-281 0 0,-4 36-286 0 0,12-103-237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2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95 101 1292 0 0,'-72'-16'16556'0'0,"65"15"-15905"0"0,-8-4 1623 0 0,14 1-1532 0 0,10 0-733 0 0,12-3-615 0 0,1 2 1 0 0,41-6-1 0 0,-5 1-1725 0 0,76-19-6984 0 0,-95 21 3658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65 1800 0 0,'-4'-13'6413'0'0,"-9"-33"11118"0"0,11 44-16575 0 0,-1-1-148 0 0,-1 10-708 0 0,-1 16 550 0 0,1 1 0 0 0,-1 36 1 0 0,1-6-131 0 0,0-23-397 0 0,-6 59-47 0 0,-4 0 1 0 0,-29 99 0 0 0,28-137-6427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3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0 286 872 0 0,'0'-18'3286'0'0,"1"-38"3577"0"0,7 4-3302 0 0,-7 45-3402 0 0,1 1 0 0 0,0 0 0 0 0,1 0 0 0 0,-1 0-1 0 0,1 0 1 0 0,0 1 0 0 0,1-1 0 0 0,0 1 0 0 0,-1 0 0 0 0,2 0 0 0 0,-1 0 0 0 0,0 0 0 0 0,1 1 0 0 0,10-8 0 0 0,0 3-60 0 0,-1 0 0 0 0,1 1 0 0 0,0 0 0 0 0,1 1 0 0 0,0 1 0 0 0,0 1-1 0 0,0 0 1 0 0,1 1 0 0 0,-1 1 0 0 0,1 0 0 0 0,19 0 0 0 0,-25 2-87 0 0,-1 1 1 0 0,1 1-1 0 0,-1 0 0 0 0,1 0 1 0 0,-1 1-1 0 0,1 0 0 0 0,-1 1 1 0 0,0 0-1 0 0,0 1 0 0 0,0 0 1 0 0,-1 0-1 0 0,1 1 1 0 0,-1 1-1 0 0,0-1 0 0 0,-1 1 1 0 0,1 1-1 0 0,-1 0 0 0 0,14 15 1 0 0,-18-17 21 0 0,0 1 0 0 0,0 0 0 0 0,0 1 1 0 0,-1-1-1 0 0,0 0 0 0 0,0 1 0 0 0,-1 0 1 0 0,0 0-1 0 0,0 0 0 0 0,-1 0 0 0 0,1 0 1 0 0,-2 0-1 0 0,1 0 0 0 0,-1 0 0 0 0,0 0 1 0 0,0 0-1 0 0,-1 0 0 0 0,0 1 0 0 0,0-1 1 0 0,-1 0-1 0 0,-3 9 0 0 0,-5 13 405 0 0,-1-1-1 0 0,-2-1 1 0 0,-26 43 0 0 0,34-61-256 0 0,-2 2 689 0 0,-1 0 1 0 0,0 0-1 0 0,0-1 1 0 0,-11 10-1 0 0,18-19-545 0 0,-13 11 1906 0 0,15-13-2233 0 0,-1 0 1 0 0,1 0 0 0 0,-1-1 0 0 0,1 1 0 0 0,0 0 0 0 0,-1 0 0 0 0,1 1 0 0 0,0-1 0 0 0,0 0 0 0 0,0 0 0 0 0,0 0 0 0 0,0 0-1 0 0,0 1 1 0 0,0-1 0 0 0,0 0 0 0 0,0 1 0 0 0,0-1 0 0 0,0 1 0 0 0,0-1 0 0 0,0 1 0 0 0,1 0 0 0 0,-1-1 0 0 0,0 1 0 0 0,0 0-1 0 0,0 0 1 0 0,3 0 0 0 0,7-3-8 0 0,-1 1 1 0 0,1 0-1 0 0,0 1 0 0 0,0 0 0 0 0,0 1 0 0 0,0 0 0 0 0,0 1 1 0 0,0 0-1 0 0,0 1 0 0 0,17 4 0 0 0,-3 2-24 0 0,-1 1 0 0 0,0 0 0 0 0,27 16 0 0 0,-44-21 37 0 0,0 0 1 0 0,0 0-1 0 0,0 0 1 0 0,-1 1-1 0 0,1 0 0 0 0,-1 1 1 0 0,0-1-1 0 0,-1 1 1 0 0,0 0-1 0 0,8 11 0 0 0,-11-13 93 0 0,-1-1 0 0 0,1 1 0 0 0,-1-1 0 0 0,1 1 0 0 0,-1 0 0 0 0,0-1-1 0 0,-1 1 1 0 0,1 0 0 0 0,0 0 0 0 0,-1 0 0 0 0,0 0 0 0 0,0 0-1 0 0,0 0 1 0 0,-1-1 0 0 0,1 1 0 0 0,-1 0 0 0 0,0 0 0 0 0,0 0 0 0 0,0-1-1 0 0,-1 1 1 0 0,1 0 0 0 0,-1-1 0 0 0,-3 5 0 0 0,-1 2-19 0 0,-1-1-1 0 0,-1 1 1 0 0,0-2 0 0 0,0 1-1 0 0,0-1 1 0 0,-1 0 0 0 0,-1-1 0 0 0,1 0-1 0 0,-1 0 1 0 0,0-1 0 0 0,-1 0 0 0 0,1-1-1 0 0,-1 0 1 0 0,0-1 0 0 0,-1 0 0 0 0,-13 2-1 0 0,-5 1 112 0 0,-1-2-1 0 0,1-1 1 0 0,-1-1-1 0 0,0-2 1 0 0,-33-2-1 0 0,45 1-190 0 0,11 0 0 0 0,1-1 0 0 0,-1 1 0 0 0,1-1 0 0 0,-1 0 0 0 0,1-1 0 0 0,-1 0 0 0 0,-6-2 0 0 0,-36-12-2899 0 0,48 15 2559 0 0,1 1-1 0 0,0 0 1 0 0,0-1-1 0 0,0 0 1 0 0,0 1 0 0 0,-1-1-1 0 0,1 0 1 0 0,0 1-1 0 0,0-1 1 0 0,0 0 0 0 0,0 0-1 0 0,0 0 1 0 0,1 0-1 0 0,-1 0 1 0 0,0 0 0 0 0,0 0-1 0 0,1 0 1 0 0,-1 0-1 0 0,0-1 1 0 0,1 1 0 0 0,-1 0-1 0 0,1 0 1 0 0,0 0-1 0 0,-1-1 1 0 0,1 1 0 0 0,0 0-1 0 0,0-3 1 0 0,0 1-804 0 0,0-1 1 0 0,0 1-1 0 0,1 0 0 0 0,-1-1 1 0 0,1 1-1 0 0,0 0 0 0 0,0 0 1 0 0,3-6-1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4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76 124 0 0,'-3'-4'1871'0'0,"0"-1"-1"0"0,0 0 1 0 0,0 0-1 0 0,1 0 1 0 0,0 0-1 0 0,-3-9 1 0 0,0 1 882 0 0,4 6-1642 0 0,3-4 1355 0 0,-1 10-2027 0 0,26 13 1196 0 0,-15-4-1100 0 0,0 1-1 0 0,0 1 1 0 0,0 0 0 0 0,-1 0-1 0 0,14 18 1 0 0,43 65 1029 0 0,-57-77-1362 0 0,17 25 9 0 0,-3 1-1 0 0,-1 2 1 0 0,-2 0 0 0 0,-3 2 0 0 0,-1 0 0 0 0,-2 0-1 0 0,-2 2 1 0 0,14 94 0 0 0,-24-108-165 0 0,-1 1 0 0 0,-2 0 0 0 0,-1 0 0 0 0,-2 0 0 0 0,-2 0 0 0 0,-1 0 0 0 0,-1-1-1 0 0,-2 0 1 0 0,-1 0 0 0 0,-2-1 0 0 0,-2 0 0 0 0,0-1 0 0 0,-25 41 0 0 0,19-43-135 0 0,-1-2 0 0 0,-1-1 1 0 0,-2 0-1 0 0,0-2 0 0 0,-2 0 0 0 0,0-2 0 0 0,-2-1 1 0 0,-1-1-1 0 0,-41 24 0 0 0,34-26-1486 0 0,0-1 0 0 0,-74 26 1 0 0,69-32-2290 0 0,0-2 1 0 0,-72 9-1 0 0,59-15-5665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4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741 47 400 0 0,'0'-3'634'0'0,"0"1"-1"0"0,0-1 1 0 0,0 1 0 0 0,0 0 0 0 0,-1-1-1 0 0,1 1 1 0 0,-1-1 0 0 0,1 1-1 0 0,-1 0 1 0 0,0 0 0 0 0,0-1-1 0 0,0 1 1 0 0,0 0 0 0 0,-1 0-1 0 0,-1-3 1 0 0,2 4-493 0 0,0 1 0 0 0,-1-1 0 0 0,1 0 0 0 0,0 0 0 0 0,0 1 0 0 0,-1-1 0 0 0,1 1 1 0 0,-1-1-1 0 0,1 1 0 0 0,0 0 0 0 0,-1 0 0 0 0,1-1 0 0 0,-1 1 0 0 0,1 0 0 0 0,0 0 0 0 0,-1 0 0 0 0,1 0 0 0 0,-1 1 0 0 0,1-1 0 0 0,0 0 0 0 0,-1 1 0 0 0,1-1 0 0 0,-1 1 0 0 0,1-1 0 0 0,0 1 0 0 0,0-1 1 0 0,-1 1-1 0 0,1 0 0 0 0,-2 1 0 0 0,-12 8 363 0 0,-1 1 0 0 0,1 0 1 0 0,1 1-1 0 0,0 1 0 0 0,1 0 1 0 0,-19 25-1 0 0,-63 99 1296 0 0,75-106-1393 0 0,-224 385 2728 0 0,201-328-2479 0 0,4 1 0 0 0,-55 185 0 0 0,85-237-566 0 0,1 0 1 0 0,1 1-1 0 0,3-1 0 0 0,1 1 1 0 0,1 0-1 0 0,5 54 0 0 0,-1-76-110 0 0,1 0 0 0 0,0-1 0 0 0,0 1 0 0 0,2-1 0 0 0,0 1 0 0 0,1-1 0 0 0,0 0 0 0 0,2-1 0 0 0,-1 0 0 0 0,2 0 0 0 0,0-1 0 0 0,0 0 0 0 0,1 0 0 0 0,1-1 0 0 0,0 0 0 0 0,1-1 0 0 0,21 16 0 0 0,-4-8-362 0 0,1-2 1 0 0,1-1-1 0 0,0-1 0 0 0,1-2 0 0 0,1-1 1 0 0,0-1-1 0 0,37 6 0 0 0,31 2-1980 0 0,112 5 0 0 0,37-12-5519 0 0,-120-10 61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6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38 1020 0 0,'3'-37'17412'0'0,"-14"58"-17154"0"0,-14 41 0 0 0,-6 10 328 0 0,28-65-541 0 0,-66 127 457 0 0,-59 160 0 0 0,126-289-522 0 0,-5 14-1565 0 0,-15 33 0 0 0,18-45 515 0 0,-1-1-1 0 0,1 1 0 0 0,-1-1 1 0 0,0 1-1 0 0,-1-2 0 0 0,1 1 1 0 0,-11 8-1 0 0,-15 7-5353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7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1 272 0 0,'0'0'608'0'0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7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1516 0 0,'0'0'2067'0'0,"14"-3"1017"0"0,-4 4-2669 0 0,-1 1-3351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8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 0 0,'0'0'1340'0'0,"15"0"-1868"0"0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8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0 200 0 0,'0'0'780'0'0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3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1008 0 0,'0'0'1842'0'0,"14"-5"-389"0"0,7 3-1116 0 0,-19 2-303 0 0,8 4-57 0 0,-21-3-2184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40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1096 0 0,'0'0'7298'0'0,"7"6"-7325"0"0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41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76 0 0,'0'0'1445'0'0,"8"5"-1915"0"0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42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15 288 0 0,'-13'7'18753'0'0,"35"-6"-18095"0"0,30-2-859 0 0,22-6-873 0 0,39-3-2519 0 0,-38 6-3235 0 0,-51 4 1229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43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 1088 0 0,'-200'102'19209'0'0,"199"-102"-19158"0"0,1 0 0 0 0,-1 0 0 0 0,0 0 0 0 0,1 1 0 0 0,-1-1 0 0 0,0 0 0 0 0,1 1 0 0 0,-1-1 0 0 0,1 0 0 0 0,-1 1 0 0 0,0-1 0 0 0,1 1 0 0 0,-1-1 0 0 0,1 1 0 0 0,-1-1 0 0 0,1 1 0 0 0,0-1 0 0 0,-1 1-1 0 0,1-1 1 0 0,0 1 0 0 0,-1 0 0 0 0,1-1 0 0 0,-1 2 0 0 0,2-2-31 0 0,-1 1-1 0 0,1-1 0 0 0,-1 0 0 0 0,1 1 0 0 0,-1-1 0 0 0,1 1 1 0 0,0-1-1 0 0,-1 0 0 0 0,1 0 0 0 0,-1 1 0 0 0,1-1 0 0 0,0 0 0 0 0,-1 0 1 0 0,1 0-1 0 0,0 0 0 0 0,-1 1 0 0 0,1-1 0 0 0,1 0 0 0 0,38 0 32 0 0,-38 0-11 0 0,163-18-1064 0 0,-86 8-545 0 0,57-10-2556 0 0,-46 2-2565 0 0,-46 9 527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43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51 2580 0 0,'3'-16'5957'0'0,"-3"-18"8710"0"0,-3 47-13498 0 0,-16 98 2924 0 0,-43 199-1203 0 0,43-232-2435 0 0,-57 194-66 0 0,56-217-552 0 0,20-55-79 0 0,-1 1-1 0 0,1 0 1 0 0,-1-1 0 0 0,1 1 0 0 0,-1-1-1 0 0,0 1 1 0 0,1 0 0 0 0,-1-1 0 0 0,0 0-1 0 0,1 1 1 0 0,-1-1 0 0 0,0 1-1 0 0,0-1 1 0 0,1 0 0 0 0,-1 0 0 0 0,0 1-1 0 0,0-1 1 0 0,0 0 0 0 0,1 0 0 0 0,-1 0-1 0 0,0 0 1 0 0,0 0 0 0 0,0 0 0 0 0,1 0-1 0 0,-1 0 1 0 0,0 0 0 0 0,0 0-1 0 0,0-1 1 0 0,1 1 0 0 0,-1 0 0 0 0,0-1-1 0 0,0 1 1 0 0,1 0 0 0 0,-1-1 0 0 0,0 1-1 0 0,0-1 1 0 0,0 0 0 0 0,-15-17-4719 0 0,3-7-3397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44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10 186 1648 0 0,'12'-36'5332'0'0,"-11"30"-4828"0"0,0 1 0 0 0,1 0 0 0 0,-1 0 0 0 0,1 0 1 0 0,1 0-1 0 0,-1 0 0 0 0,0 0 0 0 0,1 0 1 0 0,0 1-1 0 0,0-1 0 0 0,1 1 0 0 0,-1 0 0 0 0,7-6 1 0 0,4 0-93 0 0,0 1 1 0 0,0 1-1 0 0,1 0 1 0 0,0 1-1 0 0,1 0 1 0 0,0 1 0 0 0,-1 1-1 0 0,2 1 1 0 0,-1 0-1 0 0,0 1 1 0 0,25-2-1 0 0,-25 4-339 0 0,-1 1 0 0 0,1 0 0 0 0,-1 1 0 0 0,0 1 0 0 0,1 0 0 0 0,-1 1 0 0 0,0 1 0 0 0,0 0 0 0 0,0 1 0 0 0,-1 1 0 0 0,0 0 0 0 0,21 13 0 0 0,-30-16-54 0 0,-1 0 0 0 0,1 0 0 0 0,-1 1 0 0 0,0 0 0 0 0,0-1 0 0 0,-1 1 0 0 0,1 1 0 0 0,-1-1 0 0 0,0 0 0 0 0,0 1 1 0 0,0 0-1 0 0,0 0 0 0 0,-1 0 0 0 0,0 0 0 0 0,0 0 0 0 0,0 0 0 0 0,0 7 0 0 0,0-4 12 0 0,-2 1 0 0 0,1 0 0 0 0,-1 0 0 0 0,-1 0 0 0 0,0 0 0 0 0,0 0 0 0 0,-1 0 0 0 0,1 0 0 0 0,-7 14 0 0 0,-1 0-8 0 0,0-1 0 0 0,-2-1 0 0 0,0 0 1 0 0,-2 0-1 0 0,0-1 0 0 0,-1-1 0 0 0,-18 19 0 0 0,-125 112 1348 0 0,119-116-232 0 0,26-26-98 0 0,12-8-1030 0 0,0 0 0 0 0,0 0 1 0 0,0 0-1 0 0,0 0 0 0 0,0 0 1 0 0,0 0-1 0 0,0 0 0 0 0,0 0 1 0 0,0 0-1 0 0,0 0 0 0 0,0 0 1 0 0,0 0-1 0 0,0 0 0 0 0,-1 0 1 0 0,1 0-1 0 0,0 0 0 0 0,0 0 1 0 0,0 0-1 0 0,0 0 0 0 0,0 0 1 0 0,0 0-1 0 0,0 0 1 0 0,0 0-1 0 0,0 0 0 0 0,0 0 1 0 0,0 0-1 0 0,0 0 0 0 0,-1 0 1 0 0,1 0-1 0 0,0 0 0 0 0,0 0 1 0 0,0 0-1 0 0,0 0 0 0 0,0 0 1 0 0,0 0-1 0 0,0 0 0 0 0,0 0 1 0 0,0 0-1 0 0,0 0 0 0 0,0 0 1 0 0,0-1-1 0 0,0 1 0 0 0,0 0 1 0 0,0 0-1 0 0,0 0 0 0 0,0 0 1 0 0,0 0-1 0 0,0 0 0 0 0,0 0 1 0 0,0 0-1 0 0,0 0 0 0 0,0 0 1 0 0,0 0-1 0 0,0 0 0 0 0,0-1 1 0 0,0 1-1 0 0,0 0 0 0 0,0 0 1 0 0,0 0-1 0 0,0 0 0 0 0,0 0 1 0 0,0 0-1 0 0,0 0 0 0 0,1-2 10 0 0,-1 1 0 0 0,1-1 0 0 0,0 1 0 0 0,0-1 0 0 0,0 1 0 0 0,0-1 0 0 0,1 1 0 0 0,-1 0 0 0 0,0 0 0 0 0,0 0 0 0 0,3-2 0 0 0,8-5-5 0 0,1 0 0 0 0,1 1-1 0 0,0 1 1 0 0,0 0 0 0 0,0 0 0 0 0,0 2 0 0 0,1 0 0 0 0,0 0 0 0 0,0 1 0 0 0,0 1 0 0 0,0 1 0 0 0,0 0 0 0 0,1 1 0 0 0,-1 0 0 0 0,0 2-1 0 0,23 4 1 0 0,-27-4 11 0 0,1 0-1 0 0,-1 1 1 0 0,0 1-1 0 0,0 0 1 0 0,0 1-1 0 0,0 0 1 0 0,-1 0-1 0 0,0 1 1 0 0,0 0-1 0 0,-1 1 1 0 0,1 0-1 0 0,-1 1 1 0 0,-1 0-1 0 0,0 0 1 0 0,0 1-1 0 0,0 0 1 0 0,-1 0-1 0 0,-1 1 1 0 0,1 0-1 0 0,-2 0 1 0 0,1 0-1 0 0,3 12 1 0 0,-7-16 52 0 0,0 1 1 0 0,0-1-1 0 0,-1 1 1 0 0,0-1 0 0 0,0 1-1 0 0,0-1 1 0 0,-1 1-1 0 0,0 0 1 0 0,-1-1 0 0 0,1 1-1 0 0,-1-1 1 0 0,0 1-1 0 0,-5 11 1 0 0,3-10 145 0 0,0 0 1 0 0,-1 0-1 0 0,-1 0 0 0 0,1-1 1 0 0,-1 0-1 0 0,-1 0 0 0 0,1 0 1 0 0,-1-1-1 0 0,-11 10 0 0 0,4-5 97 0 0,-2-1-1 0 0,1 0 1 0 0,-1-1 0 0 0,-1-1-1 0 0,1 0 1 0 0,-1-1-1 0 0,-1-1 1 0 0,0 0-1 0 0,-32 6 1 0 0,10-7-322 0 0,1-1 0 0 0,-61-3 0 0 0,-76-13 0 0 0,144 8-1634 0 0,24 3 296 0 0,0-1-1 0 0,0 1 1 0 0,0-1-1 0 0,-12-6 1 0 0,17 7 973 0 0,0 0 0 0 0,0 0 1 0 0,0 0-1 0 0,0 0 0 0 0,1 0 0 0 0,-1-1 0 0 0,0 1 1 0 0,1-1-1 0 0,-1 1 0 0 0,1-1 0 0 0,-1 0 0 0 0,1 0 1 0 0,0 1-1 0 0,-1-1 0 0 0,1 0 0 0 0,0 0 0 0 0,1 0 1 0 0,-1 0-1 0 0,0 0 0 0 0,0 0 0 0 0,1-1 0 0 0,-1 1 1 0 0,1 0-1 0 0,0 0 0 0 0,0 0 0 0 0,0 0 0 0 0,0-1 1 0 0,0 1-1 0 0,0 0 0 0 0,0 0 0 0 0,1 0 0 0 0,-1-1 1 0 0,2-2-1 0 0,4-17-9269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44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78 1456 0 0,'28'-64'13948'0'0,"-23"50"-10044"0"0,-7 22-1207 0 0,-9 23-296 0 0,-68 144 2850 0 0,-29 61-2660 0 0,18-65-2834 0 0,86-165-2281 0 0,-1 3-657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45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400 312 92 0 0,'1'-14'6495'0'0,"5"-70"11480"0"0,-8 86-17827 0 0,-1 0 0 0 0,1 0 0 0 0,0 1-1 0 0,0-1 1 0 0,0 0 0 0 0,0 1 0 0 0,0-1 0 0 0,1 1-1 0 0,-1-1 1 0 0,1 1 0 0 0,-3 5 0 0 0,-1 2 152 0 0,-43 75 1520 0 0,-45 109-1 0 0,53-107-1449 0 0,-30 67 48 0 0,-48 100 324 0 0,118-254-731 0 0,0 0 1 0 0,0 0 0 0 0,0 0-1 0 0,0 1 1 0 0,0-1-1 0 0,0 0 1 0 0,0 0 0 0 0,0 0-1 0 0,0 1 1 0 0,0-1-1 0 0,0 0 1 0 0,0 0 0 0 0,0 0-1 0 0,-1 0 1 0 0,1 1-1 0 0,0-1 1 0 0,0 0-1 0 0,0 0 1 0 0,0 0 0 0 0,0 0-1 0 0,0 1 1 0 0,-1-1-1 0 0,1 0 1 0 0,0 0 0 0 0,0 0-1 0 0,0 0 1 0 0,0 0-1 0 0,-1 0 1 0 0,1 0 0 0 0,0 0-1 0 0,0 1 1 0 0,0-1-1 0 0,0 0 1 0 0,-1 0-1 0 0,1 0 1 0 0,0 0 0 0 0,0 0-1 0 0,0 0 1 0 0,-1 0-1 0 0,1 0 1 0 0,0 0 0 0 0,-1 0-1 0 0,-1-11 161 0 0,4-16-168 0 0,19-46-603 0 0,2 2 0 0 0,4 1 0 0 0,3 1 0 0 0,2 1 0 0 0,4 2 0 0 0,82-114 0 0 0,33-12 188 0 0,-112 149 343 0 0,2 1 0 0 0,54-42 0 0 0,-88 79 42 0 0,-1 0 0 0 0,1 0 0 0 0,-1 1 0 0 0,1 0 1 0 0,0 1-1 0 0,1 0 0 0 0,-1 0 0 0 0,16-4 0 0 0,-20 6 22 0 0,0 1 0 0 0,0 0-1 0 0,0 0 1 0 0,0 0 0 0 0,0 0 0 0 0,0 0 0 0 0,0 0 0 0 0,0 1 0 0 0,0-1 0 0 0,-1 1-1 0 0,1 0 1 0 0,0 0 0 0 0,0 0 0 0 0,0 0 0 0 0,-1 1 0 0 0,1-1 0 0 0,0 1 0 0 0,-1 0-1 0 0,0-1 1 0 0,1 1 0 0 0,-1 0 0 0 0,0 1 0 0 0,0-1 0 0 0,0 0 0 0 0,0 0 0 0 0,2 5 0 0 0,4 6 242 0 0,0 1 1 0 0,-2 1 0 0 0,0-1 0 0 0,0 1 0 0 0,-1 0 0 0 0,-1 0 0 0 0,-1 1 0 0 0,0-1 0 0 0,1 21-1 0 0,-1 21 940 0 0,-6 68 0 0 0,2-101-976 0 0,-7 91-37 0 0,-6 1-1 0 0,-35 141 1 0 0,31-184-165 0 0,18-72-143 0 0,0 0 0 0 0,0 0 0 0 0,-1 1 0 0 0,1-1 0 0 0,0 0-1 0 0,-1 0 1 0 0,1 0 0 0 0,0 0 0 0 0,-1-1 0 0 0,0 1 0 0 0,1 0 0 0 0,-1 0 0 0 0,1 0 0 0 0,-1 0 0 0 0,0 0 0 0 0,0-1-1 0 0,-1 2 1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45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131 160 1468 0 0,'-130'-48'21853'0'0,"140"44"-21359"0"0,15-1-244 0 0,0 1 0 0 0,49-1 0 0 0,-21 2-109 0 0,2-1-343 0 0,115-13-1601 0 0,-146 12-383 0 0,34-11 0 0 0,-43 11 8 0 0,1-1 0 0 0,-2-1 0 0 0,16-10 1 0 0,-8 4-5037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45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80 2788 0 0,'10'-20'8006'0'0,"15"-39"4394"0"0,-23 63-11325 0 0,-1 16 26 0 0,-16 43 1058 0 0,-38 103 0 0 0,-41 58-3514 0 0,55-133-902 0 0,8-18-499 0 0,-6 15-1938 0 0,11-30-1734 0 0,1-3-3366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56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776 14 504 0 0,'11'-14'10650'0'0,"-14"19"-10467"0"0,1-1 0 0 0,0 1 0 0 0,1-1 0 0 0,-1 1 1 0 0,-1 7-1 0 0,2-8-114 0 0,-114 434 3384 0 0,48-167-2629 0 0,-347 1309 2516 0 0,377-1436-3103 0 0,-56 203 219 0 0,85-319-427 0 0,4-13 51 0 0,-1 1 1 0 0,-7 17 0 0 0,11-32-427 0 0,-5-12-1527 0 0,5 10 1653 0 0,0-1 0 0 0,0 1 0 0 0,0-1 0 0 0,1 1 0 0 0,-1-1 0 0 0,0 0 1 0 0,1 1-1 0 0,-1-1 0 0 0,1 0 0 0 0,-1-1 0 0 0,-2-38-6692 0 0,5 13-37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0:58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1060 0 0,'0'0'10380'0'0,"17"0"-9614"0"0,376 22 2065 0 0,5-25-2596 0 0,-379 2-198 0 0,1091-4 911 0 0,-768 5-699 0 0,137 0 275 0 0,156-10 834 0 0,0-9-615 0 0,250-17-191 0 0,59 19-489 0 0,-638 6 141 0 0,238-2-666 0 0,695 13 602 0 0,-366-21-68 0 0,-256 2 138 0 0,539 30-264 0 0,-311-8-51 0 0,-348-1-62 0 0,1 29-61 0 0,-384-26 270 0 0,-64-2 119 0 0,-47-3-151 0 0,16 2-15 0 0,-17-1 7 0 0,6 1 0 0 0,-1 1-1 0 0,1 0-1 0 0,-1 0 0 0 0,13 8 1 0 0,-19-10 3 0 0,0 0 0 0 0,18 32 18 0 0,-18-31-20 0 0,3 10 30 0 0,-1-5-10 0 0,1 0 0 0 0,-2 0 1 0 0,1 0-1 0 0,1 11 0 0 0,-3-14 204 0 0,-1-3-447 0 0,1 0 0 0 0,-1-1 0 0 0,0 1 1 0 0,0 0-1 0 0,0-1 0 0 0,1 1 0 0 0,-1 0 1 0 0,0 0-1 0 0,0-1 0 0 0,0 1 1 0 0,0 0-1 0 0,0-1 0 0 0,0 1 0 0 0,-1 0 1 0 0,1 0-1 0 0,0-1 0 0 0,0 1 0 0 0,0 0 1 0 0,-1-1-1 0 0,1 1 0 0 0,0-1 1 0 0,-1 1-1 0 0,1 0 0 0 0,-1-1 0 0 0,1 1 1 0 0,0-1-1 0 0,-1 1 0 0 0,1-1 0 0 0,-1 1 1 0 0,1-1-1 0 0,-1 1 0 0 0,0-1 1 0 0,0 1-1 0 0,-13 6-3400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0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1 392 84 0 0,'17'21'11341'0'0,"-16"-11"-10638"0"0,-1-8-491 0 0,0 0 1 0 0,0 0-1 0 0,0 1 1 0 0,1-1-1 0 0,-1 0 0 0 0,0 0 1 0 0,1 0-1 0 0,0 0 1 0 0,-1 0-1 0 0,2 2 1 0 0,-1-3 33 0 0,1 2-61 0 0,0-1 0 0 0,0 1 0 0 0,0-1 1 0 0,0 1-1 0 0,1-1 0 0 0,-1 0 0 0 0,1 0 0 0 0,0 0 1 0 0,4 2-1 0 0,10 3 196 0 0,1-2-1 0 0,0 0 1 0 0,1 0 0 0 0,-1-2 0 0 0,1 0-1 0 0,19-1 1 0 0,118-4 211 0 0,-97-1-409 0 0,511-31 415 0 0,-274 15-394 0 0,252-27 695 0 0,45-3-154 0 0,79 20-559 0 0,-394 18-162 0 0,853-53 30 0 0,-862 47-54 0 0,1296-44 21 0 0,-998 56-26 0 0,-27 0 47 0 0,-284 0-10 0 0,606-20-28 0 0,-278-5 11 0 0,74-5-56 0 0,53 30 378 0 0,-1 26 894 0 0,-465-13-878 0 0,1076-1-48 0 0,-968-34-453 0 0,-335 25 159 0 0,46-6 86 0 0,-62 7-70 0 0,22-6-568 0 0,-22 6-107 0 0,-7-36-9272 0 0,3 26 5303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2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739 31 1504 0 0,'-5'-19'9208'0'0,"4"11"-8391"0"0,-2 4 507 0 0,-1 9 20 0 0,-69 211-528 0 0,27-70 54 0 0,31-103-637 0 0,-223 719 3177 0 0,164-393-1747 0 0,60-288-1267 0 0,-17 71 144 0 0,-59 175 0 0 0,85-311-525 0 0,-96 308 1123 0 0,90-284-472 0 0,2 1-1 0 0,2 0 0 0 0,-3 63 1 0 0,10-103-588 0 0,0 35 257 0 0,-1 4 3884 0 0,5-69-15487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4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655 36 1728 0 0,'2'-13'5393'0'0,"-1"-9"3187"0"0,-2 32-8670 0 0,-18 220 4344 0 0,-207 975-1076 0 0,200-1101-2199 0 0,-68 171 0 0 0,93-270-792 0 0,-1 0 1 0 0,-1-1-1 0 0,1 1 0 0 0,-1-1 0 0 0,1 1 1 0 0,-1-1-1 0 0,0 0 0 0 0,-1 0 1 0 0,1-1-1 0 0,-8 7 0 0 0,9-9-161 0 0,1-1 0 0 0,0 1 0 0 0,-1-1 0 0 0,1 0 0 0 0,-1 1-1 0 0,1-1 1 0 0,-1 0 0 0 0,1 0 0 0 0,-1 0 0 0 0,1 0 0 0 0,-1 0 0 0 0,1 0-1 0 0,-1-1 1 0 0,1 1 0 0 0,0 0 0 0 0,-1-1 0 0 0,1 1 0 0 0,-1-1 0 0 0,1 0 0 0 0,0 1-1 0 0,0-1 1 0 0,-3-1 0 0 0,-23-21 147 0 0,13 7-145 0 0,2 0 0 0 0,0 0 0 0 0,1-1 0 0 0,1-1-1 0 0,0 0 1 0 0,-7-19 0 0 0,-36-119 35 0 0,38 97-188 0 0,2-1 1 0 0,3-1 0 0 0,2 0 0 0 0,3 0 0 0 0,3 0-1 0 0,2-1 1 0 0,4 1 0 0 0,1 0 0 0 0,4 0 0 0 0,18-69-1 0 0,-14 85 29 0 0,2 0 0 0 0,1 1 0 0 0,3 1 0 0 0,1 0 0 0 0,2 2 0 0 0,2 0 0 0 0,2 2 0 0 0,1 0 0 0 0,2 2 0 0 0,2 2 0 0 0,1 0 0 0 0,52-42 0 0 0,-67 64 67 0 0,-1 1-1 0 0,2 1 0 0 0,-1 0 0 0 0,1 2 0 0 0,1 0 0 0 0,0 1 1 0 0,0 1-1 0 0,1 0 0 0 0,22-4 0 0 0,-25 9 7 0 0,-1 0 0 0 0,1 0 0 0 0,-1 2-1 0 0,1 0 1 0 0,-1 1 0 0 0,1 0 0 0 0,-1 2 0 0 0,1 0 0 0 0,-1 0 0 0 0,0 2-1 0 0,26 10 1 0 0,-26-8-11 0 0,0 1 1 0 0,0 1-1 0 0,-1 0 0 0 0,-1 1 0 0 0,1 1 1 0 0,-2 0-1 0 0,1 1 0 0 0,-2 0 0 0 0,0 1 0 0 0,14 18 1 0 0,-20-23 30 0 0,-1 0 1 0 0,0 1-1 0 0,0-1 1 0 0,-1 1-1 0 0,0-1 1 0 0,0 1-1 0 0,-1 1 1 0 0,-1-1-1 0 0,1 0 1 0 0,-2 1-1 0 0,1-1 1 0 0,-1 1-1 0 0,0-1 1 0 0,-1 1-1 0 0,0 0 1 0 0,-1-1-1 0 0,0 1 1 0 0,-1-1-1 0 0,0 1 1 0 0,-4 12-1 0 0,1-9 139 0 0,0 0 0 0 0,-1 0-1 0 0,-1-1 1 0 0,0 0 0 0 0,0 0 0 0 0,-1 0-1 0 0,-1-1 1 0 0,0-1 0 0 0,-1 1 0 0 0,0-1-1 0 0,0-1 1 0 0,-1 0 0 0 0,0-1-1 0 0,-1 0 1 0 0,-14 8 0 0 0,12-9-10 0 0,-1 0 0 0 0,0-1 0 0 0,0-1-1 0 0,0 0 1 0 0,-1-1 0 0 0,0-1 0 0 0,1 0 0 0 0,-1-2 0 0 0,0 1 0 0 0,0-2-1 0 0,0 0 1 0 0,0-1 0 0 0,-17-3 0 0 0,2-2-95 0 0,-18-3-1081 0 0,21 6-4084 0 0,28 3 5023 0 0,-1 0 0 0 0,1 0 0 0 0,0 0 0 0 0,-1 0 0 0 0,1 0 0 0 0,-1 0 0 0 0,1 0-1 0 0,0 0 1 0 0,-1 0 0 0 0,1 0 0 0 0,0 0 0 0 0,-1 0 0 0 0,1 1 0 0 0,-1-1 0 0 0,1 0 0 0 0,0 0 0 0 0,-1 0 0 0 0,1 0 0 0 0,0 1 0 0 0,-1-1 0 0 0,1 0 0 0 0,0 0 0 0 0,0 1 0 0 0,-1-1 0 0 0,1 0 0 0 0,0 0 0 0 0,0 1 0 0 0,-1-1 0 0 0,1 0 0 0 0,0 1 0 0 0,0-1 0 0 0,-1 1 0 0 0,6 12-2000 0 0,16 12-1164 0 0,9 2-2380 0 0,-13-12 511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5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86 729 120 0 0,'-3'-2'3375'0'0,"-20"-10"2834"0"0,17 7-4735 0 0,0 0 1 0 0,0 0-1 0 0,0 0 1 0 0,0-1-1 0 0,-7-11 1 0 0,10 13-687 0 0,1 3-667 0 0,1 0 0 0 0,0 0 1 0 0,0-1-1 0 0,0 1 0 0 0,0 0 0 0 0,0-1 1 0 0,0 1-1 0 0,1-1 0 0 0,-1 1 1 0 0,0-1-1 0 0,1 1 0 0 0,-1-1 0 0 0,1 1 1 0 0,0-1-1 0 0,-1 0 0 0 0,1 1 0 0 0,0-1 1 0 0,0 0-1 0 0,0 1 0 0 0,0-1 0 0 0,0-1 1 0 0,1 2-105 0 0,0 1 1 0 0,-1-1-1 0 0,1 0 1 0 0,0 1-1 0 0,0-1 1 0 0,0 1 0 0 0,-1 0-1 0 0,1-1 1 0 0,0 1-1 0 0,0 0 1 0 0,0-1-1 0 0,0 1 1 0 0,0 0 0 0 0,0 0-1 0 0,0 0 1 0 0,-1 0-1 0 0,1 0 1 0 0,0 0-1 0 0,0 0 1 0 0,0 0-1 0 0,0 0 1 0 0,0 0 0 0 0,1 1-1 0 0,23 2 85 0 0,-12 1-83 0 0,-1 0 0 0 0,0 1 0 0 0,0 1 0 0 0,-1 0 0 0 0,0 0 0 0 0,0 1 0 0 0,0 0 0 0 0,-1 1 0 0 0,0 0 0 0 0,0 1 0 0 0,-1 0 0 0 0,0 0 0 0 0,12 18 0 0 0,-14-18 2 0 0,0 2-1 0 0,0-1 0 0 0,-1 1 1 0 0,0 0-1 0 0,-1 0 0 0 0,0 0 1 0 0,-1 1-1 0 0,-1 0 0 0 0,0 0 1 0 0,0 0-1 0 0,-1 0 0 0 0,0 0 1 0 0,-1 0-1 0 0,-1 18 0 0 0,-1-22 183 0 0,-1 0-1 0 0,0 0 0 0 0,0 0 0 0 0,0 0 1 0 0,-1 0-1 0 0,-1-1 0 0 0,1 1 0 0 0,-1-1 0 0 0,0 0 1 0 0,-1 0-1 0 0,0 0 0 0 0,0-1 0 0 0,0 0 0 0 0,-1 0 1 0 0,1 0-1 0 0,-13 8 0 0 0,17-13-156 0 0,0 0 0 0 0,-1 0-1 0 0,1 0 1 0 0,0 0 0 0 0,-1 0 0 0 0,1-1-1 0 0,-1 1 1 0 0,1-1 0 0 0,-1 1 0 0 0,1-1-1 0 0,-1 1 1 0 0,1-1 0 0 0,-1 0 0 0 0,0 0-1 0 0,1 0 1 0 0,-1 0 0 0 0,1 0 0 0 0,-1 0-1 0 0,0 0 1 0 0,1-1 0 0 0,-1 1 0 0 0,1-1-1 0 0,-1 1 1 0 0,1-1 0 0 0,-1 1 0 0 0,1-1 0 0 0,-1 0-1 0 0,1 0 1 0 0,0 1 0 0 0,-1-1 0 0 0,1 0-1 0 0,0 0 1 0 0,0 0 0 0 0,0-1 0 0 0,0 1-1 0 0,0 0 1 0 0,0 0 0 0 0,0-1 0 0 0,0 1-1 0 0,0 0 1 0 0,0-3 0 0 0,-2-1-13 0 0,0-1 0 0 0,0 1 0 0 0,1-1-1 0 0,-1 1 1 0 0,2-1 0 0 0,-1 0 0 0 0,1 0 0 0 0,-1 0 0 0 0,1-8 0 0 0,2 3-52 0 0,0 1 1 0 0,1-1-1 0 0,0 1 0 0 0,0 0 1 0 0,2-1-1 0 0,-1 1 1 0 0,1 1-1 0 0,0-1 0 0 0,1 1 1 0 0,0-1-1 0 0,1 1 0 0 0,0 1 1 0 0,0-1-1 0 0,1 1 1 0 0,11-11-1 0 0,-7 8-62 0 0,1 1 1 0 0,0-1-1 0 0,0 2 1 0 0,1 0 0 0 0,1 0-1 0 0,-1 1 1 0 0,2 1-1 0 0,-1 0 1 0 0,26-8-1 0 0,-36 14 22 0 0,1 0-1 0 0,0 0 0 0 0,-1 0 0 0 0,1 1 1 0 0,0-1-1 0 0,0 1 0 0 0,-1 0 1 0 0,1 1-1 0 0,0-1 0 0 0,0 1 1 0 0,-1 0-1 0 0,1 0 0 0 0,-1 0 1 0 0,1 1-1 0 0,-1 0 0 0 0,1-1 1 0 0,4 4-1 0 0,-6-3 42 0 0,-1 0 0 0 0,1 0 0 0 0,-1 1 0 0 0,1-1 0 0 0,-1 1 0 0 0,0-1 0 0 0,0 1 0 0 0,0 0 0 0 0,0 0 0 0 0,0 0 0 0 0,0 0 0 0 0,-1 0 0 0 0,0 0 0 0 0,0 0 0 0 0,0 1 0 0 0,0-1 0 0 0,0 0 0 0 0,0 1 0 0 0,-1-1 0 0 0,0 1 0 0 0,0-1 0 0 0,0 0 0 0 0,0 1 0 0 0,-1 5 0 0 0,-4 20-5 0 0,-1 0 0 0 0,-10 29 0 0 0,8-32-96 0 0,1 1 0 0 0,-5 34-1 0 0,12-60 122 0 0,-1 1-1 0 0,1-1 0 0 0,0 0 1 0 0,0 0-1 0 0,0 0 0 0 0,0 1 1 0 0,0-1-1 0 0,0 0 0 0 0,0 0 0 0 0,1 0 1 0 0,-1 1-1 0 0,0-1 0 0 0,0 0 1 0 0,1 0-1 0 0,-1 0 0 0 0,1 0 1 0 0,-1 0-1 0 0,1 0 0 0 0,0 0 0 0 0,-1 0 1 0 0,1 0-1 0 0,0 0 0 0 0,0 0 1 0 0,0 0-1 0 0,-1 0 0 0 0,1-1 1 0 0,0 1-1 0 0,0 0 0 0 0,0-1 1 0 0,0 1-1 0 0,1 0 0 0 0,-1-1 0 0 0,0 1 1 0 0,0-1-1 0 0,0 0 0 0 0,0 1 1 0 0,0-1-1 0 0,1 0 0 0 0,-1 0 1 0 0,0 0-1 0 0,0 0 0 0 0,0 0 0 0 0,1 0 1 0 0,-1 0-1 0 0,0 0 0 0 0,0 0 1 0 0,0 0-1 0 0,2-1 0 0 0,6-1 4 0 0,-1 0 0 0 0,1-1 0 0 0,0 1 0 0 0,15-9-1 0 0,-10 4-36 0 0,0-2 1 0 0,0 1-1 0 0,0-2 0 0 0,-2 0 0 0 0,1-1 0 0 0,-1 0 0 0 0,0 0 0 0 0,-1-2 1 0 0,18-25-1 0 0,-21 26 16 0 0,0 0-1 0 0,-1-1 1 0 0,-1 0 0 0 0,0 0 0 0 0,-1-1-1 0 0,0 1 1 0 0,-1-1 0 0 0,-1 0 0 0 0,0-1-1 0 0,0 1 1 0 0,-1-22 0 0 0,-2 29 5 0 0,0 0 1 0 0,-1 0-1 0 0,0 0 0 0 0,-1 0 1 0 0,1 0-1 0 0,-1 0 0 0 0,-1 1 1 0 0,1-1-1 0 0,-1 1 0 0 0,0 0 0 0 0,-1-1 1 0 0,1 2-1 0 0,-8-10 0 0 0,9 12 2 0 0,-1 0 0 0 0,1 0-1 0 0,-1 1 1 0 0,0-1-1 0 0,0 1 1 0 0,0 0-1 0 0,0 0 1 0 0,0 0-1 0 0,-1 0 1 0 0,1 0-1 0 0,-1 1 1 0 0,1-1 0 0 0,-1 1-1 0 0,1 0 1 0 0,-1 0-1 0 0,0 0 1 0 0,0 1-1 0 0,1-1 1 0 0,-1 1-1 0 0,0 0 1 0 0,0 0 0 0 0,0 0-1 0 0,1 1 1 0 0,-1-1-1 0 0,0 1 1 0 0,-4 2-1 0 0,-1 0 7 0 0,0 1 1 0 0,1 0-1 0 0,0 0 0 0 0,0 1 0 0 0,0 0 0 0 0,0 1 0 0 0,1-1 0 0 0,-1 2 1 0 0,2-1-1 0 0,-1 1 0 0 0,-6 8 0 0 0,10-11-11 0 0,0 0 0 0 0,0 0 0 0 0,0 0 0 0 0,0 1 1 0 0,1-1-1 0 0,0 1 0 0 0,0 0 0 0 0,0-1 0 0 0,0 1 0 0 0,1 0 0 0 0,0 0 1 0 0,0 0-1 0 0,0 0 0 0 0,0 0 0 0 0,1 0 0 0 0,0 0 0 0 0,0 0 0 0 0,0 1 0 0 0,1-1 1 0 0,0 0-1 0 0,0 0 0 0 0,2 5 0 0 0,-1-6-29 0 0,-1 0 0 0 0,1-1 1 0 0,0 0-1 0 0,1 1 0 0 0,-1-1 1 0 0,0 0-1 0 0,1 0 0 0 0,0-1 0 0 0,0 1 1 0 0,0 0-1 0 0,0-1 0 0 0,0 0 1 0 0,0 1-1 0 0,0-1 0 0 0,1-1 0 0 0,-1 1 1 0 0,1 0-1 0 0,0-1 0 0 0,-1 0 1 0 0,1 0-1 0 0,0 0 0 0 0,0 0 0 0 0,0 0 1 0 0,0-1-1 0 0,0 0 0 0 0,0 0 0 0 0,4 0 1 0 0,7-1-165 0 0,1-1 1 0 0,-1 0-1 0 0,0-1 1 0 0,0-1-1 0 0,23-8 0 0 0,-6-1-185 0 0,-1-2 0 0 0,0 0 0 0 0,-1-3-1 0 0,-1 0 1 0 0,-1-2 0 0 0,46-40 0 0 0,-31 19-7 0 0,-1-3 0 0 0,-3 0 1 0 0,36-54-1 0 0,-49 60 245 0 0,-1-1 1 0 0,36-78-1 0 0,-52 94 466 0 0,0 1-1 0 0,-2-1 0 0 0,-1-1 0 0 0,0 1 0 0 0,-2-1 0 0 0,-1 0 0 0 0,1-30 0 0 0,-8 21 213 0 0,4 33-518 0 0,-1-1 0 0 0,1 1 0 0 0,0 0 0 0 0,0-1 0 0 0,-1 1 0 0 0,1 0 0 0 0,0-1 0 0 0,-1 1 0 0 0,1 0 1 0 0,0 0-1 0 0,-1-1 0 0 0,1 1 0 0 0,0 0 0 0 0,-1 0 0 0 0,1 0 0 0 0,0 0 0 0 0,-1-1 0 0 0,1 1 0 0 0,-1 0 0 0 0,1 0 0 0 0,0 0 0 0 0,-1 0 0 0 0,1 0 0 0 0,-1 0 0 0 0,1 0 0 0 0,0 0 0 0 0,-1 0 0 0 0,1 0 0 0 0,-1 0 0 0 0,1 0 0 0 0,0 0 0 0 0,-1 1 0 0 0,1-1 0 0 0,-1 0 0 0 0,1 0 0 0 0,0 0 0 0 0,-1 1 0 0 0,1-1 0 0 0,0 0 0 0 0,-1 0 0 0 0,1 1 1 0 0,0-1-1 0 0,-1 0 0 0 0,1 1 0 0 0,-15 9 42 0 0,6-1-26 0 0,1 1 0 0 0,0 0 0 0 0,0 0 0 0 0,1 0 1 0 0,0 1-1 0 0,-10 21 0 0 0,-25 74 159 0 0,40-99-166 0 0,-39 124 367 0 0,6 2-1 0 0,-22 170 1 0 0,11 132-17 0 0,23 1-172 0 0,20-352-161 0 0,1-26 78 0 0,-2 0 0 0 0,-3 1 0 0 0,-16 64 0 0 0,22-119-93 0 0,0-1 0 0 0,0 1 0 0 0,-1-1-1 0 0,1 1 1 0 0,0-1 0 0 0,-1 0-1 0 0,0 0 1 0 0,0 1 0 0 0,0-1-1 0 0,0-1 1 0 0,-1 1 0 0 0,1 0 0 0 0,-1 0-1 0 0,1-1 1 0 0,-1 0 0 0 0,0 1-1 0 0,0-1 1 0 0,-4 2 0 0 0,6-4-14 0 0,0 1 0 0 0,-1-1 0 0 0,1 0 0 0 0,0 0 0 0 0,0 0 0 0 0,-1 0 0 0 0,1 0 0 0 0,0 0 0 0 0,0 0 0 0 0,-1-1 0 0 0,1 1 0 0 0,0 0 0 0 0,0-1 0 0 0,0 1 0 0 0,0-1 0 0 0,-1 1 0 0 0,0-2 0 0 0,-1 1 3 0 0,-1-1-4 0 0,-1 0 0 0 0,1-1 0 0 0,-1 0 0 0 0,1 0 0 0 0,0 0 0 0 0,0 0 0 0 0,0 0 0 0 0,1-1 0 0 0,-1 0 0 0 0,1 0 0 0 0,0 0 0 0 0,0 0 0 0 0,-4-9 0 0 0,-3-5-23 0 0,-13-37 0 0 0,21 49 15 0 0,-11-31-5 0 0,2 0 1 0 0,2-1-1 0 0,2-1 0 0 0,1 0 1 0 0,2 1-1 0 0,1-47 0 0 0,4 29-2 0 0,3 1 0 0 0,2 0 0 0 0,24-95-1 0 0,-20 113 0 0 0,1 1-1 0 0,3 0 1 0 0,0 1-1 0 0,3 1 0 0 0,0 0 1 0 0,3 1-1 0 0,40-53 1 0 0,-45 68 3 0 0,1 1 1 0 0,0 1-1 0 0,1 1 1 0 0,1 0 0 0 0,0 1-1 0 0,20-12 1 0 0,-23 18-7 0 0,0 0 1 0 0,1 1-1 0 0,-1 1 1 0 0,1 0-1 0 0,1 1 1 0 0,-1 1-1 0 0,1 1 1 0 0,31-3-1 0 0,-36 5 1 0 0,-1 2 0 0 0,1-1 0 0 0,-1 2 0 0 0,1-1 0 0 0,-1 2 0 0 0,0-1 0 0 0,0 2 0 0 0,0-1 0 0 0,0 2 0 0 0,0-1-1 0 0,-1 1 1 0 0,0 1 0 0 0,0 0 0 0 0,14 11 0 0 0,-19-13 23 0 0,1 1-1 0 0,-2-1 1 0 0,1 1 0 0 0,0 0-1 0 0,-1 0 1 0 0,0 1 0 0 0,0-1-1 0 0,-1 1 1 0 0,1 0 0 0 0,-1 0-1 0 0,-1 0 1 0 0,1 0-1 0 0,-1 1 1 0 0,0-1 0 0 0,0 1-1 0 0,-1-1 1 0 0,0 1 0 0 0,0-1-1 0 0,-1 1 1 0 0,1 0 0 0 0,-1 0-1 0 0,-1-1 1 0 0,1 1 0 0 0,-1 0-1 0 0,-1-1 1 0 0,-1 9-1 0 0,0-6 124 0 0,0-1 0 0 0,-1 1-1 0 0,0-1 1 0 0,0 0-1 0 0,0 0 1 0 0,-1 0 0 0 0,-1-1-1 0 0,1 1 1 0 0,-1-1 0 0 0,0 0-1 0 0,-1-1 1 0 0,0 0-1 0 0,0 0 1 0 0,0 0 0 0 0,0-1-1 0 0,-1 0 1 0 0,0 0-1 0 0,0-1 1 0 0,0 0 0 0 0,-1-1-1 0 0,0 1 1 0 0,1-2-1 0 0,-1 1 1 0 0,0-1 0 0 0,0-1-1 0 0,0 1 1 0 0,0-2 0 0 0,-1 1-1 0 0,1-1 1 0 0,0-1-1 0 0,0 1 1 0 0,0-1 0 0 0,0-1-1 0 0,-15-4 1 0 0,10 1-82 0 0,1 0 1 0 0,-1 0-1 0 0,1-2 1 0 0,-18-10-1 0 0,26 13-312 0 0,-1 0-1 0 0,0 0 1 0 0,1-1 0 0 0,0 1-1 0 0,0-1 1 0 0,0 0 0 0 0,1 0-1 0 0,0-1 1 0 0,0 1 0 0 0,0-1 0 0 0,-5-10-1 0 0,8 13-13 0 0,1 1 1 0 0,-1-1-1 0 0,1 0 0 0 0,-1 1 0 0 0,1-1 0 0 0,0 0 1 0 0,0 1-1 0 0,0-1 0 0 0,0 0 0 0 0,0 1 0 0 0,0-1 1 0 0,1 1-1 0 0,-1-1 0 0 0,1 0 0 0 0,0 1 0 0 0,0-1 1 0 0,0 1-1 0 0,0 0 0 0 0,0-1 0 0 0,1 1 0 0 0,-1 0 1 0 0,1 0-1 0 0,0-1 0 0 0,-1 1 0 0 0,1 1 1 0 0,3-4-1 0 0,4-3-1415 0 0,1 0 1 0 0,1 0-1 0 0,-1 1 1 0 0,13-6-1 0 0,-22 12 1611 0 0,27-16-6081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115 888 312 0 0,'18'-7'15611'0'0,"-18"9"-15292"0"0,1 1 1 0 0,0-1-1 0 0,-1 1 0 0 0,0-1 1 0 0,1 1-1 0 0,-1-1 1 0 0,0 1-1 0 0,-1 3 0 0 0,1-4-358 0 0,0 5 169 0 0,1-1 0 0 0,0 1-1 0 0,0-1 1 0 0,0 1-1 0 0,5 12 1 0 0,-5-17-97 0 0,0 1-1 0 0,0-1 1 0 0,0 1 0 0 0,1-1-1 0 0,-1 1 1 0 0,1-1 0 0 0,-1 0-1 0 0,1 0 1 0 0,0 0 0 0 0,0 1 0 0 0,0-2-1 0 0,0 1 1 0 0,0 0 0 0 0,0 0-1 0 0,0-1 1 0 0,1 1 0 0 0,-1-1-1 0 0,0 0 1 0 0,5 2 0 0 0,-3-2-2 0 0,1 0 0 0 0,0-1-1 0 0,-1 1 1 0 0,1-1 0 0 0,0 0 0 0 0,0 0 0 0 0,-1-1 0 0 0,1 1 0 0 0,8-3 0 0 0,-9 1-23 0 0,1-1 1 0 0,0 1 0 0 0,-1-1 0 0 0,0 0 0 0 0,0 0 0 0 0,0 0 0 0 0,0-1-1 0 0,0 0 1 0 0,0 1 0 0 0,-1-1 0 0 0,0 0 0 0 0,0-1 0 0 0,0 1 0 0 0,-1-1-1 0 0,1 1 1 0 0,-1-1 0 0 0,2-6 0 0 0,-1 3 6 0 0,0-1-1 0 0,0 0 1 0 0,-2 0-1 0 0,1 0 1 0 0,-1 0-1 0 0,0-1 1 0 0,-1 1-1 0 0,-1-15 1 0 0,1 19-29 0 0,0 0 0 0 0,-1 0 1 0 0,0 1-1 0 0,0-1 0 0 0,-1 0 0 0 0,1 1 1 0 0,-1-1-1 0 0,0 1 0 0 0,0-1 1 0 0,0 1-1 0 0,-1 0 0 0 0,1 0 1 0 0,-1 0-1 0 0,0 0 0 0 0,0 1 1 0 0,-1-1-1 0 0,1 1 0 0 0,-7-5 1 0 0,7 7 7 0 0,1 0 0 0 0,-1 0 0 0 0,0 1 0 0 0,1-1 0 0 0,-1 1 1 0 0,1 0-1 0 0,-1 0 0 0 0,0 0 0 0 0,1 0 0 0 0,-1 0 1 0 0,0 1-1 0 0,1-1 0 0 0,-1 1 0 0 0,1 0 0 0 0,-1-1 0 0 0,1 1 1 0 0,-1 0-1 0 0,1 1 0 0 0,0-1 0 0 0,-4 3 0 0 0,-4 2 0 0 0,1 0-1 0 0,0 1 0 0 0,-9 10 1 0 0,0 0 1 0 0,2 1 1 0 0,0 0-1 0 0,1 2 0 0 0,1 0 1 0 0,1 0-1 0 0,0 1 1 0 0,2 0-1 0 0,1 1 0 0 0,0 1 1 0 0,2 0-1 0 0,0 0 0 0 0,-7 38 1 0 0,14-52 20 0 0,0 0 0 0 0,1 0 0 0 0,0-1 0 0 0,0 1 0 0 0,0 0 0 0 0,1 0-1 0 0,1 0 1 0 0,0 0 0 0 0,0-1 0 0 0,4 12 0 0 0,-3-15-3 0 0,-1 0-1 0 0,0 0 1 0 0,1-1 0 0 0,0 0-1 0 0,0 1 1 0 0,1-1 0 0 0,-1 0-1 0 0,1-1 1 0 0,-1 1 0 0 0,1-1-1 0 0,1 1 1 0 0,-1-1-1 0 0,0 0 1 0 0,1-1 0 0 0,-1 1-1 0 0,1-1 1 0 0,0 0 0 0 0,0 0-1 0 0,5 1 1 0 0,7 1-4 0 0,1 0-1 0 0,-1-2 1 0 0,1 0 0 0 0,0-1 0 0 0,-1-1-1 0 0,1 0 1 0 0,0-2 0 0 0,23-4 0 0 0,6-4-242 0 0,83-30 1 0 0,-98 28-2 0 0,0-1 1 0 0,-1-2-1 0 0,-1-1 0 0 0,54-39 1 0 0,-63 39 115 0 0,-1-1 0 0 0,-1 0 0 0 0,0-2 0 0 0,-2 0 0 0 0,0-1 0 0 0,28-45 0 0 0,-40 55 149 0 0,0 0 0 0 0,-1 0 0 0 0,0 0 0 0 0,0-1 0 0 0,-1 0 0 0 0,-1 0 0 0 0,0 0 0 0 0,-1 0 0 0 0,0 0 0 0 0,0 0 0 0 0,-1 0 0 0 0,-1-1 0 0 0,-2-15 0 0 0,3 22-6 0 0,-1 0 1 0 0,0 0-1 0 0,-1-1 1 0 0,1 1-1 0 0,-1 0 1 0 0,0 0-1 0 0,0 0 0 0 0,-1 1 1 0 0,1-1-1 0 0,-1 1 1 0 0,0-1-1 0 0,0 1 0 0 0,-1 0 1 0 0,1 0-1 0 0,-1 0 1 0 0,0 0-1 0 0,0 1 1 0 0,0 0-1 0 0,-1 0 0 0 0,1 0 1 0 0,-1 0-1 0 0,1 0 1 0 0,-1 1-1 0 0,0 0 0 0 0,0 0 1 0 0,0 0-1 0 0,0 1 1 0 0,-1 0-1 0 0,-8-1 0 0 0,8 2-22 0 0,-1 0-1 0 0,1 0 0 0 0,0 1 0 0 0,-1 0 0 0 0,1 0 0 0 0,-1 1 0 0 0,1 0 0 0 0,0 0 0 0 0,0 0 0 0 0,0 1 0 0 0,0 0 0 0 0,0 0 0 0 0,1 0 1 0 0,0 1-1 0 0,-1 0 0 0 0,1 0 0 0 0,0 0 0 0 0,1 1 0 0 0,-1-1 0 0 0,1 1 0 0 0,-6 8 0 0 0,8-9 2 0 0,-1-1 0 0 0,1 1-1 0 0,0-1 1 0 0,0 1 0 0 0,0 0-1 0 0,1-1 1 0 0,-1 1 0 0 0,1 0-1 0 0,0 0 1 0 0,0 0 0 0 0,1 1 0 0 0,-1-1-1 0 0,1 0 1 0 0,0 0 0 0 0,0 0-1 0 0,0 0 1 0 0,0 0 0 0 0,1 0 0 0 0,0 1-1 0 0,-1-1 1 0 0,2 0 0 0 0,-1 0-1 0 0,0-1 1 0 0,1 1 0 0 0,0 0-1 0 0,0 0 1 0 0,0-1 0 0 0,0 1 0 0 0,0-1-1 0 0,1 0 1 0 0,0 1 0 0 0,-1-1-1 0 0,1 0 1 0 0,4 3 0 0 0,6 3-55 0 0,1 0 1 0 0,0 0-1 0 0,0-2 1 0 0,0 1-1 0 0,1-2 0 0 0,0 0 1 0 0,1-1-1 0 0,-1 0 1 0 0,1-1-1 0 0,0-1 1 0 0,27 2-1 0 0,-1-2-392 0 0,1-3 0 0 0,0-1 0 0 0,53-8 1 0 0,-54 4-58 0 0,0-2 1 0 0,54-17 0 0 0,-84 20 507 0 0,1-1 0 0 0,0 0-1 0 0,-1 0 1 0 0,0-2 0 0 0,0 1 0 0 0,-1-1 0 0 0,0-1 0 0 0,0 0 0 0 0,-1-1-1 0 0,0 0 1 0 0,13-15 0 0 0,-20 21 79 0 0,-1 0 1 0 0,0 1-1 0 0,0-1 0 0 0,-1 0 0 0 0,1 0 1 0 0,0 0-1 0 0,-1 0 0 0 0,0-1 0 0 0,0 1 1 0 0,0 0-1 0 0,0-1 0 0 0,0 1 0 0 0,-1 0 1 0 0,0-1-1 0 0,1 1 0 0 0,-1-1 0 0 0,0 1 1 0 0,-1 0-1 0 0,1-1 0 0 0,-1 1 0 0 0,0-5 1 0 0,0 7-76 0 0,0 0 0 0 0,1 0 0 0 0,-1 0 0 0 0,1 0 0 0 0,-1 0 0 0 0,0 0 0 0 0,0 1 1 0 0,1-1-1 0 0,-1 0 0 0 0,0 1 0 0 0,0-1 0 0 0,0 0 0 0 0,0 1 0 0 0,0-1 0 0 0,0 1 1 0 0,0-1-1 0 0,0 1 0 0 0,0 0 0 0 0,0-1 0 0 0,0 1 0 0 0,0 0 0 0 0,0 0 0 0 0,0 0 1 0 0,0 0-1 0 0,0 0 0 0 0,0 0 0 0 0,0 0 0 0 0,0 0 0 0 0,-1 0 0 0 0,1 0 0 0 0,0 1 1 0 0,0-1-1 0 0,0 0 0 0 0,0 1 0 0 0,0-1 0 0 0,0 1 0 0 0,0-1 0 0 0,-1 2 0 0 0,-4 0 33 0 0,1 1-1 0 0,-1 0 1 0 0,1 1-1 0 0,-10 7 0 0 0,1 3 89 0 0,0 0 0 0 0,0 2 0 0 0,2-1 0 0 0,0 2 0 0 0,1 0 0 0 0,-12 23 0 0 0,8-10-25 0 0,2 0 0 0 0,2 0 0 0 0,-10 38 0 0 0,18-56-74 0 0,0 2-1 0 0,1-1 0 0 0,1 0 1 0 0,0 0-1 0 0,0 0 0 0 0,2 1 1 0 0,0-1-1 0 0,0 0 0 0 0,1 0 1 0 0,5 20-1 0 0,-4-26-29 0 0,-1 0 1 0 0,1 0-1 0 0,0-1 0 0 0,0 1 0 0 0,1 0 1 0 0,0-1-1 0 0,0 0 0 0 0,1 0 0 0 0,-1 0 1 0 0,1-1-1 0 0,1 1 0 0 0,-1-1 0 0 0,1 0 1 0 0,0-1-1 0 0,0 1 0 0 0,0-1 0 0 0,0-1 0 0 0,1 1 1 0 0,0-1-1 0 0,8 3 0 0 0,1-1-272 0 0,1-1 0 0 0,0-1-1 0 0,1 0 1 0 0,-1-1 0 0 0,0-1 0 0 0,1-1 0 0 0,-1 0-1 0 0,1-2 1 0 0,-1 0 0 0 0,0 0 0 0 0,0-2-1 0 0,0 0 1 0 0,0-1 0 0 0,0-1 0 0 0,26-12-1 0 0,-16 4-453 0 0,0-1 0 0 0,0-2 0 0 0,-2 0-1 0 0,0-2 1 0 0,-1-1 0 0 0,-1 0-1 0 0,41-48 1 0 0,-24 17 369 0 0,-1-2 1 0 0,-4-2-1 0 0,-1-1 0 0 0,-3-2 0 0 0,-3-1 1 0 0,29-84-1 0 0,-45 103 913 0 0,-1-1 0 0 0,-2 0 0 0 0,-2-1 0 0 0,-2 1 0 0 0,0-81 1 0 0,-7 80 717 0 0,-2-1 1 0 0,-1 1 0 0 0,-15-52 0 0 0,16 75-677 0 0,4 14-482 0 0,-1 1 0 0 0,0 0 0 0 0,0-1 0 0 0,0 1 0 0 0,0 0 0 0 0,0-1 0 0 0,-1 1-1 0 0,0 0 1 0 0,0 0 0 0 0,0 0 0 0 0,-5-6 0 0 0,6 9-105 0 0,0 1 1 0 0,0-1-1 0 0,0 1 1 0 0,0 0-1 0 0,1-1 1 0 0,-1 1-1 0 0,0 0 0 0 0,0-1 1 0 0,0 1-1 0 0,0 0 1 0 0,0 0-1 0 0,0 0 0 0 0,0 0 1 0 0,0 0-1 0 0,-1 0 1 0 0,1 0-1 0 0,1 1 1 0 0,-1-1-1 0 0,0 0 0 0 0,0 0 1 0 0,0 1-1 0 0,0-1 1 0 0,0 1-1 0 0,0-1 0 0 0,0 1 1 0 0,0-1-1 0 0,0 1 1 0 0,1-1-1 0 0,-1 1 1 0 0,-1 1-1 0 0,-21 24 149 0 0,22-25-151 0 0,-15 22 284 0 0,1 2 1 0 0,2-1-1 0 0,0 2 0 0 0,-11 30 1 0 0,-30 113 1540 0 0,31-93-1127 0 0,-58 224 1127 0 0,64-219-1556 0 0,-9 146 0 0 0,25-209-314 0 0,0 0 1 0 0,2 1 0 0 0,0-1 0 0 0,1 0 0 0 0,1 0-1 0 0,10 34 1 0 0,-11-47-47 0 0,0 1-1 0 0,0 0 0 0 0,1-1 1 0 0,0 0-1 0 0,0 1 1 0 0,1-1-1 0 0,-1 0 0 0 0,1-1 1 0 0,0 1-1 0 0,1-1 1 0 0,-1 1-1 0 0,1-1 0 0 0,-1 0 1 0 0,1-1-1 0 0,0 1 1 0 0,1-1-1 0 0,-1 0 0 0 0,1-1 1 0 0,-1 1-1 0 0,1-1 1 0 0,0 0-1 0 0,0 0 0 0 0,0-1 1 0 0,6 1-1 0 0,3-1-274 0 0,-1 0-1 0 0,1-1 1 0 0,0 0 0 0 0,-1-2 0 0 0,1 1-1 0 0,0-2 1 0 0,-1 0 0 0 0,0-1-1 0 0,0 0 1 0 0,20-10 0 0 0,-9 3-124 0 0,0-2 1 0 0,0-1 0 0 0,-2-1-1 0 0,35-28 1 0 0,-37 25 498 0 0,-1-2-1 0 0,-1 0 0 0 0,0-1 1 0 0,30-47-1 0 0,-23 25 3357 0 0,38-87 1 0 0,-42 83-1015 0 0,-22 45-1960 0 0,-5 24 401 0 0,-12 26 16 0 0,2 1 1 0 0,3 0-1 0 0,1 2 0 0 0,-4 67 1 0 0,13-105-831 0 0,1 0 0 0 0,1 1 0 0 0,0-1 0 0 0,1 0 1 0 0,1 1-1 0 0,0-1 0 0 0,0 0 0 0 0,1 0 0 0 0,6 13 1 0 0,-9-24-104 0 0,1 0 1 0 0,0-1 0 0 0,1 1 0 0 0,-1 0 0 0 0,0-1 0 0 0,0 1-1 0 0,1-1 1 0 0,-1 1 0 0 0,1-1 0 0 0,-1 0 0 0 0,1 0 0 0 0,0 0 0 0 0,-1 0-1 0 0,1 0 1 0 0,0 0 0 0 0,0 0 0 0 0,0 0 0 0 0,-1-1 0 0 0,1 1-1 0 0,0-1 1 0 0,0 1 0 0 0,0-1 0 0 0,0 0 0 0 0,0 0 0 0 0,0 0 0 0 0,0 0-1 0 0,0 0 1 0 0,0 0 0 0 0,0 0 0 0 0,0-1 0 0 0,0 1 0 0 0,0-1 0 0 0,2 0-1 0 0,4-2-799 0 0,0 0 0 0 0,0 0-1 0 0,0-1 1 0 0,-1 1 0 0 0,0-2 0 0 0,12-7-1 0 0,-6 1-2272 0 0,1 0 0 0 0,15-18 0 0 0,0-7-6167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7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128 144 3252 0 0,'-36'-39'6139'0'0,"-47"-56"3690"0"0,75 85-9839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7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2960 0 0,'-81'22'6418'0'0,"43"-12"-1939"0"0,-41 14-1 0 0,79-24-4459 0 0,0 0 1 0 0,-1 1-1 0 0,1-1 1 0 0,0 0-1 0 0,0 0 0 0 0,-1 0 1 0 0,1 0-1 0 0,0 0 1 0 0,-1 0-1 0 0,1 0 1 0 0,0 1-1 0 0,-1-1 0 0 0,1 0 1 0 0,0 0-1 0 0,0 0 1 0 0,-1 1-1 0 0,1-1 0 0 0,0 0 1 0 0,0 0-1 0 0,-1 1 1 0 0,1-1-1 0 0,0 0 0 0 0,0 0 1 0 0,0 1-1 0 0,0-1 1 0 0,-1 0-1 0 0,1 1 0 0 0,0-1 1 0 0,0 0-1 0 0,0 1 1 0 0,0-1-1 0 0,0 0 1 0 0,0 1-1 0 0,0-1 0 0 0,0 0 1 0 0,0 1-1 0 0,0-1 1 0 0,0 0-1 0 0,0 1 0 0 0,0-1 1 0 0,0 0-1 0 0,0 0 1 0 0,0 1-1 0 0,1-1 0 0 0,-1 0 1 0 0,0 1-1 0 0,0-1 1 0 0,0 0-1 0 0,0 1 0 0 0,1-1 1 0 0,-1 0-1 0 0,0 0 1 0 0,0 1-1 0 0,0-1 1 0 0,1 0-1 0 0,-1 0 0 0 0,0 0 1 0 0,1 1-1 0 0,-1-1 1 0 0,0 0-1 0 0,0 0 0 0 0,1 0 1 0 0,-1 0-1 0 0,0 0 1 0 0,1 1-1 0 0,-1-1 0 0 0,0 0 1 0 0,1 0-1 0 0,-1 0 1 0 0,24 9 317 0 0,47 5-379 0 0,96 5 0 0 0,-79-11-1101 0 0,105 17-3073 0 0,-65-7-2253 0 0,-59-7 754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7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293 119 564 0 0,'-13'6'4091'0'0,"-30"13"7838"0"0,20-5-7986 0 0,22-13-3896 0 0,0-1 0 0 0,0 1 0 0 0,0-1 0 0 0,1 1 0 0 0,-1 0 0 0 0,0 0 0 0 0,1-1 0 0 0,-1 1 0 0 0,1 0 1 0 0,-1 0-1 0 0,1 0 0 0 0,-1-1 0 0 0,1 1 0 0 0,-1 0 0 0 0,1 0 0 0 0,0 0 0 0 0,-1 0 0 0 0,1 0 0 0 0,0 0 0 0 0,0 0 1 0 0,0 0-1 0 0,0 0 0 0 0,0 0 0 0 0,0 0 0 0 0,0 0 0 0 0,0 0 0 0 0,0 0 0 0 0,1 0 0 0 0,-1 0 0 0 0,0 0 1 0 0,0 0-1 0 0,1 0 0 0 0,-1 0 0 0 0,1-1 0 0 0,-1 1 0 0 0,1 0 0 0 0,-1 0 0 0 0,1 0 0 0 0,0 0 0 0 0,2 2 9 0 0,-1 0-1 0 0,0-1 1 0 0,1 1-1 0 0,0-1 1 0 0,-1 0 0 0 0,1 0-1 0 0,0 0 1 0 0,4 2-1 0 0,-3-2-76 0 0,0-1 0 0 0,0 0 0 0 0,1 1 0 0 0,-1-2 0 0 0,0 1 1 0 0,0 0-1 0 0,0-1 0 0 0,1 0 0 0 0,-1 0 0 0 0,0 0 0 0 0,0 0 0 0 0,1-1 0 0 0,-1 0 0 0 0,0 0 0 0 0,0 0 0 0 0,0 0 0 0 0,0-1 0 0 0,0 1 0 0 0,0-1 1 0 0,0 0-1 0 0,-1 0 0 0 0,1 0 0 0 0,-1-1 0 0 0,1 0 0 0 0,-1 1 0 0 0,0-1 0 0 0,0 0 0 0 0,0 0 0 0 0,3-4 0 0 0,-1 0-110 0 0,0 0 0 0 0,0 0-1 0 0,0-1 1 0 0,-1 1 0 0 0,0-1-1 0 0,-1 0 1 0 0,1 0 0 0 0,-1 0-1 0 0,-1 0 1 0 0,0-1 0 0 0,0 1-1 0 0,-1-1 1 0 0,1-10 0 0 0,-2 16 122 0 0,0 1 0 0 0,0-1 0 0 0,0 1 1 0 0,0-1-1 0 0,-1 1 0 0 0,1 0 0 0 0,-1-1 0 0 0,0 1 0 0 0,0-1 0 0 0,0 1 1 0 0,0 0-1 0 0,0 0 0 0 0,0 0 0 0 0,0-1 0 0 0,-1 1 0 0 0,1 1 1 0 0,-1-1-1 0 0,0 0 0 0 0,1 0 0 0 0,-1 0 0 0 0,0 1 0 0 0,0-1 1 0 0,0 1-1 0 0,0 0 0 0 0,0-1 0 0 0,0 1 0 0 0,-1 0 0 0 0,1 0 0 0 0,-3-1 1 0 0,0 1 56 0 0,0 0 0 0 0,0 0 0 0 0,0 1 0 0 0,0 0 0 0 0,0-1 0 0 0,0 2 0 0 0,1-1 0 0 0,-1 0 0 0 0,0 1 0 0 0,0 0 0 0 0,0 0 0 0 0,0 1 0 0 0,1-1 0 0 0,-6 3 0 0 0,-10 6 167 0 0,0 1 0 0 0,1 1 0 0 0,1 0 0 0 0,-1 2 0 0 0,2 0 0 0 0,0 1 0 0 0,1 1 0 0 0,1 0 0 0 0,0 1 0 0 0,1 0-1 0 0,1 2 1 0 0,0-1 0 0 0,2 2 0 0 0,0-1 0 0 0,1 2 0 0 0,1-1 0 0 0,1 1 0 0 0,-6 27 0 0 0,13-44-279 0 0,0 1 0 0 0,0-1-1 0 0,0 1 1 0 0,1 0 0 0 0,0-1 0 0 0,0 1-1 0 0,0 0 1 0 0,0-1 0 0 0,1 1 0 0 0,0-1 0 0 0,0 1-1 0 0,0-1 1 0 0,0 1 0 0 0,1-1 0 0 0,0 1-1 0 0,0-1 1 0 0,0 0 0 0 0,0 0 0 0 0,1 0 0 0 0,-1 0-1 0 0,1-1 1 0 0,0 1 0 0 0,0-1 0 0 0,1 1 0 0 0,-1-1-1 0 0,1 0 1 0 0,-1 0 0 0 0,1-1 0 0 0,0 1-1 0 0,0-1 1 0 0,0 0 0 0 0,8 3 0 0 0,-1 0-753 0 0,1-1 0 0 0,-1-1 1 0 0,0 0-1 0 0,1 0 0 0 0,13 0 1 0 0,-9-1-1320 0 0,0-2 0 0 0,0 0 0 0 0,18-2 0 0 0,11-4-4880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8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528 101 40 0 0,'0'-5'944'0'0,"0"0"1"0"0,0 0-1 0 0,-1 0 0 0 0,1 1 1 0 0,-1-1-1 0 0,0 0 0 0 0,-1 0 1 0 0,1 0-1 0 0,-1 1 0 0 0,0-1 1 0 0,0 1-1 0 0,-4-7 0 0 0,3 8-562 0 0,1 0 0 0 0,-1 1 0 0 0,1-1 0 0 0,-1 1 0 0 0,0 0-1 0 0,0 0 1 0 0,0 0 0 0 0,-1 0 0 0 0,1 0 0 0 0,0 0 0 0 0,-1 1-1 0 0,1 0 1 0 0,-1 0 0 0 0,1 0 0 0 0,-1 0 0 0 0,0 0-1 0 0,1 1 1 0 0,-7-1 0 0 0,6 1-309 0 0,-1 0-1 0 0,1 0 1 0 0,-1 0-1 0 0,0 0 1 0 0,1 1-1 0 0,-1-1 1 0 0,1 1 0 0 0,-1 1-1 0 0,1-1 1 0 0,0 1-1 0 0,-1-1 1 0 0,1 1-1 0 0,0 0 1 0 0,0 1 0 0 0,0-1-1 0 0,0 1 1 0 0,1-1-1 0 0,-1 1 1 0 0,1 1-1 0 0,-1-1 1 0 0,1 0-1 0 0,0 1 1 0 0,0-1 0 0 0,1 1-1 0 0,-1 0 1 0 0,1 0-1 0 0,0 0 1 0 0,0 0-1 0 0,0 0 1 0 0,0 1-1 0 0,1-1 1 0 0,0 1 0 0 0,0-1-1 0 0,0 1 1 0 0,0-1-1 0 0,1 1 1 0 0,0-1-1 0 0,0 1 1 0 0,0 0-1 0 0,1 6 1 0 0,2 3-42 0 0,1 1-1 0 0,0-1 1 0 0,1 1-1 0 0,0-1 1 0 0,1 0-1 0 0,10 16 0 0 0,54 71 41 0 0,-48-72-52 0 0,-18-23 33 0 0,9 11 409 0 0,16 29 0 0 0,-29-44-360 0 0,0-1-1 0 0,1 0 1 0 0,-1 1 0 0 0,0-1-1 0 0,0 1 1 0 0,0-1 0 0 0,0 1-1 0 0,-1-1 1 0 0,1 1 0 0 0,0-1 0 0 0,-1 1-1 0 0,1-1 1 0 0,-1 1 0 0 0,1-1-1 0 0,-1 0 1 0 0,0 1 0 0 0,1-1-1 0 0,-1 0 1 0 0,0 0 0 0 0,0 1 0 0 0,0-1-1 0 0,0 0 1 0 0,0 0 0 0 0,0 0-1 0 0,0 0 1 0 0,0 0 0 0 0,-3 1-1 0 0,-3 2 38 0 0,-1 0-1 0 0,0 0 0 0 0,0-1 1 0 0,0 0-1 0 0,-1 0 0 0 0,1-1 0 0 0,-1 0 1 0 0,1-1-1 0 0,-12 1 0 0 0,-10 0 6 0 0,-39-4-1 0 0,27-1-858 0 0,-46-8-1 0 0,74 8-198 0 0,-1 0 0 0 0,1-1 0 0 0,0-1 0 0 0,0 0 0 0 0,0-1-1 0 0,-23-13 1 0 0,33 16 239 0 0,0 0 0 0 0,1 0 0 0 0,-1-1 0 0 0,1 1-1 0 0,-1-1 1 0 0,-4-6 0 0 0,-5-16-6239 0 0,9 10 506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9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157 674 1100 0 0,'3'-13'1580'0'0,"56"-222"15823"0"0,-75 241-17115 0 0,7 1-231 0 0,1-1 0 0 0,-1 1-1 0 0,2 0 1 0 0,-1 1 0 0 0,1 0 0 0 0,-8 11-1 0 0,2-3-3 0 0,9-11-40 0 0,-22 26 69 0 0,-28 44-1 0 0,48-66-68 0 0,1 0 0 0 0,0 0 0 0 0,0 1 0 0 0,1-1 0 0 0,0 1 0 0 0,1 0 0 0 0,0 0 0 0 0,1 0-1 0 0,0 1 1 0 0,-1 15 0 0 0,3-24-2 0 0,0 0-1 0 0,0 0 0 0 0,0 1 1 0 0,1-1-1 0 0,-1 0 0 0 0,1 0 1 0 0,-1 0-1 0 0,1 0 0 0 0,0 0 1 0 0,0 0-1 0 0,0 0 0 0 0,0 0 1 0 0,0 0-1 0 0,1 0 0 0 0,-1 0 1 0 0,0 0-1 0 0,4 2 0 0 0,-2-1 0 0 0,0-1 1 0 0,1 0-1 0 0,-1 1 0 0 0,1-1 0 0 0,-1-1 1 0 0,1 1-1 0 0,0-1 0 0 0,0 1 0 0 0,4 0 1 0 0,6 1 10 0 0,0-1 0 0 0,0-1 1 0 0,0 0-1 0 0,22-2 1 0 0,-17-1-11 0 0,0-1-1 0 0,0-1 1 0 0,-1 0 0 0 0,1-1 0 0 0,-1-1 0 0 0,-1-1 0 0 0,1-1 0 0 0,-1 0 0 0 0,0-1-1 0 0,-1-1 1 0 0,0 0 0 0 0,-1-2 0 0 0,0 1 0 0 0,-1-2 0 0 0,0 0 0 0 0,-1-1 0 0 0,22-28 0 0 0,-21 23-17 0 0,-1 0 0 0 0,-1-1 0 0 0,-1 0 0 0 0,-1-1 0 0 0,0 0 0 0 0,-2-1 1 0 0,0 0-1 0 0,-2 0 0 0 0,0-1 0 0 0,-1 1 0 0 0,-2-1 0 0 0,0 0 0 0 0,-1-1 1 0 0,-3-31-1 0 0,1 47-12 0 0,-1 0 1 0 0,-1 0-1 0 0,1 0 1 0 0,-1 0 0 0 0,-6-14-1 0 0,7 20 11 0 0,0 0 0 0 0,0-1 0 0 0,0 1-1 0 0,0 0 1 0 0,-1 0 0 0 0,1 0 0 0 0,-1 0-1 0 0,1 0 1 0 0,-1 1 0 0 0,0-1 0 0 0,0 0 0 0 0,0 1-1 0 0,1-1 1 0 0,-2 1 0 0 0,1 0 0 0 0,0 0-1 0 0,0 0 1 0 0,0 0 0 0 0,-1 0 0 0 0,1 0-1 0 0,0 0 1 0 0,-4 0 0 0 0,3 1 0 0 0,-1 0 0 0 0,0 0 0 0 0,1 1 1 0 0,-1-1-1 0 0,0 1 0 0 0,1 0 0 0 0,-1 0 0 0 0,1 0 0 0 0,-1 0 0 0 0,1 1 0 0 0,0 0 1 0 0,-1-1-1 0 0,1 1 0 0 0,0 0 0 0 0,-3 3 0 0 0,-5 3-7 0 0,2 1 0 0 0,-17 18 0 0 0,10-8 4 0 0,0 1-1 0 0,1 1 1 0 0,1 1-1 0 0,-22 45 1 0 0,31-55 15 0 0,0 0 1 0 0,0 1-1 0 0,2-1 1 0 0,-1 1-1 0 0,2-1 0 0 0,0 1 1 0 0,0 0-1 0 0,1 0 0 0 0,1 0 1 0 0,0 0-1 0 0,3 23 1 0 0,-1-30 6 0 0,-1 0 1 0 0,1 0-1 0 0,0-1 1 0 0,0 1 0 0 0,0 0-1 0 0,1-1 1 0 0,0 0-1 0 0,0 1 1 0 0,0-1 0 0 0,1-1-1 0 0,0 1 1 0 0,0 0-1 0 0,7 6 1 0 0,-4-6 3 0 0,-1 0 0 0 0,2 0-1 0 0,-1-1 1 0 0,0 0 0 0 0,1 0 0 0 0,0-1 0 0 0,0 0 0 0 0,15 4-1 0 0,-4-4-2 0 0,0 0 0 0 0,1-1 0 0 0,-1-1 0 0 0,1-1 0 0 0,0 0 0 0 0,-1-2 0 0 0,33-6 0 0 0,-20 0-10 0 0,-1-1 0 0 0,1-2 0 0 0,-2-1 0 0 0,0-1 1 0 0,0-2-1 0 0,-2 0 0 0 0,1-3 0 0 0,-2 0 0 0 0,-1-1 1 0 0,0-2-1 0 0,28-29 0 0 0,-18 12 25 0 0,-3-1 0 0 0,-1-1 0 0 0,-1-2 0 0 0,-3-1 0 0 0,-2-1 0 0 0,31-70 0 0 0,-9 3 1862 0 0,-47 109-1749 0 0,-2 14-105 0 0,-1 0 0 0 0,0-1 0 0 0,-1 1 0 0 0,0-1 0 0 0,-9 20 0 0 0,0 3-20 0 0,-157 604 237 0 0,39 10 218 0 0,103-491-333 0 0,-69 299 928 0 0,80-404-514 0 0,-24 56 0 0 0,33-92-276 0 0,-2 1 0 0 0,1-1-1 0 0,-2 0 1 0 0,0-1 0 0 0,-1 0 0 0 0,-1-1-1 0 0,-15 16 1 0 0,24-27-209 0 0,-1 0-1 0 0,1 0 1 0 0,-1-1-1 0 0,1 1 0 0 0,-1-1 1 0 0,0 0-1 0 0,0 0 1 0 0,0 0-1 0 0,0 0 1 0 0,-1-1-1 0 0,1 0 1 0 0,0 0-1 0 0,-1 0 1 0 0,1 0-1 0 0,0-1 1 0 0,-1 1-1 0 0,1-1 1 0 0,-7-1-1 0 0,4 0-21 0 0,0 0 0 0 0,1-1 0 0 0,-1 0-1 0 0,1-1 1 0 0,-1 0 0 0 0,1 0 0 0 0,0 0 0 0 0,0 0-1 0 0,0-1 1 0 0,1 0 0 0 0,-8-7 0 0 0,1 1-8 0 0,1-1 1 0 0,0-1-1 0 0,0 0 1 0 0,1 0-1 0 0,1-1 0 0 0,0 0 1 0 0,1-1-1 0 0,0 0 1 0 0,-11-29-1 0 0,13 23 3 0 0,0-1 0 0 0,1 1 0 0 0,1-1 0 0 0,1 0 0 0 0,1-1 0 0 0,1-38 0 0 0,4 21-57 0 0,2 1 1 0 0,2-1-1 0 0,1 1 1 0 0,2 0-1 0 0,1 0 0 0 0,2 1 1 0 0,32-62-1 0 0,-22 58-339 0 0,2 1 0 0 0,2 1 0 0 0,1 1 0 0 0,2 2 0 0 0,1 0 0 0 0,2 3 0 0 0,1 0 0 0 0,2 3 0 0 0,1 0-1 0 0,1 3 1 0 0,1 1 0 0 0,2 2 0 0 0,67-29 0 0 0,72-17-4190 0 0,-57 31-1494 0 0,-57 18-2238 0 0,-48 13 2819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09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92 2424 0 0,'14'-91'13650'0'0,"-21"108"-12523"0"0,-56 154 1992 0 0,-101 284-1066 0 0,122-303-2566 0 0,35-117-1072 0 0,-2 34 0 0 0,8-60 312 0 0,1 0 0 0 0,1 0-1 0 0,-1 0 1 0 0,3 11 0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0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0 225 1188 0 0,'22'-133'12868'0'0,"-22"133"-12820"0"0,0-1-1 0 0,0 0 1 0 0,0 1 0 0 0,1-1-1 0 0,-1 0 1 0 0,0 0-1 0 0,0 1 1 0 0,0-1 0 0 0,1 1-1 0 0,-1-1 1 0 0,0 0 0 0 0,0 1-1 0 0,1-1 1 0 0,-1 1 0 0 0,1-1-1 0 0,-1 0 1 0 0,1 1 0 0 0,-1-1-1 0 0,1 1 1 0 0,-1-1-1 0 0,1 1 1 0 0,-1 0 0 0 0,1-1-1 0 0,-1 1 1 0 0,1 0 0 0 0,0-1-1 0 0,-1 1 1 0 0,1 0 0 0 0,0 0-1 0 0,0-1 1 0 0,1 1 7 0 0,0 0 1 0 0,0 1 0 0 0,-1-1-1 0 0,1 0 1 0 0,0 1-1 0 0,-1-1 1 0 0,1 1-1 0 0,0 0 1 0 0,-1-1 0 0 0,1 1-1 0 0,-1 0 1 0 0,2 1-1 0 0,5 4 154 0 0,-1 0 1 0 0,0 0-1 0 0,10 11 0 0 0,18 26 462 0 0,-2 1 0 0 0,44 80 0 0 0,38 106 66 0 0,-107-213-617 0 0,12 22 2515 0 0,-13-79-2262 0 0,13-165-619 0 0,-13 169 202 0 0,1-1 1 0 0,2 1 0 0 0,23-52-1 0 0,-28 75 29 0 0,2 1 0 0 0,0 0 1 0 0,0 0-1 0 0,1 0 0 0 0,0 1 0 0 0,1 1 0 0 0,0-1 0 0 0,1 2 1 0 0,0-1-1 0 0,1 1 0 0 0,0 1 0 0 0,21-13 0 0 0,-25 17 7 0 0,0 1 0 0 0,0-1 1 0 0,0 2-1 0 0,0-1 0 0 0,0 1 0 0 0,1 0 0 0 0,-1 1 0 0 0,1 0 0 0 0,-1 0 1 0 0,1 0-1 0 0,-1 1 0 0 0,1 0 0 0 0,-1 1 0 0 0,1-1 0 0 0,-1 2 0 0 0,1-1 1 0 0,-1 1-1 0 0,1 0 0 0 0,-1 0 0 0 0,0 1 0 0 0,0 0 0 0 0,0 1 0 0 0,-1-1 1 0 0,11 8-1 0 0,-10-6 6 0 0,0 1 0 0 0,-1 0 0 0 0,1 0 0 0 0,-1 0 0 0 0,-1 1 0 0 0,1-1 1 0 0,-1 1-1 0 0,0 1 0 0 0,-1-1 0 0 0,7 15 0 0 0,-7-10 90 0 0,1 1-1 0 0,-2 0 1 0 0,1 0-1 0 0,-2 0 1 0 0,0 0 0 0 0,0 19-1 0 0,-2-3 178 0 0,-2 0 0 0 0,-1 0 0 0 0,-1 0 0 0 0,-1 0 0 0 0,-17 48 0 0 0,-10 14 64 0 0,-45 89 1 0 0,20-70-3393 0 0,51-90 1137 0 0,6-20 1801 0 0,0 0-1 0 0,0 1 1 0 0,0-1 0 0 0,0 0 0 0 0,0 1 0 0 0,0-1 0 0 0,0 0 0 0 0,1 1 0 0 0,-1-1-1 0 0,0 0 1 0 0,0 1 0 0 0,0-1 0 0 0,0 0 0 0 0,1 1 0 0 0,-1-1 0 0 0,0 0 0 0 0,3 3-1126 0 0,-2-3 1125 0 0,1 0-446 0 0,0 0 0 0 0,0 1 0 0 0,0-1-1 0 0,1-1 1 0 0,-1 1 0 0 0,0 0-1 0 0,0 0 1 0 0,0-1 0 0 0,0 1-1 0 0,1-1 1 0 0,-1 0 0 0 0,3-1-1 0 0,14-7-6092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0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352 170 1264 0 0,'6'-15'2573'0'0,"0"1"-1"0"0,-1-1 1 0 0,4-18-1 0 0,-8 29-2122 0 0,0-1 0 0 0,0 1 0 0 0,0-1 0 0 0,-1 1-1 0 0,0-1 1 0 0,0 1 0 0 0,0-1 0 0 0,-1 1 0 0 0,1-1 0 0 0,-1 1-1 0 0,0-1 1 0 0,-1 1 0 0 0,1-1 0 0 0,-1 1 0 0 0,-3-7 0 0 0,4 10-394 0 0,0 0 1 0 0,0-1 0 0 0,-1 1 0 0 0,1 0-1 0 0,0 0 1 0 0,-1 0 0 0 0,1 0-1 0 0,-1 0 1 0 0,1 1 0 0 0,-1-1-1 0 0,0 0 1 0 0,1 1 0 0 0,-1-1 0 0 0,0 1-1 0 0,1-1 1 0 0,-1 1 0 0 0,0 0-1 0 0,1 0 1 0 0,-1 0 0 0 0,0 0-1 0 0,0 0 1 0 0,1 0 0 0 0,-1 0 0 0 0,0 0-1 0 0,0 1 1 0 0,-2 0 0 0 0,-4 1 23 0 0,0 1 0 0 0,0 0 0 0 0,0 1 0 0 0,-8 4 0 0 0,-6 5 17 0 0,1 1 0 0 0,0 1-1 0 0,1 0 1 0 0,1 2 0 0 0,0 0 0 0 0,1 2-1 0 0,1 0 1 0 0,1 0 0 0 0,1 2-1 0 0,1 0 1 0 0,0 1 0 0 0,2 0 0 0 0,-18 43-1 0 0,26-55-70 0 0,1 0 0 0 0,0 0 0 0 0,1 0 0 0 0,0 0 0 0 0,0 1 0 0 0,1-1-1 0 0,1 0 1 0 0,0 1 0 0 0,0-1 0 0 0,2 11 0 0 0,-1-17-37 0 0,0-1 0 0 0,-1 1 1 0 0,1-1-1 0 0,1 1 0 0 0,-1-1 0 0 0,0 1 1 0 0,1-1-1 0 0,0 0 0 0 0,0 0 0 0 0,0 0 1 0 0,0 0-1 0 0,0 0 0 0 0,0 0 0 0 0,1-1 1 0 0,0 1-1 0 0,-1-1 0 0 0,1 1 0 0 0,0-1 1 0 0,0 0-1 0 0,0 0 0 0 0,0 0 0 0 0,1-1 1 0 0,-1 1-1 0 0,0-1 0 0 0,1 0 0 0 0,-1 0 1 0 0,1 0-1 0 0,-1 0 0 0 0,1-1 1 0 0,0 1-1 0 0,5-1 0 0 0,-2 0-68 0 0,-1-1 0 0 0,1 0 0 0 0,0 0-1 0 0,-1-1 1 0 0,1 1 0 0 0,-1-1 0 0 0,1-1 0 0 0,-1 1 0 0 0,0-1-1 0 0,0 0 1 0 0,0-1 0 0 0,-1 1 0 0 0,1-1 0 0 0,-1 0 0 0 0,0-1-1 0 0,0 1 1 0 0,8-10 0 0 0,2-4-100 0 0,0 0-1 0 0,-1-1 1 0 0,19-37 0 0 0,-15 19 373 0 0,23-69 1 0 0,-14 34 1163 0 0,-26 71-964 0 0,-2 9-41 0 0,-3 23 239 0 0,-11 43 196 0 0,7-39-439 0 0,-5 63 0 0 0,12-86-416 0 0,1 1 1 0 0,0 0 0 0 0,1-1-1 0 0,0 1 1 0 0,1-1 0 0 0,0 1-1 0 0,1-1 1 0 0,7 19 0 0 0,-8-27-140 0 0,0-1 1 0 0,0 0 0 0 0,0 0-1 0 0,0 0 1 0 0,0 0 0 0 0,1 0-1 0 0,-1 0 1 0 0,1-1-1 0 0,0 1 1 0 0,0-1 0 0 0,0 1-1 0 0,0-1 1 0 0,0 0 0 0 0,0-1-1 0 0,1 1 1 0 0,-1 0-1 0 0,0-1 1 0 0,1 0 0 0 0,0 0-1 0 0,-1 0 1 0 0,6 1 0 0 0,-2-1-759 0 0,0-1 1 0 0,0 1-1 0 0,0-1 1 0 0,0-1-1 0 0,0 1 1 0 0,0-1-1 0 0,0-1 1 0 0,0 1-1 0 0,0-1 1 0 0,10-4-1 0 0,12-9-5326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1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162 224 684 0 0,'2'-163'17961'0'0,"-2"105"-12385"0"0,0 55-4691 0 0,-2 6-688 0 0,1-1 0 0 0,0 1-1 0 0,0-1 1 0 0,0 1 0 0 0,0 0 0 0 0,0-1-1 0 0,0 1 1 0 0,1 0 0 0 0,-1-1-1 0 0,1 6 1 0 0,-1-7-54 0 0,-36 277 2645 0 0,-2 10-222 0 0,14-143-3236 0 0,-17 123-1858 0 0,33-199-5075 0 0,9-67 6414 0 0,0-1 1057 0 0,21 2-7624 0 0,-20-3 7705 0 0,14-8-4195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1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0 211 3044 0 0,'29'-67'6366'0'0,"-13"28"-1727"0"0,24-42-1 0 0,-39 80-4568 0 0,-1-1 1 0 0,1 1-1 0 0,0-1 0 0 0,0 1 1 0 0,0-1-1 0 0,0 1 0 0 0,0 0 1 0 0,1 0-1 0 0,-1-1 0 0 0,0 1 1 0 0,1 0-1 0 0,-1 0 0 0 0,1 0 1 0 0,-1 1-1 0 0,1-1 0 0 0,-1 0 0 0 0,1 0 1 0 0,-1 1-1 0 0,1-1 0 0 0,0 1 1 0 0,-1 0-1 0 0,3-1 0 0 0,-1 1-11 0 0,0 0-1 0 0,-1 1 0 0 0,1-1 1 0 0,0 1-1 0 0,-1 0 0 0 0,1 0 1 0 0,-1 0-1 0 0,1 0 0 0 0,-1 0 1 0 0,0 0-1 0 0,1 1 0 0 0,3 2 0 0 0,4 4 228 0 0,-1 1-1 0 0,0 0 1 0 0,0 1-1 0 0,12 17 0 0 0,-11-12 17 0 0,0 1 0 0 0,0 1-1 0 0,-2 0 1 0 0,0 0 0 0 0,-1 1 0 0 0,0-1-1 0 0,-2 2 1 0 0,6 31 0 0 0,-9-39-96 0 0,-1 1 0 0 0,0 0 1 0 0,0 0-1 0 0,-2-1 0 0 0,1 1 1 0 0,-2 0-1 0 0,1 0 0 0 0,-2-1 1 0 0,1 1-1 0 0,-2-1 1 0 0,1 0-1 0 0,-1 0 0 0 0,-1 0 1 0 0,-12 20-1 0 0,15-28-116 0 0,0-1-1 0 0,-1 0 1 0 0,1 1 0 0 0,-1-1-1 0 0,1 0 1 0 0,-1 0-1 0 0,0 0 1 0 0,0-1 0 0 0,0 1-1 0 0,0-1 1 0 0,0 1 0 0 0,-3 0-1 0 0,3-1 46 0 0,1-1-107 0 0,1 0 0 0 0,-1 0 0 0 0,0 0 0 0 0,1 0 0 0 0,-1 0 0 0 0,0 0 0 0 0,1 0 0 0 0,-1-1-1 0 0,-2 0 1 0 0,3 1-16 0 0,0 0-1 0 0,-1 0 0 0 0,1-1 1 0 0,0 1-1 0 0,0-1 1 0 0,0 1-1 0 0,-1-1 0 0 0,1 1 1 0 0,0-1-1 0 0,0 0 0 0 0,0 0 1 0 0,0 0-1 0 0,0 1 0 0 0,0-1 1 0 0,0 0-1 0 0,0 0 1 0 0,1 0-1 0 0,-1 0 0 0 0,0 0 1 0 0,0-1-1 0 0,1 1 0 0 0,-1 0 1 0 0,1 0-1 0 0,-1 0 0 0 0,1-1 1 0 0,0 1-1 0 0,-1-2 0 0 0,0-1-33 0 0,0 1 0 0 0,1-1-1 0 0,0 1 1 0 0,-1-1-1 0 0,1 1 1 0 0,0-1 0 0 0,1-3-1 0 0,1 1-92 0 0,0 0 0 0 0,0 0 0 0 0,1 0 0 0 0,-1 1 0 0 0,1-1 0 0 0,1 1-1 0 0,-1 0 1 0 0,1 0 0 0 0,0 0 0 0 0,5-5 0 0 0,8-7-638 0 0,23-17-1 0 0,-32 28 545 0 0,73-53-3276 0 0,155-86 0 0 0,-157 99 3337 0 0,-26 12 3743 0 0,-51 33-3127 0 0,-1 1-367 0 0,0-1 0 0 0,0 1 0 0 0,0-1 0 0 0,0 1 1 0 0,0-1-1 0 0,0 1 0 0 0,0 0 0 0 0,0-1 0 0 0,0 1 0 0 0,0 0 0 0 0,0 0 0 0 0,1 0 1 0 0,-1 0-1 0 0,0 0 0 0 0,0 0 0 0 0,0 0 0 0 0,0 0 0 0 0,0 0 0 0 0,0 0 0 0 0,0 1 1 0 0,0-1-1 0 0,0 0 0 0 0,0 1 0 0 0,1 0 0 0 0,1 7 165 0 0,-1 0 0 0 0,1 0 0 0 0,-2 1 0 0 0,1-1 0 0 0,-1 1 0 0 0,0-1 0 0 0,-1 16 0 0 0,-10 67 2894 0 0,3-32-2190 0 0,0 0-959 0 0,3-29-42 0 0,-1 30 0 0 0,4-49-739 0 0,-1 6-1492 0 0,2-17 2121 0 0,0 1-1 0 0,0-1 1 0 0,0 0 0 0 0,1 1 0 0 0,-1-1 0 0 0,0 1-1 0 0,0-1 1 0 0,0 1 0 0 0,1-1 0 0 0,-1 0 0 0 0,0 1-1 0 0,1-1 1 0 0,-1 0 0 0 0,0 1 0 0 0,1-1 0 0 0,-1 0-1 0 0,0 1 1 0 0,1-1 0 0 0,-1 0 0 0 0,1 0 0 0 0,-1 0-1 0 0,1 1 1 0 0,-1-1 0 0 0,0 0 0 0 0,1 0 0 0 0,-1 0-1 0 0,1 0 1 0 0,-1 0 0 0 0,1 0 0 0 0,-1 0 0 0 0,1 0-1 0 0,-1 0 1 0 0,1 0 0 0 0,35-2-4873 0 0,-9-4-2047 0 0,1-5-3343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1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36 0 0,'46'-93'23810'0'0,"-29"96"-21983"0"0,-14-1-1427 0 0,1 1-1 0 0,-1 0 1 0 0,0 0 0 0 0,0 0-1 0 0,0 0 1 0 0,0 0 0 0 0,0 1-1 0 0,4 6 1 0 0,-2-2 50 0 0,124 201 2377 0 0,-102-161-2607 0 0,-20-35-775 0 0,-3-4-546 0 0,1-1-1 0 0,0 0 0 0 0,1 0 0 0 0,6 8 1 0 0,7-17-6739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2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469 66 1836 0 0,'-20'-53'14053'0'0,"20"52"-13912"0"0,0 1 0 0 0,-1-1 0 0 0,1 0 0 0 0,-1 0-1 0 0,1 1 1 0 0,-1-1 0 0 0,1 0 0 0 0,-1 1 0 0 0,1-1 0 0 0,-1 1 0 0 0,1-1 0 0 0,-1 1 0 0 0,0-1 0 0 0,1 1 0 0 0,-1-1 0 0 0,0 1 0 0 0,0-1 0 0 0,1 1-1 0 0,-1 0 1 0 0,0 0 0 0 0,0-1 0 0 0,0 1 0 0 0,1 0 0 0 0,-1 0 0 0 0,0 0 0 0 0,-1 0 0 0 0,-1 0 120 0 0,0 0-1 0 0,0 1 1 0 0,0-1 0 0 0,0 1-1 0 0,1 0 1 0 0,-1 0 0 0 0,0 0-1 0 0,-2 1 1 0 0,-6 4 673 0 0,0 1 1 0 0,-15 11-1 0 0,-5 8 136 0 0,1 2 0 0 0,1 0 0 0 0,1 2 0 0 0,-45 63-1 0 0,-72 150-4383 0 0,127-206-4438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2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100 168 3592 0 0,'-52'-81'18878'0'0,"23"27"-11217"0"0,17 33-6866 0 0,5 9-3283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0 1308 0 0,'-96'26'7164'0'0,"-53"16"4018"0"0,146-41-10977 0 0,-1 0 0 0 0,1 1 0 0 0,1-1 0 0 0,-1 1-1 0 0,0-1 1 0 0,0 1 0 0 0,-2 3 0 0 0,4-5-177 0 0,1 0-1 0 0,0 1 1 0 0,-1-1 0 0 0,1 1 0 0 0,0-1-1 0 0,-1 1 1 0 0,1-1 0 0 0,0 1 0 0 0,-1-1-1 0 0,1 1 1 0 0,0-1 0 0 0,0 1 0 0 0,0-1 0 0 0,0 1-1 0 0,-1-1 1 0 0,1 1 0 0 0,0-1 0 0 0,0 1-1 0 0,0-1 1 0 0,0 1 0 0 0,0 0 0 0 0,0-1-1 0 0,0 1 1 0 0,1-1 0 0 0,-1 1 0 0 0,0-1 0 0 0,0 1-1 0 0,0-1 1 0 0,0 1 0 0 0,1-1 0 0 0,-1 1-1 0 0,0-1 1 0 0,1 1 0 0 0,-1-1 0 0 0,0 1-1 0 0,1-1 1 0 0,-1 1 0 0 0,0-1 0 0 0,1 0-1 0 0,-1 1 1 0 0,1-1 0 0 0,-1 0 0 0 0,1 1 0 0 0,-1-1-1 0 0,1 0 1 0 0,-1 0 0 0 0,1 1 0 0 0,-1-1-1 0 0,1 0 1 0 0,-1 0 0 0 0,2 0 0 0 0,17 8 108 0 0,1-1 0 0 0,-1-1 1 0 0,1-1-1 0 0,1 0 0 0 0,-1-2 1 0 0,31 2-1 0 0,-7 0-113 0 0,7 1-282 0 0,222 25-3737 0 0,-91-27-5558 0 0,-111-8 2053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3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95 2968 0 0,'8'-31'5185'0'0,"-5"22"-3080"0"0,0 0 0 0 0,-1 0 0 0 0,0-1 0 0 0,0-15 0 0 0,-2 24-1393 0 0,-1 2-434 0 0,-10 16 72 0 0,0 1 1 0 0,2-1-1 0 0,0 2 0 0 0,1-1 1 0 0,-8 28-1 0 0,4-15-86 0 0,-33 94 152 0 0,5 2 1 0 0,-39 223-1 0 0,66-244-3001 0 0,13-92 220 0 0,0 0 1 0 0,3 26 0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3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1540 0 0,'5'-45'6474'0'0,"21"-76"-1"0"0,-26 119-6425 0 0,0 1-1 0 0,0 0 1 0 0,1-1-1 0 0,-1 1 1 0 0,0 0-1 0 0,1-1 0 0 0,-1 1 1 0 0,1 0-1 0 0,-1 0 1 0 0,1 0-1 0 0,0-1 1 0 0,0 1-1 0 0,-1 0 1 0 0,1 0-1 0 0,0 0 1 0 0,0 0-1 0 0,0 0 0 0 0,0 0 1 0 0,0 1-1 0 0,0-1 1 0 0,1 0-1 0 0,-1 0 1 0 0,0 1-1 0 0,0-1 1 0 0,0 1-1 0 0,1-1 0 0 0,-1 1 1 0 0,0-1-1 0 0,1 1 1 0 0,-1 0-1 0 0,0 0 1 0 0,1 0-1 0 0,-1 0 1 0 0,0 0-1 0 0,1 0 1 0 0,-1 0-1 0 0,0 0 0 0 0,1 0 1 0 0,-1 0-1 0 0,0 1 1 0 0,1-1-1 0 0,-1 1 1 0 0,0-1-1 0 0,0 1 1 0 0,1-1-1 0 0,-1 1 0 0 0,0 0 1 0 0,2 1-1 0 0,6 4 128 0 0,0 0-1 0 0,-1 1 0 0 0,0 0 0 0 0,13 15 1 0 0,-3-1 109 0 0,-1 0 1 0 0,-2 2-1 0 0,16 26 1 0 0,33 78 225 0 0,-44-85-400 0 0,60 141 397 0 0,-62-140 75 0 0,-10-27 669 0 0,-8-16-1234 0 0,0 0-1 0 0,0 0 0 0 0,0 0 0 0 0,0 0 0 0 0,0 0 0 0 0,0 1 0 0 0,0-1 0 0 0,0 0 0 0 0,0 0 0 0 0,0 0 0 0 0,0 0 0 0 0,0 0 0 0 0,1 0 0 0 0,-1 0 0 0 0,0 0 0 0 0,0 0 0 0 0,0 0 0 0 0,0 0 0 0 0,0 0 1 0 0,0 0-1 0 0,0 0 0 0 0,0 0 0 0 0,0 0 0 0 0,0 0 0 0 0,0 1 0 0 0,1-1 0 0 0,-1 0 0 0 0,0 0 0 0 0,0 0 0 0 0,0 0 0 0 0,0 0 0 0 0,0 0 0 0 0,0 0 0 0 0,0 0 0 0 0,0 0 0 0 0,0 0 0 0 0,0-1 1 0 0,1 1-1 0 0,-1 0 0 0 0,0 0 0 0 0,0 0 0 0 0,0 0 0 0 0,0 0 0 0 0,0 0 0 0 0,0 0 0 0 0,0 0 0 0 0,0 0 0 0 0,0 0 0 0 0,0 0 0 0 0,0 0 0 0 0,0 0 0 0 0,0 0 0 0 0,1 0 0 0 0,-1 0 0 0 0,0 0 1 0 0,0-1-1 0 0,0 1 0 0 0,0 0 0 0 0,0 0 0 0 0,0 0 0 0 0,0 0 0 0 0,0 0 0 0 0,0 0 0 0 0,0 0 0 0 0,0-28 969 0 0,0 14-1234 0 0,0-33 170 0 0,3 0 1 0 0,12-71 0 0 0,-11 98 56 0 0,1 0 1 0 0,0 1-1 0 0,2 0 0 0 0,0 0 0 0 0,1 0 1 0 0,1 1-1 0 0,1 0 0 0 0,18-25 0 0 0,-20 34 8 0 0,0 0 0 0 0,1 0-1 0 0,0 1 1 0 0,0 0 0 0 0,1 0-1 0 0,0 1 1 0 0,1 1 0 0 0,0 0-1 0 0,0 0 1 0 0,0 1-1 0 0,0 0 1 0 0,1 1 0 0 0,0 0-1 0 0,0 1 1 0 0,23-3 0 0 0,-26 5 9 0 0,0 0 0 0 0,0 1 0 0 0,0 0 1 0 0,-1 0-1 0 0,1 1 0 0 0,0 0 0 0 0,0 1 1 0 0,-1 0-1 0 0,1 0 0 0 0,-1 1 0 0 0,0 0 1 0 0,1 0-1 0 0,-2 1 0 0 0,1 0 0 0 0,0 1 0 0 0,-1-1 1 0 0,0 2-1 0 0,0-1 0 0 0,0 1 0 0 0,0 0 1 0 0,-1 0-1 0 0,0 0 0 0 0,5 8 0 0 0,-6-5 115 0 0,0 0-1 0 0,-1 0 0 0 0,0 0 0 0 0,-1 0 0 0 0,1 0 0 0 0,-2 1 0 0 0,1 0 0 0 0,-2-1 0 0 0,1 1 0 0 0,-1 0 1 0 0,-1 0-1 0 0,1 0 0 0 0,-2 0 0 0 0,1 0 0 0 0,-4 14 0 0 0,-3 11 278 0 0,-1 0 1 0 0,-24 63-1 0 0,-37 59 156 0 0,28-68-1791 0 0,6 1-4588 0 0,34-86 5184 0 0,-2 11-2064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4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85 1320 0 0,'5'-8'2021'0'0,"1"0"1"0"0,-1 0-1 0 0,-1 0 0 0 0,0 0 1 0 0,4-11-1 0 0,4-5 2368 0 0,-12 22-3917 0 0,-21 27 252 0 0,1 1-1 0 0,1 1 1 0 0,2 0 0 0 0,-26 53-1 0 0,19-35-435 0 0,4-7-66 0 0,-17 45-1 0 0,31-67-182 0 0,1-1 0 0 0,0 1 0 0 0,2 0 0 0 0,0 0 0 0 0,0 0 0 0 0,1 19 0 0 0,1-32-42 0 0,1 0-1 0 0,0 1 0 0 0,0-1 0 0 0,1 0 1 0 0,-1 0-1 0 0,1 0 0 0 0,-1 0 1 0 0,1 0-1 0 0,0 0 0 0 0,0 0 0 0 0,0 0 1 0 0,0-1-1 0 0,1 1 0 0 0,-1 0 0 0 0,1 0 1 0 0,0-1-1 0 0,0 1 0 0 0,0-1 0 0 0,0 0 1 0 0,0 1-1 0 0,0-1 0 0 0,1 0 0 0 0,-1 0 1 0 0,1-1-1 0 0,-1 1 0 0 0,1 0 1 0 0,0-1-1 0 0,-1 0 0 0 0,1 1 0 0 0,0-1 1 0 0,0 0-1 0 0,0-1 0 0 0,0 1 0 0 0,0 0 1 0 0,0-1-1 0 0,0 0 0 0 0,5 0 0 0 0,0 0-49 0 0,1 0-1 0 0,-1-1 1 0 0,1 0-1 0 0,-1 0 1 0 0,0-1-1 0 0,1-1 1 0 0,-1 1-1 0 0,0-1 1 0 0,0 0-1 0 0,-1-1 1 0 0,1 0 0 0 0,11-8-1 0 0,-1-3-15 0 0,0-1 0 0 0,-1 0 1 0 0,-1-1-1 0 0,-1-1 0 0 0,0-1 0 0 0,22-38 0 0 0,58-131 143 0 0,-92 181-56 0 0,49-110 1185 0 0,-51 115-1195 0 0,0 4 6 0 0,-1 7 121 0 0,0 0-1 0 0,0 0 1 0 0,-1 0-1 0 0,0-1 1 0 0,0 1-1 0 0,-1 0 0 0 0,0-1 1 0 0,-5 13-1 0 0,-1 5 132 0 0,-11 47 187 0 0,-18 69 255 0 0,31-111-1031 0 0,1-1 0 0 0,-1 54 0 0 0,6-82 204 0 0,0 0 0 0 0,0 0 0 0 0,0 1 0 0 0,0-1 0 0 0,1 0-1 0 0,-1 0 1 0 0,0 0 0 0 0,1 0 0 0 0,0 0 0 0 0,-1 0 0 0 0,1 1 0 0 0,0-2 0 0 0,0 1 0 0 0,0 0 0 0 0,0 0 0 0 0,1 0 0 0 0,-1 0-1 0 0,0-1 1 0 0,1 1 0 0 0,-1 0 0 0 0,1-1 0 0 0,0 1 0 0 0,-1-1 0 0 0,1 0 0 0 0,0 0 0 0 0,0 0 0 0 0,0 0 0 0 0,0 0 0 0 0,0 0 0 0 0,0 0-1 0 0,0 0 1 0 0,0-1 0 0 0,0 1 0 0 0,0-1 0 0 0,1 0 0 0 0,-1 1 0 0 0,0-1 0 0 0,3 0 0 0 0,3-1-566 0 0,-1 1 1 0 0,1-1-1 0 0,0 0 1 0 0,0-1 0 0 0,-1 0-1 0 0,1 0 1 0 0,-1-1-1 0 0,0 0 1 0 0,13-6 0 0 0,12-12-3641 0 0,3-9-2055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197 379 224 0 0,'28'-88'9594'0'0,"24"-131"-1"0"0,-46 196-7920 0 0,-4 15-1037 0 0,0 0 1 0 0,0 1-1 0 0,-1-1 0 0 0,0-9 1 0 0,-18 43 583 0 0,-44 119 744 0 0,7 3 0 0 0,-52 220 0 0 0,102-352-1971 0 0,-11 44-220 0 0,3 1 1 0 0,2 1-1 0 0,-1 69 0 0 0,11-124-109 0 0,0 0-1 0 0,0 1 1 0 0,1-1-1 0 0,0 1 1 0 0,0-1-1 0 0,1 0 1 0 0,0 0-1 0 0,1 0 1 0 0,-1 0-1 0 0,7 11 1 0 0,-7-14 56 0 0,1-1 0 0 0,-1 0 0 0 0,1 0 0 0 0,0 0 0 0 0,0 0 1 0 0,0 0-1 0 0,0-1 0 0 0,1 1 0 0 0,-1-1 0 0 0,1 0 0 0 0,0 0 0 0 0,-1 0 0 0 0,1 0 0 0 0,0-1 1 0 0,0 0-1 0 0,0 0 0 0 0,0 0 0 0 0,0 0 0 0 0,0 0 0 0 0,7-1 0 0 0,-2 0-573 0 0,0 0 0 0 0,-1-1 0 0 0,1-1 0 0 0,0 0-1 0 0,0 0 1 0 0,-1 0 0 0 0,1-1 0 0 0,-1 0 0 0 0,0-1 0 0 0,0 0 0 0 0,0 0-1 0 0,14-11 1 0 0,15-12-6537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4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53 387 784 0 0,'31'-87'7771'0'0,"22"-101"-1"0"0,-39 135-4214 0 0,-10 38-2729 0 0,-3 9-451 0 0,0 0 0 0 0,1 0 0 0 0,0 0 0 0 0,0 0 0 0 0,5-8 814 0 0,-9 44 977 0 0,-1 1 0 0 0,-12 52 0 0 0,5-35-881 0 0,-48 228-535 0 0,-8 48-300 0 0,51-236-451 0 0,15-77 0 0 0,4 3 0 0 0,8-4 0 0 0,-8-9-131 0 0,0 0 1 0 0,0 0-1 0 0,1-1 0 0 0,-1 1 1 0 0,0-1-1 0 0,1 0 0 0 0,-1 0 1 0 0,1 0-1 0 0,-1 0 1 0 0,0-1-1 0 0,1 0 0 0 0,5-2 1 0 0,53-20-2593 0 0,-59 21 2568 0 0,24-9-2353 0 0,-1-2 0 0 0,-1-2 1 0 0,36-24-1 0 0,-49 29-362 0 0,-1 0-1 0 0,15-16 0 0 0,-9 5-4273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143 114 1140 0 0,'-143'-16'22467'0'0,"156"7"-21974"0"0,-5 7-456 0 0,0-1-1 0 0,-1 1 1 0 0,1 1-1 0 0,0-1 1 0 0,16 1-1 0 0,8-3-266 0 0,64-11-1587 0 0,84-14-4372 0 0,-61 5-2613 0 0,-94 19 3925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5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19 4768 0 0,'61'-19'11217'0'0,"-60"20"-11022"0"0,1-1 0 0 0,-1 0 1 0 0,0 0-1 0 0,0 0 0 0 0,0 1 0 0 0,0-1 0 0 0,0 0 1 0 0,0 1-1 0 0,0-1 0 0 0,0 1 0 0 0,1 1 1 0 0,0 9 996 0 0,-1 0 1 0 0,-1 1-1 0 0,0-1 1 0 0,-1 1-1 0 0,-2 12 1 0 0,-15 61 2058 0 0,9-48-2409 0 0,-15 56 410 0 0,12-48-1558 0 0,1 1 0 0 0,-6 66 0 0 0,16-111 122 0 0,1 1 0 0 0,0-1 0 0 0,0 0 0 0 0,0 0 0 0 0,0 0 0 0 0,0 1-1 0 0,1-1 1 0 0,-1 0 0 0 0,0 0 0 0 0,0 0 0 0 0,1 0 0 0 0,-1 0 0 0 0,1 0 0 0 0,-1 1 0 0 0,1-1 0 0 0,-1 0 0 0 0,1 0-1 0 0,0 0 1 0 0,-1-1 0 0 0,1 1 0 0 0,0 0 0 0 0,0 0 0 0 0,0 0 0 0 0,0 0 0 0 0,0-1 0 0 0,0 1 0 0 0,0 0 0 0 0,0-1 0 0 0,0 1-1 0 0,0-1 1 0 0,0 1 0 0 0,0-1 0 0 0,0 0 0 0 0,0 1 0 0 0,1-1 0 0 0,-1 0 0 0 0,0 0 0 0 0,0 0 0 0 0,0 0 0 0 0,0 0-1 0 0,1 0 1 0 0,-1 0 0 0 0,0 0 0 0 0,0 0 0 0 0,0-1 0 0 0,2 1 0 0 0,2-2-1145 0 0,0 1 0 0 0,0-1 0 0 0,-1 0 0 0 0,1-1 0 0 0,0 1 0 0 0,3-4-1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5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143 157 2380 0 0,'-19'-21'3305'0'0,"2"4"-741"0"0,-1-2-356 0 0,5 4-296 0 0,-1 1-324 0 0,2-2-308 0 0,2 6-272 0 0,1 0-195 0 0,2 1-241 0 0,-1 1-376 0 0,1 1-420 0 0,-2-4-1017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5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73 1204 0 0,'0'-26'10075'0'0,"1"20"-8555"0"0,5-30 4459 0 0,-4 31-4172 0 0,-1 25-1501 0 0,-4 54 2114 0 0,-24 129 0 0 0,16-137-1770 0 0,-1 11 23 0 0,-113 851 2931 0 0,114-721-4495 0 0,13-71-4674 0 0,1-112 403 0 0,-3-63-11474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6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1252 1040 0 0,'-4'-59'2995'0'0,"3"0"-1"0"0,9-77 0 0 0,-6 116-2659 0 0,2 0-1 0 0,0 1 0 0 0,1-1 0 0 0,1 1 0 0 0,1 0 0 0 0,0 1 1 0 0,2 0-1 0 0,0 0 0 0 0,1 1 0 0 0,21-28 0 0 0,-20 31-273 0 0,0 2 0 0 0,2-1-1 0 0,-1 2 1 0 0,1-1 0 0 0,1 2-1 0 0,0 0 1 0 0,1 1-1 0 0,0 0 1 0 0,0 1 0 0 0,0 0-1 0 0,1 2 1 0 0,1 0 0 0 0,-1 0-1 0 0,1 2 1 0 0,0 0 0 0 0,0 1-1 0 0,0 1 1 0 0,0 0 0 0 0,0 1-1 0 0,0 1 1 0 0,1 1 0 0 0,-1 0-1 0 0,0 1 1 0 0,0 1-1 0 0,0 1 1 0 0,0 0 0 0 0,-1 1-1 0 0,30 14 1 0 0,-30-11-51 0 0,0 1-1 0 0,0 0 1 0 0,-1 1 0 0 0,0 0-1 0 0,-1 1 1 0 0,0 1 0 0 0,20 22-1 0 0,-29-28 22 0 0,-1 0-1 0 0,1 0 1 0 0,-1 0 0 0 0,0 1-1 0 0,0-1 1 0 0,-1 1-1 0 0,0 0 1 0 0,0 0-1 0 0,-1 1 1 0 0,1-1-1 0 0,-2 0 1 0 0,1 1-1 0 0,-1-1 1 0 0,0 1 0 0 0,-1-1-1 0 0,1 1 1 0 0,-2 0-1 0 0,1-1 1 0 0,-1 1-1 0 0,-3 11 1 0 0,1-7 50 0 0,-2 0 0 0 0,0 0 0 0 0,0-1 0 0 0,-1 1 0 0 0,-1-1 0 0 0,0-1 0 0 0,0 1 0 0 0,-1-1 0 0 0,0-1 0 0 0,-1 1 0 0 0,0-1 0 0 0,-1-1 0 0 0,-17 13 0 0 0,13-11-45 0 0,-1 0-1 0 0,0-2 0 0 0,0 0 1 0 0,-1-1-1 0 0,0 0 0 0 0,0-1 1 0 0,-1-1-1 0 0,0 0 1 0 0,-25 2-1 0 0,41-6-89 0 0,-1-1 0 0 0,1 0-1 0 0,-1 1 1 0 0,1-1 0 0 0,-1 0 0 0 0,1 0-1 0 0,-1 0 1 0 0,1 0 0 0 0,0-1 0 0 0,-1 1 0 0 0,1 0-1 0 0,-1-1 1 0 0,1 1 0 0 0,-1 0 0 0 0,1-1 0 0 0,0 0-1 0 0,-1 1 1 0 0,1-1 0 0 0,0 0 0 0 0,0 0-1 0 0,-1 0 1 0 0,0-1 0 0 0,1 1-14 0 0,1 0 0 0 0,-1 0 0 0 0,1-1 1 0 0,-1 1-1 0 0,1 0 0 0 0,0-1 0 0 0,0 1 0 0 0,0 0 0 0 0,-1-1 0 0 0,1 1 0 0 0,0 0 1 0 0,1-1-1 0 0,-1 1 0 0 0,0-1 0 0 0,0 1 0 0 0,1 0 0 0 0,-1 0 0 0 0,1-3 1 0 0,3-5-325 0 0,0 1 0 0 0,0-1 0 0 0,1 1 0 0 0,11-14 0 0 0,8-8-383 0 0,2 2-1 0 0,42-36 1 0 0,68-45-763 0 0,-48 40 328 0 0,-42 32 844 0 0,-2-3 0 0 0,-1-1-1 0 0,72-92 1 0 0,-99 111 854 0 0,-1 0 1 0 0,-1-1-1 0 0,-1-1 1 0 0,-2 0-1 0 0,0-1 0 0 0,-1 0 1 0 0,-1 0-1 0 0,-2-1 1 0 0,0 0-1 0 0,-2-1 1 0 0,2-28-1 0 0,-5 25 843 0 0,-1 0-1 0 0,-1 0 1 0 0,-8-49 0 0 0,8 78-1316 0 0,0 1 0 0 0,0-1 0 0 0,0 1-1 0 0,0-1 1 0 0,0 1 0 0 0,0-1 0 0 0,0 1 0 0 0,0 0 0 0 0,0-1 0 0 0,0 1 0 0 0,-1-1 0 0 0,1 1 0 0 0,0-1 0 0 0,0 1 0 0 0,0 0 0 0 0,-1-1 0 0 0,1 1 0 0 0,0-1 0 0 0,-1 1 0 0 0,1 0 0 0 0,0-1 0 0 0,-1 1 0 0 0,1 0 0 0 0,0 0 0 0 0,-1-1 0 0 0,1 1 0 0 0,-1 0 0 0 0,1 0 0 0 0,0-1 0 0 0,-1 1-1 0 0,1 0 1 0 0,-1 0 0 0 0,0 0-2 0 0,0 1 0 0 0,0-1 0 0 0,0 0 0 0 0,0 1 0 0 0,1-1 0 0 0,-1 1 0 0 0,0-1 0 0 0,0 1 0 0 0,1 0 0 0 0,-1-1 0 0 0,0 1 0 0 0,1 0-1 0 0,-1-1 1 0 0,0 2 0 0 0,-17 29 153 0 0,2 18 356 0 0,2 0 0 0 0,-13 80 0 0 0,4 106 333 0 0,21-183-731 0 0,2 1 0 0 0,8 59 0 0 0,-5-90-125 0 0,0-1 0 0 0,2 1 0 0 0,0-1-1 0 0,2 0 1 0 0,0-1 0 0 0,1 0-1 0 0,22 38 1 0 0,-24-49-274 0 0,0-1 0 0 0,1 1 0 0 0,0-1 0 0 0,0-1 0 0 0,1 1 0 0 0,0-1 0 0 0,0 0 0 0 0,1-1 0 0 0,0 0 0 0 0,0-1 0 0 0,0 0 1 0 0,1 0-1 0 0,0 0 0 0 0,0-2 0 0 0,0 1 0 0 0,0-1 0 0 0,1-1 0 0 0,-1 0 0 0 0,1 0 0 0 0,-1-1 0 0 0,1 0 0 0 0,0-1 0 0 0,-1 0 0 0 0,1-1 0 0 0,0 0 0 0 0,-1-1 0 0 0,1 0 0 0 0,-1 0 0 0 0,0-1 0 0 0,1-1 0 0 0,-2 1 0 0 0,14-8 0 0 0,-2-1 142 0 0,-1 0-1 0 0,-1 0 0 0 0,0-2 0 0 0,-1-1 0 0 0,0 0 0 0 0,-1-1 0 0 0,-1-1 0 0 0,16-21 0 0 0,-13 11 1406 0 0,0 0 0 0 0,-2-2 0 0 0,-1 0 0 0 0,-1 0 0 0 0,12-36 0 0 0,3-17 3578 0 0,-29 80-4371 0 0,-13 21 126 0 0,-4 19 342 0 0,3 1 0 0 0,-15 61 0 0 0,24-77-815 0 0,0-1 0 0 0,1 1 0 0 0,2 0 0 0 0,0-1 0 0 0,2 1-1 0 0,3 26 1 0 0,-3-45-214 0 0,-1 0-1 0 0,1-1 0 0 0,0 1 1 0 0,1 0-1 0 0,-1-1 1 0 0,1 1-1 0 0,-1-1 0 0 0,1 1 1 0 0,0-1-1 0 0,0 0 1 0 0,1 0-1 0 0,-1 0 0 0 0,1 0 1 0 0,-1 0-1 0 0,1 0 1 0 0,0-1-1 0 0,0 1 0 0 0,0-1 1 0 0,1 0-1 0 0,-1 0 0 0 0,0 0 1 0 0,1-1-1 0 0,-1 1 1 0 0,1-1-1 0 0,0 1 0 0 0,-1-1 1 0 0,1 0-1 0 0,0-1 1 0 0,0 1-1 0 0,0-1 0 0 0,-1 0 1 0 0,1 1-1 0 0,0-2 1 0 0,0 1-1 0 0,0 0 0 0 0,0-1 1 0 0,-1 0-1 0 0,1 0 1 0 0,0 0-1 0 0,6-3 0 0 0,1 0-721 0 0,1-2 0 0 0,-1 0-1 0 0,0 0 1 0 0,0-1-1 0 0,-1-1 1 0 0,0 0 0 0 0,0 0-1 0 0,10-11 1 0 0,-5 2-3080 0 0,24-34 0 0 0,-12 10-3819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6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143 125 1904 0 0,'-112'-119'14764'0'0,"112"119"-14757"0"0,-1-1 1 0 0,1 1-1 0 0,-1-1 1 0 0,1 1-1 0 0,0 0 1 0 0,-1-1-1 0 0,1 1 1 0 0,-1 0-1 0 0,1-1 1 0 0,-1 1-1 0 0,1 0 1 0 0,-1 0-1 0 0,1-1 1 0 0,-1 1-1 0 0,1 0 1 0 0,-1 0-1 0 0,1 0 1 0 0,-1 0-1 0 0,1 0 1 0 0,-1-1-1 0 0,1 1 1 0 0,-1 0-1 0 0,1 0 1 0 0,-1 0 0 0 0,0 1-1 0 0,1-1 1 0 0,-1 0-1 0 0,1 0 1 0 0,-1 0-1 0 0,1 0 1 0 0,-1 0-1 0 0,1 1 1 0 0,-1-1-1 0 0,1 0 1 0 0,-1 0-1 0 0,1 1 1 0 0,-1-1-1 0 0,1 0 1 0 0,-1 1-1 0 0,1-1 1 0 0,0 1-1 0 0,-1-1 1 0 0,1 1-1 0 0,0-1 1 0 0,-1 0-1 0 0,1 1 1 0 0,0-1-1 0 0,0 1 1 0 0,-1 0 0 0 0,0 1-175 0 0,0 1 0 0 0,0-1 0 0 0,0 1 1 0 0,0-1-1 0 0,0 1 0 0 0,1 0 1 0 0,-1-1-1 0 0,1 5 0 0 0,0 4-831 0 0,1 0-1 0 0,0 0 0 0 0,1 0 0 0 0,0 0 0 0 0,1 0 0 0 0,0 0 1 0 0,1-1-1 0 0,4 11 0 0 0,4 0-3151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7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309 103 876 0 0,'4'-2'1347'0'0,"-1"1"0"0"0,1 0 1 0 0,-1-1-1 0 0,1 1 0 0 0,-1-1 0 0 0,6-5 2695 0 0,-1 0-2695 0 0,-6 5-893 0 0,0 0 0 0 0,-1 0-1 0 0,1 0 1 0 0,0 0 0 0 0,-1 0-1 0 0,0 0 1 0 0,0-1 0 0 0,0 1-1 0 0,0 0 1 0 0,0-1 0 0 0,0 1-1 0 0,0-1 1 0 0,-1 0 0 0 0,1 1-1 0 0,-1-1 1 0 0,0 1 0 0 0,0-1 0 0 0,0 0-1 0 0,0 1 1 0 0,0-1 0 0 0,0 1-1 0 0,-2-6 1 0 0,1 7-403 0 0,1 0 1 0 0,-1 0-1 0 0,1 0 1 0 0,-1 0-1 0 0,1 0 1 0 0,-1 0-1 0 0,0 0 1 0 0,0 0-1 0 0,0 0 1 0 0,1 0-1 0 0,-1 0 1 0 0,0 0-1 0 0,0 0 1 0 0,0 1-1 0 0,0-1 1 0 0,0 0-1 0 0,-1 1 1 0 0,1-1-1 0 0,0 1 1 0 0,0-1-1 0 0,0 1 1 0 0,0-1-1 0 0,-1 1 1 0 0,1 0-1 0 0,0 0 1 0 0,0 0-1 0 0,-1 0 1 0 0,1 0-1 0 0,-3 0 1 0 0,-1 0-24 0 0,0 1 1 0 0,0-1-1 0 0,0 1 1 0 0,0 1 0 0 0,0-1-1 0 0,-6 3 1 0 0,-7 5-20 0 0,1 0 0 0 0,0 1-1 0 0,1 0 1 0 0,0 2 0 0 0,0 0 0 0 0,-22 23 0 0 0,18-14 30 0 0,1 0 0 0 0,2 1 0 0 0,-30 48 0 0 0,39-57-129 0 0,2 0-1 0 0,-1 0 1 0 0,2 1-1 0 0,0 0 0 0 0,0 0 1 0 0,1 0-1 0 0,-4 29 0 0 0,8-37-98 0 0,0-1 1 0 0,-1 1-1 0 0,2 0 0 0 0,-1 0 0 0 0,1 0 0 0 0,0-1 0 0 0,0 1 0 0 0,0 0 1 0 0,1-1-1 0 0,0 1 0 0 0,0-1 0 0 0,1 1 0 0 0,-1-1 0 0 0,1 0 0 0 0,0 0 0 0 0,0 0 1 0 0,1-1-1 0 0,0 1 0 0 0,0-1 0 0 0,0 0 0 0 0,0 0 0 0 0,9 7 0 0 0,1-3-295 0 0,1 1-1 0 0,0-2 0 0 0,0 1 0 0 0,1-2 0 0 0,0-1 0 0 0,0 0 1 0 0,0 0-1 0 0,1-2 0 0 0,0 0 0 0 0,-1-1 0 0 0,1-1 1 0 0,25-1-1 0 0,-12-1 15 0 0,0-2 0 0 0,-1-1 0 0 0,1-1 0 0 0,-1-1 0 0 0,-1-2 1 0 0,36-14-1 0 0,-21 4 389 0 0,-2-2 0 0 0,0-2 0 0 0,-1-1 0 0 0,60-47 0 0 0,-78 52 1034 0 0,-1-1-1 0 0,-1 0 1 0 0,-1-2-1 0 0,0 0 1 0 0,-2-1 0 0 0,0-1-1 0 0,-2 0 1 0 0,24-47 0 0 0,-37 64-622 0 0,0 0 1 0 0,0 1 0 0 0,-1-1-1 0 0,1 0 1 0 0,-1 0 0 0 0,0-11 0 0 0,-1 16-298 0 0,0-1 0 0 0,0 1 1 0 0,0-1-1 0 0,0 1 1 0 0,0 0-1 0 0,0-1 0 0 0,0 1 1 0 0,0 0-1 0 0,-1-1 0 0 0,1 1 1 0 0,-1 0-1 0 0,1 0 1 0 0,-1-1-1 0 0,1 1 0 0 0,-1 0 1 0 0,0 0-1 0 0,1 0 1 0 0,-1 0-1 0 0,0-1 0 0 0,0 1 1 0 0,0 1-1 0 0,0-1 0 0 0,0 0 1 0 0,0 0-1 0 0,0 0 1 0 0,0 0-1 0 0,0 1 0 0 0,-1-1 1 0 0,1 0-1 0 0,0 1 0 0 0,0-1 1 0 0,-1 1-1 0 0,1 0 1 0 0,0-1-1 0 0,-1 1 0 0 0,1 0 1 0 0,0 0-1 0 0,-3 0 1 0 0,-4 0-14 0 0,0 1 0 0 0,1 0 0 0 0,-1 0 0 0 0,0 1 1 0 0,1 0-1 0 0,-1 0 0 0 0,1 1 0 0 0,-13 6 0 0 0,7-2 0 0 0,0 1-1 0 0,0 1 0 0 0,1 0 0 0 0,-12 12 1 0 0,2 1 16 0 0,1 0 0 0 0,0 2 0 0 0,-31 49 0 0 0,41-54-11 0 0,0 0 0 0 0,-14 35 0 0 0,22-47-83 0 0,1 0 0 0 0,0 1 1 0 0,0-1-1 0 0,0 0 0 0 0,1 1 0 0 0,0 0 0 0 0,0-1 0 0 0,1 1 1 0 0,0-1-1 0 0,0 1 0 0 0,3 10 0 0 0,-3-15-32 0 0,1-1 0 0 0,0 1 0 0 0,-1-1 0 0 0,1 0 0 0 0,0 1 0 0 0,1-1 0 0 0,-1 0 0 0 0,0 1 0 0 0,1-1 0 0 0,-1 0 0 0 0,1 0 0 0 0,0 0 0 0 0,0 0 0 0 0,-1-1 0 0 0,1 1 0 0 0,0 0 0 0 0,1-1 0 0 0,-1 1 0 0 0,0-1 0 0 0,0 0 0 0 0,1 0 0 0 0,-1 0 0 0 0,0 0 0 0 0,1 0 0 0 0,-1 0 0 0 0,1-1 0 0 0,0 1 0 0 0,-1-1 0 0 0,1 0 0 0 0,-1 1 0 0 0,1-1 0 0 0,-1 0 0 0 0,1-1 0 0 0,0 1 0 0 0,-1 0 0 0 0,1-1 0 0 0,2 0 0 0 0,6-2-204 0 0,0 0 0 0 0,-1-1 0 0 0,1 0 0 0 0,-1 0-1 0 0,0-1 1 0 0,-1-1 0 0 0,13-8 0 0 0,-3-1 172 0 0,0-1 0 0 0,-1-1 0 0 0,0-1 0 0 0,27-36 0 0 0,48-88 4467 0 0,-78 116-3603 0 0,-14 25-649 0 0,0 1-88 0 0,-1 1-1 0 0,0-1 0 0 0,1 1 0 0 0,-1-1 1 0 0,0 1-1 0 0,1-1 0 0 0,-1 1 0 0 0,0 0 0 0 0,0-1 1 0 0,0 1-1 0 0,0 0 0 0 0,0-1 0 0 0,0 1 1 0 0,0-1-1 0 0,0 1 0 0 0,0 0 0 0 0,0-1 1 0 0,0 2-1 0 0,-12 46 104 0 0,4-20-68 0 0,1 0-1 0 0,2 1 1 0 0,0 0 0 0 0,0 45-1 0 0,5-69-94 0 0,0-1 0 0 0,1 1 0 0 0,-1-1 0 0 0,1 0 0 0 0,0 1-1 0 0,0-1 1 0 0,1 0 0 0 0,-1 0 0 0 0,1 0 0 0 0,0 0 0 0 0,0 0-1 0 0,0 0 1 0 0,0 0 0 0 0,1-1 0 0 0,3 4 0 0 0,-3-4-158 0 0,1 0 0 0 0,-1 0 0 0 0,1-1 0 0 0,0 1 0 0 0,0-1 0 0 0,0 0 1 0 0,0-1-1 0 0,0 1 0 0 0,1-1 0 0 0,-1 1 0 0 0,0-1 0 0 0,1-1 0 0 0,-1 1 0 0 0,9 0 0 0 0,0-1-1078 0 0,-1-1 0 0 0,0 0 0 0 0,1 0 0 0 0,-1-1 0 0 0,0-1 0 0 0,17-6 0 0 0,17-9-6248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7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196 348 720 0 0,'3'-44'3576'0'0,"-2"0"-1"0"0,-1-1 1 0 0,-3 1 0 0 0,-2 0-1 0 0,-14-63 1 0 0,19 106-3507 0 0,-1 0-1 0 0,1 1 1 0 0,0-1 0 0 0,0 0-1 0 0,0 0 1 0 0,-1 0 0 0 0,1 0-1 0 0,-1 0 1 0 0,1 0 0 0 0,-1 0-1 0 0,1 1 1 0 0,-1-1 0 0 0,1 0-1 0 0,-1 0 1 0 0,1 1 0 0 0,-1-1-1 0 0,0 0 1 0 0,0 1-1 0 0,1-1 1 0 0,-1 0 0 0 0,0 1-1 0 0,0-1 1 0 0,0 1 0 0 0,-1-1-1 0 0,0 1-11 0 0,1 0 0 0 0,0 0-1 0 0,0 0 1 0 0,0 1 0 0 0,0-1 0 0 0,0 0-1 0 0,0 1 1 0 0,0-1 0 0 0,0 1-1 0 0,0-1 1 0 0,0 1 0 0 0,0 0-1 0 0,0-1 1 0 0,0 1 0 0 0,1 0-1 0 0,-1-1 1 0 0,0 1 0 0 0,0 0 0 0 0,1 0-1 0 0,-2 2 1 0 0,-4 5 263 0 0,0 1 1 0 0,1 1-1 0 0,0-1 0 0 0,0 1 0 0 0,1 0 1 0 0,-5 18-1 0 0,-11 67 1109 0 0,15-66-1029 0 0,-42 367 1286 0 0,31 5 131 0 0,12-301-1705 0 0,2-24-1439 0 0,0 167-7846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8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3408 0 0,'37'-94'16486'0'0,"-25"68"-10706"0"0,-13 38-4530 0 0,-22 144 399 0 0,17-48-4007 0 0,6-101 1876 0 0,0-1 0 0 0,1 0 0 0 0,0 0 0 0 0,0 0 0 0 0,0 0 0 0 0,1 0 0 0 0,0 0 0 0 0,0 0-1 0 0,0-1 1 0 0,1 1 0 0 0,0-1 0 0 0,5 8 0 0 0,-5-8-610 0 0,1-1-1 0 0,0 0 0 0 0,0 0 1 0 0,0 0-1 0 0,0 0 1 0 0,1-1-1 0 0,-1 0 1 0 0,9 5-1 0 0,10 4-6618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8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56 258 1140 0 0,'5'-96'21069'0'0,"-17"113"-20047"0"0,3 4-634 0 0,2 0 0 0 0,0 0 0 0 0,2 0 0 0 0,0 1-1 0 0,1 0 1 0 0,2 0 0 0 0,0 0 0 0 0,1 0-1 0 0,3 28 1 0 0,-2-45-349 0 0,1 0-1 0 0,0 0 0 0 0,1 0 1 0 0,-1 0-1 0 0,1 0 1 0 0,0 0-1 0 0,0-1 1 0 0,1 1-1 0 0,-1-1 0 0 0,1 1 1 0 0,0-1-1 0 0,0 0 1 0 0,0 0-1 0 0,1 0 1 0 0,0-1-1 0 0,-1 1 0 0 0,1-1 1 0 0,0 0-1 0 0,1 0 1 0 0,8 5-1 0 0,-7-5-37 0 0,1-1 0 0 0,0 1 0 0 0,1-1 1 0 0,-1-1-1 0 0,0 1 0 0 0,0-1 0 0 0,1-1 0 0 0,-1 1 0 0 0,0-1 0 0 0,1 0 0 0 0,-1-1 0 0 0,1 0 0 0 0,-1 0 0 0 0,8-3 1 0 0,-2 0-86 0 0,0 0 0 0 0,0-1 0 0 0,0-1 0 0 0,-1 0 1 0 0,0-1-1 0 0,0 0 0 0 0,0-1 0 0 0,-1 0 1 0 0,-1-1-1 0 0,1 0 0 0 0,-1 0 0 0 0,-1-1 0 0 0,0-1 1 0 0,0 0-1 0 0,10-16 0 0 0,-13 17 33 0 0,-1 0 0 0 0,0 0 0 0 0,0-1 0 0 0,-1 1 0 0 0,0-1 0 0 0,-1 0 0 0 0,0 0 0 0 0,-1 0-1 0 0,0-1 1 0 0,-1 1 0 0 0,0 0 0 0 0,0-1 0 0 0,-2 1 0 0 0,1-1 0 0 0,-2 1 0 0 0,1 0 0 0 0,-1-1 0 0 0,-7-19 0 0 0,5 21 48 0 0,-1 0 0 0 0,1 0 0 0 0,-2 0 1 0 0,1 1-1 0 0,-1 0 0 0 0,-1 0 0 0 0,0 1 0 0 0,0 0 1 0 0,0 0-1 0 0,-1 0 0 0 0,0 1 0 0 0,-1 0 1 0 0,-10-7-1 0 0,12 10-10 0 0,0 1 0 0 0,0-1 0 0 0,0 1 0 0 0,0 1 0 0 0,0-1 0 0 0,-1 1 0 0 0,1 0 0 0 0,-1 1 0 0 0,0 0 0 0 0,0 0 0 0 0,1 0 0 0 0,-1 1 0 0 0,0 0 0 0 0,0 1 0 0 0,1 0 0 0 0,-1 0 1 0 0,0 1-1 0 0,1-1 0 0 0,-9 5 0 0 0,5-2-18 0 0,0 1 1 0 0,0 1-1 0 0,0 0 0 0 0,1 0 1 0 0,0 1-1 0 0,1 0 1 0 0,-1 1-1 0 0,1 0 0 0 0,1 1 1 0 0,-11 13-1 0 0,16-19-26 0 0,0 0 0 0 0,1 1 0 0 0,-1-1 1 0 0,1 1-1 0 0,0 0 0 0 0,0 0 0 0 0,0 0 0 0 0,1 0 0 0 0,-1 0 0 0 0,1 0 0 0 0,0 0 0 0 0,1 0 0 0 0,-1 1 0 0 0,0-1 0 0 0,1 0 0 0 0,0 1 0 0 0,0-1 0 0 0,1 0 0 0 0,-1 0 0 0 0,1 1 0 0 0,0-1 1 0 0,0 0-1 0 0,0 0 0 0 0,0 0 0 0 0,1 0 0 0 0,0 0 0 0 0,0 0 0 0 0,0 0 0 0 0,0 0 0 0 0,0-1 0 0 0,1 1 0 0 0,3 3 0 0 0,1-1-168 0 0,0 0-1 0 0,0 0 1 0 0,0-1-1 0 0,1 1 1 0 0,0-2-1 0 0,0 1 1 0 0,0-1 0 0 0,0 0-1 0 0,1-1 1 0 0,-1 0-1 0 0,1 0 1 0 0,0-1-1 0 0,0 0 1 0 0,0-1-1 0 0,0 0 1 0 0,13 0 0 0 0,3-1-142 0 0,0-1 0 0 0,1-1 0 0 0,-1-1 0 0 0,40-11 0 0 0,85-34-118 0 0,-34 10 1071 0 0,-115 38-580 0 0,1-1-1 0 0,0 1 0 0 0,-1-1 1 0 0,1 1-1 0 0,0 0 1 0 0,-1 0-1 0 0,1-1 0 0 0,0 1 1 0 0,0 1-1 0 0,-1-1 1 0 0,1 0-1 0 0,0 0 0 0 0,0 1 1 0 0,-1-1-1 0 0,1 0 1 0 0,0 1-1 0 0,-1 0 1 0 0,1-1-1 0 0,-1 1 0 0 0,1 0 1 0 0,-1 0-1 0 0,3 1 1 0 0,-3 0 26 0 0,1 1 1 0 0,0-1 0 0 0,0 0 0 0 0,-1 0 0 0 0,1 1 0 0 0,-1-1 0 0 0,0 1 0 0 0,0 0 0 0 0,0-1 0 0 0,0 1 0 0 0,0 0 0 0 0,0 3-1 0 0,1 8 164 0 0,-1-1-1 0 0,0 0 1 0 0,-1 1-1 0 0,-3 17 1 0 0,-1-5 61 0 0,-1 1 1 0 0,-13 38 0 0 0,3-12 1098 0 0,10-44-773 0 0,1-10-117 0 0,3 0-452 0 0,1 1-1 0 0,-1-1 0 0 0,1 0 0 0 0,0 0 1 0 0,-1 0-1 0 0,1 0 0 0 0,0 1 0 0 0,-1-1 1 0 0,1 0-1 0 0,0 0 0 0 0,0 0 0 0 0,0 0 1 0 0,0 0-1 0 0,0 0 0 0 0,0 0 0 0 0,0 0 0 0 0,1-1 1 0 0,3-13-2 0 0,1 1-1 0 0,0-1 1 0 0,2 1 0 0 0,-1 0 0 0 0,2 1-1 0 0,9-14 1 0 0,4-3-40 0 0,36-38 0 0 0,-28 36 10 0 0,48-39 0 0 0,-61 59-4 0 0,0 0 0 0 0,1 0 1 0 0,0 2-1 0 0,1 0 1 0 0,23-9-1 0 0,-36 17 16 0 0,-1 0 0 0 0,0 1 0 0 0,0 0 0 0 0,1 0 0 0 0,-1 0 0 0 0,1 0 0 0 0,-1 1-1 0 0,1 0 1 0 0,-1-1 0 0 0,1 2 0 0 0,-1-1 0 0 0,0 0 0 0 0,1 1 0 0 0,-1 0 0 0 0,1 0-1 0 0,-1 1 1 0 0,0-1 0 0 0,0 1 0 0 0,0 0 0 0 0,0 0 0 0 0,0 0 0 0 0,0 0 0 0 0,0 1-1 0 0,-1-1 1 0 0,1 1 0 0 0,-1 0 0 0 0,0 0 0 0 0,0 1 0 0 0,0-1 0 0 0,0 1 0 0 0,0-1-1 0 0,-1 1 1 0 0,1 0 0 0 0,-1 0 0 0 0,0 0 0 0 0,-1 0 0 0 0,3 5 0 0 0,1 8 84 0 0,0 0 1 0 0,0 0-1 0 0,-2 0 0 0 0,3 29 1 0 0,-3 69-70 0 0,-3-106-61 0 0,1-1-714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9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305 163 3448 0 0,'-147'-78'14046'0'0,"36"17"-5567"0"0,79 45-11352 0 0,18 9-1473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9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0 1896 0 0,'-221'18'18788'0'0,"201"-13"-16780"0"0,19-5-1987 0 0,1 0 1 0 0,0 0-1 0 0,0 0 1 0 0,0 0-1 0 0,0 0 1 0 0,0 0-1 0 0,-1 0 1 0 0,1 0-1 0 0,0 0 1 0 0,0 0-1 0 0,0 1 1 0 0,0-1-1 0 0,0 0 1 0 0,0 0-1 0 0,0 0 1 0 0,0 0-1 0 0,-1 0 1 0 0,1 0-1 0 0,0 1 1 0 0,0-1-1 0 0,0 0 1 0 0,0 0-1 0 0,0 0 1 0 0,0 0-1 0 0,0 0 1 0 0,0 1-1 0 0,0-1 1 0 0,0 0-1 0 0,0 0 1 0 0,0 0-1 0 0,0 0 1 0 0,0 0-1 0 0,0 1 1 0 0,0-1-1 0 0,0 0 1 0 0,0 0-1 0 0,0 0 1 0 0,0 0-1 0 0,0 0 1 0 0,0 1-1 0 0,1-1 0 0 0,-1 0 1 0 0,0 0-1 0 0,0 0 1 0 0,0 0-1 0 0,0 0 1 0 0,0 0-1 0 0,0 1 1 0 0,0-1-1 0 0,0 0 1 0 0,1 0-1 0 0,-1 0 1 0 0,3 2 88 0 0,1 0 1 0 0,0 0-1 0 0,0-1 1 0 0,0 1-1 0 0,0-1 1 0 0,7 2-1 0 0,215 38-64 0 0,3-10-3714 0 0,-226-31 3603 0 0,211 18-9137 0 0,-107-16-109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19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104 162 4580 0 0,'-56'-76'14833'0'0,"24"22"-8019"0"0,16 22-7868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2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33 2228 0 0,'-3'-32'24155'0'0,"3"31"-24071"0"0,-1 2-40 0 0,0 0-1 0 0,1 0 1 0 0,-1 0-1 0 0,1 0 1 0 0,0 0-1 0 0,-1 0 1 0 0,1 0-1 0 0,0 0 1 0 0,-1 0-1 0 0,1 0 1 0 0,0 0-1 0 0,0 1 1 0 0,0-1-1 0 0,0 0 1 0 0,0 1-1 0 0,-1 8 198 0 0,-21 122 690 0 0,10-53-922 0 0,-2-5-40 0 0,-7 49-1428 0 0,19-114 2138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2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72 2604 0 0,'-8'-11'6328'0'0,"-14"-35"4723"0"0,21 44-10667 0 0,-4-6 485 0 0,3 3-1651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2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51 164 0 0,'3'-12'6801'0'0,"-2"7"-6043"0"0,6-29 7440 0 0,-3 36-7983 0 0,0 0 0 0 0,0 0 0 0 0,0 0 0 0 0,-1 0 0 0 0,7 4 0 0 0,-10-5-209 0 0,15 11 311 0 0,0 1 1 0 0,-1 0-1 0 0,-1 1 1 0 0,16 21-1 0 0,40 68 684 0 0,-47-68-856 0 0,-2 0-1 0 0,-2 2 0 0 0,-1 0 1 0 0,-2 1-1 0 0,-2 1 1 0 0,-1 0-1 0 0,-3 1 0 0 0,0 0 1 0 0,-3 0-1 0 0,-1 1 1 0 0,-2 0-1 0 0,-2-1 1 0 0,-2 1-1 0 0,-10 70 0 0 0,-1-56-145 0 0,-2 0 1 0 0,-3 0-1 0 0,-2-2 0 0 0,-2 0 0 0 0,-2-1 0 0 0,-3-2 0 0 0,-51 76 0 0 0,25-53-1130 0 0,-65 73 1 0 0,-73 47-4845 0 0,147-154 1453 0 0,4-7-2280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3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54 684 0 0,'29'-53'15898'0'0,"-113"360"-12628"0"0,71-263-3104 0 0,-1-2-229 0 0,-28 108 126 0 0,37-123-1713 0 0,-5 47 0 0 0,12-51-1141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5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4 327 2212 0 0,'1'-47'8609'0'0,"0"25"-6258"0"0,0 0 0 0 0,-2 0 1 0 0,-4-24 1072 0 0,6 77-3570 0 0,1-1 134 0 0,2 1 1 0 0,10 40-1 0 0,-1-6-4 0 0,-8-38 18 0 0,1 1 1 0 0,1 0-1 0 0,1-1 1 0 0,23 49-1 0 0,-28-71 0 0 0,0-1-1 0 0,0 1 1 0 0,0 0 0 0 0,0-1 0 0 0,1 0 0 0 0,0 0-1 0 0,0 0 1 0 0,0 0 0 0 0,1-1 0 0 0,-1 1-1 0 0,1-1 1 0 0,-1 0 0 0 0,1 0 0 0 0,7 2-1 0 0,-4-2 6 0 0,0-1-1 0 0,0 0 1 0 0,0 0-1 0 0,0-1 1 0 0,0 0-1 0 0,1 0 0 0 0,-1-1 1 0 0,16-1-1 0 0,-8-1 2 0 0,0-1 0 0 0,0 0 0 0 0,-1-2 0 0 0,1 1-1 0 0,-1-2 1 0 0,0 0 0 0 0,0-1 0 0 0,-1 0 0 0 0,19-14 0 0 0,-9 2-40 0 0,0-1 1 0 0,-2-1-1 0 0,-1 0 1 0 0,0-2-1 0 0,-2-1 1 0 0,19-28-1 0 0,5-17-35 0 0,36-78-1 0 0,-47 85 62 0 0,29-63-134 0 0,-57 119-4 0 0,-2 7 57 0 0,-1 13 28 0 0,-4 22 33 0 0,-86 386 932 0 0,65-329-659 0 0,8-27-65 0 0,-1-3-48 0 0,2 1-1 0 0,-10 125 1 0 0,24-177-254 0 0,2-1 0 0 0,-1 0 0 0 0,1 0 0 0 0,1 1 0 0 0,0-1 0 0 0,1 0 0 0 0,0-1 0 0 0,1 1 0 0 0,7 17 0 0 0,-9-25-98 0 0,0 0 0 0 0,0 1 1 0 0,0-1-1 0 0,0 0 0 0 0,1 0 0 0 0,-1 0 0 0 0,1 0 1 0 0,0-1-1 0 0,-1 1 0 0 0,1-1 0 0 0,0 0 1 0 0,1 0-1 0 0,-1 0 0 0 0,0 0 0 0 0,1 0 0 0 0,-1-1 1 0 0,1 1-1 0 0,-1-1 0 0 0,1 0 0 0 0,0 0 0 0 0,-1 0 1 0 0,1-1-1 0 0,0 1 0 0 0,0-1 0 0 0,0 0 1 0 0,-1 0-1 0 0,1 0 0 0 0,0-1 0 0 0,0 1 0 0 0,0-1 1 0 0,6-2-1 0 0,4-2-296 0 0,-1 0 0 0 0,-1 0 0 0 0,1-2 0 0 0,-1 1 0 0 0,0-2 0 0 0,0 1 0 0 0,-1-2 0 0 0,0 1 0 0 0,-1-2 0 0 0,0 1 0 0 0,0-1 0 0 0,14-20 0 0 0,-6 4 1088 0 0,-1 0 1 0 0,-2-1 0 0 0,0 0-1 0 0,17-49 1 0 0,-24 48 1248 0 0,-1-1 0 0 0,-1 1-1 0 0,2-43 1 0 0,-8 71-1789 0 0,1 0-1 0 0,-1 0 1 0 0,0-1 0 0 0,0 1-1 0 0,0 0 1 0 0,0-1 0 0 0,0 1-1 0 0,1 0 1 0 0,-1-1-1 0 0,0 1 1 0 0,0 0 0 0 0,0-1-1 0 0,0 1 1 0 0,0 0-1 0 0,0-1 1 0 0,0 1 0 0 0,0 0-1 0 0,0-1 1 0 0,0 1-1 0 0,0 0 1 0 0,-1-1 0 0 0,1 1-1 0 0,0 0 1 0 0,0-1 0 0 0,0 1-1 0 0,0 0 1 0 0,0-1-1 0 0,-1 1 1 0 0,1 0 0 0 0,0 0-1 0 0,0-1 1 0 0,-1 1-1 0 0,1 0 1 0 0,0 0 0 0 0,0-1-1 0 0,-1 1 1 0 0,1 0-1 0 0,-1 0 1 0 0,-9 11 538 0 0,-9 25-47 0 0,19-36-515 0 0,-11 22 175 0 0,2 1 0 0 0,0 0 0 0 0,2 0 0 0 0,-8 38 0 0 0,12-45-160 0 0,1 0 0 0 0,1 0 0 0 0,0 0 0 0 0,1 0 0 0 0,1 0 0 0 0,1 0 0 0 0,0 0 0 0 0,4 15 0 0 0,-5-26-45 0 0,0-1 0 0 0,1 1 1 0 0,0-1-1 0 0,-1 0 0 0 0,1 0 0 0 0,1 0 1 0 0,-1 0-1 0 0,0 0 0 0 0,1-1 0 0 0,0 1 0 0 0,0-1 1 0 0,0 1-1 0 0,0-1 0 0 0,1 0 0 0 0,-1 0 1 0 0,1-1-1 0 0,0 1 0 0 0,0-1 0 0 0,0 1 0 0 0,0-1 1 0 0,0-1-1 0 0,0 1 0 0 0,0 0 0 0 0,1-1 1 0 0,5 1-1 0 0,-2-1-119 0 0,0 0 0 0 0,1-1 0 0 0,-1 0 0 0 0,0-1 0 0 0,0 0 0 0 0,0 0 0 0 0,0-1 0 0 0,0 0 1 0 0,0 0-1 0 0,0 0 0 0 0,0-1 0 0 0,-1-1 0 0 0,10-4 0 0 0,-3-1 19 0 0,-1-1 0 0 0,0 0 0 0 0,-1 0 0 0 0,0-2 0 0 0,0 1 0 0 0,-1-1 0 0 0,0-1 0 0 0,-2 0 0 0 0,1 0 0 0 0,-1-1 0 0 0,12-27 0 0 0,3-14 1304 0 0,30-107-1 0 0,-50 149-746 0 0,2-4 67 0 0,-9 27-30 0 0,-10 32 125 0 0,7-23-459 0 0,-41 150 690 0 0,42-147-884 0 0,1 0 0 0 0,2 0-1 0 0,0 0 1 0 0,1 0 0 0 0,5 42 0 0 0,-4-60-151 0 0,0 1 1 0 0,1 0-1 0 0,0-1 1 0 0,0 1-1 0 0,1-1 1 0 0,-1 1 0 0 0,1-1-1 0 0,0 0 1 0 0,0 0-1 0 0,1 0 1 0 0,-1 0-1 0 0,1 0 1 0 0,0 0-1 0 0,0-1 1 0 0,0 1 0 0 0,0-1-1 0 0,0 0 1 0 0,1 0-1 0 0,0 0 1 0 0,-1 0-1 0 0,1-1 1 0 0,0 1-1 0 0,1-1 1 0 0,-1 0 0 0 0,0 0-1 0 0,0-1 1 0 0,1 1-1 0 0,-1-1 1 0 0,1 0-1 0 0,0 0 1 0 0,-1-1-1 0 0,1 1 1 0 0,-1-1 0 0 0,1 0-1 0 0,5-1 1 0 0,0 1-871 0 0,-1-1-1 0 0,1 0 1 0 0,-1-1 0 0 0,1 0 0 0 0,-1-1 0 0 0,15-6 0 0 0,5-5-3838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145 416 1480 0 0,'17'-66'3834'0'0,"-2"-2"0"0"0,-4 1 0 0 0,-2-2-1 0 0,-1-75 1 0 0,-8 142-3574 0 0,-1 4 39 0 0,-11 25 389 0 0,1 0 0 0 0,1 1 0 0 0,1 0 0 0 0,-5 33 0 0 0,6-27-186 0 0,-47 213 1385 0 0,-23 259 1 0 0,75-479-2947 0 0,1 1-1 0 0,0 0 1 0 0,6 52 0 0 0,-4-78 905 0 0,1 0-1 0 0,-1 0 1 0 0,0 0 0 0 0,1 0-1 0 0,-1-1 1 0 0,1 1-1 0 0,0 0 1 0 0,-1 0-1 0 0,1-1 1 0 0,0 1-1 0 0,0 0 1 0 0,0-1 0 0 0,0 1-1 0 0,1-1 1 0 0,-1 1-1 0 0,0-1 1 0 0,1 0-1 0 0,-1 1 1 0 0,1-1 0 0 0,-1 0-1 0 0,1 0 1 0 0,1 1-1 0 0,0-1-88 0 0,0-1 0 0 0,-1 1 0 0 0,1-1 0 0 0,0 1 0 0 0,0-1-1 0 0,0 0 1 0 0,0 0 0 0 0,0 0 0 0 0,-1 0 0 0 0,1-1 0 0 0,0 1-1 0 0,0-1 1 0 0,3-1 0 0 0,7-2-882 0 0,0-2-1 0 0,-1 1 1 0 0,1-2 0 0 0,21-14-1 0 0,3-8-2828 0 0,1-1-1793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6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32 575 1648 0 0,'48'-109'6385'0'0,"-4"-3"0"0"0,48-186 0 0 0,-78 245-3899 0 0,-13 51-2027 0 0,-3 8-181 0 0,0 0 0 0 0,1 1-1 0 0,0-1 1 0 0,-1 12 0 0 0,0 1 204 0 0,-50 288 3571 0 0,-39 152-2121 0 0,82-419-1758 0 0,-57 305 298 0 0,65-343-537 0 0,1 1 0 0 0,-1-1 0 0 0,1 1 0 0 0,0-1 0 0 0,0 1 0 0 0,0 0 0 0 0,0-1 0 0 0,0 1 0 0 0,0-1 0 0 0,1 1-1 0 0,-1-1 1 0 0,1 1 0 0 0,0-1 0 0 0,0 1 0 0 0,0-1 0 0 0,0 1 0 0 0,0-1 0 0 0,0 0 0 0 0,1 0 0 0 0,-1 0 0 0 0,1 0 0 0 0,2 3-1 0 0,-3-4-47 0 0,1 0 0 0 0,-1 0 0 0 0,1-1-1 0 0,-1 1 1 0 0,1-1 0 0 0,-1 1 0 0 0,1-1-1 0 0,0 1 1 0 0,-1-1 0 0 0,1 0 0 0 0,0 0-1 0 0,-1 0 1 0 0,1 0 0 0 0,0 0 0 0 0,-1 0-1 0 0,1 0 1 0 0,3-1 0 0 0,28-9-1981 0 0,-27 8 1565 0 0,17-9-2294 0 0,1-1 1 0 0,-2-1-1 0 0,0 0 1 0 0,38-32 0 0 0,-53 40 1331 0 0,20-18-6594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6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43 3532 0 0,'-85'-8'12046'0'0,"51"4"-8078"0"0,36 3-3928 0 0,-1 0 0 0 0,1 0 0 0 0,-1 0-1 0 0,1 0 1 0 0,-1 0 0 0 0,1 0-1 0 0,-1 1 1 0 0,1-1 0 0 0,0 1 0 0 0,0-1-1 0 0,-1 1 1 0 0,1-1 0 0 0,0 1-1 0 0,0 0 1 0 0,2 0 0 0 0,-3 0-5 0 0,174-15-1964 0 0,-56 11-4125 0 0,-65 3 865 0 0,-26 0 548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7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42 112 140 0 0,'-1'-2'2292'0'0,"1"-13"781"0"0,1 1 1 0 0,0 0-1 0 0,5-29 1 0 0,-3 28-1308 0 0,1 7 334 0 0,-1 18-902 0 0,-6 46 813 0 0,-3 1 0 0 0,-14 61 0 0 0,-8 82-98 0 0,28-192-1889 0 0,-1 0 37 0 0,1 0 0 0 0,0 0 0 0 0,0 0 0 0 0,1 0 0 0 0,2 9 0 0 0,-3-15-60 0 0,0 0 1 0 0,1 0-1 0 0,0-1 0 0 0,-1 1 0 0 0,1 0 1 0 0,0-1-1 0 0,0 1 0 0 0,0 0 1 0 0,0-1-1 0 0,0 1 0 0 0,0-1 1 0 0,1 0-1 0 0,-1 1 0 0 0,0-1 1 0 0,1 0-1 0 0,-1 0 0 0 0,1 0 1 0 0,-1 0-1 0 0,1 0 0 0 0,0 0 0 0 0,-1 0 1 0 0,1 0-1 0 0,0-1 0 0 0,0 1 1 0 0,-1-1-1 0 0,1 1 0 0 0,0-1 1 0 0,2 0-1 0 0,5 1-340 0 0,0-1-1 0 0,1-1 1 0 0,-1 0 0 0 0,0 0 0 0 0,0-1-1 0 0,0 0 1 0 0,0-1 0 0 0,-1 1 0 0 0,1-2-1 0 0,0 1 1 0 0,14-10 0 0 0,3-3-1415 0 0,-2 0-1 0 0,31-27 1 0 0,-35 25-642 0 0,-1-1 0 0 0,0-1 1 0 0,23-33-1 0 0,-14 12-4447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7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169 185 1332 0 0,'-135'-155'15896'0'0,"129"148"-15623"0"0,4 5-365 0 0,0-1 0 0 0,-1 0 0 0 0,1 1-1 0 0,-1 0 1 0 0,1 0 0 0 0,-1 0 0 0 0,0 0 0 0 0,-4-3 0 0 0,15 31-8855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8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69 136 0 0,'-1'-2'2503'0'0,"-18"-65"14754"0"0,-13 253-10465 0 0,18-83-5471 0 0,-71 340 1661 0 0,-9 63-2087 0 0,91-484-1428 0 0,-9 45-376 0 0,2-21-7148 0 0,10-82-365 0 0,0 16 3854 0 0,-1-5-2425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8 379 720 0 0,'-3'-55'3810'0'0,"-1"-62"2128"0"0,4 101-5263 0 0,2 1-1 0 0,0-1 1 0 0,0 1-1 0 0,1-1 1 0 0,8-19-1 0 0,-9 30-576 0 0,0-1 0 0 0,0 1-1 0 0,1 0 1 0 0,0 0 0 0 0,0 0-1 0 0,0 0 1 0 0,1 1-1 0 0,-1-1 1 0 0,1 1 0 0 0,0 0-1 0 0,1 0 1 0 0,-1 1 0 0 0,1-1-1 0 0,-1 1 1 0 0,8-4-1 0 0,-4 4-8 0 0,0-1-1 0 0,0 1 0 0 0,0 1 0 0 0,0 0 0 0 0,1 0 0 0 0,-1 0 0 0 0,1 1 0 0 0,0 1 0 0 0,11-1 0 0 0,1 3 20 0 0,0 0 0 0 0,1 2 0 0 0,-1 0-1 0 0,-1 1 1 0 0,1 1 0 0 0,-1 1 0 0 0,28 14-1 0 0,-30-12-12 0 0,0 1-1 0 0,-1 1 0 0 0,0 0 0 0 0,-1 1 1 0 0,25 24-1 0 0,-35-30 157 0 0,0 1 1 0 0,0 0-1 0 0,0 0 0 0 0,-1 0 1 0 0,0 1-1 0 0,0 0 0 0 0,-1 0 1 0 0,0 0-1 0 0,0 0 0 0 0,-1 1 1 0 0,0-1-1 0 0,0 1 0 0 0,-1 0 1 0 0,1 16-1 0 0,-3-20-19 0 0,0 1-1 0 0,0-1 0 0 0,-1 1 1 0 0,0-1-1 0 0,0 1 1 0 0,-1-1-1 0 0,1 0 1 0 0,-1 1-1 0 0,0-1 1 0 0,-1 0-1 0 0,1 0 1 0 0,-1 0-1 0 0,0-1 1 0 0,0 1-1 0 0,-1-1 1 0 0,1 0-1 0 0,-1 1 1 0 0,0-1-1 0 0,0-1 1 0 0,0 1-1 0 0,-1-1 1 0 0,1 0-1 0 0,-1 0 1 0 0,-6 3-1 0 0,-11 5 247 0 0,0-1 0 0 0,-1 0 0 0 0,0-2-1 0 0,-25 5 1 0 0,38-10-373 0 0,2-1-131 0 0,-12 5-337 0 0,-1-2 0 0 0,1-1 0 0 0,-38 4 0 0 0,57-8 297 0 0,1 0 1 0 0,0 0-1 0 0,-1 0 1 0 0,1 0-1 0 0,0 0 1 0 0,-1 0-1 0 0,1 0 1 0 0,0 0-1 0 0,-1 0 0 0 0,1 0 1 0 0,0 0-1 0 0,-1 0 1 0 0,1 0-1 0 0,0 0 1 0 0,0 0-1 0 0,-1 0 1 0 0,1-1-1 0 0,0 1 1 0 0,-1 0-1 0 0,1 0 1 0 0,0 0-1 0 0,0 0 1 0 0,-1-1-1 0 0,1 1 1 0 0,0 0-1 0 0,0 0 1 0 0,-1-1-1 0 0,1 1 1 0 0,0 0-1 0 0,0 0 1 0 0,0-1-1 0 0,0 1 1 0 0,-1 0-1 0 0,1 0 1 0 0,0-1-1 0 0,0 1 1 0 0,0 0-1 0 0,0-1 1 0 0,0 1-1 0 0,0 0 1 0 0,0-1-1 0 0,0 1 0 0 0,0 0 1 0 0,0-1-1 0 0,0 1 1 0 0,0 0-1 0 0,0-1 1 0 0,0 1-1 0 0,0 0 1 0 0,0 0-1 0 0,0-1 1 0 0,0 1-1 0 0,0 0 1 0 0,1-1-1 0 0,-1 1 1 0 0,0 0-1 0 0,0 0 1 0 0,0-1-1 0 0,1 1 1 0 0,-1 0-1 0 0,0 0 1 0 0,0-1-1 0 0,1 1 1 0 0,15-18-2189 0 0,172-125-11860 0 0,-148 109 8120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8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0 301 2452 0 0,'17'-45'4855'0'0,"-2"-2"0"0"0,14-75 0 0 0,-10 38 1287 0 0,-18 81-5263 0 0,-1 4-832 0 0,1-1 1 0 0,-1 0 0 0 0,0 1-1 0 0,1-1 1 0 0,-1 1 0 0 0,0-1 0 0 0,1 1-1 0 0,-1-1 1 0 0,0 1 0 0 0,0-1 0 0 0,1 1-1 0 0,-1-1 1 0 0,0 1 0 0 0,0-1-1 0 0,0 1 1 0 0,0-1 0 0 0,0 1 0 0 0,0-1-1 0 0,0 1 1 0 0,0-1 0 0 0,0 1 0 0 0,0-1-1 0 0,0 1 1 0 0,0 0 0 0 0,0 0-1 0 0,-2 20 509 0 0,1-17-352 0 0,-34 266 3857 0 0,1-17-3341 0 0,29-197-1418 0 0,3-1-1 0 0,9 90 1 0 0,-6-133 3 0 0,1 0 0 0 0,0 0 0 0 0,1 0 0 0 0,0 0 0 0 0,9 18 0 0 0,-10-25 52 0 0,1 0 0 0 0,0-1 0 0 0,0 1 0 0 0,0-1 0 0 0,0 0 0 0 0,6 6 0 0 0,-6-7-249 0 0,0-1 0 0 0,0 0 0 0 0,1 1 0 0 0,-1-1 0 0 0,0 0 0 0 0,1-1 0 0 0,-1 1 0 0 0,1-1 0 0 0,7 3 0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8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47 157 1656 0 0,'11'-30'7513'0'0,"10"-46"0"0"0,-8 25 1095 0 0,-14 60-7847 0 0,0 0 0 0 0,-1 0 1 0 0,0 0-1 0 0,0 0 0 0 0,-6 13 1 0 0,-3 10 311 0 0,-29 132 956 0 0,16 5-3543 0 0,24-168 1194 0 0,0 0 1 0 0,0 1 0 0 0,0-1 0 0 0,0 0 0 0 0,0 1 0 0 0,0-1 0 0 0,0 0 0 0 0,0 1 0 0 0,1-1 0 0 0,-1 0-1 0 0,0 0 1 0 0,1 1 0 0 0,-1-1 0 0 0,1 0 0 0 0,0 0 0 0 0,-1 0 0 0 0,1 0 0 0 0,0 0 0 0 0,-1 0-1 0 0,1 0 1 0 0,0 0 0 0 0,2 2 0 0 0,-2-3-52 0 0,0 1-1 0 0,0-1 1 0 0,0 0-1 0 0,0 0 1 0 0,0 0-1 0 0,0 0 1 0 0,0 0-1 0 0,0 0 1 0 0,0 0-1 0 0,0 0 1 0 0,0 0-1 0 0,0 0 1 0 0,0 0 0 0 0,0-1-1 0 0,0 1 1 0 0,0 0-1 0 0,0-1 1 0 0,0 1-1 0 0,0-1 1 0 0,0 1-1 0 0,0-1 1 0 0,0 1-1 0 0,5-7-2600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9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71 150 504 0 0,'-4'-30'7913'0'0,"-16"-56"1"0"0,12 55-5265 0 0,7 28-2285 0 0,-11 9-1012 0 0,10-2 310 0 0,-1 0-1 0 0,1 0 1 0 0,0-1 0 0 0,0 2 0 0 0,1-1 0 0 0,-1 0-1 0 0,1 0 1 0 0,0 0 0 0 0,0 1 0 0 0,0-1 0 0 0,1 1 0 0 0,-1 4-1 0 0,0 3-878 0 0,-4 32-4726 0 0,4-22 1208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9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80 976 0 0,'3'-2'3321'0'0,"-2"2"-2680"0"0,1-1 1 0 0,0 0-1 0 0,0 1 0 0 0,13-12 5772 0 0,-14 10-5771 0 0,0 1-1 0 0,0-1 0 0 0,0 0 1 0 0,0 1-1 0 0,0-1 0 0 0,-1 0 1 0 0,1 0-1 0 0,0 1 0 0 0,-1-1 1 0 0,1-3-1 0 0,-3-19 3535 0 0,1 23-4050 0 0,0 0 0 0 0,0 0 0 0 0,1-1 0 0 0,-1 1 0 0 0,0 0 0 0 0,0 0 0 0 0,0 0 1 0 0,0 0-1 0 0,0 0 0 0 0,0 1 0 0 0,0-1 0 0 0,-1 0 0 0 0,1 0 0 0 0,0 1 0 0 0,0-1 1 0 0,-1 0-1 0 0,1 1 0 0 0,0 0 0 0 0,-1-1 0 0 0,1 1 0 0 0,0 0 0 0 0,-1-1 0 0 0,-1 1 1 0 0,-9 0-42 0 0,0 1 1 0 0,-1 0-1 0 0,1 1 1 0 0,0 0-1 0 0,0 0 1 0 0,0 2 0 0 0,0-1-1 0 0,1 2 1 0 0,-1-1-1 0 0,1 1 1 0 0,0 1-1 0 0,1 0 1 0 0,-17 13 0 0 0,5-3-46 0 0,1 2 0 0 0,1 0 1 0 0,0 1-1 0 0,1 2 0 0 0,-18 25 1 0 0,27-33-9 0 0,1 1 1 0 0,1 0 0 0 0,0 0-1 0 0,1 1 1 0 0,0 0-1 0 0,1 1 1 0 0,-6 26 0 0 0,11-37-92 0 0,-1 1 0 0 0,1 0 0 0 0,1-1 1 0 0,-1 1-1 0 0,1 0 0 0 0,0-1 0 0 0,0 1 1 0 0,1 0-1 0 0,-1 0 0 0 0,1-1 1 0 0,1 1-1 0 0,-1-1 0 0 0,1 1 0 0 0,0-1 1 0 0,0 0-1 0 0,1 1 0 0 0,-1-1 0 0 0,1 0 1 0 0,0-1-1 0 0,0 1 0 0 0,1 0 0 0 0,0-1 1 0 0,0 0-1 0 0,8 8 0 0 0,-1-5-497 0 0,1 0 0 0 0,0 0 0 0 0,1-1 0 0 0,-1 0 0 0 0,1-1 0 0 0,0-1-1 0 0,0 0 1 0 0,1-1 0 0 0,-1 0 0 0 0,19 1 0 0 0,5-2-1263 0 0,0-1-1 0 0,60-6 1 0 0,37-17-5217 0 0,-67 5 286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9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367 202 2664 0 0,'4'-6'866'0'0,"0"0"-1"0"0,0-1 1 0 0,0 0 0 0 0,-1 0-1 0 0,0 0 1 0 0,0 0-1 0 0,0 0 1 0 0,-1 0 0 0 0,0-1-1 0 0,-1 1 1 0 0,0-1-1 0 0,0 1 1 0 0,0-1-1 0 0,-1 0 1 0 0,-1-11 0 0 0,0 15-630 0 0,1 1 1 0 0,-1 0-1 0 0,1-1 1 0 0,-1 1-1 0 0,0-1 1 0 0,0 1-1 0 0,-1 0 1 0 0,1 0-1 0 0,-1 0 1 0 0,0 0-1 0 0,1 0 1 0 0,-1 0-1 0 0,0 0 1 0 0,-1 0-1 0 0,1 1 1 0 0,0-1-1 0 0,-1 1 1 0 0,0 0 0 0 0,1 0-1 0 0,-1 0 1 0 0,0 0-1 0 0,0 0 1 0 0,0 0-1 0 0,0 1 1 0 0,0-1-1 0 0,-1 1 1 0 0,1 0-1 0 0,0 0 1 0 0,-1 0-1 0 0,1 1 1 0 0,-1-1-1 0 0,1 1 1 0 0,-1 0-1 0 0,1 0 1 0 0,-7 0-1 0 0,-2 2-53 0 0,0 0-1 0 0,0 0 1 0 0,0 1-1 0 0,0 1 1 0 0,0 0-1 0 0,1 0 1 0 0,-1 1-1 0 0,1 1 1 0 0,0 0-1 0 0,1 0 0 0 0,0 1 1 0 0,0 1-1 0 0,0 0 1 0 0,-10 11-1 0 0,4-4-66 0 0,1 1 1 0 0,1 1-1 0 0,1 1 0 0 0,1 0 0 0 0,0 0 0 0 0,1 1 0 0 0,-10 25 1 0 0,17-34-162 0 0,0 0 1 0 0,1 1 0 0 0,1-1 0 0 0,0 1-1 0 0,0-1 1 0 0,1 1 0 0 0,0-1-1 0 0,1 1 1 0 0,0 0 0 0 0,1-1 0 0 0,0 1-1 0 0,3 13 1 0 0,-3-19-120 0 0,0 0 1 0 0,1-1-1 0 0,-1 1 1 0 0,1-1-1 0 0,0 1 0 0 0,1-1 1 0 0,-1 0-1 0 0,1 0 1 0 0,0 0-1 0 0,0 0 0 0 0,0-1 1 0 0,0 1-1 0 0,0-1 1 0 0,1 1-1 0 0,0-1 0 0 0,0 0 1 0 0,0-1-1 0 0,0 1 1 0 0,0-1-1 0 0,0 1 0 0 0,1-1 1 0 0,-1-1-1 0 0,1 1 0 0 0,-1-1 1 0 0,1 1-1 0 0,0-1 1 0 0,0-1-1 0 0,-1 1 0 0 0,8 0 1 0 0,-3-2-63 0 0,-1 0 1 0 0,1 0-1 0 0,0 0 1 0 0,-1-1-1 0 0,0-1 1 0 0,1 1 0 0 0,-1-1-1 0 0,0-1 1 0 0,0 1-1 0 0,-1-1 1 0 0,1-1-1 0 0,-1 0 1 0 0,0 0-1 0 0,0 0 1 0 0,0-1-1 0 0,10-11 1 0 0,4-6 5 0 0,-1 0 0 0 0,-1-2-1 0 0,21-35 1 0 0,20-56 1566 0 0,-17 27 2128 0 0,-40 84-3457 0 0,3-4 840 0 0,-6 9-840 0 0,0 0 1 0 0,0 0-1 0 0,0 0 1 0 0,0 0-1 0 0,1 0 1 0 0,-1 0-1 0 0,0 0 0 0 0,0-1 1 0 0,0 1-1 0 0,0 1 1 0 0,1-1-1 0 0,-1 0 1 0 0,0 0-1 0 0,0 0 1 0 0,0 0-1 0 0,1 0 1 0 0,-1 0-1 0 0,0 0 1 0 0,0 0-1 0 0,0 0 1 0 0,0 0-1 0 0,1 0 1 0 0,-1 0-1 0 0,0 0 1 0 0,0 1-1 0 0,0-1 0 0 0,0 0 1 0 0,0 0-1 0 0,0 0 1 0 0,1 0-1 0 0,-1 0 1 0 0,0 1-1 0 0,0-1 1 0 0,0 0-1 0 0,0 0 1 0 0,0 0-1 0 0,0 0 1 0 0,0 0-1 0 0,0 1 1 0 0,0-1-1 0 0,0 0 1 0 0,0 0-1 0 0,0 0 0 0 0,0 1 1 0 0,1 0 27 0 0,-1-1 0 0 0,0 1 1 0 0,0 0-1 0 0,0 0 0 0 0,0 0 0 0 0,0 0 0 0 0,0-1 0 0 0,0 1 1 0 0,0 0-1 0 0,0 0 0 0 0,-1 0 0 0 0,1 0 0 0 0,0-1 1 0 0,0 1-1 0 0,-1 0 0 0 0,1 0 0 0 0,-1 0 0 0 0,0 2 111 0 0,-14 60 1526 0 0,5-29-1603 0 0,3 0 0 0 0,1 0 1 0 0,-3 54-1 0 0,9-86-330 0 0,0 1 0 0 0,0-1 0 0 0,0 1 0 0 0,0-1 0 0 0,1 1 0 0 0,-1-1 0 0 0,1 1 0 0 0,0-1 0 0 0,0 1 0 0 0,0-1 0 0 0,0 0 0 0 0,0 0 0 0 0,0 1 0 0 0,1-1 0 0 0,-1 0 0 0 0,1 0 0 0 0,-1 0 0 0 0,1 0 0 0 0,0 0 0 0 0,0-1 0 0 0,2 3 0 0 0,-3-4 60 0 0,0 1-1 0 0,1-1 0 0 0,-1 0 0 0 0,0 1 0 0 0,0-1 0 0 0,0 0 0 0 0,1 0 1 0 0,-1 0-1 0 0,0 0 0 0 0,1 0 0 0 0,-1 0 0 0 0,0 0 0 0 0,0 0 1 0 0,1 0-1 0 0,-1 0 0 0 0,2-1 0 0 0,0 0-378 0 0,1 0-257 0 0,-1 0-1 0 0,1 1 1 0 0,0-2-1 0 0,-1 1 1 0 0,1 0-1 0 0,-1-1 1 0 0,5-2-1 0 0,-3 1-828 0 0,18-9-6256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29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16 420 2148 0 0,'42'-284'19775'0'0,"-30"173"-11715"0"0,-8 86-7158 0 0,-6 49 305 0 0,-1 13-532 0 0,-10 366-675 0 0,-17 216 0 0 0,26-583-919 0 0,-18 126-11455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0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1712 0 0,'32'-73'24690'0'0,"-31"77"-25133"0"0,1 3 786 0 0,-1 1 0 0 0,0-1 0 0 0,0 1 0 0 0,0-1 0 0 0,-1 1 0 0 0,-1-1 0 0 0,1 1 0 0 0,-3 12 0 0 0,0-2-26 0 0,-5 54 315 0 0,-3 30-1048 0 0,10-36-3663 0 0,1-61 3493 0 0,0-1 0 0 0,1 1 0 0 0,0-1 1 0 0,-1 1-1 0 0,2-1 0 0 0,-1 1 0 0 0,0-1 1 0 0,3 5-1 0 0,-2-6-311 0 0,-1-1 0 0 0,1 0 1 0 0,-1 1-1 0 0,1-1 0 0 0,0 0 1 0 0,2 2-898 0 0,-2-2 898 0 0,3 1-1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0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112 193 1428 0 0,'-1'-2'3007'0'0,"-12"-29"8125"0"0,-2 37-8988 0 0,12-4-1864 0 0,0 0-1 0 0,0 1 1 0 0,0-1-1 0 0,1 1 1 0 0,-1-1 0 0 0,1 1-1 0 0,0 0 1 0 0,0 0-1 0 0,-3 6 1 0 0,-14 32 1304 0 0,16-34-1322 0 0,-3 7-70 0 0,0-1 1 0 0,2 1-1 0 0,-1 0 1 0 0,2 0-1 0 0,0 1 1 0 0,0-1-1 0 0,2 1 1 0 0,0-1-1 0 0,1 24 1 0 0,0-35-186 0 0,0-1 0 0 0,1 0 1 0 0,-1 1-1 0 0,1-1 0 0 0,-1 0 1 0 0,1 1-1 0 0,0-1 0 0 0,0 0 1 0 0,0 0-1 0 0,1 1 0 0 0,-1-1 1 0 0,0 0-1 0 0,1 0 1 0 0,-1 0-1 0 0,1-1 0 0 0,0 1 1 0 0,-1 0-1 0 0,1-1 0 0 0,0 1 1 0 0,0-1-1 0 0,0 1 0 0 0,0-1 1 0 0,1 0-1 0 0,-1 0 0 0 0,0 0 1 0 0,0 0-1 0 0,1 0 0 0 0,-1-1 1 0 0,0 1-1 0 0,1-1 1 0 0,-1 1-1 0 0,1-1 0 0 0,2 0 1 0 0,5-1-225 0 0,-1 0 0 0 0,0-1 1 0 0,1 0-1 0 0,-1 0 0 0 0,0-1 1 0 0,0-1-1 0 0,-1 1 0 0 0,1-1 1 0 0,14-10-1 0 0,-11 6-71 0 0,0-1 0 0 0,-1-1-1 0 0,0 0 1 0 0,-1 0 0 0 0,0-1-1 0 0,10-13 1 0 0,-10 9 133 0 0,0 0-1 0 0,0-1 1 0 0,-2 0 0 0 0,0 0-1 0 0,-1-1 1 0 0,0 0 0 0 0,-2 0-1 0 0,0-1 1 0 0,-1 1 0 0 0,0-1-1 0 0,0-20 1 0 0,-3 31 177 0 0,-1 1 1 0 0,-1-1-1 0 0,1 1 1 0 0,-1-1-1 0 0,0 1 1 0 0,-1-1-1 0 0,1 1 1 0 0,-1 0-1 0 0,-1-1 1 0 0,1 1-1 0 0,-1 0 0 0 0,0 1 1 0 0,-4-7-1 0 0,5 9-19 0 0,0 0 0 0 0,0 1 0 0 0,-1 0 0 0 0,1-1 0 0 0,-1 1 0 0 0,1 0 0 0 0,-1 0 0 0 0,0 1 1 0 0,1-1-1 0 0,-1 0 0 0 0,0 1 0 0 0,0 0 0 0 0,0-1 0 0 0,0 1 0 0 0,-1 1 0 0 0,1-1 0 0 0,0 0 0 0 0,0 1 0 0 0,-1-1 0 0 0,1 1 0 0 0,0 0 0 0 0,0 0 0 0 0,-1 0 0 0 0,1 1 0 0 0,0-1 0 0 0,0 1 0 0 0,-1 0 0 0 0,-2 1 0 0 0,-5 2 24 0 0,1 0-1 0 0,0 1 1 0 0,0 1-1 0 0,0-1 1 0 0,0 1-1 0 0,1 1 1 0 0,0 0 0 0 0,1 0-1 0 0,-15 16 1 0 0,17-16-235 0 0,1-1 0 0 0,0 1 0 0 0,1 0 0 0 0,-1 0 0 0 0,1 0 0 0 0,-4 11 0 0 0,7-14-245 0 0,-1 0 0 0 0,1 1 0 0 0,0-1 0 0 0,0 1 0 0 0,1 0 0 0 0,-1-1 0 0 0,1 1 0 0 0,0-1 1 0 0,0 1-1 0 0,0 0 0 0 0,3 8 0 0 0,3 0-3554 0 0,2 0-1838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1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41 107 772 0 0,'13'-30'5193'0'0,"-7"16"-2146"0"0,0-1 0 0 0,1 1 0 0 0,12-18 0 0 0,-18 31-2702 0 0,-1 1-319 0 0,1 0 0 0 0,-1 1 0 0 0,0-1 0 0 0,1 0 1 0 0,-1 1-1 0 0,0-1 0 0 0,1 0 0 0 0,-1 1 0 0 0,0-1 0 0 0,1 0 1 0 0,-1 1-1 0 0,0-1 0 0 0,0 1 0 0 0,0-1 0 0 0,1 1 0 0 0,-1-1 1 0 0,0 1-1 0 0,0-1 0 0 0,0 1 0 0 0,0-1 0 0 0,0 1 0 0 0,0-1 1 0 0,0 0-1 0 0,0 1 0 0 0,0-1 0 0 0,0 2 0 0 0,0 15 303 0 0,0-16-268 0 0,-8 62 1337 0 0,-3 0-1 0 0,-26 92 1 0 0,16-76-995 0 0,1-3 597 0 0,19-73-602 0 0,5-26-414 0 0,5 4-115 0 0,0 0-1 0 0,2 0 1 0 0,0 1 0 0 0,25-30 0 0 0,62-59-269 0 0,-95 104 395 0 0,27-30-106 0 0,3 1 1 0 0,0 2-1 0 0,58-40 0 0 0,-90 69 118 0 0,1 0 1 0 0,-1 0-1 0 0,1 0 0 0 0,-1 0 0 0 0,1 1 1 0 0,0-1-1 0 0,-1 0 0 0 0,1 1 0 0 0,0-1 0 0 0,-1 1 1 0 0,1-1-1 0 0,0 1 0 0 0,0 0 0 0 0,0 0 0 0 0,-1 0 1 0 0,1 0-1 0 0,0 0 0 0 0,0 0 0 0 0,-1 0 1 0 0,1 0-1 0 0,0 1 0 0 0,0-1 0 0 0,-1 1 0 0 0,1 0 1 0 0,0-1-1 0 0,-1 1 0 0 0,1 0 0 0 0,0 0 0 0 0,-1 0 1 0 0,0 0-1 0 0,1 0 0 0 0,-1 0 0 0 0,1 0 1 0 0,-1 1-1 0 0,0-1 0 0 0,0 0 0 0 0,0 1 0 0 0,0-1 1 0 0,0 1-1 0 0,1 1 0 0 0,1 3 199 0 0,0 0 1 0 0,-1 0-1 0 0,0 1 0 0 0,0-1 0 0 0,0 1 0 0 0,-1-1 1 0 0,1 1-1 0 0,-2-1 0 0 0,1 10 0 0 0,-12 165 3659 0 0,5-142-3481 0 0,3-15-199 0 0,-1 31-1 0 0,4-55-233 0 0,0 1-1 0 0,0-1 1 0 0,0 0-1 0 0,0 0 1 0 0,0 0-1 0 0,0 0 1 0 0,0 0-1 0 0,0 0 0 0 0,0 1 1 0 0,0-1-1 0 0,0 0 1 0 0,0 0-1 0 0,0 0 1 0 0,0 0-1 0 0,0 0 1 0 0,0 1-1 0 0,0-1 1 0 0,0 0-1 0 0,0 0 1 0 0,0 0-1 0 0,0 0 1 0 0,0 0-1 0 0,0 0 1 0 0,0 1-1 0 0,0-1 1 0 0,3 1-1239 0 0,-3-1 1238 0 0,8-7-1898 0 0,4-12-2170 0 0,-10 15 2424 0 0,0 0 0 0 0,0-1 0 0 0,0 1-1 0 0,-1-1 1 0 0,2-6 0 0 0,2-12-8090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1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94 1288 0 0,'-353'-91'17526'0'0,"333"89"-17284"0"0,17 2-543 0 0,0 0-314 0 0,-7 1-347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1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0 3112 0 0,'-26'7'2395'0'0,"-99"27"10623"0"0,123-33-12543 0 0,42 10 482 0 0,357 15-3751 0 0,-338-24 1450 0 0,86-2-5471 0 0,-71-3 215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2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259 578 2068 0 0,'-15'-46'11561'0'0,"15"45"-11504"0"0,0 1 1 0 0,0 0-1 0 0,0-1 1 0 0,0 1-1 0 0,0-1 1 0 0,-1 1-1 0 0,1-1 1 0 0,0 1-1 0 0,0-1 1 0 0,0 1-1 0 0,0 0 1 0 0,-1-1-1 0 0,1 1 1 0 0,0-1-1 0 0,0 1 1 0 0,-1 0-1 0 0,1-1 1 0 0,0 1 0 0 0,0 0-1 0 0,-1-1 1 0 0,1 1-1 0 0,0 0 1 0 0,-1-1-1 0 0,1 1 1 0 0,-1 0-1 0 0,1 0 1 0 0,0-1-1 0 0,-1 1 1 0 0,1 0-1 0 0,-1 0 1 0 0,1 0-1 0 0,-1 0 1 0 0,1 0-1 0 0,-1 0 1 0 0,1 0-1 0 0,0-1 1 0 0,-1 1-1 0 0,1 0 1 0 0,-1 1-1 0 0,1-1 1 0 0,-1 0 0 0 0,1 0-1 0 0,-1 0 1 0 0,1 0-1 0 0,-1 0 1 0 0,1 0-1 0 0,-1 1 1 0 0,-18 10 92 0 0,18-10-21 0 0,-21 17 84 0 0,0 1 1 0 0,1 1-1 0 0,1 1 1 0 0,-22 29-1 0 0,31-35-185 0 0,0 1 0 0 0,2 0 0 0 0,-1 0 0 0 0,2 1-1 0 0,0 0 1 0 0,2 0 0 0 0,-9 29 0 0 0,15-43-18 0 0,-1 0 1 0 0,0-1-1 0 0,1 1 1 0 0,0 0-1 0 0,-1 0 0 0 0,1 0 1 0 0,0 0-1 0 0,1 0 1 0 0,-1 0-1 0 0,0-1 0 0 0,1 1 1 0 0,-1 0-1 0 0,1 0 1 0 0,0 0-1 0 0,0-1 0 0 0,0 1 1 0 0,1 0-1 0 0,-1-1 1 0 0,1 1-1 0 0,-1-1 0 0 0,1 0 1 0 0,0 1-1 0 0,0-1 1 0 0,0 0-1 0 0,3 3 0 0 0,0-2 5 0 0,0 0-1 0 0,0 0 0 0 0,0-1 1 0 0,0 0-1 0 0,0 0 1 0 0,1 0-1 0 0,-1-1 0 0 0,0 0 1 0 0,1 0-1 0 0,0 0 1 0 0,-1 0-1 0 0,10-1 0 0 0,0-1 5 0 0,0 0-1 0 0,-1-1 1 0 0,1 0 0 0 0,0-2-1 0 0,-1 1 1 0 0,0-2-1 0 0,0 0 1 0 0,0 0-1 0 0,0-2 1 0 0,-1 0-1 0 0,0 0 1 0 0,-1-1 0 0 0,1 0-1 0 0,-2-1 1 0 0,1-1-1 0 0,18-20 1 0 0,-16 14-14 0 0,-1 0-1 0 0,0 0 1 0 0,-2-1 0 0 0,0-1 0 0 0,-1 0 0 0 0,-1 0 0 0 0,0-1-1 0 0,-1 0 1 0 0,-2-1 0 0 0,0 0 0 0 0,6-34 0 0 0,-11 47-16 0 0,0 0 1 0 0,-1 1 0 0 0,1-1 0 0 0,-1 0-1 0 0,-1 1 1 0 0,1-1 0 0 0,-1 0-1 0 0,0 1 1 0 0,-1-1 0 0 0,0 1-1 0 0,-4-13 1 0 0,4 17 3 0 0,0-1-1 0 0,1 0 0 0 0,-1 1 1 0 0,0-1-1 0 0,0 1 1 0 0,0 0-1 0 0,-1 0 1 0 0,1 0-1 0 0,0 0 1 0 0,-1 0-1 0 0,0 0 0 0 0,1 1 1 0 0,-1-1-1 0 0,0 1 1 0 0,0-1-1 0 0,1 1 1 0 0,-1 0-1 0 0,0 0 0 0 0,0 1 1 0 0,-1-1-1 0 0,1 1 1 0 0,0-1-1 0 0,0 1 1 0 0,0 0-1 0 0,0 0 0 0 0,0 0 1 0 0,-4 1-1 0 0,-4 1-6 0 0,0 0-1 0 0,0 0 0 0 0,0 1 0 0 0,1 1 1 0 0,-1 0-1 0 0,-17 9 0 0 0,23-11 12 0 0,1 1-1 0 0,-1-1 0 0 0,1 1 1 0 0,0 0-1 0 0,0 0 1 0 0,0 1-1 0 0,0-1 1 0 0,1 1-1 0 0,-1 0 1 0 0,1-1-1 0 0,0 2 0 0 0,0-1 1 0 0,1 0-1 0 0,-1 1 1 0 0,1-1-1 0 0,0 1 1 0 0,-2 5-1 0 0,4-8 8 0 0,-1 0 0 0 0,1-1 0 0 0,0 1 0 0 0,0 0 0 0 0,0 0 0 0 0,0 0 0 0 0,0-1 1 0 0,0 1-1 0 0,1 0 0 0 0,-1 0 0 0 0,1 0 0 0 0,-1-1 0 0 0,1 1 0 0 0,-1 0 0 0 0,1-1 0 0 0,0 1 0 0 0,0-1 0 0 0,0 1 0 0 0,2 2 0 0 0,0-1 2 0 0,0 0 1 0 0,0 0-1 0 0,0-1 0 0 0,1 1 0 0 0,-1-1 0 0 0,1 0 0 0 0,-1 0 0 0 0,6 2 0 0 0,6 2 8 0 0,0-1-1 0 0,0-1 1 0 0,23 4 0 0 0,-3-3-3 0 0,0-2 0 0 0,0-1 0 0 0,0-2 0 0 0,0-1 1 0 0,0-2-1 0 0,-1-2 0 0 0,1-1 0 0 0,-1-1 0 0 0,0-2 0 0 0,45-18 1 0 0,-41 11-19 0 0,0-1 1 0 0,-2-3 0 0 0,0 0-1 0 0,-1-3 1 0 0,-1-1 0 0 0,-1-1-1 0 0,-1-2 1 0 0,39-43 0 0 0,-33 24 306 0 0,-2-2 1 0 0,-2-1 0 0 0,40-78-1 0 0,-48 82 543 0 0,-25 44-651 0 0,-4 2-122 0 0,-1 1-53 0 0,0 0 1 0 0,0 1 0 0 0,-1 0 0 0 0,2-1 0 0 0,-1 2-1 0 0,0-1 1 0 0,1 0 0 0 0,-1 1 0 0 0,1 0 0 0 0,-4 5 0 0 0,-30 50 75 0 0,23-36-51 0 0,-41 72 365 0 0,4 3 0 0 0,-69 191 0 0 0,-36 224 911 0 0,-40 373-433 0 0,179-770-806 0 0,-22 116 362 0 0,38-226-248 0 0,-1 1 0 0 0,0 0 1 0 0,0-1-1 0 0,0 0 0 0 0,-1 1 1 0 0,0-1-1 0 0,0 0 0 0 0,-6 8 1 0 0,7-12-131 0 0,0-1 1 0 0,1 1-1 0 0,-1 0 1 0 0,0-1 0 0 0,0 1-1 0 0,0-1 1 0 0,0 1-1 0 0,0-1 1 0 0,0 0-1 0 0,0 0 1 0 0,0 0 0 0 0,-1 0-1 0 0,1-1 1 0 0,0 1-1 0 0,-1 0 1 0 0,1-1-1 0 0,0 0 1 0 0,-1 1-1 0 0,1-1 1 0 0,-1 0 0 0 0,1 0-1 0 0,0-1 1 0 0,-1 1-1 0 0,1 0 1 0 0,-1-1-1 0 0,-2 0 1 0 0,-7-4 32 0 0,0 1 0 0 0,0-2 0 0 0,1 1-1 0 0,0-2 1 0 0,0 1 0 0 0,0-2 0 0 0,1 1 0 0 0,-18-18 0 0 0,-3-7-1 0 0,-32-41 1 0 0,44 50-89 0 0,2-1-1 0 0,0 0 1 0 0,2-1-1 0 0,0-1 0 0 0,2-1 1 0 0,-13-36-1 0 0,21 49 4 0 0,1-1 0 0 0,1 1 0 0 0,0-1 0 0 0,1 0 0 0 0,0 0-1 0 0,1 0 1 0 0,1 1 0 0 0,1-1 0 0 0,0 0 0 0 0,1 0-1 0 0,0 0 1 0 0,1 0 0 0 0,1 1 0 0 0,7-20 0 0 0,2 7-177 0 0,0 1 0 0 0,2 0 0 0 0,1 1 1 0 0,1 0-1 0 0,1 2 0 0 0,1 0 0 0 0,1 1 0 0 0,1 1 1 0 0,36-28-1 0 0,-10 14-735 0 0,2 1 0 0 0,1 3 0 0 0,96-44 1 0 0,-50 37-2844 0 0,127-34 1 0 0,-113 40-3368 0 0,-52 14-437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3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1648 0 0,'4'-11'1748'0'0,"16"-45"4324"0"0,-18 51-5684 0 0,1 0-1 0 0,-1 1 0 0 0,1-1 1 0 0,0 1-1 0 0,0 0 1 0 0,0 0-1 0 0,0 0 1 0 0,8-6-1 0 0,-10 9-332 0 0,1 0-1 0 0,0 0 0 0 0,-1 0 1 0 0,1 0-1 0 0,-1 0 0 0 0,1 0 1 0 0,0 1-1 0 0,0-1 0 0 0,-1 1 1 0 0,1 0-1 0 0,0-1 0 0 0,0 1 1 0 0,-1 0-1 0 0,1 0 0 0 0,0 0 1 0 0,0 0-1 0 0,0 0 0 0 0,2 1 1 0 0,-1 0 18 0 0,1 0 0 0 0,-1 0 1 0 0,1 1-1 0 0,-1-1 0 0 0,0 1 1 0 0,0 0-1 0 0,0 0 0 0 0,5 4 1 0 0,-2-1 55 0 0,0 1 1 0 0,0 0-1 0 0,0 0 0 0 0,-1 1 1 0 0,0 0-1 0 0,0-1 0 0 0,4 10 1 0 0,-4-3 178 0 0,0-1 1 0 0,0 1-1 0 0,-2 0 1 0 0,1 0-1 0 0,-2 0 1 0 0,1 1-1 0 0,-2-1 1 0 0,0 1-1 0 0,-1-1 0 0 0,0 1 1 0 0,-1-1-1 0 0,0 1 1 0 0,-1-1-1 0 0,-1 0 1 0 0,0 0-1 0 0,-1 0 1 0 0,0 0-1 0 0,-1 0 1 0 0,0-1-1 0 0,-11 19 1 0 0,16-31-280 0 0,-1 1 0 0 0,1-1 0 0 0,0 1 0 0 0,0-1 0 0 0,0 1 0 0 0,-1-1 0 0 0,1 1 1 0 0,0-1-1 0 0,-1 1 0 0 0,1-1 0 0 0,0 1 0 0 0,-1-1 0 0 0,1 1 0 0 0,0-1 0 0 0,-1 0 0 0 0,1 1 0 0 0,-1-1 1 0 0,1 1-1 0 0,-1-1 0 0 0,1 0 0 0 0,-1 0 0 0 0,1 1 0 0 0,-1-1 0 0 0,1 0 0 0 0,-1 0 0 0 0,0 0 0 0 0,1 0 1 0 0,-1 1-1 0 0,1-1 0 0 0,-1 0 0 0 0,1 0 0 0 0,-1 0 0 0 0,0 0 0 0 0,1 0 0 0 0,-1-1 0 0 0,1 1 0 0 0,-1 0 1 0 0,0 0-1 0 0,1 0 0 0 0,-1 0 0 0 0,1-1 0 0 0,-1 1 0 0 0,1 0 0 0 0,-1 0 0 0 0,1-1 0 0 0,-1 1 0 0 0,1 0 1 0 0,-1-1-1 0 0,1 1 0 0 0,0-1 0 0 0,-1 1 0 0 0,1-1 0 0 0,0 1 0 0 0,-1-1 0 0 0,-1-2-15 0 0,1 1 0 0 0,-1-1 0 0 0,1 1 0 0 0,0-1-1 0 0,0 0 1 0 0,0 1 0 0 0,0-1 0 0 0,0 0 0 0 0,0-4 0 0 0,1-6-3 0 0,1 0 0 0 0,0 1 0 0 0,0 0 0 0 0,2-1 0 0 0,-1 1 0 0 0,2 0 0 0 0,0 0 0 0 0,0 0 0 0 0,1 0 0 0 0,0 1 0 0 0,1 0 0 0 0,0 0 0 0 0,1 0 0 0 0,0 1 0 0 0,1 0 0 0 0,12-12 0 0 0,-12 13-23 0 0,1 0 0 0 0,0 1-1 0 0,1 0 1 0 0,0 0 0 0 0,0 1-1 0 0,1 1 1 0 0,0-1 0 0 0,0 2 0 0 0,1 0-1 0 0,-1 0 1 0 0,1 1 0 0 0,0 0-1 0 0,0 1 1 0 0,0 0 0 0 0,1 1-1 0 0,17-1 1 0 0,-20 3-3 0 0,-1 1-1 0 0,1 0 1 0 0,0 0-1 0 0,0 1 1 0 0,-1 0-1 0 0,1 1 1 0 0,-1 0-1 0 0,1 0 1 0 0,-1 1-1 0 0,0 1 1 0 0,0-1-1 0 0,-1 1 1 0 0,0 1-1 0 0,0-1 1 0 0,0 2-1 0 0,0-1 1 0 0,-1 1-1 0 0,0 0 1 0 0,9 12 0 0 0,-9-9 18 0 0,-1 0 0 0 0,0 0 0 0 0,0 0 0 0 0,-1 1 0 0 0,-1-1 0 0 0,0 1 0 0 0,0 0 0 0 0,-1 1 0 0 0,-1-1 0 0 0,0 1 0 0 0,0-1 0 0 0,-1 1 0 0 0,-1-1 0 0 0,1 1 0 0 0,-2 0 0 0 0,-2 14 0 0 0,0-9 9 0 0,-1 0 1 0 0,0-1-1 0 0,-2 0 1 0 0,0 0-1 0 0,-10 20 1 0 0,12-29 10 0 0,1 0 0 0 0,-2 0 0 0 0,1 0 1 0 0,-1-1-1 0 0,0 0 0 0 0,0 1 0 0 0,0-2 1 0 0,-1 1-1 0 0,0-1 0 0 0,0 0 0 0 0,-1 0 1 0 0,0-1-1 0 0,-7 5 0 0 0,12-8-17 0 0,1-1 0 0 0,0 1 0 0 0,0-1 0 0 0,-1 1 0 0 0,1-1 0 0 0,0 1 0 0 0,-1-1 0 0 0,1 0 0 0 0,0 0 0 0 0,-1 1 0 0 0,1-1 0 0 0,0 0 0 0 0,-1 0 0 0 0,1 0 0 0 0,0-1 0 0 0,-1 1 0 0 0,1 0 0 0 0,0-1 0 0 0,-1 1 0 0 0,1 0 0 0 0,0-1 0 0 0,-1 1 0 0 0,1-1 0 0 0,-1-1 0 0 0,0 1-5 0 0,1 0 0 0 0,0-1 0 0 0,0 0-1 0 0,0 1 1 0 0,0-1 0 0 0,0 0 0 0 0,0 0-1 0 0,0 1 1 0 0,0-1 0 0 0,0 0 0 0 0,1 0-1 0 0,-1 0 1 0 0,1 0 0 0 0,-1-3 0 0 0,1-5-20 0 0,-1 1 1 0 0,1-1-1 0 0,1 0 1 0 0,0 0-1 0 0,2-12 1 0 0,2 4 5 0 0,1 1 0 0 0,0 0 0 0 0,1 1 0 0 0,1-1 0 0 0,1 1 0 0 0,0 1 0 0 0,1-1 0 0 0,0 2 0 0 0,1-1 0 0 0,1 2 0 0 0,18-17 0 0 0,-9 10 4 0 0,1 2-1 0 0,1 0 1 0 0,0 2 0 0 0,1 0-1 0 0,1 2 1 0 0,39-17 0 0 0,-50 25-22 0 0,0 1 1 0 0,0 0-1 0 0,1 2 1 0 0,0-1-1 0 0,-1 2 1 0 0,1 0 0 0 0,0 1-1 0 0,18 0 1 0 0,-29 1 24 0 0,1 0-1 0 0,-1 1 1 0 0,1-1 0 0 0,-1 1 0 0 0,0 0 0 0 0,0 1 0 0 0,0-1-1 0 0,0 0 1 0 0,0 1 0 0 0,0 0 0 0 0,0 0 0 0 0,0 0 0 0 0,0 1-1 0 0,-1-1 1 0 0,1 1 0 0 0,-1 0 0 0 0,0 0 0 0 0,0 0-1 0 0,0 0 1 0 0,0 1 0 0 0,-1-1 0 0 0,1 1 0 0 0,-1-1 0 0 0,0 1-1 0 0,0 0 1 0 0,0 0 0 0 0,0 0 0 0 0,-1 0 0 0 0,0 1-1 0 0,0-1 1 0 0,1 8 0 0 0,0 3-21 0 0,-2 0 0 0 0,0 1-1 0 0,-1-1 1 0 0,0 1 0 0 0,-2-1-1 0 0,1 0 1 0 0,-6 15 0 0 0,3-13-1145 0 0,2 1 0 0 0,0-1 0 0 0,0 1 0 0 0,1 31 0 0 0,2-47 845 0 0,1 0 1 0 0,-1 0 0 0 0,0 1 0 0 0,1-1-1 0 0,-1 0 1 0 0,1 0 0 0 0,0 0 0 0 0,0 0-1 0 0,-1 0 1 0 0,2 0 0 0 0,-1 0 0 0 0,0 0-1 0 0,0 0 1 0 0,0-1 0 0 0,1 1 0 0 0,-1 0-1 0 0,1-1 1 0 0,-1 1 0 0 0,1-1 0 0 0,0 0-1 0 0,0 1 1 0 0,0-1 0 0 0,-1 0 0 0 0,1 0-1 0 0,0 0 1 0 0,0 0 0 0 0,0-1 0 0 0,1 1-1 0 0,1 0 1 0 0,10 2-4782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4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179 253 1992 0 0,'15'-14'1956'0'0,"-1"-2"0"0"0,-1 1 0 0 0,0-1 0 0 0,20-36 0 0 0,-12 13 2832 0 0,19-51 0 0 0,-40 89-4769 0 0,0 1-1 0 0,0 0 1 0 0,0 0 0 0 0,1-1-1 0 0,-1 1 1 0 0,0 0-1 0 0,0 0 1 0 0,0-1 0 0 0,0 1-1 0 0,0 0 1 0 0,0-1 0 0 0,0 1-1 0 0,0 0 1 0 0,0 0 0 0 0,0-1-1 0 0,0 1 1 0 0,0 0 0 0 0,0 0-1 0 0,0-1 1 0 0,0 1 0 0 0,-1 0-1 0 0,1-1 1 0 0,0 1 0 0 0,0 0-1 0 0,0 0 1 0 0,0 0-1 0 0,0-1 1 0 0,-1 1 0 0 0,1 0-1 0 0,0 0 1 0 0,0 0 0 0 0,0-1-1 0 0,-1 1 1 0 0,1 0 0 0 0,0 0-1 0 0,0 0 1 0 0,0 0 0 0 0,-1-1-1 0 0,1 1 1 0 0,0 0 0 0 0,0 0-1 0 0,-1 0 1 0 0,1 0-1 0 0,0 0 1 0 0,-1 0 0 0 0,1 0-1 0 0,0 0 1 0 0,0 0 0 0 0,-1 0-1 0 0,1 0 1 0 0,0 0 0 0 0,-1 0-1 0 0,-13 2 193 0 0,13-2-219 0 0,-8 2 46 0 0,1 0 0 0 0,0 1 0 0 0,0 0 0 0 0,0 1-1 0 0,0 0 1 0 0,1 0 0 0 0,-14 10 0 0 0,-44 42 108 0 0,64-55-143 0 0,-25 23 39 0 0,-40 50 0 0 0,56-60-26 0 0,0 1-1 0 0,0 0 1 0 0,1 0 0 0 0,1 1-1 0 0,-10 26 1 0 0,17-39-12 0 0,0 1 0 0 0,0-1 0 0 0,0 0 0 0 0,0 1 0 0 0,1-1 0 0 0,0 0 1 0 0,-1 1-1 0 0,1-1 0 0 0,0 1 0 0 0,0-1 0 0 0,1 1 0 0 0,-1-1 0 0 0,1 0 0 0 0,0 1 1 0 0,0-1-1 0 0,0 0 0 0 0,0 1 0 0 0,0-1 0 0 0,1 0 0 0 0,0 0 0 0 0,-1 0 0 0 0,1 0 0 0 0,0-1 1 0 0,0 1-1 0 0,5 4 0 0 0,-4-5-4 0 0,0 1-1 0 0,1-1 1 0 0,-1 0 0 0 0,0 0 0 0 0,1-1-1 0 0,0 1 1 0 0,-1-1 0 0 0,1 0 0 0 0,0 0 0 0 0,0 0-1 0 0,0 0 1 0 0,0-1 0 0 0,0 1 0 0 0,-1-1 0 0 0,1 0-1 0 0,0 0 1 0 0,0-1 0 0 0,0 1 0 0 0,0-1-1 0 0,0 0 1 0 0,0 0 0 0 0,4-2 0 0 0,1-1-5 0 0,0 0 1 0 0,-1-1-1 0 0,0 1 0 0 0,0-2 1 0 0,-1 1-1 0 0,1-1 1 0 0,-1 0-1 0 0,-1-1 0 0 0,1 0 1 0 0,6-9-1 0 0,7-10-6 0 0,25-44 1 0 0,42-95 2169 0 0,-86 164-2129 0 0,13-20 242 0 0,-14 21-273 0 0,0 0 0 0 0,0 0 0 0 0,0 0 0 0 0,0 0-1 0 0,0 0 1 0 0,0 0 0 0 0,0 0 0 0 0,0-1 0 0 0,0 1-1 0 0,0 0 1 0 0,0 0 0 0 0,1 0 0 0 0,-1 0 0 0 0,0 0-1 0 0,0 0 1 0 0,0 0 0 0 0,0 0 0 0 0,0 0 0 0 0,0 0-1 0 0,0 0 1 0 0,0 0 0 0 0,1 0 0 0 0,-1 0 0 0 0,0 0-1 0 0,0 0 1 0 0,0 0 0 0 0,0 0 0 0 0,0 0 0 0 0,0 0-1 0 0,0 0 1 0 0,1 0 0 0 0,-1 0 0 0 0,0 0 0 0 0,0 0-1 0 0,0 0 1 0 0,0 0 0 0 0,0 0 0 0 0,0 0 0 0 0,0 0-1 0 0,0 0 1 0 0,0 1 0 0 0,1-1 0 0 0,-1 0 0 0 0,0 0-1 0 0,0 0 1 0 0,0 0 0 0 0,0 0 0 0 0,0 0 0 0 0,0 0 0 0 0,0 0-1 0 0,0 0 1 0 0,0 1 0 0 0,1 15 8 0 0,-6 25 475 0 0,-17 65-1 0 0,14-72-870 0 0,1 0 0 0 0,1 0 0 0 0,-1 45-1 0 0,7-77 161 0 0,0 1-1 0 0,0 0 1 0 0,0 0-1 0 0,0 0 1 0 0,1 0-1 0 0,-1-1 0 0 0,1 1 1 0 0,0 0-1 0 0,0 0 1 0 0,0-1-1 0 0,0 1 1 0 0,0-1-1 0 0,0 1 1 0 0,1-1-1 0 0,-1 1 0 0 0,1-1 1 0 0,0 0-1 0 0,0 0 1 0 0,0 1-1 0 0,0-1 1 0 0,4 3-1 0 0,-3-4-346 0 0,0 0-1 0 0,0 1 0 0 0,0-1 1 0 0,0 0-1 0 0,1-1 1 0 0,-1 1-1 0 0,0 0 0 0 0,1-1 1 0 0,-1 0-1 0 0,0 0 1 0 0,1 0-1 0 0,-1 0 0 0 0,0 0 1 0 0,1-1-1 0 0,-1 1 1 0 0,0-1-1 0 0,1 0 0 0 0,3-2 1 0 0,16-6-6025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4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67 296 2720 0 0,'17'-287'20654'0'0,"-16"278"-18661"0"0,2 22-1121 0 0,2 25 69 0 0,-3 219 2770 0 0,-34 130-2617 0 0,6-208-1012 0 0,3-27-2545 0 0,9-1-5768 0 0,16-115 4584 0 0,4-15-4115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4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1 180 976 0 0,'13'-30'4881'0'0,"-6"11"-2527"0"0,2 1 1 0 0,0 0-1 0 0,0 0 0 0 0,17-21 1 0 0,-23 36-2211 0 0,0-1 1 0 0,1 1-1 0 0,-1 0 0 0 0,1 0 1 0 0,-1 1-1 0 0,1-1 0 0 0,0 1 1 0 0,0 0-1 0 0,0-1 1 0 0,0 2-1 0 0,0-1 0 0 0,1 0 1 0 0,-1 1-1 0 0,7-1 0 0 0,-4 1-55 0 0,0 0-1 0 0,0 1 0 0 0,0 0 1 0 0,0 1-1 0 0,1-1 0 0 0,-1 1 1 0 0,0 1-1 0 0,11 2 0 0 0,-7 0-31 0 0,1 1-1 0 0,-1 0 0 0 0,0 0 1 0 0,-1 1-1 0 0,1 0 0 0 0,-1 1 1 0 0,0 0-1 0 0,-1 1 1 0 0,1 0-1 0 0,11 14 0 0 0,-14-14 201 0 0,-1 1 0 0 0,0 0 0 0 0,0 0-1 0 0,-1 0 1 0 0,0 1 0 0 0,0 0 0 0 0,-1 0 0 0 0,-1 0 0 0 0,0 1-1 0 0,0-1 1 0 0,-1 1 0 0 0,0-1 0 0 0,-1 1 0 0 0,0 0-1 0 0,-1 0 1 0 0,0-1 0 0 0,-1 1 0 0 0,0 0 0 0 0,0 0-1 0 0,-1-1 1 0 0,-1 1 0 0 0,0-1 0 0 0,0 0 0 0 0,-1 1-1 0 0,0-2 1 0 0,-1 1 0 0 0,0 0 0 0 0,-12 15 0 0 0,17-24-196 0 0,-1 1 1 0 0,0-1 0 0 0,0 0-1 0 0,0 0 1 0 0,0 0 0 0 0,0 0-1 0 0,0 0 1 0 0,0 0 0 0 0,0 0-1 0 0,0-1 1 0 0,0 1-1 0 0,-1 0 1 0 0,1-1 0 0 0,0 1-1 0 0,-1 0 1 0 0,1-1 0 0 0,0 0-1 0 0,-3 1 1 0 0,3-1-49 0 0,0 0-1 0 0,0 0 1 0 0,0 0 0 0 0,1-1-1 0 0,-1 1 1 0 0,0 0 0 0 0,0-1-1 0 0,0 1 1 0 0,0 0 0 0 0,0-1-1 0 0,0 1 1 0 0,1-1-1 0 0,-1 1 1 0 0,0-1 0 0 0,0 0-1 0 0,1 1 1 0 0,-1-1 0 0 0,0 0-1 0 0,1 1 1 0 0,-2-2 0 0 0,1-1-31 0 0,-1 1 0 0 0,1-1 0 0 0,0 1 0 0 0,0-1 0 0 0,0 1 0 0 0,0-1 0 0 0,0 0 0 0 0,1 0 0 0 0,-1 1 0 0 0,1-1 0 0 0,-1 0 0 0 0,1 0 0 0 0,0 1 0 0 0,0-1 0 0 0,0 0 0 0 0,2-4 0 0 0,2-4-250 0 0,0 1 1 0 0,1-1-1 0 0,1 1 0 0 0,-1 0 0 0 0,2 1 0 0 0,-1-1 1 0 0,2 1-1 0 0,-1 0 0 0 0,1 1 0 0 0,0 0 1 0 0,1 0-1 0 0,0 1 0 0 0,15-10 0 0 0,6-2-605 0 0,1 1 0 0 0,1 2 0 0 0,35-14 0 0 0,-57 26 720 0 0,167-58-1688 0 0,-137 50 1950 0 0,-38 11-88 0 0,0 2 97 0 0,-1-1 1 0 0,1 1-1 0 0,-1-1 1 0 0,1 1-1 0 0,0 0 1 0 0,-1 0-1 0 0,1 0 1 0 0,-1 0-1 0 0,0 0 1 0 0,3 2-1 0 0,-3 26 1403 0 0,-1-1-1 0 0,-2 1 1 0 0,-8 49 0 0 0,-1 11-599 0 0,13-60-860 0 0,-2-28-102 0 0,0 1-1 0 0,0-1 1 0 0,0 1-1 0 0,1-1 1 0 0,-1 1-1 0 0,1-1 1 0 0,-1 0-1 0 0,1 1 0 0 0,0-1 1 0 0,-1 0-1 0 0,1 1 1 0 0,0-1-1 0 0,0 0 1 0 0,0 0-1 0 0,0 0 1 0 0,0 1-1 0 0,1 0 1 0 0,2-1-308 0 0,1 1-1 0 0,-1-1 1 0 0,0 0-1 0 0,1 0 1 0 0,-1-1 0 0 0,0 1-1 0 0,1-1 1 0 0,-1 0 0 0 0,0 0-1 0 0,1 0 1 0 0,-1-1 0 0 0,1 1-1 0 0,-1-1 1 0 0,0 0-1 0 0,0 0 1 0 0,1-1 0 0 0,3-1-1 0 0,3-2-1624 0 0,-1 0 0 0 0,1-1-1 0 0,-2 0 1 0 0,1 0 0 0 0,17-15 0 0 0,-2-4-5837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185 203 552 0 0,'-80'-91'12121'0'0,"13"15"-5101"0"0,63 71-7219 0 0,1 1-1 0 0,-1 0 1 0 0,0-1-1 0 0,-1 1 0 0 0,1 1 1 0 0,-9-7-1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5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 1860 0 0,'-70'8'5264'0'0,"34"-5"44"0"0,-69 16-1 0 0,105-19-5265 0 0,0 0 0 0 0,-1 0 0 0 0,1 0 0 0 0,0 0 0 0 0,-1 0 0 0 0,1 0 0 0 0,0 0-1 0 0,0 0 1 0 0,-1 0 0 0 0,1 0 0 0 0,0 0 0 0 0,0 1 0 0 0,-1-1 0 0 0,1 0 0 0 0,0 0 0 0 0,0 0 0 0 0,-1 0 0 0 0,1 1 0 0 0,0-1 0 0 0,0 0 0 0 0,0 0 0 0 0,-1 0 0 0 0,1 1 0 0 0,0-1-1 0 0,0 0 1 0 0,0 0 0 0 0,0 1 0 0 0,0-1 0 0 0,0 0 0 0 0,-1 0 0 0 0,1 1 0 0 0,0-1 0 0 0,0 1 0 0 0,7 5 367 0 0,15 3-199 0 0,6-3-63 0 0,1 0 0 0 0,30 1 0 0 0,-9-2-297 0 0,1 2-375 0 0,188 26-2900 0 0,-81-8-3380 0 0,-85-14-111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5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11 836 0 0,'9'-5'20683'0'0,"-10"4"-20621"0"0,-1 0 0 0 0,1 1 1 0 0,-1-1-1 0 0,1 0 1 0 0,0 1-1 0 0,-1-1 1 0 0,1 1-1 0 0,-1 0 0 0 0,1-1 1 0 0,-1 1-1 0 0,0 0 1 0 0,1 0-1 0 0,-1 0 0 0 0,1 0 1 0 0,-1 0-1 0 0,1 1 1 0 0,-1-1-1 0 0,1 0 0 0 0,-1 1 1 0 0,1-1-1 0 0,-1 1 1 0 0,-2 0-1 0 0,-42 19 523 0 0,33-14-321 0 0,-12 5 51 0 0,0 2-1 0 0,1 0 1 0 0,-31 24 0 0 0,43-29-253 0 0,1 1 0 0 0,0 1-1 0 0,1 0 1 0 0,0 0 0 0 0,1 1 0 0 0,0 1-1 0 0,1-1 1 0 0,-10 19 0 0 0,16-27-65 0 0,1 0 1 0 0,-1 0-1 0 0,1 0 1 0 0,0 0-1 0 0,0 0 1 0 0,0 0-1 0 0,1 1 1 0 0,-1-1-1 0 0,1 0 1 0 0,-1 0-1 0 0,1 1 1 0 0,0-1-1 0 0,0 0 1 0 0,1 0-1 0 0,-1 1 1 0 0,1-1-1 0 0,-1 0 1 0 0,3 5-1 0 0,-1-4-115 0 0,0 0 0 0 0,0-1-1 0 0,1 1 1 0 0,-1-1 0 0 0,1 0-1 0 0,0 0 1 0 0,0 0 0 0 0,0 0-1 0 0,0 0 1 0 0,1-1 0 0 0,-1 1-1 0 0,7 2 1 0 0,4 2-719 0 0,0-1-1 0 0,1-1 1 0 0,-1 0 0 0 0,1-1 0 0 0,0 0-1 0 0,27 2 1 0 0,-14-5-3905 0 0,54-3 0 0 0,-44-1-1541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6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334 189 1396 0 0,'-5'-18'4242'0'0,"4"12"-2727"0"0,-1-1-1 0 0,0 0 1 0 0,0 1-1 0 0,-1 0 1 0 0,-3-8-1 0 0,5 13-1418 0 0,1 1-1 0 0,-1-1 0 0 0,1 0 1 0 0,-1 1-1 0 0,0-1 0 0 0,1 0 1 0 0,-1 1-1 0 0,0-1 0 0 0,1 1 1 0 0,-1-1-1 0 0,0 1 0 0 0,0-1 1 0 0,1 1-1 0 0,-1 0 0 0 0,0-1 0 0 0,0 1 1 0 0,0 0-1 0 0,0 0 0 0 0,1 0 1 0 0,-1 0-1 0 0,0-1 0 0 0,0 1 1 0 0,0 0-1 0 0,0 0 0 0 0,0 1 1 0 0,1-1-1 0 0,-1 0 0 0 0,0 0 1 0 0,0 0-1 0 0,0 1 0 0 0,0-1 1 0 0,1 0-1 0 0,-1 1 0 0 0,0-1 1 0 0,0 0-1 0 0,0 1 0 0 0,0 0 1 0 0,-22 19 807 0 0,22-18-872 0 0,0-1-1 0 0,0 0 1 0 0,0 1 0 0 0,0-1-1 0 0,0 1 1 0 0,0-1-1 0 0,1 1 1 0 0,-1 0 0 0 0,0-1-1 0 0,1 1 1 0 0,0 0-1 0 0,-1-1 1 0 0,1 1 0 0 0,0 0-1 0 0,0 0 1 0 0,0-1-1 0 0,0 1 1 0 0,0 0 0 0 0,0 0-1 0 0,0-1 1 0 0,1 1 0 0 0,-1 0-1 0 0,1-1 1 0 0,-1 1-1 0 0,1 0 1 0 0,0-1 0 0 0,-1 1-1 0 0,1-1 1 0 0,0 1-1 0 0,0-1 1 0 0,0 1 0 0 0,0-1-1 0 0,3 3 1 0 0,-2-2-9 0 0,0 0 0 0 0,0 0 1 0 0,0 0-1 0 0,0-1 0 0 0,1 1 0 0 0,-1 0 0 0 0,1-1 1 0 0,0 1-1 0 0,-1-1 0 0 0,1 0 0 0 0,0 0 1 0 0,0 0-1 0 0,-1-1 0 0 0,1 1 0 0 0,0 0 1 0 0,0-1-1 0 0,0 0 0 0 0,0 0 0 0 0,5 0 1 0 0,-3-1-16 0 0,1-1 1 0 0,-1 1-1 0 0,0-1 1 0 0,0 0-1 0 0,0 0 1 0 0,0-1 0 0 0,-1 1-1 0 0,1-1 1 0 0,-1 0-1 0 0,1-1 1 0 0,-1 1-1 0 0,0-1 1 0 0,0 1 0 0 0,-1-1-1 0 0,1-1 1 0 0,-1 1-1 0 0,6-9 1 0 0,-5 6-17 0 0,-1 0 0 0 0,0 0 1 0 0,0-1-1 0 0,0 1 0 0 0,0-1 1 0 0,-1 0-1 0 0,-1 0 0 0 0,0 0 1 0 0,0 1-1 0 0,0-1 0 0 0,-1 0 1 0 0,0-10-1 0 0,0 16 2 0 0,-1 0 0 0 0,1 0 0 0 0,0 0 0 0 0,-1 0 0 0 0,1 0 0 0 0,-1 0 0 0 0,0 0 0 0 0,1 0 0 0 0,-1 1 0 0 0,0-1 0 0 0,0 0 0 0 0,0 0 0 0 0,-1 1 0 0 0,1-1 0 0 0,0 0 0 0 0,-1 1 0 0 0,1-1 0 0 0,-1 1 0 0 0,-2-3 0 0 0,1 3-1 0 0,-1-1 1 0 0,1 1-1 0 0,0-1 0 0 0,-1 1 0 0 0,1 0 1 0 0,-1 0-1 0 0,1 1 0 0 0,-1-1 0 0 0,1 1 1 0 0,-7-1-1 0 0,0 2 2 0 0,-1-1 0 0 0,1 2 0 0 0,-1-1 0 0 0,1 2 0 0 0,-1-1 0 0 0,-17 8 0 0 0,7 0 39 0 0,1 0 0 0 0,1 1 0 0 0,0 1 0 0 0,0 1 0 0 0,1 1 1 0 0,1 0-1 0 0,0 1 0 0 0,1 1 0 0 0,1 1 0 0 0,1 0 0 0 0,0 1 0 0 0,1 0 1 0 0,1 1-1 0 0,-17 35 0 0 0,27-50-19 0 0,1 1 1 0 0,-1-1-1 0 0,1 0 0 0 0,0 1 1 0 0,0-1-1 0 0,0 0 0 0 0,0 1 1 0 0,1-1-1 0 0,0 1 0 0 0,0-1 1 0 0,0 1-1 0 0,1-1 0 0 0,-1 1 1 0 0,1-1-1 0 0,0 1 1 0 0,3 7-1 0 0,-2-9-69 0 0,0 1-1 0 0,0 0 1 0 0,1-1 0 0 0,0 1 0 0 0,0-1-1 0 0,0 0 1 0 0,0 0 0 0 0,0 0 0 0 0,0 0-1 0 0,1 0 1 0 0,-1-1 0 0 0,1 1 0 0 0,0-1-1 0 0,0 0 1 0 0,0 0 0 0 0,0-1-1 0 0,6 2 1 0 0,3 1-539 0 0,0-1 1 0 0,1 0-1 0 0,-1-1 0 0 0,1-1 1 0 0,0 0-1 0 0,-1-1 0 0 0,1 0 1 0 0,0-1-1 0 0,20-4 0 0 0,-4-2-1301 0 0,-1-1-1 0 0,1-1 0 0 0,31-15 1 0 0,-14 3-2421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371 122 2220 0 0,'34'-29'3705'0'0,"-10"8"1766"0"0,34-37 1 0 0,-58 58-5444 0 0,0 0 0 0 0,0 0 0 0 0,0-1 1 0 0,0 1-1 0 0,0 0 0 0 0,1 0 1 0 0,-1-1-1 0 0,0 1 0 0 0,0 0 1 0 0,0 0-1 0 0,0-1 0 0 0,0 1 1 0 0,0 0-1 0 0,0-1 0 0 0,0 1 1 0 0,0 0-1 0 0,0 0 0 0 0,0-1 0 0 0,0 1 1 0 0,0 0-1 0 0,0 0 0 0 0,0-1 1 0 0,0 1-1 0 0,-1 0 0 0 0,1 0 1 0 0,0-1-1 0 0,0 1 0 0 0,0 0 1 0 0,0 0-1 0 0,0-1 0 0 0,-1 1 1 0 0,1 0-1 0 0,0 0 0 0 0,0 0 0 0 0,0-1 1 0 0,-1 1-1 0 0,1 0 0 0 0,0 0 1 0 0,0 0-1 0 0,0 0 0 0 0,-1 0 1 0 0,-12-4 716 0 0,4 5-543 0 0,0 1 1 0 0,1 0-1 0 0,-1 0 1 0 0,0 1 0 0 0,-12 6-1 0 0,15-6-154 0 0,1-1-1 0 0,0 1 1 0 0,0 0-1 0 0,0 1 1 0 0,0-1-1 0 0,1 1 1 0 0,-1 0-1 0 0,1 0 1 0 0,0 0-1 0 0,-4 6 1 0 0,6-7-31 0 0,1 0 0 0 0,0 0 0 0 0,0 0-1 0 0,0 0 1 0 0,0 0 0 0 0,0 0 0 0 0,1 0 0 0 0,-1 0 0 0 0,1 0 0 0 0,0 0 0 0 0,0 0 0 0 0,0 0-1 0 0,0 0 1 0 0,1 0 0 0 0,-1 1 0 0 0,1-1 0 0 0,0 0 0 0 0,0 0 0 0 0,0-1 0 0 0,0 1-1 0 0,3 4 1 0 0,3 7 10 0 0,1-1-1 0 0,0 0 0 0 0,12 13 1 0 0,-9-10-2 0 0,44 52-14 0 0,13 20 360 0 0,-68-87-252 0 0,1 0 0 0 0,0 0-1 0 0,0 1 1 0 0,-1-1 0 0 0,1 0 0 0 0,-1 1 0 0 0,1-1-1 0 0,-1 0 1 0 0,1 1 0 0 0,-1-1 0 0 0,0 0 0 0 0,0 1-1 0 0,0-1 1 0 0,0 1 0 0 0,0-1 0 0 0,0 0 0 0 0,0 1-1 0 0,0-1 1 0 0,0 1 0 0 0,-1-1 0 0 0,1 0 0 0 0,-1 3-1 0 0,-1-2 11 0 0,1 1-1 0 0,-1-1 1 0 0,1 0-1 0 0,-1 1 1 0 0,0-1-1 0 0,0 0 1 0 0,0 0-1 0 0,0 0 1 0 0,-1 0-1 0 0,-3 2 1 0 0,-5 2 62 0 0,0 0 0 0 0,0-1 0 0 0,0 0 0 0 0,-14 3 0 0 0,3-2-296 0 0,0-1-1 0 0,-1-1 1 0 0,1-1-1 0 0,-1 0 1 0 0,-45-3-1 0 0,44-2-1250 0 0,1 0-1 0 0,-1-2 0 0 0,1-1 1 0 0,-1-1-1 0 0,-34-14 0 0 0,48 16-283 0 0,0-1 0 0 0,1 0 0 0 0,-1-1 0 0 0,-9-7 0 0 0,-5-6-5508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7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67 1604 0 0,'44'-67'15156'0'0,"-43"69"-15094"0"0,0-1 0 0 0,0 1 0 0 0,0-1 1 0 0,0 1-1 0 0,0 0 0 0 0,-1-1 0 0 0,1 1 1 0 0,-1 0-1 0 0,1-1 0 0 0,-1 1 0 0 0,0 0 1 0 0,1 0-1 0 0,-1 0 0 0 0,0-1 0 0 0,0 1 1 0 0,0 0-1 0 0,-1 0 0 0 0,1 1 1 0 0,-10 38 540 0 0,7-28-451 0 0,-25 81 379 0 0,-4 15-344 0 0,28-92-753 0 0,1 1-1 0 0,1 0 1 0 0,0 0 0 0 0,1 22-1 0 0,1-37 286 0 0,1 0-1 0 0,-1 0 1 0 0,0 0-1 0 0,1 0 1 0 0,0 0-1 0 0,0 0 1 0 0,0 0-1 0 0,0 0 1 0 0,0 0 0 0 0,1 0-1 0 0,-1-1 1 0 0,1 1-1 0 0,2 3 1 0 0,-2-4-191 0 0,0-1 1 0 0,-1 1 0 0 0,1-1-1 0 0,0 1 1 0 0,0-1 0 0 0,0 0 0 0 0,0 1-1 0 0,0-1 1 0 0,0 0 0 0 0,1 0-1 0 0,2 0 1 0 0,10 3-4113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7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219 140 2264 0 0,'11'-10'1555'0'0,"-1"-2"0"0"0,-1 0 0 0 0,0 0 0 0 0,0 0 1 0 0,-2-1-1 0 0,1-1 0 0 0,9-24 0 0 0,-17 37-1516 0 0,1 1 1 0 0,-1-1 0 0 0,0 1 0 0 0,0-1-1 0 0,0 1 1 0 0,0-1 0 0 0,0 1-1 0 0,0-1 1 0 0,0 0 0 0 0,0 1 0 0 0,0-1-1 0 0,0 1 1 0 0,0-1 0 0 0,-1 1-1 0 0,1-1 1 0 0,0 1 0 0 0,0-1 0 0 0,0 1-1 0 0,-1-1 1 0 0,1 1 0 0 0,0-1-1 0 0,-1 1 1 0 0,1 0 0 0 0,0-1-1 0 0,-1 1 1 0 0,1-1 0 0 0,0 1 0 0 0,-1 0-1 0 0,1-1 1 0 0,-1 1 0 0 0,1 0-1 0 0,-1 0 1 0 0,1-1 0 0 0,-1 1 0 0 0,1 0-1 0 0,-1 0 1 0 0,1 0 0 0 0,-1-1-1 0 0,1 1 1 0 0,-1 0 0 0 0,1 0 0 0 0,-2 0-1 0 0,-21 0 432 0 0,-1 7-313 0 0,1 1 0 0 0,1 2 0 0 0,0 0 0 0 0,0 1 0 0 0,1 1 0 0 0,0 1 1 0 0,-27 22-1 0 0,43-31-133 0 0,0 0 0 0 0,0 1-1 0 0,0-1 1 0 0,0 1 0 0 0,1 0 0 0 0,-1 0 0 0 0,1 1 0 0 0,1-1 0 0 0,-7 12 0 0 0,10-16-19 0 0,0 1 1 0 0,0-1-1 0 0,-1 0 1 0 0,1 0-1 0 0,0 0 0 0 0,1 0 1 0 0,-1 0-1 0 0,0 0 1 0 0,0 0-1 0 0,0 0 0 0 0,1 0 1 0 0,-1 0-1 0 0,0-1 0 0 0,1 1 1 0 0,-1 0-1 0 0,1 0 1 0 0,-1 0-1 0 0,1 0 0 0 0,-1 0 1 0 0,1 0-1 0 0,0-1 1 0 0,-1 1-1 0 0,1 0 0 0 0,0-1 1 0 0,0 1-1 0 0,-1 0 1 0 0,1-1-1 0 0,0 1 0 0 0,0-1 1 0 0,0 1-1 0 0,1 0 0 0 0,30 12 78 0 0,97 18 5 0 0,-84-22-98 0 0,58 18 1 0 0,-98-25 147 0 0,-1 0 0 0 0,1 0 0 0 0,0 0-1 0 0,-1 1 1 0 0,1-1 0 0 0,-1 1 0 0 0,0 0 0 0 0,0 0 0 0 0,0 1 0 0 0,0-1-1 0 0,-1 1 1 0 0,0 0 0 0 0,1 0 0 0 0,-1 0 0 0 0,4 7 0 0 0,-6-8 19 0 0,0 0 0 0 0,0 0 0 0 0,0 0 0 0 0,0 0 0 0 0,-1 0 1 0 0,1 0-1 0 0,-1 0 0 0 0,0 0 0 0 0,0 0 0 0 0,0 0 0 0 0,0 0 0 0 0,0 0 0 0 0,-1 0 1 0 0,0 1-1 0 0,1-1 0 0 0,-1-1 0 0 0,0 1 0 0 0,0 0 0 0 0,-1 0 0 0 0,1 0 1 0 0,0 0-1 0 0,-1-1 0 0 0,0 1 0 0 0,0-1 0 0 0,1 1 0 0 0,-6 3 0 0 0,1 1-88 0 0,-1-1 0 0 0,0 1 0 0 0,0-2-1 0 0,0 1 1 0 0,-1-1 0 0 0,0 0 0 0 0,0-1 0 0 0,0 1-1 0 0,-1-2 1 0 0,1 1 0 0 0,-1-1 0 0 0,0 0-1 0 0,0-1 1 0 0,0 0 0 0 0,0-1 0 0 0,0 0 0 0 0,0 0-1 0 0,-17-1 1 0 0,17-1-433 0 0,0 0-1 0 0,0-1 1 0 0,1 0 0 0 0,-1-1-1 0 0,0 0 1 0 0,1 0-1 0 0,0 0 1 0 0,0-1 0 0 0,0-1-1 0 0,0 1 1 0 0,0-1-1 0 0,-9-9 1 0 0,7 6-721 0 0,1-1 1 0 0,1 0-1 0 0,0-1 0 0 0,-10-14 0 0 0,-9-22-5843 0 0,13 18-173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7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4 131 2548 0 0,'0'-17'2200'0'0,"-2"4"-523"0"0,2 1-329 0 0,-1 1-184 0 0,1-1 540 0 0,0-5-656 0 0,0 0-844 0 0,5 3-584 0 0,2 6-984 0 0,8-1-3020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8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1144 0 0,'31'-15'5604'0'0,"15"-4"387"0"0,-45 19-5934 0 0,1 0 0 0 0,0 0 0 0 0,-1 0 0 0 0,1 0 1 0 0,-1 0-1 0 0,1 0 0 0 0,-1 0 0 0 0,1 1 1 0 0,0-1-1 0 0,-1 1 0 0 0,1-1 0 0 0,-1 1 1 0 0,0-1-1 0 0,1 1 0 0 0,-1 0 0 0 0,1 0 0 0 0,-1 0 1 0 0,0 0-1 0 0,0 0 0 0 0,1 0 0 0 0,1 2 1 0 0,20 28 318 0 0,-21-28-310 0 0,6 11 17 0 0,-1 0 1 0 0,-1 0-1 0 0,0 0 0 0 0,0 1 1 0 0,-2-1-1 0 0,0 1 0 0 0,0 0 1 0 0,-1 1-1 0 0,-1-1 1 0 0,0 31-1 0 0,-3-19 119 0 0,-1-1 0 0 0,-1 0 1 0 0,-1 0-1 0 0,-1 0 0 0 0,-14 41 0 0 0,13-50 171 0 0,-2 0 1 0 0,-9 19-1 0 0,13-30-157 0 0,1-1-1 0 0,-1 1 1 0 0,0-1 0 0 0,0 1-1 0 0,0-1 1 0 0,-1 0-1 0 0,1-1 1 0 0,-12 9-1 0 0,16-12-196 0 0,-1-1-1 0 0,0 1 0 0 0,0-1 0 0 0,1 0 0 0 0,-1 1 0 0 0,0-1 0 0 0,0 1 0 0 0,0-1 0 0 0,1 0 1 0 0,-1 0-1 0 0,0 0 0 0 0,0 1 0 0 0,0-1 0 0 0,0 0 0 0 0,0 0 0 0 0,0 0 0 0 0,1 0 0 0 0,-1 0 1 0 0,0 0-1 0 0,0-1 0 0 0,0 1 0 0 0,0 0 0 0 0,0 0 0 0 0,1-1 0 0 0,-1 1 0 0 0,0 0 0 0 0,0-1 0 0 0,1 1 1 0 0,-1-1-1 0 0,0 1 0 0 0,0-1 0 0 0,1 1 0 0 0,-1-1 0 0 0,0 0 0 0 0,1 1 0 0 0,-1-1 0 0 0,1 0 1 0 0,-1 1-1 0 0,1-1 0 0 0,-1 0 0 0 0,1 0 0 0 0,0 1 0 0 0,-1-1 0 0 0,1 0 0 0 0,-1-1 0 0 0,0-3 8 0 0,0 1 0 0 0,0-1-1 0 0,0 1 1 0 0,0-1-1 0 0,1 1 1 0 0,-1-9 0 0 0,3-3-14 0 0,0 0 0 0 0,1 0 0 0 0,1 1 0 0 0,0-1 0 0 0,1 1 1 0 0,1 0-1 0 0,1 0 0 0 0,0 1 0 0 0,0 0 0 0 0,1 0 0 0 0,11-13 1 0 0,-3 7-18 0 0,0 0 0 0 0,1 1 0 0 0,1 1 0 0 0,1 1 0 0 0,0 0 0 0 0,27-16 0 0 0,-31 23-10 0 0,0 1 1 0 0,1 1 0 0 0,0 1-1 0 0,0 0 1 0 0,1 1-1 0 0,0 0 1 0 0,0 2-1 0 0,28-5 1 0 0,-38 8 8 0 0,0 0 1 0 0,1 1-1 0 0,-1 0 1 0 0,0 0-1 0 0,1 1 0 0 0,-1 0 1 0 0,0 0-1 0 0,0 0 1 0 0,0 1-1 0 0,0 0 1 0 0,0 1-1 0 0,0-1 1 0 0,0 1-1 0 0,-1 1 0 0 0,1-1 1 0 0,-1 1-1 0 0,0 0 1 0 0,0 1-1 0 0,0-1 1 0 0,-1 1-1 0 0,0 0 1 0 0,0 1-1 0 0,5 5 1 0 0,-6-4 10 0 0,0 1 1 0 0,0-1 0 0 0,-1 1 0 0 0,0-1 0 0 0,0 1 0 0 0,-1 0-1 0 0,0 0 1 0 0,0 0 0 0 0,-1 0 0 0 0,0 0 0 0 0,0 10 0 0 0,-1 6-82 0 0,-1 0 0 0 0,-7 36 0 0 0,4-36-712 0 0,0-1-794 0 0,-1 31 0 0 0,5-45-69 0 0,0-1 0 0 0,0 0 0 0 0,1 0 1 0 0,3 11-1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9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1046 896 0 0,'7'-14'3441'0'0,"0"-1"0"0"0,-1 0-1 0 0,5-22 1 0 0,1-17 2565 0 0,-12 52-5322 0 0,-24 30-217 0 0,11-8-407 0 0,2 1-1 0 0,0 1 1 0 0,-8 22-1 0 0,15-34-53 0 0,1 0 0 0 0,0 0 0 0 0,1 0 0 0 0,0 1 0 0 0,0-1 0 0 0,1 0 0 0 0,1 1 0 0 0,-1-1 0 0 0,3 15 0 0 0,-1-21 2 0 0,-1 0-1 0 0,1 0 1 0 0,1 0-1 0 0,-1 0 1 0 0,0 0-1 0 0,1-1 1 0 0,0 1-1 0 0,0 0 1 0 0,0-1-1 0 0,0 1 1 0 0,1-1-1 0 0,0 0 1 0 0,-1 0-1 0 0,1 0 1 0 0,6 5-1 0 0,-4-5 1 0 0,0 0 1 0 0,0 0-1 0 0,0 0 1 0 0,1-1-1 0 0,-1 1 1 0 0,1-1-1 0 0,0-1 1 0 0,0 1-1 0 0,11 1 1 0 0,-5-2-8 0 0,-1-1 0 0 0,1 0 0 0 0,0 0 0 0 0,-1-1 0 0 0,1 0 0 0 0,-1-1 0 0 0,1-1 0 0 0,-1 0 0 0 0,0 0 1 0 0,18-9-1 0 0,-19 6-3 0 0,1 0-1 0 0,-1-1 1 0 0,-1-1 0 0 0,1 0 0 0 0,-2 0 0 0 0,1-1 0 0 0,-1 0 0 0 0,0 0 0 0 0,-1-1 0 0 0,0 0 0 0 0,0 0-1 0 0,-1-1 1 0 0,0 1 0 0 0,5-18 0 0 0,-6 17-2 0 0,-2 1 1 0 0,1-1-1 0 0,-2 0 1 0 0,1 0-1 0 0,-2 0 0 0 0,1 0 1 0 0,-1 0-1 0 0,-1-1 0 0 0,0 1 1 0 0,-1 0-1 0 0,0 0 0 0 0,-1-1 1 0 0,0 1-1 0 0,0 0 0 0 0,-8-20 1 0 0,6 26-6 0 0,1-1 0 0 0,-1 1 0 0 0,1 0 1 0 0,-1 0-1 0 0,-1 0 0 0 0,1 1 1 0 0,-1 0-1 0 0,1-1 0 0 0,-1 2 0 0 0,-1-1 1 0 0,1 0-1 0 0,0 1 0 0 0,-1 0 0 0 0,0 1 1 0 0,1-1-1 0 0,-1 1 0 0 0,0 0 0 0 0,0 0 1 0 0,-1 1-1 0 0,-5-1 0 0 0,5 1-6 0 0,1 0-1 0 0,-1 0 1 0 0,1 1 0 0 0,-1-1-1 0 0,0 2 1 0 0,1-1 0 0 0,-1 1 0 0 0,1 0-1 0 0,-1 0 1 0 0,1 1 0 0 0,0 0-1 0 0,-1 0 1 0 0,1 0 0 0 0,0 1-1 0 0,0 0 1 0 0,1 0 0 0 0,-1 1-1 0 0,1-1 1 0 0,-7 7 0 0 0,10-9-5 0 0,1-1 1 0 0,0 1 0 0 0,0 0-1 0 0,1 0 1 0 0,-1 0 0 0 0,0 0-1 0 0,0 0 1 0 0,0 0 0 0 0,1 0-1 0 0,-1 1 1 0 0,0-1 0 0 0,1 0-1 0 0,-1 0 1 0 0,1 0 0 0 0,0 1-1 0 0,-1-1 1 0 0,1 0 0 0 0,0 1-1 0 0,0-1 1 0 0,-1 0 0 0 0,1 0-1 0 0,0 1 1 0 0,0-1 0 0 0,1 0-1 0 0,-1 1 1 0 0,0-1 0 0 0,0 0-1 0 0,1 1 1 0 0,-1-1 0 0 0,1 0-1 0 0,-1 0 1 0 0,1 0 0 0 0,-1 1-1 0 0,1-1 1 0 0,0 0 0 0 0,-1 0-1 0 0,1 0 1 0 0,0 0 0 0 0,0 0-1 0 0,0 0 1 0 0,0 0 0 0 0,0 0-1 0 0,0-1 1 0 0,2 2 0 0 0,4 3-178 0 0,0-1 1 0 0,-1-1-1 0 0,1 0 0 0 0,1 0 1 0 0,-1 0-1 0 0,12 2 0 0 0,6 0-333 0 0,0-1-1 0 0,0-1 0 0 0,0-1 0 0 0,1-2 0 0 0,-1 0 0 0 0,42-7 0 0 0,-25 0-31 0 0,0-2 1 0 0,0-2-1 0 0,45-18 0 0 0,-56 15 381 0 0,0-1 0 0 0,-1-1 0 0 0,0-2 0 0 0,-1-1 0 0 0,-2-2 0 0 0,0 0 0 0 0,-1-2 0 0 0,-1-1 0 0 0,-1-1 0 0 0,35-48 0 0 0,-19 17 610 0 0,-3-2 0 0 0,-2-2 0 0 0,-4-1-1 0 0,35-90 1 0 0,-54 120 618 0 0,-1-1 1 0 0,-2 0-1 0 0,-1 0 1 0 0,5-39-1 0 0,-13 71-1024 0 0,0 0 0 0 0,0 0 0 0 0,0-1 0 0 0,1 1 0 0 0,-1-1 0 0 0,0 1 0 0 0,0 0 0 0 0,0-1 0 0 0,0 1 0 0 0,0 0 0 0 0,0-1 0 0 0,0 1 0 0 0,0 0 0 0 0,0-1 0 0 0,0 1 0 0 0,0-1 0 0 0,0 1 0 0 0,-1 0 0 0 0,1-1 0 0 0,0 1 0 0 0,0 0 0 0 0,0-1 0 0 0,0 1 0 0 0,-1 0 0 0 0,1-1 0 0 0,0 1 0 0 0,0 0 0 0 0,0 0 0 0 0,-1-1 0 0 0,1 1 0 0 0,0 0 0 0 0,-1 0 0 0 0,1-1 0 0 0,0 1 0 0 0,0 0 0 0 0,-1 0 0 0 0,1 0 0 0 0,0 0 0 0 0,-1-1 0 0 0,1 1 0 0 0,0 0 0 0 0,-1 0 0 0 0,1 0 0 0 0,-1 0 0 0 0,1 0-1 0 0,0 0 1 0 0,-1 0 0 0 0,1 0 0 0 0,0 0 0 0 0,-1 0 0 0 0,1 0 0 0 0,0 0 0 0 0,-1 0 0 0 0,1 0 0 0 0,-1 1 0 0 0,1-1 0 0 0,-1 0 0 0 0,-1 1 46 0 0,1 0-1 0 0,-1 0 0 0 0,0 0 0 0 0,0 0 0 0 0,1 0 1 0 0,-1 0-1 0 0,1 1 0 0 0,-1-1 0 0 0,-1 3 1 0 0,-13 22 647 0 0,2 0 0 0 0,0 1 0 0 0,2 1 0 0 0,1 0 0 0 0,-9 33 1 0 0,7-21-100 0 0,-122 395 4271 0 0,105-318-3950 0 0,-25 212-1 0 0,53-305-916 0 0,-1-7-1 0 0,2 0 1 0 0,0 1-1 0 0,1-1 0 0 0,0 1 1 0 0,4 21-1 0 0,-3-38-39 0 0,-1 1 0 0 0,1 0 1 0 0,0 0-1 0 0,0-1 0 0 0,-1 1 0 0 0,1-1 0 0 0,1 1 1 0 0,-1 0-1 0 0,0-1 0 0 0,0 0 0 0 0,0 1 0 0 0,1-1 1 0 0,-1 0-1 0 0,1 0 0 0 0,-1 0 0 0 0,1 1 0 0 0,0-2 1 0 0,-1 1-1 0 0,1 0 0 0 0,0 0 0 0 0,-1 0 1 0 0,1-1-1 0 0,0 1 0 0 0,0-1 0 0 0,0 0 0 0 0,0 1 1 0 0,-1-1-1 0 0,1 0 0 0 0,0 0 0 0 0,0 0 0 0 0,0 0 1 0 0,3-1-1 0 0,5 0-210 0 0,0-1 0 0 0,0 0 1 0 0,0 0-1 0 0,16-6 0 0 0,12-7-1550 0 0,-1-2 0 0 0,0-1-1 0 0,-2-2 1 0 0,0-1 0 0 0,-1-2-1 0 0,50-43 1 0 0,-59 43-1454 0 0,-1-2 1 0 0,28-36-1 0 0,-27 27-3213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39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320 112 1500 0 0,'-298'-48'20810'0'0,"296"48"-20653"0"0,0 0 0 0 0,1-1 0 0 0,-1 1 0 0 0,0 0 0 0 0,0-1 0 0 0,1 1 0 0 0,-1-1 0 0 0,0 0 0 0 0,1 0 0 0 0,-4-1 0 0 0,5 1-126 0 0,1 1 1 0 0,-1 0-1 0 0,0-1 1 0 0,0 1-1 0 0,0 0 1 0 0,1-1 0 0 0,-1 1-1 0 0,0 0 1 0 0,0 0-1 0 0,1-1 1 0 0,-1 1 0 0 0,0 0-1 0 0,0 0 1 0 0,1-1-1 0 0,-1 1 1 0 0,0 0 0 0 0,1 0-1 0 0,-1 0 1 0 0,0 0-1 0 0,1-1 1 0 0,-1 1 0 0 0,1 0-1 0 0,-1 0 1 0 0,0 0-1 0 0,1 0 1 0 0,-1 0 0 0 0,0 0-1 0 0,1 0 1 0 0,0 0-1 0 0,46-6 441 0 0,244-6-2024 0 0,-91 6-2803 0 0,-2-11-5428 0 0,-136 8 2421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0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270 122 940 0 0,'7'-109'14177'0'0,"-7"108"-14143"0"0,0 1-1 0 0,0-1 0 0 0,0 1 0 0 0,0 0 0 0 0,0-1 0 0 0,0 1 0 0 0,0-1 0 0 0,0 1 1 0 0,0-1-1 0 0,0 1 0 0 0,0 0 0 0 0,-1-1 0 0 0,1 1 0 0 0,0-1 0 0 0,0 1 0 0 0,0 0 0 0 0,-1-1 1 0 0,1 1-1 0 0,0 0 0 0 0,0-1 0 0 0,-1 1 0 0 0,1 0 0 0 0,0-1 0 0 0,0 1 0 0 0,-1 0 1 0 0,1 0-1 0 0,0-1 0 0 0,-1 1 0 0 0,1 0 0 0 0,-1 0 0 0 0,1 0 0 0 0,0-1 0 0 0,-1 1 1 0 0,1 0-1 0 0,0 0 0 0 0,-1 0 0 0 0,1 0 0 0 0,-1 0 0 0 0,1 0 0 0 0,-1 0 0 0 0,1 0 1 0 0,0 0-1 0 0,-1 0 0 0 0,1 0 0 0 0,-1 0 0 0 0,1 0 0 0 0,0 0 0 0 0,-1 0 0 0 0,1 0 1 0 0,-1 1-1 0 0,1-1 0 0 0,0 0 0 0 0,-1 0 0 0 0,1 0 0 0 0,0 1 0 0 0,-1-1 0 0 0,1 0 1 0 0,0 0-1 0 0,-1 1 0 0 0,1-1 0 0 0,-22 17 206 0 0,-4 8-47 0 0,0 2 0 0 0,2 1 1 0 0,2 0-1 0 0,0 2 0 0 0,2 1 0 0 0,1 0 0 0 0,1 1 1 0 0,2 1-1 0 0,-13 40 0 0 0,25-62-170 0 0,1 0 1 0 0,0 1-1 0 0,1 0 1 0 0,0-1-1 0 0,1 1 0 0 0,0 0 1 0 0,2 23-1 0 0,0-28-41 0 0,0-1 0 0 0,1 1 0 0 0,0-1 0 0 0,0 0 0 0 0,0 0 0 0 0,0 0 0 0 0,1 0 0 0 0,0-1 0 0 0,0 1 0 0 0,1-1 0 0 0,-1 1 0 0 0,1-1 0 0 0,1 0 0 0 0,-1-1 0 0 0,1 1 0 0 0,6 5 0 0 0,1-2-303 0 0,1 1-1 0 0,0-2 1 0 0,1 0 0 0 0,-1 0-1 0 0,1-1 1 0 0,1-1-1 0 0,-1 0 1 0 0,1-1 0 0 0,0-1-1 0 0,0 0 1 0 0,27 1-1 0 0,-22-3-126 0 0,0-1 0 0 0,0-1 0 0 0,0-1-1 0 0,0 0 1 0 0,-1-2 0 0 0,1 0 0 0 0,-1-1-1 0 0,30-13 1 0 0,-36 12 395 0 0,1-2 0 0 0,-1 1 0 0 0,0-2 0 0 0,-1 0 1 0 0,0 0-1 0 0,0-1 0 0 0,-1-1 0 0 0,-1 0 0 0 0,1 0 0 0 0,-2-1 0 0 0,0 0 0 0 0,11-19 0 0 0,-5 4 724 0 0,-2-1 0 0 0,0-1 1 0 0,-2 1-1 0 0,-1-2 0 0 0,6-33 0 0 0,-8 21 1075 0 0,-6 27-843 0 0,1 1 1 0 0,8-28-1 0 0,-11 42-886 0 0,0 0 0 0 0,1 0 0 0 0,-1 0 0 0 0,0 0 0 0 0,0-1-1 0 0,0 1 1 0 0,0 0 0 0 0,1 0 0 0 0,-1-1 0 0 0,0 1 0 0 0,0 0 0 0 0,0 0 0 0 0,0-1 0 0 0,0 1 0 0 0,0 0-1 0 0,0 0 1 0 0,0-1 0 0 0,0 1 0 0 0,0 0 0 0 0,0 0 0 0 0,0-1 0 0 0,0 1 0 0 0,0 0 0 0 0,0 0-1 0 0,0-1 1 0 0,0 1 0 0 0,0 0 0 0 0,0 0 0 0 0,0-1 0 0 0,0 1 0 0 0,-1 0 0 0 0,1 0 0 0 0,0 0 0 0 0,0-1-1 0 0,0 1 1 0 0,0 0 0 0 0,-1 0 0 0 0,-8 4 221 0 0,-11 15 118 0 0,0 9 240 0 0,1 2 0 0 0,-25 49 0 0 0,35-59-490 0 0,1 0-1 0 0,0 0 0 0 0,2 1 0 0 0,0 0 0 0 0,-3 30 0 0 0,8-44-74 0 0,0-1 1 0 0,1 1-1 0 0,0 0 1 0 0,0 0 0 0 0,1 0-1 0 0,-1 0 1 0 0,2 0-1 0 0,-1-1 1 0 0,1 1-1 0 0,0 0 1 0 0,0-1 0 0 0,1 0-1 0 0,6 12 1 0 0,-6-14-20 0 0,0 1 0 0 0,0-1 1 0 0,1-1-1 0 0,0 1 0 0 0,0 0 1 0 0,0-1-1 0 0,0 0 0 0 0,1 0 1 0 0,-1 0-1 0 0,1 0 0 0 0,0-1 1 0 0,-1 0-1 0 0,1 0 0 0 0,0 0 1 0 0,1 0-1 0 0,-1-1 0 0 0,0 0 1 0 0,7 1-1 0 0,-4-1-11 0 0,-1-1 0 0 0,1 0 0 0 0,0 0 0 0 0,-1 0 0 0 0,1-1-1 0 0,-1 0 1 0 0,1 0 0 0 0,-1-1 0 0 0,1 0 0 0 0,-1-1 0 0 0,0 1 0 0 0,13-8 0 0 0,-10 4 2 0 0,-1 0 1 0 0,0 0 0 0 0,0-2 0 0 0,0 1-1 0 0,-1-1 1 0 0,0 0 0 0 0,-1 0 0 0 0,8-11-1 0 0,-5 3-6 0 0,0-1 0 0 0,0 0-1 0 0,-2 0 1 0 0,0-1 0 0 0,-1 0-1 0 0,-1 0 1 0 0,0 0 0 0 0,-2-1-1 0 0,5-37 1 0 0,-8 49 9 0 0,-1 0 0 0 0,0-1 0 0 0,-1 1 0 0 0,1-1 0 0 0,-1 1 0 0 0,-1-1 1 0 0,1 1-1 0 0,-1 0 0 0 0,-1 0 0 0 0,1 0 0 0 0,-1 0 0 0 0,-5-8 0 0 0,6 11-6 0 0,-1 1 1 0 0,1 0-1 0 0,-1-1 1 0 0,1 1-1 0 0,-1 0 1 0 0,0 1-1 0 0,-1-1 1 0 0,1 0-1 0 0,0 1 0 0 0,-1 0 1 0 0,1 0-1 0 0,-1 0 1 0 0,0 0-1 0 0,0 1 1 0 0,0-1-1 0 0,1 1 1 0 0,-1 0-1 0 0,0 0 1 0 0,-1 0-1 0 0,1 1 0 0 0,0-1 1 0 0,0 1-1 0 0,-6 0 1 0 0,-1 2-13 0 0,0-1 0 0 0,0 1 0 0 0,0 1 0 0 0,1 0 0 0 0,-1 1 0 0 0,1 0 0 0 0,-1 0 0 0 0,1 1 1 0 0,0 0-1 0 0,1 1 0 0 0,0 0 0 0 0,-11 9 0 0 0,10-7-175 0 0,1 0 0 0 0,0 1 1 0 0,0 0-1 0 0,1 1 0 0 0,0-1 0 0 0,1 1 0 0 0,0 1 1 0 0,1 0-1 0 0,0 0 0 0 0,-8 20 0 0 0,12-25-63 0 0,1-1 0 0 0,0 0-1 0 0,0 0 1 0 0,0 1 0 0 0,0-1-1 0 0,1 1 1 0 0,0-1 0 0 0,0 0-1 0 0,1 1 1 0 0,-1-1 0 0 0,1 0-1 0 0,0 1 1 0 0,3 7 0 0 0,-2-8-569 0 0,0-1 0 0 0,1 1 0 0 0,-1-1 0 0 0,1 0 0 0 0,-1 0 0 0 0,1 0 0 0 0,1 0 0 0 0,-1 0 0 0 0,5 4 1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0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95 2868 0 0,'18'-93'15276'0'0,"-17"91"-14890"0"0,0 5-285 0 0,0-1-1 0 0,-1 1 1 0 0,1 0-1 0 0,0-1 1 0 0,-1 1-1 0 0,0 0 1 0 0,1-1-1 0 0,-1 4 1 0 0,0-6-96 0 0,-1 65 406 0 0,-2-1 1 0 0,-19 106-1 0 0,12-104 160 0 0,10-64-475 0 0,0-2-92 0 0,-1 1 1 0 0,1-1-1 0 0,0 0 1 0 0,-1 0-1 0 0,1 1 1 0 0,0-1-1 0 0,-1 0 1 0 0,1 1-1 0 0,0-1 1 0 0,-1 0-1 0 0,1 0 1 0 0,-1 0 0 0 0,1 1-1 0 0,-1-1 1 0 0,1 0-1 0 0,0 0 1 0 0,-1 0-1 0 0,1 0 1 0 0,-1 0-1 0 0,1 0 1 0 0,-1 0-1 0 0,1 0 1 0 0,-1 0-1 0 0,1 0 1 0 0,0 0-1 0 0,-1 0 1 0 0,1 0-1 0 0,-1 0 1 0 0,1 0-1 0 0,-1 0 1 0 0,1-1 0 0 0,0 1-1 0 0,-1 0 1 0 0,1 0-1 0 0,-1-1 1 0 0,1 1-1 0 0,0 0 1 0 0,-1 0-1 0 0,1-1 1 0 0,0 1-1 0 0,-1 0 1 0 0,1-1-1 0 0,0 1 1 0 0,0 0-1 0 0,-1-1 1 0 0,1 1-1 0 0,0-1 1 0 0,0 1 0 0 0,0 0-1 0 0,-1-1 1 0 0,1 1-1 0 0,0-1 1 0 0,0 1-1 0 0,0-1 1 0 0,0 1-1 0 0,0-1 1 0 0,0 0-1 0 0,0-11-16 0 0,2-1-1 0 0,-1 0 1 0 0,1 1 0 0 0,1-1-1 0 0,1 1 1 0 0,-1 0-1 0 0,2 0 1 0 0,0 0-1 0 0,0 1 1 0 0,1-1-1 0 0,0 1 1 0 0,1 1 0 0 0,0-1-1 0 0,1 1 1 0 0,0 0-1 0 0,1 1 1 0 0,0 0-1 0 0,0 0 1 0 0,1 1-1 0 0,0 0 1 0 0,1 1 0 0 0,-1 0-1 0 0,17-7 1 0 0,-23 12 5 0 0,-1 0 1 0 0,1 1-1 0 0,0-1 0 0 0,1 1 1 0 0,-1 0-1 0 0,0 0 1 0 0,0 0-1 0 0,0 1 1 0 0,0-1-1 0 0,1 1 1 0 0,-1 0-1 0 0,0 1 1 0 0,0-1-1 0 0,1 0 1 0 0,-1 1-1 0 0,0 0 1 0 0,0 0-1 0 0,0 1 0 0 0,0-1 1 0 0,0 1-1 0 0,0 0 1 0 0,0 0-1 0 0,-1 0 1 0 0,1 0-1 0 0,-1 0 1 0 0,1 1-1 0 0,-1 0 1 0 0,0 0-1 0 0,0 0 1 0 0,0 0-1 0 0,0 0 1 0 0,-1 1-1 0 0,5 5 0 0 0,-1 1 8 0 0,-1 0 0 0 0,0 0 0 0 0,0 0 0 0 0,-1 0 0 0 0,-1 1 0 0 0,1 0 0 0 0,-2 0 0 0 0,1 0 0 0 0,-2 0 0 0 0,1 0 0 0 0,-1 20 0 0 0,-3-13 56 0 0,0 0-1 0 0,-1 0 1 0 0,0 0 0 0 0,-2 0-1 0 0,-10 27 1 0 0,15-44-50 0 0,0-1 1 0 0,-1 1-1 0 0,1 0 0 0 0,0-1 0 0 0,0 1 1 0 0,-1 0-1 0 0,1-1 0 0 0,0 1 1 0 0,-1-1-1 0 0,1 1 0 0 0,-1-1 1 0 0,1 1-1 0 0,-1-1 0 0 0,1 1 1 0 0,-1-1-1 0 0,1 1 0 0 0,-1-1 0 0 0,1 0 1 0 0,-1 1-1 0 0,0-1 0 0 0,0 0-6 0 0,0 0-1 0 0,1 0 0 0 0,-1-1 0 0 0,1 1 0 0 0,-1 0 0 0 0,1-1 1 0 0,-1 1-1 0 0,1 0 0 0 0,0-1 0 0 0,-1 1 0 0 0,1-1 1 0 0,-1 1-1 0 0,1-1 0 0 0,0 1 0 0 0,-1-1 0 0 0,1 1 0 0 0,0-1 1 0 0,0 1-1 0 0,-1-1 0 0 0,1 1 0 0 0,0-1 0 0 0,0 0 1 0 0,0 1-1 0 0,0-1 0 0 0,0 1 0 0 0,0-1 0 0 0,0 0 1 0 0,0 1-1 0 0,0-1 0 0 0,0 1 0 0 0,0-1 0 0 0,0 0 0 0 0,0 1 1 0 0,0-1-1 0 0,0 1 0 0 0,1-1 0 0 0,-1 1 0 0 0,1-2 1 0 0,-1 1-1 0 0,4-11-6 0 0,1-1 1 0 0,0 1-1 0 0,0 0 1 0 0,1 0-1 0 0,1 0 0 0 0,0 1 1 0 0,1 0-1 0 0,10-11 1 0 0,-7 7-7 0 0,2-2 3 0 0,1 0 0 0 0,1 1 0 0 0,1 1-1 0 0,0 0 1 0 0,1 1 0 0 0,0 1-1 0 0,1 1 1 0 0,1 0 0 0 0,24-11 0 0 0,-41 22 7 0 0,0 0 1 0 0,1 1 0 0 0,-1-1 0 0 0,0 1 0 0 0,0-1-1 0 0,1 1 1 0 0,-1 0 0 0 0,0 0 0 0 0,1 0-1 0 0,-1 0 1 0 0,0 0 0 0 0,1 1 0 0 0,-1-1 0 0 0,0 1-1 0 0,0-1 1 0 0,1 1 0 0 0,-1 0 0 0 0,0 0 0 0 0,0 0-1 0 0,0 0 1 0 0,0 0 0 0 0,0 0 0 0 0,0 1-1 0 0,0-1 1 0 0,0 1 0 0 0,-1-1 0 0 0,1 1 0 0 0,0 0-1 0 0,-1-1 1 0 0,0 1 0 0 0,1 0 0 0 0,-1 0 0 0 0,2 4-1 0 0,2 3 47 0 0,-1 0-1 0 0,0 0 0 0 0,0 0 0 0 0,-1 0 1 0 0,0 1-1 0 0,2 13 0 0 0,-3-4 32 0 0,-1 0 0 0 0,-1 22-1 0 0,-1-26-829 0 0,1 0-1 0 0,1 0 1 0 0,0 0 0 0 0,6 26-1 0 0,-6-38 395 0 0,0-1 0 0 0,0 1 0 0 0,0 0 0 0 0,0 0 0 0 0,1 0 0 0 0,-1-1 0 0 0,1 1 0 0 0,2 2 0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1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2532 0 0,'66'-181'17517'0'0,"-65"178"-17283"0"0,6 2 228 0 0,-5 1-125 0 0,1 7-134 0 0,-2 3 262 0 0,1 0-1 0 0,-1 0 0 0 0,-1 0 0 0 0,0 0 1 0 0,-2 19-1 0 0,-12 52 1097 0 0,12-66-1383 0 0,-14 79 558 0 0,-9 36 702 0 0,25-127-958 0 0,1-5-493 0 0,73-150-432 0 0,-66 139 418 0 0,32-51-81 0 0,-36 57 72 0 0,2 0 0 0 0,-1 1-1 0 0,1 0 1 0 0,0 0 0 0 0,0 0 0 0 0,11-7-1 0 0,-15 12 24 0 0,0 0-1 0 0,0-1 1 0 0,0 1-1 0 0,0 0 1 0 0,0 1-1 0 0,0-1 1 0 0,0 0-1 0 0,0 0 1 0 0,0 1-1 0 0,0 0 1 0 0,0-1-1 0 0,1 1 1 0 0,-1 0 0 0 0,0 0-1 0 0,0 0 1 0 0,0 0-1 0 0,1 0 1 0 0,-1 1-1 0 0,0-1 1 0 0,3 2-1 0 0,-2-1 0 0 0,0 1 0 0 0,0 0-1 0 0,0-1 1 0 0,0 1 0 0 0,-1 1-1 0 0,1-1 1 0 0,-1 0 0 0 0,1 1 0 0 0,-1-1-1 0 0,0 1 1 0 0,0-1 0 0 0,2 5-1 0 0,2 4-24 0 0,-1 0 0 0 0,0 1 0 0 0,0 0-1 0 0,-1 0 1 0 0,-1 0 0 0 0,3 13 0 0 0,17 82 381 0 0,-22-106-181 0 0,7-6-151 0 0,0-2 0 0 0,-1 1-1 0 0,1-1 1 0 0,-1 0 0 0 0,0 0 0 0 0,-1-1-1 0 0,0 0 1 0 0,10-17 0 0 0,5-4-20 0 0,66-80-42 0 0,-70 89 0 0 0,1 2 0 0 0,1 0 0 0 0,28-20 0 0 0,-45 37 45 0 0,-1 0-1 0 0,0 0 0 0 0,1 0 1 0 0,-1 0-1 0 0,1 0 0 0 0,-1 1 1 0 0,1-1-1 0 0,-1 0 0 0 0,1 1 1 0 0,-1-1-1 0 0,1 1 0 0 0,-1 0 1 0 0,1-1-1 0 0,0 1 0 0 0,-1 0 1 0 0,1 0-1 0 0,0 0 0 0 0,-1 0 1 0 0,1 0-1 0 0,0 0 0 0 0,-1 1 1 0 0,1-1-1 0 0,0 1 0 0 0,-1-1 1 0 0,1 1-1 0 0,-1-1 0 0 0,1 1 1 0 0,-1 0-1 0 0,1 0 1 0 0,-1 0-1 0 0,3 2 0 0 0,-2-1 18 0 0,0 1 1 0 0,1 0-1 0 0,-1 0 0 0 0,0 0 1 0 0,0 0-1 0 0,-1 0 0 0 0,1 1 0 0 0,-1-1 1 0 0,1 1-1 0 0,-1-1 0 0 0,0 1 0 0 0,-1-1 1 0 0,2 7-1 0 0,-1 11-32 0 0,0 1-1 0 0,-2-1 1 0 0,-5 32 0 0 0,1 4-2327 0 0,5-54 2044 0 0,-1 0-1 0 0,1 0 0 0 0,0 0 1 0 0,1 1-1 0 0,-1-1 0 0 0,1 0 1 0 0,-1 0-1 0 0,1 0 0 0 0,0 0 1 0 0,0 0-1 0 0,0 0 0 0 0,1 0 1 0 0,-1 0-1 0 0,1 0 0 0 0,-1-1 1 0 0,1 1-1 0 0,2 3 0 0 0,0-3-621 0 0,-1-1-1 0 0,0 1 1 0 0,1 0 0 0 0,-1-1-1 0 0,1 0 1 0 0,0 0-1 0 0,0 0 1 0 0,0 0-1 0 0,0 0 1 0 0,0-1-1 0 0,6 1 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1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16 152 1288 0 0,'47'-150'19019'0'0,"-75"240"-11563"0"0,17-48-7029 0 0,2 1-1 0 0,-5 60 1 0 0,13-95-389 0 0,1 0 0 0 0,1 0 0 0 0,-1 0 0 0 0,3 11 0 0 0,-2-16-57 0 0,-1-1 1 0 0,1 1-1 0 0,0 0 0 0 0,1 0 0 0 0,-1-1 1 0 0,0 1-1 0 0,1 0 0 0 0,-1-1 0 0 0,1 0 1 0 0,0 1-1 0 0,0-1 0 0 0,0 0 0 0 0,0 0 1 0 0,2 3-1 0 0,-2-4-67 0 0,0 0 0 0 0,0-1 0 0 0,0 1 0 0 0,1 0 1 0 0,-1 0-1 0 0,0-1 0 0 0,0 1 0 0 0,0-1 0 0 0,0 0 0 0 0,0 0 0 0 0,1 0 0 0 0,-1 0 0 0 0,0 0 1 0 0,0 0-1 0 0,0 0 0 0 0,1-1 0 0 0,-1 1 0 0 0,0-1 0 0 0,0 0 0 0 0,0 1 0 0 0,0-1 1 0 0,3-2-1 0 0,3-1-403 0 0,0-1 0 0 0,0 1 1 0 0,12-11-1 0 0,-7 4 105 0 0,-1-1-1 0 0,0-1 1 0 0,0 0-1 0 0,-1-1 0 0 0,-1 0 1 0 0,0 0-1 0 0,12-27 1 0 0,2-10 917 0 0,17-55 1 0 0,-23 56 1342 0 0,-17 47-1447 0 0,-1 6-320 0 0,1-1 0 0 0,-1 0 0 0 0,0 1-1 0 0,0-1 1 0 0,0 0 0 0 0,0 0-1 0 0,0 1 1 0 0,0-1 0 0 0,-1 0 0 0 0,1 1-1 0 0,-2 3 1 0 0,2-5-6 0 0,-10 45 1133 0 0,4-26-1046 0 0,1 1 0 0 0,2 0 0 0 0,0 0 0 0 0,1 0 0 0 0,2 37 1 0 0,0-54-219 0 0,1 0 1 0 0,0 0 0 0 0,0 0-1 0 0,0 0 1 0 0,0-1 0 0 0,0 1 0 0 0,1 0-1 0 0,0-1 1 0 0,0 1 0 0 0,0-1-1 0 0,0 1 1 0 0,0-1 0 0 0,1 0-1 0 0,-1 0 1 0 0,1 0 0 0 0,5 4-1 0 0,-3-3-197 0 0,0-1 0 0 0,1 0-1 0 0,0 0 1 0 0,-1 0 0 0 0,1-1 0 0 0,0 0-1 0 0,0 0 1 0 0,0 0 0 0 0,11 1-1 0 0,0-1-775 0 0,1-1 1 0 0,-1-1-1 0 0,1-1 0 0 0,-1 0 0 0 0,0-1 0 0 0,31-8 0 0 0,-31 5-589 0 0,0-1 0 0 0,-1 0 0 0 0,0-2 0 0 0,0 0 0 0 0,22-15 0 0 0,2-6-5845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2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251 377 1720 0 0,'13'-85'6028'0'0,"-3"0"-1"0"0,-2-89 0 0 0,-8 172-5863 0 0,0-1 0 0 0,0 0 0 0 0,0 1-1 0 0,-1-1 1 0 0,1 1 0 0 0,-1-1-1 0 0,1 1 1 0 0,-1-1 0 0 0,-2-3-1 0 0,3 6-133 0 0,0 0 0 0 0,0-1 0 0 0,0 1 0 0 0,-1 0 0 0 0,1 0-1 0 0,0-1 1 0 0,0 1 0 0 0,0 0 0 0 0,-1 0 0 0 0,1 0-1 0 0,0 0 1 0 0,0-1 0 0 0,-1 1 0 0 0,1 0 0 0 0,0 0 0 0 0,-1 0-1 0 0,1 0 1 0 0,0 0 0 0 0,0 0 0 0 0,-1 0 0 0 0,1 0 0 0 0,0 0-1 0 0,-1 0 1 0 0,1 0 0 0 0,0 0 0 0 0,-1 0 0 0 0,1 0 0 0 0,0 0-1 0 0,0 0 1 0 0,-1 0 0 0 0,1 0 0 0 0,-14 13 661 0 0,-2 14 194 0 0,2 0-1 0 0,0 1 0 0 0,2 0 0 0 0,-13 46 0 0 0,22-65-733 0 0,-50 170 1757 0 0,-43 260 0 0 0,88-399-2313 0 0,2 0 1 0 0,2 0 0 0 0,2 0-1 0 0,3 46 1 0 0,0-73-214 0 0,1 0-1 0 0,1 0 1 0 0,0-1 0 0 0,0 1 0 0 0,1-1-1 0 0,1 0 1 0 0,7 14 0 0 0,-7-18-148 0 0,0 0-1 0 0,1 0 1 0 0,0 0-1 0 0,0-1 1 0 0,0 0 0 0 0,1 0-1 0 0,0-1 1 0 0,0 0 0 0 0,1 0-1 0 0,16 9 1 0 0,5-1-4635 0 0,2-3-2869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297 237 2604 0 0,'8'-31'5368'0'0,"5"-44"-1"0"0,-11 63-4156 0 0,-1 0-1 0 0,-1 0 0 0 0,0 0 0 0 0,-1-1 0 0 0,0 1 0 0 0,-5-20 0 0 0,6 30-1137 0 0,-1 1 0 0 0,1 0 0 0 0,-1 0-1 0 0,1-1 1 0 0,-1 1 0 0 0,1 0 0 0 0,-1 0 0 0 0,0 0 0 0 0,1-1-1 0 0,-1 1 1 0 0,0 0 0 0 0,0 0 0 0 0,0 0 0 0 0,0 0 0 0 0,0 0 0 0 0,0 1-1 0 0,0-1 1 0 0,0 0 0 0 0,0 0 0 0 0,-1 1 0 0 0,1-1 0 0 0,-2 0 0 0 0,1 1-30 0 0,-1-1 1 0 0,1 1 0 0 0,0 0-1 0 0,-1 0 1 0 0,1 0 0 0 0,0 0 0 0 0,-1 0-1 0 0,1 1 1 0 0,0-1 0 0 0,-1 1 0 0 0,-3 1-1 0 0,-4 3 20 0 0,0-1-1 0 0,0 2 0 0 0,0 0 0 0 0,-9 7 1 0 0,-2 2 197 0 0,2 2 0 0 0,-1 0 0 0 0,2 1 1 0 0,-31 40-1 0 0,39-45-184 0 0,1 0 0 0 0,1 0 0 0 0,0 1-1 0 0,1 0 1 0 0,1 0 0 0 0,0 1 0 0 0,1 0 0 0 0,0 0 0 0 0,-3 21 0 0 0,8-31-81 0 0,-1-1 0 0 0,1 1-1 0 0,0 0 1 0 0,0 0 0 0 0,1-1 0 0 0,-1 1 0 0 0,1 0 0 0 0,0 0 0 0 0,0-1 0 0 0,1 1-1 0 0,-1-1 1 0 0,1 1 0 0 0,0-1 0 0 0,0 0 0 0 0,1 0 0 0 0,-1 0 0 0 0,1 0 0 0 0,0 0 0 0 0,0 0-1 0 0,0-1 1 0 0,1 1 0 0 0,-1-1 0 0 0,5 3 0 0 0,-3-2-123 0 0,1-1-1 0 0,-1 0 1 0 0,0 0 0 0 0,1 0 0 0 0,0-1-1 0 0,-1 0 1 0 0,1 0 0 0 0,0-1 0 0 0,0 1-1 0 0,0-1 1 0 0,0-1 0 0 0,0 1 0 0 0,0-1-1 0 0,0 0 1 0 0,0 0 0 0 0,1-1-1 0 0,9-2 1 0 0,-4 0 11 0 0,-1-1 0 0 0,0 0 0 0 0,-1-1 0 0 0,1 0 0 0 0,-1-1 0 0 0,0 0 1 0 0,0 0-1 0 0,-1-1 0 0 0,0 0 0 0 0,0-1 0 0 0,-1 0 0 0 0,13-16 0 0 0,4-8 797 0 0,-2-1-1 0 0,25-48 1 0 0,-19 30 2072 0 0,-28 50-2524 0 0,-2 21 69 0 0,-1 1 1 0 0,-2 0-1 0 0,-6 26 0 0 0,5-27-254 0 0,0 1 1 0 0,2 0-1 0 0,-1 28 1 0 0,3-42-383 0 0,2 1 0 0 0,-1 0 0 0 0,1 0 0 0 0,0-1 0 0 0,4 14-1 0 0,-5-19 64 0 0,1 0 0 0 0,0 0-1 0 0,0 0 1 0 0,0 0-1 0 0,0 0 1 0 0,0 0-1 0 0,1 0 1 0 0,-1-1-1 0 0,1 1 1 0 0,-1 0-1 0 0,1-1 1 0 0,-1 0-1 0 0,1 1 1 0 0,0-1-1 0 0,-1 0 1 0 0,1 0-1 0 0,0 0 1 0 0,0 0-1 0 0,0 0 1 0 0,0 0-1 0 0,0 0 1 0 0,0-1 0 0 0,0 1-1 0 0,1-1 1 0 0,2 1-1 0 0,31 0-8201 0 0,-15-5-229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2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166 222 1624 0 0,'19'-144'17368'0'0,"-14"97"-11714"0"0,-1 17-1133 0 0,-14 42-3305 0 0,6-4-935 0 0,0 0-1 0 0,1 0 1 0 0,0 0-1 0 0,0 0 1 0 0,1 1-1 0 0,-2 12 0 0 0,-1 3 46 0 0,-84 459-187 0 0,33 8-528 0 0,52-450 292 0 0,1-21-1200 0 0,1-7-665 0 0,1-1 0 0 0,0 1-1 0 0,1-1 1 0 0,2 19 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3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1 157 776 0 0,'28'-73'12419'0'0,"6"-11"632"0"0,-32 92-12599 0 0,1 4-210 0 0,-32 216 411 0 0,27-216-1049 0 0,-2 13-1853 0 0,-1 28-1 0 0,5-45 791 0 0,0-1-1 0 0,1 1 0 0 0,0-1 0 0 0,3 14 0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3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0 220 744 0 0,'11'-42'8411'0'0,"-7"32"-5894"0"0,-2 1 0 0 0,1-1-1 0 0,-1-1 1 0 0,0-12 0 0 0,-2 22-2219 0 0,0-1-1 0 0,0 0 0 0 0,0 1 1 0 0,1-1-1 0 0,-1 1 1 0 0,0-1-1 0 0,1 1 0 0 0,-1-1 1 0 0,1 1-1 0 0,-1-1 1 0 0,1 1-1 0 0,0 0 0 0 0,0-2 1 0 0,-1 3-270 0 0,0 0 1 0 0,0-1 0 0 0,1 1-1 0 0,-1 0 1 0 0,0 0 0 0 0,0 0-1 0 0,0 0 1 0 0,0 0 0 0 0,0 0-1 0 0,0 0 1 0 0,0 0 0 0 0,1 0-1 0 0,-1 0 1 0 0,0 0 0 0 0,0 0-1 0 0,0 0 1 0 0,0 0 0 0 0,0 0-1 0 0,0 0 1 0 0,0 0 0 0 0,1 0-1 0 0,-1 0 1 0 0,0 0 0 0 0,0 0-1 0 0,0 0 1 0 0,0 0 0 0 0,0 0-1 0 0,0 0 1 0 0,0 0 0 0 0,1 0-1 0 0,-1 0 1 0 0,0 0 0 0 0,0 0-1 0 0,0 0 1 0 0,0 1 0 0 0,0-1-1 0 0,0 0 1 0 0,0 0 0 0 0,0 0-1 0 0,0 0 1 0 0,0 0 0 0 0,0 0-1 0 0,1 0 1 0 0,-1 0 0 0 0,0 1-1 0 0,0-1 1 0 0,0 0 0 0 0,3 15 423 0 0,0 61 593 0 0,-3-49-842 0 0,1 1-1 0 0,2-1 1 0 0,0 0 0 0 0,11 38-1 0 0,-14-64-198 0 0,1 3 13 0 0,0 1 0 0 0,0-1-1 0 0,1 0 1 0 0,0 0 0 0 0,-1 0 0 0 0,1 0 0 0 0,1 0 0 0 0,-1 0 0 0 0,0 0 0 0 0,1-1 0 0 0,0 1 0 0 0,0-1 0 0 0,3 4-1 0 0,-4-7-62 0 0,-1 1 0 0 0,1 0 1 0 0,-1-1-1 0 0,1 1 0 0 0,-1-1 0 0 0,1 1 0 0 0,-1-1 0 0 0,1 0 0 0 0,0 0 0 0 0,-1 0 0 0 0,1 0 0 0 0,-1 0 0 0 0,1 0 0 0 0,0 0 0 0 0,-1 0 0 0 0,1 0 0 0 0,-1-1 0 0 0,1 1 0 0 0,1-2 0 0 0,29-12-1142 0 0,-29 13 1073 0 0,17-12-242 0 0,-2-1 0 0 0,1 0 0 0 0,-2-2 0 0 0,0 0 1 0 0,29-35-1 0 0,-19 20 188 0 0,23-27 93 0 0,-31 34 264 0 0,1 1 1 0 0,38-34-1 0 0,-57 56-192 0 0,1 0 1 0 0,-1 0-1 0 0,0 1 1 0 0,1-1-1 0 0,-1 0 1 0 0,1 1-1 0 0,-1-1 1 0 0,1 1-1 0 0,-1-1 1 0 0,1 1-1 0 0,0 0 1 0 0,-1 0-1 0 0,1 0 1 0 0,-1 0-1 0 0,1 0 1 0 0,-1 0-1 0 0,1 0 1 0 0,0 0-1 0 0,-1 1 1 0 0,1-1-1 0 0,-1 0 1 0 0,1 1-1 0 0,-1-1 1 0 0,1 1-1 0 0,-1 0 1 0 0,1 0-1 0 0,-1-1 1 0 0,0 1-1 0 0,1 0 1 0 0,-1 0-1 0 0,0 0 1 0 0,0 0-1 0 0,0 1 1 0 0,0-1-1 0 0,0 0 1 0 0,1 2 0 0 0,6 6-6 0 0,-1 1 0 0 0,0 0 0 0 0,10 19 1 0 0,-11-17-14 0 0,1 0 33 0 0,0 0 1 0 0,1 0-1 0 0,0-1 1 0 0,1 0-1 0 0,0 0 1 0 0,0-1-1 0 0,1 0 1 0 0,1-1 0 0 0,14 10-1 0 0,-23-18 2 0 0,0 0 0 0 0,0 0 0 0 0,0-1 0 0 0,0 1 0 0 0,0-1 0 0 0,1 0 0 0 0,-1 1 0 0 0,0-1 0 0 0,0 0 0 0 0,0 0 0 0 0,0-1 0 0 0,0 1 0 0 0,1 0 1 0 0,-1-1-1 0 0,0 1 0 0 0,3-2 0 0 0,32-15-100 0 0,-31 13 12 0 0,-1 0 1 0 0,1-1-1 0 0,-1 0 1 0 0,0 0-1 0 0,0-1 1 0 0,0 1-1 0 0,-1-1 1 0 0,0 0-1 0 0,0 0 0 0 0,-1 0 1 0 0,0-1-1 0 0,4-9 1 0 0,-1-1 18 0 0,0 1 1 0 0,-2-1 0 0 0,0 0-1 0 0,2-18 1 0 0,-5 29 80 0 0,-1 1 0 0 0,0 0 1 0 0,0 0-1 0 0,0 0 0 0 0,-1 0 1 0 0,0 0-1 0 0,0 0 0 0 0,0 0 1 0 0,-1 0-1 0 0,1 0 0 0 0,-1 0 1 0 0,0 1-1 0 0,-4-6 0 0 0,6 9-12 0 0,-1 0 1 0 0,0 1-1 0 0,0-1 0 0 0,0 0 0 0 0,0 0 0 0 0,0 1 1 0 0,0-1-1 0 0,0 1 0 0 0,0-1 0 0 0,-1 1 0 0 0,1-1 1 0 0,0 1-1 0 0,0 0 0 0 0,0-1 0 0 0,0 1 0 0 0,-1 0 1 0 0,1 0-1 0 0,0 0 0 0 0,0 0 0 0 0,-3 0 0 0 0,-23 5 338 0 0,16 0-85 0 0,0 0-1 0 0,1 1 1 0 0,-1 0 0 0 0,1 1 0 0 0,0 0 0 0 0,1 1-1 0 0,0 0 1 0 0,0 1 0 0 0,-11 14 0 0 0,9-9 46 0 0,0 0 0 0 0,1 1 0 0 0,1 0 0 0 0,1 0 0 0 0,-13 33-1 0 0,19-43-260 0 0,0 0-1 0 0,1 0 0 0 0,0 1 0 0 0,0-1 1 0 0,0 1-1 0 0,1-1 0 0 0,0 0 1 0 0,0 1-1 0 0,0-1 0 0 0,0 1 0 0 0,1-1 1 0 0,0 1-1 0 0,3 7 0 0 0,-3-9-35 0 0,1 0 1 0 0,0 0-1 0 0,0 0 1 0 0,0-1-1 0 0,1 1 0 0 0,-1-1 1 0 0,1 1-1 0 0,0-1 1 0 0,0 0-1 0 0,0 0 0 0 0,0 0 1 0 0,1 0-1 0 0,-1-1 1 0 0,1 1-1 0 0,-1-1 0 0 0,1 0 1 0 0,6 2-1 0 0,0 0-446 0 0,0 0 0 0 0,0-1-1 0 0,0 0 1 0 0,1-1 0 0 0,-1 0 0 0 0,1-1-1 0 0,21 0 1 0 0,-24-1-469 0 0,1-1-1 0 0,0 0 1 0 0,0-1-1 0 0,-1 0 1 0 0,1 0-1 0 0,-1-1 1 0 0,1 0-1 0 0,-1-1 1 0 0,0 0-1 0 0,8-5 1 0 0,-12 6-250 0 0,0 0 0 0 0,-1 0 0 0 0,1 0 0 0 0,-1 0-1 0 0,0 0 1 0 0,4-6 0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3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231 176 3448 0 0,'-9'-6'988'0'0,"-137"-98"21592"0"0,90 54-18302 0 0,36 34-10705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4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8 2200 0 0,'-66'-3'4812'0'0,"-134"-1"14428"0"0,250 12-18332 0 0,160 5-1773 0 0,-17-1-3132 0 0,0-4-6434 0 0,-116-6 968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51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214 107 1024 0 0,'15'-103'11989'0'0,"-15"101"-11549"0"0,0 3-388 0 0,0-1-1 0 0,0 0 1 0 0,0 0-1 0 0,0 0 1 0 0,-1 0-1 0 0,1 1 1 0 0,0-1-1 0 0,0 0 1 0 0,0 0-1 0 0,0 0 0 0 0,-1 0 1 0 0,1 0-1 0 0,0 0 1 0 0,0 0-1 0 0,-1 0 1 0 0,1 1-1 0 0,0-1 1 0 0,0 0-1 0 0,0 0 1 0 0,-1 0-1 0 0,1 0 1 0 0,0 0-1 0 0,0 0 1 0 0,-1 0-1 0 0,1 0 1 0 0,0 0-1 0 0,0-1 1 0 0,0 1-1 0 0,-1 0 0 0 0,1 0 1 0 0,0 0-1 0 0,0 0 1 0 0,0 0-1 0 0,-1 0 1 0 0,1 0-1 0 0,0 0 1 0 0,0-1-1 0 0,0 1 1 0 0,-1 0-1 0 0,1 0 1 0 0,0 0-1 0 0,0 0 1 0 0,0-1-1 0 0,0 1 1 0 0,0 0-1 0 0,-1 0 1 0 0,1 0-1 0 0,0-1 0 0 0,0 1 1 0 0,0 0-1 0 0,0 0 1 0 0,0 0-1 0 0,0-1 1 0 0,-120 365 3325 0 0,91-273-3311 0 0,-23 81-717 0 0,46-142-2147 0 0,-6 56 0 0 0,12-83 2111 0 0,0 9-336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51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69 1580 0 0,'18'-69'11755'0'0,"-15"84"-10417"0"0,0 20-97 0 0,-4 27-443 0 0,-16 109-1 0 0,8-121-4160 0 0,-3-2-3369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52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487 133 2068 0 0,'8'-32'2508'0'0,"-3"11"-506"0"0,1 1 1 0 0,13-31-1 0 0,-18 50-1964 0 0,-1 1 1 0 0,0-1-1 0 0,0 1 0 0 0,1-1 1 0 0,-1 1-1 0 0,0 0 0 0 0,1-1 1 0 0,-1 1-1 0 0,0-1 1 0 0,1 1-1 0 0,-1 0 0 0 0,0-1 1 0 0,1 1-1 0 0,-1 0 0 0 0,1-1 1 0 0,-1 1-1 0 0,1 0 0 0 0,-1 0 1 0 0,1-1-1 0 0,-1 1 0 0 0,1 0 1 0 0,-1 0-1 0 0,1 0 0 0 0,-1 0 1 0 0,1 0-1 0 0,-1 0 1 0 0,1 0-1 0 0,-1 0 0 0 0,1 0 1 0 0,-1 0-1 0 0,1 0 0 0 0,-1 0 1 0 0,1 0-1 0 0,-1 0 0 0 0,1 0 1 0 0,-1 0-1 0 0,1 1 0 0 0,-1-1 1 0 0,1 0-1 0 0,-1 0 0 0 0,1 1 1 0 0,-1-1-1 0 0,1 0 1 0 0,-1 1-1 0 0,0-1 0 0 0,1 0 1 0 0,-1 1-1 0 0,0-1 0 0 0,1 1 1 0 0,-1-1-1 0 0,0 0 0 0 0,1 1 1 0 0,-1 0-1 0 0,18 26 655 0 0,-4 4-215 0 0,-1 2 0 0 0,-2-1 1 0 0,-1 2-1 0 0,9 52 1 0 0,4 143 653 0 0,-21-130-922 0 0,-4 0 0 0 0,-4 0 0 0 0,-5 0 0 0 0,-25 106 0 0 0,8-93-320 0 0,-5 0-1 0 0,-5-3 0 0 0,-63 128 0 0 0,-88 107-3029 0 0,42-134-3202 0 0,80-126 750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59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357 399 720 0 0,'0'0'1994'0'0,"-1"-12"3330"0"0,-9-17 453 0 0,10 28-5602 0 0,-1 0 0 0 0,1 0 0 0 0,-1 0 0 0 0,0-1 0 0 0,0 1 0 0 0,1 0 0 0 0,-1 0 0 0 0,0 0 0 0 0,0 0-1 0 0,0 1 1 0 0,0-1 0 0 0,-2-1 0 0 0,0 3-126 0 0,1 1-1 0 0,0 0 1 0 0,-1 0-1 0 0,1 0 1 0 0,0 0-1 0 0,0 1 1 0 0,0-1-1 0 0,1 0 0 0 0,-1 1 1 0 0,0-1-1 0 0,1 1 1 0 0,0 0-1 0 0,-2 3 1 0 0,-16 46 498 0 0,13-35-373 0 0,-38 113 721 0 0,-34 85-198 0 0,1-2-317 0 0,37-103-318 0 0,8-19 31 0 0,32-90-84 0 0,-2 2 54 0 0,1 1 0 0 0,-1 0-1 0 0,1-1 1 0 0,0 1 0 0 0,0 0 0 0 0,1 0-1 0 0,-1 5 1 0 0,16-30 67 0 0,30-63-78 0 0,40-103 0 0 0,-51 109-46 0 0,281-560-118 0 0,-280 578 56 0 0,60-77 0 0 0,-93 133 41 0 0,2 0-1 0 0,-1 0 1 0 0,0 0 0 0 0,1 1-1 0 0,-1 0 1 0 0,1 0 0 0 0,0 0-1 0 0,7-4 1 0 0,-10 7 13 0 0,0-1 0 0 0,1 1 0 0 0,-1-1 0 0 0,0 1 0 0 0,1 0 0 0 0,-1-1 1 0 0,0 1-1 0 0,1 0 0 0 0,-1 0 0 0 0,1 0 0 0 0,-1 0 0 0 0,1 0 0 0 0,-1 1 0 0 0,0-1 0 0 0,1 0 0 0 0,-1 1 0 0 0,0-1 0 0 0,1 1 1 0 0,-1-1-1 0 0,0 1 0 0 0,0-1 0 0 0,1 1 0 0 0,-1 0 0 0 0,0 0 0 0 0,0 0 0 0 0,0 0 0 0 0,0 0 0 0 0,0 0 0 0 0,0 0 0 0 0,0 0 1 0 0,0 0-1 0 0,0 0 0 0 0,0 2 0 0 0,3 3 39 0 0,-1-1 1 0 0,0 1 0 0 0,-1 0-1 0 0,1 0 1 0 0,-1 1-1 0 0,-1-1 1 0 0,1 0 0 0 0,-1 1-1 0 0,1 6 1 0 0,1 61 461 0 0,-3-68-452 0 0,-3 85 1041 0 0,-21 135 0 0 0,-35 87 564 0 0,-7 42-807 0 0,63-338-810 0 0,1 0-1 0 0,0 0 1 0 0,1 0 0 0 0,1 1-1 0 0,1-1 1 0 0,0 0 0 0 0,5 19-1 0 0,-5-33-57 0 0,-1-1-1 0 0,1 1 1 0 0,0-1-1 0 0,0 0 1 0 0,1 1 0 0 0,-1-1-1 0 0,0 0 1 0 0,1 0-1 0 0,-1 0 1 0 0,1 0-1 0 0,0 0 1 0 0,-1 0-1 0 0,1-1 1 0 0,0 1-1 0 0,0-1 1 0 0,0 1-1 0 0,0-1 1 0 0,4 2-1 0 0,-2-1-131 0 0,0-1-1 0 0,0 0 0 0 0,1 0 1 0 0,-1 0-1 0 0,0 0 0 0 0,0-1 0 0 0,1 0 1 0 0,-1 0-1 0 0,0 0 0 0 0,6-1 1 0 0,2-1-564 0 0,1-1 1 0 0,-1-1 0 0 0,1 0 0 0 0,-1 0-1 0 0,0-1 1 0 0,15-9 0 0 0,-16 8-509 0 0,0-2 1 0 0,-1 1-1 0 0,1-1 1 0 0,-1-1-1 0 0,-1 0 1 0 0,0 0-1 0 0,9-13 0 0 0,-3-2-5182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59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166 128 2488 0 0,'-44'-8'8031'0'0,"-69"-21"0"0"0,112 29-7995 0 0,1 0 0 0 0,0 0 0 0 0,-1 0 0 0 0,1 0 0 0 0,-1 0 0 0 0,1 0 0 0 0,0-1-1 0 0,-1 1 1 0 0,1 0 0 0 0,0 0 0 0 0,-1 0 0 0 0,1 0 0 0 0,0-1 0 0 0,-1 1 0 0 0,1 0 0 0 0,0 0 0 0 0,-1-1 0 0 0,1 1 0 0 0,0 0 0 0 0,0-1 0 0 0,0 1 0 0 0,-1 0 0 0 0,1-1 0 0 0,0 1 0 0 0,0 0 0 0 0,0-1 0 0 0,-1 1 0 0 0,1 0 0 0 0,0-1 0 0 0,0 1 0 0 0,0-1 0 0 0,8-8 272 0 0,17-4-191 0 0,4 3-82 0 0,1 0 0 0 0,0 3 0 0 0,38-6 0 0 0,95-4-1972 0 0,8 14-2083 0 0,-58 6-2384 0 0,-70-1 903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0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95 1124 0 0,'3'-16'5507'0'0,"-3"13"-5086"0"0,0-1 1 0 0,0 1-1 0 0,0 0 1 0 0,0 0-1 0 0,-1 0 1 0 0,1 0-1 0 0,-1 0 1 0 0,0 0-1 0 0,0 0 1 0 0,0 0-1 0 0,-1 0 1 0 0,1 0-1 0 0,-1 1 1 0 0,1-1-1 0 0,-1 0 1 0 0,0 1-1 0 0,0-1 1 0 0,0 1-1 0 0,0 0 1 0 0,0 0-1 0 0,-1 0 1 0 0,1 0-1 0 0,-1 0 1 0 0,-4-3-1 0 0,2 4-229 0 0,0-1-1 0 0,1 1 0 0 0,-1-1 0 0 0,0 1 0 0 0,0 1 0 0 0,0-1 1 0 0,0 1-1 0 0,0 0 0 0 0,0 0 0 0 0,0 0 0 0 0,0 1 1 0 0,0-1-1 0 0,0 1 0 0 0,1 1 0 0 0,-1-1 0 0 0,-5 2 1 0 0,2 1-102 0 0,0-1 1 0 0,1 1-1 0 0,-1 1 1 0 0,0 0 0 0 0,1 0-1 0 0,0 0 1 0 0,1 1-1 0 0,-1-1 1 0 0,1 2 0 0 0,0-1-1 0 0,0 1 1 0 0,1 0-1 0 0,-8 13 1 0 0,10-16-80 0 0,1 0 0 0 0,0 0 0 0 0,0 0 0 0 0,1 0 0 0 0,-1 0 0 0 0,1 0 0 0 0,0 0 0 0 0,0 1 0 0 0,0-1 0 0 0,1 0 0 0 0,-1 1 0 0 0,1-1 0 0 0,0 1 0 0 0,0-1 0 0 0,1 0 0 0 0,-1 1 0 0 0,1-1 0 0 0,0 1 0 0 0,0-1 0 0 0,1 0 0 0 0,-1 0 0 0 0,1 0 0 0 0,0 0 0 0 0,0 0 0 0 0,0 0 0 0 0,0 0 0 0 0,1-1 0 0 0,5 6 0 0 0,8 6 14 0 0,2 0 0 0 0,0-2 0 0 0,0 0-1 0 0,1-1 1 0 0,1-1 0 0 0,37 15 0 0 0,-31-14-38 0 0,-1 0 0 0 0,-1 1 1 0 0,39 29-1 0 0,-61-41 36 0 0,-1 0-1 0 0,1 0 1 0 0,-1 1 0 0 0,1-1 0 0 0,-1 0 0 0 0,0 1-1 0 0,0-1 1 0 0,0 1 0 0 0,0-1 0 0 0,0 1 0 0 0,0-1-1 0 0,0 1 1 0 0,-1 0 0 0 0,1 0 0 0 0,0-1 0 0 0,-1 1-1 0 0,1 0 1 0 0,-1 0 0 0 0,0-1 0 0 0,0 1 0 0 0,0 0 0 0 0,0 0-1 0 0,0 3 1 0 0,-1-1 40 0 0,0-1-1 0 0,-1 1 0 0 0,1-1 1 0 0,-1 0-1 0 0,1 0 0 0 0,-1 0 1 0 0,0 0-1 0 0,0 0 1 0 0,0 0-1 0 0,-1 0 0 0 0,-3 3 1 0 0,-7 5 162 0 0,0-1 0 0 0,0 0 0 0 0,-1-1 0 0 0,-19 10 0 0 0,6-6-46 0 0,-1-2 0 0 0,1-1 0 0 0,-2-1 0 0 0,-33 7 0 0 0,-117 11 640 0 0,152-24-627 0 0,-13-1-810 0 0,29-4-1024 0 0,12-5 187 0 0,11-7-470 0 0,16-1-1827 0 0,35-14-1 0 0,-17 8-1341 0 0,-12 5-719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0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335 168 388 0 0,'7'-6'1124'0'0,"10"-9"1854"0"0,24-29 0 0 0,-38 40-2519 0 0,0 0 1 0 0,0 0 0 0 0,0-1 0 0 0,0 1-1 0 0,-1-1 1 0 0,1 1 0 0 0,-1-1-1 0 0,-1 0 1 0 0,1 0 0 0 0,-1 0-1 0 0,1 0 1 0 0,-1 0 0 0 0,0-6-1 0 0,-1 10-347 0 0,0 0-1 0 0,0 0 1 0 0,0-1-1 0 0,0 1 1 0 0,0 0-1 0 0,0 0 1 0 0,-1 0-1 0 0,1-1 1 0 0,0 1 0 0 0,-1 0-1 0 0,1 0 1 0 0,-1 0-1 0 0,1 0 1 0 0,-1 0-1 0 0,0 0 1 0 0,1 0-1 0 0,-1 0 1 0 0,0 0-1 0 0,0 0 1 0 0,1 0-1 0 0,-1 0 1 0 0,0 1-1 0 0,0-1 1 0 0,-2-1-1 0 0,1 1 37 0 0,0 0-1 0 0,-1 1 0 0 0,1-1 1 0 0,0 1-1 0 0,-1-1 0 0 0,1 1 1 0 0,-1 0-1 0 0,1 0 0 0 0,0 0 0 0 0,-1 0 1 0 0,-3 1-1 0 0,-4 1 210 0 0,0 0 0 0 0,0 1 0 0 0,0 1 0 0 0,-15 7 1 0 0,12-5-148 0 0,0 1 1 0 0,0 1 0 0 0,1 0 0 0 0,0 1 0 0 0,0 0 0 0 0,1 1 0 0 0,1 0 0 0 0,-15 18-1 0 0,22-24-184 0 0,0 0 0 0 0,0 0 0 0 0,0 1 0 0 0,1-1 0 0 0,0 1 0 0 0,0-1-1 0 0,0 1 1 0 0,0 0 0 0 0,1 0 0 0 0,0 0 0 0 0,0 0 0 0 0,0 0-1 0 0,1 0 1 0 0,-1 0 0 0 0,1 0 0 0 0,0 0 0 0 0,1 0 0 0 0,-1 0 0 0 0,1 0-1 0 0,0 0 1 0 0,0 0 0 0 0,1 0 0 0 0,0 0 0 0 0,0 0 0 0 0,0-1-1 0 0,0 1 1 0 0,5 6 0 0 0,1 2 6 0 0,2-1 1 0 0,0 0-1 0 0,0-1 0 0 0,22 19 1 0 0,55 35 96 0 0,7 7-135 0 0,-86-65 53 0 0,0 0 0 0 0,0 0 0 0 0,-1 1 0 0 0,0 1 0 0 0,-1-1 0 0 0,11 18 0 0 0,-16-23 25 0 0,0 0 1 0 0,1 1-1 0 0,-1-1 0 0 0,0 0 0 0 0,-1 1 1 0 0,1-1-1 0 0,-1 1 0 0 0,1-1 1 0 0,-1 1-1 0 0,0-1 0 0 0,0 1 0 0 0,-1-1 1 0 0,1 1-1 0 0,-1-1 0 0 0,1 1 1 0 0,-1-1-1 0 0,0 1 0 0 0,-1-1 0 0 0,1 0 1 0 0,0 0-1 0 0,-1 0 0 0 0,0 0 0 0 0,0 0 1 0 0,-3 5-1 0 0,-6 5 106 0 0,-1 0-1 0 0,0-1 1 0 0,0 0 0 0 0,-2-1-1 0 0,1-1 1 0 0,-1 0 0 0 0,-1-1-1 0 0,1 0 1 0 0,-2-1 0 0 0,-24 9-1 0 0,6-4 2 0 0,-1-2-1 0 0,-1-2 0 0 0,-68 10 0 0 0,93-17-362 0 0,-1-1 0 0 0,1 0 0 0 0,0-1-1 0 0,-1-1 1 0 0,1 1 0 0 0,-20-5 0 0 0,31 5 109 0 0,-1 0 0 0 0,0 0 0 0 0,1-1 0 0 0,-1 1 0 0 0,1 0 0 0 0,-1 0 0 0 0,1 0 0 0 0,-1-1 0 0 0,1 1 0 0 0,-1 0 0 0 0,1 0 0 0 0,-1-1 0 0 0,1 1 0 0 0,0 0 0 0 0,-1-1 0 0 0,1 1 0 0 0,-1-1 0 0 0,1 1 0 0 0,0 0 0 0 0,-1-1 0 0 0,1 1 0 0 0,0-1 0 0 0,0 1 0 0 0,-1-1 0 0 0,1 1 0 0 0,0-1 0 0 0,0 1 0 0 0,0-1 0 0 0,0 0 0 0 0,0 1 0 0 0,-1-1 0 0 0,1 1 0 0 0,0-1 0 0 0,0 1 0 0 0,0-1 0 0 0,1 1 0 0 0,-1-1 0 0 0,0 1 0 0 0,0-1 0 0 0,0 0 0 0 0,0 1 0 0 0,0-1 0 0 0,1 1 0 0 0,-1-1 0 0 0,14-18-2656 0 0,-2 9 369 0 0,2 0 1 0 0,0 0-1 0 0,27-13 0 0 0,-27 15-216 0 0,15-6-3552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171 143 1812 0 0,'2'-7'2189'0'0,"0"1"-1"0"0,-1-1 0 0 0,0 0 1 0 0,0 0-1 0 0,-1 0 0 0 0,1 0 1 0 0,-2-14-1 0 0,-15 27-979 0 0,12-4-970 0 0,0 1-1 0 0,0-1 1 0 0,0 1 0 0 0,0 0-1 0 0,1 0 1 0 0,-1 1 0 0 0,1-1-1 0 0,-5 8 1 0 0,-22 35 893 0 0,21-30-852 0 0,-5 6-87 0 0,2 2 0 0 0,1 0 1 0 0,1 0-1 0 0,0 1 1 0 0,-6 30-1 0 0,12-40-149 0 0,1-1 0 0 0,1 1 0 0 0,1 0 0 0 0,0 0 0 0 0,0-1 0 0 0,2 1 0 0 0,0 0 0 0 0,0 0 0 0 0,1-1 0 0 0,8 27 0 0 0,-8-36-27 0 0,0 0-1 0 0,0 0 1 0 0,0 0-1 0 0,1-1 1 0 0,-1 1-1 0 0,1-1 0 0 0,1 1 1 0 0,-1-1-1 0 0,1 0 1 0 0,-1 0-1 0 0,1 0 1 0 0,0-1-1 0 0,0 0 1 0 0,1 1-1 0 0,7 3 0 0 0,-5-4 0 0 0,0 0-1 0 0,-1 0 1 0 0,1-1-1 0 0,0 0 0 0 0,0-1 1 0 0,0 0-1 0 0,1 0 1 0 0,-1 0-1 0 0,0-1 0 0 0,13-1 1 0 0,-7 0 1 0 0,0-1 1 0 0,0-1 0 0 0,0 0-1 0 0,0-1 1 0 0,0 0-1 0 0,0-1 1 0 0,-1-1-1 0 0,0 0 1 0 0,0 0-1 0 0,-1-1 1 0 0,0-1 0 0 0,14-11-1 0 0,-13 7 0 0 0,-1-1 1 0 0,1 0-1 0 0,-2-1 1 0 0,0 0-1 0 0,-1 0 1 0 0,0-1-1 0 0,-1-1 0 0 0,-1 1 1 0 0,-1-1-1 0 0,0 0 1 0 0,0-1-1 0 0,-2 1 1 0 0,0-1-1 0 0,-1 0 0 0 0,-1 0 1 0 0,0-18-1 0 0,-1 23-44 0 0,-2 1 0 0 0,1-1 0 0 0,-1 1 0 0 0,-1-1 0 0 0,0 1 0 0 0,0 0 0 0 0,-2-1 0 0 0,1 1 0 0 0,-1 1-1 0 0,-1-1 1 0 0,0 0 0 0 0,0 1 0 0 0,-1 0 0 0 0,0 0 0 0 0,-1 1 0 0 0,0 0 0 0 0,0 0 0 0 0,-1 1 0 0 0,-1-1 0 0 0,1 2 0 0 0,-1-1 0 0 0,0 1 0 0 0,-1 1-1 0 0,-17-10 1 0 0,19 13-309 0 0,0-1-1 0 0,0 1 0 0 0,0 0 0 0 0,-1 1 1 0 0,0 0-1 0 0,1 1 0 0 0,-1 0 1 0 0,-15-1-1 0 0,22 2 99 0 0,-1 0 1 0 0,1 0-1 0 0,-1 0 1 0 0,1 1-1 0 0,-1-1 1 0 0,1 1-1 0 0,-1-1 1 0 0,1 1-1 0 0,0 0 0 0 0,-1 0 1 0 0,1 0-1 0 0,0 0 1 0 0,0 0-1 0 0,0 0 1 0 0,0 1-1 0 0,0-1 1 0 0,0 1-1 0 0,0-1 1 0 0,0 1-1 0 0,0 0 1 0 0,1 0-1 0 0,-1 0 1 0 0,1 0-1 0 0,-1 0 1 0 0,1 0-1 0 0,0 0 0 0 0,0 0 1 0 0,0 1-1 0 0,0-1 1 0 0,0 0-1 0 0,1 1 1 0 0,-1-1-1 0 0,0 0 1 0 0,1 1-1 0 0,0 3 1 0 0,0-3-426 0 0,0 0 1 0 0,0 0-1 0 0,1 1 0 0 0,0-1 1 0 0,-1 0-1 0 0,1 0 1 0 0,0 0-1 0 0,0 0 1 0 0,1 0-1 0 0,1 3 1 0 0,4 6-4077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1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76 1660 0 0,'1'-2'494'0'0,"0"1"0"0"0,0-1 1 0 0,-1 1-1 0 0,1-1 0 0 0,0 0 0 0 0,0 1 0 0 0,-1-1 0 0 0,1 0 1 0 0,-1 1-1 0 0,1-3 0 0 0,-1 1 430 0 0,1 2-662 0 0,-1-1 1 0 0,0 1-1 0 0,0 0 1 0 0,1-1-1 0 0,-1 1 0 0 0,0-1 1 0 0,0 1-1 0 0,0 0 1 0 0,0-1-1 0 0,-1 1 0 0 0,1-1 1 0 0,0 1-1 0 0,-1 0 0 0 0,1-1 1 0 0,0 1-1 0 0,-1 0 1 0 0,0-1-1 0 0,1 1 0 0 0,-1 0 1 0 0,0 0-1 0 0,0-1 1 0 0,0 1-1 0 0,-1-1 0 0 0,0 0 17 0 0,-1 0 0 0 0,1 0 0 0 0,-1 1 0 0 0,1-1 0 0 0,-1 1 0 0 0,0 0 0 0 0,0-1 0 0 0,0 1 0 0 0,0 1-1 0 0,-4-2 1 0 0,-1 1-98 0 0,0 0-1 0 0,0 0 1 0 0,0 1-1 0 0,0 0 1 0 0,0 0-1 0 0,0 1 1 0 0,-11 2-1 0 0,12-1-158 0 0,0 1-1 0 0,1 0 1 0 0,-1 0 0 0 0,0 0-1 0 0,1 1 1 0 0,0 0 0 0 0,0 0-1 0 0,0 1 1 0 0,0-1 0 0 0,1 1-1 0 0,-1 1 1 0 0,1-1-1 0 0,1 1 1 0 0,-1 0 0 0 0,1 0-1 0 0,-7 12 1 0 0,9-13-13 0 0,0 0 1 0 0,0 0-1 0 0,0 1 1 0 0,1-1-1 0 0,0 0 0 0 0,0 1 1 0 0,0-1-1 0 0,0 1 1 0 0,1-1-1 0 0,0 1 0 0 0,0-1 1 0 0,1 1-1 0 0,-1-1 1 0 0,1 1-1 0 0,1-1 0 0 0,-1 0 1 0 0,1 1-1 0 0,-1-1 1 0 0,1 0-1 0 0,1 0 0 0 0,-1 0 1 0 0,6 7-1 0 0,13 16 34 0 0,40 40 0 0 0,-41-48 29 0 0,-1 1-1 0 0,-1 1 0 0 0,20 31 0 0 0,-37-51 66 0 0,0 0 0 0 0,0 0 0 0 0,0 0 0 0 0,0 0 0 0 0,0 0-1 0 0,0 1 1 0 0,-1-1 0 0 0,1 0 0 0 0,-1 1 0 0 0,1-1-1 0 0,-1 0 1 0 0,0 1 0 0 0,0-1 0 0 0,0 0 0 0 0,0 1-1 0 0,-1-1 1 0 0,1 0 0 0 0,0 1 0 0 0,-2 2 0 0 0,0-2 39 0 0,1 1 1 0 0,-1-1-1 0 0,0-1 1 0 0,0 1-1 0 0,0 0 1 0 0,-1 0-1 0 0,1-1 1 0 0,0 1 0 0 0,-1-1-1 0 0,0 0 1 0 0,-5 4-1 0 0,-3 0 171 0 0,-1 0-1 0 0,1-1 1 0 0,-1 0-1 0 0,0-1 1 0 0,-1 0-1 0 0,-14 2 0 0 0,-4 0-59 0 0,1-1 0 0 0,-1-2-1 0 0,-1-1 1 0 0,-35-2-1 0 0,67 0-465 0 0,-1 0-1 0 0,1 0 1 0 0,-1 0-1 0 0,0 0 0 0 0,1 0 1 0 0,-1 0-1 0 0,1 0 1 0 0,-1 0-1 0 0,1 0 0 0 0,-1-1 1 0 0,1 1-1 0 0,-1 0 1 0 0,1 0-1 0 0,-1-1 0 0 0,1 1 1 0 0,-1 0-1 0 0,1 0 1 0 0,-1-1-1 0 0,1 1 0 0 0,-2-3-717 0 0,6-7-1262 0 0,17-7-899 0 0,69-27-7694 0 0,-59 28 5117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204 165 1516 0 0,'28'-18'3874'0'0,"35"-26"0"0"0,-56 38-2939 0 0,0-1-1 0 0,0 1 1 0 0,0-1-1 0 0,-1 0 0 0 0,0-1 1 0 0,0 0-1 0 0,-1 0 1 0 0,0 0-1 0 0,5-12 0 0 0,-10 20-869 0 0,1 0-1 0 0,-1-1 0 0 0,0 1 0 0 0,0-1 1 0 0,0 1-1 0 0,1-1 0 0 0,-1 1 1 0 0,0-1-1 0 0,0 1 0 0 0,0-1 0 0 0,0 1 1 0 0,0-1-1 0 0,0 1 0 0 0,0-1 0 0 0,0 0 1 0 0,0 1-1 0 0,0-1 0 0 0,-1 1 0 0 0,1-1 1 0 0,0 1-1 0 0,0-1 0 0 0,0 1 1 0 0,-1 0-1 0 0,1-1 0 0 0,0 1 0 0 0,0-1 1 0 0,-1 1-1 0 0,1-1 0 0 0,0 1 0 0 0,-1 0 1 0 0,1-1-1 0 0,0 1 0 0 0,-1 0 1 0 0,1-1-1 0 0,-1 1 0 0 0,1 0 0 0 0,-1 0 1 0 0,1-1-1 0 0,-1 1 0 0 0,1 0 0 0 0,-1 0 1 0 0,1 0-1 0 0,-1 0 0 0 0,1-1 1 0 0,-1 1-1 0 0,1 0 0 0 0,-1 0 0 0 0,1 0 1 0 0,-1 0-1 0 0,1 0 0 0 0,-1 0 0 0 0,1 1 1 0 0,-1-1-1 0 0,1 0 0 0 0,-1 0 0 0 0,0 0 1 0 0,-31 8 1651 0 0,13 1-1162 0 0,0 1-1 0 0,1 0 1 0 0,0 2 0 0 0,1 0 0 0 0,0 1 0 0 0,1 1 0 0 0,0 0 0 0 0,-15 19 0 0 0,10-9-386 0 0,2 1-1 0 0,0 1 1 0 0,2 1-1 0 0,-25 50 1 0 0,38-67-169 0 0,0-1 0 0 0,0 1 0 0 0,1 0 0 0 0,0 0 0 0 0,1 0 1 0 0,0 0-1 0 0,1 0 0 0 0,0 1 0 0 0,0-1 0 0 0,2 13 0 0 0,-1-18-195 0 0,1 1 1 0 0,0-1-1 0 0,1 0 0 0 0,-1 1 0 0 0,1-1 0 0 0,0 0 0 0 0,0 0 0 0 0,1 0 0 0 0,0 0 0 0 0,0 0 0 0 0,0 0 0 0 0,0-1 0 0 0,1 0 0 0 0,-1 0 1 0 0,1 0-1 0 0,0 0 0 0 0,1 0 0 0 0,-1-1 0 0 0,0 1 0 0 0,8 3 0 0 0,-3-2-532 0 0,1-1-1 0 0,0 1 1 0 0,1-2-1 0 0,-1 1 1 0 0,1-2 0 0 0,-1 1-1 0 0,1-1 1 0 0,0-1 0 0 0,0 0-1 0 0,13 0 1 0 0,-7-2-1410 0 0,0 0 1 0 0,0-1-1 0 0,20-5 1 0 0,4-3-4584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12 133 2660 0 0,'63'-133'22890'0'0,"-69"149"-21192"0"0,0-1 1 0 0,-5 20 0 0 0,0 3-552 0 0,2-14-1039 0 0,1 1 0 0 0,2 0 1 0 0,0 0-1 0 0,1 1 0 0 0,2-1 0 0 0,1 1 1 0 0,0 0-1 0 0,4 27 0 0 0,-2-50-275 0 0,0 0 0 0 0,0 0 0 0 0,1 0 0 0 0,-1 0 0 0 0,1 0 0 0 0,0 0 0 0 0,0 0 0 0 0,0 0 0 0 0,1 0 0 0 0,-1 0 0 0 0,1-1 0 0 0,-1 1 0 0 0,1 0 0 0 0,0-1 0 0 0,0 0 0 0 0,0 1 0 0 0,0-1 0 0 0,0 0 0 0 0,1 0 0 0 0,-1 0 0 0 0,1 0 0 0 0,-1-1 0 0 0,1 1 0 0 0,0-1 0 0 0,-1 1 0 0 0,1-1 0 0 0,0 0 0 0 0,0 0 0 0 0,0 0 0 0 0,0-1 0 0 0,0 1 0 0 0,0-1 0 0 0,0 1 0 0 0,0-1 0 0 0,0 0 0 0 0,5-1 0 0 0,2 0-678 0 0,0 0-1 0 0,0-1 1 0 0,0 0 0 0 0,0-1 0 0 0,0 0 0 0 0,0-1-1 0 0,-1 0 1 0 0,0 0 0 0 0,17-10 0 0 0,2-7-5333 0 0,1-1-3376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2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143 143 1416 0 0,'-17'-17'3084'0'0,"1"1"-775"0"0,1 2-293 0 0,-1 1-312 0 0,4-1-220 0 0,-1 0-264 0 0,2 2-236 0 0,1 2-228 0 0,2 0-144 0 0,-1 3-384 0 0,2 0-476 0 0,-2-2-876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3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374 181 1028 0 0,'1'-2'2189'0'0,"14"-18"1225"0"0,0 0 0 0 0,-2-1 0 0 0,0 0 0 0 0,18-45 0 0 0,-30 65-3366 0 0,-1 0 0 0 0,1 1 0 0 0,-1-1 0 0 0,0 0-1 0 0,1 1 1 0 0,-1-1 0 0 0,0 0 0 0 0,1 0 0 0 0,-1 1 0 0 0,0-1 0 0 0,0 0-1 0 0,0 0 1 0 0,0 1 0 0 0,0-1 0 0 0,0 0 0 0 0,0 0 0 0 0,0 0 0 0 0,0 1-1 0 0,0-1 1 0 0,0 0 0 0 0,-1 0 0 0 0,1 0 0 0 0,0 1 0 0 0,0-1 0 0 0,-1 0-1 0 0,1 1 1 0 0,0-1 0 0 0,-1 0 0 0 0,1 1 0 0 0,-1-1 0 0 0,1 0 0 0 0,-1 1 0 0 0,1-1-1 0 0,-1 1 1 0 0,0-1 0 0 0,1 1 0 0 0,-1-1 0 0 0,0 1 0 0 0,1-1 0 0 0,-1 1-1 0 0,0 0 1 0 0,0-1 0 0 0,0 1 0 0 0,-2-1-13 0 0,0 1 1 0 0,0 0-1 0 0,0-1 0 0 0,0 1 1 0 0,0 0-1 0 0,0 1 1 0 0,0-1-1 0 0,-5 1 0 0 0,-3 3 15 0 0,0-1 0 0 0,0 2 0 0 0,0-1-1 0 0,0 2 1 0 0,1-1 0 0 0,-10 8 0 0 0,-56 46-12 0 0,50-38-14 0 0,-7 7-11 0 0,1 1 1 0 0,-32 39-1 0 0,49-50-16 0 0,0 0 0 0 0,2 1 0 0 0,0 1 0 0 0,1 0 0 0 0,-14 36-1 0 0,24-52 14 0 0,0 0 0 0 0,0 1 0 0 0,1 0 0 0 0,0-1-1 0 0,0 1 1 0 0,1 0 0 0 0,-1 0 0 0 0,1-1 0 0 0,0 1-1 0 0,0 0 1 0 0,0 0 0 0 0,1-1 0 0 0,0 1 0 0 0,0 0 0 0 0,2 6-1 0 0,-1-7 0 0 0,-1-1-1 0 0,1 0 1 0 0,0 0-1 0 0,1 0 1 0 0,-1 0 0 0 0,0 0-1 0 0,1 0 1 0 0,0-1-1 0 0,-1 1 1 0 0,1-1-1 0 0,0 0 1 0 0,0 0-1 0 0,1 0 1 0 0,-1 0-1 0 0,0 0 1 0 0,1-1-1 0 0,-1 1 1 0 0,1-1-1 0 0,-1 0 1 0 0,5 1-1 0 0,0 0-19 0 0,1-1 0 0 0,1 1-1 0 0,-1-1 1 0 0,0-1-1 0 0,0 0 1 0 0,0 0 0 0 0,0-1-1 0 0,0 0 1 0 0,0 0-1 0 0,0-1 1 0 0,0-1 0 0 0,11-3-1 0 0,-7 0-24 0 0,0 0 0 0 0,-1-1-1 0 0,0 0 1 0 0,0-1 0 0 0,-1 0-1 0 0,0 0 1 0 0,13-15 0 0 0,-1-3 35 0 0,-1 0 1 0 0,-1-2-1 0 0,-1 0 1 0 0,-2-1 0 0 0,25-54-1 0 0,-32 60 444 0 0,-7 13-257 0 0,0 1 0 0 0,1-1 0 0 0,11-16 0 0 0,-15 25-170 0 0,-6 23-113 0 0,-1 0 167 0 0,1 0 1 0 0,1 0-1 0 0,0 0 0 0 0,2 0 1 0 0,1 0-1 0 0,2 35 0 0 0,-1-50-143 0 0,1-1 0 0 0,0 1 0 0 0,0-1 0 0 0,1 0-1 0 0,0 1 1 0 0,0-1 0 0 0,0 0 0 0 0,1 0 0 0 0,0 0 0 0 0,0-1 0 0 0,1 1 0 0 0,-1-1 0 0 0,1 1-1 0 0,0-1 1 0 0,1 0 0 0 0,-1-1 0 0 0,1 1 0 0 0,0-1 0 0 0,0 0 0 0 0,0 0 0 0 0,1 0 0 0 0,-1-1-1 0 0,1 0 1 0 0,0 0 0 0 0,0 0 0 0 0,11 2 0 0 0,-8-2-428 0 0,-1-2 1 0 0,1 1-1 0 0,0-1 0 0 0,0 0 1 0 0,-1-1-1 0 0,1 0 0 0 0,0-1 1 0 0,0 0-1 0 0,0 0 1 0 0,-1 0-1 0 0,15-6 0 0 0,-9 2-700 0 0,0 0 0 0 0,0-2 0 0 0,-1 0 0 0 0,0 0-1 0 0,0-1 1 0 0,12-10 0 0 0,11-12-4641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3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191 297 2196 0 0,'56'-286'17095'0'0,"-56"285"-17040"0"0,0 1 1 0 0,1 0-1 0 0,-1-1 1 0 0,0 1-1 0 0,0-1 0 0 0,0 1 1 0 0,0 0-1 0 0,0-1 0 0 0,0 1 1 0 0,0 0-1 0 0,0-1 0 0 0,0 1 1 0 0,0 0-1 0 0,0-1 0 0 0,0 1 1 0 0,0-1-1 0 0,0 1 1 0 0,0 0-1 0 0,0-1 0 0 0,-1 1 1 0 0,1 0-1 0 0,0-1 0 0 0,0 1 1 0 0,0 0-1 0 0,0 0 0 0 0,-1-1 1 0 0,1 1-1 0 0,0 0 1 0 0,-1-1-1 0 0,-7 7 880 0 0,-7 15 405 0 0,-1 15 8 0 0,1 1 0 0 0,2 0-1 0 0,-11 55 1 0 0,14-52-611 0 0,-90 508 2611 0 0,92-496-3284 0 0,1-2-319 0 0,-5 21-1761 0 0,3 0 1 0 0,1 120-1 0 0,13-167-1971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3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57 192 268 0 0,'-8'-7'2162'0'0,"1"-2"0"0"0,0 1 0 0 0,0-1 0 0 0,1 0-1 0 0,-7-14 1 0 0,12 20-1771 0 0,-1 0 0 0 0,1 0 0 0 0,0 0 0 0 0,0 0 0 0 0,0 0 0 0 0,1-1 0 0 0,-1 1 0 0 0,1 0 0 0 0,0-7 0 0 0,0 9-305 0 0,0-1 0 0 0,0 0-1 0 0,1 0 1 0 0,-1 1 0 0 0,1-1-1 0 0,0 0 1 0 0,-1 1-1 0 0,1-1 1 0 0,0 0 0 0 0,0 1-1 0 0,0-1 1 0 0,0 1-1 0 0,0 0 1 0 0,0-1 0 0 0,0 1-1 0 0,1 0 1 0 0,-1-1 0 0 0,0 1-1 0 0,3-1 1 0 0,5-4 31 0 0,1 1 0 0 0,0 0 0 0 0,0 1 0 0 0,1 0 0 0 0,-1 0 0 0 0,1 1 0 0 0,11-2 0 0 0,80-8 151 0 0,-92 13-237 0 0,56-6 26 0 0,1 4 0 0 0,92 8 1 0 0,-150-5-56 0 0,0 0 0 0 0,0 1 1 0 0,0 0-1 0 0,-1 0 1 0 0,1 1-1 0 0,-1 0 0 0 0,1 1 1 0 0,14 8-1 0 0,-19-9 216 0 0,0 0-1 0 0,0 0 1 0 0,0 0 0 0 0,-1 1-1 0 0,0-1 1 0 0,1 1 0 0 0,-1 0-1 0 0,0 0 1 0 0,-1 0 0 0 0,1 1 0 0 0,-1-1-1 0 0,0 1 1 0 0,0-1 0 0 0,0 1-1 0 0,-1-1 1 0 0,1 1 0 0 0,0 8-1 0 0,0 10 788 0 0,-1 0 0 0 0,-2 1 0 0 0,0-1 1 0 0,-2 0-1 0 0,0 0 0 0 0,-10 33 0 0 0,5-18-408 0 0,-4 41 0 0 0,12-76-587 0 0,0-1-1 0 0,0 1 1 0 0,0 0-1 0 0,0 0 0 0 0,0-1 1 0 0,0 1-1 0 0,1 0 1 0 0,-1-1-1 0 0,1 1 1 0 0,-1-1-1 0 0,1 1 0 0 0,0-1 1 0 0,0 1-1 0 0,1-1 1 0 0,-1 1-1 0 0,0-1 1 0 0,1 0-1 0 0,-1 0 0 0 0,1 0 1 0 0,0 0-1 0 0,0 0 1 0 0,3 3-1 0 0,-2-4-201 0 0,0 1 1 0 0,0-1-1 0 0,0 0 0 0 0,0 1 0 0 0,0-2 1 0 0,0 1-1 0 0,0 0 0 0 0,0 0 0 0 0,1-1 1 0 0,-1 0-1 0 0,0 0 0 0 0,1 0 0 0 0,-1 0 1 0 0,0 0-1 0 0,0-1 0 0 0,1 1 0 0 0,-1-1 1 0 0,4-1-1 0 0,3-1-732 0 0,0-1 1 0 0,0 0-1 0 0,0-1 1 0 0,0 0-1 0 0,-1 0 0 0 0,0-1 1 0 0,9-8-1 0 0,-1 0-2612 0 0,0-1 0 0 0,20-25 0 0 0,-4 1-5075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4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119 105 2908 0 0,'-92'-97'13462'0'0,"92"96"-13445"0"0,0 1-1 0 0,-1-1 1 0 0,1 1-1 0 0,-1-1 1 0 0,1 1-1 0 0,0 0 1 0 0,-1-1 0 0 0,1 1-1 0 0,-1-1 1 0 0,0 1-1 0 0,1 0 1 0 0,-1-1-1 0 0,1 1 1 0 0,-1 0-1 0 0,1 0 1 0 0,-1-1 0 0 0,0 1-1 0 0,1 0 1 0 0,-1 0-1 0 0,0 0 1 0 0,1 0-1 0 0,-1 0 1 0 0,0 0-1 0 0,1 0 1 0 0,-1 0 0 0 0,0 0-1 0 0,0 0 1 0 0,0 1-84 0 0,1 0 0 0 0,-1-1 0 0 0,0 1 1 0 0,1-1-1 0 0,-1 1 0 0 0,1 0 0 0 0,-1 0 0 0 0,1-1 1 0 0,-1 1-1 0 0,1 0 0 0 0,0 0 0 0 0,-1 0 1 0 0,1 0-1 0 0,0-1 0 0 0,-1 1 0 0 0,1 2 0 0 0,-1 2-1420 0 0,0 1-1 0 0,1 0 0 0 0,0 0 1 0 0,0 9-1 0 0,3 0-4368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4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1348 0 0,'4'10'7653'0'0,"9"44"485"0"0,-5 35-3448 0 0,-3-39-3087 0 0,3 67 310 0 0,-5-55-1137 0 0,14 75-1 0 0,-17-136-767 0 0,1 0 0 0 0,-1-1-1 0 0,0 1 1 0 0,0 0 0 0 0,0 0 0 0 0,1 0-1 0 0,-1-1 1 0 0,0 1 0 0 0,1 0-1 0 0,-1-1 1 0 0,1 1 0 0 0,-1 0-1 0 0,1-1 1 0 0,-1 1 0 0 0,1 0-1 0 0,-1-1 1 0 0,1 1 0 0 0,0-1-1 0 0,-1 1 1 0 0,1-1 0 0 0,0 1-1 0 0,-1-1 1 0 0,1 0 0 0 0,0 1-1 0 0,0-1 1 0 0,-1 0 0 0 0,1 0-1 0 0,0 1 1 0 0,0-1 0 0 0,0 0-1 0 0,-1 0 1 0 0,1 0 0 0 0,0 0-1 0 0,0 0 1 0 0,0 0 0 0 0,0 0 0 0 0,-1 0-1 0 0,1 0 1 0 0,0-1 0 0 0,0 1-1 0 0,0 0 1 0 0,0-1 0 0 0,4 0-12 0 0,-1-1 0 0 0,0 0 1 0 0,0 0-1 0 0,0 0 0 0 0,6-5 0 0 0,22-21-320 0 0,-1-1 1 0 0,-2-1-1 0 0,42-56 0 0 0,-5 7 113 0 0,-44 54 162 0 0,35-37-77 0 0,-50 55 92 0 0,1 0 1 0 0,-1 1 0 0 0,1 0-1 0 0,1 1 1 0 0,-1 0-1 0 0,11-5 1 0 0,-17 9 26 0 0,1 0-1 0 0,0 1 1 0 0,0 0 0 0 0,0-1-1 0 0,0 1 1 0 0,0 0-1 0 0,0 0 1 0 0,0 0 0 0 0,0 1-1 0 0,0-1 1 0 0,0 1 0 0 0,0 0-1 0 0,5 1 1 0 0,-1 1-9 0 0,0 0 0 0 0,0 0-1 0 0,-1 0 1 0 0,8 6 0 0 0,13 11 25 0 0,-11-8 26 0 0,1 0 0 0 0,34 17 0 0 0,-45-26-25 0 0,1 0 0 0 0,0 0-1 0 0,0-1 1 0 0,1-1 0 0 0,-1 1-1 0 0,0-1 1 0 0,0 0 0 0 0,1 0 0 0 0,-1-1-1 0 0,0 0 1 0 0,14-2 0 0 0,-11-1-27 0 0,0 1 1 0 0,0-1 0 0 0,0-1-1 0 0,-1 0 1 0 0,0 0 0 0 0,1-1-1 0 0,-2 0 1 0 0,1 0 0 0 0,-1-1 0 0 0,1-1-1 0 0,-2 1 1 0 0,9-9 0 0 0,-7 6-136 0 0,-1 0 1 0 0,0-1-1 0 0,-1 0 1 0 0,0 0-1 0 0,0 0 1 0 0,-1-1-1 0 0,0 0 1 0 0,-1 0-1 0 0,6-22 1 0 0,-8 3-151 0 0,-3 29 302 0 0,0 0 1 0 0,0 1-1 0 0,0-1 0 0 0,0 0 0 0 0,0 0 0 0 0,0 0 1 0 0,-1 0-1 0 0,1 0 0 0 0,0 1 0 0 0,-1-1 0 0 0,1 0 1 0 0,0 0-1 0 0,-1 0 0 0 0,1 1 0 0 0,-1-1 1 0 0,1 0-1 0 0,-1 1 0 0 0,0-1 0 0 0,1 0 0 0 0,-1 1 1 0 0,0-1-1 0 0,1 1 0 0 0,-1-1 0 0 0,0 1 0 0 0,0-1 1 0 0,1 1-1 0 0,-1-1 0 0 0,0 1 0 0 0,0 0 1 0 0,0 0-1 0 0,0-1 0 0 0,1 1 0 0 0,-1 0 0 0 0,0 0 1 0 0,-1 0-1 0 0,-7 1 205 0 0,0 0-1 0 0,0 1 1 0 0,1 0 0 0 0,-1 1 0 0 0,1 0-1 0 0,-1 0 1 0 0,1 0 0 0 0,0 1 0 0 0,0 1-1 0 0,1-1 1 0 0,-1 1 0 0 0,1 1 0 0 0,0-1-1 0 0,-11 13 1 0 0,-3 4 536 0 0,0 0-1 0 0,2 2 1 0 0,-19 28-1 0 0,31-41-544 0 0,0 0 0 0 0,1 1 0 0 0,0 0 0 0 0,1 0 0 0 0,0 0 0 0 0,0 0-1 0 0,-3 20 1 0 0,7-29-173 0 0,1 1-1 0 0,-1-1 0 0 0,1 1 0 0 0,0-1 1 0 0,0 1-1 0 0,0-1 0 0 0,0 1 0 0 0,1-1 1 0 0,-1 1-1 0 0,1-1 0 0 0,0 1 0 0 0,0-1 1 0 0,0 0-1 0 0,1 1 0 0 0,-1-1 0 0 0,1 0 1 0 0,0 0-1 0 0,-1 0 0 0 0,1 0 0 0 0,1 0 1 0 0,-1 0-1 0 0,0-1 0 0 0,1 1 1 0 0,-1-1-1 0 0,1 0 0 0 0,0 0 0 0 0,0 0 1 0 0,0 0-1 0 0,0 0 0 0 0,0 0 0 0 0,6 2 1 0 0,6 0-550 0 0,0 1 0 0 0,0-2 0 0 0,0 0 1 0 0,0-1-1 0 0,0 0 0 0 0,0-1 0 0 0,1-1 1 0 0,-1-1-1 0 0,31-4 0 0 0,-8-2-3122 0 0,1-2-1 0 0,62-23 1 0 0,-61 17-1586 0 0,-2-1-2538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3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597 161 1380 0 0,'31'-55'8296'0'0,"-9"19"-3623"0"0,-21 35-4410 0 0,1-1 0 0 0,-1 0 0 0 0,0 0 0 0 0,0 0 0 0 0,0 0 0 0 0,0 0 0 0 0,0 0 0 0 0,-1 0 0 0 0,1 0 0 0 0,0 0 0 0 0,-1 0 0 0 0,0 0 0 0 0,1 0 0 0 0,-1 0 0 0 0,0-1 0 0 0,0 1 0 0 0,0 0 0 0 0,-1 0 0 0 0,1 0-1 0 0,0 0 1 0 0,-1 0 0 0 0,0 0 0 0 0,1 0 0 0 0,-3-4 0 0 0,2 4-209 0 0,0 1-1 0 0,0 0 1 0 0,0 0-1 0 0,0 0 1 0 0,-1 0-1 0 0,1 0 1 0 0,0 0-1 0 0,-1 0 1 0 0,1 0-1 0 0,-1 0 0 0 0,1 1 1 0 0,-1-1-1 0 0,1 0 1 0 0,-1 1-1 0 0,1-1 1 0 0,-1 1-1 0 0,0 0 1 0 0,1 0-1 0 0,-1 0 1 0 0,0-1-1 0 0,-2 2 1 0 0,-34 2 507 0 0,16 2-337 0 0,1 0 0 0 0,0 2 0 0 0,0 0 0 0 0,1 1 0 0 0,-23 13-1 0 0,-91 62 533 0 0,95-55-536 0 0,2 0 0 0 0,-65 66 0 0 0,88-79-193 0 0,0 1 1 0 0,1 0-1 0 0,1 1 1 0 0,1 0-1 0 0,0 1 1 0 0,2 0-1 0 0,0 1 1 0 0,0 0-1 0 0,-5 23 1 0 0,12-34-10 0 0,0-1 1 0 0,1 1-1 0 0,0 0 0 0 0,0 0 1 0 0,1 0-1 0 0,0 0 0 0 0,0 0 1 0 0,1 0-1 0 0,0 0 0 0 0,1 0 1 0 0,-1-1-1 0 0,2 1 0 0 0,-1 0 1 0 0,1-1-1 0 0,0 0 0 0 0,0 1 1 0 0,1-1-1 0 0,6 9 0 0 0,-1-5-83 0 0,0 1-1 0 0,1-2 1 0 0,0 0-1 0 0,1 0 1 0 0,0 0-1 0 0,1-2 1 0 0,-1 1-1 0 0,2-2 1 0 0,15 9-1 0 0,5 0-1553 0 0,1-1-1 0 0,53 15 1 0 0,-59-23-3992 0 0,51 7 1 0 0,-56-12-1295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7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60 164 0 0,'17'-43'10672'0'0,"-11"27"-5131"0"0,-5 16-5478 0 0,-1 0 1 0 0,0 0-1 0 0,0 0 0 0 0,0 0 1 0 0,0 0-1 0 0,0 0 1 0 0,1 0-1 0 0,-1 0 0 0 0,0 0 1 0 0,0 0-1 0 0,0 0 0 0 0,0 0 1 0 0,1 0 379 0 0,0 0-380 0 0,3 12 1842 0 0,1 24-114 0 0,-6 20-583 0 0,-4 1 0 0 0,-12 63 0 0 0,-7-5-1865 0 0,-6-1-3294 0 0,28-102 2012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7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46 103 348 0 0,'35'-83'12991'0'0,"-24"66"-9542"0"0,-5 15-911 0 0,-3 10-1043 0 0,-10 121 3414 0 0,1-79-4340 0 0,-24 95 0 0 0,8-62-472 0 0,-2 9-4061 0 0,12-51-4778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7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0 112 448 0 0,'14'-41'6273'0'0,"-9"27"-3716"0"0,-1 0 1 0 0,2 0-1 0 0,8-15 2386 0 0,-9 32-3767 0 0,-4-3-1137 0 0,-1 0 0 0 0,1-1 1 0 0,-1 1-1 0 0,0 0 0 0 0,1 0 0 0 0,-1 0 0 0 0,1 1 1 0 0,-1-1-1 0 0,1 0 0 0 0,-1 0 0 0 0,0 0 1 0 0,1 0-1 0 0,-1 0 0 0 0,0 0 0 0 0,1 1 0 0 0,-1-1 1 0 0,0 0-1 0 0,1 0 0 0 0,-1 0 0 0 0,0 1 1 0 0,1-1-1 0 0,-1 0 0 0 0,0 1 0 0 0,1-1 1 0 0,-1 0-1 0 0,0 1 0 0 0,0-1 0 0 0,1 0 0 0 0,-1 1 1 0 0,3 15 693 0 0,-1-1 0 0 0,-1 1 1 0 0,0 0-1 0 0,-2 24 0 0 0,-13 67-57 0 0,4-32-549 0 0,6-29-1214 0 0,-4 28-3381 0 0,0-27-5653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8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84 1428 0 0,'-21'-67'8956'0'0,"20"66"-8854"0"0,1 1-1 0 0,0-1 1 0 0,0 1-1 0 0,0 0 1 0 0,0-1-1 0 0,-1 1 1 0 0,1-1-1 0 0,0 1 1 0 0,0-1-1 0 0,0 1 1 0 0,0-1-1 0 0,0 1 1 0 0,0-1-1 0 0,0 1 1 0 0,0-1-1 0 0,0 1 1 0 0,1-1-1 0 0,-1 1 1 0 0,0-1-1 0 0,0 1 1 0 0,0-1-1 0 0,0 1 1 0 0,1 0-1 0 0,-1-1 1 0 0,0 1-1 0 0,0-1 1 0 0,1 1-1 0 0,-1 0 1 0 0,1-1-1 0 0,14-1 1268 0 0,16 10 44 0 0,3 8-790 0 0,-1 1-1 0 0,-1 2 0 0 0,0 1 1 0 0,-2 1-1 0 0,38 35 0 0 0,-36-27-452 0 0,0 0 1 0 0,-2 3-1 0 0,-2 0 0 0 0,-1 2 1 0 0,-1 1-1 0 0,-2 1 0 0 0,-2 1 0 0 0,19 43 1 0 0,-28-53-131 0 0,-2 1 0 0 0,-1 1 1 0 0,-1-1-1 0 0,-2 2 1 0 0,-1-1-1 0 0,-1 1 0 0 0,-2 0 1 0 0,0 0-1 0 0,-3 0 1 0 0,0 0-1 0 0,-2 0 0 0 0,-8 47 1 0 0,-2-32-47 0 0,-1 0 0 0 0,-3-1 0 0 0,-1-1 1 0 0,-2 0-1 0 0,-2-2 0 0 0,-45 66 1 0 0,16-37-1115 0 0,-3-2 1 0 0,-109 106 0 0 0,17-44-2839 0 0,44-53-2219 0 0,54-46 111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9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405 451 600 0 0,'29'-139'14061'0'0,"-30"156"-12844"0"0,-4 17-439 0 0,-3-2 0 0 0,0 1 0 0 0,-2-1 0 0 0,-16 34-1 0 0,18-45-524 0 0,-27 63 412 0 0,-4-1-1 0 0,-4-3 1 0 0,-83 120 0 0 0,124-198-613 0 0,0 1 0 0 0,0-1-1 0 0,1 1 1 0 0,-2-1 0 0 0,1 0 0 0 0,0 0 0 0 0,0 0 0 0 0,-1 0 0 0 0,1 0 0 0 0,-1-1 0 0 0,1 1 0 0 0,-1-1-1 0 0,0 0 1 0 0,1 1 0 0 0,-5 0 0 0 0,5-2-49 0 0,0 0-1 0 0,1 0 0 0 0,-1 0 1 0 0,0 0-1 0 0,1-1 1 0 0,-1 1-1 0 0,0 0 0 0 0,1-1 1 0 0,-1 1-1 0 0,0-1 1 0 0,1 0-1 0 0,-1 1 0 0 0,1-1 1 0 0,-1 0-1 0 0,1 0 1 0 0,-1 0-1 0 0,1 0 0 0 0,0 0 1 0 0,-1 0-1 0 0,1-1 1 0 0,0 1-1 0 0,0 0 0 0 0,0-1 1 0 0,0 1-1 0 0,0-1 1 0 0,0 1-1 0 0,0-1 0 0 0,0-1 1 0 0,-6-10-77 0 0,2-1 1 0 0,-1 1-1 0 0,2-1 1 0 0,0 0 0 0 0,0-1-1 0 0,-1-14 1 0 0,1-6-111 0 0,1-47 0 0 0,3 60 120 0 0,1 1 1 0 0,1 0-1 0 0,5-26 0 0 0,-6 41 50 0 0,0 1 0 0 0,1 0 0 0 0,-1 0 0 0 0,1-1 0 0 0,0 1 0 0 0,1 0-1 0 0,-1 1 1 0 0,1-1 0 0 0,0 0 0 0 0,0 1 0 0 0,0-1 0 0 0,1 1 0 0 0,-1 0 0 0 0,1 0-1 0 0,0 1 1 0 0,1-1 0 0 0,8-5 0 0 0,-11 8 6 0 0,0 0 0 0 0,0 0-1 0 0,1 0 1 0 0,-1 0 0 0 0,0 0 0 0 0,1 1-1 0 0,-1 0 1 0 0,0-1 0 0 0,1 1 0 0 0,-1 0-1 0 0,1 0 1 0 0,-1 0 0 0 0,1 0 0 0 0,-1 1-1 0 0,0-1 1 0 0,1 1 0 0 0,-1-1 0 0 0,4 2 0 0 0,-2 0-2 0 0,0 1 1 0 0,0-1-1 0 0,0 0 1 0 0,-1 1 0 0 0,1 0-1 0 0,-1 0 1 0 0,1 0 0 0 0,-1 1-1 0 0,3 3 1 0 0,4 7-23 0 0,0 1 1 0 0,-1 0 0 0 0,-1 0-1 0 0,7 18 1 0 0,20 60-86 0 0,-21-53 90 0 0,33 66 1 0 0,-41-94 29 0 0,1-1 0 0 0,0 0 1 0 0,0-1-1 0 0,1 0 0 0 0,1 0 0 0 0,0 0 0 0 0,0-1 0 0 0,1-1 0 0 0,21 15 1 0 0,-18-15 2 0 0,-1-1 1 0 0,1-1 0 0 0,0 0-1 0 0,1-1 1 0 0,0-1 0 0 0,0 0 0 0 0,0 0-1 0 0,0-2 1 0 0,0 1 0 0 0,27-1-1 0 0,-24-2 0 0 0,0-2 0 0 0,1 0-1 0 0,-1-1 1 0 0,-1 0 0 0 0,1-2-1 0 0,-1 0 1 0 0,1 0 0 0 0,20-12 0 0 0,-15 6 7 0 0,-2-1 1 0 0,1-2 0 0 0,-2 0 0 0 0,1-1 0 0 0,-2 0 0 0 0,0-2 0 0 0,-1 0 0 0 0,-1-1 0 0 0,-1-1-1 0 0,0 0 1 0 0,-2-1 0 0 0,0 0 0 0 0,12-26 0 0 0,-12 16-13 0 0,-1-1 0 0 0,-2 0 0 0 0,-1 0 0 0 0,-1-1 0 0 0,-1 0-1 0 0,-2-1 1 0 0,-2 1 0 0 0,-1-1 0 0 0,-2-40 0 0 0,-2 43-14 0 0,-2 1 1 0 0,0 0-1 0 0,-2 0 0 0 0,-1 1 1 0 0,-2 0-1 0 0,-1 0 1 0 0,0 1-1 0 0,-3 0 0 0 0,0 1 1 0 0,-25-37-1 0 0,32 54 2 0 0,0 0 0 0 0,-1 1 1 0 0,0 0-1 0 0,-1 0 0 0 0,0 1 0 0 0,0 0 0 0 0,0 0 0 0 0,-11-6 1 0 0,14 10 4 0 0,0 1 0 0 0,0-1 0 0 0,0 1 1 0 0,0 0-1 0 0,-1 1 0 0 0,1-1 1 0 0,-1 1-1 0 0,0 0 0 0 0,1 0 0 0 0,-1 1 1 0 0,0-1-1 0 0,1 1 0 0 0,-1 1 0 0 0,0-1 1 0 0,1 1-1 0 0,-12 2 0 0 0,2 3 5 0 0,0 0 1 0 0,0 0-1 0 0,0 2 0 0 0,1 0 0 0 0,0 0 0 0 0,0 1 0 0 0,1 1 1 0 0,0 0-1 0 0,1 1 0 0 0,0 1 0 0 0,-11 13 0 0 0,2 1 17 0 0,2 0-1 0 0,0 1 0 0 0,2 0 1 0 0,-23 50-1 0 0,33-60-125 0 0,0 0-1 0 0,1 0 1 0 0,1 1 0 0 0,0 0-1 0 0,2 0 1 0 0,0 0-1 0 0,1 0 1 0 0,0 0 0 0 0,3 31-1 0 0,0-36-270 0 0,1-1-1 0 0,0 1 1 0 0,1-1-1 0 0,0 1 1 0 0,1-1-1 0 0,1 0 1 0 0,0-1-1 0 0,0 1 1 0 0,1-1-1 0 0,1 0 1 0 0,0 0-1 0 0,0-1 1 0 0,1 0 0 0 0,15 16-1 0 0,-11-15-1215 0 0,1 0 0 0 0,0-1 1 0 0,26 16-1 0 0,5-3-4490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9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86 616 0 0,'9'-24'4479'0'0,"10"-38"8980"0"0,-18 62-13347 0 0,-1 1 0 0 0,1-1-1 0 0,0 0 1 0 0,0 0 0 0 0,0 1 0 0 0,-1-1 0 0 0,1 1 0 0 0,0-1 0 0 0,0 0 0 0 0,-1 1 0 0 0,1 0 0 0 0,0-1 0 0 0,-1 1 0 0 0,1-1 0 0 0,-1 1 0 0 0,1 0 0 0 0,0-1-1 0 0,-1 1 1 0 0,0 0 0 0 0,1-1 0 0 0,-1 1 0 0 0,1 0 0 0 0,-1 0 0 0 0,0 0 0 0 0,0-1 0 0 0,1 1 0 0 0,-1 0 0 0 0,0 1 0 0 0,4 27 1906 0 0,-4-28-1942 0 0,0 43 1380 0 0,-1 0 0 0 0,-13 75-1 0 0,6-67-2381 0 0,-1 69-1 0 0,12-84-3420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9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88 175 444 0 0,'-8'-34'3909'0'0,"0"1"0"0"0,-23-53-1 0 0,30 84-3832 0 0,1 1 0 0 0,-1 0 0 0 0,0-1 0 0 0,1 1 0 0 0,-1 0-1 0 0,0 0 1 0 0,0-1 0 0 0,0 1 0 0 0,0 0 0 0 0,0 0-1 0 0,0 0 1 0 0,0 0 0 0 0,0 0 0 0 0,-1 0 0 0 0,1 1 0 0 0,0-1-1 0 0,0 0 1 0 0,-3 0 0 0 0,4 1-63 0 0,0 0 0 0 0,-1 0 0 0 0,1 0 0 0 0,-1 0 0 0 0,1 0 0 0 0,-1 0 1 0 0,1 0-1 0 0,-1 0 0 0 0,1 0 0 0 0,-1 0 0 0 0,1 0 0 0 0,0 0 0 0 0,-1 1 0 0 0,1-1 0 0 0,-1 0 0 0 0,1 0 0 0 0,0 0 0 0 0,-1 1 0 0 0,1-1 0 0 0,-1 0 0 0 0,1 0 0 0 0,0 1 1 0 0,-1 0-1 0 0,-5 17-617 0 0,4-1-1272 0 0,1 1 0 0 0,0 0 0 0 0,4 29 0 0 0,-1-21-1537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9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74 2472 0 0,'14'-24'7960'0'0,"-13"22"-7556"0"0,-1 0 0 0 0,1 0 0 0 0,-1 0 0 0 0,1-1 1 0 0,-1 1-1 0 0,0 0 0 0 0,0 0 0 0 0,0 0 0 0 0,0 0 0 0 0,0-1 0 0 0,0 1 0 0 0,-1 0 0 0 0,1 0 0 0 0,-1 0 0 0 0,-1-4 0 0 0,2 5-317 0 0,-1 0 1 0 0,0 1-1 0 0,0-1 0 0 0,0 0 1 0 0,0 0-1 0 0,0 0 0 0 0,0 1 1 0 0,0-1-1 0 0,0 0 1 0 0,0 1-1 0 0,0-1 0 0 0,0 1 1 0 0,0-1-1 0 0,0 1 0 0 0,0-1 1 0 0,-1 1-1 0 0,1 0 1 0 0,0 0-1 0 0,0 0 0 0 0,-3 0 1 0 0,-25-1 539 0 0,27 1-563 0 0,-9 1 72 0 0,1 1 0 0 0,-1 0 0 0 0,1 0 0 0 0,0 1 0 0 0,0 1 1 0 0,0-1-1 0 0,-16 9 0 0 0,22-10-121 0 0,0 0 0 0 0,0 1 0 0 0,0-1 0 0 0,0 1 1 0 0,0 0-1 0 0,1 0 0 0 0,-1 0 0 0 0,1 0 1 0 0,-1 1-1 0 0,1-1 0 0 0,1 1 0 0 0,-1 0 0 0 0,0 0 1 0 0,1 0-1 0 0,0 0 0 0 0,0 0 0 0 0,0 1 0 0 0,0-1 1 0 0,-1 6-1 0 0,3-6-9 0 0,0 0-1 0 0,1 0 1 0 0,-1 0-1 0 0,1 1 1 0 0,-1-1 0 0 0,1 0-1 0 0,0 0 1 0 0,1 0 0 0 0,-1-1-1 0 0,1 1 1 0 0,0 0 0 0 0,0 0-1 0 0,0-1 1 0 0,0 1 0 0 0,0-1-1 0 0,1 0 1 0 0,5 6 0 0 0,6 5 2 0 0,0-1 1 0 0,24 17-1 0 0,-22-18-2 0 0,53 39-19 0 0,38 30 2 0 0,-106-79 98 0 0,1-1 0 0 0,0 0 1 0 0,-1 1-1 0 0,0-1 0 0 0,1 1 1 0 0,-1-1-1 0 0,0 1 0 0 0,0-1 1 0 0,1 1-1 0 0,-1 0 0 0 0,-1 0 1 0 0,1 0-1 0 0,0-1 0 0 0,0 1 0 0 0,-1 0 1 0 0,1 0-1 0 0,-1 0 0 0 0,0 0 1 0 0,1 0-1 0 0,-1 3 0 0 0,-1-3 5 0 0,1 0 0 0 0,-1 0-1 0 0,0 0 1 0 0,1 0-1 0 0,-1 0 1 0 0,0 0-1 0 0,0 0 1 0 0,0 0-1 0 0,-1-1 1 0 0,1 1 0 0 0,0-1-1 0 0,-1 1 1 0 0,1-1-1 0 0,-1 1 1 0 0,0-1-1 0 0,-2 2 1 0 0,-5 3 95 0 0,-1-1 1 0 0,1 0-1 0 0,-1-1 0 0 0,0 0 1 0 0,-1 0-1 0 0,-12 2 0 0 0,-21 3-88 0 0,0-2-1 0 0,-51 2 1 0 0,20-7-2860 0 0,59-5 25 0 0,13 1 2145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0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90 121 1232 0 0,'38'-120'18653'0'0,"-38"150"-14794"0"0,-63 452 2251 0 0,16-169-3197 0 0,42-270-5481 0 0,-1-1-7020 0 0,0 46 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0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56 185 804 0 0,'-16'-20'4369'0'0,"9"12"-2361"0"0,1 0 0 0 0,0-1 0 0 0,0 1 0 0 0,-7-17 0 0 0,12 24-1935 0 0,1 0 1 0 0,0 0-1 0 0,0 0 1 0 0,0 0-1 0 0,0 0 1 0 0,0 0-1 0 0,0 0 1 0 0,0-1-1 0 0,0 1 1 0 0,0 0-1 0 0,0 0 1 0 0,1 0-1 0 0,-1 0 1 0 0,1 0-1 0 0,-1 0 1 0 0,0 0-1 0 0,1 0 1 0 0,0 0-1 0 0,-1 0 1 0 0,1 0-1 0 0,-1 0 1 0 0,1 0-1 0 0,0 1 1 0 0,0-1-1 0 0,1-1 1 0 0,23-15 495 0 0,-7 9-413 0 0,0 1-1 0 0,0 1 1 0 0,1 0 0 0 0,29-4-1 0 0,81-5 55 0 0,-101 12-161 0 0,121-5 19 0 0,-129 9-78 0 0,1 0 1 0 0,-1 1-1 0 0,1 2 1 0 0,-1 0-1 0 0,24 8 1 0 0,-38-10 70 0 0,0 0 0 0 0,-1 1 0 0 0,1-1 0 0 0,-1 1 0 0 0,0 1 0 0 0,0-1 0 0 0,0 1 0 0 0,0 0 0 0 0,-1 0 0 0 0,1 0 0 0 0,-1 0 0 0 0,0 1 0 0 0,-1 0 0 0 0,7 9 0 0 0,-6-6 115 0 0,0 1 0 0 0,-1 0-1 0 0,1 0 1 0 0,-2 0 0 0 0,1 0-1 0 0,-1 0 1 0 0,-1 0 0 0 0,2 17-1 0 0,-4-1 398 0 0,0 0 0 0 0,-1-1 1 0 0,-1 1-1 0 0,-2-1 0 0 0,0 0 0 0 0,-13 34 0 0 0,18-58-569 0 0,-4 14 952 0 0,-1 0-1 0 0,-1 0 1 0 0,0-1-1 0 0,-13 21 1 0 0,18-34-869 0 0,0 1 0 0 0,1 0 0 0 0,-1 0 0 0 0,1 0 0 0 0,-1 0 0 0 0,0-1 1 0 0,0 1-1 0 0,1 0 0 0 0,-1-1 0 0 0,0 1 0 0 0,0-1 0 0 0,0 1 0 0 0,0-1 0 0 0,0 1 0 0 0,0-1 1 0 0,-1 1-1 0 0,1-1-69 0 0,1 0 1 0 0,0 0-1 0 0,-1 0 1 0 0,1 0-1 0 0,-1 0 1 0 0,1-1-1 0 0,0 1 1 0 0,-1 0-1 0 0,1 0 1 0 0,-1 0-1 0 0,1 0 1 0 0,0-1-1 0 0,-1 1 1 0 0,1 0-1 0 0,0 0 1 0 0,-1-1 0 0 0,1 1-1 0 0,0 0 1 0 0,0-1-1 0 0,-1 1 1 0 0,1 0-1 0 0,0-1 1 0 0,0 1-1 0 0,-1 0 1 0 0,1-1-1 0 0,-1-2-15 0 0,0 1-1 0 0,1 0 0 0 0,-1 0 1 0 0,0-1-1 0 0,1 1 0 0 0,0 0 1 0 0,-1-1-1 0 0,1 1 1 0 0,0-4-1 0 0,3-4-60 0 0,0-1 1 0 0,0 2-1 0 0,0-1 1 0 0,1 0-1 0 0,1 1 1 0 0,0-1-1 0 0,0 1 0 0 0,1 0 1 0 0,0 1-1 0 0,11-13 1 0 0,9-7-83 0 0,42-35-1 0 0,-67 63 142 0 0,30-27-84 0 0,61-39 0 0 0,-76 56 45 0 0,1 1 0 0 0,-1 1 1 0 0,1 0-1 0 0,1 2 0 0 0,0-1 0 0 0,21-3 0 0 0,-34 9 19 0 0,-1 0 0 0 0,0 1 0 0 0,1-1-1 0 0,-1 1 1 0 0,1 0 0 0 0,-1 0 0 0 0,1 1-1 0 0,-1-1 1 0 0,1 1 0 0 0,-1 0 0 0 0,0 0-1 0 0,1 1 1 0 0,-1-1 0 0 0,0 1 0 0 0,0 0-1 0 0,0 0 1 0 0,0 0 0 0 0,0 1 0 0 0,0-1-1 0 0,-1 1 1 0 0,1 0 0 0 0,-1 0-1 0 0,0 0 1 0 0,5 7 0 0 0,-3-3 15 0 0,0 1 0 0 0,-1 0 0 0 0,0 0 0 0 0,0 0 0 0 0,-1 0 0 0 0,0 1 0 0 0,0 0 0 0 0,-1-1 1 0 0,0 1-1 0 0,-1 0 0 0 0,1 13 0 0 0,4 88-1354 0 0,-5-108 612 0 0,0 5-1192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0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76 138 2068 0 0,'-27'-49'6376'0'0,"-3"-4"-1166"0"0,12 17-4659 0 0,18 46-4073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1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1276 0 0,'2'-6'2165'0'0,"1"0"-1"0"0,0 0 1 0 0,0 0 0 0 0,1 0-1 0 0,0 0 1 0 0,6-6 1255 0 0,5 19-1065 0 0,-12-4-2011 0 0,0-1 0 0 0,0 1 0 0 0,0 0 1 0 0,0 0-1 0 0,0 0 0 0 0,-1 0 0 0 0,0 1 1 0 0,0-1-1 0 0,0 1 0 0 0,0-1 0 0 0,3 8 1 0 0,10 43 1778 0 0,-13-47-1900 0 0,5 29 440 0 0,-2-1-1 0 0,-1 1 0 0 0,-2-1 1 0 0,-3 48-1 0 0,-22 144-72 0 0,16-173-495 0 0,-26 171 600 0 0,27-207-495 0 0,5-16-124 0 0,2-4-197 0 0,4-9 33 0 0,0 0 0 0 0,2 0 0 0 0,-1 1 0 0 0,1 0 0 0 0,1 0 0 0 0,-1 1 0 0 0,2 0 0 0 0,-1 0 0 0 0,1 1 0 0 0,17-12 0 0 0,-6 6 14 0 0,1 0 1 0 0,1 2-1 0 0,0 0 1 0 0,32-11-1 0 0,-45 19 48 0 0,0 1 0 0 0,1 0 0 0 0,-1 1 0 0 0,1 0 0 0 0,-1 1 0 0 0,1 0 0 0 0,-1 0 0 0 0,19 2 0 0 0,-21 0 2 0 0,0 0 0 0 0,-1 1 0 0 0,1 0 0 0 0,0 0 0 0 0,-1 0 0 0 0,1 1 0 0 0,-1 0 0 0 0,0 0 0 0 0,0 1 0 0 0,0-1 0 0 0,-1 1 0 0 0,1 1 0 0 0,5 4 0 0 0,-4-2 26 0 0,0 1 0 0 0,0-1 0 0 0,-1 1 0 0 0,0 1 0 0 0,0-1 0 0 0,-1 1 0 0 0,0 0 0 0 0,0 0 0 0 0,-1 1 0 0 0,-1-1 0 0 0,1 1 0 0 0,-1 0 0 0 0,-1 0 0 0 0,2 15 0 0 0,-3-18 125 0 0,-1 1 1 0 0,0-1 0 0 0,-1 0 0 0 0,1 1-1 0 0,-1-1 1 0 0,-1 0 0 0 0,1 0 0 0 0,-1 0 0 0 0,-1 0-1 0 0,1 0 1 0 0,-1 0 0 0 0,0-1 0 0 0,-1 1-1 0 0,0-1 1 0 0,0 0 0 0 0,0 0 0 0 0,0 0-1 0 0,-1 0 1 0 0,0-1 0 0 0,-11 9 0 0 0,5-6-91 0 0,-2 0 1 0 0,1 0 0 0 0,-1-1 0 0 0,0 0 0 0 0,0-2-1 0 0,-1 1 1 0 0,0-2 0 0 0,0 0 0 0 0,0 0 0 0 0,-25 2-1 0 0,20-4-14 0 0,1-1 0 0 0,-1 0-1 0 0,0-2 1 0 0,1 0 0 0 0,-1-1 0 0 0,1-1-1 0 0,-37-10 1 0 0,55 13-39 0 0,-22-10-3421 0 0,21 10 3308 0 0,0 0 0 0 0,1-1 0 0 0,-1 1 0 0 0,1 0 0 0 0,-1-1 0 0 0,1 1 0 0 0,-1-1 1 0 0,1 1-1 0 0,-1 0 0 0 0,1-1 0 0 0,-1 0 0 0 0,1 1 0 0 0,-1-1 0 0 0,1 1 0 0 0,0-1 0 0 0,-1 1 0 0 0,1-1 0 0 0,0 0 0 0 0,0 1 0 0 0,-1-1 0 0 0,1 0 0 0 0,0 1 0 0 0,0-1 0 0 0,0 0 0 0 0,0 1 0 0 0,0-1 0 0 0,0 0 0 0 0,0 1 0 0 0,0-1 0 0 0,0 0 0 0 0,0 0 0 0 0,1-1 0 0 0,2-3-1404 0 0,1 0-1 0 0,0-1 1 0 0,0 1-1 0 0,1 1 1 0 0,-1-1-1 0 0,1 1 1 0 0,0-1 0 0 0,7-3-1 0 0,9-7-7319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1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2820 0 0,'2'-10'3586'0'0,"6"-25"5239"0"0,-1 53-6018 0 0,-6 25 226 0 0,-6 78 0 0 0,2-82-2570 0 0,1 1 0 0 0,5 57 0 0 0,-3-94-453 0 0,0-1 0 0 0,0 0 1 0 0,1 1-1 0 0,-1-1 0 0 0,1 0 0 0 0,0 1 0 0 0,-1-1 1 0 0,1 0-1 0 0,0 1 0 0 0,0-1 0 0 0,1 0 0 0 0,-1 0 1 0 0,0 0-1 0 0,1 0 0 0 0,-1 0 0 0 0,1 0 0 0 0,0-1 1 0 0,-1 1-1 0 0,1-1 0 0 0,0 1 0 0 0,0-1 0 0 0,0 1 1 0 0,0-1-1 0 0,0 0 0 0 0,4 2 0 0 0,-1-2-164 0 0,0 0-1 0 0,-1-1 1 0 0,1 1-1 0 0,0-1 1 0 0,0 0-1 0 0,-1 0 1 0 0,1 0 0 0 0,0-1-1 0 0,0 0 1 0 0,-1 0-1 0 0,1 0 1 0 0,6-3-1 0 0,8-3-422 0 0,0-1 0 0 0,-1-1-1 0 0,0-1 1 0 0,-1 0 0 0 0,28-22-1 0 0,70-73-1228 0 0,-58 48 1750 0 0,-3-3 0 0 0,-3-3 0 0 0,51-80 0 0 0,-56 77 2037 0 0,-45 65-1841 0 0,-5 22 691 0 0,-41 104 3003 0 0,2-5-2034 0 0,39-106-1842 0 0,-33 118 1039 0 0,19-43-3950 0 0,18-88 2697 0 0,0 0 0 0 0,-1 0 0 0 0,1 1-1 0 0,0-1 1 0 0,0 0 0 0 0,0 0-1 0 0,0 0 1 0 0,0 0 0 0 0,0 0 0 0 0,0 1-1 0 0,1-1 1 0 0,-1 0 0 0 0,0 0 0 0 0,1 0-1 0 0,-1 0 1 0 0,0 0 0 0 0,1 0 0 0 0,-1 0-1 0 0,1 0 1 0 0,0 0 0 0 0,-1 0 0 0 0,1 0-1 0 0,0 0 1 0 0,0-1 0 0 0,1 3 0 0 0,-1-3-292 0 0,1 1 1 0 0,-1 0 0 0 0,1-1 0 0 0,0 0 0 0 0,-1 1-1 0 0,1-1 1 0 0,-1 0 0 0 0,1 1 0 0 0,-1-1-1 0 0,1 0 1 0 0,0 0 0 0 0,-1-1 0 0 0,1 1 0 0 0,-1 0-1 0 0,3-1 1 0 0,13-4-6475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2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262 172 2012 0 0,'41'-172'17737'0'0,"-55"197"-14825"0"0,-100 320 5867 0 0,37-109-8417 0 0,-7-2-7146 0 0,83-231 6150 0 0,-11 27-3262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2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33 189 1332 0 0,'-6'-11'1893'0'0,"1"0"0"0"0,0 0 0 0 0,1-1 0 0 0,0 1 0 0 0,-4-18-1 0 0,8 26-1731 0 0,0 1 1 0 0,-1-1-1 0 0,1 0 0 0 0,0 0 0 0 0,1 0 0 0 0,-1 0 0 0 0,0 0 0 0 0,1 1 0 0 0,0-1 0 0 0,-1 0 1 0 0,1 0-1 0 0,0 1 0 0 0,1-1 0 0 0,-1 0 0 0 0,0 1 0 0 0,1-1 0 0 0,-1 1 0 0 0,1 0 0 0 0,0-1 1 0 0,0 1-1 0 0,0 0 0 0 0,0 0 0 0 0,0 0 0 0 0,0 0 0 0 0,0 1 0 0 0,1-1 0 0 0,-1 1 0 0 0,5-3 1 0 0,6-2-29 0 0,0 1 0 0 0,1 0 0 0 0,-1 1 0 0 0,1 1 0 0 0,0 0 0 0 0,0 0 0 0 0,21 0 0 0 0,103 5 73 0 0,-118-1-166 0 0,20 1-13 0 0,58 10 0 0 0,-88-10 24 0 0,0 0 1 0 0,1 1-1 0 0,-1 0 1 0 0,0 1 0 0 0,-1-1-1 0 0,1 2 1 0 0,-1 0 0 0 0,0 0-1 0 0,0 0 1 0 0,0 1-1 0 0,8 8 1 0 0,-13-9 147 0 0,0 0-1 0 0,0 0 1 0 0,0 0 0 0 0,-1 0-1 0 0,0 1 1 0 0,0-1-1 0 0,0 1 1 0 0,-1 0 0 0 0,0 0-1 0 0,0 0 1 0 0,0 0-1 0 0,-1 0 1 0 0,0 0 0 0 0,0 1-1 0 0,0-1 1 0 0,-1 0-1 0 0,0 1 1 0 0,-1 9 0 0 0,-3 9 631 0 0,-1-1 0 0 0,0 0 0 0 0,-13 33 0 0 0,10-33-511 0 0,-55 148 932 0 0,63-172-1293 0 0,0 1 0 0 0,0-1 0 0 0,0 1 1 0 0,0 0-1 0 0,0-1 0 0 0,0 1 1 0 0,0 0-1 0 0,0-1 0 0 0,0 1 0 0 0,0 0 1 0 0,0-1-1 0 0,0 1 0 0 0,1 0 1 0 0,-1-1-1 0 0,0 1 0 0 0,0-1 0 0 0,1 1 1 0 0,-1-1-1 0 0,0 1 0 0 0,1-1 0 0 0,-1 1 1 0 0,1-1-1 0 0,-1 1 0 0 0,1-1 1 0 0,-1 1-1 0 0,1-1 0 0 0,-1 1 0 0 0,1-1 1 0 0,-1 0-1 0 0,1 1 0 0 0,-1-1 1 0 0,1 0-1 0 0,1 1 0 0 0,19 5-1836 0 0,-13-6 805 0 0,0 0 0 0 0,0 0 0 0 0,0-1-1 0 0,0 0 1 0 0,14-4 0 0 0,17-11-6534 0 0,-13 3-655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2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135 104 24 0 0,'-103'-98'14587'0'0,"103"98"-14547"0"0,-1-1 0 0 0,1 1 1 0 0,0-1-1 0 0,-1 1 0 0 0,1 0 1 0 0,-1-1-1 0 0,1 1 0 0 0,-1 0 1 0 0,1-1-1 0 0,-1 1 0 0 0,1 0 0 0 0,-1 0 1 0 0,1-1-1 0 0,-1 1 0 0 0,0 0 1 0 0,1 0-1 0 0,-1 0 0 0 0,1 0 1 0 0,-1 0-1 0 0,1 0 0 0 0,-1 0 1 0 0,0 0-1 0 0,1 0 0 0 0,-1 0 1 0 0,1 0-1 0 0,-1 0 0 0 0,1 0 0 0 0,-1 1 1 0 0,0-1-1 0 0,0 1-39 0 0,0 0 1 0 0,0 0-1 0 0,0 0 0 0 0,1 0 0 0 0,-1 0 1 0 0,0 0-1 0 0,1 0 0 0 0,-1 0 0 0 0,0 0 1 0 0,1 0-1 0 0,0 0 0 0 0,-1 0 0 0 0,1 2 1 0 0,-6 41-1845 0 0,6-41 1497 0 0,0 50-6016 0 0,0-34 1479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3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11 1320 0 0,'-13'-11'14418'0'0,"67"118"-10325"0"0,14 64-2417 0 0,-61-154-1523 0 0,5 19 26 0 0,-9-24-63 0 0,0 0 0 0 0,2 0 0 0 0,-1-1 0 0 0,2 0 0 0 0,6 12 0 0 0,-11-22-106 0 0,0 0-1 0 0,0 0 0 0 0,0 0 1 0 0,0 0-1 0 0,0 0 0 0 0,0 0 0 0 0,0 0 1 0 0,0-1-1 0 0,0 1 0 0 0,0 0 1 0 0,1-1-1 0 0,-1 1 0 0 0,0-1 0 0 0,1 1 1 0 0,-1-1-1 0 0,0 0 0 0 0,1 0 1 0 0,-1 1-1 0 0,0-1 0 0 0,1 0 0 0 0,-1 0 1 0 0,1 0-1 0 0,-1 0 0 0 0,0-1 1 0 0,1 1-1 0 0,-1 0 0 0 0,0-1 0 0 0,1 1 1 0 0,-1 0-1 0 0,0-1 0 0 0,0 0 1 0 0,1 1-1 0 0,-1-1 0 0 0,0 0 0 0 0,0 1 1 0 0,0-1-1 0 0,2-2 0 0 0,5-3-8 0 0,-1-1 0 0 0,1 0 0 0 0,12-15 0 0 0,-17 18 11 0 0,89-114 101 0 0,-60 73-92 0 0,2 1 0 0 0,3 2-1 0 0,42-39 1 0 0,-75 79-26 0 0,-1-1 0 0 0,1 0-1 0 0,-1 1 1 0 0,1 0 0 0 0,0 0-1 0 0,-1 0 1 0 0,1 0 0 0 0,0 1 0 0 0,0 0-1 0 0,1-1 1 0 0,-1 2 0 0 0,0-1 0 0 0,0 0-1 0 0,0 1 1 0 0,1 0 0 0 0,-1 0 0 0 0,0 0-1 0 0,0 0 1 0 0,1 1 0 0 0,-1-1-1 0 0,0 1 1 0 0,0 0 0 0 0,0 0 0 0 0,0 1-1 0 0,0-1 1 0 0,0 1 0 0 0,0 0 0 0 0,0 0-1 0 0,-1 1 1 0 0,1-1 0 0 0,3 4-1 0 0,39 29-81 0 0,-23-17 116 0 0,33 20 0 0 0,-47-32-16 0 0,0-2 0 0 0,0 1 0 0 0,1-1 1 0 0,0-1-1 0 0,0 0 0 0 0,0 0 0 0 0,15 1 0 0 0,-17-3 5 0 0,-1 0-1 0 0,1-1 0 0 0,0 0 0 0 0,-1 0 0 0 0,1-1 0 0 0,0 0 0 0 0,-1 0 0 0 0,1-1 0 0 0,-1 0 0 0 0,14-5 0 0 0,-16 4-9 0 0,0 0 1 0 0,0 0-1 0 0,-1 0 0 0 0,1 0 0 0 0,-1-1 0 0 0,0 0 0 0 0,0 0 0 0 0,0 0 0 0 0,0 0 1 0 0,-1 0-1 0 0,0-1 0 0 0,0 0 0 0 0,0 0 0 0 0,0 0 0 0 0,2-8 0 0 0,-4 12 3 0 0,0 0-1 0 0,-1 0 1 0 0,1-1-1 0 0,-1 1 1 0 0,1 0-1 0 0,-1 0 1 0 0,1-1-1 0 0,-1 1 1 0 0,0 0-1 0 0,0-1 1 0 0,0 1-1 0 0,0 0 1 0 0,0-1-1 0 0,0 1 1 0 0,0 0-1 0 0,0-1 1 0 0,0 1-1 0 0,-1 0 1 0 0,1-1-1 0 0,-1 1 0 0 0,1 0 1 0 0,-1-1-1 0 0,1 1 1 0 0,-1 0-1 0 0,0 0 1 0 0,1 0-1 0 0,-1 0 1 0 0,0 0-1 0 0,0 0 1 0 0,0 0-1 0 0,0 0 1 0 0,0 0-1 0 0,0 0 1 0 0,0 0-1 0 0,0 0 1 0 0,0 1-1 0 0,0-1 1 0 0,-1 0-1 0 0,1 1 1 0 0,0-1-1 0 0,0 1 0 0 0,-1 0 1 0 0,1-1-1 0 0,0 1 1 0 0,-1 0-1 0 0,0 0 1 0 0,-5-1 92 0 0,0 0 0 0 0,0 0 0 0 0,0 1 0 0 0,0 1 0 0 0,0-1 0 0 0,0 1 0 0 0,-12 3 0 0 0,-11 4 354 0 0,2 2-1 0 0,-1 1 1 0 0,1 1-1 0 0,-46 29 1 0 0,57-31-276 0 0,1 2 0 0 0,1-1 0 0 0,0 2 0 0 0,1 0 0 0 0,0 0-1 0 0,1 2 1 0 0,0-1 0 0 0,-17 29 0 0 0,26-38-96 0 0,1 1-1 0 0,1-1 1 0 0,-1 1-1 0 0,1-1 0 0 0,0 1 1 0 0,0 0-1 0 0,0-1 1 0 0,1 1-1 0 0,0 0 1 0 0,0 0-1 0 0,1 0 1 0 0,-1 9-1 0 0,2-11-43 0 0,0-1 0 0 0,0 1 0 0 0,0 0 1 0 0,0-1-1 0 0,0 1 0 0 0,1-1 0 0 0,-1 0 0 0 0,1 1 0 0 0,0-1 0 0 0,0 0 1 0 0,1 0-1 0 0,-1 0 0 0 0,0 0 0 0 0,1-1 0 0 0,0 1 0 0 0,0-1 0 0 0,-1 1 1 0 0,1-1-1 0 0,1 0 0 0 0,-1 0 0 0 0,4 2 0 0 0,8 3 3 0 0,-1-1-1 0 0,1 0 1 0 0,1-1-1 0 0,-1-1 1 0 0,0-1-1 0 0,1 0 1 0 0,27 2-1 0 0,-4-4-439 0 0,0-1 0 0 0,39-6-1 0 0,-40 2-1384 0 0,60-15 0 0 0,-80 14-656 0 0,31-14-1 0 0,-39 14 166 0 0,-1 0-1 0 0,1-1 1 0 0,-1 0-1 0 0,10-8 1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121 570 656 0 0,'8'-13'3363'0'0,"-1"-1"0"0"0,14-35 6196 0 0,-31 86-8552 0 0,-1 0 1 0 0,-24 48-1 0 0,-3 12-386 0 0,26-65-474 0 0,-25 87 202 0 0,33-102-315 0 0,1 0-1 0 0,0 0 1 0 0,1 0-1 0 0,1 0 0 0 0,1 20 1 0 0,0-36-33 0 0,0 0 1 0 0,0 0 0 0 0,0 0-1 0 0,0 1 1 0 0,0-1 0 0 0,0 0 0 0 0,1 0-1 0 0,-1 0 1 0 0,0 0 0 0 0,1 0 0 0 0,-1 0-1 0 0,1 0 1 0 0,-1 0 0 0 0,1 0-1 0 0,-1 0 1 0 0,1 0 0 0 0,0 0 0 0 0,-1 0-1 0 0,1 0 1 0 0,0 0 0 0 0,0-1-1 0 0,0 1 1 0 0,0 0 0 0 0,-1-1 0 0 0,1 1-1 0 0,0 0 1 0 0,0-1 0 0 0,0 1-1 0 0,1-1 1 0 0,-1 0 0 0 0,0 1 0 0 0,0-1-1 0 0,0 0 1 0 0,0 1 0 0 0,0-1-1 0 0,0 0 1 0 0,0 0 0 0 0,1 0 0 0 0,-1 0-1 0 0,0 0 1 0 0,0 0 0 0 0,0-1-1 0 0,0 1 1 0 0,0 0 0 0 0,0 0 0 0 0,0-1-1 0 0,0 1 1 0 0,1-1 0 0 0,0 0-1 0 0,7-3 3 0 0,1 0 0 0 0,-1-1 0 0 0,-1 0 0 0 0,10-7 0 0 0,-15 10-2 0 0,28-23 7 0 0,-1-1 1 0 0,0-2-1 0 0,36-45 1 0 0,-16 18-6 0 0,-14 13 8 0 0,-23 25-41 0 0,1 2 0 0 0,0 0 1 0 0,25-21-1 0 0,-38 35 26 0 0,0 0 0 0 0,0 0 0 0 0,0 1-1 0 0,0-1 1 0 0,0 0 0 0 0,0 0-1 0 0,0 1 1 0 0,0-1 0 0 0,0 1 0 0 0,0-1-1 0 0,0 1 1 0 0,0 0 0 0 0,1-1 0 0 0,-1 1-1 0 0,0 0 1 0 0,0 0 0 0 0,0 0 0 0 0,1-1-1 0 0,-1 1 1 0 0,0 1 0 0 0,0-1 0 0 0,0 0-1 0 0,0 0 1 0 0,1 0 0 0 0,-1 1-1 0 0,0-1 1 0 0,0 0 0 0 0,0 1 0 0 0,0-1-1 0 0,0 1 1 0 0,0-1 0 0 0,0 1 0 0 0,0 0-1 0 0,0-1 1 0 0,0 1 0 0 0,0 0 0 0 0,0 0-1 0 0,0 0 1 0 0,0 0 0 0 0,-1 0 0 0 0,1 0-1 0 0,0 0 1 0 0,-1 0 0 0 0,1 0 0 0 0,-1 0-1 0 0,1 2 1 0 0,3 6-3 0 0,-1 1 0 0 0,0-1 1 0 0,-1 1-1 0 0,2 16 0 0 0,-1-10 13 0 0,0-1 0 0 0,1 0-1 0 0,0 0 1 0 0,1-1 0 0 0,0 1 0 0 0,2-1-1 0 0,-1-1 1 0 0,16 24 0 0 0,-19-33-2 0 0,1 0 1 0 0,-1 1-1 0 0,1-1 0 0 0,0 0 0 0 0,0-1 1 0 0,1 1-1 0 0,-1-1 0 0 0,1 0 0 0 0,0 0 1 0 0,-1 0-1 0 0,1 0 0 0 0,1-1 1 0 0,-1 0-1 0 0,0 0 0 0 0,0-1 0 0 0,1 1 1 0 0,-1-1-1 0 0,1 0 0 0 0,-1-1 1 0 0,1 1-1 0 0,-1-1 0 0 0,1 0 0 0 0,0 0 1 0 0,7-2-1 0 0,-4 0 0 0 0,0-1 1 0 0,0 0-1 0 0,-1 0 0 0 0,0-1 1 0 0,1 1-1 0 0,-1-2 0 0 0,-1 1 0 0 0,1-1 1 0 0,-1-1-1 0 0,0 1 0 0 0,0-1 1 0 0,0-1-1 0 0,-1 1 0 0 0,0-1 1 0 0,0 0-1 0 0,-1 0 0 0 0,1-1 1 0 0,6-13-1 0 0,-3 3 6 0 0,0 0-1 0 0,-2-1 1 0 0,0 1 0 0 0,0-2 0 0 0,-2 1 0 0 0,-1-1-1 0 0,4-28 1 0 0,-7 31-6 0 0,-1 0-1 0 0,-1 1 0 0 0,0-1 0 0 0,-1 0 1 0 0,-1 1-1 0 0,0-1 0 0 0,-8-22 1 0 0,8 30-4 0 0,-1 1 1 0 0,0-1 0 0 0,0 1 0 0 0,-1-1-1 0 0,0 1 1 0 0,-9-10 0 0 0,11 14-4 0 0,0 1 1 0 0,-1-1-1 0 0,0 1 0 0 0,0-1 1 0 0,0 1-1 0 0,0 0 0 0 0,-1 0 1 0 0,1 1-1 0 0,-1 0 1 0 0,0 0-1 0 0,0 0 0 0 0,-6-2 1 0 0,9 3-55 0 0,-1 0 1 0 0,1 1-1 0 0,0-1 1 0 0,-1 1-1 0 0,1-1 1 0 0,-1 1-1 0 0,1 0 1 0 0,-1 0-1 0 0,1 0 1 0 0,-1 0-1 0 0,1 1 1 0 0,-1-1-1 0 0,1 0 1 0 0,-1 1-1 0 0,1 0 1 0 0,0 0 0 0 0,-1 0-1 0 0,1 0 1 0 0,0 0-1 0 0,0 0 1 0 0,-1 0-1 0 0,1 1 1 0 0,0-1-1 0 0,0 1 1 0 0,1 0-1 0 0,-1-1 1 0 0,0 1-1 0 0,0 0 1 0 0,1 0-1 0 0,-1 0 1 0 0,1 0-1 0 0,0 0 1 0 0,0 1-1 0 0,0-1 1 0 0,0 0-1 0 0,0 0 1 0 0,-1 5-1 0 0,2-6 5 0 0,-1 1-1 0 0,1-1 1 0 0,0 1-1 0 0,0 0 0 0 0,0-1 1 0 0,0 1-1 0 0,0-1 1 0 0,1 1-1 0 0,-1-1 0 0 0,0 1 1 0 0,1-1-1 0 0,-1 1 1 0 0,1-1-1 0 0,0 1 0 0 0,-1-1 1 0 0,1 1-1 0 0,0-1 1 0 0,0 0-1 0 0,0 1 0 0 0,0-1 1 0 0,0 0-1 0 0,0 0 1 0 0,0 0-1 0 0,0 0 0 0 0,2 1 1 0 0,2 2-71 0 0,-1-1 0 0 0,1 1 0 0 0,0-1-1 0 0,0 0 1 0 0,8 2 0 0 0,3 1-35 0 0,1-1-1 0 0,0-1 0 0 0,0-1 0 0 0,0-1 1 0 0,0 0-1 0 0,0-1 0 0 0,1-1 0 0 0,23-2 1 0 0,0-3 120 0 0,-1-2 1 0 0,54-16-1 0 0,-91 22 103 0 0,0 0-1 0 0,0 1 1 0 0,0-1-1 0 0,0 1 0 0 0,0-1 1 0 0,0 1-1 0 0,0 0 0 0 0,0 0 1 0 0,-1 0-1 0 0,1 1 0 0 0,0-1 1 0 0,0 1-1 0 0,0 0 1 0 0,0-1-1 0 0,0 1 0 0 0,-1 0 1 0 0,5 3-1 0 0,-4-2 48 0 0,1 1-1 0 0,-1-1 1 0 0,0 1 0 0 0,-1 0-1 0 0,1 0 1 0 0,0 0 0 0 0,-1 0-1 0 0,0 0 1 0 0,1 1 0 0 0,-2-1-1 0 0,4 6 1 0 0,1 8 206 0 0,-1 0 0 0 0,0 1 1 0 0,-1-1-1 0 0,3 29 0 0 0,-6-39-328 0 0,1 11 151 0 0,10 97 171 0 0,-11-100-103 0 0,-2 1 1 0 0,1-1 0 0 0,-2 1 0 0 0,0-1 0 0 0,-5 21 0 0 0,6-32-125 0 0,0-1 1 0 0,-1 1 0 0 0,1-1-1 0 0,-1 1 1 0 0,0-1 0 0 0,0 0-1 0 0,0 1 1 0 0,0-1-1 0 0,0 0 1 0 0,-1-1 0 0 0,1 1-1 0 0,-1 0 1 0 0,-4 3 0 0 0,5-5-60 0 0,1 0 1 0 0,-1 0-1 0 0,0 0 1 0 0,0 0 0 0 0,0 0-1 0 0,-1-1 1 0 0,1 1 0 0 0,0-1-1 0 0,0 1 1 0 0,0-1-1 0 0,0 0 1 0 0,-1 1 0 0 0,1-1-1 0 0,0 0 1 0 0,0-1-1 0 0,0 1 1 0 0,-1 0 0 0 0,1-1-1 0 0,0 1 1 0 0,0-1-1 0 0,0 0 1 0 0,0 1 0 0 0,-2-2-1 0 0,0 0-14 0 0,0 0 0 0 0,0 0 0 0 0,1 0 0 0 0,-1 0-1 0 0,1-1 1 0 0,0 0 0 0 0,0 1 0 0 0,0-1 0 0 0,0 0 0 0 0,0 0 0 0 0,1-1-1 0 0,-1 1 1 0 0,1 0 0 0 0,0-1 0 0 0,0 0 0 0 0,0 1 0 0 0,0-1 0 0 0,1 0 0 0 0,0 0-1 0 0,-2-6 1 0 0,3 7-24 0 0,-1-1-1 0 0,1 0 1 0 0,0 0-1 0 0,1 1 1 0 0,-1-1-1 0 0,0 0 1 0 0,1 1-1 0 0,0-1 1 0 0,0 0-1 0 0,0 1 1 0 0,1-1-1 0 0,-1 1 1 0 0,1-1-1 0 0,0 1 1 0 0,0 0-1 0 0,0 0 1 0 0,0 0-1 0 0,0 0 1 0 0,1 0-1 0 0,-1 0 1 0 0,1 1-1 0 0,3-4 0 0 0,13-8-460 0 0,1 0 0 0 0,0 1-1 0 0,37-17 1 0 0,70-23-1507 0 0,-19 9-144 0 0,-65 24 967 0 0,0-2 1 0 0,-1-2 0 0 0,-1-1 0 0 0,39-33 0 0 0,-63 45 982 0 0,-1-2 0 0 0,-1 0 0 0 0,0-1 0 0 0,-1-1 0 0 0,0 0-1 0 0,-2 0 1 0 0,0-2 0 0 0,-1 1 0 0 0,-1-1 0 0 0,-1-1 0 0 0,10-28 0 0 0,-7 7 1078 0 0,7-46 0 0 0,-4-44 7679 0 0,-20 143-7498 0 0,-3 20-159 0 0,-21 206 3496 0 0,8 121-2618 0 0,23-255-1466 0 0,-1-92-315 0 0,0-1 0 0 0,1 1 1 0 0,1 0-1 0 0,0 0 0 0 0,1-1 0 0 0,7 17 1 0 0,-10-25-88 0 0,0 0 0 0 0,1 0 0 0 0,-1 0 1 0 0,1-1-1 0 0,0 1 0 0 0,0 0 0 0 0,0-1 0 0 0,1 0 1 0 0,-1 1-1 0 0,0-1 0 0 0,1 0 0 0 0,0 0 1 0 0,-1 0-1 0 0,1-1 0 0 0,0 1 0 0 0,0-1 1 0 0,0 1-1 0 0,0-1 0 0 0,6 2 0 0 0,-5-3-225 0 0,1 1 1 0 0,0-1-1 0 0,0 0 0 0 0,-1-1 0 0 0,1 1 0 0 0,0-1 1 0 0,-1 0-1 0 0,1 0 0 0 0,0 0 0 0 0,-1-1 0 0 0,0 1 1 0 0,6-4-1 0 0,5-3-1211 0 0,-1-1 0 0 0,0 0 0 0 0,0-1 0 0 0,-1-1 1 0 0,0 0-1 0 0,18-21 0 0 0,-8 3-2976 0 0,-1-3-2012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129 101 1232 0 0,'-33'-7'3526'0'0,"14"3"213"0"0,0 0 1 0 0,-39-3 0 0 0,84-3-2850 0 0,308-30-1452 0 0,-123 19-8322 0 0,-162 13 3867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6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53 2012 0 0,'6'-53'17016'0'0,"-6"62"-16554"0"0,0 0 1 0 0,-1-1 0 0 0,0 1 0 0 0,0 0-1 0 0,-1-1 1 0 0,0 1 0 0 0,-4 11-1 0 0,1-5-44 0 0,-89 241 2145 0 0,14-47-2156 0 0,67-169-935 0 0,2 1-1 0 0,2 1 0 0 0,-5 51 0 0 0,13-84-32 0 0,0 1 1 0 0,1-1-1 0 0,1 1 0 0 0,0-1 1 0 0,0 1-1 0 0,3 11 0 0 0,-2-17-25 0 0,-1 0 1 0 0,1 0-1 0 0,0 0 0 0 0,0 0 0 0 0,0 0 1 0 0,4 6-1 0 0,-4-8-89 0 0,0 1 0 0 0,0-1 0 0 0,1 0 0 0 0,-1 0 0 0 0,0 0 0 0 0,1-1 0 0 0,-1 1 1 0 0,1 0-1 0 0,-1-1 0 0 0,6 2 0 0 0,9 2-5474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7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38 136 1992 0 0,'18'-33'3605'0'0,"36"-70"11427"0"0,-85 161-10216 0 0,14-28-3894 0 0,-21 51 0 0 0,33-67-811 0 0,0 0 0 0 0,1 1 0 0 0,1 0 0 0 0,0-1 0 0 0,1 1 0 0 0,1 0 1 0 0,0 1-1 0 0,2 23 0 0 0,0-33-83 0 0,0 0 1 0 0,0 0-1 0 0,0-1 0 0 0,1 1 1 0 0,0 0-1 0 0,0 0 1 0 0,0-1-1 0 0,1 1 0 0 0,0-1 1 0 0,0 0-1 0 0,0 0 1 0 0,1 0-1 0 0,-1 0 0 0 0,1-1 1 0 0,1 1-1 0 0,-1-1 1 0 0,0 0-1 0 0,1 0 0 0 0,0-1 1 0 0,0 1-1 0 0,0-1 0 0 0,0 0 1 0 0,1-1-1 0 0,5 3 1 0 0,-3-2-21 0 0,-1-1 1 0 0,1 0-1 0 0,0-1 1 0 0,-1 0-1 0 0,1 0 0 0 0,0-1 1 0 0,0 0-1 0 0,-1 0 1 0 0,1-1-1 0 0,0 0 1 0 0,0 0-1 0 0,-1 0 1 0 0,1-1-1 0 0,-1-1 1 0 0,1 1-1 0 0,-1-1 1 0 0,0 0-1 0 0,0-1 1 0 0,0 0-1 0 0,-1 0 0 0 0,1 0 1 0 0,-1-1-1 0 0,9-8 1 0 0,-9 8 6 0 0,-1-1 1 0 0,0 1-1 0 0,0-1 1 0 0,0 0-1 0 0,-1 0 0 0 0,1 0 1 0 0,-2-1-1 0 0,1 1 1 0 0,-1-1-1 0 0,0 0 0 0 0,0 0 1 0 0,0 0-1 0 0,-1 0 1 0 0,-1-1-1 0 0,1 1 1 0 0,-1-1-1 0 0,0 1 0 0 0,-1-1 1 0 0,1 1-1 0 0,-2-1 1 0 0,1 1-1 0 0,-1-1 1 0 0,0 1-1 0 0,-3-9 0 0 0,0 6-183 0 0,0 0 0 0 0,-1 0 0 0 0,0 0 1 0 0,0 1-1 0 0,-1 0 0 0 0,-1 0 0 0 0,0 0 0 0 0,0 1 0 0 0,0 0 0 0 0,-1 0 0 0 0,0 1 0 0 0,-1 0 0 0 0,-16-10 0 0 0,8 7-1625 0 0,1 0 0 0 0,-30-10-1 0 0,23 11-3966 0 0,-36-7-1 0 0,36 11-2170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7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136 148 1204 0 0,'-34'-5'7907'0'0,"-65"-17"-1"0"0,96 21-7298 0 0,6 0-128 0 0,13-6-311 0 0,-1 1 0 0 0,1 0-1 0 0,0 2 1 0 0,0 0 0 0 0,1 1 0 0 0,22-2 0 0 0,0-1-43 0 0,318-38-884 0 0,-117 25-3812 0 0,-109 10-731 0 0,-53 3-1079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8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416 145 1712 0 0,'8'-8'1743'0'0,"0"0"0"0"0,-1-1-1 0 0,0 0 1 0 0,10-19 0 0 0,-15 24-1231 0 0,0 1 1 0 0,0-2 0 0 0,0 1-1 0 0,-1 0 1 0 0,1 0-1 0 0,-1 0 1 0 0,-1-1 0 0 0,1 1-1 0 0,0-1 1 0 0,-1 1-1 0 0,0-1 1 0 0,0 1 0 0 0,0 0-1 0 0,-2-8 1 0 0,2 11-476 0 0,-1 0 1 0 0,1 0-1 0 0,-1 1 1 0 0,1-1-1 0 0,-1 0 0 0 0,1 1 1 0 0,-1-1-1 0 0,1 1 0 0 0,-1-1 1 0 0,0 0-1 0 0,1 1 1 0 0,-1-1-1 0 0,0 1 0 0 0,0 0 1 0 0,1-1-1 0 0,-1 1 0 0 0,0 0 1 0 0,0-1-1 0 0,1 1 1 0 0,-1 0-1 0 0,0 0 0 0 0,0-1 1 0 0,0 1-1 0 0,0 0 1 0 0,1 0-1 0 0,-1 0 0 0 0,0 0 1 0 0,0 0-1 0 0,0 1 0 0 0,-1-1 1 0 0,-26 6 325 0 0,3 5-145 0 0,2 0 1 0 0,-1 2-1 0 0,1 1 0 0 0,1 1 0 0 0,-38 34 1 0 0,17-13 56 0 0,-47 52 0 0 0,73-69-224 0 0,1 0 0 0 0,1 2 0 0 0,1-1 1 0 0,1 2-1 0 0,-13 27 0 0 0,24-44-44 0 0,0-1 0 0 0,0 1 1 0 0,0 0-1 0 0,1 0 0 0 0,0 0 0 0 0,0 0 1 0 0,0 0-1 0 0,1 0 0 0 0,0 0 0 0 0,0 0 0 0 0,0 0 1 0 0,0 0-1 0 0,1 0 0 0 0,0 0 0 0 0,0 0 1 0 0,3 9-1 0 0,-2-11-2 0 0,0 1-1 0 0,0-1 1 0 0,0 1 0 0 0,0-1 0 0 0,1 0 0 0 0,-1 0 0 0 0,1 0-1 0 0,0 0 1 0 0,0 0 0 0 0,0-1 0 0 0,0 0 0 0 0,1 1-1 0 0,-1-1 1 0 0,1 0 0 0 0,-1 0 0 0 0,1-1 0 0 0,0 1-1 0 0,-1-1 1 0 0,1 0 0 0 0,0 0 0 0 0,6 1 0 0 0,-1-1-10 0 0,1-1 1 0 0,0 1 0 0 0,0-1-1 0 0,0-1 1 0 0,0 0 0 0 0,0-1 0 0 0,0 1-1 0 0,-1-2 1 0 0,1 1 0 0 0,-1-2-1 0 0,0 1 1 0 0,1-1 0 0 0,-2-1-1 0 0,1 1 1 0 0,0-1 0 0 0,11-9 0 0 0,3-5-11 0 0,0 0 1 0 0,-2-1 0 0 0,0-1 0 0 0,21-28 0 0 0,-24 24 27 0 0,-2 0 0 0 0,22-43-1 0 0,-22 37 66 0 0,22-31 0 0 0,-36 60-36 0 0,1 22 220 0 0,-15 28 46 0 0,1-4 106 0 0,-8 62 0 0 0,18-93-652 0 0,0 1-1 0 0,1-1 1 0 0,0 1 0 0 0,1-1 0 0 0,0 1 0 0 0,1-1-1 0 0,1 1 1 0 0,0-1 0 0 0,6 14 0 0 0,-7-22-117 0 0,1 1 1 0 0,0 0 0 0 0,1-1-1 0 0,-1 0 1 0 0,1 1 0 0 0,0-1-1 0 0,0-1 1 0 0,1 1 0 0 0,0-1-1 0 0,-1 0 1 0 0,1 0 0 0 0,0 0 0 0 0,7 3-1 0 0,-4-2-723 0 0,1-1 0 0 0,0 0 0 0 0,0 0 0 0 0,1-1 0 0 0,-1 0 0 0 0,1-1-1 0 0,17 3 1 0 0,7-2-4073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8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341 948 1464 0 0,'16'-23'1745'0'0,"-1"-1"-1"0"0,-1 0 0 0 0,-1-1 1 0 0,10-29-1 0 0,-18 43-993 0 0,-1-1 1 0 0,-1 0-1 0 0,0-1 1 0 0,-1 1-1 0 0,0 0 0 0 0,-1-1 1 0 0,0 1-1 0 0,-1-1 0 0 0,-1 1 1 0 0,1-1-1 0 0,-5-18 0 0 0,4 29-682 0 0,1 0-1 0 0,0 0 0 0 0,-1 1 0 0 0,0-1 1 0 0,1 0-1 0 0,-1 1 0 0 0,0-1 0 0 0,0 1 0 0 0,0-1 1 0 0,0 1-1 0 0,0-1 0 0 0,0 1 0 0 0,0-1 0 0 0,0 1 1 0 0,-1 0-1 0 0,1 0 0 0 0,0 0 0 0 0,-1 0 1 0 0,1 0-1 0 0,-1 0 0 0 0,1 0 0 0 0,-1 0 0 0 0,0 0 1 0 0,1 1-1 0 0,-1-1 0 0 0,0 1 0 0 0,0-1 0 0 0,1 1 1 0 0,-1 0-1 0 0,0-1 0 0 0,0 1 0 0 0,0 0 1 0 0,1 0-1 0 0,-1 1 0 0 0,0-1 0 0 0,0 0 0 0 0,1 0 1 0 0,-1 1-1 0 0,-2 0 0 0 0,-6 2 151 0 0,0 1 0 0 0,0 0-1 0 0,1 0 1 0 0,-1 1 0 0 0,-13 9-1 0 0,-5 6 82 0 0,1 0-1 0 0,0 2 0 0 0,2 1 0 0 0,1 1 0 0 0,-22 27 0 0 0,28-28-200 0 0,0 1-1 0 0,2 0 1 0 0,1 1-1 0 0,1 1 1 0 0,1 0 0 0 0,-12 34-1 0 0,22-50-71 0 0,0 0 0 0 0,1 1-1 0 0,0-1 1 0 0,1 0-1 0 0,0 1 1 0 0,0-1 0 0 0,1 1-1 0 0,0-1 1 0 0,1 1-1 0 0,3 14 1 0 0,-3-21-46 0 0,0 0 0 0 0,0-1 0 0 0,0 1 1 0 0,1-1-1 0 0,-1 0 0 0 0,1 1 0 0 0,0-1 0 0 0,0 0 0 0 0,0 0 0 0 0,0 0 0 0 0,1 0 1 0 0,-1 0-1 0 0,1-1 0 0 0,-1 1 0 0 0,1-1 0 0 0,0 1 0 0 0,0-1 0 0 0,0 0 0 0 0,0 0 1 0 0,1-1-1 0 0,-1 1 0 0 0,1 0 0 0 0,-1-1 0 0 0,1 0 0 0 0,-1 0 0 0 0,1 0 1 0 0,-1-1-1 0 0,1 1 0 0 0,0-1 0 0 0,-1 1 0 0 0,1-1 0 0 0,5-1 0 0 0,1 0-150 0 0,0-1 0 0 0,0 0 0 0 0,-1-1 0 0 0,1 0 0 0 0,-1 0 0 0 0,0-1 0 0 0,0 0 0 0 0,0-1 0 0 0,-1 0 0 0 0,1 0-1 0 0,14-13 1 0 0,2-3-248 0 0,-1-2-1 0 0,27-32 1 0 0,-16 12 42 0 0,-3-1 0 0 0,-1-1 0 0 0,-2-2 0 0 0,31-68 0 0 0,64-212-333 0 0,-44-16 1403 0 0,-77 327-513 0 0,1 2-11 0 0,-2-1 0 0 0,2-20 0 0 0,-4 34 30 0 0,-2 2-173 0 0,1-1 0 0 0,0 1-1 0 0,0 0 1 0 0,0 0 0 0 0,0 0-1 0 0,0-1 1 0 0,0 1 0 0 0,0 0-1 0 0,0 0 1 0 0,1 0 0 0 0,-1 1 0 0 0,0-1-1 0 0,0 0 1 0 0,1 0 0 0 0,-1 0-1 0 0,1 0 1 0 0,-1 1 0 0 0,1-1-1 0 0,0 0 1 0 0,-1 3 0 0 0,0 0 76 0 0,-60 172 1684 0 0,-56 276 1 0 0,90-296-2810 0 0,24-128-119 0 0,1 0 0 0 0,1 0 0 0 0,5 45 0 0 0,-3-64 596 0 0,1 0-1 0 0,0 1 1 0 0,1-1 0 0 0,0 0-1 0 0,0 0 1 0 0,1 0-1 0 0,0-1 1 0 0,0 1 0 0 0,10 12-1 0 0,-9-14-466 0 0,1 0 0 0 0,-1-1-1 0 0,2 0 1 0 0,-1 0 0 0 0,0-1-1 0 0,13 8 1 0 0,7 2-3869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9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1006 212 0 0,'12'-13'1632'0'0,"1"0"-1"0"0,-1-1 1 0 0,-1 0-1 0 0,-1-1 1 0 0,0 0 0 0 0,14-29-1 0 0,-18 31-631 0 0,-1 0-1 0 0,0 0 0 0 0,-1 0 1 0 0,0 0-1 0 0,-1-1 0 0 0,-1 0 1 0 0,0 1-1 0 0,-1-1 0 0 0,0-22 1 0 0,-1 35-924 0 0,0-1 1 0 0,-1 1-1 0 0,1-1 1 0 0,0 1-1 0 0,0-1 1 0 0,-1 1 0 0 0,1-1-1 0 0,-1 1 1 0 0,1 0-1 0 0,-1-1 1 0 0,0 1-1 0 0,1-1 1 0 0,-1 1-1 0 0,0 0 1 0 0,0 0 0 0 0,0-1-1 0 0,0 1 1 0 0,0 0-1 0 0,0 0 1 0 0,-1 0-1 0 0,-1-1 1 0 0,1 1-18 0 0,0 0-1 0 0,0 1 1 0 0,0-1 0 0 0,0 0 0 0 0,-1 1-1 0 0,1-1 1 0 0,0 1 0 0 0,-1 0-1 0 0,1 0 1 0 0,0 0 0 0 0,-1 0 0 0 0,-3 1-1 0 0,-4 1 14 0 0,0 0 0 0 0,0 1 0 0 0,0 1-1 0 0,1 0 1 0 0,-12 6 0 0 0,-3 3 42 0 0,1 1 1 0 0,1 1-1 0 0,0 1 0 0 0,1 1 1 0 0,0 1-1 0 0,-20 23 0 0 0,29-27-75 0 0,0 0-1 0 0,1 0 1 0 0,1 1-1 0 0,0 1 1 0 0,1 0-1 0 0,1 0 0 0 0,1 1 1 0 0,0-1-1 0 0,1 2 1 0 0,-5 18-1 0 0,10-31-52 0 0,1-1-1 0 0,-1 1 0 0 0,1 0 1 0 0,0 0-1 0 0,0-1 0 0 0,0 1 1 0 0,1 0-1 0 0,-1-1 1 0 0,1 1-1 0 0,0 0 0 0 0,1-1 1 0 0,-1 1-1 0 0,1-1 0 0 0,0 0 1 0 0,0 1-1 0 0,0-1 0 0 0,6 7 1 0 0,-6-8-56 0 0,0-1 1 0 0,1 0-1 0 0,-1 1 1 0 0,1-1-1 0 0,-1 0 1 0 0,1 0-1 0 0,0-1 0 0 0,0 1 1 0 0,0 0-1 0 0,0-1 1 0 0,0 0-1 0 0,0 0 1 0 0,0 0-1 0 0,0 0 1 0 0,1 0-1 0 0,-1-1 1 0 0,0 1-1 0 0,1-1 1 0 0,-1 0-1 0 0,0 0 1 0 0,1 0-1 0 0,-1-1 1 0 0,0 1-1 0 0,1-1 1 0 0,-1 1-1 0 0,4-3 0 0 0,8-2-211 0 0,0-1 0 0 0,0-1-1 0 0,0-1 1 0 0,-1 0-1 0 0,0-1 1 0 0,-1 0 0 0 0,0-1-1 0 0,0 0 1 0 0,20-24-1 0 0,0-2-370 0 0,-2-3 0 0 0,26-42 0 0 0,-12 9-3 0 0,-2-2 0 0 0,-4-1 0 0 0,56-156-1 0 0,-70 150 1486 0 0,31-165 0 0 0,-54 231-546 0 0,2-11 527 0 0,2-37 0 0 0,-6 63-800 0 0,0 0-1 0 0,0 0 0 0 0,0 0 0 0 0,0-1 0 0 0,0 1 0 0 0,0 0 0 0 0,0 0 0 0 0,0-1 0 0 0,0 1 0 0 0,0 0 0 0 0,0 0 0 0 0,0 0 0 0 0,0-1 0 0 0,0 1 0 0 0,0 0 0 0 0,0 0 0 0 0,0 0 0 0 0,-1 0 0 0 0,1-1 0 0 0,0 1 0 0 0,0 0 0 0 0,0 0 0 0 0,0 0 0 0 0,0 0 0 0 0,-1-1 0 0 0,1 1 0 0 0,0 0 0 0 0,0 0 0 0 0,0 0 0 0 0,0 0 0 0 0,-1 0 0 0 0,1 0 0 0 0,0 0 0 0 0,0 0 0 0 0,0 0 0 0 0,-1 0 0 0 0,1-1 0 0 0,0 1 0 0 0,0 0 0 0 0,0 0 1 0 0,-1 0-1 0 0,1 0 0 0 0,0 0 0 0 0,0 0 0 0 0,0 0 0 0 0,-1 1 0 0 0,1-1 0 0 0,0 0 0 0 0,0 0 0 0 0,0 0 0 0 0,-1 0 0 0 0,1 0 0 0 0,0 0 0 0 0,0 0 0 0 0,0 0 0 0 0,-1 0 0 0 0,1 1 0 0 0,0-1 0 0 0,0 0 0 0 0,0 0 0 0 0,0 0 0 0 0,0 0 0 0 0,0 1 0 0 0,-1-1 0 0 0,1 0 0 0 0,-10 9 339 0 0,-2 10 154 0 0,1 1 0 0 0,0 0 0 0 0,1 0 0 0 0,1 1 1 0 0,-9 36-1 0 0,14-46-360 0 0,-81 298 1969 0 0,74-249-2263 0 0,2 0-1 0 0,3 0 0 0 0,2 77 0 0 0,4-125-251 0 0,1 0 0 0 0,0 0 0 0 0,1-1 0 0 0,0 1 0 0 0,1-1 0 0 0,0 0 0 0 0,1 1 0 0 0,1-1-1 0 0,-1-1 1 0 0,9 14 0 0 0,-10-19 36 0 0,1 0 0 0 0,0 0 0 0 0,0 0 0 0 0,0-1 0 0 0,1 1-1 0 0,-1-1 1 0 0,1 0 0 0 0,0 0 0 0 0,0-1 0 0 0,0 0 0 0 0,1 0 0 0 0,-1 0-1 0 0,1 0 1 0 0,0-1 0 0 0,0 0 0 0 0,0 0 0 0 0,0-1 0 0 0,0 1 0 0 0,0-1-1 0 0,0-1 1 0 0,7 1 0 0 0,-5-1-768 0 0,0 0 1 0 0,0 0-1 0 0,0-1 0 0 0,15-4 0 0 0,6-4-3716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9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1 295 5376 0 0,'23'-27'2197'0'0,"-1"-2"-1"0"0,34-60 0 0 0,-41 60 2531 0 0,18-49 1 0 0,-15 35 2152 0 0,-24 66-5811 0 0,-11 30-588 0 0,-19 66 1343 0 0,31-97-1551 0 0,0 0 0 0 0,2 0 1 0 0,-1 34-1 0 0,4-52-380 0 0,0 0-1 0 0,0-1 1 0 0,0 1-1 0 0,1 0 1 0 0,-1 0-1 0 0,1-1 1 0 0,0 1-1 0 0,0-1 1 0 0,0 1-1 0 0,1-1 1 0 0,-1 1-1 0 0,1-1 1 0 0,0 0-1 0 0,0 1 1 0 0,0-1-1 0 0,0 0 1 0 0,1 0-1 0 0,3 3 1 0 0,-4-4-39 0 0,1 0 0 0 0,0-1-1 0 0,0 1 1 0 0,0-1 0 0 0,1 1 0 0 0,-1-1 0 0 0,0 0 0 0 0,0 0 0 0 0,1 0 0 0 0,-1-1 0 0 0,1 1 0 0 0,-1-1 0 0 0,0 0 0 0 0,1 0 0 0 0,-1 0 0 0 0,1 0-1 0 0,-1 0 1 0 0,1-1 0 0 0,4-1 0 0 0,3-1-994 0 0,0-1-1 0 0,-1 0 1 0 0,1-1 0 0 0,-1 0-1 0 0,0 0 1 0 0,-1-1 0 0 0,16-12-1 0 0,9-11-5617 0 0,-4 2-2760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9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194 163 1288 0 0,'-43'-41'5477'0'0,"17"15"-1316"0"0,-1 1-1 0 0,-59-41 0 0 0,74 62-3843 0 0,14 10-1980 0 0,15 12-2484 0 0,-4-12-348 0 0,5 2-2359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29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224 141 1636 0 0,'7'-26'4043'0'0,"19"-89"15720"0"0,-25 138-17000 0 0,-9 42-737 0 0,-27 105 0 0 0,20-105-1516 0 0,-66 243-992 0 0,-32 164-1238 0 0,113-469 1354 0 0,-3 12-1123 0 0,2-1 0 0 0,-1 29 0 0 0,2-39 669 0 0,1 1 1 0 0,0-1-1 0 0,-1 0 1 0 0,2 0 0 0 0,2 8-1 0 0,-3-9-53 0 0,0-1-1 0 0,0 0 1 0 0,0 0 0 0 0,1 0-1 0 0,12 12-5240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0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16 196 2884 0 0,'99'-188'20830'0'0,"-93"180"-19136"0"0,-4 15 531 0 0,-3 14-360 0 0,-10 29-514 0 0,-31 88-1 0 0,2-13-3994 0 0,31-91 490 0 0,4-17-226 0 0,0 0-1 0 0,1 0 1 0 0,-1 18 0 0 0,8-12-5930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0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78 326 1080 0 0,'73'-104'22680'0'0,"-78"119"-21030"0"0,-8 22-295 0 0,2-13-961 0 0,1 1 1 0 0,2 0-1 0 0,0 0 0 0 0,-4 27 1 0 0,12-49-380 0 0,-1-1 1 0 0,1 0 0 0 0,0 0-1 0 0,0 0 1 0 0,0 0-1 0 0,0 0 1 0 0,1 0 0 0 0,-1 0-1 0 0,0 0 1 0 0,1 0 0 0 0,-1 0-1 0 0,1 0 1 0 0,0 0-1 0 0,0 0 1 0 0,0-1 0 0 0,0 1-1 0 0,0 0 1 0 0,0 0-1 0 0,0-1 1 0 0,0 1 0 0 0,1-1-1 0 0,-1 1 1 0 0,1-1 0 0 0,-1 1-1 0 0,1-1 1 0 0,0 0-1 0 0,-1 0 1 0 0,1 0 0 0 0,0 0-1 0 0,0 0 1 0 0,0 0 0 0 0,0 0-1 0 0,0-1 1 0 0,0 1-1 0 0,0-1 1 0 0,0 1 0 0 0,2-1-1 0 0,2 1-1 0 0,1 0 0 0 0,-1-1 0 0 0,1 0 0 0 0,-1 0 1 0 0,1 0-1 0 0,-1-1 0 0 0,0 0 0 0 0,1 0 0 0 0,-1-1 0 0 0,10-3 0 0 0,1-3 5 0 0,-1-1 0 0 0,0 0 0 0 0,0 0 0 0 0,-1-2 0 0 0,-1 0 1 0 0,0-1-1 0 0,0 0 0 0 0,-1-1 0 0 0,-1-1 0 0 0,0 0 0 0 0,-1 0 1 0 0,0-1-1 0 0,-2 0 0 0 0,1-1 0 0 0,-2 0 0 0 0,0-1 0 0 0,-1 0 0 0 0,-1 0 1 0 0,0-1-1 0 0,-2 1 0 0 0,4-19 0 0 0,-7 28-33 0 0,-1 0 1 0 0,0 1-1 0 0,0-1 0 0 0,-1 0 0 0 0,1 1 0 0 0,-2-1 1 0 0,1 1-1 0 0,-1-1 0 0 0,0 1 0 0 0,-1-1 1 0 0,1 1-1 0 0,-5-8 0 0 0,5 12 4 0 0,0-1 0 0 0,-1 1 0 0 0,1 0 0 0 0,0 0 1 0 0,-1 0-1 0 0,0 0 0 0 0,1 0 0 0 0,-1 1 0 0 0,-1-1 0 0 0,1 1 0 0 0,0 0 0 0 0,0 0 0 0 0,-1 0 1 0 0,1 0-1 0 0,-1 1 0 0 0,1-1 0 0 0,-1 1 0 0 0,0 0 0 0 0,0 0 0 0 0,0 0 0 0 0,1 1 1 0 0,-1-1-1 0 0,0 1 0 0 0,0 0 0 0 0,-6 1 0 0 0,-5 1 2 0 0,-1 1-1 0 0,0 0 1 0 0,1 1-1 0 0,0 1 1 0 0,0 1-1 0 0,0 0 1 0 0,0 1-1 0 0,-14 9 1 0 0,9-3-287 0 0,-1 1 1 0 0,2 0-1 0 0,0 2 1 0 0,-28 29-1 0 0,47-45 255 0 0,-11 12-704 0 0,0 0-1 0 0,1 0 1 0 0,-11 19-1 0 0,19-26 144 0 0,0-1 0 0 0,0 1 0 0 0,0 0 0 0 0,0-1 0 0 0,1 1 1 0 0,-2 6-1 0 0,3-7-310 0 0,0-1 1 0 0,0 0-1 0 0,0 0 1 0 0,0 1-1 0 0,0-1 1 0 0,0 0-1 0 0,1 1 1 0 0,0-1-1 0 0,0 0 0 0 0,2 5 1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0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98 1172 0 0,'21'-96'17694'0'0,"-21"98"-16904"0"0,2 11-103 0 0,-1-1 0 0 0,0 0 0 0 0,-1 0 0 0 0,-1 0 0 0 0,-2 17 0 0 0,-15 65 899 0 0,13-73-1352 0 0,-10 41 547 0 0,-29 73 0 0 0,44-134-778 0 0,0-1 0 0 0,-1 1 0 0 0,1-1 1 0 0,0 1-1 0 0,0-1 0 0 0,-1 0 0 0 0,1 1 1 0 0,0-1-1 0 0,0 1 0 0 0,-1-1 0 0 0,1 0 0 0 0,0 0 1 0 0,-1 1-1 0 0,1-1 0 0 0,-1 0 0 0 0,1 1 1 0 0,-1-1-1 0 0,1 0 0 0 0,0 0 0 0 0,-1 0 0 0 0,1 0 1 0 0,-1 1-1 0 0,1-1 0 0 0,-1 0 0 0 0,1 0 1 0 0,-1 0-1 0 0,1 0 0 0 0,-1 0 0 0 0,1 0 0 0 0,-1 0 1 0 0,1 0-1 0 0,0 0 0 0 0,-1 0 0 0 0,1-1 1 0 0,-1 1-1 0 0,1 0 0 0 0,-1 0 0 0 0,1 0 1 0 0,-1 0-1 0 0,1-1 0 0 0,0 1 0 0 0,-1 0 0 0 0,1-1 1 0 0,-1 1-1 0 0,1 0 0 0 0,0-1 0 0 0,-1 1 1 0 0,1 0-1 0 0,0-1 0 0 0,0 1 0 0 0,-1 0 0 0 0,1-1 1 0 0,0 1-1 0 0,0-1 0 0 0,-1 1 0 0 0,1-1 1 0 0,0 1-1 0 0,0-1 0 0 0,0 0 0 0 0,2-11-33 0 0,1-1 0 0 0,0 1-1 0 0,1 0 1 0 0,0 0 0 0 0,1 1-1 0 0,0-1 1 0 0,1 1 0 0 0,11-17 0 0 0,4-2-59 0 0,43-47 0 0 0,-39 49 23 0 0,58-46-1 0 0,-71 64 41 0 0,0 1 0 0 0,0 1-1 0 0,1 0 1 0 0,0 1-1 0 0,1 1 1 0 0,0 0 0 0 0,26-8-1 0 0,-35 13 19 0 0,-1 0 0 0 0,0 1-1 0 0,0-1 1 0 0,0 1 0 0 0,1 0 0 0 0,-1 0-1 0 0,0 0 1 0 0,0 0 0 0 0,1 1 0 0 0,-1 0-1 0 0,0 0 1 0 0,0 0 0 0 0,0 0 0 0 0,0 1-1 0 0,0-1 1 0 0,0 1 0 0 0,0 0 0 0 0,-1 0-1 0 0,6 5 1 0 0,-5-4 64 0 0,-1 0 0 0 0,0 1 1 0 0,0 0-1 0 0,0-1 0 0 0,0 1 0 0 0,0 0 0 0 0,-1 1 0 0 0,0-1 0 0 0,0 0 0 0 0,0 1 1 0 0,-1-1-1 0 0,1 1 0 0 0,-1 0 0 0 0,0-1 0 0 0,0 1 0 0 0,-1 0 0 0 0,1 5 1 0 0,-2 20 459 0 0,-2 0 0 0 0,0 0 0 0 0,-2 0 0 0 0,-17 57 0 0 0,9-40-262 0 0,12-43-230 0 0,1 0-1 0 0,-1 1 0 0 0,0-1 1 0 0,1 0-1 0 0,0 1 0 0 0,0-1 1 0 0,1 1-1 0 0,0 7 0 0 0,0-11-56 0 0,-1 1-1 0 0,1-1 1 0 0,-1 0-1 0 0,1 1 0 0 0,-1-1 1 0 0,1 0-1 0 0,0 0 1 0 0,-1 0-1 0 0,1 0 1 0 0,0 0-1 0 0,0 0 1 0 0,0 0-1 0 0,0 0 1 0 0,0 0-1 0 0,0 0 0 0 0,0 0 1 0 0,0 0-1 0 0,0-1 1 0 0,0 1-1 0 0,0 0 1 0 0,1-1-1 0 0,-1 1 1 0 0,0-1-1 0 0,1 1 1 0 0,-1-1-1 0 0,0 0 0 0 0,1 0 1 0 0,-1 1-1 0 0,0-1 1 0 0,1 0-1 0 0,-1 0 1 0 0,0 0-1 0 0,1 0 1 0 0,-1-1-1 0 0,0 1 1 0 0,3-1-1 0 0,3-1-708 0 0,0 0-1 0 0,0 0 1 0 0,0-1 0 0 0,0 0 0 0 0,0 0-1 0 0,-1-1 1 0 0,1 1 0 0 0,-1-1-1 0 0,9-8 1 0 0,-8 5-1328 0 0,0 1 0 0 0,0-1 1 0 0,0-1-1 0 0,5-8 0 0 0,3-8-6962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1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91 1964 0 0,'-221'-72'16543'0'0,"202"63"-15343"0"0,19 9-1249 0 0,0 0 1 0 0,0 0 0 0 0,-1 0 0 0 0,1-1-1 0 0,0 1 1 0 0,0 0 0 0 0,0 0-1 0 0,0 0 1 0 0,-1 0 0 0 0,1-1 0 0 0,0 1-1 0 0,0 0 1 0 0,0 0 0 0 0,0 0 0 0 0,0-1-1 0 0,0 1 1 0 0,0 0 0 0 0,0 0-1 0 0,0 0 1 0 0,0-1 0 0 0,0 1 0 0 0,0 0-1 0 0,0 0 1 0 0,0-1 0 0 0,0 1 0 0 0,0 0-1 0 0,0 0 1 0 0,0-1 0 0 0,0 1-1 0 0,0 0 1 0 0,0 0 0 0 0,0 0 0 0 0,0-1-1 0 0,0 1 1 0 0,0 0 0 0 0,0 0 0 0 0,0 0-1 0 0,1-1 1 0 0,-1 1 0 0 0,0 0-1 0 0,0 0 1 0 0,0 0 0 0 0,0 0 0 0 0,1-1-1 0 0,-1 1 1 0 0,0 0 0 0 0,0 0 0 0 0,0 0-1 0 0,0 0 1 0 0,1 0 0 0 0,-1 0-1 0 0,0 0 1 0 0,0 0 0 0 0,1-1 0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1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56 2908 0 0,'-70'-1'6736'0'0,"-52"-4"6934"0"0,122 5-13613 0 0,0 0-1 0 0,0 0 1 0 0,0 0-1 0 0,0 0 1 0 0,-1 0-1 0 0,1 0 1 0 0,0 0-1 0 0,0 0 1 0 0,0 0-1 0 0,-1 0 1 0 0,1 0 0 0 0,0 0-1 0 0,0 0 1 0 0,0 0-1 0 0,0 0 1 0 0,-1 0-1 0 0,1 0 1 0 0,0 0-1 0 0,0 0 1 0 0,0 0-1 0 0,0 0 1 0 0,-1 0-1 0 0,1 0 1 0 0,0 0 0 0 0,0-1-1 0 0,-1 1 227 0 0,1 0-227 0 0,0 0 1 0 0,0-1-1 0 0,0 1 1 0 0,0 0-1 0 0,0 0 1 0 0,0 0-1 0 0,0 0 1 0 0,0 0 0 0 0,0-1-1 0 0,-1 1 1 0 0,1 0-1 0 0,0 0 1 0 0,0 0-1 0 0,0-1 1 0 0,9-4 626 0 0,19-4-355 0 0,68-4-1039 0 0,148-3-1 0 0,-206 15-56 0 0,157 0-5446 0 0,-103 1-727 0 0,-22 0-2235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5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99 1440 0 0,'-24'-52'16736'0'0,"24"51"-16673"0"0,0 1 1 0 0,0-1-1 0 0,0 1 1 0 0,0-1 0 0 0,0 1-1 0 0,0-1 1 0 0,0 1-1 0 0,0-1 1 0 0,0 1-1 0 0,0-1 1 0 0,0 0 0 0 0,0 1-1 0 0,1-1 1 0 0,-1 1-1 0 0,0-1 1 0 0,0 1-1 0 0,1 0 1 0 0,-1-1 0 0 0,0 1-1 0 0,1-1 1 0 0,-1 1-1 0 0,0-1 1 0 0,1 1-1 0 0,-1 0 1 0 0,1-1 0 0 0,-1 1-1 0 0,0 0 1 0 0,1-1-1 0 0,-1 1 1 0 0,1 0-1 0 0,-1 0 1 0 0,1 0 0 0 0,-1-1-1 0 0,1 1 1 0 0,0 0-1 0 0,21-7 579 0 0,-22 7-628 0 0,44-8 94 0 0,0 1-1 0 0,76 0 1 0 0,-67 5-2757 0 0,-37 2 1191 0 0,8 2-4919 0 0,-18-1 4013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5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94 976 0 0,'-44'31'14489'0'0,"39"-24"-13246"0"0,5-6-1096 0 0,1-1 0 0 0,-1 1 0 0 0,1-1 0 0 0,-1 1 0 0 0,1 0 0 0 0,-1-1-1 0 0,1 1 1 0 0,-1-1 0 0 0,1 0 0 0 0,-1 1 0 0 0,1-1 0 0 0,-1 1 0 0 0,1-1 0 0 0,0 0 0 0 0,-1 1 0 0 0,1-1 0 0 0,0 0 0 0 0,-1 0 0 0 0,1 0 0 0 0,0 0 0 0 0,-1 1 0 0 0,1-1 0 0 0,0 0 0 0 0,0 0 0 0 0,-1 0 0 0 0,2-1 0 0 0,18 4 606 0 0,15-2 308 0 0,69-8 0 0 0,-49 1-725 0 0,-27 4-269 0 0,223-20 437 0 0,-2-21-5240 0 0,-162 16 211 0 0,-30 3-2231 0 0,-31 12 719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6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296 225 1844 0 0,'29'-60'11215'0'0,"-28"62"-10374"0"0,0 2-583 0 0,-1-1 0 0 0,0 1 0 0 0,1 0 1 0 0,-1-1-1 0 0,0 1 0 0 0,-1 0 0 0 0,1-1 0 0 0,-1 1 0 0 0,-1 5 1 0 0,-13 37 1283 0 0,6-22-791 0 0,-206 521 4348 0 0,184-472-4893 0 0,-3-1 1595 0 0,34-71-1745 0 0,-1 0 0 0 0,1-1 0 0 0,-1 1-1 0 0,1 0 1 0 0,-1-1 0 0 0,1 1 0 0 0,-1-1 0 0 0,1 1 0 0 0,-1-1 0 0 0,1 1-1 0 0,-1-1 1 0 0,0 1 0 0 0,1-1 0 0 0,-1 0 0 0 0,0 1 0 0 0,0-1 0 0 0,0 0-1 0 0,1 1-39 0 0,-1-1-1 0 0,1 0 1 0 0,0 0-1 0 0,-1 0 0 0 0,1 0 1 0 0,0 0-1 0 0,-1 0 0 0 0,1 0 1 0 0,0 0-1 0 0,0 0 1 0 0,-1-1-1 0 0,1 1 0 0 0,0 0 1 0 0,-1 0-1 0 0,1 0 0 0 0,0 0 1 0 0,0 0-1 0 0,-1 0 1 0 0,1-1-1 0 0,0 1 0 0 0,0 0 1 0 0,-1 0-1 0 0,1 0 0 0 0,0-1 1 0 0,0 1-1 0 0,0 0 1 0 0,-1 0-1 0 0,1-1 0 0 0,0 1 1 0 0,0 0-1 0 0,0 0 0 0 0,0-1 1 0 0,0 1-1 0 0,0 0 1 0 0,-1 0-1 0 0,1-1 0 0 0,0 1 1 0 0,0 0-1 0 0,0-1 0 0 0,0 1 1 0 0,0 0-1 0 0,0-1 1 0 0,0 1-1 0 0,0 0 0 0 0,0 0 1 0 0,0-1-1 0 0,0 1 0 0 0,1 0 1 0 0,-1-1-1 0 0,0 1 1 0 0,3-23-81 0 0,1 0 0 0 0,0 0 0 0 0,12-30 1 0 0,30-70-795 0 0,-25 69 525 0 0,123-265-1162 0 0,-108 254 1261 0 0,3 2-1 0 0,80-100 0 0 0,-113 157 197 0 0,0-1 1 0 0,1 0-1 0 0,0 1 0 0 0,0 0 0 0 0,0 1 0 0 0,0 0 0 0 0,1 0 1 0 0,11-5-1 0 0,-17 9 38 0 0,-1 1-1 0 0,1-1 1 0 0,-1 1 0 0 0,1 0-1 0 0,-1 0 1 0 0,1-1 0 0 0,-1 1-1 0 0,1 0 1 0 0,-1 1 0 0 0,1-1 0 0 0,-1 0-1 0 0,1 0 1 0 0,-1 1 0 0 0,1-1-1 0 0,-1 0 1 0 0,1 1 0 0 0,-1 0 0 0 0,1-1-1 0 0,-1 1 1 0 0,0 0 0 0 0,0 0-1 0 0,1 0 1 0 0,-1 0 0 0 0,0 0-1 0 0,0 0 1 0 0,0 0 0 0 0,0 0 0 0 0,0 0-1 0 0,0 0 1 0 0,0 1 0 0 0,0-1-1 0 0,0 0 1 0 0,0 3 0 0 0,3 3 18 0 0,0 1 1 0 0,0 0 0 0 0,-1 1-1 0 0,2 9 1 0 0,1 11 239 0 0,-1 1 0 0 0,-1 0 0 0 0,-2 53 1 0 0,-1-48-28 0 0,-15 382 857 0 0,8-314-1104 0 0,5-32-240 0 0,-1 7-3011 0 0,-4-28-4020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6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60 130 2676 0 0,'-9'-7'2375'0'0,"0"-1"-1"0"0,0 1 1 0 0,0-1-1 0 0,1-1 0 0 0,-7-9 1 0 0,15 18-2338 0 0,0-1 0 0 0,0 1 0 0 0,0-1 0 0 0,-1 1-1 0 0,1-1 1 0 0,0 1 0 0 0,0 0 0 0 0,0-1 0 0 0,0 1 0 0 0,0-1 0 0 0,1 1 0 0 0,-1-1 0 0 0,0 1 0 0 0,0 0-1 0 0,0-1 1 0 0,0 1 0 0 0,0-1 0 0 0,1 1 0 0 0,-1 0 0 0 0,0-1 0 0 0,0 1 0 0 0,0 0 0 0 0,1-1 0 0 0,-1 1 0 0 0,0 0-1 0 0,1-1 1 0 0,-1 1 0 0 0,0 0 0 0 0,1 0 0 0 0,-1-1 0 0 0,0 1 0 0 0,1 0 0 0 0,-1 0 0 0 0,0 0 0 0 0,2-1-1 0 0,12-6 185 0 0,-14 7-204 0 0,21-6 116 0 0,-1 1-1 0 0,1 0 1 0 0,0 2 0 0 0,41-2-1 0 0,-29 3-74 0 0,170-8-1356 0 0,-94 6-1470 0 0,-1-3-3317 0 0,-56 2-570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7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48 96 0 0,'21'-47'16638'0'0,"-20"62"-15155"0"0,-1-1 0 0 0,0 1 0 0 0,-1 0 1 0 0,-4 26-1 0 0,-20 62 1665 0 0,13-54-2129 0 0,-53 182 1147 0 0,-4 13-4618 0 0,54-185-2135 0 0,10-39 218 0 0,-1 1-4117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7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14 193 1572 0 0,'1'-24'3517'0'0,"8"-39"-1"0"0,-7 55-3016 0 0,0 0-1 0 0,0 0 0 0 0,1 0 1 0 0,0 0-1 0 0,1 0 0 0 0,-1 1 1 0 0,2 0-1 0 0,5-10 0 0 0,-8 15-400 0 0,0 0 0 0 0,0 0 0 0 0,0 0 0 0 0,0 0-1 0 0,1 0 1 0 0,-1 0 0 0 0,0 0 0 0 0,1 1 0 0 0,-1-1 0 0 0,1 1 0 0 0,0 0-1 0 0,-1 0 1 0 0,1 0 0 0 0,0 0 0 0 0,0 0 0 0 0,5 0 0 0 0,-3 1-8 0 0,-1 0-1 0 0,1 0 1 0 0,-1 0 0 0 0,1 1 0 0 0,-1 0 0 0 0,1 0-1 0 0,-1 0 1 0 0,1 0 0 0 0,7 4 0 0 0,-3 0-11 0 0,0 0 0 0 0,0 0-1 0 0,0 1 1 0 0,-1 0 0 0 0,0 1 0 0 0,0 0 0 0 0,0 0 0 0 0,10 14 0 0 0,-12-13-21 0 0,-1 0 0 0 0,0 0 0 0 0,0 0 0 0 0,-1 1 0 0 0,0 0 0 0 0,-1 0 0 0 0,0 0 0 0 0,0 0 0 0 0,-1 0 1 0 0,0 1-1 0 0,-1-1 0 0 0,1 1 0 0 0,-2-1 0 0 0,0 1 0 0 0,0-1 0 0 0,0 1 0 0 0,-2-1 0 0 0,1 1 0 0 0,-1-1 0 0 0,0 1 0 0 0,-1-1 0 0 0,0 0 1 0 0,0 0-1 0 0,-1-1 0 0 0,0 1 0 0 0,-1-1 0 0 0,0 1 0 0 0,0-1 0 0 0,-10 10 0 0 0,-10 10 512 0 0,-1-2 0 0 0,-43 34-1 0 0,66-57-425 0 0,1-1 191 0 0,5-2-287 0 0,10-1-8 0 0,13 1 13 0 0,31 4 0 0 0,-47-2-50 0 0,1 0 0 0 0,-1 0 1 0 0,0 1-1 0 0,-1 0 0 0 0,1 1 1 0 0,13 7-1 0 0,-8-3 67 0 0,-1 1-1 0 0,0 1 1 0 0,0 1-1 0 0,-1 0 1 0 0,-1 0 0 0 0,19 22-1 0 0,-24-24 248 0 0,1 1-1 0 0,-2-1 1 0 0,0 1 0 0 0,0 0-1 0 0,0 1 1 0 0,-2-1-1 0 0,1 1 1 0 0,-1 0-1 0 0,-1 0 1 0 0,4 19 0 0 0,-6-23-201 0 0,-1-1 0 0 0,0 0 0 0 0,0 1 0 0 0,0-1 0 0 0,-1 0 1 0 0,0 0-1 0 0,0 1 0 0 0,-1-1 0 0 0,0 0 0 0 0,0 0 1 0 0,0 0-1 0 0,-5 8 0 0 0,3-6 231 0 0,-2 0 0 0 0,1 0 0 0 0,-1 0 0 0 0,-1-1 0 0 0,1 0 0 0 0,-1 0 0 0 0,-12 9 0 0 0,6-6 39 0 0,0-2 1 0 0,0 0-1 0 0,-1 0 0 0 0,0-1 0 0 0,-1-1 0 0 0,1 0 0 0 0,-1-1 1 0 0,0-1-1 0 0,-29 5 0 0 0,28-8-433 0 0,-1 0 0 0 0,0-1 0 0 0,0 0 0 0 0,-28-6 0 0 0,38 5-19 0 0,0 0-1 0 0,0-1 1 0 0,0 0 0 0 0,0 0 0 0 0,1-1-1 0 0,-1 0 1 0 0,1 0 0 0 0,-1 0-1 0 0,1-1 1 0 0,0 0 0 0 0,1 0-1 0 0,-1-1 1 0 0,-7-8 0 0 0,11 12-315 0 0,1-1-1 0 0,0 1 1 0 0,0-1 0 0 0,0 1 0 0 0,0-1 0 0 0,1 0 0 0 0,-1 0-1 0 0,0 1 1 0 0,1-1 0 0 0,-1 0 0 0 0,1 0 0 0 0,0 0-1 0 0,0 0 1 0 0,-1 0 0 0 0,1 0 0 0 0,0 0 0 0 0,1 1-1 0 0,-1-1 1 0 0,0 0 0 0 0,0 0 0 0 0,2-2 0 0 0,-1 0-1118 0 0,1-1 1 0 0,0 1-1 0 0,0-1 1 0 0,0 1-1 0 0,1 0 1 0 0,0 0-1 0 0,4-5 1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26 932 0 0,'0'0'2256'0'0,"22"-3"-2340"0"0,-10-4-392 0 0,5 0-360 0 0,2-2 260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15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1056 0 0,'0'0'1230'0'0,"3"0"-298"0"0,44-11 2491 0 0,-45 10-3249 0 0,-1 1-129 0 0,0-1 0 0 0,0 1 0 0 0,0 0 1 0 0,0-1-1 0 0,0 1 0 0 0,0 0 0 0 0,0 0 0 0 0,1 0 1 0 0,-1 0-1 0 0,0 0 0 0 0,0 0 0 0 0,0 0 1 0 0,2 0-1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5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466 30 2744 0 0,'0'0'4146'0'0,"1"14"492"0"0,-4 2-3054 0 0,-1-1-1 0 0,-1-1 0 0 0,-10 22 1 0 0,-3 7-424 0 0,-75 256 2118 0 0,3-9-2234 0 0,83-269-998 0 0,-83 223 326 0 0,57-167-219 0 0,-46 81 0 0 0,67-143-326 0 0,11-15 131 0 0,0 0-1 0 0,1 1 1 0 0,-1-1 0 0 0,0 0 0 0 0,0 0 0 0 0,1 0 0 0 0,-1 0-1 0 0,0 0 1 0 0,0 0 0 0 0,1 0 0 0 0,-1 0 0 0 0,0 0 0 0 0,0 0-1 0 0,1 0 1 0 0,-1 0 0 0 0,0 0 0 0 0,1-1 0 0 0,-2 1-1 0 0,2 0 34 0 0,0 0-1 0 0,0 0 0 0 0,-1 0 0 0 0,1 0 0 0 0,0 0 0 0 0,0 0 0 0 0,0 0 1 0 0,0-1-1 0 0,0 1 0 0 0,0 0 0 0 0,0 0 0 0 0,-1 0 0 0 0,1 0 0 0 0,0 0 1 0 0,0 0-1 0 0,0 0 0 0 0,0 0 0 0 0,0 0 0 0 0,0 0 0 0 0,0 0 0 0 0,0-1 1 0 0,0 1-1 0 0,0 0 0 0 0,0 0 0 0 0,0 0 0 0 0,-1 0 0 0 0,1 0 1 0 0,0 0-1 0 0,0 0 0 0 0,0-1 0 0 0,0 1 0 0 0,0 0 0 0 0,0 0 0 0 0,0 0 1 0 0,0 0-1 0 0,0 0 0 0 0,0 0 0 0 0,0-1 0 0 0,0 1 0 0 0,0 0 0 0 0,0 0 1 0 0,0 0-1 0 0,1 0 0 0 0,-1 0 0 0 0,0 0 0 0 0,0 0 0 0 0,0-1 0 0 0,0 1 1 0 0,0 0-1 0 0,15-70-2445 0 0,35-104 0 0 0,-13 52 1670 0 0,86-310-227 0 0,-101 352 1223 0 0,3 1-1 0 0,62-133 1 0 0,-80 198-74 0 0,1 0 0 0 0,11-14 0 0 0,-16 24-33 0 0,1-1 0 0 0,-1 1 0 0 0,1 1 0 0 0,0-1 0 0 0,0 0-1 0 0,0 1 1 0 0,0 0 0 0 0,1 0 0 0 0,8-4 0 0 0,-11 7-37 0 0,-1-1-1 0 0,1 1 1 0 0,0-1 0 0 0,0 1 0 0 0,0 0 0 0 0,0 0 0 0 0,0 0-1 0 0,0 0 1 0 0,0 1 0 0 0,0-1 0 0 0,0 0 0 0 0,0 1 0 0 0,0-1 0 0 0,0 1-1 0 0,-1 0 1 0 0,1-1 0 0 0,0 1 0 0 0,0 0 0 0 0,-1 0 0 0 0,1 0 0 0 0,-1 1-1 0 0,1-1 1 0 0,1 2 0 0 0,3 2 183 0 0,-1 0 0 0 0,0 0 0 0 0,0 1 0 0 0,7 9 1 0 0,-4 0 84 0 0,0 0 1 0 0,-1 0-1 0 0,0 0 1 0 0,-1 1-1 0 0,-1 1 1 0 0,0-1-1 0 0,-1 0 1 0 0,1 20-1 0 0,7 137 1526 0 0,-18 85-624 0 0,4 92-849 0 0,3-336-545 0 0,0 0 0 0 0,1-1 0 0 0,1 1 0 0 0,6 22 0 0 0,-8-32-127 0 0,1-1-1 0 0,-1 1 1 0 0,1-1 0 0 0,0 1 0 0 0,0-1-1 0 0,0 0 1 0 0,1 0 0 0 0,-1 0 0 0 0,1 0-1 0 0,-1 0 1 0 0,1 0 0 0 0,0-1 0 0 0,0 1-1 0 0,0-1 1 0 0,0 0 0 0 0,1 0-1 0 0,-1 0 1 0 0,0 0 0 0 0,1-1 0 0 0,0 0-1 0 0,4 2 1 0 0,-4-2-939 0 0,-1-1 0 0 0,1 1-1 0 0,0-1 1 0 0,-1 0 0 0 0,1 0 0 0 0,0 0-1 0 0,6-1 1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256 176 908 0 0,'-248'-111'21210'0'0,"248"110"-21181"0"0,0 1 0 0 0,-1 0 0 0 0,1 0 0 0 0,0 0 0 0 0,-1 0 0 0 0,1 0 0 0 0,0 0 0 0 0,-1 0 0 0 0,1 0 1 0 0,0 0-1 0 0,-1-1 0 0 0,1 1 0 0 0,0 0 0 0 0,-1 0 0 0 0,1 0 0 0 0,0-1 0 0 0,0 1 0 0 0,-1 0 0 0 0,1-1 0 0 0,0 1 0 0 0,0 0 0 0 0,-1 0 0 0 0,1-1 0 0 0,0 1 0 0 0,0 0 0 0 0,0-1 0 0 0,0 1 0 0 0,0 0 0 0 0,-1-1 0 0 0,1 1 1 0 0,0 0-1 0 0,0-1 0 0 0,0 1 0 0 0,0-1 0 0 0,11-7 228 0 0,19 0-446 0 0,68-6-3025 0 0,107 0-1 0 0,-87 7-3974 0 0,-58 2 8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6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96 1668 0 0,'-1'-12'4053'0'0,"-1"1"-1"0"0,-4-22 1 0 0,-1-2 2866 0 0,7 35-6883 0 0,0 0 0 0 0,0 0 0 0 0,0 0-1 0 0,-1 0 1 0 0,1 1 0 0 0,0-1 0 0 0,0 0 0 0 0,0 0-1 0 0,0 0 1 0 0,0 0 0 0 0,-1 0 0 0 0,1 0-1 0 0,0 0 1 0 0,0 0 0 0 0,0 1 0 0 0,0-1 0 0 0,-1 0-1 0 0,1 0 1 0 0,0 0 0 0 0,0 0 0 0 0,0 0 0 0 0,-1 0-1 0 0,1 0 1 0 0,0 0 0 0 0,0 0 0 0 0,0 0-1 0 0,-1 0 1 0 0,1 0 0 0 0,0 0 0 0 0,0 0 0 0 0,0-1-1 0 0,0 1 1 0 0,-1 0 0 0 0,1 0 0 0 0,0 0 0 0 0,0 0-1 0 0,0 0 1 0 0,0 0 0 0 0,-1 0 0 0 0,1 0-1 0 0,0-1 1 0 0,0 1 0 0 0,0 0 0 0 0,0 0 0 0 0,0 0-1 0 0,0 0 1 0 0,-1-1 0 0 0,1 1 0 0 0,0 0 0 0 0,0 0-1 0 0,0 0 1 0 0,0 0 0 0 0,0-1 0 0 0,0 1-1 0 0,0 0 1 0 0,0 0 0 0 0,0 0 0 0 0,0-1 0 0 0,0 1-1 0 0,0 0 1 0 0,0 0 0 0 0,0 0 0 0 0,0 0 0 0 0,0-1-1 0 0,0 1 1 0 0,0 0 0 0 0,0 0 0 0 0,0-1 0 0 0,-9 15 810 0 0,-26 97 611 0 0,-35 199-1 0 0,42-99-2635 0 0,23-140-2481 0 0,4 1-3794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6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186 269 2388 0 0,'-1'-12'1146'0'0,"-1"-17"3234"0"0,4-59 0 0 0,-1 80-4049 0 0,0 1-1 0 0,0 0 0 0 0,0-1 0 0 0,1 1 1 0 0,0 0-1 0 0,1 0 0 0 0,0 0 0 0 0,0 0 0 0 0,0 1 1 0 0,1-1-1 0 0,0 1 0 0 0,0 0 0 0 0,7-8 1 0 0,-6 10-270 0 0,0 0 1 0 0,0 0 0 0 0,1 1 0 0 0,-1 0-1 0 0,1 0 1 0 0,-1 0 0 0 0,1 1 0 0 0,0 0-1 0 0,0 0 1 0 0,1 0 0 0 0,-1 1-1 0 0,0 0 1 0 0,0 0 0 0 0,1 0 0 0 0,-1 1-1 0 0,0 0 1 0 0,1 0 0 0 0,9 3 0 0 0,-1-1-26 0 0,0 1 1 0 0,0 0 0 0 0,0 1 0 0 0,-1 1-1 0 0,0 0 1 0 0,22 12 0 0 0,-25-11-27 0 0,-1 1 1 0 0,0 0-1 0 0,0 0 1 0 0,-1 1 0 0 0,0 0-1 0 0,0 0 1 0 0,-1 1-1 0 0,0 1 1 0 0,8 11 0 0 0,-12-16-1 0 0,-1 0 0 0 0,0 0 0 0 0,-1 1 1 0 0,1-1-1 0 0,-1 1 0 0 0,0-1 1 0 0,-1 1-1 0 0,1 0 0 0 0,-1-1 1 0 0,0 1-1 0 0,-1 0 0 0 0,1 0 1 0 0,-1 0-1 0 0,0 0 0 0 0,-1 0 1 0 0,1 0-1 0 0,-1-1 0 0 0,0 1 1 0 0,-1 0-1 0 0,-3 10 0 0 0,0-6 89 0 0,-1 1-1 0 0,0-1 0 0 0,0-1 1 0 0,-1 1-1 0 0,0-1 0 0 0,-1 0 1 0 0,1-1-1 0 0,-2 0 0 0 0,0 0 1 0 0,0-1-1 0 0,0 0 0 0 0,-19 11 1 0 0,-9 1 481 0 0,-1-2-1 0 0,-50 17 1 0 0,35-15 160 0 0,15-6-303 0 0,36-12-359 0 0,4 0-45 0 0,0 1-27 0 0,1-1-1 0 0,0 1 1 0 0,0-1-1 0 0,-1 1 1 0 0,1-1-1 0 0,0 0 1 0 0,0 0 0 0 0,0-1-1 0 0,0 1 1 0 0,0 0-1 0 0,6-1 1 0 0,6 3-6 0 0,3 3-12 0 0,1 2 0 0 0,-1 0 1 0 0,-1 1-1 0 0,0 1 0 0 0,0 0 1 0 0,-1 1-1 0 0,0 1 0 0 0,-1 1 1 0 0,0 0-1 0 0,-1 1 0 0 0,-1 0 1 0 0,0 1-1 0 0,-1 1 0 0 0,0 0 0 0 0,-1 0 1 0 0,13 30-1 0 0,-21-41 103 0 0,-1 1 0 0 0,0-1 0 0 0,0 1 0 0 0,0 0 0 0 0,-1-1 0 0 0,1 1 0 0 0,-2 0 1 0 0,1 0-1 0 0,-1 0 0 0 0,1 0 0 0 0,-2 0 0 0 0,1 0 0 0 0,-1 0 0 0 0,0 0 0 0 0,0 0 0 0 0,0-1 0 0 0,-1 1 0 0 0,-4 10 0 0 0,3-10 108 0 0,-1 0 0 0 0,1-1 0 0 0,-1 0 0 0 0,0 1 0 0 0,-1-1 0 0 0,1 0 0 0 0,-1-1 0 0 0,0 1 1 0 0,0-1-1 0 0,0 0 0 0 0,-1 0 0 0 0,0-1 0 0 0,1 0 0 0 0,-1 0 0 0 0,0 0 0 0 0,-12 3 0 0 0,-4 0 91 0 0,0-1 0 0 0,-1-1 0 0 0,1-1 1 0 0,-1-1-1 0 0,0-1 0 0 0,0-1 0 0 0,-30-4 0 0 0,17-1-238 0 0,0-1 0 0 0,0-2 0 0 0,-62-22 0 0 0,96 30-233 0 0,0-1-1 0 0,0 1 0 0 0,1-1 1 0 0,-1 0-1 0 0,0 0 0 0 0,1 1 1 0 0,-1-1-1 0 0,0 0 0 0 0,1 0 0 0 0,0-1 1 0 0,-1 1-1 0 0,1 0 0 0 0,-1 0 1 0 0,1-1-1 0 0,0 1 0 0 0,0-1 1 0 0,0 1-1 0 0,0-1 0 0 0,0 1 0 0 0,0-1 1 0 0,0 0-1 0 0,1 1 0 0 0,-2-4 1 0 0,2 3-69 0 0,1 0 1 0 0,-1 0-1 0 0,0 1 1 0 0,1-1-1 0 0,0 0 1 0 0,-1 0-1 0 0,1 1 1 0 0,0-1-1 0 0,0 0 1 0 0,0 1-1 0 0,0-1 1 0 0,0 1-1 0 0,0 0 1 0 0,0-1 0 0 0,0 1-1 0 0,1 0 1 0 0,-1-1-1 0 0,0 1 1 0 0,1 0-1 0 0,-1 0 1 0 0,1 0-1 0 0,0 0 1 0 0,3-1-1 0 0,68-30-9591 0 0,-43 21 1947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7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58 600 0 0,'-45'-48'24860'0'0,"44"47"-24764"0"0,1 1 0 0 0,0 0 1 0 0,0 0-1 0 0,0-1 1 0 0,0 1-1 0 0,0 0 1 0 0,0 0-1 0 0,0-1 1 0 0,0 1-1 0 0,0 0 1 0 0,0-1-64 0 0,1 1 0 0 0,-1 0 0 0 0,0-1 1 0 0,0 1-1 0 0,1-1 0 0 0,-1 1 0 0 0,0 0 1 0 0,0-1-1 0 0,1 1 0 0 0,-1 0 0 0 0,0 0 1 0 0,1-1-1 0 0,-1 1 0 0 0,1 0 0 0 0,-1 0 0 0 0,0 0 1 0 0,1-1-1 0 0,-1 1 0 0 0,1 0 0 0 0,-1 0 1 0 0,0 0-1 0 0,1 0 0 0 0,-1 0 0 0 0,1 0 0 0 0,-1 0 1 0 0,1 0-1 0 0,-1 0 0 0 0,1 0 0 0 0,-1 0 1 0 0,0 0-1 0 0,1 0 0 0 0,0 0 0 0 0,465 33 735 0 0,-366-25-4667 0 0,-2 1-3848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7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0 2928 0 0,'-138'52'19299'0'0,"137"-52"-19233"0"0,1 0-1 0 0,0 1 1 0 0,-1-1-1 0 0,1 0 0 0 0,0 0 1 0 0,-1 0-1 0 0,1 0 1 0 0,0 0-1 0 0,-1 0 1 0 0,1 1-1 0 0,0-1 0 0 0,-1 0 1 0 0,1 0-1 0 0,0 0 1 0 0,0 1-1 0 0,-1-1 0 0 0,1 0 1 0 0,0 0-1 0 0,0 1 1 0 0,-1-1-1 0 0,1 0 1 0 0,0 0-1 0 0,0 1 0 0 0,0-1 1 0 0,0 0-1 0 0,-1 1 1 0 0,1-1-1 0 0,0 0 0 0 0,0 1 1 0 0,0-1-1 0 0,0 0 1 0 0,0 1-1 0 0,8 8 608 0 0,17 1-248 0 0,61 7-236 0 0,-1-3 1 0 0,163 3-1 0 0,-224-17-1248 0 0,1 0 0 0 0,-1-2 0 0 0,35-6 0 0 0,-16-4-3230 0 0,-4-5-3396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7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268 108 1260 0 0,'-46'-92'20352'0'0,"46"91"-20204"0"0,0 0 0 0 0,0 1 0 0 0,0-1 0 0 0,-1 0 0 0 0,1 0 0 0 0,0 0 0 0 0,-1 0 0 0 0,1 1 0 0 0,-1-1 0 0 0,1 0 0 0 0,-1 0 0 0 0,1 1 0 0 0,-1-1 0 0 0,1 0 0 0 0,-1 1 0 0 0,0-1 0 0 0,0 1 0 0 0,1-1 0 0 0,-2 0 0 0 0,1 1-58 0 0,1 0 0 0 0,-1 0 0 0 0,1 1-1 0 0,-1-1 1 0 0,1 0 0 0 0,0 0 0 0 0,-1 1 0 0 0,1-1-1 0 0,-1 0 1 0 0,1 1 0 0 0,0-1 0 0 0,-1 0 0 0 0,1 1-1 0 0,0-1 1 0 0,-1 0 0 0 0,1 1 0 0 0,0-1 0 0 0,0 1-1 0 0,0-1 1 0 0,-1 1 0 0 0,1-1 0 0 0,0 1 0 0 0,0-1-1 0 0,0 1 1 0 0,-8 37 2327 0 0,7-37-2366 0 0,-29 257 1846 0 0,-1 12-312 0 0,-86 316-1585 0 0,102-528 0 0 0,13-49-325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7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158 167 804 0 0,'17'-167'25874'0'0,"-23"183"-24776"0"0,-39 204 2554 0 0,22-92-3334 0 0,-44 176-2248 0 0,40-187-5851 0 0,20-93 4017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8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91 301 1384 0 0,'3'-30'3497'0'0,"-1"4"-1140"0"0,1-1-1 0 0,1 1 0 0 0,2 0 0 0 0,15-45 1 0 0,-19 65-2228 0 0,0 1 0 0 0,1-1 0 0 0,0 1 0 0 0,0-1 1 0 0,0 1-1 0 0,1 0 0 0 0,0 0 0 0 0,0 1 0 0 0,0-1 0 0 0,0 1 1 0 0,1 0-1 0 0,0 0 0 0 0,0 0 0 0 0,0 1 0 0 0,0-1 1 0 0,1 1-1 0 0,-1 1 0 0 0,1-1 0 0 0,-1 1 0 0 0,1 0 0 0 0,0 0 1 0 0,0 0-1 0 0,0 1 0 0 0,0 0 0 0 0,0 0 0 0 0,8 1 1 0 0,2 0-73 0 0,1 1 0 0 0,-1 1 0 0 0,1 1 0 0 0,-1 0 0 0 0,0 1 0 0 0,0 0 0 0 0,-1 2 0 0 0,1 0 0 0 0,-1 0 0 0 0,0 1 0 0 0,20 14 0 0 0,-21-12-44 0 0,0 1-1 0 0,-1 1 1 0 0,0 0 0 0 0,0 0-1 0 0,-2 1 1 0 0,1 1 0 0 0,-1 0-1 0 0,-1 0 1 0 0,-1 1-1 0 0,0 0 1 0 0,8 17 0 0 0,-14-25 4 0 0,-1-1-1 0 0,0 1 1 0 0,0 0 0 0 0,-1 0 0 0 0,1-1 0 0 0,-1 1 0 0 0,0 0 0 0 0,-1 0 0 0 0,0 0 0 0 0,0 0 0 0 0,0 0 0 0 0,0 0 0 0 0,-1 0-1 0 0,0 0 1 0 0,-2 6 0 0 0,0-5 15 0 0,0 0-1 0 0,0-1 1 0 0,0 1-1 0 0,-1-1 1 0 0,0 0-1 0 0,0 0 1 0 0,-1-1-1 0 0,1 1 0 0 0,-1-1 1 0 0,0 0-1 0 0,-7 5 1 0 0,-2 0 135 0 0,-1 0 0 0 0,0-1-1 0 0,0 0 1 0 0,-1-1 0 0 0,0-1 0 0 0,-1-1 0 0 0,0 0 0 0 0,0-1 0 0 0,-24 4-1 0 0,-34 6 2004 0 0,73-15-1946 0 0,1 0-199 0 0,0 0 1 0 0,1 0-1 0 0,-1 0 0 0 0,0 0 1 0 0,0 0-1 0 0,1 0 0 0 0,-1 0 1 0 0,0 0-1 0 0,1 0 0 0 0,-1 0 1 0 0,0 0-1 0 0,0 1 0 0 0,1-1 1 0 0,-1 0-1 0 0,0 0 0 0 0,0 1 1 0 0,-1 0 19 0 0,16 3-74 0 0,-1 0-1 0 0,0 1 1 0 0,0 1-1 0 0,0 0 1 0 0,-1 1-1 0 0,0 1 1 0 0,0-1-1 0 0,-1 2 1 0 0,17 15-1 0 0,-13-10-10 0 0,-1 1 0 0 0,0 0 0 0 0,-1 1-1 0 0,-1 1 1 0 0,0 0 0 0 0,9 21 0 0 0,-18-34 151 0 0,-1 1 0 0 0,0-1 0 0 0,0 1 1 0 0,-1 0-1 0 0,1-1 0 0 0,-1 1 0 0 0,0 0 0 0 0,0 0 0 0 0,-1 0 0 0 0,0 0 1 0 0,0 0-1 0 0,0 0 0 0 0,0 0 0 0 0,-1 0 0 0 0,1 0 0 0 0,-1 0 0 0 0,-1 0 1 0 0,1-1-1 0 0,-4 9 0 0 0,2-7 124 0 0,-1-1 1 0 0,1 0 0 0 0,-1 0-1 0 0,0 0 1 0 0,0 0-1 0 0,-1 0 1 0 0,0-1-1 0 0,0 0 1 0 0,0 0 0 0 0,0-1-1 0 0,0 1 1 0 0,-1-1-1 0 0,1 0 1 0 0,-13 4 0 0 0,-3 0-118 0 0,-1 0 1 0 0,0-2 0 0 0,0-1-1 0 0,0 0 1 0 0,-1-2 0 0 0,-29 0-1 0 0,-3-4 174 0 0,-77-11-1 0 0,107 8-1685 0 0,-31-9 0 0 0,55 14 1239 0 0,0 0 0 0 0,1 0-1 0 0,-1 0 1 0 0,1-1 0 0 0,-1 1-1 0 0,1 0 1 0 0,-1 0 0 0 0,0-1-1 0 0,1 1 1 0 0,-1 0 0 0 0,1-1-1 0 0,0 1 1 0 0,-1-1 0 0 0,1 1-1 0 0,-1-1 1 0 0,1 1 0 0 0,0-1-1 0 0,-1 1 1 0 0,1-1 0 0 0,0 1-1 0 0,-1-1 1 0 0,1 1 0 0 0,0-1-1 0 0,0 0 1 0 0,0 1 0 0 0,0-1-1 0 0,-1 1 1 0 0,1-1 0 0 0,0 0-1 0 0,0 1 1 0 0,0-1 0 0 0,0 0-1 0 0,0 1 1 0 0,0-1-1 0 0,1 1 1 0 0,-1-2 0 0 0,0 0-271 0 0,1 0 1 0 0,0 1 0 0 0,-1-1-1 0 0,1 0 1 0 0,0 0-1 0 0,0 0 1 0 0,0 1 0 0 0,0-1-1 0 0,2-1 1 0 0,25-23-8659 0 0,-7 10 594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8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72 3272 0 0,'9'-25'5617'0'0,"10"-22"7627"0"0,-18 67-10123 0 0,-9 50-1434 0 0,-2-1 1 0 0,-29 98-1 0 0,-25 31 764 0 0,-6-21-4573 0 0,0-4-753 0 0,63-154 791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9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0 189 2996 0 0,'6'-70'8055'0'0,"-5"46"-3818"0"0,1 0 0 0 0,9-45 0 0 0,-10 67-3671 0 0,2 3-363 0 0,-1 0 1 0 0,1-1 0 0 0,0 1 0 0 0,0 1-1 0 0,-1-1 1 0 0,1 0 0 0 0,-1 0 0 0 0,1 1 0 0 0,-1 0-1 0 0,1-1 1 0 0,-1 1 0 0 0,0 0 0 0 0,0 0-1 0 0,0 0 1 0 0,0 0 0 0 0,0 1 0 0 0,2 3 0 0 0,27 45 1208 0 0,-30-49-1347 0 0,16 31 188 0 0,-2 1 1 0 0,-2 1-1 0 0,-1 1 1 0 0,-1-1-1 0 0,-3 2 1 0 0,8 60-1 0 0,-9-6 507 0 0,-6 141 0 0 0,-3-192-760 0 0,-1 49 0 0 0,3-79 0 0 0,1 1 0 0 0,0-1 0 0 0,1 0 0 0 0,0 0 0 0 0,1 0 0 0 0,3 11 0 0 0,-4-17 0 0 0,-1-2 0 0 0,0 1 0 0 0,0 0 0 0 0,0-1 0 0 0,1 1 0 0 0,-1-1 0 0 0,1 1 0 0 0,0-1 0 0 0,-1 0 0 0 0,3 3 0 0 0,-1-4 0 0 0,0 1 0 0 0,0 0 0 0 0,0 0 0 0 0,0-1 0 0 0,0 0 0 0 0,0 1 0 0 0,0-1 0 0 0,0 0 0 0 0,0-1 0 0 0,0 1 0 0 0,1 0 0 0 0,5-1 0 0 0,-2 1-647 0 0,0-1 1 0 0,0-1-1 0 0,0 1 1 0 0,0-1-1 0 0,10-3 0 0 0,-8 2-869 0 0,0-1-1 0 0,0-1 0 0 0,0 1 0 0 0,0-2 0 0 0,-1 1 0 0 0,0-1 0 0 0,0 0 0 0 0,0-1 1 0 0,0 0-1 0 0,-1 0 0 0 0,8-10 0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1:49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74 2060 0 0,'-225'-53'23218'0'0,"218"49"-21720"0"0,9 0-729 0 0,10-1-357 0 0,6 2-665 0 0,0 0 1 0 0,0 2 0 0 0,0 0 0 0 0,0 1 0 0 0,23 3-1 0 0,-2-1-619 0 0,41 2-1609 0 0,22 0-2286 0 0,-34-3-2207 0 0,-19-3-1971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11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0 468 0 0,'0'0'2268'0'0,"12"5"46"0"0,-17 0-3264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12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1 200 0 0,'0'0'2410'0'0,"-16"4"-676"0"0,10-2-1631 0 0,-9 4 2716 0 0,14-6-2755 0 0,1 1 0 0 0,0-1 0 0 0,-1 0 0 0 0,1 0 0 0 0,0 1 0 0 0,-1-1 0 0 0,1 0-1 0 0,0 0 1 0 0,0 1 0 0 0,-1-1 0 0 0,1 0 0 0 0,0 1 0 0 0,0-1 0 0 0,-1 0 0 0 0,1 1 0 0 0,0-1 0 0 0,0 0 0 0 0,0 1 0 0 0,0-1 0 0 0,0 0 0 0 0,-1 1-1 0 0,1-1 1 0 0,0 1 0 0 0,0-1 0 0 0,0 0 0 0 0,0 1 0 0 0,0-1 0 0 0,0 1 0 0 0,0-1 0 0 0,0 0 0 0 0,0 1 0 0 0,1-1 0 0 0,-1 1 0 0 0,0 0 4 0 0,3 0-40 0 0,143 3 482 0 0,-110-3-488 0 0,-18-2 8 0 0,35 5 0 0 0,-51-4-25 0 0,2 0-1 0 0,-3 0-10 0 0,15 0-20 0 0,0 0 0 0 0,22 5-1 0 0,-36-5-230 0 0,-12 16-5208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12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0 408 0 0,'0'0'1229'0'0,"-34"31"4969"0"0,32-29-6032 0 0,0 0 1 0 0,0 0-1 0 0,1 0 1 0 0,-1 1-1 0 0,1-1 1 0 0,-1 1-1 0 0,1-1 1 0 0,0 1-1 0 0,0 0 1 0 0,-1 3-1 0 0,1-5-19 0 0,6 5 164 0 0,-4-5-273 0 0,-1 0 0 0 0,1 0-1 0 0,0 0 1 0 0,0 0 0 0 0,0 0-1 0 0,-1-1 1 0 0,1 1 0 0 0,0 0-1 0 0,0 0 1 0 0,0-1 0 0 0,1 1-1 0 0,-1 0 1 0 0,0-1 0 0 0,0 1-1 0 0,0-1 1 0 0,0 0 0 0 0,0 1-1 0 0,1-1 1 0 0,-1 0 0 0 0,0 0-1 0 0,2 0 1 0 0,194 20 627 0 0,178 14-539 0 0,-286-29 575 0 0,-72-3-363 0 0,-13-1-284 0 0,1 0 0 0 0,-1-1 0 0 0,0 0 1 0 0,0 1-1 0 0,1-1 0 0 0,-1 0 0 0 0,6-2 1 0 0,-8 2-86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17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1 628 0 0,'0'0'2184'0'0,"-14"2"-255"0"0,-4 8-271 0 0,24-2-820 0 0,-5-7-796 0 0,0-1 0 0 0,1 1 0 0 0,-1 0-1 0 0,0-1 1 0 0,0 1 0 0 0,1-1-1 0 0,-1 1 1 0 0,0-1 0 0 0,0 0 0 0 0,1 0-1 0 0,-1 1 1 0 0,0-1 0 0 0,1 0 0 0 0,1 0 118 0 0,0 0-155 0 0,8 1 7 0 0,-8-1 226 0 0,30 8-3971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5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73 170 992 0 0,'14'-10'2373'0'0,"-9"5"-1439"0"0,0 1-1 0 0,1 1 1 0 0,-1-1-1 0 0,1 1 1 0 0,0 0 0 0 0,10-4-1 0 0,-15 7-814 0 0,1 0 0 0 0,-1 1 0 0 0,0-1 0 0 0,1 0 0 0 0,-1 1 0 0 0,0-1 0 0 0,0 0 0 0 0,1 1 0 0 0,-1 0-1 0 0,0-1 1 0 0,0 1 0 0 0,0 0 0 0 0,0 0 0 0 0,0-1 0 0 0,0 1 0 0 0,0 0 0 0 0,0 0 0 0 0,0 0 0 0 0,0 0 0 0 0,0 0 0 0 0,0 0 0 0 0,-1 1-1 0 0,1-1 1 0 0,-1 0 0 0 0,1 0 0 0 0,0 2 0 0 0,2 5 434 0 0,-1 1-1 0 0,0 0 1 0 0,0 0 0 0 0,-1 0-1 0 0,0 0 1 0 0,0 0 0 0 0,-2 12-1 0 0,-9 68 1406 0 0,5-55-1361 0 0,-96 442 2077 0 0,78-386-2495 0 0,9-37 1027 0 0,4-21 2341 0 0,9-30-2780 0 0,1-2-735 0 0,0 0 1 0 0,0 0-1 0 0,0-1 1 0 0,-1 1-1 0 0,1 0 1 0 0,0 0 0 0 0,0 0-1 0 0,0 0 1 0 0,0 0-1 0 0,0 0 1 0 0,0 0-1 0 0,0 0 1 0 0,-1 0-1 0 0,1 0 1 0 0,0 0-1 0 0,0 0 1 0 0,0 0-1 0 0,0 0 1 0 0,0 0-1 0 0,-1 0 1 0 0,1 0-1 0 0,0 0 1 0 0,0 0-1 0 0,0 0 1 0 0,0 0-1 0 0,0 0 1 0 0,0 0-1 0 0,-1 0 1 0 0,1 0-1 0 0,0 0 1 0 0,0 0-1 0 0,0 0 1 0 0,0 0-1 0 0,0 0 1 0 0,0 1-1 0 0,-1-1 1 0 0,1 0-1 0 0,0 0 1 0 0,0 0-1 0 0,0 0 1 0 0,0 0-1 0 0,0 0 1 0 0,0 0-1 0 0,0 0 1 0 0,0 1-1 0 0,0-1 1 0 0,0 0-1 0 0,0 0 1 0 0,0 0-1 0 0,-1 0 1 0 0,-3-15 457 0 0,5-13-344 0 0,1 0-1 0 0,2 0 1 0 0,14-53-1 0 0,34-81-589 0 0,-36 118 417 0 0,13-37-142 0 0,4 1 0 0 0,3 2 0 0 0,3 1 0 0 0,4 2 0 0 0,70-93 0 0 0,-108 161 151 0 0,0 1-1 0 0,0 0 0 0 0,1 1 0 0 0,0-1 1 0 0,0 1-1 0 0,0 0 0 0 0,1 1 0 0 0,-1-1 0 0 0,1 1 1 0 0,12-5-1 0 0,-16 8 12 0 0,1 0 0 0 0,0 0-1 0 0,0 0 1 0 0,0 0 0 0 0,0 1 0 0 0,0 0 0 0 0,0 0-1 0 0,0 0 1 0 0,0 0 0 0 0,0 0 0 0 0,0 1 0 0 0,-1 0-1 0 0,1-1 1 0 0,0 1 0 0 0,0 1 0 0 0,0-1 0 0 0,-1 1-1 0 0,1-1 1 0 0,-1 1 0 0 0,1 0 0 0 0,-1 1 0 0 0,6 4-1 0 0,3 3 23 0 0,-1 2-1 0 0,-1-1 1 0 0,0 1 0 0 0,-1 1-1 0 0,0-1 1 0 0,-1 2-1 0 0,0-1 1 0 0,-1 1-1 0 0,-1 0 1 0 0,0 1-1 0 0,6 23 1 0 0,2 16 134 0 0,12 100 0 0 0,-9 79-181 0 0,-15-136-4185 0 0,1-71-945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5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74 4068 0 0,'-31'-13'7547'0'0,"1"-1"0"0"0,-28-19-1 0 0,56 32-7110 0 0,4 0-369 0 0,0 1-1 0 0,0-1 0 0 0,0 0 0 0 0,0 1 0 0 0,0-1 0 0 0,0 1 1 0 0,1-1-1 0 0,-1 1 0 0 0,0 0 0 0 0,4 0 0 0 0,-5 0-21 0 0,245-2 746 0 0,-6-1-454 0 0,-198 4-194 0 0,3 0-965 0 0,-17-6-3536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6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543 106 304 0 0,'4'-26'7469'0'0,"1"-51"1"0"0,-6 77-7411 0 0,1 0 0 0 0,0-1-1 0 0,0 1 1 0 0,-1 0 0 0 0,1 0 0 0 0,0 0 0 0 0,-1-1 0 0 0,1 1 0 0 0,0 0 0 0 0,0 0 0 0 0,-1 0 0 0 0,1 0 0 0 0,0 0 0 0 0,-1-1 0 0 0,1 1-1 0 0,0 0 1 0 0,-1 0 0 0 0,1 0 0 0 0,0 0 0 0 0,-1 0 0 0 0,1 0 0 0 0,0 0 0 0 0,-1 0 0 0 0,1 0 0 0 0,0 0 0 0 0,-1 1 0 0 0,1-1 0 0 0,0 0-1 0 0,-1 0 1 0 0,1 0 0 0 0,0 0 0 0 0,-1 0 0 0 0,1 1 0 0 0,-1-1 0 0 0,-11 5 788 0 0,1 3-110 0 0,1 1-1 0 0,1 0 1 0 0,0 1 0 0 0,-14 18 0 0 0,-27 46 1182 0 0,-10 28 209 0 0,-69 161 0 0 0,-13 124-692 0 0,117-306-1238 0 0,-16 102 0 0 0,32-129-336 0 0,3 0 0 0 0,3 0 0 0 0,2 55 0 0 0,3-87-355 0 0,0-1 0 0 0,1 1-1 0 0,1-1 1 0 0,1 0 0 0 0,1 0 0 0 0,1-1 0 0 0,0 1 0 0 0,14 22 0 0 0,-14-30-280 0 0,0-1 0 0 0,2 0 0 0 0,-1-1 0 0 0,2 0 0 0 0,14 15 1 0 0,-14-17-549 0 0,0-1 1 0 0,1-1 0 0 0,-1 0 0 0 0,1 0 0 0 0,1-1 0 0 0,19 9-1 0 0,11-1-7249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6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215 181 1764 0 0,'-5'-68'7835'0'0,"-2"-45"6590"0"0,6 115-14210 0 0,0-1 1 0 0,-1 1-1 0 0,1-1 1 0 0,0 1 0 0 0,0-1-1 0 0,-1 1 1 0 0,1-1 0 0 0,1 1-1 0 0,-1 0 1 0 0,0 0 0 0 0,0-1-1 0 0,1 1 1 0 0,-2 2-1 0 0,-54 280 3097 0 0,6-26-899 0 0,37-201-3362 0 0,-56 230-13974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7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10 319 1096 0 0,'-2'-11'1693'0'0,"-1"-14"1033"0"0,0-1 0 0 0,2 0 0 0 0,1 0 1 0 0,3-27-1 0 0,-3 46-2507 0 0,1 1 0 0 0,1 0 0 0 0,-1 0-1 0 0,1 0 1 0 0,0 0 0 0 0,0 0 0 0 0,1 0 0 0 0,0 0 0 0 0,0 1 0 0 0,0-1 0 0 0,0 1 0 0 0,1 0 0 0 0,0 0 0 0 0,0 0 0 0 0,1 1 0 0 0,-1-1 0 0 0,1 1 0 0 0,0 0 0 0 0,0 0-1 0 0,0 1 1 0 0,1 0 0 0 0,6-4 0 0 0,5 1-79 0 0,0 0 0 0 0,0 1 0 0 0,1 1 0 0 0,-1 0 0 0 0,1 1 0 0 0,0 1 0 0 0,0 1 0 0 0,31 1-1 0 0,-24 2-50 0 0,0 1-1 0 0,0 1 0 0 0,-1 1 0 0 0,1 1 0 0 0,40 17 0 0 0,-52-18-64 0 0,0 2 0 0 0,0-1 0 0 0,-1 2 0 0 0,0 0 0 0 0,0 0 0 0 0,-1 1 0 0 0,0 1-1 0 0,0 0 1 0 0,-1 0 0 0 0,16 23 0 0 0,-22-28-13 0 0,0 1-1 0 0,-1 0 1 0 0,0 0 0 0 0,0 0-1 0 0,0 0 1 0 0,-1 0 0 0 0,0 1-1 0 0,0-1 1 0 0,0 1 0 0 0,-1-1-1 0 0,0 1 1 0 0,0 0-1 0 0,-1 0 1 0 0,0-1 0 0 0,0 1-1 0 0,-1 0 1 0 0,0-1 0 0 0,0 1-1 0 0,0 0 1 0 0,-1-1 0 0 0,0 1-1 0 0,0-1 1 0 0,-1 0 0 0 0,1 0-1 0 0,-5 7 1 0 0,-1-2 2 0 0,0 1 0 0 0,0-1 0 0 0,-1-1 1 0 0,0 1-1 0 0,-1-1 0 0 0,-1-1 0 0 0,1 0 0 0 0,-1-1 0 0 0,-20 12 1 0 0,7-7 674 0 0,-1-1 1 0 0,0-1 0 0 0,-50 15 0 0 0,42-22 827 0 0,31-4-1541 0 0,-1 0 175 0 0,0-3-1 0 0,3 3-143 0 0,0 0 0 0 0,0 0 0 0 0,-1 0-1 0 0,1 0 1 0 0,0 0 0 0 0,0 0 0 0 0,0 0 0 0 0,-1-1 0 0 0,1 1-1 0 0,0 0 1 0 0,0 0 0 0 0,0 0 0 0 0,0 0 0 0 0,-1 0 0 0 0,1-1 0 0 0,0 1-1 0 0,0 0 1 0 0,0 0 0 0 0,0 0 0 0 0,0-1 0 0 0,-1 1 0 0 0,1 0-1 0 0,0 0 1 0 0,0 0 0 0 0,0-1 0 0 0,0 1 0 0 0,0 0 0 0 0,0 0-1 0 0,0 0 1 0 0,0-1 0 0 0,0 1 0 0 0,0 0 0 0 0,0-1 0 0 0,3-1-2 0 0,-1 0 0 0 0,1 1-1 0 0,0-1 1 0 0,0 0 0 0 0,0 1 0 0 0,-1 0 0 0 0,2 0 0 0 0,-1 0 0 0 0,0 0 0 0 0,0 0 0 0 0,0 0 0 0 0,0 1 0 0 0,1 0 0 0 0,-1-1 0 0 0,0 1 0 0 0,5 1 0 0 0,9 0-52 0 0,33 8 1 0 0,-37-6 4 0 0,4 1 25 0 0,-1 0-1 0 0,0 2 1 0 0,-1 0 0 0 0,1 1 0 0 0,-1 0-1 0 0,0 1 1 0 0,-1 1 0 0 0,0 0 0 0 0,-1 1-1 0 0,1 0 1 0 0,-2 1 0 0 0,0 1 0 0 0,0 0-1 0 0,-1 1 1 0 0,12 17 0 0 0,-19-25-1 0 0,-1 1 0 0 0,0 0 0 0 0,0 0 0 0 0,0 0 0 0 0,-1 0 0 0 0,0 0 0 0 0,0 0 1 0 0,0 1-1 0 0,-1-1 0 0 0,0 1 0 0 0,0-1 0 0 0,-1 1 0 0 0,0-1 0 0 0,0 1 0 0 0,-1 7 0 0 0,-1-6 47 0 0,0 0 0 0 0,0 0 0 0 0,-1 0 0 0 0,0 0-1 0 0,0-1 1 0 0,-1 1 0 0 0,0-1 0 0 0,0 0 0 0 0,-1 0 0 0 0,-9 11-1 0 0,3-6 102 0 0,-1-1 0 0 0,0 0 0 0 0,0-1-1 0 0,-1 0 1 0 0,-1-1 0 0 0,1-1-1 0 0,-1 0 1 0 0,-1 0 0 0 0,1-2 0 0 0,-1 0-1 0 0,-29 8 1 0 0,18-9 19 0 0,1-1 0 0 0,-32 1 1 0 0,46-4-295 0 0,0-1 0 0 0,0-1-1 0 0,-1 0 1 0 0,1 0 0 0 0,1-1 0 0 0,-1-1 0 0 0,-19-6 0 0 0,27 8-179 0 0,-1-1-1 0 0,1 0 1 0 0,0 1 0 0 0,0-1-1 0 0,-1-1 1 0 0,1 1 0 0 0,1 0 0 0 0,-1-1-1 0 0,0 1 1 0 0,1-1 0 0 0,-1 0-1 0 0,1 0 1 0 0,0 0 0 0 0,-2-4-1 0 0,3 5-130 0 0,0-1 0 0 0,0 1 0 0 0,0-1-1 0 0,1 1 1 0 0,-1-1 0 0 0,1 1-1 0 0,0-1 1 0 0,0 1 0 0 0,0-1-1 0 0,0 1 1 0 0,0-1 0 0 0,0 1 0 0 0,1-1-1 0 0,-1 0 1 0 0,1 1 0 0 0,0 0-1 0 0,-1-1 1 0 0,1 1 0 0 0,0-1 0 0 0,1 1-1 0 0,1-3 1 0 0,9-14-4345 0 0,5-3-2196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7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227 118 40 0 0,'22'-19'5959'0'0,"0"-1"0"0"0,34-41 0 0 0,-56 61-5805 0 0,1-1 0 0 0,-1 1 1 0 0,1-1-1 0 0,-1 1 0 0 0,1-1 0 0 0,-1 1 0 0 0,1-1 0 0 0,-1 0 1 0 0,1 1-1 0 0,-1-1 0 0 0,0 0 0 0 0,0 1 0 0 0,1-1 0 0 0,-1 0 1 0 0,0 1-1 0 0,0-1 0 0 0,0 0 0 0 0,0 1 0 0 0,0-1 0 0 0,0 0 1 0 0,0-1-1 0 0,0 2-65 0 0,0 0 1 0 0,-1-1-1 0 0,1 1 1 0 0,-1 0-1 0 0,1 0 1 0 0,-1-1-1 0 0,1 1 0 0 0,-1 0 1 0 0,1 0-1 0 0,-1 0 1 0 0,1 0-1 0 0,-1 0 1 0 0,1 0-1 0 0,-1 0 1 0 0,1 0-1 0 0,-1 0 0 0 0,1 0 1 0 0,0 0-1 0 0,-1 0 1 0 0,1 0-1 0 0,-1 0 1 0 0,0 0-1 0 0,-29 11 2195 0 0,6 4-1776 0 0,1 1 0 0 0,0 2 1 0 0,1 0-1 0 0,2 1 1 0 0,-1 1-1 0 0,2 1 0 0 0,1 0 1 0 0,1 2-1 0 0,0 0 0 0 0,2 1 1 0 0,1 1-1 0 0,1 0 1 0 0,-15 40-1 0 0,24-52-508 0 0,0 0 0 0 0,1 1 0 0 0,0-1 0 0 0,1 1 0 0 0,1-1 0 0 0,0 1 0 0 0,1 17 0 0 0,1-24 0 0 0,0 0 0 0 0,0 1 0 0 0,0-1 0 0 0,1 0 0 0 0,0 0 0 0 0,1 0 0 0 0,-1 0 0 0 0,1 0 0 0 0,1 0 0 0 0,-1-1 0 0 0,1 1 0 0 0,0-1 0 0 0,1 0 0 0 0,9 10 0 0 0,-5-7-681 0 0,1-2 1 0 0,0 1-1 0 0,0-1 0 0 0,0-1 1 0 0,1 0-1 0 0,0 0 0 0 0,0-1 1 0 0,1 0-1 0 0,-1-1 0 0 0,18 4 0 0 0,-13-5-824 0 0,0-1 0 0 0,0 0-1 0 0,1-1 1 0 0,-1-1 0 0 0,0 0-1 0 0,1-2 1 0 0,22-3 0 0 0,5-5-9328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7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497 160 2296 0 0,'-113'-160'18982'0'0,"113"162"-18790"0"0,1 1 1 0 0,-1-1-1 0 0,1 0 0 0 0,0 0 1 0 0,0 0-1 0 0,0 0 1 0 0,0 0-1 0 0,1 0 0 0 0,1 2 1 0 0,3 6 221 0 0,-1-2-199 0 0,101 188 3129 0 0,-79-139-2571 0 0,31 91 0 0 0,-44-97-589 0 0,-2 0 0 0 0,-3 1-1 0 0,-1 0 1 0 0,-3 1 0 0 0,-3-1 0 0 0,-1 1-1 0 0,-3 0 1 0 0,-11 69 0 0 0,-4-29-302 0 0,-4-1 1 0 0,-3-1 0 0 0,-64 153-1 0 0,54-166-1469 0 0,-4-1 0 0 0,-65 99 0 0 0,-10-26-3364 0 0,76-108 390 0 0,-56 48-1 0 0,28-36-4104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8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10 288 0 0,'-17'0'4160'0'0,"28"-3"-4040"0"0,23 1-628 0 0,-8-1-764 0 0,6 1 888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9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1516 0 0,'0'0'17515'0'0,"3"0"-17419"0"0,141-5 343 0 0,-39 2-390 0 0,252-12-722 0 0,-238 12-2923 0 0,-1 2-4665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09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 1040 0 0,'-171'85'16790'0'0,"171"-85"-16730"0"0,-1 0 0 0 0,1 0 1 0 0,-1 0-1 0 0,1 0 1 0 0,-1 0-1 0 0,1 1 0 0 0,-1-1 1 0 0,1 0-1 0 0,0 0 1 0 0,-1 0-1 0 0,1 1 0 0 0,-1-1 1 0 0,1 0-1 0 0,0 1 0 0 0,-1-1 1 0 0,1 0-1 0 0,0 1 1 0 0,-1-1-1 0 0,1 0 0 0 0,0 1 1 0 0,0-1-1 0 0,-1 1 1 0 0,1-1-1 0 0,0 1 0 0 0,0-1 1 0 0,0 0-1 0 0,0 1 1 0 0,-1-1-1 0 0,1 1 0 0 0,12 5 546 0 0,25-3-382 0 0,-36-3-151 0 0,101 4 348 0 0,158 3-1361 0 0,-88-7-3784 0 0,-101-4-2201 0 0,-43 0 953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20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0 260 0 0,'-7'26'388'0'0,"2"0"1"0"0,-5 50-1 0 0,-2 7-303 0 0,-10 53-332 0 0,19-127-296 0 0,2-7 283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21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0 360 0 0,'0'0'1938'0'0,"10"5"-1978"0"0,-7 0 36 0 0,10 20 53 0 0,-13-24-43 0 0,13 25-21 0 0,-12-20 17 0 0,-1-5-3 0 0,10 23-734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23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60 0 0,'0'0'1062'0'0,"36"-18"651"0"0,-35 18-1255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27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0 444 0 0,'0'0'2909'0'0,"0"21"-4204"0"0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1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367 204 1748 0 0,'1'-3'432'0'0,"8"-11"3500"0"0,1-1 0 0 0,18-20 0 0 0,-29 56-2945 0 0,-48 104 536 0 0,-6-2 0 0 0,-121 200 0 0 0,146-274-1368 0 0,-67 102 1262 0 0,90-146-589 0 0,8-14-609 0 0,8-18-154 0 0,274-531 202 0 0,-247 492-296 0 0,4 2 0 0 0,85-107 0 0 0,-121 167 17 0 0,-1 0 0 0 0,1 1 0 0 0,-1-1 1 0 0,1 1-1 0 0,0 0 0 0 0,1 0 0 0 0,-1 0 0 0 0,0 0 0 0 0,10-3 0 0 0,-12 5 11 0 0,1 1 0 0 0,-1-1-1 0 0,0 1 1 0 0,1-1-1 0 0,-1 1 1 0 0,1 0 0 0 0,-1 0-1 0 0,0 0 1 0 0,1 1-1 0 0,-1-1 1 0 0,1 1 0 0 0,-1-1-1 0 0,0 1 1 0 0,1 0 0 0 0,-1 0-1 0 0,0-1 1 0 0,0 2-1 0 0,0-1 1 0 0,0 0 0 0 0,0 0-1 0 0,0 1 1 0 0,0-1-1 0 0,2 3 1 0 0,3 3 28 0 0,-1 0 0 0 0,0 0 1 0 0,0 0-1 0 0,-1 1 0 0 0,0 0 0 0 0,0 0 0 0 0,-1 1 0 0 0,0-1 0 0 0,0 1 1 0 0,4 17-1 0 0,1 10 323 0 0,6 52 0 0 0,-13-71-196 0 0,7 77 589 0 0,-5 0 1 0 0,-7 97-1 0 0,0-27-695 0 0,4-98-1714 0 0,5 0-3601 0 0,-2-49 2768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1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85 360 0 0,'-83'-71'15049'0'0,"79"67"-14289"0"0,0-2 1076 0 0,14 4-1507 0 0,-9 2-363 0 0,27-2 221 0 0,-1 2 0 0 0,39 5 1 0 0,-6-1-402 0 0,-15-2-421 0 0,113 2-2853 0 0,-53-8-2910 0 0,-53-1 675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1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41 148 0 0,'24'-41'13467'0'0,"-23"43"-13158"0"0,0 0 0 0 0,1 0 0 0 0,-1 0 0 0 0,0 0 0 0 0,0 0 0 0 0,0 0 0 0 0,-1 0 0 0 0,1 0 0 0 0,0 0 0 0 0,-1 1 0 0 0,1-1 0 0 0,-1 4 0 0 0,1 33 1597 0 0,-1-23-1149 0 0,0 50 1057 0 0,-3 0 1 0 0,-13 74 0 0 0,-35 129-1129 0 0,11-68-6751 0 0,38-192 4715 0 0,-1 7-392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2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5 260 684 0 0,'-1'-19'2646'0'0,"-1"-2"-540"0"0,1 1-1 0 0,1-1 1 0 0,0 0-1 0 0,6-29 1 0 0,-5 45-1947 0 0,0 0 0 0 0,0 0-1 0 0,1 0 1 0 0,-1 1 0 0 0,1-1 0 0 0,1 0 0 0 0,-1 1 0 0 0,0-1 0 0 0,1 1-1 0 0,0 0 1 0 0,0 0 0 0 0,1 0 0 0 0,-1 0 0 0 0,1 0 0 0 0,-1 1 0 0 0,1 0-1 0 0,0 0 1 0 0,1 0 0 0 0,-1 0 0 0 0,0 0 0 0 0,1 1 0 0 0,0 0-1 0 0,6-2 1 0 0,3 0-3 0 0,0 1 0 0 0,1 0 0 0 0,0 1 0 0 0,-1 0 0 0 0,1 2 0 0 0,0 0 0 0 0,0 0 0 0 0,-1 1 0 0 0,1 1 0 0 0,18 5-1 0 0,-9-1-52 0 0,0 1 0 0 0,-1 1 0 0 0,0 1 0 0 0,0 1 0 0 0,26 17-1 0 0,-40-22-70 0 0,-1 0-1 0 0,0 1 0 0 0,0 0 1 0 0,-1 1-1 0 0,1 0 0 0 0,-2 0 0 0 0,1 0 1 0 0,-1 1-1 0 0,0-1 0 0 0,0 2 0 0 0,4 9 1 0 0,-8-13-1 0 0,1-1 0 0 0,-2 1 0 0 0,1 0 1 0 0,-1 0-1 0 0,1 0 0 0 0,-2 1 1 0 0,1-1-1 0 0,0 0 0 0 0,-1 0 1 0 0,0 0-1 0 0,0 1 0 0 0,-1-1 1 0 0,1 0-1 0 0,-1 0 0 0 0,0 0 1 0 0,-1 0-1 0 0,1 0 0 0 0,-1 0 1 0 0,0 0-1 0 0,0 0 0 0 0,0 0 1 0 0,-4 4-1 0 0,-4 6 41 0 0,-1-1 1 0 0,0-1-1 0 0,-1 0 0 0 0,-1-1 1 0 0,0 0-1 0 0,0-1 0 0 0,-1 0 1 0 0,-30 16-1 0 0,8-7 970 0 0,-2-3 0 0 0,-65 23 0 0 0,98-38-769 0 0,4-2-220 0 0,1 1-1 0 0,-1-1 0 0 0,0 1 1 0 0,0-1-1 0 0,0 1 0 0 0,0-1 1 0 0,0 0-1 0 0,0 0 0 0 0,0 1 1 0 0,0-1-1 0 0,0 0 1 0 0,0 0-1 0 0,0 0 0 0 0,1 0 1 0 0,-1 0-1 0 0,0 0 0 0 0,0 0 1 0 0,0 0-1 0 0,0-1 0 0 0,0 1 1 0 0,0 0-1 0 0,0-1 1 0 0,0 1-1 0 0,0 0 0 0 0,0-1 1 0 0,0 1-1 0 0,-1-2 0 0 0,24-9 263 0 0,-7 7-294 0 0,-1 1 0 0 0,0 0 0 0 0,1 0 0 0 0,-1 2 0 0 0,1 0 0 0 0,0 1 0 0 0,-1 0 0 0 0,1 1 0 0 0,0 1 0 0 0,-1 0 0 0 0,0 1-1 0 0,25 8 1 0 0,-26-7-29 0 0,1 1 0 0 0,-1 0 0 0 0,0 2-1 0 0,-1-1 1 0 0,0 1 0 0 0,0 1-1 0 0,0 0 1 0 0,-1 1 0 0 0,0 0-1 0 0,0 1 1 0 0,-1 0 0 0 0,-1 1-1 0 0,11 14 1 0 0,-17-20 130 0 0,0 0 0 0 0,0 0 0 0 0,0 0 0 0 0,-1 1 0 0 0,0-1 0 0 0,0 1 0 0 0,0 0 0 0 0,-1 0 0 0 0,0 0 0 0 0,0 0 0 0 0,0 0 0 0 0,-1 0 0 0 0,1 0 0 0 0,-2 0 0 0 0,1 0-1 0 0,-1 0 1 0 0,0-1 0 0 0,0 1 0 0 0,-2 8 0 0 0,0-7 93 0 0,-1 0-1 0 0,1 0 1 0 0,-1 0-1 0 0,0 0 0 0 0,0-1 1 0 0,-1 0-1 0 0,0 0 1 0 0,0 0-1 0 0,-1 0 0 0 0,1-1 1 0 0,-1 0-1 0 0,-1 0 1 0 0,1 0-1 0 0,-10 5 0 0 0,-2-2-213 0 0,0 0 1 0 0,0-1-1 0 0,0 0 0 0 0,-1-2 0 0 0,0 0 0 0 0,0-1 0 0 0,0-1 1 0 0,-1-1-1 0 0,1-1 0 0 0,0-1 0 0 0,-1 0 0 0 0,1-1 1 0 0,-1-1-1 0 0,1-1 0 0 0,-23-7 0 0 0,36 8-467 0 0,0 0 0 0 0,-1 0 0 0 0,1 0 0 0 0,0-1-1 0 0,1 0 1 0 0,-1-1 0 0 0,0 1 0 0 0,-8-8 0 0 0,12 9 5 0 0,0-1 0 0 0,0 1 0 0 0,0 0 0 0 0,0 0 0 0 0,1-1 0 0 0,-1 1 0 0 0,1-1 0 0 0,0 1 0 0 0,-1-1 0 0 0,1 0 0 0 0,0 1 0 0 0,1-1 0 0 0,-1 0 0 0 0,0 0 0 0 0,1 0 0 0 0,0 0 0 0 0,-1 0 0 0 0,1 1 0 0 0,0-1 0 0 0,1 0 0 0 0,-1 0 0 0 0,1-3 0 0 0,6-19-5640 0 0,2-6-3355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2384 0 0,'6'-24'3038'0'0,"-4"13"-1663"0"0,0 1 0 0 0,1 0 0 0 0,1 0 0 0 0,7-17 1 0 0,-10 25-1156 0 0,1-1 0 0 0,-1 1 0 0 0,1 0 0 0 0,0 0 0 0 0,0 0 0 0 0,0 0 0 0 0,0 0 0 0 0,0 0 0 0 0,0 0 0 0 0,0 0 0 0 0,0 1 0 0 0,1-1 0 0 0,-1 1 0 0 0,1 0 0 0 0,-1 0 0 0 0,1 0 0 0 0,0 0 0 0 0,-1 0 0 0 0,1 0 0 0 0,0 1 0 0 0,-1-1 0 0 0,6 1 0 0 0,3 0 172 0 0,0 1-1 0 0,0 1 0 0 0,0-1 1 0 0,0 2-1 0 0,0 0 0 0 0,-1 0 0 0 0,0 1 1 0 0,1 0-1 0 0,-1 0 0 0 0,16 11 1 0 0,8 7 747 0 0,46 38-1 0 0,-78-58-1087 0 0,35 30 347 0 0,-1 2-1 0 0,-2 1 1 0 0,-2 2 0 0 0,-1 1 0 0 0,-1 2 0 0 0,-3 0 0 0 0,-1 2-1 0 0,-3 1 1 0 0,-1 1 0 0 0,-2 1 0 0 0,25 80 0 0 0,-31-72-308 0 0,-1 1 1 0 0,-3 0 0 0 0,-3 0-1 0 0,-1 1 1 0 0,-3 0-1 0 0,-3 0 1 0 0,-2 1 0 0 0,-2-1-1 0 0,-3-1 1 0 0,-16 68-1 0 0,8-69-545 0 0,-1 0-1 0 0,-3-1 0 0 0,-2-1 0 0 0,-3-1 1 0 0,-1-1-1 0 0,-45 64 0 0 0,46-81-1075 0 0,-2 0-1 0 0,0-2 0 0 0,-54 47 1 0 0,54-56-336 0 0,-1-1 1 0 0,0-1 0 0 0,-2-2-1 0 0,0-1 1 0 0,-32 13 0 0 0,3-6-4977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12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616 39 1440 0 0,'-2'-3'628'0'0,"0"-1"-1"0"0,-1 1 1 0 0,0-1 0 0 0,0 1-1 0 0,0 0 1 0 0,0 0 0 0 0,0 1-1 0 0,-1-1 1 0 0,1 1-1 0 0,-7-4 1 0 0,8 5-462 0 0,0 1 0 0 0,0-1 0 0 0,0 1-1 0 0,0 0 1 0 0,-1-1 0 0 0,1 1 0 0 0,0 0 0 0 0,0 0-1 0 0,0 1 1 0 0,-1-1 0 0 0,1 0 0 0 0,0 1 0 0 0,0-1-1 0 0,0 1 1 0 0,0 0 0 0 0,0 0 0 0 0,0 0 0 0 0,0 0 0 0 0,0 0-1 0 0,0 0 1 0 0,0 0 0 0 0,-3 3 0 0 0,-6 5 279 0 0,0 1 0 0 0,1 0 1 0 0,0 1-1 0 0,1 0 0 0 0,-11 15 1 0 0,-37 68 1086 0 0,40-63-1067 0 0,-198 401 2874 0 0,173-328-2852 0 0,6 1 0 0 0,-32 147 0 0 0,61-216-417 0 0,1-1 0 0 0,3 2 0 0 0,0-1 0 0 0,3 0 1 0 0,0 0-1 0 0,3 1 0 0 0,1-1 0 0 0,9 36 0 0 0,-6-45-59 0 0,1-1 0 0 0,1 1-1 0 0,1-1 1 0 0,2-1 0 0 0,0 0 0 0 0,2-1-1 0 0,1 0 1 0 0,0-1 0 0 0,2-1-1 0 0,38 39 1 0 0,-28-36-426 0 0,1-1 0 0 0,0-2 0 0 0,2-1 0 0 0,1-1 0 0 0,1-1 0 0 0,55 23 1 0 0,-37-23-2069 0 0,0-2 0 0 0,2-2 0 0 0,101 16 0 0 0,-44-17-4653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29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41 138 148 0 0,'-1'-28'320'0'0,"-6"4"-136"0"0,-2-5-120 0 0,-1 2-312 0 0,-4-3 84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31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1 272 0 0,'0'0'3413'0'0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33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 0 0,'0'0'2438'0'0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27:39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14895,'10555'0'0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41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0 252 0 0,'0'0'1428'0'0,"0"0"-1401"0"0,1 0-1 0 0,0 0 0 0 0,0 0 1 0 0,0 0-1 0 0,0 1 1 0 0,-1-1-1 0 0,1 0 0 0 0,0 0 1 0 0,0 0-1 0 0,0 1 1 0 0,-1-1-1 0 0,1 0 0 0 0,0 1 1 0 0,1 0-1 0 0,-3 6 1 0 0,1-5-6 0 0,-2 20-958 0 0,0-14 510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3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213 226 888 0 0,'0'-62'7205'0'0,"-12"-96"1"0"0,12 158-7177 0 0,0 0 1 0 0,0-1-1 0 0,0 1 1 0 0,0 0-1 0 0,0 0 1 0 0,1 0-1 0 0,-1 0 1 0 0,0 0-1 0 0,0 0 1 0 0,0-1-1 0 0,0 1 0 0 0,0 0 1 0 0,0 0-1 0 0,0 0 1 0 0,0 0-1 0 0,0 0 1 0 0,0 0-1 0 0,0-1 1 0 0,0 1-1 0 0,0 0 1 0 0,0 0-1 0 0,0 0 1 0 0,0 0-1 0 0,0 0 1 0 0,0 0-1 0 0,-1-1 1 0 0,1 1-1 0 0,0 0 1 0 0,0 0-1 0 0,0 0 1 0 0,0 0-1 0 0,0 0 0 0 0,0 0 1 0 0,0 0-1 0 0,0-1 1 0 0,0 1-1 0 0,0 0 1 0 0,-1 0-1 0 0,1 0 1 0 0,0 0-1 0 0,0 0 1 0 0,0 0-1 0 0,0 0 1 0 0,0 0-1 0 0,0 0 1 0 0,-1 0-1 0 0,1 0 1 0 0,0 0-1 0 0,0 0 1 0 0,0 0-1 0 0,0 0 1 0 0,0 0-1 0 0,0 0 0 0 0,-1 0 1 0 0,1 0-1 0 0,0 0 1 0 0,0 0-1 0 0,0 0 1 0 0,0 0-1 0 0,0 0 1 0 0,0 0-1 0 0,-1 0 1 0 0,1 0-1 0 0,-5 12 1018 0 0,-3 19 119 0 0,8-31-1118 0 0,-28 130 3029 0 0,-32 126-1444 0 0,13-94-1924 0 0,16-55-4812 0 0,18-67-581 0 0,8-26 609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4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115 276 1412 0 0,'2'-27'1761'0'0,"2"0"0"0"0,1 1 0 0 0,2 0 0 0 0,11-33 0 0 0,-15 52-1611 0 0,0 0 0 0 0,0 1 0 0 0,1-1-1 0 0,0 1 1 0 0,0 0 0 0 0,0 0 0 0 0,1 0 0 0 0,0 1 0 0 0,0 0-1 0 0,0 0 1 0 0,0 0 0 0 0,1 0 0 0 0,0 1 0 0 0,0 0-1 0 0,0 0 1 0 0,1 1 0 0 0,-1-1 0 0 0,1 1 0 0 0,0 1-1 0 0,13-4 1 0 0,-11 4-84 0 0,0 1 1 0 0,-1 0-1 0 0,1 1 0 0 0,0 0 0 0 0,0 0 0 0 0,-1 1 1 0 0,1 0-1 0 0,0 0 0 0 0,-1 1 0 0 0,1 0 0 0 0,-1 1 0 0 0,0 0 1 0 0,0 0-1 0 0,0 1 0 0 0,0 0 0 0 0,0 0 0 0 0,-1 1 1 0 0,14 10-1 0 0,-17-11 12 0 0,0 0 0 0 0,0 0 0 0 0,0 1 0 0 0,0-1 0 0 0,-1 1 0 0 0,0-1 0 0 0,0 1 0 0 0,0 0 0 0 0,0 1 0 0 0,-1-1 0 0 0,0 0 0 0 0,0 1 0 0 0,0-1 0 0 0,-1 1 1 0 0,1-1-1 0 0,-2 1 0 0 0,1 0 0 0 0,0 0 0 0 0,-1-1 0 0 0,0 1 0 0 0,-1 0 0 0 0,1 0 0 0 0,-1-1 0 0 0,0 1 0 0 0,0 0 0 0 0,-1-1 0 0 0,0 1 0 0 0,0-1 0 0 0,-4 8 0 0 0,-3 4 20 0 0,-1-1-1 0 0,0-1 1 0 0,-1 0-1 0 0,-1 0 1 0 0,0-1 0 0 0,-1 0-1 0 0,-18 14 1 0 0,-111 77 154 0 0,110-83-117 0 0,-9 3 405 0 0,39-24-358 0 0,11-7-94 0 0,10 0-71 0 0,-1 1 0 0 0,0 1 0 0 0,1 1 0 0 0,0 1 0 0 0,0 1 0 0 0,0 0 0 0 0,0 1 0 0 0,-1 1 0 0 0,1 1-1 0 0,0 0 1 0 0,0 2 0 0 0,-1 0 0 0 0,29 11 0 0 0,-32-10 178 0 0,0 2 0 0 0,-1 0 0 0 0,0 1 0 0 0,0 0 0 0 0,-1 1 0 0 0,0 0 0 0 0,12 12-1 0 0,-22-18 2 0 0,0 0-1 0 0,0 1 1 0 0,0 0-1 0 0,0-1 1 0 0,-1 1-1 0 0,1 0 1 0 0,-1 1-1 0 0,0-1 1 0 0,0 0-1 0 0,0 1 1 0 0,-1-1-1 0 0,2 6 1 0 0,-3-7 17 0 0,0 1 0 0 0,0 0-1 0 0,0 0 1 0 0,0 0 0 0 0,0 0 0 0 0,-1 0 0 0 0,0-1 0 0 0,0 1 0 0 0,0 0-1 0 0,0 0 1 0 0,0-1 0 0 0,-1 1 0 0 0,0-1 0 0 0,0 1 0 0 0,0-1 0 0 0,-4 6-1 0 0,-3 1 92 0 0,0 0-1 0 0,-1 0 1 0 0,0-1-1 0 0,-1 0 1 0 0,0-1-1 0 0,0 0 0 0 0,-1 0 1 0 0,0-2-1 0 0,0 1 1 0 0,-1-2-1 0 0,-14 6 1 0 0,-9 1 22 0 0,-1-2 0 0 0,-67 10 1 0 0,62-15-203 0 0,-1-2-1 0 0,-73-5 1 0 0,112 2-450 0 0,0 0 0 0 0,-1-1 0 0 0,1 1 0 0 0,0-1 0 0 0,0 0 0 0 0,0 0 0 0 0,1 0 0 0 0,-1-1 0 0 0,0 0 0 0 0,0 1 0 0 0,1-1 0 0 0,-1-1 0 0 0,-3-2 0 0 0,6 4 92 0 0,1-1 0 0 0,0 1 0 0 0,0 0 0 0 0,0-1 0 0 0,0 1 0 0 0,0 0 0 0 0,0-1 0 0 0,0 1 0 0 0,0 0 0 0 0,1 0 0 0 0,-1-1 0 0 0,0 1 0 0 0,1 0 0 0 0,-1 0 0 0 0,1-1 0 0 0,-1 1 0 0 0,1 0 0 0 0,0 0 0 0 0,-1 0 0 0 0,3-2 0 0 0,3-4-1432 0 0,0 0 0 0 0,1 1 0 0 0,0 0 1 0 0,0 0-1 0 0,1 1 0 0 0,14-9 0 0 0,-13 8-450 0 0,13-7-4113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4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1056 0 0,'67'-36'19101'0'0,"-33"32"-15396"0"0,144 5-5 0 0,-106-6-3488 0 0,115-25 1 0 0,-165 25-1158 0 0,-1 0 0 0 0,23-10 1 0 0,-3-7-2971 0 0,-37 19 2875 0 0,1 0-1 0 0,-1-1 1 0 0,0 1 0 0 0,-1-1 0 0 0,1 0-1 0 0,3-5 1 0 0,0-3-3592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4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46 2456 0 0,'-4'-4'903'0'0,"-1"-1"357"0"0,0-1 0 0 0,0 1-1 0 0,-1 1 1 0 0,1-1 0 0 0,-1 1 0 0 0,0 0 0 0 0,-10-4 0 0 0,14 7-1078 0 0,0 1 0 0 0,0 0 0 0 0,0 1 0 0 0,1-1 0 0 0,-1 0 0 0 0,0 1 0 0 0,0-1 0 0 0,0 1 0 0 0,0-1 0 0 0,0 1 0 0 0,1 0 0 0 0,-1-1 0 0 0,0 1 0 0 0,1 0 0 0 0,-1 0 0 0 0,1 1 0 0 0,-1-1 0 0 0,1 0 0 0 0,-1 0 0 0 0,1 1 0 0 0,0-1 0 0 0,-2 2 0 0 0,-4 7 524 0 0,1 0 1 0 0,0 0 0 0 0,0 0 0 0 0,1 1 0 0 0,1 0-1 0 0,-5 15 1 0 0,-17 74 1514 0 0,18-63-1765 0 0,2-10-533 0 0,-33 154 1236 0 0,27-89-3277 0 0,11-1-4845 0 0,6-57-892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5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302 136 1576 0 0,'3'-9'1053'0'0,"0"0"185"0"0,0 0 0 0 0,-1 0 0 0 0,0-1 0 0 0,0 1 0 0 0,-1 0 0 0 0,0-1 0 0 0,-1 1 0 0 0,0-1 0 0 0,-2-15 0 0 0,2 24-1131 0 0,0 0 0 0 0,0 0 0 0 0,-1 0 1 0 0,1 0-1 0 0,0 1 0 0 0,0-1 0 0 0,-1 0 0 0 0,1 0 1 0 0,-1 1-1 0 0,1-1 0 0 0,-1 0 0 0 0,1 0 1 0 0,-1 1-1 0 0,1-1 0 0 0,-1 1 0 0 0,0-1 0 0 0,1 0 1 0 0,-1 1-1 0 0,0-1 0 0 0,0 1 0 0 0,1 0 0 0 0,-1-1 1 0 0,0 1-1 0 0,0-1 0 0 0,0 1 0 0 0,1 0 1 0 0,-1 0-1 0 0,0 0 0 0 0,0-1 0 0 0,0 1 0 0 0,0 0 1 0 0,0 0-1 0 0,1 0 0 0 0,-1 0 0 0 0,0 0 1 0 0,0 1-1 0 0,0-1 0 0 0,0 0 0 0 0,0 0 0 0 0,1 0 1 0 0,-1 1-1 0 0,0-1 0 0 0,0 1 0 0 0,0-1 0 0 0,1 0 1 0 0,-1 1-1 0 0,-1 0 0 0 0,-4 3 365 0 0,0 0 0 0 0,0 0 0 0 0,0 0 0 0 0,-6 7 0 0 0,-10 11 498 0 0,1 0-1 0 0,1 1 0 0 0,1 2 1 0 0,1 0-1 0 0,-15 28 1 0 0,14-17-89 0 0,1 1 0 0 0,1 0 1 0 0,-15 53-1 0 0,24-62-701 0 0,2 1 1 0 0,-7 50-1 0 0,12-68-149 0 0,1-1 0 0 0,-1 1 0 0 0,2-1-1 0 0,0 1 1 0 0,0-1 0 0 0,1 1-1 0 0,0-1 1 0 0,0 0 0 0 0,1 1 0 0 0,1-1-1 0 0,5 10 1 0 0,-7-15-234 0 0,1-1 1 0 0,1 1-1 0 0,-1 0 0 0 0,1-1 1 0 0,0 0-1 0 0,0 0 0 0 0,0 0 1 0 0,5 3-1 0 0,-3-3-533 0 0,0 0 0 0 0,1 0 0 0 0,0-1 1 0 0,-1 0-1 0 0,1 0 0 0 0,0-1 0 0 0,0 0 0 0 0,0 0 0 0 0,11 1 0 0 0,-7-2-424 0 0,0 0-1 0 0,0-1 0 0 0,0-1 0 0 0,0 1 1 0 0,0-2-1 0 0,0 1 0 0 0,0-2 1 0 0,0 1-1 0 0,-1-2 0 0 0,19-7 0 0 0,-2-3-7251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5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74 2460 0 0,'-64'-74'11174'0'0,"66"74"-11019"0"0,0 1 0 0 0,1-1-1 0 0,-1 1 1 0 0,0-1 0 0 0,0 1 0 0 0,0 0 0 0 0,0 0-1 0 0,0 0 1 0 0,0 0 0 0 0,0 0 0 0 0,-1 1 0 0 0,1-1-1 0 0,3 3 1 0 0,-4-3 21 0 0,46 36 763 0 0,-2 3-1 0 0,-2 1 0 0 0,-2 2 0 0 0,-1 2 0 0 0,-3 2 1 0 0,56 90-1 0 0,-76-108-781 0 0,-1 0 1 0 0,-1 1-1 0 0,-2 1 0 0 0,-1 1 1 0 0,-2 0-1 0 0,0 0 1 0 0,6 47-1 0 0,-13-54-116 0 0,-2-1 0 0 0,0 0-1 0 0,-1 0 1 0 0,-1 1 0 0 0,-2-1-1 0 0,0 0 1 0 0,-2 0 0 0 0,0 0-1 0 0,-2-1 1 0 0,-18 44 0 0 0,5-26-64 0 0,-1-2 0 0 0,-2-1 1 0 0,-2-1-1 0 0,-52 61 0 0 0,46-65-1765 0 0,-1 0-1 0 0,-51 38 1 0 0,34-40-6329 0 0,27-20-135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43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1 168 0 0,'0'0'788'0'0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45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52 0 0,'0'0'2990'0'0,"2"0"-2892"0"0,23 5-604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3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380 474 1404 0 0,'19'-55'9631'0'0,"-27"69"-8151"0"0,-114 171 4092 0 0,-25 40-3991 0 0,110-158-1243 0 0,-41 74 766 0 0,73-134-685 0 0,3-13-160 0 0,4-15-126 0 0,96-224 58 0 0,-74 189-157 0 0,129-263 55 0 0,-111 242-73 0 0,4 3-1 0 0,57-72 1 0 0,-93 133-49 0 0,1 0 0 0 0,1 1 0 0 0,-1 0 0 0 0,2 1 0 0 0,0 0 0 0 0,22-14 0 0 0,-32 23 31 0 0,1-1-1 0 0,0 2 0 0 0,-1-1 1 0 0,1 0-1 0 0,0 1 0 0 0,0 0 1 0 0,0 0-1 0 0,0 0 0 0 0,0 0 1 0 0,0 0-1 0 0,0 1 1 0 0,0 0-1 0 0,0 0 0 0 0,0 0 1 0 0,0 0-1 0 0,0 1 0 0 0,0 0 1 0 0,0 0-1 0 0,0 0 0 0 0,0 0 1 0 0,-1 0-1 0 0,1 1 0 0 0,0-1 1 0 0,-1 1-1 0 0,1 0 1 0 0,-1 1-1 0 0,1-1 0 0 0,-1 0 1 0 0,0 1-1 0 0,0 0 0 0 0,0 0 1 0 0,3 4-1 0 0,2 3 52 0 0,0 2 1 0 0,0-1-1 0 0,-1 1 0 0 0,-1 0 1 0 0,0 1-1 0 0,-1-1 0 0 0,0 1 1 0 0,-1 0-1 0 0,-1 0 0 0 0,0 1 1 0 0,2 18-1 0 0,0 17 203 0 0,-3 88 0 0 0,-14 47 108 0 0,5-95-1044 0 0,4 103 1 0 0,9-144-3274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3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105 265 1552 0 0,'-17'-8'1913'0'0,"-11"-5"4397"0"0,-30-17 0 0 0,57 29-5805 0 0,2-1-82 0 0,0 0-372 0 0,0 0 0 0 0,1 0 0 0 0,-1 0 0 0 0,1 0-1 0 0,-1 0 1 0 0,1 1 0 0 0,0-1 0 0 0,0 1 0 0 0,0-1 0 0 0,0 1 0 0 0,0 0 0 0 0,0 0 0 0 0,0 0 0 0 0,0 0 0 0 0,5-2 0 0 0,44-12 169 0 0,-28 9-130 0 0,423-92-1254 0 0,-181 46-7883 0 0,-203 38 3524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3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53 1308 0 0,'-1'-16'2998'0'0,"1"13"-2441"0"0,0 0 0 0 0,-1 0 0 0 0,1 0 0 0 0,0 0 0 0 0,-1 0 0 0 0,0 0 0 0 0,0 0 0 0 0,0 0 0 0 0,0 1 1 0 0,-2-6 1031 0 0,-1 9-566 0 0,-1 1-688 0 0,0 0-1 0 0,1 0 1 0 0,-1 0-1 0 0,1 1 1 0 0,-1 0 0 0 0,1 0-1 0 0,0 0 1 0 0,0 0-1 0 0,0 0 1 0 0,0 1 0 0 0,-5 7-1 0 0,-7 10 877 0 0,-15 25-1 0 0,17-24-710 0 0,-37 62 318 0 0,2 2-1 0 0,5 3 1 0 0,4 1-1 0 0,-30 98 1 0 0,55-140-695 0 0,1 1 1 0 0,3 0 0 0 0,-7 82-1 0 0,16-108-422 0 0,2 0-1 0 0,0 0 1 0 0,1 1-1 0 0,2-1 1 0 0,0 0-1 0 0,2-1 1 0 0,0 1-1 0 0,2-1 1 0 0,0 0-1 0 0,13 25 1 0 0,-14-35-167 0 0,1-1 1 0 0,0 0 0 0 0,1-1 0 0 0,0 0 0 0 0,1 0 0 0 0,0-1 0 0 0,0 0-1 0 0,12 9 1 0 0,-4-6-1083 0 0,-1-1-1 0 0,2 0 1 0 0,0-1 0 0 0,28 11-1 0 0,9-2-4831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47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30 276 0 0,'0'0'724'0'0,"2"-10"1278"0"0,-2 10-1992 0 0,0-1 0 0 0,0 1 0 0 0,0-1 0 0 0,0 1-1 0 0,0 0 1 0 0,0-1 0 0 0,0 1 0 0 0,1-1 0 0 0,-1 1 0 0 0,0 0 0 0 0,0-1 0 0 0,0 1 0 0 0,1 0 0 0 0,-1-1 0 0 0,0 1 0 0 0,0 0 0 0 0,1-1 0 0 0,-1 1 0 0 0,0 0 0 0 0,1-1 0 0 0,-1 1 0 0 0,0 0 0 0 0,1 0 0 0 0,15-3 74 0 0,2 1-124 0 0,-16 1 101 0 0,0-1-189 0 0,-2 2 107 0 0,0-1 0 0 0,1 1 0 0 0,-1 0 0 0 0,0 0 0 0 0,0 0-1 0 0,0-1 1 0 0,0 1 0 0 0,0 0 0 0 0,0 0 0 0 0,0 0 0 0 0,0 0 0 0 0,1-1-1 0 0,-1 1 1 0 0,0 0 0 0 0,0 0 0 0 0,0 0 0 0 0,0 0 0 0 0,1 0 0 0 0,-1 0 0 0 0,0 0-1 0 0,0-1 1 0 0,0 1 0 0 0,1 0 0 0 0,-1 0 0 0 0,0 0 0 0 0,0 0 0 0 0,0 0-1 0 0,1 0 1 0 0,-1 0 0 0 0,0 0 0 0 0,0 0 0 0 0,0 0 0 0 0,1 0 0 0 0,-1 0-1 0 0,0 0 1 0 0,0 0 0 0 0,9 3 219 0 0,-9-3-183 0 0,1 0 1 0 0,-1 0-1 0 0,0 0 0 0 0,1 0 0 0 0,-1 0 1 0 0,0 0-1 0 0,1 0 0 0 0,-1 0 1 0 0,0 0-1 0 0,1 0 0 0 0,-1 0 0 0 0,0 0 1 0 0,1 0-1 0 0,-1 0 0 0 0,0 0 0 0 0,1 0 1 0 0,-1 0-1 0 0,0 1 0 0 0,0-1 1 0 0,1 0-1 0 0,-1 0 0 0 0,0 0 0 0 0,0 0 1 0 0,1 1-1 0 0,-1-1 0 0 0,0 0 0 0 0,0 0 1 0 0,1 1-1 0 0,-1-1 0 0 0,0 0 1 0 0,0 1-1 0 0,0-1 0 0 0,0 0 0 0 0,1 0 1 0 0,-1 1-1 0 0,0-1 0 0 0,0 0 0 0 0,0 1 1 0 0,0-1-1 0 0,0 0 0 0 0,0 1 1 0 0,0-1-1 0 0,0 0 0 0 0,0 1 0 0 0,0-1 1 0 0,0 0-1 0 0,0 1 0 0 0,0-1 0 0 0,0 0 1 0 0,0 1-1 0 0,-1-1 0 0 0,1 2 4 0 0,-7 14 7 0 0,7-15-17 0 0,-10 28 913 0 0,-3 0-332 0 0,-2-19-198 0 0,13-9-386 0 0,1 0-12 0 0,-5 2 2 0 0,5-2 4 0 0,-19 24-1908 0 0,16-17 838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6:27:49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5 106 3597,'55'74'0,"93"-185"0,-194 47 0,-111 165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7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23 115 2480 0 0,'-1'-3'2539'0'0,"-7"-14"3277"0"0,0-3 2274 0 0,3 8-4434 0 0,7 9-3037 0 0,-2 3-607 0 0,0 0 0 0 0,0-1 0 0 0,0 1 0 0 0,0 0 0 0 0,0 0 1 0 0,0-1-1 0 0,0 1 0 0 0,0 0 0 0 0,0 0 0 0 0,0 0 0 0 0,0-1 0 0 0,0 1 0 0 0,1 0 0 0 0,-1 0 0 0 0,0-1 0 0 0,0 1 1 0 0,0 0-1 0 0,0 0 0 0 0,1 0 0 0 0,-1 0 0 0 0,0-1 0 0 0,0 1 0 0 0,0 0 0 0 0,1 0 0 0 0,-1 0 0 0 0,0 0 0 0 0,0 0 1 0 0,0 0-1 0 0,1 0 0 0 0,-1-1 0 0 0,0 1 0 0 0,0 0 0 0 0,1 0 0 0 0,-1 0 0 0 0,0 0 0 0 0,0 0 0 0 0,1 0 0 0 0,163-5 1137 0 0,-95 5-1960 0 0,71-10-1 0 0,-124 8 76 0 0,8-1-1117 0 0,34-8 0 0 0,-49 8 93 0 0,0 0 0 0 0,-1-1-1 0 0,1 1 1 0 0,8-6 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8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23 2688 0 0,'-50'-22'10393'0'0,"46"22"-9215"0"0,0 1-870 0 0,1 0 0 0 0,0 1-1 0 0,-1-1 1 0 0,1 1 0 0 0,0 0-1 0 0,0 0 1 0 0,0 0 0 0 0,0 0 0 0 0,0 0-1 0 0,1 1 1 0 0,-1-1 0 0 0,1 1-1 0 0,-1 0 1 0 0,1 0 0 0 0,0 0-1 0 0,0 0 1 0 0,0 0 0 0 0,1 0 0 0 0,-3 4-1 0 0,-13 34 2895 0 0,-20 64 1 0 0,-3 47-677 0 0,19-69-1991 0 0,7-32-349 0 0,-20 84-1478 0 0,19-43-5228 0 0,17-65 2715 0 0,3-10-3055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8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286 303 1060 0 0,'107'-126'17366'0'0,"-107"125"-17218"0"0,1 1 0 0 0,-1-1 1 0 0,0 1-1 0 0,1-1 1 0 0,-1 1-1 0 0,1-1 0 0 0,-1 1 1 0 0,0 0-1 0 0,1-1 1 0 0,-1 1-1 0 0,1-1 0 0 0,-1 1 1 0 0,1 0-1 0 0,-1-1 0 0 0,1 1 1 0 0,0 0-1 0 0,-1 0 1 0 0,1 0-1 0 0,-1-1 0 0 0,1 1 1 0 0,-1 0-1 0 0,2 0 1 0 0,3 9 1377 0 0,-6 20 435 0 0,-8 10-489 0 0,-2 0-1 0 0,-2 0 1 0 0,-21 43-1 0 0,-63 107-117 0 0,70-138-1172 0 0,15-29-175 0 0,-153 268 5 0 0,146-259-12 0 0,13-24 0 0 0,-2-3 0 0 0,8-4 0 0 0,-1 0 0 0 0,1 0 0 0 0,0-1 0 0 0,-1 1 0 0 0,1 0 0 0 0,0 0 0 0 0,0 0 0 0 0,-1 0 0 0 0,1-1 0 0 0,0 1 0 0 0,-1 0 0 0 0,1 0 0 0 0,0-1 0 0 0,0 1 0 0 0,0 0 0 0 0,-1 0 0 0 0,1-1 0 0 0,0 1 0 0 0,0 0 0 0 0,0-1 0 0 0,0 1 0 0 0,-1 0 0 0 0,1-1 0 0 0,0 1 0 0 0,0-1 0 0 0,-1-4 1 0 0,1-1 1 0 0,-1 1-1 0 0,1 0 0 0 0,1-1 1 0 0,-1 1-1 0 0,1 0 0 0 0,-1-1 1 0 0,2 1-1 0 0,2-8 0 0 0,19-51-41 0 0,-18 53 13 0 0,45-108-780 0 0,5 2-1 0 0,6 3 1 0 0,4 3 0 0 0,149-192 0 0 0,-204 290 766 0 0,34-36-109 0 0,-41 46 114 0 0,1-1 1 0 0,0 1-1 0 0,0 0 0 0 0,0 0 0 0 0,0 0 1 0 0,1 1-1 0 0,-1-1 0 0 0,1 1 0 0 0,7-2 1 0 0,-10 4 33 0 0,0 0 1 0 0,0 0 0 0 0,0 0-1 0 0,-1 0 1 0 0,1 0 0 0 0,0 1-1 0 0,0-1 1 0 0,0 0 0 0 0,-1 1-1 0 0,1 0 1 0 0,0-1 0 0 0,-1 1-1 0 0,1 0 1 0 0,-1 0 0 0 0,1 0-1 0 0,-1 0 1 0 0,1 0 0 0 0,-1 0-1 0 0,0 0 1 0 0,1 1 0 0 0,-1-1-1 0 0,0 0 1 0 0,0 1 0 0 0,0-1 0 0 0,0 1-1 0 0,1 2 1 0 0,3 4 28 0 0,0 1 0 0 0,-1-1 0 0 0,5 14 0 0 0,-2 1 192 0 0,-1 1 1 0 0,-1-1-1 0 0,-1 1 1 0 0,-1 0 0 0 0,0 32-1 0 0,-11 125 1476 0 0,5-140-1379 0 0,-27 169 859 0 0,1-7-1295 0 0,28-194-383 0 0,1-7 212 0 0,0-1 1 0 0,-1 1 0 0 0,1-1 0 0 0,0 1-1 0 0,0-1 1 0 0,0 1 0 0 0,0-1 0 0 0,0 1-1 0 0,1-1 1 0 0,-1 1 0 0 0,0-1 0 0 0,1 1-1 0 0,-1-1 1 0 0,1 1 0 0 0,-1-1 0 0 0,1 1-1 0 0,0-1 1 0 0,1 2 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8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179 104 1096 0 0,'-170'-51'20737'0'0,"169"51"-20695"0"0,1 0 0 0 0,0 0 0 0 0,-1 0 0 0 0,1 0 0 0 0,0 0 0 0 0,0 0 0 0 0,-1 0 0 0 0,1 0 0 0 0,0 0 0 0 0,-1 0 0 0 0,1 0 0 0 0,0 0 0 0 0,0 0-1 0 0,-1 0 1 0 0,1 0 0 0 0,0 0 0 0 0,0 0 0 0 0,-1-1 0 0 0,1 1 0 0 0,0 0 0 0 0,0 0 0 0 0,-1 0 0 0 0,1 0 0 0 0,0-1 0 0 0,0 1 0 0 0,0 0 0 0 0,-1 0 0 0 0,1-1 0 0 0,0 1-1 0 0,0 0 1 0 0,0 0 0 0 0,0-1 0 0 0,0 1 0 0 0,0 0 0 0 0,-1 0 0 0 0,1-1 0 0 0,0 1 0 0 0,0 0 0 0 0,0-1 0 0 0,13-3 386 0 0,22 1-268 0 0,166-1-1505 0 0,-101-4-2851 0 0,0-10-4494 0 0,-61 9 1226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39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71 1752 0 0,'4'-5'1080'0'0,"4"-4"2113"0"0,0-1 0 0 0,0-1 0 0 0,8-14 1182 0 0,-20 19-2510 0 0,3 6-1790 0 0,1 0 0 0 0,0-1-1 0 0,-1 1 1 0 0,1 0 0 0 0,0-1 0 0 0,-1 1-1 0 0,1 0 1 0 0,0 0 0 0 0,-1-1 0 0 0,1 1 0 0 0,0 0-1 0 0,-1 0 1 0 0,1 0 0 0 0,-1-1 0 0 0,1 1-1 0 0,-1 0 1 0 0,1 0 0 0 0,-1 0 0 0 0,1 0 0 0 0,-1 0-1 0 0,1 0 1 0 0,0 0 0 0 0,-1 0 0 0 0,1 0-1 0 0,-1 0 1 0 0,1 0 0 0 0,-1 0 0 0 0,1 0 0 0 0,-1 0-1 0 0,1 1 1 0 0,0-1 0 0 0,-2 0 0 0 0,-10 3 779 0 0,0 0 1 0 0,0 1 0 0 0,0 1 0 0 0,0-1 0 0 0,-20 13 0 0 0,-51 37 1728 0 0,51-30-2034 0 0,1 1 1 0 0,1 1 0 0 0,-48 54 0 0 0,66-65-376 0 0,0 1-1 0 0,0 0 1 0 0,1 0 0 0 0,1 1-1 0 0,1 1 1 0 0,1 0 0 0 0,0 0 0 0 0,1 0-1 0 0,-7 33 1 0 0,12-40-181 0 0,1 0 0 0 0,1 0 0 0 0,0 0-1 0 0,1 0 1 0 0,0-1 0 0 0,0 1 0 0 0,1 0 0 0 0,0 0 0 0 0,1-1 0 0 0,1 0 0 0 0,-1 1 0 0 0,2-1-1 0 0,-1 0 1 0 0,1-1 0 0 0,1 1 0 0 0,0-1 0 0 0,0 0 0 0 0,1-1 0 0 0,8 10-1 0 0,4 2-97 0 0,1-1 0 0 0,1-1 0 0 0,1-1 0 0 0,0-1 0 0 0,1 0 0 0 0,35 16 0 0 0,-43-24-1298 0 0,-1-2 0 0 0,1 0 1 0 0,1-1-1 0 0,15 4 0 0 0,-22-7-815 0 0,0-1 0 0 0,0 0 0 0 0,0 0 0 0 0,0-1 0 0 0,9-1 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52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0 348 0 0,'0'0'2652'0'0,"-14"21"-3775"0"0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53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1 184 0 0,'3'19'525'0'0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73 1416 0 0,'9'-27'3907'0'0,"-6"20"-2617"0"0,-1 1 0 0 0,0-1 0 0 0,0 0 0 0 0,1-11 0 0 0,1 37 271 0 0,-20 66-575 0 0,-4 0 1 0 0,-42 111-1 0 0,36-118-739 0 0,-3 7-197 0 0,-21 70-1415 0 0,24-49-3955 0 0,26-101 4758 0 0,-2 6-3268 0 0,-1-1 721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4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1 297 568 0 0,'5'-35'3091'0'0,"-3"20"-1279"0"0,1 1-1 0 0,0-1 1 0 0,10-26-1 0 0,-13 40-1689 0 0,1 0 1 0 0,-1 0-1 0 0,0 0 1 0 0,1 0-1 0 0,0 0 1 0 0,-1 0-1 0 0,1 0 1 0 0,-1 0-1 0 0,1 0 0 0 0,0 0 1 0 0,0 1-1 0 0,-1-1 1 0 0,1 0-1 0 0,0 1 1 0 0,0-1-1 0 0,0 0 0 0 0,0 1 1 0 0,0-1-1 0 0,0 1 1 0 0,0-1-1 0 0,0 1 1 0 0,0 0-1 0 0,0 0 1 0 0,0-1-1 0 0,0 1 0 0 0,2 0 1 0 0,0 0 34 0 0,-1 1 1 0 0,1-1-1 0 0,-1 1 1 0 0,0 0 0 0 0,1-1-1 0 0,-1 1 1 0 0,0 0-1 0 0,1 1 1 0 0,-1-1-1 0 0,0 0 1 0 0,3 3-1 0 0,4 3 266 0 0,0 2 0 0 0,0-1 0 0 0,14 19 0 0 0,1 7 2 0 0,-3 0-1 0 0,27 56 1 0 0,-35-61-429 0 0,2-1 0 0 0,1 0 0 0 0,0-2 0 0 0,3 0 0 0 0,27 32 0 0 0,-44-56-23 0 0,0 0 1 0 0,0 0-1 0 0,0 0 0 0 0,0 0 0 0 0,1-1 1 0 0,-1 1-1 0 0,0-1 0 0 0,1 1 0 0 0,0-1 1 0 0,-1 0-1 0 0,1 0 0 0 0,0 0 0 0 0,-1 0 1 0 0,1-1-1 0 0,0 1 0 0 0,0-1 1 0 0,0 1-1 0 0,-1-1 0 0 0,1 0 0 0 0,0 0 1 0 0,0 0-1 0 0,0-1 0 0 0,4 0 0 0 0,-2-1 0 0 0,-1 0 0 0 0,0 0 0 0 0,1 0 0 0 0,-1 0 0 0 0,0-1 1 0 0,0 0-1 0 0,-1 0 0 0 0,1 0 0 0 0,0 0 0 0 0,-1-1 0 0 0,0 1 0 0 0,0-1 0 0 0,5-7 0 0 0,9-16-121 0 0,-1-1 0 0 0,22-54 1 0 0,15-65-138 0 0,-34 88 13 0 0,51-109 1 0 0,-69 165 278 0 0,1 0 0 0 0,0 0 0 0 0,-1 0 0 0 0,1 1-1 0 0,0-1 1 0 0,0 0 0 0 0,1 1 0 0 0,-1 0 0 0 0,1-1 0 0 0,-1 1 0 0 0,1 0 0 0 0,-1 0 0 0 0,6-2 0 0 0,-7 4 20 0 0,0-1 1 0 0,0 1-1 0 0,0 0 0 0 0,0 0 1 0 0,0 0-1 0 0,0-1 0 0 0,0 1 1 0 0,0 0-1 0 0,0 0 1 0 0,0 1-1 0 0,0-1 0 0 0,0 0 1 0 0,0 0-1 0 0,0 0 1 0 0,-1 1-1 0 0,1-1 0 0 0,0 0 1 0 0,2 2-1 0 0,-2-1 33 0 0,1 0 0 0 0,0 1 1 0 0,0-1-1 0 0,0 1 0 0 0,-1 0 0 0 0,1-1 0 0 0,-1 1 0 0 0,0 0 0 0 0,1 0 1 0 0,1 4-1 0 0,2 4 86 0 0,-1 1 0 0 0,0-1 1 0 0,-1 1-1 0 0,0 0 0 0 0,-1 0 1 0 0,0 0-1 0 0,-1 0 0 0 0,0 22 1 0 0,-2 8 107 0 0,-7 44 1 0 0,4-57-177 0 0,-33 193 418 0 0,-3 12-2614 0 0,38-180-586 0 0,2-49 1893 0 0,1 0 0 0 0,-1 1 0 0 0,1-1 0 0 0,0 0 1 0 0,0 0-1 0 0,0 0 0 0 0,0 0 0 0 0,1 0 0 0 0,2 6 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5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9 110 1104 0 0,'6'-15'3766'0'0,"-1"0"0"0"0,4-18 1 0 0,2-7 2066 0 0,-11 38-5525 0 0,3-3 434 0 0,-20 117 1287 0 0,-8 79-1389 0 0,24-179-750 0 0,1 0-1 0 0,1-1 0 0 0,0 1 0 0 0,1 0 0 0 0,2 11 0 0 0,-3-19-10 0 0,0 0-1 0 0,1-1 1 0 0,-1 1-1 0 0,0 0 1 0 0,1-1-1 0 0,0 1 1 0 0,0-1-1 0 0,0 1 0 0 0,0-1 1 0 0,1 0-1 0 0,-1 0 1 0 0,1 0-1 0 0,0 0 1 0 0,0-1-1 0 0,0 1 1 0 0,0-1-1 0 0,5 4 0 0 0,-6-6 40 0 0,1 1 0 0 0,-1-1-1 0 0,0 1 1 0 0,0-1-1 0 0,1 0 1 0 0,-1 0 0 0 0,0 0-1 0 0,1 0 1 0 0,-1 0 0 0 0,0 0-1 0 0,1-1 1 0 0,-1 1-1 0 0,0-1 1 0 0,0 0 0 0 0,0 0-1 0 0,4-1 1 0 0,29-18-718 0 0,-21 9 661 0 0,-1 0 0 0 0,0-1 0 0 0,-1-1 0 0 0,0-1 0 0 0,-1 1 0 0 0,0-2 0 0 0,-1 1 0 0 0,-1-1 0 0 0,13-28 0 0 0,2-14 2142 0 0,23-82-1 0 0,-34 95-855 0 0,-12 42-1133 0 0,-1 1-13 0 0,0 1-1 0 0,0 0 1 0 0,0 0 0 0 0,0 0-1 0 0,0 0 1 0 0,0-1 0 0 0,0 1 0 0 0,0 0-1 0 0,0 0 1 0 0,0 0 0 0 0,0-1-1 0 0,0 1 1 0 0,0 0 0 0 0,0 0-1 0 0,0 0 1 0 0,1 0 0 0 0,-1-1 0 0 0,0 1-1 0 0,0 0 1 0 0,0 0 0 0 0,0 0-1 0 0,0 0 1 0 0,0 0 0 0 0,1 0-1 0 0,-1-1 1 0 0,0 1 0 0 0,0 0 0 0 0,0 0-1 0 0,0 0 1 0 0,1 0 0 0 0,-1 0-1 0 0,0 0 1 0 0,0 0 0 0 0,0 0 0 0 0,1 0-1 0 0,1 13 117 0 0,-1 1 0 0 0,0-1-1 0 0,0 1 1 0 0,-2 0 0 0 0,0-1-1 0 0,-3 20 1 0 0,-1 10-4 0 0,3-19-112 0 0,-2 104 111 0 0,5-116-597 0 0,0 0 0 0 0,0 1-1 0 0,1-1 1 0 0,1 0-1 0 0,0 0 1 0 0,0 0-1 0 0,2 0 1 0 0,4 11 0 0 0,-8-21 281 0 0,0-1 0 0 0,1 1 1 0 0,-1 0-1 0 0,0 0 1 0 0,0-1-1 0 0,1 1 1 0 0,-1-1-1 0 0,1 1 0 0 0,-1-1 1 0 0,1 0-1 0 0,0 0 1 0 0,-1 1-1 0 0,1-1 1 0 0,0 0-1 0 0,0-1 0 0 0,0 1 1 0 0,0 0-1 0 0,2 0 1 0 0,-1 0-408 0 0,0-1 1 0 0,0 1-1 0 0,0-1 0 0 0,-1 0 1 0 0,1 0-1 0 0,0-1 1 0 0,0 1-1 0 0,3-1 1 0 0,16-5-5001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5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82 260 1788 0 0,'10'-76'9330'0'0,"1"-107"1"0"0,-13 213-8405 0 0,-1-1 1 0 0,-12 52 0 0 0,4-26-519 0 0,1-2-340 0 0,-32 205 855 0 0,32-173-1623 0 0,0 91 0 0 0,10-152-604 0 0,2-1-1 0 0,4 33 1 0 0,-3-46-43 0 0,-1 1 0 0 0,1-1 0 0 0,1 0 0 0 0,5 13 0 0 0,1-10-2810 0 0,4-2-1862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5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69 200 728 0 0,'7'-49'10835'0'0,"-1"-99"-1"0"0,-6 146-10550 0 0,-4 23 1195 0 0,-24 149 3388 0 0,1 91-2214 0 0,20-188-2174 0 0,4-37-247 0 0,-9 118 183 0 0,11-122-517 0 0,2 0 0 0 0,8 56 0 0 0,-9-84-148 0 0,0 0 1 0 0,1 0-1 0 0,0 0 1 0 0,0-1-1 0 0,0 1 1 0 0,0 0 0 0 0,0 0-1 0 0,1-1 1 0 0,0 1-1 0 0,-1-1 1 0 0,2 1-1 0 0,-1-1 1 0 0,0 0 0 0 0,0 0-1 0 0,1 0 1 0 0,3 3-1 0 0,-4-5 14 0 0,0 0 0 0 0,0-1 0 0 0,0 1-1 0 0,0-1 1 0 0,0 1 0 0 0,0-1 0 0 0,0 0-1 0 0,0 0 1 0 0,1 0 0 0 0,-1 0 0 0 0,0 0-1 0 0,0-1 1 0 0,0 1 0 0 0,0 0 0 0 0,0-1-1 0 0,0 0 1 0 0,3-1 0 0 0,33-16-3212 0 0,-37 17 3259 0 0,13-8-2364 0 0,0 0 0 0 0,-1 0 0 0 0,19-19 0 0 0,-7 3-5201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6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48 1444 0 0,'-215'7'17181'0'0,"212"-7"-16445"0"0,6 1-573 0 0,19 0-188 0 0,0 0 0 0 0,0-2 0 0 0,42-5-1 0 0,-10 0-780 0 0,175-16-4856 0 0,-78 4-1288 0 0,-115 13 3349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6 860 0 0,'42'-4'10860'0'0,"-22"3"-7961"0"0,-17 1-2117 0 0,0 1-36 0 0,-2-1-614 0 0,0 0 0 0 0,0 1 0 0 0,0-1-1 0 0,0 1 1 0 0,0-1 0 0 0,0 0 0 0 0,0 1 0 0 0,0 0 0 0 0,0-1-1 0 0,0 1 1 0 0,0 0 0 0 0,0-1 0 0 0,0 1 0 0 0,-1 0 0 0 0,1 0-1 0 0,1 1 1 0 0,1 10 640 0 0,-2 0 0 0 0,1 0 0 0 0,-1 0 0 0 0,-1 0 0 0 0,0 0 0 0 0,-1 0 0 0 0,-3 18 0 0 0,1 2 19 0 0,-2 28-79 0 0,-3 73 632 0 0,8-116-1593 0 0,1 1 0 0 0,0 0 0 0 0,2 0 0 0 0,0 0-1 0 0,7 21 1 0 0,-10-37 33 0 0,1 0 0 0 0,0 0-1 0 0,-1 0 1 0 0,1 0 0 0 0,0 0-1 0 0,0-1 1 0 0,0 1 0 0 0,0 0-1 0 0,0 0 1 0 0,0-1 0 0 0,0 1-1 0 0,1 0 1 0 0,-1-1 0 0 0,1 0-1 0 0,-1 1 1 0 0,1-1 0 0 0,-1 0-1 0 0,1 0 1 0 0,0 0 0 0 0,0 0-1 0 0,-1 0 1 0 0,1 0 0 0 0,0 0-1 0 0,0 0 1 0 0,3 0 0 0 0,-2-1-382 0 0,0 0 0 0 0,0-1 0 0 0,0 1 0 0 0,0-1 0 0 0,0 0 0 0 0,0 0 0 0 0,0 0 0 0 0,0 0 1 0 0,-1 0-1 0 0,1-1 0 0 0,-1 1 0 0 0,1-1 0 0 0,-1 0 0 0 0,1 1 0 0 0,-1-1 0 0 0,0 0 0 0 0,3-4 1 0 0,12-12-6529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6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163 181 3060 0 0,'-66'-91'9327'0'0,"48"69"-6596"0"0,-40-38-1 0 0,57 59-2782 0 0,1 1-1 0 0,-1-1 1 0 0,1 1 0 0 0,-1-1 0 0 0,1 1 0 0 0,-1-1 0 0 0,0 1 0 0 0,1-1 0 0 0,-1 1 0 0 0,0 0 0 0 0,1-1 0 0 0,-1 1 0 0 0,0 0-1 0 0,1 0 1 0 0,-1-1 0 0 0,0 1 0 0 0,0 0 0 0 0,1 0 0 0 0,-1 0 0 0 0,0 0 0 0 0,-1 0 0 0 0,2 0-41 0 0,-1 1 1 0 0,1-1-1 0 0,0 0 1 0 0,-1 1-1 0 0,1-1 1 0 0,0 1-1 0 0,-1-1 1 0 0,1 0-1 0 0,0 1 1 0 0,0-1-1 0 0,-1 1 1 0 0,1-1-1 0 0,0 1 0 0 0,0-1 1 0 0,0 1-1 0 0,0-1 1 0 0,-1 1-1 0 0,1-1 1 0 0,0 1-1 0 0,0-1 1 0 0,0 1-1 0 0,0 0 1 0 0,5 34-6938 0 0,-2-21 1890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6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0 1772 0 0,'5'10'3369'0'0,"0"-1"0"0"0,-1 1 1 0 0,5 18-1 0 0,-5-13-26 0 0,3 31 1 0 0,-6 80 827 0 0,-3-80-2415 0 0,-7 236 696 0 0,-85 512 0 0 0,84-739-2598 0 0,-20 91-1229 0 0,22-128-1917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6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3 369 1204 0 0,'-2'-30'2267'0'0,"1"0"-1"0"0,2 0 1 0 0,1 0-1 0 0,9-44 1 0 0,-10 66-2078 0 0,2-1 0 0 0,-1 1 1 0 0,1 0-1 0 0,0 0 0 0 0,1 0 1 0 0,0 0-1 0 0,0 1 0 0 0,0 0 0 0 0,1 0 1 0 0,1 0-1 0 0,-1 0 0 0 0,1 1 0 0 0,0 0 1 0 0,0 0-1 0 0,1 0 0 0 0,-1 1 0 0 0,1 0 1 0 0,1 0-1 0 0,-1 1 0 0 0,11-5 1 0 0,1 2-28 0 0,-1 1 0 0 0,1 1 1 0 0,1 1-1 0 0,-1 1 0 0 0,1 0 1 0 0,-1 1-1 0 0,1 2 0 0 0,0 0 1 0 0,0 1-1 0 0,25 4 0 0 0,-22-1-92 0 0,0 0-1 0 0,0 2 1 0 0,-1 1-1 0 0,0 0 1 0 0,0 2-1 0 0,-1 1 1 0 0,0 0-1 0 0,27 18 0 0 0,-42-24 70 0 0,-1 1-1 0 0,1-1 0 0 0,-1 1 0 0 0,0 0 1 0 0,0 0-1 0 0,0 1 0 0 0,-1-1 0 0 0,6 10 1 0 0,-8-12-39 0 0,-1 1 1 0 0,1-1-1 0 0,-1 1 1 0 0,1 0 0 0 0,-1 0-1 0 0,0-1 1 0 0,-1 1 0 0 0,1 0-1 0 0,-1 0 1 0 0,1 0 0 0 0,-1 0-1 0 0,0 0 1 0 0,-1 0-1 0 0,1 0 1 0 0,-1 0 0 0 0,-1 5-1 0 0,-2 2-15 0 0,0-1 1 0 0,-1 1-1 0 0,0-1 0 0 0,-1 0 0 0 0,0-1 0 0 0,-1 0 0 0 0,0 0 0 0 0,0 0 0 0 0,-1 0 0 0 0,0-1 0 0 0,0-1 1 0 0,-1 1-1 0 0,0-2 0 0 0,0 1 0 0 0,-1-1 0 0 0,-12 6 0 0 0,0-1-130 0 0,-1-1 1 0 0,0 0-1 0 0,-1-2 0 0 0,0-1 1 0 0,0-1-1 0 0,-34 4 0 0 0,44-8-405 0 0,0-1 0 0 0,0 0 0 0 0,1-1 0 0 0,-18-2 0 0 0,27 2 112 0 0,1-1 1 0 0,0 0 0 0 0,0 0-1 0 0,0 0 1 0 0,0 0 0 0 0,0 0-1 0 0,0 0 1 0 0,0-1-1 0 0,0 0 1 0 0,-4-2 0 0 0,6 2-65 0 0,0 1 0 0 0,-1-1-1 0 0,1 1 1 0 0,0-1 0 0 0,0 1 0 0 0,0-1 0 0 0,0 0 0 0 0,0 1 0 0 0,0-1 0 0 0,1 0 0 0 0,-1 0 0 0 0,0 0 0 0 0,1 0 0 0 0,0 1 0 0 0,-1-1-1 0 0,1 0 1 0 0,0 0 0 0 0,0 0 0 0 0,0-3 0 0 0,3-16-6202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7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2556 0 0,'13'-65'7956'0'0,"7"-21"2061"0"0,-15 73-8836 0 0,-4 13-1165 0 0,-1 0 0 0 0,0 0 0 0 0,0 0 0 0 0,0 0 0 0 0,0 0 0 0 0,0 0 0 0 0,0 0 0 0 0,0 0 0 0 0,0 0-1 0 0,1 0 1 0 0,-1 0 0 0 0,0 0 0 0 0,0 0 0 0 0,0 0 0 0 0,0 0 0 0 0,0 0 0 0 0,0 0 0 0 0,0 0 0 0 0,0 0 0 0 0,1 0 0 0 0,-1 0 0 0 0,0 0 0 0 0,0 0 0 0 0,0 0 0 0 0,0 0 0 0 0,0 0 0 0 0,0 0 0 0 0,0 0-1 0 0,0 0 1 0 0,0 0 0 0 0,0 0 0 0 0,0 1 0 0 0,1-1 0 0 0,-1 0 0 0 0,0 0 0 0 0,0 0 0 0 0,0 0 0 0 0,0 0 0 0 0,0 0 0 0 0,0 0 0 0 0,0 0 0 0 0,0 0 0 0 0,0 1 0 0 0,0-1 0 0 0,0 0 0 0 0,0 0 0 0 0,0 0 0 0 0,0 0-1 0 0,0 0 1 0 0,0 0 0 0 0,0 0 0 0 0,0 0 0 0 0,0 1 0 0 0,0-1 0 0 0,2 27 1027 0 0,-2-21-925 0 0,11 310 3613 0 0,-10 161-3177 0 0,-2-432-1384 0 0,0 69-2956 0 0,2-93 144 0 0,6 32 0 0 0,-2-38-1752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7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0 225 616 0 0,'15'-40'9393'0'0,"17"-73"-1"0"0,-14 41-122 0 0,-20 177-6064 0 0,1 39-1926 0 0,3-105-3939 0 0,10 64 0 0 0,-12-100 2235 0 0,1 0 0 0 0,-1-1 1 0 0,1 1-1 0 0,0-1 0 0 0,0 0 0 0 0,0 1 0 0 0,0-1 0 0 0,0 0 0 0 0,1 1 0 0 0,-1-1 1 0 0,3 3-1 0 0,3-1-2371 0 0,-6-4 2446 0 0,-1 0 0 0 0,1 1-1 0 0,0-1 1 0 0,0 0 0 0 0,0 0-1 0 0,0 0 1 0 0,0 0 0 0 0,0 0-1 0 0,0 0 1 0 0,0 0 0 0 0,0 0 0 0 0,0 0-1 0 0,0-1 1 0 0,0 1 0 0 0,-1 0-1 0 0,1 0 1 0 0,0-1 0 0 0,0 1-1 0 0,0-1 1 0 0,0 1 0 0 0,4-5-1747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7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101 134 2144 0 0,'-41'-76'11659'0'0,"11"30"-6818"0"0,29 45-4813 0 0,1 0 0 0 0,0 1 0 0 0,-1-1 0 0 0,1 1 0 0 0,0-1 0 0 0,-1 0 1 0 0,1 1-1 0 0,-1-1 0 0 0,1 1 0 0 0,-1-1 0 0 0,1 1 0 0 0,-1-1 0 0 0,1 1 0 0 0,-1-1 0 0 0,0 1 1 0 0,1 0-1 0 0,-1-1 0 0 0,0 1 0 0 0,1 0 0 0 0,-1 0 0 0 0,0-1 0 0 0,1 1 0 0 0,-2 0 1 0 0,1 0-76 0 0,0 1 1 0 0,1-1 0 0 0,-1 0 0 0 0,1 1 0 0 0,-1-1-1 0 0,1 1 1 0 0,-1-1 0 0 0,1 1 0 0 0,0-1 0 0 0,-1 1-1 0 0,1-1 1 0 0,-1 1 0 0 0,1-1 0 0 0,0 1 0 0 0,0 0-1 0 0,-1-1 1 0 0,1 1 0 0 0,0-1 0 0 0,0 1 0 0 0,0 0-1 0 0,-6 37-3378 0 0,6-36 3263 0 0,-1 54-7499 0 0,1-35 2965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7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343 130 556 0 0,'10'-14'6621'0'0,"-8"11"-5517"0"0,-1 1-1 0 0,0-1 1 0 0,0 0-1 0 0,0 1 1 0 0,0-1-1 0 0,-1 0 1 0 0,1-4-1 0 0,0 3-559 0 0,-1 1-1 0 0,0-1 1 0 0,0 0 0 0 0,-1 0-1 0 0,1 0 1 0 0,-1 0 0 0 0,0 0-1 0 0,0 1 1 0 0,0-1-1 0 0,-1 0 1 0 0,1 1 0 0 0,-1-1-1 0 0,0 1 1 0 0,0 0 0 0 0,0-1-1 0 0,-4-4 1 0 0,4 6-474 0 0,0 0-1 0 0,0 0 1 0 0,0 0 0 0 0,-1 0 0 0 0,1 1-1 0 0,0-1 1 0 0,-1 1 0 0 0,1-1-1 0 0,-1 1 1 0 0,1 0 0 0 0,-1 0 0 0 0,1 0-1 0 0,-1 0 1 0 0,0 1 0 0 0,0-1-1 0 0,-4 1 1 0 0,1-1-41 0 0,0 2-1 0 0,0-1 0 0 0,0 1 1 0 0,0 0-1 0 0,0 0 1 0 0,0 0-1 0 0,-8 4 1 0 0,-3 2-65 0 0,1 1 1 0 0,-1 0 0 0 0,1 1-1 0 0,-19 15 1 0 0,21-13 35 0 0,0 0 0 0 0,1 1 0 0 0,1 0 0 0 0,0 1 0 0 0,-15 21 0 0 0,21-26-4 0 0,1 1 0 0 0,0 0 1 0 0,0 0-1 0 0,1 0 0 0 0,0 0 0 0 0,0 0 1 0 0,1 1-1 0 0,1 0 0 0 0,-1 0 0 0 0,-1 19 1 0 0,4-22-203 0 0,0-1-1 0 0,0 0 1 0 0,1 1 0 0 0,0-1-1 0 0,0 1 1 0 0,0-1 0 0 0,1 0 0 0 0,0 0-1 0 0,0 0 1 0 0,1 0 0 0 0,-1 0 0 0 0,1-1-1 0 0,1 1 1 0 0,6 9 0 0 0,-4-8-234 0 0,1 0 1 0 0,0-1-1 0 0,0 0 1 0 0,0 0-1 0 0,1 0 1 0 0,0-1-1 0 0,0 0 1 0 0,0-1-1 0 0,11 5 1 0 0,4-1-1170 0 0,1-1 0 0 0,0 0 1 0 0,0-2-1 0 0,0-1 1 0 0,1-1-1 0 0,43 1 1 0 0,-16-6-3681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8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302 154 1204 0 0,'3'-7'1129'0'0,"0"0"1"0"0,-1 0-1 0 0,0-1 1 0 0,0 1-1 0 0,-1-1 0 0 0,0 0 1 0 0,0 1-1 0 0,0-1 1 0 0,-2-8-1 0 0,1 13-851 0 0,0-1 0 0 0,0 1 0 0 0,-1 0 0 0 0,0 0 0 0 0,1-1 0 0 0,-1 1 0 0 0,0 0-1 0 0,-1 0 1 0 0,1 0 0 0 0,0 0 0 0 0,-1 0 0 0 0,0 0 0 0 0,0 0 0 0 0,0 0 0 0 0,0 1 0 0 0,0-1 0 0 0,0 1 0 0 0,-1-1 0 0 0,1 1 0 0 0,-1 0 0 0 0,0 0-1 0 0,-3-2 1 0 0,3 3-201 0 0,0 0-1 0 0,1 1 1 0 0,-1-1-1 0 0,0 1 1 0 0,0-1-1 0 0,0 1 1 0 0,0 0-1 0 0,0 0 0 0 0,0 0 1 0 0,0 1-1 0 0,0-1 1 0 0,0 1-1 0 0,-5 1 1 0 0,-35 15 757 0 0,29-10-663 0 0,0 1 0 0 0,0 1 1 0 0,1 0-1 0 0,0 1 1 0 0,0 1-1 0 0,1 0 0 0 0,-11 13 1 0 0,14-14-129 0 0,1 0 1 0 0,0 1 0 0 0,1 0 0 0 0,0 0-1 0 0,1 0 1 0 0,0 1 0 0 0,1 0-1 0 0,0 0 1 0 0,-3 16 0 0 0,7-24-60 0 0,0 0 0 0 0,0 0 0 0 0,1-1 0 0 0,-1 1 0 0 0,1 0 0 0 0,0 0 0 0 0,0 0 0 0 0,1-1 0 0 0,-1 1 0 0 0,1 0 1 0 0,0 0-1 0 0,0-1 0 0 0,0 1 0 0 0,0 0 0 0 0,1-1 0 0 0,-1 1 0 0 0,1-1 0 0 0,0 0 0 0 0,0 1 0 0 0,0-1 0 0 0,0 0 0 0 0,1 0 0 0 0,-1 0 0 0 0,1-1 0 0 0,0 1 1 0 0,0-1-1 0 0,0 1 0 0 0,0-1 0 0 0,0 0 0 0 0,0 0 0 0 0,8 3 0 0 0,-5-3-130 0 0,1 1 0 0 0,0-1 0 0 0,0-1 0 0 0,0 1 0 0 0,0-1 0 0 0,1 0 0 0 0,-1-1 0 0 0,0 1 0 0 0,0-1 0 0 0,1-1 0 0 0,-1 0 0 0 0,0 0 0 0 0,0 0 0 0 0,0-1 0 0 0,0 0 0 0 0,8-3 0 0 0,-2-1 56 0 0,-1-1 0 0 0,1 0 1 0 0,-1-1-1 0 0,0-1 0 0 0,-1 0 0 0 0,0 0 0 0 0,15-18 1 0 0,3-7 1868 0 0,26-41 0 0 0,-33 43 705 0 0,-21 31-2469 0 0,-1 0 1 0 0,0 1-1 0 0,1-1 1 0 0,-1 0-1 0 0,1 1 0 0 0,-1-1 1 0 0,1 0-1 0 0,0 1 1 0 0,-1-1-1 0 0,1 1 0 0 0,-1-1 1 0 0,1 1-1 0 0,0-1 1 0 0,0 1-1 0 0,-1-1 0 0 0,1 1 1 0 0,0 0-1 0 0,0-1 1 0 0,-1 1-1 0 0,1 0 0 0 0,1 0 1 0 0,-2 0-12 0 0,1 0 1 0 0,-1 0 0 0 0,1 1-1 0 0,-1-1 1 0 0,1 0-1 0 0,-1 1 1 0 0,0-1-1 0 0,1 1 1 0 0,-1-1-1 0 0,0 1 1 0 0,1-1 0 0 0,-1 0-1 0 0,0 1 1 0 0,1-1-1 0 0,-1 1 1 0 0,0 0-1 0 0,0-1 1 0 0,0 1-1 0 0,1-1 1 0 0,-1 1-1 0 0,0-1 1 0 0,0 2 0 0 0,2 44-5 0 0,-2-39 39 0 0,0-5-55 0 0,0 20 190 0 0,1 0 0 0 0,5 32 0 0 0,-5-47-461 0 0,1 0-1 0 0,0 0 1 0 0,0-1 0 0 0,7 13-1 0 0,-7-15-160 0 0,-1-1 0 0 0,2 0 0 0 0,-1 0 0 0 0,0 0 0 0 0,1 0 0 0 0,-1-1 0 0 0,1 1 0 0 0,0-1 0 0 0,0 1 0 0 0,4 1 0 0 0,-5-3-124 0 0,0-1-1 0 0,0 1 1 0 0,0-1-1 0 0,0 0 1 0 0,0 0-1 0 0,0 0 1 0 0,0 0 0 0 0,0 0-1 0 0,0 0 1 0 0,0-1-1 0 0,0 1 1 0 0,0-1-1 0 0,0 1 1 0 0,0-1-1 0 0,0 0 1 0 0,3-1 0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8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10 271 1920 0 0,'0'-143'16227'0'0,"-2"65"-11816"0"0,-5 36-4398 0 0,7 41 83 0 0,0-6 1302 0 0,0 18-722 0 0,22 257 3316 0 0,-8 137-3042 0 0,-12 36-1772 0 0,0-411-197 0 0,-1-16-2267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2:59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75 114 2344 0 0,'-24'-20'8627'0'0,"-24"-26"0"0"0,48 46-8610 0 0,-1 0 1 0 0,1 0 0 0 0,0 0-1 0 0,0-1 1 0 0,0 1 0 0 0,0 0-1 0 0,-1 0 1 0 0,1-1 0 0 0,0 1-1 0 0,0 0 1 0 0,0 0-1 0 0,0-1 1 0 0,0 1 0 0 0,0 0-1 0 0,0 0 1 0 0,0-1 0 0 0,0 1-1 0 0,0 0 1 0 0,0 0-1 0 0,0-1 1 0 0,0 1 0 0 0,0 0-1 0 0,0-1 1 0 0,0 1 0 0 0,0 0-1 0 0,0 0 1 0 0,0-1 0 0 0,0 1-1 0 0,0 0 1 0 0,0 0-1 0 0,0-1 1 0 0,0 1 0 0 0,1 0-1 0 0,-1-1 1 0 0,10-6 305 0 0,14-2-64 0 0,18 2-1105 0 0,0 2-1 0 0,74 0 0 0 0,-11 2-9114 0 0,-81 0 4069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52 2768 0 0,'-1'-26'9763'0'0,"1"24"-8979"0"0,-6-22 6642 0 0,6 32-6078 0 0,39 263 731 0 0,-19-141-2657 0 0,-16-110-577 0 0,1-1 0 0 0,1 0-1 0 0,1 0 1 0 0,13 28 0 0 0,-2-20-2323 0 0,-3-12-1924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3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33 389 2736 0 0,'-32'-111'17987'0'0,"50"135"-13700"0"0,32 53-3187 0 0,-34-53-906 0 0,0 0 1 0 0,2-1 0 0 0,1 0-1 0 0,1-2 1 0 0,26 23 0 0 0,-44-43-173 0 0,-1 1-1 0 0,0-1 1 0 0,1 0 0 0 0,-1 0-1 0 0,0 0 1 0 0,1-1 0 0 0,-1 1-1 0 0,1 0 1 0 0,-1 0 0 0 0,1-1 0 0 0,0 1-1 0 0,-1-1 1 0 0,1 1 0 0 0,0-1-1 0 0,-1 0 1 0 0,1 0 0 0 0,0 0-1 0 0,-1 0 1 0 0,1 0 0 0 0,0 0 0 0 0,-1 0-1 0 0,4-1 1 0 0,-3 0-13 0 0,1 0 1 0 0,-1-1-1 0 0,0 1 1 0 0,0-1-1 0 0,0 1 1 0 0,0-1-1 0 0,0 0 1 0 0,-1 1-1 0 0,1-1 0 0 0,0 0 1 0 0,-1 0-1 0 0,1-1 1 0 0,1-2-1 0 0,3-8 6 0 0,-1 1 0 0 0,0-1-1 0 0,-1 0 1 0 0,4-18 0 0 0,4-38 81 0 0,-4-1 0 0 0,1-83 0 0 0,-5 77-310 0 0,-4 42-1000 0 0,1-4-3299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4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43 4152 0 0,'-7'-43'13729'0'0,"12"43"-13259"0"0,0 1-1 0 0,0 0 1 0 0,0 0 0 0 0,0 0 0 0 0,-1 0-1 0 0,1 1 1 0 0,0 0 0 0 0,0 0-1 0 0,5 4 1 0 0,41 28 1296 0 0,-36-23-1150 0 0,23 17-49 0 0,-1 3 1 0 0,-1 1-1 0 0,-2 1 1 0 0,-1 2-1 0 0,-2 2 1 0 0,-1 0-1 0 0,24 42 1 0 0,-33-43-456 0 0,-1 1 1 0 0,-2 0-1 0 0,-2 1 1 0 0,-1 1-1 0 0,-2 1 1 0 0,-2 0-1 0 0,-2 0 1 0 0,7 58-1 0 0,-12-38-420 0 0,-3 1 0 0 0,-2 0 0 0 0,-3 0-1 0 0,-23 120 1 0 0,5-87-1890 0 0,-5-2-1 0 0,-53 127 0 0 0,34-120-1757 0 0,12-34-1681 0 0,-9 8-4741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5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54 2536 0 0,'4'-12'2553'0'0,"5"-19"9772"0"0,-7 22-10843 0 0,-1 8-780 0 0,-3 15 189 0 0,-9 73 14 0 0,-5 54 72 0 0,15-118-2149 0 0,1 0-1 0 0,1 1 1 0 0,8 45 0 0 0,-2-44-2246 0 0,3-11-2011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5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75 159 2896 0 0,'6'-28'8473'0'0,"5"-31"-1"0"0,-11 57-7742 0 0,0-6 2560 0 0,-7 144 3137 0 0,2-78-5522 0 0,5 83 1 0 0,0-132-1073 0 0,1-1 0 0 0,0 0 0 0 0,1 0 0 0 0,0 0 0 0 0,0 0 0 0 0,1 0-1 0 0,0 0 1 0 0,0-1 0 0 0,1 1 0 0 0,5 8 0 0 0,-7-13-11 0 0,0-1-1 0 0,1 1 0 0 0,-1-1 1 0 0,0 1-1 0 0,1-1 1 0 0,0 0-1 0 0,-1 0 0 0 0,1 0 1 0 0,0-1-1 0 0,0 1 1 0 0,0 0-1 0 0,0-1 0 0 0,0 0 1 0 0,0 0-1 0 0,0 0 1 0 0,1 0-1 0 0,-1-1 0 0 0,0 1 1 0 0,0-1-1 0 0,1 0 1 0 0,-1 1-1 0 0,1-2 0 0 0,-1 1 1 0 0,0 0-1 0 0,0-1 1 0 0,1 1-1 0 0,5-3 0 0 0,1-1-124 0 0,1 0 0 0 0,-1 0 0 0 0,-1-1 0 0 0,1 0 0 0 0,-1-1 0 0 0,0 0 0 0 0,0 0 0 0 0,0-1 0 0 0,-1-1 0 0 0,0 1-1 0 0,-1-1 1 0 0,0 0 0 0 0,9-13 0 0 0,-5 5 135 0 0,-1 0-1 0 0,-1 0 1 0 0,0-2-1 0 0,-1 1 1 0 0,-1-1-1 0 0,9-34 1 0 0,-14 42 240 0 0,0-1 0 0 0,-1 1 0 0 0,0-1 1 0 0,0 0-1 0 0,-1 0 0 0 0,-1 1 0 0 0,0-1 0 0 0,-1 0 0 0 0,0 1 1 0 0,0-1-1 0 0,-1 1 0 0 0,0 0 0 0 0,-1 0 0 0 0,-5-10 1 0 0,6 13-30 0 0,-1 0 0 0 0,0 1 0 0 0,-1-1 0 0 0,1 1 0 0 0,-1 0 0 0 0,0 1 1 0 0,-1-1-1 0 0,1 1 0 0 0,-1 0 0 0 0,0 0 0 0 0,0 1 0 0 0,-1 0 0 0 0,1 0 1 0 0,-1 0-1 0 0,0 1 0 0 0,0 0 0 0 0,0 0 0 0 0,-1 1 0 0 0,1 0 1 0 0,-9-2-1 0 0,2 3-92 0 0,0-1 0 0 0,1 2 0 0 0,-1-1 0 0 0,0 2 1 0 0,0 0-1 0 0,1 1 0 0 0,-1 0 0 0 0,1 1 1 0 0,-1 0-1 0 0,1 1 0 0 0,0 1 0 0 0,1 0 0 0 0,-1 1 1 0 0,1 0-1 0 0,-15 10 0 0 0,25-14-186 0 0,0 0 0 0 0,0 0 0 0 0,-1 0 0 0 0,1 0 0 0 0,0 1-1 0 0,1-1 1 0 0,-1 1 0 0 0,0-1 0 0 0,-1 4 0 0 0,3-5-7 0 0,0-1-1 0 0,-1 1 1 0 0,1 0 0 0 0,0 0-1 0 0,0-1 1 0 0,0 1 0 0 0,-1 0-1 0 0,1 0 1 0 0,0 0 0 0 0,0 0-1 0 0,0-1 1 0 0,1 1 0 0 0,-1 0-1 0 0,0 0 1 0 0,0 0-1 0 0,0-1 1 0 0,0 1 0 0 0,1 0-1 0 0,-1 0 1 0 0,0-1 0 0 0,1 1-1 0 0,-1 0 1 0 0,1-1 0 0 0,-1 1-1 0 0,1 0 1 0 0,-1-1-1 0 0,1 1 1 0 0,-1-1 0 0 0,1 1-1 0 0,0 0 1 0 0,-1-1 0 0 0,1 0-1 0 0,0 1 1 0 0,-1-1 0 0 0,1 1-1 0 0,0-1 1 0 0,-1 0 0 0 0,1 1-1 0 0,1-1 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6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25 1216 0 0,'-20'-25'14290'0'0,"20"26"-14195"0"0,-4 16 1577 0 0,-13 189 4746 0 0,-2 20-4669 0 0,17-182-1148 0 0,2-42-391 0 0,2-3-225 0 0,0 0-1 0 0,-1 0 1 0 0,1-1-1 0 0,-1 1 1 0 0,1-1 0 0 0,-1 1-1 0 0,1-1 1 0 0,-1 1-1 0 0,0-1 1 0 0,0 0-1 0 0,0 0 1 0 0,0 0 0 0 0,0 1-1 0 0,0-1 1 0 0,-1 0-1 0 0,2-4 1 0 0,-1 2-30 0 0,90-185-915 0 0,-72 157 897 0 0,1 0 0 0 0,1 1-1 0 0,41-44 1 0 0,-52 64 7 0 0,1 0 0 0 0,0 1 0 0 0,1 0 0 0 0,0 1-1 0 0,1 0 1 0 0,26-14 0 0 0,-37 23 72 0 0,0-1 0 0 0,0 1 0 0 0,-1-1 0 0 0,1 1 0 0 0,0 0 0 0 0,0-1 0 0 0,0 1 0 0 0,0 0 0 0 0,0 0 0 0 0,0 1 0 0 0,0-1 0 0 0,0 0 0 0 0,0 1 0 0 0,0-1 0 0 0,0 1 0 0 0,0 0 0 0 0,0-1 0 0 0,0 1 0 0 0,0 0 0 0 0,-1 0 0 0 0,1 0 0 0 0,0 0 0 0 0,-1 1 0 0 0,1-1 0 0 0,-1 0 0 0 0,3 4 0 0 0,1 0 115 0 0,-1 0 0 0 0,0 1-1 0 0,0-1 1 0 0,0 1 0 0 0,-1 0 0 0 0,4 8 0 0 0,0 9 184 0 0,0 0-1 0 0,-1 0 1 0 0,-2 1 0 0 0,0 0-1 0 0,-2 0 1 0 0,-1 39-1 0 0,7 50 185 0 0,-7-105-490 0 0,-1-5-158 0 0,0-1 0 0 0,0 0 0 0 0,0 1 0 0 0,0-1 0 0 0,1 0 0 0 0,-1 0 1 0 0,1 1-1 0 0,-1-1 0 0 0,1 0 0 0 0,0 0 0 0 0,0 0 0 0 0,0 0 0 0 0,0 0 0 0 0,0 0 1 0 0,1 0-1 0 0,-1 0 0 0 0,0 0 0 0 0,1-1 0 0 0,-1 1 0 0 0,1 0 0 0 0,0-1 1 0 0,2 2-1 0 0,-3-3-78 0 0,0 1 0 0 0,0-1 1 0 0,0 0-1 0 0,1 0 0 0 0,-1 0 1 0 0,0 0-1 0 0,0 0 0 0 0,0-1 1 0 0,0 1-1 0 0,0 0 0 0 0,1 0 0 0 0,-1-1 1 0 0,0 1-1 0 0,0-1 0 0 0,0 1 1 0 0,0-1-1 0 0,0 1 0 0 0,0-1 1 0 0,0 0-1 0 0,0 1 0 0 0,0-1 1 0 0,-1 0-1 0 0,1 0 0 0 0,0 0 1 0 0,0 1-1 0 0,-1-1 0 0 0,2-2 1 0 0,16-25-8734 0 0,-10 10 1699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6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48 5733 0 0,'-28'-8'3036'0'0,"4"1"-732"0"0,5 0-480 0 0,0 4-372 0 0,4-4-316 0 0,1 3-239 0 0,2 1-201 0 0,2-2-388 0 0,-7 1-664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7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277 123 1492 0 0,'-27'-122'16630'0'0,"25"125"-16470"0"0,1-1 0 0 0,-1 1 1 0 0,1 0-1 0 0,0 0 0 0 0,0 0 0 0 0,-1 5 1 0 0,-23 124 1682 0 0,12-55-1396 0 0,-81 431 744 0 0,73-391-681 0 0,27-135-521 0 0,0 0-1 0 0,2 0 1 0 0,0 1-1 0 0,1 0 1 0 0,1 1-1 0 0,0 0 1 0 0,1 0-1 0 0,26-26 0 0 0,-32 37-11 0 0,0 0-1 0 0,0 0 1 0 0,0 1-1 0 0,1 0 1 0 0,-1 0-1 0 0,1 0 1 0 0,0 1-1 0 0,0-1 1 0 0,1 1-1 0 0,-1 1 1 0 0,1 0-1 0 0,-1 0 1 0 0,1 0-1 0 0,0 0 1 0 0,7 0-1 0 0,-6 2 7 0 0,1 0 0 0 0,-1 0 0 0 0,0 1 0 0 0,0 0 0 0 0,0 1 0 0 0,0 0 0 0 0,-1 0 0 0 0,1 0 0 0 0,0 1 0 0 0,-1 0 0 0 0,1 1 0 0 0,10 6 0 0 0,-5-1 27 0 0,-1-1 0 0 0,0 1-1 0 0,-1 1 1 0 0,0 0 0 0 0,-1 1 0 0 0,0 0-1 0 0,0 0 1 0 0,-1 1 0 0 0,0 1 0 0 0,7 14-1 0 0,-13-21 49 0 0,-1-1 0 0 0,1 0-1 0 0,-1 0 1 0 0,0 1-1 0 0,0-1 1 0 0,-1 1-1 0 0,0 0 1 0 0,0-1-1 0 0,0 1 1 0 0,0 0-1 0 0,-1 0 1 0 0,0 0 0 0 0,-1-1-1 0 0,1 1 1 0 0,-1 0-1 0 0,0 0 1 0 0,0-1-1 0 0,-1 1 1 0 0,0 0-1 0 0,0-1 1 0 0,0 0-1 0 0,0 1 1 0 0,-1-1-1 0 0,0 0 1 0 0,0 0 0 0 0,-1-1-1 0 0,1 1 1 0 0,-8 6-1 0 0,0-1 23 0 0,-1 0-1 0 0,0-1 1 0 0,-1 0 0 0 0,0-1-1 0 0,-1-1 1 0 0,1 0 0 0 0,-1-1-1 0 0,-1 0 1 0 0,1-1-1 0 0,-1-1 1 0 0,0 0 0 0 0,0-1-1 0 0,-19 1 1 0 0,3-2-95 0 0,0 0 0 0 0,1-2 0 0 0,-1-2 0 0 0,0-1-1 0 0,-49-11 1 0 0,74 13-451 0 0,-1 0-1 0 0,1-1 0 0 0,0 0 1 0 0,0-1-1 0 0,0 1 1 0 0,-8-6-1 0 0,13 8 292 0 0,0-1 0 0 0,0 0 0 0 0,0 0 0 0 0,0 0 0 0 0,0 1 0 0 0,0-1 0 0 0,0 0 0 0 0,1 0 0 0 0,-1 0 0 0 0,0 0 0 0 0,1 0 0 0 0,-1 0 0 0 0,1 0 0 0 0,-1 0 0 0 0,1-1 0 0 0,0 1 0 0 0,-1 0 0 0 0,1 0 0 0 0,0 0 0 0 0,0 0 0 0 0,0-1 0 0 0,-1 1 0 0 0,1 0 0 0 0,1 0 0 0 0,-1 0 0 0 0,0-1 0 0 0,0 1 0 0 0,0 0 0 0 0,1 0 0 0 0,-1 0 0 0 0,0 0 0 0 0,1 0 0 0 0,-1 0 0 0 0,1-1 0 0 0,0 1 0 0 0,-1 0 0 0 0,1 0 0 0 0,0 1 0 0 0,-1-1 0 0 0,1 0 0 0 0,1-1 0 0 0,33-34-6497 0 0,-10 14 1030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7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215 204 2628 0 0,'44'-27'11499'0'0,"-42"27"-10661"0"0,-1 0-680 0 0,0 0-1 0 0,0 0 0 0 0,0 0 1 0 0,0 0-1 0 0,0 1 0 0 0,-1-1 1 0 0,1 0-1 0 0,0 1 1 0 0,0-1-1 0 0,0 0 0 0 0,-1 1 1 0 0,1-1-1 0 0,0 1 0 0 0,0 0 1 0 0,5 14 550 0 0,-1 0 0 0 0,0 0 0 0 0,-1 0 0 0 0,2 21 1 0 0,-2-14-287 0 0,10 32 0 0 0,-8-33-253 0 0,2-1-1 0 0,1 0 0 0 0,0 0 0 0 0,23 34 0 0 0,-27-48-132 0 0,0 0-1 0 0,0 0 1 0 0,0 0-1 0 0,1 0 0 0 0,0-1 1 0 0,0 0-1 0 0,1 0 1 0 0,-1-1-1 0 0,1 0 1 0 0,0 0-1 0 0,0 0 1 0 0,0-1-1 0 0,1 0 0 0 0,-1-1 1 0 0,1 0-1 0 0,13 3 1 0 0,-14-4-18 0 0,-1-1 1 0 0,1 1 0 0 0,0-1-1 0 0,0 0 1 0 0,0-1-1 0 0,0 0 1 0 0,0 0 0 0 0,0 0-1 0 0,-1-1 1 0 0,1 0 0 0 0,0 0-1 0 0,-1-1 1 0 0,9-4-1 0 0,-7 2-29 0 0,1-1-1 0 0,-1 0 0 0 0,0 0 0 0 0,-1-1 1 0 0,1 1-1 0 0,-2-2 0 0 0,1 1 0 0 0,8-13 1 0 0,-2-1-43 0 0,-1 0 0 0 0,-1-1 0 0 0,-1 0 0 0 0,-1-1 0 0 0,-1 0 0 0 0,9-43 0 0 0,-6 9 503 0 0,-3 0 0 0 0,1-99-1 0 0,-11 149-398 0 0,-4 15-47 0 0,-3 18-24 0 0,-97 576 2446 0 0,102-578-2394 0 0,-36 297 706 0 0,-53 328 284 0 0,81-582-906 0 0,-41 125 1 0 0,45-170-80 0 0,-1-1 1 0 0,0-1 0 0 0,-1 0 0 0 0,-2 0-1 0 0,0-1 1 0 0,-1 0 0 0 0,-1-1 0 0 0,0-1-1 0 0,-29 27 1 0 0,37-39-19 0 0,1 0 0 0 0,-1-1 0 0 0,0 0 0 0 0,0 0 1 0 0,-1 0-1 0 0,1-1 0 0 0,-1 0 0 0 0,0 0 0 0 0,0-1 0 0 0,0 0 0 0 0,0 0 0 0 0,0 0 0 0 0,0-1 0 0 0,0 0 1 0 0,0-1-1 0 0,-1 1 0 0 0,1-1 0 0 0,0-1 0 0 0,-1 1 0 0 0,1-2 0 0 0,0 1 0 0 0,0-1 0 0 0,0 1 0 0 0,0-2 1 0 0,0 1-1 0 0,0-1 0 0 0,1 0 0 0 0,-1-1 0 0 0,1 0 0 0 0,0 1 0 0 0,0-2 0 0 0,-8-7 0 0 0,5 5-16 0 0,1 0-1 0 0,1-1 0 0 0,-1-1 1 0 0,1 1-1 0 0,1-1 0 0 0,-1 0 0 0 0,1-1 1 0 0,1 1-1 0 0,0-1 0 0 0,0-1 0 0 0,-5-18 1 0 0,7 15-22 0 0,0 0 0 0 0,1 0 0 0 0,0 0 0 0 0,2 0 0 0 0,-1-1 0 0 0,2 1 0 0 0,0 0 0 0 0,3-18 1 0 0,3 2-35 0 0,1 0-1 0 0,2 1 1 0 0,0 1 0 0 0,2 0 0 0 0,2 0 0 0 0,0 1 0 0 0,35-49 0 0 0,-2 15-327 0 0,3 3-1 0 0,2 1 1 0 0,2 3-1 0 0,88-67 1 0 0,-31 39-4152 0 0,192-106 1 0 0,-236 146-430 0 0,-44 27 865 0 0,0 1-2591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8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83 1944 0 0,'3'-44'11177'0'0,"-5"16"-6759"0"0,1 26-3783 0 0,0-6 1471 0 0,5 139 1855 0 0,-2 80-834 0 0,-8-99-2097 0 0,-7 76 183 0 0,-15 56-447 0 0,17-142-3057 0 0,11-99 1363 0 0,1-68-17042 0 0,1 48 11186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9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35 289 2172 0 0,'-3'-2'1748'0'0,"-16"-15"5752"0"0,18 15-7299 0 0,-1 0 1 0 0,1 0-1 0 0,0 0 1 0 0,0 0-1 0 0,0 0 0 0 0,0 0 1 0 0,0 0-1 0 0,0 0 1 0 0,0-1-1 0 0,1 1 0 0 0,-1 0 1 0 0,1-1-1 0 0,0 1 1 0 0,-1 0-1 0 0,1-1 1 0 0,0 1-1 0 0,1-3 0 0 0,0-5-155 0 0,1 1 0 0 0,0 0 0 0 0,0-1 0 0 0,1 1-1 0 0,0 0 1 0 0,1 0 0 0 0,0 0 0 0 0,0 1 0 0 0,1 0 0 0 0,0 0-1 0 0,10-13 1 0 0,-6 11-22 0 0,-1 1 0 0 0,2 0 0 0 0,-1 0 0 0 0,1 1 1 0 0,1 1-1 0 0,-1-1 0 0 0,1 2 0 0 0,17-9 0 0 0,-17 10-89 0 0,0 1 0 0 0,0 0 0 0 0,0 0 0 0 0,0 1 0 0 0,1 1 0 0 0,-1 0 0 0 0,1 0 0 0 0,0 1 0 0 0,0 0 0 0 0,-1 1 0 0 0,1 1 0 0 0,0 0 0 0 0,0 0 0 0 0,-1 1 0 0 0,1 1 0 0 0,-1 0 0 0 0,0 0 0 0 0,0 1 0 0 0,0 1 0 0 0,18 10 0 0 0,-20-9-156 0 0,-1 0 0 0 0,0 0 0 0 0,-1 1 0 0 0,1 1 0 0 0,-2-1 0 0 0,1 1 0 0 0,-1 0 0 0 0,0 1 0 0 0,0-1 1 0 0,-1 1-1 0 0,-1 0 0 0 0,1 1 0 0 0,-1-1 0 0 0,-1 1 0 0 0,3 10 0 0 0,-3-8-505 0 0,-1 0 0 0 0,0 1 0 0 0,-1-1 0 0 0,0 1-1 0 0,-1-1 1 0 0,-1 1 0 0 0,-2 17 0 0 0,-5 7-1973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09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0 2104 0 0,'-131'25'14002'0'0,"130"-25"-13957"0"0,-1 1-1 0 0,1-1 0 0 0,0 0 1 0 0,0 1-1 0 0,0-1 1 0 0,0 0-1 0 0,0 1 1 0 0,-1-1-1 0 0,1 1 1 0 0,0 0-1 0 0,0-1 0 0 0,0 1 1 0 0,0 0-1 0 0,1 0 1 0 0,-1-1-1 0 0,0 1 1 0 0,0 0-1 0 0,0 0 0 0 0,1 0 1 0 0,-1 0-1 0 0,0 0 1 0 0,1 0-1 0 0,-1 0 1 0 0,1 0-1 0 0,-1 0 1 0 0,1 1-1 0 0,0-1 0 0 0,-1 0 1 0 0,1 0-1 0 0,0 0 1 0 0,0 1-1 0 0,0-1 1 0 0,0 0-1 0 0,0 0 0 0 0,0 0 1 0 0,0 1-1 0 0,0-1 1 0 0,0 0-1 0 0,1 0 1 0 0,-1 0-1 0 0,0 0 1 0 0,1 1-1 0 0,-1-1 0 0 0,2 2 1 0 0,0 2 14 0 0,1 1 0 0 0,0 0 0 0 0,0-1 0 0 0,1 1 0 0 0,0-1-1 0 0,8 10 1 0 0,2-3-187 0 0,0 0 0 0 0,1-1-1 0 0,1-1 1 0 0,-1 0-1 0 0,2-1 1 0 0,-1-1 0 0 0,1 0-1 0 0,1-1 1 0 0,-1-1-1 0 0,1-1 1 0 0,0 0 0 0 0,0-1-1 0 0,27 1 1 0 0,-10-2-1438 0 0,-1-2 0 0 0,0-1 0 0 0,0-2 0 0 0,0-1 0 0 0,0-2 0 0 0,50-14 0 0 0,-41 5-1789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0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258 766 1244 0 0,'8'-22'3918'0'0,"8"-40"-1"0"0,-14 53-3100 0 0,-1-1 0 0 0,0 1-1 0 0,0 0 1 0 0,-1 0 0 0 0,-1-1 0 0 0,1 1 0 0 0,-3-10-1 0 0,3 19-790 0 0,0-1 0 0 0,-1 0 0 0 0,1 1 0 0 0,0-1-1 0 0,0 0 1 0 0,-1 1 0 0 0,1-1 0 0 0,0 1 0 0 0,-1-1-1 0 0,1 1 1 0 0,-1-1 0 0 0,1 1 0 0 0,-1-1-1 0 0,1 1 1 0 0,-1-1 0 0 0,1 1 0 0 0,-1-1 0 0 0,1 1-1 0 0,-1 0 1 0 0,1-1 0 0 0,-1 1 0 0 0,0 0 0 0 0,1 0-1 0 0,-1-1 1 0 0,0 1 0 0 0,1 0 0 0 0,-1 0 0 0 0,0 0-1 0 0,1 0 1 0 0,-1 0 0 0 0,0 0 0 0 0,1 0 0 0 0,-1 0-1 0 0,0 0 1 0 0,1 0 0 0 0,-2 0 0 0 0,-21 8 460 0 0,10-1-328 0 0,-1 1-1 0 0,1 1 0 0 0,0 0 1 0 0,1 1-1 0 0,0 0 0 0 0,-11 13 1 0 0,4-2-44 0 0,2 0 1 0 0,-24 36 0 0 0,30-39-68 0 0,1 0 0 0 0,0 1 0 0 0,-12 35 0 0 0,20-49-33 0 0,0 0-1 0 0,1 1 1 0 0,-1-1 0 0 0,1 0 0 0 0,0 0 0 0 0,1 1 0 0 0,-1-1 0 0 0,1 1 0 0 0,0-1-1 0 0,1 0 1 0 0,-1 1 0 0 0,1-1 0 0 0,0 0 0 0 0,0 1 0 0 0,1-1 0 0 0,0 0 0 0 0,0 0-1 0 0,0 0 1 0 0,0 0 0 0 0,3 4 0 0 0,-2-6-48 0 0,0 0 0 0 0,-1-1 0 0 0,1 0 0 0 0,0 1 0 0 0,0-1 0 0 0,0 0 0 0 0,1-1 0 0 0,-1 1 0 0 0,0 0 0 0 0,1-1 0 0 0,-1 0 0 0 0,1 0 0 0 0,-1 0 0 0 0,1 0 0 0 0,-1 0 0 0 0,1-1 0 0 0,0 0 0 0 0,-1 1 0 0 0,1-1 0 0 0,0-1 0 0 0,-1 1 0 0 0,1-1 0 0 0,0 1 0 0 0,-1-1 0 0 0,7-2 0 0 0,2-1-208 0 0,0 0-1 0 0,0-1 0 0 0,-1 0 1 0 0,1-1-1 0 0,-1 0 0 0 0,13-10 1 0 0,-8 3 18 0 0,0-1 0 0 0,-1-1 0 0 0,-1-1-1 0 0,0 0 1 0 0,-1 0 0 0 0,-1-1 0 0 0,-1-1 0 0 0,18-37 0 0 0,-8 8-67 0 0,-2 0 0 0 0,19-77 0 0 0,-19 42 112 0 0,13-136-1 0 0,-17 14 3085 0 0,-12 137-2096 0 0,-12 122 384 0 0,-26 593 3071 0 0,34-636-4234 0 0,-1 22-111 0 0,1 1 1 0 0,2-1 0 0 0,1 1-1 0 0,9 46 1 0 0,-10-76-47 0 0,1 0-1 0 0,-1 0 1 0 0,1 0 0 0 0,0 0 0 0 0,0 0 0 0 0,0 0 0 0 0,1-1 0 0 0,0 1 0 0 0,0-1 0 0 0,0 1 0 0 0,0-1-1 0 0,1 0 1 0 0,0 0 0 0 0,0-1 0 0 0,0 1 0 0 0,0-1 0 0 0,0 0 0 0 0,1 0 0 0 0,-1 0 0 0 0,1-1-1 0 0,0 1 1 0 0,0-1 0 0 0,0 0 0 0 0,0-1 0 0 0,0 1 0 0 0,0-1 0 0 0,0 0 0 0 0,0 0 0 0 0,1-1 0 0 0,-1 1-1 0 0,0-1 1 0 0,1-1 0 0 0,-1 1 0 0 0,0-1 0 0 0,1 1 0 0 0,-1-1 0 0 0,0-1 0 0 0,9-2 0 0 0,-4-1-78 0 0,0 1-1 0 0,-1-1 1 0 0,1-1 0 0 0,-1 0 0 0 0,0 0 0 0 0,0-1 0 0 0,-1 0 0 0 0,0-1 0 0 0,0 1 0 0 0,13-18 0 0 0,-4 3 16 0 0,-2-1 0 0 0,0-1 0 0 0,13-30 1 0 0,-10 10 1180 0 0,-2 0 1 0 0,-2-1-1 0 0,-2 0 1 0 0,9-71 0 0 0,-21 115-978 0 0,1 1 1 0 0,-1-1 0 0 0,0 0 0 0 0,0 0-1 0 0,0 0 1 0 0,1 0 0 0 0,-1 0-1 0 0,0 0 1 0 0,0 0 0 0 0,-1 0 0 0 0,1 0-1 0 0,0 0 1 0 0,0 0 0 0 0,0 0-1 0 0,-1 0 1 0 0,1 0 0 0 0,-1-1-1 0 0,1 2-8 0 0,-1 0 0 0 0,1 0 0 0 0,-1 0 0 0 0,1 0-1 0 0,0 0 1 0 0,-1 0 0 0 0,1 0 0 0 0,-1 0-1 0 0,1 0 1 0 0,-1 0 0 0 0,1 0 0 0 0,0 1-1 0 0,-1-1 1 0 0,1 0 0 0 0,0 0 0 0 0,-1 1 0 0 0,1-1-1 0 0,-1 0 1 0 0,1 0 0 0 0,0 1 0 0 0,0-1-1 0 0,-1 0 1 0 0,1 1 0 0 0,0-1 0 0 0,-1 1-1 0 0,-21 31 342 0 0,7-2-124 0 0,2 0 0 0 0,1 1 0 0 0,-13 51 0 0 0,20-61-150 0 0,1-1 1 0 0,1 1-1 0 0,1 0 1 0 0,0 0-1 0 0,2 1 1 0 0,4 35-1 0 0,-3-51-62 0 0,0 0 0 0 0,0 0 0 0 0,1-1 0 0 0,0 1 0 0 0,0 0 0 0 0,0-1 0 0 0,0 0-1 0 0,1 0 1 0 0,0 1 0 0 0,0-2 0 0 0,1 1 0 0 0,-1 0 0 0 0,8 6 0 0 0,-8-8-83 0 0,0-1 1 0 0,0 1 0 0 0,1-1-1 0 0,-1 0 1 0 0,1 0 0 0 0,0 0-1 0 0,0-1 1 0 0,-1 1 0 0 0,1-1-1 0 0,0 0 1 0 0,0 0-1 0 0,0 0 1 0 0,0-1 0 0 0,0 0-1 0 0,1 1 1 0 0,-1-1 0 0 0,0 0-1 0 0,0-1 1 0 0,8-1-1 0 0,0-1-268 0 0,0-1-1 0 0,0 0 0 0 0,0-1 1 0 0,0 0-1 0 0,-1-1 0 0 0,0-1 0 0 0,0 0 1 0 0,-1 0-1 0 0,0-1 0 0 0,0 0 0 0 0,0 0 1 0 0,10-14-1 0 0,11-14-736 0 0,49-76-1 0 0,-72 100 1021 0 0,25-39-277 0 0,-14 20 446 0 0,2 0 0 0 0,48-55 0 0 0,-68 85-55 0 0,1-1 0 0 0,-1 0 0 0 0,1 1 0 0 0,0 0 0 0 0,-1-1 0 0 0,1 1 0 0 0,0 0 0 0 0,0 0 0 0 0,0 0 0 0 0,0 0 0 0 0,0 0 0 0 0,0 1 0 0 0,0-1 0 0 0,0 0 0 0 0,0 1 0 0 0,2-1 0 0 0,-2 2-7 0 0,-1-1 0 0 0,1 0 0 0 0,-1 1 1 0 0,0-1-1 0 0,1 1 0 0 0,-1-1 0 0 0,0 1 0 0 0,0-1 1 0 0,1 1-1 0 0,-1 0 0 0 0,0 0 0 0 0,0 0 0 0 0,0 0 1 0 0,0 0-1 0 0,0 0 0 0 0,0 0 0 0 0,0 0 0 0 0,0 0 1 0 0,0 0-1 0 0,-1 0 0 0 0,1 1 0 0 0,0-1 0 0 0,-1 0 1 0 0,1 2-1 0 0,5 12 243 0 0,-1 0 0 0 0,0 0 1 0 0,-2 0-1 0 0,0 0 0 0 0,0 0 0 0 0,0 29 1 0 0,-8 95 444 0 0,-6-42 994 0 0,11-97-1695 0 0,0 1 0 0 0,0 0-1 0 0,-1-1 1 0 0,1 1 0 0 0,0 0-1 0 0,0-1 1 0 0,-1 1 0 0 0,1-1 0 0 0,-1 1-1 0 0,1-1 1 0 0,0 1 0 0 0,-1-1-1 0 0,1 1 1 0 0,-1-1 0 0 0,1 1-1 0 0,-1-1 1 0 0,0 0 0 0 0,1 1 0 0 0,-1-1-1 0 0,0 1-23 0 0,1-1-1 0 0,0 0 0 0 0,-1 0 1 0 0,1 0-1 0 0,0 0 1 0 0,0 0-1 0 0,-1 0 0 0 0,1-1 1 0 0,0 1-1 0 0,-1 0 0 0 0,1 0 1 0 0,0 0-1 0 0,0 0 1 0 0,-1 0-1 0 0,1 0 0 0 0,0 0 1 0 0,0-1-1 0 0,-1 1 0 0 0,1 0 1 0 0,0 0-1 0 0,0 0 1 0 0,0 0-1 0 0,-1-1 0 0 0,1 1 1 0 0,0 0-1 0 0,0 0 0 0 0,0-1 1 0 0,0 1-1 0 0,-1 0 1 0 0,1 0-1 0 0,0-1 0 0 0,0 1 1 0 0,0 0-1 0 0,0-1 0 0 0,0 1 1 0 0,0 0-1 0 0,0 0 1 0 0,0-1-1 0 0,0 1 0 0 0,0 0 1 0 0,0-1-1 0 0,0 1 0 0 0,0 0 1 0 0,0 0-1 0 0,0-1 1 0 0,0 1-1 0 0,0 0 0 0 0,0-1 1 0 0,0 1-1 0 0,1-18-2 0 0,1 0-1 0 0,1 0 1 0 0,0 0-1 0 0,1 0 1 0 0,1 0-1 0 0,0 1 1 0 0,9-17-1 0 0,-3 9-42 0 0,2 0-1 0 0,1 0 0 0 0,1 2 0 0 0,18-23 1 0 0,-27 37-1 0 0,1 1 1 0 0,0 0 0 0 0,1 1 0 0 0,0-1 0 0 0,0 2 0 0 0,0-1-1 0 0,1 1 1 0 0,0 0 0 0 0,0 1 0 0 0,0 0 0 0 0,14-5 0 0 0,-21 10 29 0 0,0-1 1 0 0,1 1 0 0 0,-1 0-1 0 0,0 0 1 0 0,1 0 0 0 0,-1 0-1 0 0,0 0 1 0 0,0 0 0 0 0,1 1 0 0 0,-1-1-1 0 0,0 1 1 0 0,0 0 0 0 0,1-1-1 0 0,-1 1 1 0 0,0 0 0 0 0,0 0-1 0 0,0 0 1 0 0,0 1 0 0 0,0-1 0 0 0,0 0-1 0 0,-1 1 1 0 0,1-1 0 0 0,0 1-1 0 0,-1 0 1 0 0,1-1 0 0 0,-1 1-1 0 0,1 0 1 0 0,-1 0 0 0 0,0 0 0 0 0,1 3-1 0 0,3 3 36 0 0,-1 0-1 0 0,-1 1 0 0 0,0-1 1 0 0,0 1-1 0 0,3 18 0 0 0,-2-2 67 0 0,-1 35-1 0 0,-4-45-224 0 0,1 0 1 0 0,1 0-1 0 0,1 0 1 0 0,0 0-1 0 0,1 0 1 0 0,1 0-1 0 0,7 21 1 0 0,-9-32-80 0 0,0-1 0 0 0,0 1 0 0 0,0-1 0 0 0,1 1 1 0 0,-1-1-1 0 0,1 0 0 0 0,0 0 0 0 0,0 0 0 0 0,0-1 0 0 0,0 1 1 0 0,0-1-1 0 0,1 1 0 0 0,-1-1 0 0 0,1 0 0 0 0,-1 0 0 0 0,1-1 0 0 0,0 1 1 0 0,6 1-1 0 0,-4-2-457 0 0,-1 0 1 0 0,1 0-1 0 0,-1-1 1 0 0,1 1-1 0 0,0-1 1 0 0,0-1-1 0 0,-1 1 1 0 0,1-1 0 0 0,-1 0-1 0 0,1 0 1 0 0,0-1-1 0 0,8-3 1 0 0,12-7-4820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1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37 363 2328 0 0,'2'-9'408'0'0,"61"-342"17735"0"0,-63 349-17875 0 0,0 6 78 0 0,-4 82 1050 0 0,-21 109-1 0 0,9-82-957 0 0,4-21-313 0 0,-32 369 75 0 0,44-446-690 0 0,0 0 0 0 0,1 0-1 0 0,0 0 1 0 0,2-1 0 0 0,-1 1 0 0 0,2 0 0 0 0,0-1-1 0 0,9 20 1 0 0,-11-29 200 0 0,0 0 1 0 0,0-1-1 0 0,1 1 0 0 0,0-1 0 0 0,0 0 0 0 0,0 0 0 0 0,1 0 1 0 0,-1 0-1 0 0,1-1 0 0 0,0 1 0 0 0,0-1 0 0 0,0 0 0 0 0,0 0 0 0 0,1 0 1 0 0,-1-1-1 0 0,1 1 0 0 0,0-1 0 0 0,0 0 0 0 0,-1-1 0 0 0,1 1 1 0 0,0-1-1 0 0,1 0 0 0 0,-1 0 0 0 0,0-1 0 0 0,0 1 0 0 0,0-1 1 0 0,9-1-1 0 0,-6 0 105 0 0,0-1 1 0 0,-1 0-1 0 0,1 0 1 0 0,-1-1 0 0 0,1 1-1 0 0,-1-2 1 0 0,0 1-1 0 0,0-1 1 0 0,0 0-1 0 0,-1-1 1 0 0,0 1-1 0 0,0-1 1 0 0,0 0-1 0 0,0-1 1 0 0,5-6 0 0 0,10-13 1229 0 0,-2 0 1 0 0,23-38 0 0 0,-34 50-470 0 0,17-30 5597 0 0,38-88 0 0 0,-63 130-6100 0 0,1-1 1 0 0,-1 1-1 0 0,1 0 0 0 0,-1 0 0 0 0,1-1 0 0 0,-1 1 0 0 0,1 0 0 0 0,0 0 0 0 0,-1 0 1 0 0,1 0-1 0 0,0 0 0 0 0,0 0 0 0 0,0 0 0 0 0,0 0 0 0 0,0 0 0 0 0,2-1 0 0 0,-3 2-47 0 0,1 0-1 0 0,-1 0 0 0 0,1 1 0 0 0,-1-1 1 0 0,1 0-1 0 0,-1 0 0 0 0,0 1 0 0 0,1-1 1 0 0,-1 0-1 0 0,1 1 0 0 0,-1-1 0 0 0,0 0 1 0 0,1 1-1 0 0,-1-1 0 0 0,0 1 0 0 0,0-1 1 0 0,1 1-1 0 0,-1-1 0 0 0,0 1 0 0 0,0-1 1 0 0,1 0-1 0 0,-1 1 0 0 0,0-1 0 0 0,0 1 1 0 0,0-1-1 0 0,0 1 0 0 0,0 0 0 0 0,6 46 843 0 0,-4 33-110 0 0,-1-34-735 0 0,10 74 0 0 0,-9-109-505 0 0,-2-5-297 0 0,1 0 0 0 0,1 0 1 0 0,-1 0-1 0 0,1 0 0 0 0,3 6 0 0 0,4-11-2975 0 0,-8-1 3335 0 0,1-1 1 0 0,-1 1-1 0 0,1-1 1 0 0,-1 0 0 0 0,1 1-1 0 0,-1-1 1 0 0,1 0-1 0 0,1-1 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1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48 139 3320 0 0,'-22'-67'12421'0'0,"1"5"-5855"0"0,21 61-6744 0 0,-4-8-208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1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30 3108 0 0,'-138'18'16044'0'0,"130"-15"-13934"0"0,21-1-1543 0 0,27 1-435 0 0,207-16-4233 0 0,-84-13-4839 0 0,-102 10 2424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1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14 3032 0 0,'0'-1'3474'0'0,"0"-12"1762"0"0,1 97 7034 0 0,2 12-6873 0 0,1 193-2590 0 0,-27 59-1583 0 0,-6-176-2515 0 0,-17-5-6148 0 0,30-130 2167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2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25 201 2520 0 0,'-4'-8'1511'0'0,"0"1"0"0"0,0-1 0 0 0,1 0-1 0 0,1 0 1 0 0,-1 0 0 0 0,-1-11 0 0 0,4 17-1346 0 0,0 0 0 0 0,0-1 0 0 0,0 1 0 0 0,0-1 1 0 0,1 1-1 0 0,-1-1 0 0 0,1 1 0 0 0,-1-1 0 0 0,1 1 1 0 0,0 0-1 0 0,0-1 0 0 0,0 1 0 0 0,0 0 0 0 0,0 0 0 0 0,1 0 1 0 0,-1 0-1 0 0,1 0 0 0 0,-1 0 0 0 0,1 0 0 0 0,0 0 0 0 0,0 1 1 0 0,0-1-1 0 0,0 1 0 0 0,0-1 0 0 0,3-1 0 0 0,4-2-8 0 0,0 1 1 0 0,0 0-1 0 0,0 1 0 0 0,1-1 0 0 0,-1 2 1 0 0,1-1-1 0 0,19-1 0 0 0,72 0 453 0 0,-94 4-574 0 0,1 0-6 0 0,136 4 377 0 0,-119-2-397 0 0,0 1 0 0 0,1 1 0 0 0,38 12 0 0 0,-57-13 34 0 0,0 0-1 0 0,0 0 0 0 0,0 0 1 0 0,0 1-1 0 0,-1 0 1 0 0,0 0-1 0 0,1 1 1 0 0,-2 0-1 0 0,1 0 1 0 0,0 0-1 0 0,-1 1 0 0 0,0 0 1 0 0,-1 0-1 0 0,1 0 1 0 0,-1 0-1 0 0,4 8 1 0 0,2 9 610 0 0,-1 0 1 0 0,-1 0 0 0 0,9 39 0 0 0,-10-31 55 0 0,13 32 0 0 0,-19-61-685 0 0,0-1 0 0 0,-1 1 1 0 0,1-1-1 0 0,0 1 0 0 0,0-1 0 0 0,0 1 0 0 0,0-1 0 0 0,0 1 1 0 0,0-1-1 0 0,1 0 0 0 0,-1 0 0 0 0,0 0 0 0 0,1 0 1 0 0,-1 0-1 0 0,1 0 0 0 0,-1 0 0 0 0,1 0 0 0 0,-1 0 1 0 0,1-1-1 0 0,0 1 0 0 0,-1-1 0 0 0,1 1 0 0 0,0-1 1 0 0,0 1-1 0 0,-1-1 0 0 0,1 0 0 0 0,0 0 0 0 0,0 0 1 0 0,3-1-1 0 0,3 0-1 0 0,0 0 0 0 0,0-1 1 0 0,0-1-1 0 0,14-5 0 0 0,-20 7-23 0 0,15-7-176 0 0,0-1 0 0 0,-1 0 0 0 0,0-1 0 0 0,-1-1 0 0 0,0 0 0 0 0,27-27 0 0 0,70-91-518 0 0,-88 98 619 0 0,79-105 1091 0 0,-103 136-1020 0 0,0-1 0 0 0,0 1 0 0 0,0 0 0 0 0,0-1 0 0 0,1 1 0 0 0,-1 0 1 0 0,0-1-1 0 0,0 1 0 0 0,0 0 0 0 0,1 0 0 0 0,-1-1 0 0 0,0 1 1 0 0,0 0-1 0 0,1 0 0 0 0,-1 0 0 0 0,0-1 0 0 0,1 1 0 0 0,-1 0 1 0 0,0 0-1 0 0,1 0 0 0 0,-1 0 0 0 0,0 0 0 0 0,1 0 0 0 0,-1 0 0 0 0,0 0 1 0 0,1-1-1 0 0,-1 1 0 0 0,0 0 0 0 0,1 0 0 0 0,-1 1 0 0 0,0-1 1 0 0,1 0-1 0 0,-1 0 0 0 0,1 0 0 0 0,5 12 201 0 0,-3 20 681 0 0,-20 66 2220 0 0,-50 157-1 0 0,33-133-2137 0 0,6-19-867 0 0,-129 410-8 0 0,149-492-86 0 0,-1 0 0 0 0,-1-1 0 0 0,-1 0 0 0 0,0-1 0 0 0,-24 31 0 0 0,30-44 0 0 0,0 0 0 0 0,-1-1 0 0 0,0 1 0 0 0,0-1 0 0 0,0 0 0 0 0,0 0 0 0 0,-1-1 0 0 0,0 0 0 0 0,0 0 0 0 0,0-1 0 0 0,0 0 0 0 0,0 0 0 0 0,-1 0 0 0 0,0-1 0 0 0,1 0 0 0 0,-1-1 0 0 0,0 0 0 0 0,0 0 0 0 0,-12-1 0 0 0,16 0 0 0 0,-1 0 1 0 0,0-1-1 0 0,1 0 0 0 0,-1 0 1 0 0,1 0-1 0 0,-1-1 0 0 0,1 1 1 0 0,-1-1-1 0 0,1 0 0 0 0,0-1 0 0 0,0 1 1 0 0,0-1-1 0 0,0 1 0 0 0,1-1 1 0 0,-1 0-1 0 0,1 0 0 0 0,-1-1 1 0 0,1 1-1 0 0,0-1 0 0 0,1 0 1 0 0,-1 0-1 0 0,0 0 0 0 0,1 0 1 0 0,0 0-1 0 0,0 0 0 0 0,0-1 0 0 0,1 1 1 0 0,0-1-1 0 0,-2-4 0 0 0,1-4-4 0 0,0 1-1 0 0,0-1 0 0 0,1 1 1 0 0,0-1-1 0 0,1 0 0 0 0,1 1 1 0 0,0-1-1 0 0,1 1 0 0 0,5-22 1 0 0,5-1-546 0 0,1 2 1 0 0,1-1 0 0 0,2 2-1 0 0,2 0 1 0 0,0 1 0 0 0,2 1 0 0 0,37-43-1 0 0,63-55-4928 0 0,5 10-6411 0 0,-97 92 3325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3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47 872 0 0,'17'-45'8607'0'0,"-8"44"-7487"0"0,-9 1-1080 0 0,1 0 0 0 0,-1 0 0 0 0,1 0 1 0 0,-1 0-1 0 0,1 0 0 0 0,-1 0 1 0 0,1 0-1 0 0,-1 0 0 0 0,0 0 0 0 0,1 0 1 0 0,-1 0-1 0 0,1 0 0 0 0,-1 1 0 0 0,1-1 1 0 0,-1 0-1 0 0,1 0 0 0 0,-1 0 0 0 0,0 1 1 0 0,1-1-1 0 0,-1 0 0 0 0,0 0 1 0 0,1 1-1 0 0,-1-1 0 0 0,0 0 0 0 0,1 1 1 0 0,-1-1-1 0 0,0 1 0 0 0,1-1 0 0 0,-1 0 1 0 0,0 1-1 0 0,0-1 0 0 0,0 1 0 0 0,1 0 1 0 0,3 6 286 0 0,1 1-1 0 0,-1 0 1 0 0,-1-1 0 0 0,0 2 0 0 0,0-1 0 0 0,0 0 0 0 0,-1 0-1 0 0,1 12 1 0 0,5 70 1184 0 0,-8-79-1352 0 0,0 82 813 0 0,-26 182 0 0 0,14-181-262 0 0,10-78-63 0 0,2-21 57 0 0,4-29-347 0 0,4-3-361 0 0,0 1 0 0 0,2 0 1 0 0,2 0-1 0 0,2 1 0 0 0,1 1 0 0 0,1 1 0 0 0,25-39 0 0 0,-39 69-14 0 0,1-1 1 0 0,0 0-1 0 0,0 1 1 0 0,0 0 0 0 0,0-1-1 0 0,0 1 1 0 0,1 0-1 0 0,0 1 1 0 0,-1-1-1 0 0,1 1 1 0 0,0-1-1 0 0,0 1 1 0 0,6-2-1 0 0,-6 3 10 0 0,-1 1 1 0 0,0-1-1 0 0,0 1 0 0 0,1 0 1 0 0,-1 0-1 0 0,1 0 0 0 0,-1 0 0 0 0,0 1 1 0 0,1-1-1 0 0,-1 1 0 0 0,0 0 0 0 0,0 0 1 0 0,0 0-1 0 0,1 0 0 0 0,-1 0 0 0 0,0 1 1 0 0,-1 0-1 0 0,1-1 0 0 0,3 4 1 0 0,7 5 6 0 0,-1 2 1 0 0,-1 0 0 0 0,0 0 0 0 0,0 1 0 0 0,-1 1 0 0 0,-1-1 0 0 0,10 21 0 0 0,14 18 299 0 0,-33-52-294 0 0,1 1 0 0 0,-1-1 1 0 0,0 0-1 0 0,0 1 0 0 0,1-1 0 0 0,-1 0 0 0 0,0 1 0 0 0,1-1 0 0 0,-1 0 0 0 0,0 1 1 0 0,1-1-1 0 0,-1 0 0 0 0,0 0 0 0 0,1 1 0 0 0,-1-1 0 0 0,1 0 0 0 0,-1 0 0 0 0,0 0 0 0 0,1 0 1 0 0,-1 0-1 0 0,1 1 0 0 0,-1-1 0 0 0,1 0 0 0 0,-1 0 0 0 0,0 0 0 0 0,1 0 0 0 0,-1 0 1 0 0,1 0-1 0 0,-1 0 0 0 0,1-1 0 0 0,0 1 0 0 0,11-11 40 0 0,3-21-34 0 0,-14 32-9 0 0,14-40-35 0 0,3 2 1 0 0,32-54-1 0 0,-42 80 5 0 0,0 0 0 0 0,0 1-1 0 0,2 0 1 0 0,-1 0 0 0 0,1 1-1 0 0,0 0 1 0 0,1 1 0 0 0,0 0-1 0 0,1 1 1 0 0,0 0 0 0 0,16-7-1 0 0,-25 13 18 0 0,0 1-1 0 0,0-1 0 0 0,0 1 1 0 0,1 0-1 0 0,-1 1 1 0 0,0-1-1 0 0,0 1 1 0 0,1-1-1 0 0,-1 1 0 0 0,0 0 1 0 0,1 0-1 0 0,-1 0 1 0 0,0 1-1 0 0,1-1 1 0 0,-1 1-1 0 0,0 0 0 0 0,0-1 1 0 0,5 3-1 0 0,-4-1 13 0 0,-1 1 1 0 0,0-1-1 0 0,0 0 0 0 0,0 1 0 0 0,0 0 1 0 0,0-1-1 0 0,0 1 0 0 0,-1 0 0 0 0,0 1 1 0 0,1-1-1 0 0,-1 0 0 0 0,0 1 0 0 0,0-1 1 0 0,-1 1-1 0 0,2 4 0 0 0,2 10 9 0 0,0-1 0 0 0,-2 1 0 0 0,0 0-1 0 0,-1 0 1 0 0,-1 31 0 0 0,-1-33-821 0 0,0-1 1 0 0,1 1 0 0 0,0-1-1 0 0,2 0 1 0 0,0 1 0 0 0,0-1-1 0 0,1 0 1 0 0,10 21 0 0 0,-1-16-3473 0 0,4-4-2189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4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379 175 2656 0 0,'0'-12'1704'0'0,"0"0"-1"0"0,0 0 1 0 0,-1-1-1 0 0,0 1 0 0 0,-6-20 1 0 0,6 27-1340 0 0,-1 0 0 0 0,1 0 0 0 0,-1 0 0 0 0,0 0 0 0 0,-1 1 1 0 0,1-1-1 0 0,-1 1 0 0 0,0-1 0 0 0,0 1 0 0 0,0 0 0 0 0,-1 0 0 0 0,1 0 1 0 0,-1 0-1 0 0,0 1 0 0 0,-7-5 0 0 0,8 6-306 0 0,0 1-1 0 0,0 0 0 0 0,0 0 1 0 0,0 1-1 0 0,0-1 1 0 0,0 0-1 0 0,-1 1 1 0 0,1 0-1 0 0,0 0 1 0 0,0 0-1 0 0,0 0 1 0 0,0 1-1 0 0,0-1 1 0 0,-1 1-1 0 0,1-1 1 0 0,0 1-1 0 0,0 0 1 0 0,0 1-1 0 0,1-1 1 0 0,-1 0-1 0 0,0 1 0 0 0,0-1 1 0 0,-4 5-1 0 0,-6 3 18 0 0,0 2 0 0 0,1 0 0 0 0,-14 14-1 0 0,23-21-34 0 0,-19 19 51 0 0,2 1 0 0 0,0 1 0 0 0,2 1 0 0 0,-17 33 0 0 0,25-41-52 0 0,1 0 0 0 0,1 1 0 0 0,1 0 0 0 0,1 0 0 0 0,0 1 0 0 0,1-1 0 0 0,-3 34 1 0 0,8-49-40 0 0,0 1 1 0 0,0 0-1 0 0,0-1 0 0 0,0 1 1 0 0,1 0-1 0 0,0 0 1 0 0,0-1-1 0 0,0 1 1 0 0,0-1-1 0 0,1 1 1 0 0,0-1-1 0 0,0 0 1 0 0,0 1-1 0 0,0-1 1 0 0,1 0-1 0 0,-1 0 1 0 0,1-1-1 0 0,0 1 1 0 0,0 0-1 0 0,1-1 0 0 0,-1 0 1 0 0,1 0-1 0 0,-1 0 1 0 0,9 5-1 0 0,-6-6-59 0 0,-1 1 0 0 0,1-1 0 0 0,0 0 0 0 0,0 0 0 0 0,0-1 0 0 0,0 1 0 0 0,0-1-1 0 0,1-1 1 0 0,-1 1 0 0 0,0-1 0 0 0,0 0 0 0 0,1-1 0 0 0,-1 1 0 0 0,0-1 0 0 0,0-1 0 0 0,0 1-1 0 0,0-1 1 0 0,11-4 0 0 0,-5 0 4 0 0,-1 0-1 0 0,1-1 1 0 0,-1 0 0 0 0,0-1-1 0 0,-1 0 1 0 0,0-1 0 0 0,0 0-1 0 0,-1 0 1 0 0,0-1-1 0 0,-1-1 1 0 0,0 1 0 0 0,11-20-1 0 0,2-10 236 0 0,-1-1 0 0 0,18-59 0 0 0,-7 21 1424 0 0,-27 68-1498 0 0,7-17 1006 0 0,-8 26-257 0 0,-5 19 91 0 0,-19 89 1663 0 0,-9 57-840 0 0,27-132-2044 0 0,0 1 1 0 0,2 0-1 0 0,4 39 1 0 0,-3-65-31 0 0,1 1 0 0 0,0-1 0 0 0,1 0 0 0 0,-1 0 0 0 0,1 0 0 0 0,0 0 0 0 0,1-1 0 0 0,0 1 0 0 0,-1-1 0 0 0,2 1 0 0 0,-1-1 0 0 0,1 0 0 0 0,-1 0 0 0 0,9 7 0 0 0,-9-8-185 0 0,1-1 0 0 0,0 0 0 0 0,0-1 0 0 0,0 1 0 0 0,1-1 0 0 0,-1 0 1 0 0,0 0-1 0 0,6 2 0 0 0,-4-2-526 0 0,-1-1 0 0 0,0 0 0 0 0,1 0 0 0 0,-1-1 0 0 0,1 0 0 0 0,-1 1 0 0 0,11-3 0 0 0,13-3-7268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4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49 222 3952 0 0,'4'-91'8372'0'0,"-3"49"-3052"0"0,8-47 1922 0 0,-6 159-4329 0 0,-40 487 963 0 0,11-270-7768 0 0,23-252 1066 0 0,5 65 0 0 0,0-84 115 0 0,0 0 0 0 0,2 1 0 0 0,6 20-1 0 0,0-10-6170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5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0 149 2480 0 0,'4'-39'5618'0'0,"-4"26"-3854"0"0,1 1-1 0 0,1-1 1 0 0,0 1 0 0 0,0 0-1 0 0,2-1 1 0 0,5-13 0 0 0,-9 25-1719 0 0,1 0 0 0 0,-1 1 0 0 0,1-1 0 0 0,-1 1 0 0 0,1-1 0 0 0,0 1 0 0 0,-1-1 1 0 0,1 1-1 0 0,0-1 0 0 0,-1 1 0 0 0,1-1 0 0 0,0 1 0 0 0,0 0 0 0 0,-1 0 0 0 0,1-1 0 0 0,0 1 0 0 0,0 0 0 0 0,0 0 1 0 0,-1 0-1 0 0,1 0 0 0 0,0 0 0 0 0,0 0 0 0 0,0 0 0 0 0,0 0 0 0 0,-1 0 0 0 0,1 0 0 0 0,0 0 0 0 0,0 1 0 0 0,0-1 1 0 0,-1 0-1 0 0,3 1 0 0 0,23 13 409 0 0,-13-2-232 0 0,0 0 0 0 0,0 1 0 0 0,-1 0 0 0 0,-1 1 0 0 0,0 1 0 0 0,-1 0-1 0 0,0 0 1 0 0,11 28 0 0 0,-12-24 18 0 0,-1 2 0 0 0,-1-1-1 0 0,-1 1 1 0 0,0 0-1 0 0,-2 0 1 0 0,3 41 0 0 0,-6-53-26 0 0,-2-1-1 0 0,1 0 1 0 0,-1 1 0 0 0,0-1 0 0 0,-1 0 0 0 0,0 0 0 0 0,-5 15 0 0 0,5-19-126 0 0,0 0 0 0 0,0 0 1 0 0,0 0-1 0 0,0 0 0 0 0,-1 0 1 0 0,1-1-1 0 0,-1 0 0 0 0,0 1 0 0 0,0-1 1 0 0,0 0-1 0 0,-1 0 0 0 0,1-1 0 0 0,-1 1 1 0 0,1-1-1 0 0,-9 4 0 0 0,10-5-70 0 0,0 0-1 0 0,0 0 0 0 0,0-1 0 0 0,-1 1 0 0 0,1-1 0 0 0,0 1 0 0 0,-1-1 1 0 0,1 0-1 0 0,0 0 0 0 0,-1 0 0 0 0,1 0 0 0 0,0-1 0 0 0,-1 1 1 0 0,1 0-1 0 0,0-1 0 0 0,0 0 0 0 0,-1 0 0 0 0,1 1 0 0 0,0-1 1 0 0,0 0-1 0 0,0-1 0 0 0,0 1 0 0 0,0 0 0 0 0,0-1 0 0 0,0 1 1 0 0,1-1-1 0 0,-1 1 0 0 0,0-1 0 0 0,-1-3 0 0 0,1 3-69 0 0,0-1 0 0 0,0 1 0 0 0,1-1 0 0 0,-1 0 0 0 0,1 0 0 0 0,-1 0 0 0 0,1 0 0 0 0,0 0 0 0 0,0 0 0 0 0,1 0 0 0 0,-1 0 0 0 0,1 0 0 0 0,-1 0 0 0 0,1-1 0 0 0,0 1 0 0 0,0 0-1 0 0,0 0 1 0 0,1 0 0 0 0,-1 0 0 0 0,2-6 0 0 0,4-3-253 0 0,0 0 0 0 0,1 0 0 0 0,0 0-1 0 0,1 1 1 0 0,0 0 0 0 0,0 1 0 0 0,1 0 0 0 0,1 0-1 0 0,0 0 1 0 0,12-8 0 0 0,11-6-659 0 0,1 1 0 0 0,39-20 1 0 0,153-57-4119 0 0,-110 53 4919 0 0,-57 16 4938 0 0,-57 30-4232 0 0,-1 0-359 0 0,0 0 1 0 0,0 1-1 0 0,0-1 0 0 0,0 1 1 0 0,0-1-1 0 0,0 1 1 0 0,-1-1-1 0 0,1 1 0 0 0,0 0 1 0 0,0-1-1 0 0,0 1 0 0 0,0 0 1 0 0,2 0-1 0 0,-2 1-51 0 0,-1 0-1 0 0,1 0 1 0 0,0 0 0 0 0,0 0-1 0 0,-1 0 1 0 0,1 0 0 0 0,-1 0 0 0 0,1 0-1 0 0,-1 0 1 0 0,1 1 0 0 0,-1-1-1 0 0,0 0 1 0 0,1 0 0 0 0,-1 1 0 0 0,0-1-1 0 0,0 0 1 0 0,0 0 0 0 0,0 1-1 0 0,0-1 1 0 0,0 0 0 0 0,0 0 0 0 0,-1 1-1 0 0,1-1 1 0 0,0 0 0 0 0,-1 0-1 0 0,0 2 1 0 0,-13 48 1862 0 0,8-33-1566 0 0,-4 20-195 0 0,0 1 1 0 0,3 0-1 0 0,-5 78 1 0 0,12-115-508 0 0,0 0 0 0 0,0 1 0 0 0,0-1 0 0 0,0 0 0 0 0,1 0 0 0 0,-1 0 0 0 0,1 0 1 0 0,-1 0-1 0 0,1 0 0 0 0,0 0 0 0 0,0 0 0 0 0,-1-1 0 0 0,2 1 0 0 0,-1 0 0 0 0,0 0 1 0 0,0-1-1 0 0,0 1 0 0 0,1 0 0 0 0,-1-1 0 0 0,1 1 0 0 0,2 1 0 0 0,-4-3-58 0 0,1 1 1 0 0,0-1-1 0 0,0 0 0 0 0,0 0 0 0 0,0 1 1 0 0,0-1-1 0 0,0 0 0 0 0,-1 0 0 0 0,1 0 0 0 0,0 0 1 0 0,0 0-1 0 0,0 0 0 0 0,0 0 0 0 0,0 0 0 0 0,0 0 1 0 0,0 0-1 0 0,0 0 0 0 0,0-1 0 0 0,1 1 0 0 0,-1-1-320 0 0,1 0-1 0 0,0 0 0 0 0,-1-1 1 0 0,1 1-1 0 0,0 0 0 0 0,5-8-3258 0 0,-4 5 3258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5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164 221 4200 0 0,'-20'-41'4611'0'0,"-34"-64"5619"0"0,13 42-9114 0 0,41 62-1368 0 0,-1 1 0 0 0,1-1 0 0 0,-1 0 0 0 0,1 0-1 0 0,-1 1 1 0 0,0-1 0 0 0,1 0 0 0 0,-1 1 0 0 0,0-1 0 0 0,0 0 0 0 0,0 1-1 0 0,0-1 1 0 0,1 1 0 0 0,-1 0 0 0 0,0-1 0 0 0,0 1 0 0 0,0 0 0 0 0,-2-1 0 0 0,-29 4-12711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5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1 340 0 0,'-56'24'6582'0'0,"28"-13"-1509"0"0,-42 24 0 0 0,70-35-4975 0 0,-1 1-1 0 0,1-1 1 0 0,-1 0-1 0 0,0 0 1 0 0,1 1 0 0 0,0-1-1 0 0,-1 0 1 0 0,1 1-1 0 0,-1-1 1 0 0,1 0-1 0 0,-1 1 1 0 0,1-1 0 0 0,0 1-1 0 0,-1-1 1 0 0,1 0-1 0 0,0 1 1 0 0,-1-1-1 0 0,1 1 1 0 0,0-1-1 0 0,0 1 1 0 0,-1 0 0 0 0,1-1-1 0 0,0 1 1 0 0,0-1-1 0 0,0 1 1 0 0,0-1-1 0 0,0 2 1 0 0,0-1-28 0 0,1-1 0 0 0,-1 1 1 0 0,1-1-1 0 0,-1 1 0 0 0,1 0 0 0 0,-1-1 0 0 0,1 1 1 0 0,-1-1-1 0 0,1 1 0 0 0,0-1 0 0 0,0 1 0 0 0,-1-1 1 0 0,1 0-1 0 0,0 1 0 0 0,-1-1 0 0 0,3 1 0 0 0,40 7 484 0 0,-37-7-337 0 0,241 29 279 0 0,4-11-3450 0 0,-22-1-2017 0 0,-134-9 221 0 0,-1-1-2431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5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14 3868 0 0,'-22'-13'13758'0'0,"21"13"-13613"0"0,1 0 0 0 0,-1 0 0 0 0,1 0 0 0 0,0 0 0 0 0,-1 0 0 0 0,1 0 0 0 0,-1 0 0 0 0,1 0 0 0 0,-1 0 0 0 0,1 0 0 0 0,0 0 0 0 0,-1 0 0 0 0,1 0 0 0 0,-1 0 0 0 0,1 1 0 0 0,-1-1 1 0 0,1 0-1 0 0,0 0 0 0 0,-3 2 1160 0 0,2-1-1160 0 0,1-1 0 0 0,0 1 0 0 0,0-1 0 0 0,-1 1 0 0 0,2 17 2213 0 0,18 26-534 0 0,-14-35-931 0 0,88 178 3274 0 0,-23-50-3108 0 0,-50-96-927 0 0,43 84-2607 0 0,-15-48-3826 0 0,-29-53 2073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5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867 127 2120 0 0,'-4'-12'2147'0'0,"1"0"-16"0"0,0 0 0 0 0,-1 0 0 0 0,-1 0 0 0 0,-8-15 0 0 0,11 24-1833 0 0,0 0-1 0 0,0 0 0 0 0,0 0 1 0 0,0 1-1 0 0,-1-1 0 0 0,1 1 1 0 0,-1 0-1 0 0,1 0 0 0 0,-1 0 1 0 0,0 0-1 0 0,0 0 0 0 0,0 0 1 0 0,0 1-1 0 0,0-1 1 0 0,0 1-1 0 0,0 0 0 0 0,0 0 1 0 0,0 0-1 0 0,-1 0 0 0 0,1 1 1 0 0,-6-1-1 0 0,-7 2 85 0 0,0 0-1 0 0,0 0 1 0 0,0 2 0 0 0,1 0 0 0 0,-1 1-1 0 0,1 1 1 0 0,-28 11 0 0 0,2 4 45 0 0,-59 37 0 0 0,38-14-1371 0 0,3 3 0 0 0,-93 93 0 0 0,7-6-9678 0 0,89-86 1108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8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51 1396 0 0,'-3'-1'3278'0'0,"-27"-20"6643"0"0,-8-5-631 0 0,43 25-9243 0 0,-1 0-1 0 0,1 1 1 0 0,0 0 0 0 0,-1-1-1 0 0,1 1 1 0 0,7 1 0 0 0,163 16-443 0 0,-118-11-2584 0 0,-2 0-3587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9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0 1884 0 0,'-176'50'19787'0'0,"73"-23"-9481"0"0,101-27-10019 0 0,12 7 123 0 0,1-4-397 0 0,-1 1 1 0 0,1-1-1 0 0,0-1 0 0 0,0 0 0 0 0,0 0 0 0 0,13-1 0 0 0,-4 1-12 0 0,50 6-408 0 0,13 1-1880 0 0,140 0-1 0 0,-216-10 1443 0 0,1 0 0 0 0,0 0 1 0 0,0 0-1 0 0,0-1 0 0 0,-1-1 0 0 0,10-2 0 0 0,-13 3-857 0 0,0-1 0 0 0,0 1 0 0 0,0 0 0 0 0,0-1 0 0 0,9-8-1703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9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307 281 984 0 0,'-43'-26'14771'0'0,"32"22"-11502"0"0,10 5-3148 0 0,-1-1 0 0 0,1 1 1 0 0,0 0-1 0 0,-1 0 0 0 0,1 0 0 0 0,0 0 0 0 0,0 0 0 0 0,0 0 0 0 0,0 1 0 0 0,0-1 0 0 0,0 0 0 0 0,0 0 0 0 0,0 1 0 0 0,0-1 0 0 0,1 1 0 0 0,-1-1 0 0 0,0 3 0 0 0,-11 36 1473 0 0,6-18-707 0 0,-37 110 1867 0 0,-79 264-316 0 0,93-311-1457 0 0,28-83-819 0 0,0-2-157 0 0,0 0 0 0 0,0 0-1 0 0,0-1 1 0 0,0 1 0 0 0,0-1 0 0 0,0 1 0 0 0,1 0 0 0 0,-1-1 0 0 0,0 0 0 0 0,0 1-1 0 0,0-1 1 0 0,0 1 0 0 0,0-1 0 0 0,1 0 0 0 0,-1 0 0 0 0,0 1 0 0 0,1-1 0 0 0,-1 0-1 0 0,1 0 1 0 0,-1 0 0 0 0,1 0 0 0 0,-1 0 0 0 0,1 0 0 0 0,-1 0 0 0 0,1 0 0 0 0,0 0-1 0 0,0 0 1 0 0,-1 0 0 0 0,1 0 0 0 0,0 0 0 0 0,0 0 0 0 0,0-1 0 0 0,0-40-188 0 0,0 34 149 0 0,3-25-160 0 0,1 0 0 0 0,1 0 0 0 0,2 1 0 0 0,2 0 0 0 0,17-45-1 0 0,5 2-98 0 0,44-74-1 0 0,-37 79 240 0 0,3 3 1 0 0,3 0 0 0 0,54-61-1 0 0,-89 118 15 0 0,0-1 0 0 0,1 2 0 0 0,0-1 0 0 0,0 1 1 0 0,13-8-1 0 0,-20 15 21 0 0,0 0 0 0 0,1 1 0 0 0,-1-1 0 0 0,0 1 0 0 0,0 0 1 0 0,1 0-1 0 0,-1 0 0 0 0,1 0 0 0 0,-1 1 0 0 0,1-1 0 0 0,-1 1 1 0 0,1 0-1 0 0,-1 0 0 0 0,1 0 0 0 0,-1 0 0 0 0,1 1 0 0 0,-1 0 1 0 0,1-1-1 0 0,-1 1 0 0 0,0 0 0 0 0,1 1 0 0 0,-1-1 0 0 0,0 1 1 0 0,0-1-1 0 0,4 3 0 0 0,1 3 72 0 0,0-1 0 0 0,0 1 0 0 0,-1 0-1 0 0,0 1 1 0 0,0 0 0 0 0,-1 0 0 0 0,0 0 0 0 0,-1 1 0 0 0,1-1 0 0 0,-2 1 0 0 0,1 1 0 0 0,5 16 0 0 0,0 7 498 0 0,0 1 1 0 0,6 48 0 0 0,-7-13-135 0 0,-3 0 0 0 0,-3 0 0 0 0,-8 91 0 0 0,-43 204 1018 0 0,36-291-1471 0 0,11-57-2543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0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72 1248 0 0,'-43'-12'4836'0'0,"-147"-40"17447"0"0,188 51-21779 0 0,20-2-234 0 0,0 1 1 0 0,0 1-1 0 0,0 1 0 0 0,0 0 1 0 0,28 5-1 0 0,-7-2-98 0 0,352 30-2466 0 0,-372-31 1275 0 0,54 4-1973 0 0,-50-6-2003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1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50 213 1392 0 0,'-10'-15'3838'0'0,"0"1"-1"0"0,2-1 1 0 0,-14-31 0 0 0,32 68 387 0 0,16 42-2364 0 0,12 85 584 0 0,-13-47-1651 0 0,-16-79-521 0 0,-7-18 348 0 0,0 0 0 0 0,0 1 0 0 0,0-1 1 0 0,-1 0-1 0 0,0 0 0 0 0,1 8 0 0 0,2-14 21 0 0,-4 1-621 0 0,1 0 0 0 0,-1 0 0 0 0,1 1 0 0 0,-1-1 0 0 0,1 0 0 0 0,-1 0 1 0 0,1-1-1 0 0,-1 1 0 0 0,1 0 0 0 0,-1 0 0 0 0,1 0 0 0 0,0 0 0 0 0,-1 0 0 0 0,0-1 0 0 0,1 1 0 0 0,-1 0 1 0 0,1 0-1 0 0,-1-1 0 0 0,1 1 0 0 0,-1 0 0 0 0,1-1 0 0 0,-1 1 0 0 0,25-42 295 0 0,-3-1 0 0 0,25-67 1 0 0,-6 15-376 0 0,-13 27-413 0 0,11-24-2080 0 0,-32 79-73 0 0,0 0 0 0 0,13-16 0 0 0,-5 11-1333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1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107 121 2288 0 0,'-67'-118'16338'0'0,"65"116"-15426"0"0,2 4-614 0 0,0 0-242 0 0,-1 0 0 0 0,1 0 0 0 0,0 0 1 0 0,0 0-1 0 0,0 0 0 0 0,1 0 0 0 0,-1 0 0 0 0,0 0 0 0 0,1-1 0 0 0,0 1 0 0 0,-1 0 0 0 0,1 0 0 0 0,0 0 0 0 0,1 2 0 0 0,18 30 496 0 0,-9-17-300 0 0,50 87 562 0 0,-5 2-1 0 0,-5 3 1 0 0,-5 2 0 0 0,-4 2 0 0 0,-5 2 0 0 0,21 121 0 0 0,-40-129-609 0 0,-4 0 0 0 0,-5 1 0 0 0,-5 1 0 0 0,-12 146 0 0 0,-3-158-807 0 0,-4 0 0 0 0,-3-1 0 0 0,-6-1 0 0 0,-3-1 0 0 0,-41 93 1 0 0,-63 82-3820 0 0,21-100-4256 0 0,52-91-413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3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20 1760 0 0,'23'-20'12683'0'0,"-23"20"-12590"0"0,1 17-134 0 0,-13 38 1608 0 0,-1 0 0 0 0,-42 104 1 0 0,20-63-1049 0 0,-32 91-262 0 0,-34 100 334 0 0,47-93-5787 0 0,53-188 4393 0 0,-2 4-275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3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1 271 1956 0 0,'6'-28'2208'0'0,"-2"12"-887"0"0,0 1-1 0 0,0 0 1 0 0,1 0 0 0 0,1 0-1 0 0,15-26 1 0 0,-20 39-1188 0 0,0 0 1 0 0,0 0 0 0 0,0 1 0 0 0,1-1-1 0 0,-1 0 1 0 0,1 1 0 0 0,-1 0-1 0 0,1-1 1 0 0,0 1 0 0 0,0 0-1 0 0,-1 0 1 0 0,1 0 0 0 0,0 0-1 0 0,0 0 1 0 0,0 0 0 0 0,0 1-1 0 0,0-1 1 0 0,0 0 0 0 0,0 1-1 0 0,0 0 1 0 0,4-1 0 0 0,-2 2 14 0 0,0-1 1 0 0,-1 1-1 0 0,1 0 0 0 0,0 0 1 0 0,-1 0-1 0 0,1 0 0 0 0,-1 1 1 0 0,1 0-1 0 0,-1-1 0 0 0,0 1 1 0 0,5 3-1 0 0,5 6 203 0 0,0 1 0 0 0,-1 0 0 0 0,0 0-1 0 0,13 18 1 0 0,10 20 84 0 0,-3 1-1 0 0,-1 2 1 0 0,32 78-1 0 0,13 23-96 0 0,-76-153-331 0 0,1 0 1 0 0,-1 0-1 0 0,1 1 0 0 0,0-1 0 0 0,0 0 0 0 0,0 0 0 0 0,0 0 1 0 0,0 0-1 0 0,0 0 0 0 0,0 0 0 0 0,0 0 0 0 0,0 0 1 0 0,0 0-1 0 0,0 0 0 0 0,1-1 0 0 0,-1 1 0 0 0,0 0 0 0 0,0-1 1 0 0,1 1-1 0 0,-1-1 0 0 0,1 0 0 0 0,-1 1 0 0 0,3-1 1 0 0,-2 0-5 0 0,1 0 1 0 0,-1-1-1 0 0,0 1 1 0 0,1-1-1 0 0,-1 0 1 0 0,0 0-1 0 0,1 0 1 0 0,-1 0-1 0 0,0 0 1 0 0,0 0-1 0 0,0-1 1 0 0,3-2-1 0 0,6-5-43 0 0,-1-1-1 0 0,0 0 0 0 0,15-21 0 0 0,-23 27 20 0 0,38-55-124 0 0,-3-2-1 0 0,35-77 1 0 0,-43 80 97 0 0,91-162-136 0 0,-114 210 173 0 0,-5 7 23 0 0,0 1 0 0 0,1 0-1 0 0,-1 0 1 0 0,0 0 0 0 0,1 0 0 0 0,0 0 0 0 0,-1 0 0 0 0,1 0-1 0 0,0 0 1 0 0,0 1 0 0 0,0-1 0 0 0,0 1 0 0 0,0-1 0 0 0,4-1-1 0 0,-5 3 7 0 0,-1 0-1 0 0,1 0 0 0 0,0 0 1 0 0,-1 0-1 0 0,1 0 0 0 0,-1 0 1 0 0,1 0-1 0 0,0 0 0 0 0,-1 0 1 0 0,1 0-1 0 0,-1 0 0 0 0,1 0 1 0 0,0 0-1 0 0,-1 1 0 0 0,1-1 1 0 0,-1 0-1 0 0,1 0 0 0 0,-1 1 1 0 0,1-1-1 0 0,-1 0 0 0 0,1 1 0 0 0,-1-1 1 0 0,1 1-1 0 0,0 1 27 0 0,1 0 0 0 0,-1 0 1 0 0,0 0-1 0 0,0 0 0 0 0,0 0 0 0 0,0 0 0 0 0,0 0 0 0 0,-1 0 0 0 0,2 4 1 0 0,1 11 172 0 0,-1 0 0 0 0,0 1 1 0 0,-1-1-1 0 0,-1 1 0 0 0,-1-1 1 0 0,-4 26-1 0 0,-26 103 944 0 0,23-117-1103 0 0,-47 166 439 0 0,-25 116-1666 0 0,77-295 197 0 0,1 0-1 0 0,0 27 0 0 0,2-37 296 0 0,1 0 1 0 0,0-1-1 0 0,0 1 0 0 0,2 9 1 0 0,-2-13-11 0 0,0 1 1 0 0,0-1 0 0 0,0 0-1 0 0,0 1 1 0 0,1-1 0 0 0,-1 0-1 0 0,1 1 1 0 0,-1-1 0 0 0,1 0 0 0 0,3 3-1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4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73 153 1104 0 0,'3'-6'1052'0'0,"9"-18"7247"0"0,14-38 1228 0 0,-33 83-8153 0 0,-24 62 638 0 0,14-45-1654 0 0,3 1 0 0 0,1 1 1 0 0,2 0-1 0 0,-8 57 0 0 0,18-93-379 0 0,1 0 0 0 0,-1 0 0 0 0,1-1 0 0 0,1 1 0 0 0,-1 0 0 0 0,0 0 0 0 0,1-1-1 0 0,0 1 1 0 0,0 0 0 0 0,0-1 0 0 0,0 1 0 0 0,0 0 0 0 0,1-1 0 0 0,0 0 0 0 0,0 1 0 0 0,0-1 0 0 0,0 0 0 0 0,0 0 0 0 0,0 0 0 0 0,6 5 0 0 0,-5-6-87 0 0,1 0 1 0 0,-1 0 0 0 0,1 0 0 0 0,-1 0-1 0 0,1-1 1 0 0,0 1 0 0 0,0-1 0 0 0,0 0-1 0 0,0 0 1 0 0,0 0 0 0 0,0-1-1 0 0,0 1 1 0 0,0-1 0 0 0,0 0 0 0 0,0 0-1 0 0,0-1 1 0 0,0 1 0 0 0,0-1 0 0 0,5-1-1 0 0,4-2-154 0 0,0 0 1 0 0,-1 0-1 0 0,0-1 0 0 0,0-1 0 0 0,0 0 0 0 0,0-1 0 0 0,-1 0 0 0 0,13-10 0 0 0,-9 3 11 0 0,1-1 0 0 0,-2 0 0 0 0,0 0 0 0 0,19-28 0 0 0,-2-9 424 0 0,-1-1 0 0 0,34-87-1 0 0,-62 135-127 0 0,37-93 2226 0 0,-38 96-1972 0 0,-5 17 330 0 0,-38 107 1334 0 0,17-51-1295 0 0,-20 89 0 0 0,43-148-631 0 0,-11 68 60 0 0,12-73-267 0 0,0 0 0 0 0,1 0 1 0 0,1 0-1 0 0,-1 0 0 0 0,1 0 1 0 0,0 0-1 0 0,1-1 0 0 0,-1 1 1 0 0,4 7-1 0 0,-4-11-24 0 0,1-1 0 0 0,0 1-1 0 0,-1 0 1 0 0,1-1 0 0 0,0 1 0 0 0,0-1 0 0 0,1 0 0 0 0,-1 1 0 0 0,0-1-1 0 0,1 0 1 0 0,-1-1 0 0 0,1 1 0 0 0,0 0 0 0 0,0-1 0 0 0,-1 1 0 0 0,1-1-1 0 0,0 0 1 0 0,0 0 0 0 0,0 0 0 0 0,0 0 0 0 0,0-1 0 0 0,1 1-1 0 0,-1-1 1 0 0,0 0 0 0 0,0 0 0 0 0,0 0 0 0 0,6-1 0 0 0,5-1-705 0 0,-1 0-1 0 0,0-1 1 0 0,0 0 0 0 0,0-1 0 0 0,15-7 0 0 0,-9 2-1157 0 0,0 0-1 0 0,24-18 1 0 0,-1-3-2997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4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256 336 2644 0 0,'17'-54'3905'0'0,"-3"-2"0"0"0,-3 1 0 0 0,6-70 0 0 0,-15 110-3446 0 0,1-15 2066 0 0,-3 30-2501 0 0,-1 0 0 0 0,1 0 0 0 0,0 0-1 0 0,0 0 1 0 0,0 0 0 0 0,0 0-1 0 0,0 0 1 0 0,0 0 0 0 0,0 0 0 0 0,0 0-1 0 0,0 0 1 0 0,0 1 119 0 0,0-1-120 0 0,0 0 1 0 0,0 0 0 0 0,0 0-1 0 0,0 0 1 0 0,0 0 0 0 0,0 0 0 0 0,-1 0-1 0 0,1 0 1 0 0,0 0 0 0 0,0 0 0 0 0,0 0-1 0 0,0 0 1 0 0,0 0 0 0 0,0 0 0 0 0,0 0-1 0 0,0 0 1 0 0,0 0 0 0 0,0 0-1 0 0,0 0 1 0 0,0 0 0 0 0,0 0 0 0 0,-1 0-1 0 0,1 0 1 0 0,0 0 0 0 0,0 0 0 0 0,0 0-1 0 0,0 0 1 0 0,0 0 0 0 0,0 0-1 0 0,0 0 1 0 0,0 0 0 0 0,0 0 0 0 0,0 0-1 0 0,0 0 1 0 0,-8 20 715 0 0,-110 328 3963 0 0,84-241-4301 0 0,-57 193 1104 0 0,67-204-2800 0 0,-14 114-1 0 0,37-203 696 0 0,0 0 0 0 0,0 0 1 0 0,1 0-1 0 0,0 1 0 0 0,0-1 0 0 0,0 0 1 0 0,1 0-1 0 0,1 0 0 0 0,2 12 1 0 0,-3-18 430 0 0,-1-1 1 0 0,1 1-1 0 0,-1 0 1 0 0,1-1-1 0 0,0 1 1 0 0,-1-1-1 0 0,1 1 1 0 0,0-1 0 0 0,-1 1-1 0 0,1-1 1 0 0,0 1-1 0 0,0-1 1 0 0,-1 0-1 0 0,1 1 1 0 0,0-1-1 0 0,0 0 1 0 0,0 0 0 0 0,-1 0-1 0 0,1 1 1 0 0,0-1-1 0 0,0 0 1 0 0,0 0-1 0 0,0 0 1 0 0,-1 0-1 0 0,1-1 1 0 0,0 1 0 0 0,0 0-1 0 0,0 0 1 0 0,0 0-1 0 0,-1-1 1 0 0,1 1-1 0 0,1-1 1 0 0,25-11-6254 0 0,-10 1-458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164 261 1420 0 0,'22'-46'5796'0'0,"-2"-1"1"0"0,15-57-1 0 0,-15 42-239 0 0,-19 60-4945 0 0,-8 28 1442 0 0,-167 579 3681 0 0,168-583-5735 0 0,-15 52 0 0 0,2 2 0 0 0,-15 149 0 0 0,34-223-14 0 0,-1 0 0 0 0,1 1 1 0 0,0-1-1 0 0,0 1 0 0 0,0-1 0 0 0,1 0 1 0 0,-1 1-1 0 0,1-1 0 0 0,-1 0 0 0 0,1 1 1 0 0,0-1-1 0 0,0 0 0 0 0,0 0 0 0 0,0 1 1 0 0,0-1-1 0 0,0 0 0 0 0,0 0 0 0 0,1 0 1 0 0,-1 0-1 0 0,1-1 0 0 0,0 1 0 0 0,-1 0 1 0 0,5 2-1 0 0,-3-2-53 0 0,0-1-1 0 0,1 0 1 0 0,-1 0-1 0 0,1 0 1 0 0,-1 0 0 0 0,1 0-1 0 0,-1-1 1 0 0,1 1 0 0 0,-1-1-1 0 0,1 0 1 0 0,0 0-1 0 0,-1-1 1 0 0,1 1 0 0 0,-1-1-1 0 0,6-1 1 0 0,10-3-1310 0 0,0-1 1 0 0,-1-1-1 0 0,1-1 1 0 0,-2-1-1 0 0,1 0 0 0 0,-1-1 1 0 0,17-13-1 0 0,-19 11-3193 0 0,26-25 0 0 0,-21 14-4232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5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157 105 2796 0 0,'-44'-6'6011'0'0,"-68"-13"8346"0"0,124 10-13952 0 0,0 6-351 0 0,-1-1 0 0 0,1 1 0 0 0,-1 1 0 0 0,1 0 0 0 0,0 0 0 0 0,20 1 0 0 0,0-1-225 0 0,314-11-5106 0 0,-56 4-4863 0 0,-224 1 10341 0 0,29-14 11066 0 0,-93 22-10853 0 0,-1 0-333 0 0,0 1-1 0 0,-1-1 1 0 0,1 0 0 0 0,0 0-1 0 0,-1 0 1 0 0,1 0 0 0 0,0 0-1 0 0,-1 0 1 0 0,1 1 0 0 0,-1-1-1 0 0,1 0 1 0 0,0 1 0 0 0,-1-1-1 0 0,1 0 1 0 0,-1 1 0 0 0,1-1-1 0 0,-1 1 1 0 0,1-1 0 0 0,-1 0-1 0 0,1 1 1 0 0,-1 0 0 0 0,0-1-1 0 0,1 1 1 0 0,-1-1 0 0 0,0 1-1 0 0,1-1 1 0 0,-1 2 0 0 0,1 1 140 0 0,0-1 1 0 0,-1 1-1 0 0,1 0 1 0 0,-1-1-1 0 0,0 1 1 0 0,0 0-1 0 0,0 4 1 0 0,-2 9 1036 0 0,-7 30 0 0 0,5-31-603 0 0,-17 77 1562 0 0,-12 63-408 0 0,29-128-1622 0 0,2-1 0 0 0,0 1 0 0 0,4 50 0 0 0,-2-74-281 0 0,0 0 0 0 0,1 1 0 0 0,-1-1 0 0 0,1 0 0 0 0,0 0 0 0 0,0 0 0 0 0,0 0 1 0 0,0 0-1 0 0,1 0 0 0 0,-1 0 0 0 0,1 0 0 0 0,0 0 0 0 0,0 0 0 0 0,0-1 0 0 0,0 1 0 0 0,0-1 0 0 0,0 0 0 0 0,1 0 0 0 0,-1 1 0 0 0,1-1 1 0 0,5 3-1 0 0,-3-3-266 0 0,0 0 0 0 0,1-1 0 0 0,-1 1 1 0 0,1-1-1 0 0,-1 0 0 0 0,1 0 1 0 0,0-1-1 0 0,-1 0 0 0 0,1 0 0 0 0,0 0 1 0 0,-1 0-1 0 0,8-3 0 0 0,1 1-825 0 0,-1-1 0 0 0,0-1 0 0 0,1 0 0 0 0,18-9 0 0 0,-20 7-1261 0 0,0-1-1 0 0,15-11 0 0 0,10-12-7358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5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122 165 2224 0 0,'-59'-84'11006'0'0,"-1"5"-5906"0"0,59 77-5418 0 0,0 11-2205 0 0,1-7 2231 0 0,-1-1-1 0 0,1 0 0 0 0,0 1 0 0 0,0-1 1 0 0,0 0-1 0 0,0 1 0 0 0,1-1 0 0 0,-1 0 1 0 0,0 0-1 0 0,0 1 0 0 0,1-1 1 0 0,-1 0-1 0 0,2 3 0 0 0,4 7-3442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5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52 2000 0 0,'-12'-7'4262'0'0,"1"0"1"0"0,-15-12-1 0 0,5 4-159 0 0,20 14-4026 0 0,1 1 0 0 0,-1-1-1 0 0,1 1 1 0 0,-1 0-1 0 0,0-1 1 0 0,1 1 0 0 0,-1 0-1 0 0,0 0 1 0 0,1 0-1 0 0,-1-1 1 0 0,0 1 0 0 0,0 0-1 0 0,1 0 1 0 0,-1 0-1 0 0,0 0 1 0 0,1 0-1 0 0,-1 0 1 0 0,0 1 0 0 0,0-1-1 0 0,1 0 1 0 0,-1 0-1 0 0,0 0 1 0 0,1 1 0 0 0,-1-1-1 0 0,0 0 1 0 0,1 1-1 0 0,-1-1 1 0 0,1 0 0 0 0,-1 1-1 0 0,0-1 1 0 0,1 1-1 0 0,-1-1 1 0 0,1 1 0 0 0,-1-1-1 0 0,1 1 1 0 0,0-1-1 0 0,-1 1 1 0 0,1 0 0 0 0,-1-1-1 0 0,1 1 1 0 0,0 0-1 0 0,0-1 1 0 0,-1 1 0 0 0,1 1-1 0 0,-10 34 1159 0 0,10-33-968 0 0,-41 294 6164 0 0,16-102-4045 0 0,-56 324-2247 0 0,-27-5-167 0 0,99-474 72 0 0,6-23-120 0 0,-1-1 0 0 0,0-1 1 0 0,-11 26-1 0 0,15-41-115 0 0,0 1 0 0 0,0-1 0 0 0,0 0 1 0 0,-42-75-29151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6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1 465 1620 0 0,'5'-36'1719'0'0,"2"-1"-1"0"0,2 1 0 0 0,1 1 1 0 0,2 0-1 0 0,32-67 0 0 0,-37 89-1455 0 0,0 0-1 0 0,2 1 1 0 0,-1 0-1 0 0,1 0 1 0 0,1 1-1 0 0,0 1 0 0 0,1-1 1 0 0,0 1-1 0 0,0 1 1 0 0,1 0-1 0 0,1 1 1 0 0,-1 0-1 0 0,1 1 0 0 0,0 0 1 0 0,1 1-1 0 0,0 1 1 0 0,24-7-1 0 0,-21 9-127 0 0,0 0 1 0 0,0 2-1 0 0,0 0 0 0 0,0 1 0 0 0,0 0 1 0 0,0 1-1 0 0,0 1 0 0 0,-1 1 0 0 0,1 1 1 0 0,-1 0-1 0 0,31 12 0 0 0,-33-10-47 0 0,1 0-1 0 0,-1 2 1 0 0,-1-1-1 0 0,1 2 1 0 0,-1 0-1 0 0,-1 0 1 0 0,0 1-1 0 0,0 1 1 0 0,-1 0-1 0 0,0 1 0 0 0,-1 0 1 0 0,17 25-1 0 0,-24-30 9 0 0,1-1 1 0 0,-1 1-1 0 0,0 0 0 0 0,0 0 0 0 0,-1 0 0 0 0,0 0 0 0 0,0 0 0 0 0,-1 1 0 0 0,0-1 0 0 0,0 0 0 0 0,-1 1 0 0 0,1-1 0 0 0,-2 1 0 0 0,1-1 0 0 0,-1 0 0 0 0,0 1 0 0 0,-1-1 0 0 0,0 0 0 0 0,0 0 0 0 0,0 0 0 0 0,-1 0 0 0 0,0 0 1 0 0,0 0-1 0 0,-1-1 0 0 0,0 1 0 0 0,0-1 0 0 0,-6 6 0 0 0,-4 4 103 0 0,0-2 1 0 0,0 0-1 0 0,-1 0 0 0 0,-1-2 1 0 0,0 0-1 0 0,-1-1 0 0 0,-1 0 1 0 0,-34 15-1 0 0,9-10 39 0 0,0-2 0 0 0,-1-1 0 0 0,0-3 0 0 0,-90 10 0 0 0,119-21-413 0 0,12 0 112 0 0,-1 0-199 0 0,6-1-88 0 0,-1-1 229 0 0,1 0-1 0 0,0 0 1 0 0,0 1-1 0 0,0 0 1 0 0,1-1-1 0 0,-1 1 0 0 0,0 0 1 0 0,1 0-1 0 0,0 0 1 0 0,-1 0-1 0 0,1 0 1 0 0,6-2-1 0 0,45-17-1285 0 0,-30 12 754 0 0,88-37-3135 0 0,129-74 0 0 0,-98 31-1979 0 0,-76 42 916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6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237 302 140 0 0,'-3'-66'8194'0'0,"-23"-125"1"0"0,19 151-6247 0 0,7 40-1937 0 0,0 0 0 0 0,0 0 0 0 0,0 1 1 0 0,0-1-1 0 0,0 0 0 0 0,-1 0 0 0 0,1 0 0 0 0,0 0 0 0 0,0 0 0 0 0,0 1 1 0 0,0-1-1 0 0,-1 0 0 0 0,1 0 0 0 0,0 0 0 0 0,0 0 0 0 0,0 0 0 0 0,0 0 1 0 0,-1 0-1 0 0,1 0 0 0 0,0 0 0 0 0,0 0 0 0 0,0 0 0 0 0,-1 0 0 0 0,1 0 1 0 0,0 0-1 0 0,0 0 0 0 0,0 0 0 0 0,-1 0 0 0 0,1 0 0 0 0,0 0 0 0 0,0 0 1 0 0,0 0-1 0 0,-1 0 0 0 0,1 0 0 0 0,0 0 0 0 0,0 0 0 0 0,0 0 0 0 0,0-1 1 0 0,-1 1-1 0 0,1 0 0 0 0,0 0 0 0 0,0 0 0 0 0,0 0 0 0 0,0 0 0 0 0,0-1 0 0 0,0 1 1 0 0,-1 0-1 0 0,1 0 0 0 0,0 0 0 0 0,0 0 0 0 0,0-1 0 0 0,0 1 0 0 0,0 0 1 0 0,0 0-1 0 0,0 0 0 0 0,0-1 0 0 0,0 1 0 0 0,0 0 0 0 0,0 0 0 0 0,0 0 1 0 0,0-1-1 0 0,0 1 0 0 0,0 0 0 0 0,0 0 0 0 0,0 0 0 0 0,0-1 0 0 0,0 1 1 0 0,0 0-1 0 0,-7 12 307 0 0,7-12-313 0 0,-6 15 305 0 0,0-1-1 0 0,2 2 1 0 0,0-1-1 0 0,0 0 1 0 0,-1 18 0 0 0,-1 5 270 0 0,-129 805 5571 0 0,133-831-6128 0 0,-4 39-522 0 0,1 0-1 0 0,3 1 1 0 0,7 82-1 0 0,-5-128 244 0 0,1-1 0 0 0,1 1-1 0 0,-1 0 1 0 0,1-1 0 0 0,0 0-1 0 0,0 1 1 0 0,0-1 0 0 0,1 0 0 0 0,-1 0-1 0 0,7 8 1 0 0,-7-11 66 0 0,0 0-1 0 0,0 0 0 0 0,0 0 1 0 0,0-1-1 0 0,0 1 1 0 0,1 0-1 0 0,-1-1 0 0 0,0 1 1 0 0,1-1-1 0 0,0 0 1 0 0,-1 0-1 0 0,1 0 0 0 0,0 0 1 0 0,-1 0-1 0 0,1-1 1 0 0,0 1-1 0 0,0-1 0 0 0,0 0 1 0 0,-1 0-1 0 0,1 0 0 0 0,0 0 1 0 0,0 0-1 0 0,4-1 1 0 0,4-2-178 0 0,1 0 0 0 0,-1-1 0 0 0,0-1 0 0 0,0 1 1 0 0,0-2-1 0 0,-1 1 0 0 0,0-2 0 0 0,0 1 0 0 0,0-1 1 0 0,-1-1-1 0 0,17-16 0 0 0,3-8-96 0 0,47-66 0 0 0,-49 57 1036 0 0,-2-1 0 0 0,23-50 0 0 0,30-93 5315 0 0,-68 160-4758 0 0,-2 11-651 0 0,-8 14-453 0 0,0 0 0 0 0,0 0 0 0 0,1 0 0 0 0,-1 0 0 0 0,0 0 0 0 0,0 0-1 0 0,0 0 1 0 0,0 0 0 0 0,1 0 0 0 0,-1 0 0 0 0,0 0 0 0 0,0 1 0 0 0,0-1 0 0 0,0 0 0 0 0,1 0-1 0 0,-1 0 1 0 0,0 0 0 0 0,0 0 0 0 0,0 0 0 0 0,0 0 0 0 0,0 1 0 0 0,0-1 0 0 0,1 0 0 0 0,-1 0-1 0 0,0 0 1 0 0,0 0 0 0 0,0 0 0 0 0,0 1 0 0 0,0-1 0 0 0,0 0 0 0 0,0 0 0 0 0,0 0 0 0 0,0 0-1 0 0,0 1 1 0 0,0-1 0 0 0,0 0 0 0 0,0 0 0 0 0,0 0 0 0 0,0 0 0 0 0,0 1 0 0 0,1 28 1428 0 0,-30 132 2843 0 0,18-111-3651 0 0,2 0 1 0 0,-4 87-1 0 0,13-129-690 0 0,1 0 1 0 0,-1 0-1 0 0,1 0 0 0 0,0 0 0 0 0,1 0 0 0 0,0 0 0 0 0,0 0 1 0 0,1-1-1 0 0,5 12 0 0 0,-6-16-129 0 0,0 1 0 0 0,1-1 1 0 0,-1 1-1 0 0,1-1 0 0 0,0 0 0 0 0,0 0 1 0 0,0 0-1 0 0,0 0 0 0 0,0-1 1 0 0,1 1-1 0 0,-1-1 0 0 0,1 0 0 0 0,0 0 1 0 0,0 0-1 0 0,0-1 0 0 0,-1 1 0 0 0,1-1 1 0 0,1 0-1 0 0,6 1 0 0 0,-2-1-501 0 0,0 0 0 0 0,0-1 1 0 0,0 0-1 0 0,0 0 0 0 0,0-1 0 0 0,0 0 0 0 0,0-1 0 0 0,0 0 0 0 0,0 0 1 0 0,-1-1-1 0 0,17-8 0 0 0,-14 5-1166 0 0,0 0 1 0 0,0 0-1 0 0,-1-1 1 0 0,18-17-1 0 0,4-9-5895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6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96 103 2384 0 0,'-64'-97'13139'0'0,"64"97"-13140"0"0,0-1-1 0 0,0 1 0 0 0,-1 0 0 0 0,1-1 0 0 0,0 1 0 0 0,0 0 1 0 0,-1-1-1 0 0,1 1 0 0 0,0 0 0 0 0,0 0 0 0 0,-1-1 0 0 0,1 1 1 0 0,0 0-1 0 0,-1 0 0 0 0,1-1 0 0 0,0 1 0 0 0,-1 0 0 0 0,1 0 1 0 0,-1 0-1 0 0,1 0 0 0 0,0-1 0 0 0,-1 1 0 0 0,1 0 1 0 0,0 0-1 0 0,-1 0 0 0 0,1 0 0 0 0,-1 0 0 0 0,1 0 0 0 0,0 0 1 0 0,-1 0-1 0 0,1 0 0 0 0,-1 0 0 0 0,1 0 0 0 0,0 1 0 0 0,-1-1 1 0 0,0 0-1 0 0,-7 15-1358 0 0,0 20-2904 0 0,7-17 1048 0 0,-1-1-996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7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98 612 0 0,'3'-2'2848'0'0,"-1"0"-2253"0"0,0 1 0 0 0,0-1 0 0 0,-1 0 1 0 0,1 0-1 0 0,0 0 0 0 0,0 0 0 0 0,-1 0 1 0 0,1 0-1 0 0,-1 0 0 0 0,0 0 0 0 0,0-1 1 0 0,0 1-1 0 0,0 0 0 0 0,0-1 0 0 0,0 1 1 0 0,0-1-1 0 0,-1 1 0 0 0,1-1 1 0 0,-1 0-1 0 0,0-4 0 0 0,0 5-446 0 0,-1-1-1 0 0,1 1 1 0 0,-1 0-1 0 0,1 0 1 0 0,-1 0-1 0 0,0 0 1 0 0,0 0-1 0 0,0 0 1 0 0,0 0-1 0 0,0 1 1 0 0,0-1-1 0 0,-1 0 1 0 0,1 0 0 0 0,-1 1-1 0 0,1-1 1 0 0,-1 1-1 0 0,-2-3 1 0 0,1 3-80 0 0,0-1-1 0 0,0 1 1 0 0,0 0 0 0 0,0 0 0 0 0,0 1 0 0 0,0-1-1 0 0,0 1 1 0 0,0-1 0 0 0,-1 1 0 0 0,1 0 0 0 0,0 0 0 0 0,0 0-1 0 0,0 0 1 0 0,0 1 0 0 0,-4 0 0 0 0,-45 14 616 0 0,25-4-513 0 0,0 2-1 0 0,1 1 1 0 0,1 0 0 0 0,0 2 0 0 0,1 1-1 0 0,1 1 1 0 0,0 1 0 0 0,2 1 0 0 0,0 1-1 0 0,1 0 1 0 0,-27 40 0 0 0,42-54-147 0 0,1 1 0 0 0,-1 0-1 0 0,1 0 1 0 0,1 1 0 0 0,-1-1 0 0 0,1 1 0 0 0,1 0 0 0 0,0-1 0 0 0,0 1 0 0 0,-1 15 0 0 0,3-18-11 0 0,0-1 0 0 0,1 1 0 0 0,-1 0 0 0 0,1-1 0 0 0,1 1 0 0 0,-1-1 0 0 0,1 1 1 0 0,0-1-1 0 0,0 0 0 0 0,0 1 0 0 0,1-1 0 0 0,0 0 0 0 0,0-1 0 0 0,0 1 0 0 0,0 0 0 0 0,1-1 1 0 0,0 0-1 0 0,5 5 0 0 0,6 3-181 0 0,0 0 1 0 0,1-1 0 0 0,1-1-1 0 0,0 0 1 0 0,0-1 0 0 0,1-1-1 0 0,0-1 1 0 0,0 0 0 0 0,22 4-1 0 0,2-2-934 0 0,0-1 0 0 0,1-3 0 0 0,45 1 0 0 0,-48-6-1632 0 0,-1-1 0 0 0,50-9-1 0 0,-32-1-3617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7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433 210 1600 0 0,'13'-22'4929'0'0,"16"-36"0"0"0,-26 51-4216 0 0,-1 1 0 0 0,1-1 0 0 0,-1 0 0 0 0,-1 0-1 0 0,1 0 1 0 0,-1 0 0 0 0,0 0 0 0 0,-1 0 0 0 0,0-1 0 0 0,-1-10 0 0 0,1 16-628 0 0,-1 0 1 0 0,1 0-1 0 0,-1 0 0 0 0,1 0 1 0 0,-1 0-1 0 0,0 0 0 0 0,0 1 1 0 0,0-1-1 0 0,0 0 1 0 0,0 1-1 0 0,0-1 0 0 0,0 0 1 0 0,0 1-1 0 0,-1 0 1 0 0,1-1-1 0 0,-1 1 0 0 0,1 0 1 0 0,-1-1-1 0 0,1 1 1 0 0,-3-1-1 0 0,1 1 5 0 0,-1 0 0 0 0,1 0 0 0 0,0 0-1 0 0,-1 0 1 0 0,1 0 0 0 0,-1 1 0 0 0,0-1 0 0 0,1 1 0 0 0,-1 0-1 0 0,-4 1 1 0 0,-3 0 68 0 0,0 1 0 0 0,0 1 0 0 0,1-1-1 0 0,-1 2 1 0 0,1 0 0 0 0,-13 6-1 0 0,-7 6 45 0 0,2 1-1 0 0,0 1 1 0 0,1 2-1 0 0,1 0 0 0 0,1 2 1 0 0,-27 30-1 0 0,39-38-158 0 0,1 1 1 0 0,0 0-1 0 0,1 1 0 0 0,1 1 1 0 0,0-1-1 0 0,1 2 0 0 0,1-1 1 0 0,1 1-1 0 0,0 0 0 0 0,2 1 1 0 0,0-1-1 0 0,-3 22 0 0 0,7-33-121 0 0,1-1 0 0 0,0 1 1 0 0,0-1-1 0 0,0 1 0 0 0,1 0 0 0 0,0-1 0 0 0,0 0 0 0 0,1 1 0 0 0,0-1 0 0 0,0 0 0 0 0,0 0 0 0 0,1 0 0 0 0,0 0 0 0 0,0 0 0 0 0,1 0 1 0 0,6 8-1 0 0,-7-10-18 0 0,1-1 0 0 0,-1 0 0 0 0,1 0 0 0 0,0 0 0 0 0,0 0 0 0 0,0 0 0 0 0,0-1 0 0 0,0 0 0 0 0,0 1 1 0 0,1-2-1 0 0,-1 1 0 0 0,1 0 0 0 0,0-1 0 0 0,-1 0 0 0 0,1 0 0 0 0,0-1 0 0 0,0 1 0 0 0,-1-1 0 0 0,1 0 1 0 0,0 0-1 0 0,0 0 0 0 0,0-1 0 0 0,6-1 0 0 0,3-2-9 0 0,0-1-1 0 0,0 0 1 0 0,0-1-1 0 0,-1-1 1 0 0,0 0-1 0 0,0-1 1 0 0,-1 0-1 0 0,0 0 1 0 0,19-19 0 0 0,7-10-19 0 0,43-55 1 0 0,-67 76 87 0 0,138-177 3792 0 0,-151 192-3486 0 0,0 2-209 0 0,0 0 1 0 0,-1 0 0 0 0,1 1-1 0 0,-1-1 1 0 0,1 0-1 0 0,-1 0 1 0 0,0 1-1 0 0,0-1 1 0 0,1 0-1 0 0,-1 1 1 0 0,0-1-1 0 0,0 0 1 0 0,0 1 0 0 0,0-1-1 0 0,-1 1 1 0 0,1-1-1 0 0,0 0 1 0 0,0 1-1 0 0,-2 1 1 0 0,2-2-59 0 0,-24 94 1366 0 0,16-67-1275 0 0,0 1 1 0 0,2 0-1 0 0,1 0 0 0 0,-1 35 1 0 0,6-61-191 0 0,0-1 0 0 0,0 1 0 0 0,0 0 0 0 0,1-1 0 0 0,-1 1 1 0 0,0-1-1 0 0,1 1 0 0 0,0-1 0 0 0,0 1 0 0 0,0-1 0 0 0,0 0 0 0 0,0 1 0 0 0,0-1 0 0 0,0 0 1 0 0,1 0-1 0 0,-1 1 0 0 0,1-1 0 0 0,0 0 0 0 0,-1-1 0 0 0,3 3 0 0 0,-1-2-151 0 0,0 0 0 0 0,0-1 0 0 0,0 1 0 0 0,1-1 0 0 0,-1 0 0 0 0,0 0 0 0 0,0 0 0 0 0,1-1 0 0 0,-1 1-1 0 0,0-1 1 0 0,1 1 0 0 0,-1-1 0 0 0,6-1 0 0 0,2 0-663 0 0,0-1-1 0 0,0 0 1 0 0,0 0-1 0 0,0-2 1 0 0,0 1 0 0 0,-1-1-1 0 0,0-1 1 0 0,13-6-1 0 0,10-13-3622 0 0,4-6-2159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7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114 332 3304 0 0,'46'-312'18090'0'0,"-46"292"-17133"0"0,-4 32-78 0 0,-4 33 138 0 0,-58 452 4193 0 0,-5 252-3232 0 0,70-738-2006 0 0,-9 169-1789 0 0,15-62-2166 0 0,-5-116 3800 0 0,0 0-1 0 0,0 0 1 0 0,0 0 0 0 0,1 1 0 0 0,-1-1-1 0 0,1 0 1 0 0,0 0 0 0 0,0 0-1 0 0,-1 0 1 0 0,1 0 0 0 0,1 0-1 0 0,-1 0 1 0 0,0 0 0 0 0,0 0 0 0 0,1-1-1 0 0,-1 1 1 0 0,1 0 0 0 0,-1-1-1 0 0,1 1 1 0 0,0-1 0 0 0,0 0 0 0 0,-1 1-1 0 0,1-1 1 0 0,0 0 0 0 0,0 0-1 0 0,0 0 1 0 0,0-1 0 0 0,1 1-1 0 0,-1 0 1 0 0,0-1 0 0 0,0 1 0 0 0,0-1-1 0 0,0 0 1 0 0,1 0 0 0 0,-1 0-1 0 0,0 0 1 0 0,0 0 0 0 0,3 0 0 0 0,9-2-1096 0 0,0-1 1 0 0,0 0 0 0 0,0 0 0 0 0,22-11 0 0 0,-33 13 1103 0 0,44-18-3765 0 0,3-5-1609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8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52 149 2956 0 0,'23'-38'7844'0'0,"32"-72"915"0"0,-110 239-4144 0 0,37-79-4714 0 0,2 1 0 0 0,2 1 0 0 0,-12 90 0 0 0,26-137-270 0 0,0 0 0 0 0,-1 0 0 0 0,2 0-1 0 0,-1 0 1 0 0,0 0 0 0 0,1 0 0 0 0,0-1-1 0 0,0 1 1 0 0,1 0 0 0 0,2 6 0 0 0,-3-8-201 0 0,1-1-1 0 0,-1 1 1 0 0,1-1 0 0 0,0 1 0 0 0,0-1 0 0 0,0 0-1 0 0,0 0 1 0 0,0 0 0 0 0,0 0 0 0 0,0 0-1 0 0,1 0 1 0 0,-1-1 0 0 0,1 1 0 0 0,-1-1 0 0 0,1 1-1 0 0,0-1 1 0 0,-1 0 0 0 0,5 1 0 0 0,9 2-5909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8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14 281 828 0 0,'11'-17'4431'0'0,"-1"0"0"0"0,-1 0-1 0 0,12-33 1596 0 0,-22 64-5204 0 0,-1 0 0 0 0,0 0 0 0 0,-2 0 0 0 0,0 0 0 0 0,-6 17 0 0 0,-6 17 117 0 0,-6 63 120 0 0,20-96-938 0 0,1 1-1 0 0,0-1 0 0 0,1 1 0 0 0,1-1 1 0 0,4 20-1 0 0,-5-33-105 0 0,1 1 0 0 0,-1-1-1 0 0,1 0 1 0 0,0 1 0 0 0,0-1 0 0 0,0 0 0 0 0,0 0 0 0 0,0 0-1 0 0,0 1 1 0 0,1-1 0 0 0,-1-1 0 0 0,1 1 0 0 0,-1 0 0 0 0,1 0 0 0 0,0-1-1 0 0,-1 1 1 0 0,1 0 0 0 0,0-1 0 0 0,0 0 0 0 0,0 0 0 0 0,1 1-1 0 0,-1-1 1 0 0,0 0 0 0 0,0-1 0 0 0,1 1 0 0 0,-1 0 0 0 0,0-1 0 0 0,1 1-1 0 0,-1-1 1 0 0,0 0 0 0 0,1 0 0 0 0,-1 0 0 0 0,1 0 0 0 0,-1 0-1 0 0,1 0 1 0 0,2-1 0 0 0,5-1-29 0 0,-1 0 1 0 0,1-1-1 0 0,-1 1 0 0 0,0-2 0 0 0,0 1 1 0 0,-1-2-1 0 0,17-9 0 0 0,9-11-171 0 0,-1-2-1 0 0,-1-1 0 0 0,-2-2 1 0 0,-1-1-1 0 0,-1-1 0 0 0,-2-1 0 0 0,-1-2 1 0 0,-1 0-1 0 0,22-48 0 0 0,-41 74 154 0 0,-1-1 0 0 0,0 1 0 0 0,-1-1 0 0 0,0 1 0 0 0,-1-1 0 0 0,1 0-1 0 0,-2 0 1 0 0,0 0 0 0 0,0-19 0 0 0,-1 25 19 0 0,0 0 0 0 0,-1 1 0 0 0,0-1 0 0 0,1 0 0 0 0,-1 1 0 0 0,-1-1 0 0 0,1 0 0 0 0,0 1 0 0 0,-1-1 0 0 0,0 1 0 0 0,0 0 0 0 0,0 0 0 0 0,0 0 0 0 0,0 0 0 0 0,-1 0 0 0 0,1 0 0 0 0,-1 0 0 0 0,0 1 0 0 0,0-1 0 0 0,0 1 0 0 0,0 0 0 0 0,0 0 1 0 0,0 0-1 0 0,-1 0 0 0 0,1 1 0 0 0,-1-1 0 0 0,1 1 0 0 0,-1 0 0 0 0,-4-1 0 0 0,-2 0-127 0 0,0 1 0 0 0,0 0 0 0 0,0 1 1 0 0,0 0-1 0 0,-1 0 0 0 0,1 1 0 0 0,0 1 0 0 0,0-1 1 0 0,0 2-1 0 0,0-1 0 0 0,1 1 0 0 0,-1 1 1 0 0,1 0-1 0 0,-10 5 0 0 0,8-3-719 0 0,-1 1-1 0 0,1 0 1 0 0,0 1-1 0 0,-13 12 1 0 0,17-13-555 0 0,0 0-1 0 0,1 0 1 0 0,0 1 0 0 0,0 0-1 0 0,1 0 1 0 0,-5 9 0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8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69 304 0 0,'20'-26'5745'0'0,"-13"17"-3176"0"0,0 0 0 0 0,17-16 1475 0 0,-23 26-3970 0 0,-1-1-1 0 0,1 0 1 0 0,0 0 0 0 0,-1 1 0 0 0,1-1 0 0 0,0 0 0 0 0,-1 1 0 0 0,1-1-1 0 0,0 0 1 0 0,-1 1 0 0 0,1-1 0 0 0,-1 1 0 0 0,1-1 0 0 0,-1 1-1 0 0,1-1 1 0 0,-1 1 0 0 0,1 0 0 0 0,-1-1 0 0 0,1 1 0 0 0,-1 0 0 0 0,0-1-1 0 0,1 1 1 0 0,-1 0 0 0 0,0-1 0 0 0,0 1 0 0 0,0 0 0 0 0,0 0-1 0 0,1-1 1 0 0,-1 1 0 0 0,0 0 0 0 0,0-1 0 0 0,0 1 0 0 0,-1 1 0 0 0,0 29 1185 0 0,1-26-1008 0 0,-5 37 775 0 0,-1 0 0 0 0,-3-1-1 0 0,-13 41 1 0 0,-50 119 609 0 0,49-141-809 0 0,23-58-682 0 0,-6 0 35 0 0,2-2-69 0 0,6-10-75 0 0,2-2-35 0 0,0 0-1 0 0,1 0 0 0 0,1 1 0 0 0,0 0 0 0 0,8-12 0 0 0,41-52-25 0 0,-28 38-54 0 0,1 3 1 0 0,2 0-1 0 0,2 2 0 0 0,1 1 0 0 0,48-35 0 0 0,-76 63 52 0 0,-1 0 0 0 0,1 0 0 0 0,-1 1 0 0 0,1-1-1 0 0,0 1 1 0 0,0 0 0 0 0,0 1 0 0 0,0-1-1 0 0,0 1 1 0 0,9-1 0 0 0,-11 2 26 0 0,-1 0-1 0 0,0 0 1 0 0,1 1-1 0 0,-1-1 1 0 0,0 1-1 0 0,0-1 1 0 0,0 1-1 0 0,1 0 1 0 0,-1 0-1 0 0,0 0 1 0 0,0 0-1 0 0,0 0 1 0 0,0 1-1 0 0,0-1 1 0 0,-1 0-1 0 0,1 1 1 0 0,0-1-1 0 0,-1 1 1 0 0,1 0-1 0 0,-1 0 1 0 0,1-1-1 0 0,-1 1 1 0 0,0 0-1 0 0,0 0 1 0 0,0 0-1 0 0,1 3 1 0 0,3 7 72 0 0,0-1 1 0 0,-2 1-1 0 0,1 0 0 0 0,-1 0 1 0 0,-1 0-1 0 0,1 19 0 0 0,-4 80 228 0 0,-2-18-306 0 0,3-92 54 0 0,-1 0-182 0 0,1-1 0 0 0,0 1 0 0 0,0 0 0 0 0,0 0 0 0 0,0 0 0 0 0,0-1 0 0 0,0 1 0 0 0,0 0 0 0 0,0 0 0 0 0,0 0 0 0 0,0-1 0 0 0,1 1 0 0 0,-1 0 0 0 0,0 0 0 0 0,0 0 0 0 0,1-1 0 0 0,-1 1 0 0 0,1 0 0 0 0,-1-1 0 0 0,1 1 0 0 0,-1 0 0 0 0,1-1 0 0 0,-1 1 0 0 0,1 0 0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9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232 138 2756 0 0,'-84'-52'7065'0'0,"-3"-1"-204"0"0,29 21-5165 0 0,55 31-2235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29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0 3008 0 0,'-99'14'6388'0'0,"-61"13"2445"0"0,151-22-8021 0 0,11 0-366 0 0,12 2-173 0 0,13 0-130 0 0,1-2 0 0 0,-1 0 0 0 0,33 0 0 0 0,-9-1-59 0 0,368 27-2206 0 0,-137-23-6083 0 0,-165-9 520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0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99 508 0 0,'8'-21'6200'0'0,"0"-1"0"0"0,7-33 902 0 0,-19 76-5389 0 0,-68 371 2498 0 0,60-323-3977 0 0,-4 61-1064 0 0,13-45-4078 0 0,5-75 3327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1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2340 0 0,'1'-119'10991'0'0,"-2"60"-9673"0"0,6 52-2570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1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2240 0 0,'2'43'8482'0'0,"-4"1"-4742"0"0,0 25-1117 0 0,26 122-270 0 0,-14-127-1910 0 0,-3 0 0 0 0,0 103 0 0 0,-7-163-375 0 0,0 0 1 0 0,-1 0-1 0 0,1 0 0 0 0,-1 0 1 0 0,0 0-1 0 0,0 0 1 0 0,0 0-1 0 0,0-1 1 0 0,-1 1-1 0 0,0 0 1 0 0,0-1-1 0 0,0 1 1 0 0,0-1-1 0 0,0 1 1 0 0,0-1-1 0 0,-4 3 1 0 0,5-5-64 0 0,0 0 1 0 0,0 0-1 0 0,0-1 1 0 0,0 1 0 0 0,0-1-1 0 0,0 1 1 0 0,0-1 0 0 0,0 1-1 0 0,0-1 1 0 0,-1 0-1 0 0,1 1 1 0 0,0-1 0 0 0,0 0-1 0 0,0 0 1 0 0,0 0-1 0 0,0 0 1 0 0,-1 0 0 0 0,1 0-1 0 0,0 0 1 0 0,0 0-1 0 0,0-1 1 0 0,0 1 0 0 0,0 0-1 0 0,-1-1 1 0 0,1 1-1 0 0,0-1 1 0 0,0 1 0 0 0,0-1-1 0 0,0 1 1 0 0,0-1-1 0 0,0 0 1 0 0,1 0 0 0 0,-1 1-1 0 0,0-1 1 0 0,0 0-1 0 0,0 0 1 0 0,1 0 0 0 0,-1 0-1 0 0,0 0 1 0 0,1 0-1 0 0,-1 0 1 0 0,1 0 0 0 0,-1 0-1 0 0,0-1 1 0 0,-1-4 21 0 0,-1 0 0 0 0,1 0 1 0 0,0-1-1 0 0,0 1 0 0 0,0 0 1 0 0,0-10-1 0 0,1 4-31 0 0,2-1 0 0 0,-1 1 0 0 0,2-1 0 0 0,0 1-1 0 0,0 0 1 0 0,1 0 0 0 0,0 0 0 0 0,1 0 0 0 0,1 0 0 0 0,0 1 0 0 0,0-1 0 0 0,11-15 0 0 0,0 3-8 0 0,1 0 1 0 0,1 1 0 0 0,1 1-1 0 0,27-24 1 0 0,-30 32 11 0 0,0 1 0 0 0,0 0 1 0 0,33-17-1 0 0,-42 25-12 0 0,1 1 0 0 0,0 1 0 0 0,0-1 0 0 0,0 2 0 0 0,1-1 0 0 0,-1 1 1 0 0,1 0-1 0 0,0 1 0 0 0,-1 0 0 0 0,1 0 0 0 0,12 1 0 0 0,-17 0 14 0 0,0 1-1 0 0,0 0 1 0 0,0 0-1 0 0,-1 0 1 0 0,1 0-1 0 0,0 1 1 0 0,0-1-1 0 0,-1 1 1 0 0,1 0-1 0 0,-1 0 1 0 0,0 0-1 0 0,1 0 1 0 0,-1 1-1 0 0,3 3 1 0 0,-2-2 20 0 0,0 1 1 0 0,0 0 0 0 0,0 1-1 0 0,-1-1 1 0 0,0 1-1 0 0,0-1 1 0 0,0 1-1 0 0,2 7 1 0 0,0 5 48 0 0,0 1 0 0 0,-2 0-1 0 0,0 0 1 0 0,1 35 0 0 0,-9 91-413 0 0,2-88-1551 0 0,6-14-1197 0 0,-3-40 2159 0 0,1 0 0 0 0,-1-1 0 0 0,1 1 0 0 0,0-1-1 0 0,0 1 1 0 0,0-1 0 0 0,0 1 0 0 0,2 2 0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2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1 281 984 0 0,'6'-32'5348'0'0,"-2"13"-1220"0"0,-1 0 0 0 0,1-25 0 0 0,10 57-3215 0 0,-9-4-652 0 0,0 0-1 0 0,-1 0 1 0 0,0 1 0 0 0,0 0-1 0 0,-1 0 1 0 0,3 15-1 0 0,0 1 48 0 0,74 263 1353 0 0,-72-264-1562 0 0,1 0 0 0 0,17 32 1 0 0,-26-56-96 0 0,1 0 0 0 0,-1 0 0 0 0,1 0 0 0 0,-1 0 0 0 0,1 0 0 0 0,0 0 1 0 0,0 0-1 0 0,-1 0 0 0 0,1-1 0 0 0,0 1 0 0 0,0 0 0 0 0,0 0 1 0 0,0-1-1 0 0,0 1 0 0 0,0-1 0 0 0,0 1 0 0 0,0-1 0 0 0,0 1 1 0 0,0-1-1 0 0,0 0 0 0 0,0 1 0 0 0,0-1 0 0 0,2 0 0 0 0,-1 0-25 0 0,0 0-1 0 0,0-1 1 0 0,0 1 0 0 0,-1-1-1 0 0,1 1 1 0 0,0-1-1 0 0,0 0 1 0 0,0 0-1 0 0,-1 1 1 0 0,1-1-1 0 0,0-1 1 0 0,2-1 0 0 0,4-5-182 0 0,0 0 0 0 0,0 0 0 0 0,11-17 1 0 0,-15 21 143 0 0,74-113-756 0 0,-49 70 602 0 0,55-67-1 0 0,-83 113 212 0 0,3-4-16 0 0,-1 1-1 0 0,1 0 1 0 0,0 0 0 0 0,-1 0 0 0 0,2 0 0 0 0,-1 1 0 0 0,0-1 0 0 0,1 1-1 0 0,0 0 1 0 0,-1 0 0 0 0,1 1 0 0 0,0 0 0 0 0,6-3 0 0 0,-8 5 10 0 0,0 0 1 0 0,-1 0-1 0 0,1 0 1 0 0,0 0-1 0 0,0 0 1 0 0,-1 0-1 0 0,1 1 0 0 0,0 0 1 0 0,-1-1-1 0 0,1 1 1 0 0,-1 0-1 0 0,1 0 1 0 0,-1 0-1 0 0,1 0 1 0 0,2 3-1 0 0,31 23-34 0 0,-34-26 39 0 0,10 10 29 0 0,0 0 1 0 0,1 0-1 0 0,0-2 1 0 0,1 0-1 0 0,0 0 1 0 0,0-1-1 0 0,1-1 1 0 0,18 7-1 0 0,-29-14-20 0 0,-1 1-1 0 0,0-1 0 0 0,0 0 1 0 0,1 0-1 0 0,-1 0 0 0 0,0 0 1 0 0,0-1-1 0 0,0 1 1 0 0,1-1-1 0 0,-1 0 0 0 0,0 0 1 0 0,0 0-1 0 0,0 0 0 0 0,0-1 1 0 0,3-2-1 0 0,1 1-51 0 0,-1-1 0 0 0,0 0 0 0 0,-1-1-1 0 0,1 1 1 0 0,7-9 0 0 0,-3 0-72 0 0,-1-1 0 0 0,-1 1 0 0 0,0-1 0 0 0,-1-1 0 0 0,0 0 0 0 0,-2 0 0 0 0,1 0 0 0 0,-2 0 0 0 0,0-1 0 0 0,-1 0 0 0 0,0 0 0 0 0,-1 0 0 0 0,-1-23 0 0 0,-1 35 105 0 0,0 1 0 0 0,0 0 0 0 0,-1 0 0 0 0,1-1 0 0 0,-1 1-1 0 0,0 0 1 0 0,0 0 0 0 0,0-1 0 0 0,-2-3 0 0 0,2 5 6 0 0,0 1 0 0 0,0 0 0 0 0,0-1-1 0 0,0 1 1 0 0,0 0 0 0 0,0 0 0 0 0,0 0 0 0 0,0 0 0 0 0,0 0 0 0 0,-1 0 0 0 0,1 0 0 0 0,0 0 0 0 0,-1 0-1 0 0,1 1 1 0 0,-1-1 0 0 0,1 0 0 0 0,-1 1 0 0 0,1-1 0 0 0,-1 1 0 0 0,-2-1 0 0 0,3 1 6 0 0,0 0 1 0 0,0 0 0 0 0,0 1-1 0 0,-1-1 1 0 0,1 0 0 0 0,0 0-1 0 0,0 0 1 0 0,0 1-1 0 0,0-1 1 0 0,0 1 0 0 0,0-1-1 0 0,0 1 1 0 0,0-1 0 0 0,0 1-1 0 0,0 0 1 0 0,-2 1 0 0 0,0 0 6 0 0,-4 2 38 0 0,0 0-1 0 0,1 1 1 0 0,-1-1 0 0 0,1 1 0 0 0,1 1 0 0 0,-1-1 0 0 0,-7 10 0 0 0,-30 47 329 0 0,36-51-301 0 0,-81 145 628 0 0,77-134-634 0 0,2 1 0 0 0,0 1 0 0 0,1-1-1 0 0,2 1 1 0 0,-5 30 0 0 0,11-49-57 0 0,-1-1 1 0 0,1 1-1 0 0,0 0 0 0 0,0-1 0 0 0,0 1 0 0 0,0 0 1 0 0,1-1-1 0 0,0 1 0 0 0,0-1 0 0 0,0 1 0 0 0,1-1 0 0 0,-1 1 1 0 0,1-1-1 0 0,0 0 0 0 0,3 5 0 0 0,-2-5-36 0 0,0-1 0 0 0,0 0-1 0 0,0 0 1 0 0,0 0 0 0 0,1-1 0 0 0,-1 1 0 0 0,1-1-1 0 0,-1 0 1 0 0,1 0 0 0 0,0 0 0 0 0,0 0-1 0 0,0-1 1 0 0,0 1 0 0 0,0-1 0 0 0,0 0-1 0 0,8 1 1 0 0,2-1-142 0 0,0-1-1 0 0,0 0 1 0 0,0 0-1 0 0,0-2 1 0 0,0 0-1 0 0,0 0 1 0 0,-1-1-1 0 0,1-1 0 0 0,-1 0 1 0 0,0-1-1 0 0,0 0 1 0 0,-1-1-1 0 0,17-11 1 0 0,1-2-136 0 0,0-1-1 0 0,-1-2 1 0 0,49-50 0 0 0,-47 40 189 0 0,-1-1 0 0 0,-2-2 0 0 0,32-52 0 0 0,-46 64 361 0 0,-1-1 0 0 0,-1-1-1 0 0,-1 0 1 0 0,-1-1-1 0 0,-1 0 1 0 0,9-45 0 0 0,-17 67-205 0 0,0 0 0 0 0,0 0 0 0 0,-1 1 0 0 0,0-1 0 0 0,1 0-1 0 0,-2 0 1 0 0,1 0 0 0 0,0 0 0 0 0,-1 0 0 0 0,1 0 0 0 0,-1 0 0 0 0,0 0 0 0 0,0 1 0 0 0,-1-1 0 0 0,1 0 0 0 0,-1 1 0 0 0,0-1 0 0 0,-3-4 0 0 0,2 6-38 0 0,1 1 0 0 0,-1 1 0 0 0,1-1 0 0 0,-1 0 0 0 0,1 0 0 0 0,-1 1 0 0 0,1-1 1 0 0,-1 1-1 0 0,0 0 0 0 0,1 0 0 0 0,-1 0 0 0 0,0 0 0 0 0,1 1 0 0 0,-1-1 0 0 0,1 1 0 0 0,-1-1 0 0 0,0 1 0 0 0,1 0 0 0 0,0 0 0 0 0,-1 0 0 0 0,1 0 0 0 0,-1 0 0 0 0,-2 3 0 0 0,3-2-10 0 0,-1 0-1 0 0,1 0 0 0 0,0 0 0 0 0,0 1 1 0 0,1-1-1 0 0,-1 1 0 0 0,0-1 0 0 0,1 1 0 0 0,0-1 1 0 0,-1 1-1 0 0,1 0 0 0 0,0 0 0 0 0,0 0 0 0 0,1-1 1 0 0,-1 1-1 0 0,1 0 0 0 0,-1 0 0 0 0,1 0 1 0 0,0 0-1 0 0,0 0 0 0 0,0 0 0 0 0,0 0 0 0 0,1 0 1 0 0,-1 0-1 0 0,1 0 0 0 0,0 0 0 0 0,0 0 1 0 0,0-1-1 0 0,0 1 0 0 0,0 0 0 0 0,1 0 0 0 0,-1-1 1 0 0,1 1-1 0 0,0-1 0 0 0,0 0 0 0 0,-1 1 1 0 0,2-1-1 0 0,-1 0 0 0 0,0 0 0 0 0,5 3 0 0 0,-1-1-87 0 0,1-1 0 0 0,-1 1 1 0 0,1-1-1 0 0,0-1 0 0 0,0 1 0 0 0,0-1 0 0 0,0-1 0 0 0,0 1 0 0 0,0-1 0 0 0,15 0 0 0 0,1 0-172 0 0,-1-2 0 0 0,29-3 1 0 0,-29 1 381 0 0,0-1 0 0 0,-1-1 0 0 0,0-1 0 0 0,0-1 1 0 0,-1 0-1 0 0,0-2 0 0 0,0 0 0 0 0,-1-1 0 0 0,0-2 0 0 0,29-21 1 0 0,-16 8 1864 0 0,-31 25-1531 0 0,-15 14 376 0 0,-31 40-137 0 0,1 3-1 0 0,3 1 1 0 0,-54 104 0 0 0,89-150-746 0 0,0 0 1 0 0,0 1-1 0 0,1 0 1 0 0,1 0-1 0 0,-4 16 1 0 0,7-26-45 0 0,1-1 0 0 0,0 1 0 0 0,-1 0 0 0 0,1-1 0 0 0,0 1 0 0 0,0 0 0 0 0,0-1-1 0 0,1 1 1 0 0,-1-1 0 0 0,0 1 0 0 0,1 0 0 0 0,0-1 0 0 0,0 1 0 0 0,0-1 0 0 0,0 1 0 0 0,0-1 0 0 0,0 0 0 0 0,1 1 0 0 0,-1-1 0 0 0,1 0 0 0 0,-1 0 0 0 0,1 0 0 0 0,0 0 0 0 0,0 0 0 0 0,0 0 0 0 0,0-1 0 0 0,0 1 0 0 0,0-1-1 0 0,0 1 1 0 0,1-1 0 0 0,-1 0 0 0 0,1 0 0 0 0,3 1 0 0 0,10 3-670 0 0,0 0 0 0 0,1-2 0 0 0,-1 0 0 0 0,1-1 0 0 0,-1-1-1 0 0,34-1 1 0 0,-19-3-1710 0 0,0-1 0 0 0,54-15-1 0 0,-32 2-2591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2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276 242 932 0 0,'23'-24'4038'0'0,"33"-47"0"0"0,-51 63-3408 0 0,0 0 1 0 0,0 0 0 0 0,-1 0-1 0 0,0 0 1 0 0,0-1 0 0 0,-1 1-1 0 0,0-1 1 0 0,-1 0 0 0 0,1 0-1 0 0,-2 0 1 0 0,1-11 0 0 0,-1 19-585 0 0,-1 0 1 0 0,0 0 0 0 0,0 0 0 0 0,0 0 0 0 0,0-1 0 0 0,0 1 0 0 0,0 0 0 0 0,0 0 0 0 0,0 0 0 0 0,-1-1 0 0 0,1 1 0 0 0,0 0 0 0 0,-1 0 0 0 0,1 0 0 0 0,-1 0 0 0 0,1 0 0 0 0,-1 0 0 0 0,1 0 0 0 0,-1 0 0 0 0,0 0 0 0 0,0 0 0 0 0,1 0 0 0 0,-1 0 0 0 0,0 0 0 0 0,0 0 0 0 0,0 1 0 0 0,0-1 0 0 0,0 0 0 0 0,0 1 0 0 0,0-1 0 0 0,0 1-1 0 0,0-1 1 0 0,0 1 0 0 0,-1-1 0 0 0,1 1 0 0 0,0 0 0 0 0,0 0 0 0 0,0-1 0 0 0,-1 1 0 0 0,1 0 0 0 0,0 0 0 0 0,0 0 0 0 0,0 0 0 0 0,-1 1 0 0 0,1-1 0 0 0,0 0 0 0 0,-2 1 0 0 0,-1 0-1 0 0,0 1 1 0 0,-1-1-1 0 0,1 1 0 0 0,0 0 0 0 0,0 0 1 0 0,0 0-1 0 0,1 1 0 0 0,-1-1 0 0 0,1 1 1 0 0,-1 0-1 0 0,-4 5 0 0 0,6-4-34 0 0,-1 0-1 0 0,1 1 1 0 0,0-1 0 0 0,0 1-1 0 0,0 0 1 0 0,1 0 0 0 0,-1 0-1 0 0,1 0 1 0 0,0 0 0 0 0,1 0-1 0 0,-1 0 1 0 0,1 0 0 0 0,0 0-1 0 0,1 0 1 0 0,-1 0 0 0 0,2 9-1 0 0,3 8-3 0 0,1 0 0 0 0,10 28 0 0 0,-13-42-5 0 0,0 3 10 0 0,6 11 475 0 0,-2 1 0 0 0,0 1 0 0 0,6 43 0 0 0,-13-64-358 0 0,0-1 0 0 0,0 1 0 0 0,0 0 0 0 0,0-1 0 0 0,0 1 0 0 0,-1-1 0 0 0,1 1 0 0 0,-1-1 0 0 0,0 1 0 0 0,0-1 0 0 0,0 1 0 0 0,0-1 0 0 0,0 0 0 0 0,0 1 0 0 0,-1-1 0 0 0,1 0 0 0 0,-3 3 0 0 0,0-2 14 0 0,1 1 0 0 0,-1-1 0 0 0,0 0 0 0 0,0-1 0 0 0,0 1 0 0 0,0-1 0 0 0,0 0 0 0 0,0 0 0 0 0,-5 2 1 0 0,-5 0 84 0 0,0-1 0 0 0,0 0 0 0 0,0 0 0 0 0,0-2 0 0 0,-22 1 0 0 0,12-2-207 0 0,1 0 1 0 0,0-2-1 0 0,0-1 1 0 0,1-1-1 0 0,-40-11 0 0 0,61 15-162 0 0,0 0-1 0 0,0-1 0 0 0,0 1 0 0 0,0 0 0 0 0,0-1 0 0 0,1 1 0 0 0,-1-1 1 0 0,0 1-1 0 0,0-1 0 0 0,0 1 0 0 0,0-1 0 0 0,0 0 0 0 0,1 0 0 0 0,-1 1 1 0 0,0-1-1 0 0,0 0 0 0 0,1 0 0 0 0,-1 0 0 0 0,1 0 0 0 0,-1 1 0 0 0,1-1 1 0 0,-1 0-1 0 0,1 0 0 0 0,0 0 0 0 0,-1 0 0 0 0,1 0 0 0 0,0 0 0 0 0,0 0 0 0 0,0-1 1 0 0,0 1-1 0 0,-1 0 0 0 0,2 0 0 0 0,-1 0 0 0 0,0 0 0 0 0,0 0 0 0 0,0 0 1 0 0,0 0-1 0 0,1 0 0 0 0,-1 0 0 0 0,0 0 0 0 0,1 0 0 0 0,-1 0 0 0 0,1 0 1 0 0,0-1-1 0 0,3-3-1478 0 0,-1-1 0 0 0,1 1 0 0 0,1 0 1 0 0,-1 0-1 0 0,9-7 0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3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313 123 1744 0 0,'0'0'14900'0'0,"-5"13"-13507"0"0,5-11-1310 0 0,-1 0 0 0 0,1 0 0 0 0,0 1 0 0 0,0-1 1 0 0,0 0-1 0 0,0 1 0 0 0,0-1 0 0 0,0 0 0 0 0,1 0 0 0 0,-1 1 0 0 0,1-1 0 0 0,0 0 0 0 0,0 0 1 0 0,0 0-1 0 0,0 0 0 0 0,0 0 0 0 0,0 0 0 0 0,0 0 0 0 0,0 0 0 0 0,1 0 0 0 0,-1-1 0 0 0,3 3 1 0 0,0-1-17 0 0,-1-1 1 0 0,1 0-1 0 0,0 0 1 0 0,0 0-1 0 0,-1 0 1 0 0,1-1-1 0 0,1 0 1 0 0,-1 0-1 0 0,0 0 1 0 0,0 0-1 0 0,8 0 1 0 0,-3 0-38 0 0,0-1-1 0 0,0-1 1 0 0,1 1 0 0 0,-1-1 0 0 0,0-1 0 0 0,0 0 0 0 0,0 0 0 0 0,-1-1 0 0 0,1 0 0 0 0,-1 0 0 0 0,1-1 0 0 0,-1 0 0 0 0,0-1 0 0 0,0 0 0 0 0,-1 0 0 0 0,0-1 0 0 0,0 1 0 0 0,0-1 0 0 0,0-1 0 0 0,-1 0 0 0 0,0 0 0 0 0,0 0 0 0 0,-1 0 0 0 0,0-1 0 0 0,0 0 0 0 0,-1 0 0 0 0,0 0 0 0 0,-1-1-1 0 0,1 1 1 0 0,-2-1 0 0 0,3-10 0 0 0,-5 18-24 0 0,1 0-1 0 0,-1 0 1 0 0,0 0-1 0 0,0-1 0 0 0,0 1 1 0 0,0 0-1 0 0,0 0 1 0 0,0 0-1 0 0,0 0 1 0 0,0 0-1 0 0,0-1 1 0 0,-1 1-1 0 0,1 0 0 0 0,0 0 1 0 0,-1 0-1 0 0,1 0 1 0 0,-1 0-1 0 0,1 0 1 0 0,-1 0-1 0 0,1 0 0 0 0,-1 0 1 0 0,0 0-1 0 0,0 0 1 0 0,0-1-1 0 0,-1 1 4 0 0,0 0 0 0 0,0 0 1 0 0,0 0-1 0 0,0 0 0 0 0,0 0 0 0 0,0 1 0 0 0,0-1 1 0 0,0 1-1 0 0,0-1 0 0 0,-1 1 0 0 0,1 0 0 0 0,-2-1 0 0 0,-5 1 83 0 0,-1 1-1 0 0,1 0 1 0 0,0 0 0 0 0,-16 4-1 0 0,-15 8 406 0 0,1 0 0 0 0,1 3 0 0 0,0 1 0 0 0,1 2-1 0 0,-36 24 1 0 0,49-26-283 0 0,-1 1 0 0 0,2 1-1 0 0,1 1 1 0 0,0 0 0 0 0,1 2-1 0 0,2 1 1 0 0,-29 41-1 0 0,43-56-162 0 0,1-1 0 0 0,0 1 0 0 0,1 0-1 0 0,-1 0 1 0 0,1 0 0 0 0,1 0-1 0 0,0 0 1 0 0,0 1 0 0 0,1-1-1 0 0,0 1 1 0 0,0-1 0 0 0,1 17 0 0 0,1-19-29 0 0,0 0 0 0 0,0 1 0 0 0,1-1 0 0 0,-1 0 0 0 0,1 0 0 0 0,1 0 0 0 0,-1-1 0 0 0,1 1 0 0 0,0-1 0 0 0,0 1 1 0 0,1-1-1 0 0,0 0 0 0 0,0 0 0 0 0,0 0 0 0 0,0-1 0 0 0,1 1 0 0 0,-1-1 0 0 0,7 4 0 0 0,4 1-367 0 0,1 1-1 0 0,0-2 1 0 0,0 0-1 0 0,0-1 1 0 0,1-1 0 0 0,0 0-1 0 0,1-1 1 0 0,25 3-1 0 0,-19-4-2143 0 0,47-1 0 0 0,-45-4-2223 0 0,41-6 0 0 0,-22-3-3572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5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292 633 552 0 0,'-1'-6'1146'0'0,"-1"0"0"0"0,1 0 0 0 0,-1 0-1 0 0,0 0 1 0 0,0 0 0 0 0,-1 0 0 0 0,0 0 0 0 0,0 1 0 0 0,-5-8 0 0 0,7 11-1015 0 0,0 1 0 0 0,-1-1 0 0 0,1 0 0 0 0,-1 1 1 0 0,1 0-1 0 0,-1-1 0 0 0,0 1 0 0 0,1 0 0 0 0,-1 0 1 0 0,0-1-1 0 0,0 1 0 0 0,0 1 0 0 0,0-1 0 0 0,0 0 1 0 0,0 0-1 0 0,0 1 0 0 0,0-1 0 0 0,0 1 0 0 0,0 0 1 0 0,0 0-1 0 0,0 0 0 0 0,0-1 0 0 0,0 2 0 0 0,0-1 0 0 0,0 0 1 0 0,-1 0-1 0 0,1 1 0 0 0,0-1 0 0 0,0 1 0 0 0,0 0 1 0 0,-3 1-1 0 0,-5 4 10 0 0,1 0 0 0 0,-1 0 0 0 0,1 1 1 0 0,1 0-1 0 0,-1 0 0 0 0,1 1 0 0 0,0 0 0 0 0,1 1 0 0 0,-11 15 1 0 0,0 5 55 0 0,-29 58 1 0 0,38-67-156 0 0,1 1 1 0 0,-7 24-1 0 0,13-35-23 0 0,-1 0 1 0 0,2-1 0 0 0,0 1 0 0 0,0 0-1 0 0,0 0 1 0 0,1 0 0 0 0,2 12-1 0 0,-1-19-10 0 0,-1-1-1 0 0,1 1 1 0 0,-1 0-1 0 0,1 0 1 0 0,0-1-1 0 0,0 1 1 0 0,0-1-1 0 0,1 1 1 0 0,-1-1-1 0 0,1 0 0 0 0,-1 1 1 0 0,1-1-1 0 0,0 0 1 0 0,-1 0-1 0 0,1 0 1 0 0,0 0-1 0 0,5 3 1 0 0,-3-3 0 0 0,-1 0-1 0 0,1 0 1 0 0,0-1 0 0 0,0 0 0 0 0,0 1 0 0 0,0-1 0 0 0,0-1 0 0 0,0 1 0 0 0,0 0 0 0 0,9-1 0 0 0,-2 0 7 0 0,-1-1 1 0 0,1-1-1 0 0,0 0 1 0 0,-1 0-1 0 0,1-1 1 0 0,-1 0 0 0 0,0-1-1 0 0,14-7 1 0 0,-12 4-8 0 0,0-1 1 0 0,0 0 0 0 0,-1-1-1 0 0,-1 0 1 0 0,0-1 0 0 0,0 0-1 0 0,-1-1 1 0 0,0 0 0 0 0,0 0-1 0 0,-2-1 1 0 0,1 0 0 0 0,-1 0-1 0 0,6-17 1 0 0,-6 12-8 0 0,-1-1-1 0 0,0 1 1 0 0,-2-1 0 0 0,0 0-1 0 0,-1 0 1 0 0,0 0 0 0 0,-2-1-1 0 0,0 1 1 0 0,-3-32 0 0 0,1 44-12 0 0,0-1-1 0 0,0 1 1 0 0,0 0 0 0 0,-1 0 0 0 0,0 0-1 0 0,0 1 1 0 0,0-1 0 0 0,-1 0 0 0 0,0 1 0 0 0,-4-7-1 0 0,5 10 5 0 0,0 0-1 0 0,1 0 0 0 0,-1 1 0 0 0,0-1 1 0 0,0 0-1 0 0,0 1 0 0 0,0-1 0 0 0,-1 1 1 0 0,1 0-1 0 0,0 0 0 0 0,-1 0 0 0 0,1 0 1 0 0,0 0-1 0 0,-1 0 0 0 0,1 0 0 0 0,-1 1 1 0 0,1-1-1 0 0,-1 1 0 0 0,0 0 0 0 0,1 0 1 0 0,-1 0-1 0 0,1 0 0 0 0,-1 0 0 0 0,0 1 1 0 0,1-1-1 0 0,-4 2 0 0 0,-2 0 1 0 0,0 1 1 0 0,0 1-1 0 0,0-1 1 0 0,0 1-1 0 0,1 1 1 0 0,-1-1-1 0 0,1 1 1 0 0,0 0-1 0 0,1 1 0 0 0,-1 0 1 0 0,-6 7-1 0 0,9-9 6 0 0,0 1 1 0 0,1-1-1 0 0,-1 1 0 0 0,1 0 0 0 0,0 0 1 0 0,0 0-1 0 0,1 0 0 0 0,-1 1 0 0 0,1-1 1 0 0,0 1-1 0 0,1-1 0 0 0,-1 1 0 0 0,1 0 0 0 0,0-1 1 0 0,1 1-1 0 0,0 0 0 0 0,0 7 0 0 0,0-10 1 0 0,1-1 1 0 0,0 1-1 0 0,0 0 0 0 0,0-1 0 0 0,0 1 0 0 0,0-1 0 0 0,0 0 0 0 0,1 1 0 0 0,-1-1 0 0 0,1 0 0 0 0,0 0 0 0 0,-1 0 1 0 0,1 0-1 0 0,0 0 0 0 0,0 0 0 0 0,1 0 0 0 0,-1-1 0 0 0,0 1 0 0 0,0-1 0 0 0,1 0 0 0 0,-1 1 0 0 0,1-1 0 0 0,-1 0 1 0 0,6 1-1 0 0,3 1 1 0 0,1 0 0 0 0,0-1 1 0 0,0 0-1 0 0,15 0 1 0 0,12-2 2 0 0,0-2 1 0 0,-1-1 0 0 0,1-2-1 0 0,-1-2 1 0 0,0-1 0 0 0,0-2-1 0 0,-1-1 1 0 0,-1-2 0 0 0,0-2-1 0 0,0-1 1 0 0,-2-2-1 0 0,0-2 1 0 0,-1 0 0 0 0,30-26-1 0 0,-36 22-12 0 0,-1 0-1 0 0,-2-2 1 0 0,0 0-1 0 0,-1-2 1 0 0,-2 0-1 0 0,33-59 1 0 0,-17 14 198 0 0,51-142 0 0 0,-122 282-354 0 0,-125 366 988 0 0,21 9 232 0 0,-15 47 25 0 0,143-460-1027 0 0,-151 408 303 0 0,131-370-181 0 0,-2-2 0 0 0,-3-1 0 0 0,-3-2 0 0 0,-63 79 0 0 0,85-122 97 0 0,0-1-1 0 0,-22 19 1 0 0,32-33-188 0 0,1 1-1 0 0,-1-1 1 0 0,0 1 0 0 0,0-2 0 0 0,-1 1-1 0 0,1-1 1 0 0,-1 0 0 0 0,0 0 0 0 0,0-1-1 0 0,0 1 1 0 0,-13 1 0 0 0,17-4-60 0 0,0 0-1 0 0,0 0 1 0 0,-1 0 0 0 0,1 0 0 0 0,0-1-1 0 0,0 1 1 0 0,0-1 0 0 0,0 0 0 0 0,0 0-1 0 0,0 0 1 0 0,0 0 0 0 0,0 0-1 0 0,0-1 1 0 0,0 1 0 0 0,0-1 0 0 0,-2-3-1 0 0,1 2-8 0 0,0-1 0 0 0,1 0-1 0 0,-1 0 1 0 0,1 0-1 0 0,0 0 1 0 0,0 0 0 0 0,1-1-1 0 0,-1 0 1 0 0,-1-6 0 0 0,-1-2-7 0 0,1 0 1 0 0,1-1-1 0 0,0 0 1 0 0,1 0 0 0 0,0 0-1 0 0,1-23 1 0 0,3 9 0 0 0,1 0 1 0 0,1 0-1 0 0,2 0 1 0 0,1 1-1 0 0,0 0 1 0 0,3 1-1 0 0,0 0 1 0 0,18-34-1 0 0,6 0-15 0 0,2 2 0 0 0,55-69 0 0 0,-28 51-151 0 0,3 2 0 0 0,3 4 0 0 0,3 2 0 0 0,132-94 0 0 0,-192 154 18 0 0,117-77-1428 0 0,-112 76 847 0 0,0 1-1 0 0,1 0 0 0 0,-1 1 0 0 0,2 0 0 0 0,36-6 0 0 0,-47 11-21 0 0,0 2 0 0 0,0-1 1 0 0,0 1-1 0 0,13 2 0 0 0,13 7-6278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5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433 225 980 0 0,'5'-18'2654'0'0,"0"-1"0"0"0,-2 0 0 0 0,3-32-1 0 0,-6 44-2253 0 0,0 1 0 0 0,0 0 0 0 0,-1 0 0 0 0,0 0 0 0 0,0 0 0 0 0,0 0 0 0 0,-1 0 0 0 0,0 0 0 0 0,0 0 0 0 0,0 0 0 0 0,-1 1 0 0 0,0-1 0 0 0,0 1-1 0 0,-1 0 1 0 0,-6-8 0 0 0,8 11-366 0 0,0 1-1 0 0,0-1 1 0 0,0 0-1 0 0,0 1 1 0 0,0 0-1 0 0,-1 0 1 0 0,1-1-1 0 0,0 2 1 0 0,-1-1-1 0 0,1 0 1 0 0,-1 0-1 0 0,0 1 1 0 0,1-1-1 0 0,-1 1 1 0 0,1 0-1 0 0,-1 0 1 0 0,0 0-1 0 0,1 0 1 0 0,-1 0-1 0 0,1 0 1 0 0,-1 1-1 0 0,1-1 1 0 0,-1 1-1 0 0,0 0 1 0 0,1 0-1 0 0,0 0 1 0 0,-1 0-1 0 0,-2 2 1 0 0,-8 4 11 0 0,0 0 0 0 0,1 1 0 0 0,-20 16 0 0 0,3 2 9 0 0,1 1 0 0 0,2 1 0 0 0,0 2 1 0 0,2 0-1 0 0,1 2 0 0 0,2 1 0 0 0,1 0 0 0 0,1 1 1 0 0,-18 49-1 0 0,33-72-38 0 0,0 0 1 0 0,1 0 0 0 0,0 1-1 0 0,1-1 1 0 0,0 1 0 0 0,0 0-1 0 0,1 14 1 0 0,1-23-9 0 0,1 1 1 0 0,-1-1-1 0 0,0 0 1 0 0,1 0-1 0 0,-1 0 1 0 0,1 0-1 0 0,0 0 1 0 0,0 0-1 0 0,0 0 1 0 0,1 0-1 0 0,-1 0 1 0 0,1 0-1 0 0,0-1 1 0 0,-1 1-1 0 0,1 0 1 0 0,0-1-1 0 0,1 0 1 0 0,-1 1-1 0 0,0-1 0 0 0,1 0 1 0 0,-1 0-1 0 0,1 0 1 0 0,-1-1-1 0 0,1 1 1 0 0,0-1-1 0 0,0 1 1 0 0,0-1-1 0 0,0 0 1 0 0,0 0-1 0 0,6 1 1 0 0,0 0 2 0 0,0-1 0 0 0,0 0 0 0 0,0 0 0 0 0,0-1 0 0 0,0-1 0 0 0,0 1 0 0 0,0-2 0 0 0,0 1 0 0 0,0-1 0 0 0,13-4-1 0 0,-9 1 3 0 0,-1-1-1 0 0,0 1 0 0 0,0-2 0 0 0,-1 0 0 0 0,0 0 0 0 0,15-14 0 0 0,-4 1 5 0 0,-2-1 0 0 0,0-1 0 0 0,-2 0 0 0 0,0-2 0 0 0,25-45 0 0 0,-2-11 32 0 0,17-30 329 0 0,-55 110-371 0 0,-1 5 3 0 0,1 9 11 0 0,-3-12-12 0 0,-3 71-107 0 0,1-47 86 0 0,1-1 1 0 0,1 1-1 0 0,1 0 1 0 0,6 34-1 0 0,-5-52-416 0 0,0 0 0 0 0,1 0 0 0 0,0-1 0 0 0,0 1 0 0 0,0-1 0 0 0,1 0 0 0 0,7 10 0 0 0,-6-11-378 0 0,0 0 0 0 0,0-1 0 0 0,0 0 0 0 0,1 0 0 0 0,0 0 0 0 0,0 0 0 0 0,0-1 0 0 0,0 0 0 0 0,9 4 0 0 0,11 3-6015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6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90 2684 0 0,'71'-82'11872'0'0,"-70"82"-11787"0"0,0-1 1 0 0,0 0-1 0 0,-1 1 0 0 0,1-1 1 0 0,0 0-1 0 0,0 1 0 0 0,0-1 1 0 0,0 1-1 0 0,0-1 0 0 0,0 1 1 0 0,0 0-1 0 0,0 0 0 0 0,0-1 1 0 0,0 1-1 0 0,0 0 0 0 0,0 0 1 0 0,0 0-1 0 0,0 0 0 0 0,0 0 0 0 0,0 0 1 0 0,0 0-1 0 0,0 0 0 0 0,0 1 1 0 0,0-1-1 0 0,0 0 0 0 0,0 0 1 0 0,0 1-1 0 0,0-1 0 0 0,0 1 1 0 0,0-1-1 0 0,0 1 0 0 0,0 0 1 0 0,0-1-1 0 0,0 1 0 0 0,-1 0 1 0 0,1-1-1 0 0,0 1 0 0 0,0 0 1 0 0,-1 0-1 0 0,2 1 0 0 0,1 2 144 0 0,1 1 0 0 0,-1 0-1 0 0,0-1 1 0 0,0 1 0 0 0,3 10-1 0 0,-1-1-13 0 0,-2-1 0 0 0,0 1 0 0 0,0 0 0 0 0,-1 0 0 0 0,-1 0 0 0 0,0 0 1 0 0,-1 1-1 0 0,-1-1 0 0 0,0 0 0 0 0,-6 25 0 0 0,2-19-87 0 0,0 0 0 0 0,-1 0 0 0 0,-2-1 1 0 0,1-1-1 0 0,-2 1 0 0 0,-22 33 0 0 0,24-42-30 0 0,0-1 1 0 0,-1-1-1 0 0,0 1 0 0 0,0-1 0 0 0,-1 0 0 0 0,-14 9 0 0 0,19-14-62 0 0,-1 0-1 0 0,1-1 1 0 0,-1 1 0 0 0,0-1 0 0 0,1 0 0 0 0,-1 0-1 0 0,0 0 1 0 0,-1-1 0 0 0,1 0 0 0 0,0 0-1 0 0,0 0 1 0 0,0 0 0 0 0,-1-1 0 0 0,1 0 0 0 0,0 0-1 0 0,-8-2 1 0 0,10 2-27 0 0,0-1 0 0 0,1 0 0 0 0,-1 0-1 0 0,0 0 1 0 0,1 0 0 0 0,-1 0 0 0 0,1-1-1 0 0,0 1 1 0 0,-1-1 0 0 0,1 0 0 0 0,0 1-1 0 0,0-1 1 0 0,0 0 0 0 0,0 0 0 0 0,0 0 0 0 0,1-1-1 0 0,-3-2 1 0 0,2 1-6 0 0,0 0-1 0 0,1 0 1 0 0,-1 0 0 0 0,1 0-1 0 0,0-1 1 0 0,0 1-1 0 0,0-1 1 0 0,1 1 0 0 0,-1-9-1 0 0,1 2-25 0 0,1-1 0 0 0,1 1-1 0 0,0 0 1 0 0,0-1 0 0 0,1 1-1 0 0,0 0 1 0 0,8-15 0 0 0,-5 13 1 0 0,1 0 1 0 0,1 0-1 0 0,0 1 1 0 0,1 0 0 0 0,0 1-1 0 0,0 0 1 0 0,1 0 0 0 0,1 1-1 0 0,0 0 1 0 0,0 1-1 0 0,1 1 1 0 0,0-1 0 0 0,0 2-1 0 0,19-9 1 0 0,-21 12 7 0 0,1 0-1 0 0,0 0 1 0 0,0 1 0 0 0,0 0 0 0 0,1 1 0 0 0,-1 0-1 0 0,1 1 1 0 0,-1 1 0 0 0,1-1 0 0 0,-1 2 0 0 0,1 0-1 0 0,-1 0 1 0 0,1 1 0 0 0,-1 0 0 0 0,0 1-1 0 0,0 0 1 0 0,0 1 0 0 0,16 8 0 0 0,-16-6 2 0 0,1 1 0 0 0,-1 0-1 0 0,-1 1 1 0 0,1 0 0 0 0,-1 1 0 0 0,-1 0 0 0 0,0 1 0 0 0,0 0 0 0 0,-1 0 0 0 0,0 1-1 0 0,10 17 1 0 0,-15-23 25 0 0,0 0 0 0 0,-1 0 0 0 0,1 1 0 0 0,-1-1 0 0 0,0 1 0 0 0,-1 0 0 0 0,1 0 0 0 0,-1 0 0 0 0,0 0 0 0 0,-1-1 0 0 0,1 1 0 0 0,-1 0-1 0 0,0 0 1 0 0,-1 0 0 0 0,0 0 0 0 0,1 0 0 0 0,-2 0 0 0 0,1 0 0 0 0,-1 0 0 0 0,0-1 0 0 0,0 1 0 0 0,0-1 0 0 0,-1 1 0 0 0,0-1 0 0 0,0 0 0 0 0,0 0 0 0 0,-7 7 0 0 0,9-11-4 0 0,0 0 0 0 0,0 1 1 0 0,0-1-1 0 0,0 0 1 0 0,-1 0-1 0 0,1 0 1 0 0,0 0-1 0 0,-1 0 1 0 0,1 0-1 0 0,-1 0 1 0 0,0-1-1 0 0,1 1 0 0 0,-1 0 1 0 0,1-1-1 0 0,-1 1 1 0 0,0-1-1 0 0,-1 1 1 0 0,1-1-7 0 0,1-1 0 0 0,0 1 0 0 0,0 0 0 0 0,-1 0 0 0 0,1-1 0 0 0,0 1 0 0 0,0 0-1 0 0,0-1 1 0 0,-1 1 0 0 0,1-1 0 0 0,0 0 0 0 0,0 1 0 0 0,0-1 0 0 0,0 0 0 0 0,0 0 0 0 0,0 0 0 0 0,0 0 0 0 0,0-1 0 0 0,-2-1-6 0 0,1 0 0 0 0,0-1 0 0 0,0 1 0 0 0,0-1 0 0 0,0 0 0 0 0,1 0 0 0 0,0 1 0 0 0,-1-1 0 0 0,1 0 0 0 0,1 0 0 0 0,-1 0 0 0 0,0-8 0 0 0,2-3-12 0 0,1 0-1 0 0,0 0 0 0 0,1 0 1 0 0,0 0-1 0 0,2 1 0 0 0,-1-1 0 0 0,2 1 1 0 0,0 0-1 0 0,1 1 0 0 0,0-1 1 0 0,1 1-1 0 0,0 1 0 0 0,16-19 0 0 0,-9 14-9 0 0,0 1 0 0 0,1 0-1 0 0,1 1 1 0 0,1 0-1 0 0,0 2 1 0 0,0 0 0 0 0,1 1-1 0 0,30-14 1 0 0,-41 23 10 0 0,0 0 1 0 0,0 0-1 0 0,0 1 0 0 0,1 0 1 0 0,-1 0-1 0 0,1 1 0 0 0,-1 0 1 0 0,1 0-1 0 0,0 1 0 0 0,-1 0 1 0 0,1 1-1 0 0,15 2 0 0 0,-19-1 43 0 0,-1-1 0 0 0,1 0 0 0 0,-1 1 0 0 0,1 0-1 0 0,-1 0 1 0 0,0 1 0 0 0,1-1 0 0 0,-1 1-1 0 0,0 0 1 0 0,-1 0 0 0 0,1 0 0 0 0,-1 0 0 0 0,1 1-1 0 0,-1 0 1 0 0,0-1 0 0 0,0 1 0 0 0,0 0-1 0 0,-1 0 1 0 0,0 1 0 0 0,1-1 0 0 0,-2 1 0 0 0,1-1-1 0 0,0 1 1 0 0,0 4 0 0 0,1 2 40 0 0,-2 0 0 0 0,1 0 0 0 0,-1 0 0 0 0,-1-1 1 0 0,0 1-1 0 0,-1 0 0 0 0,-2 16 0 0 0,-4 6 111 0 0,-13 35 0 0 0,13-47-1243 0 0,1 1 1 0 0,0 0-1 0 0,2 0 0 0 0,-3 42 1 0 0,7-62 665 0 0,0 1 1 0 0,0 0-1 0 0,1 0 1 0 0,0-1 0 0 0,-1 1-1 0 0,1 0 1 0 0,0-1-1 0 0,0 1 1 0 0,0-1-1 0 0,1 1 1 0 0,-1-1-1 0 0,1 0 1 0 0,-1 1 0 0 0,1-1-1 0 0,0 0 1 0 0,0 0-1 0 0,0 0 1 0 0,0 0-1 0 0,0 0 1 0 0,0-1 0 0 0,0 1-1 0 0,1-1 1 0 0,-1 1-1 0 0,1-1 1 0 0,-1 0-1 0 0,1 0 1 0 0,3 1-1 0 0,14 5-5505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7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407 213 808 0 0,'8'-10'1343'0'0,"-1"0"0"0"0,-1-1 0 0 0,1 0 0 0 0,-2 0 0 0 0,0-1 0 0 0,0 1 0 0 0,-1-1 0 0 0,0 0 0 0 0,-1-1 0 0 0,0 1 0 0 0,-1 0 0 0 0,-1-1 0 0 0,1-20 0 0 0,-2 32-1277 0 0,0-1 0 0 0,-1 1 1 0 0,1 0-1 0 0,0 0 0 0 0,0-1 0 0 0,-1 1 0 0 0,1 0 1 0 0,0 0-1 0 0,-1 0 0 0 0,1 0 0 0 0,-1-1 1 0 0,1 1-1 0 0,-1 0 0 0 0,0 0 0 0 0,0 0 1 0 0,1 0-1 0 0,-1 0 0 0 0,0 0 0 0 0,0 1 1 0 0,0-1-1 0 0,0 0 0 0 0,0 0 0 0 0,0 1 1 0 0,-2-2-1 0 0,1 1 3 0 0,-1 1 1 0 0,1-1-1 0 0,0 1 1 0 0,-1-1-1 0 0,1 1 1 0 0,-1 0-1 0 0,1 0 1 0 0,-1 0-1 0 0,1 0 0 0 0,-1 1 1 0 0,-3 0-1 0 0,-7 2 177 0 0,0 2-1 0 0,1-1 0 0 0,-19 11 0 0 0,-3 3 157 0 0,0 1 0 0 0,2 2 1 0 0,0 1-1 0 0,-29 28 0 0 0,43-34-287 0 0,1 1 0 0 0,0 1 0 0 0,2 0 1 0 0,0 1-1 0 0,0 1 0 0 0,2 1 0 0 0,-16 33 0 0 0,25-47-98 0 0,2 0 1 0 0,-1 0-1 0 0,1 0 0 0 0,0 0 0 0 0,0 1 0 0 0,1-1 0 0 0,0 0 0 0 0,0 1 0 0 0,1-1 0 0 0,1 15 0 0 0,0-18-89 0 0,0-1-1 0 0,0 1 1 0 0,0 0 0 0 0,0 0-1 0 0,1 0 1 0 0,-1-1-1 0 0,1 1 1 0 0,0 0-1 0 0,0-1 1 0 0,1 0-1 0 0,-1 1 1 0 0,1-1-1 0 0,-1 0 1 0 0,1 0-1 0 0,0-1 1 0 0,0 1 0 0 0,0-1-1 0 0,1 1 1 0 0,-1-1-1 0 0,1 0 1 0 0,5 2-1 0 0,-4-1-87 0 0,0-1 1 0 0,1 0-1 0 0,-1 0 0 0 0,0-1 0 0 0,1 0 1 0 0,0 0-1 0 0,-1 0 0 0 0,1 0 0 0 0,0-1 0 0 0,-1 0 1 0 0,1 0-1 0 0,0-1 0 0 0,10-2 0 0 0,-8 1 39 0 0,0-1 0 0 0,0 0 0 0 0,0 0-1 0 0,-1-1 1 0 0,1 0 0 0 0,-1 0 0 0 0,0-1 0 0 0,10-8-1 0 0,-1-2 29 0 0,-1-1-1 0 0,-1 0 1 0 0,0-1-1 0 0,-1 0 0 0 0,-1-1 1 0 0,16-29-1 0 0,52-144 251 0 0,-40 88 1132 0 0,-33 86-1205 0 0,-7 16 55 0 0,1 12 342 0 0,-5 19 250 0 0,-2 0 0 0 0,-10 35 0 0 0,0-3-339 0 0,14-52-352 0 0,-15 86 506 0 0,15-86-761 0 0,2 1 1 0 0,-1-1-1 0 0,1 0 0 0 0,1 1 1 0 0,0-1-1 0 0,1 0 1 0 0,3 13-1 0 0,-4-19-17 0 0,1 0 1 0 0,0 0 0 0 0,0 0-1 0 0,1 0 1 0 0,-1 0-1 0 0,1 0 1 0 0,0-1 0 0 0,0 1-1 0 0,0-1 1 0 0,0 0-1 0 0,1 0 1 0 0,-1 0 0 0 0,1 0-1 0 0,0-1 1 0 0,0 0-1 0 0,0 1 1 0 0,0-1 0 0 0,0-1-1 0 0,0 1 1 0 0,0 0-1 0 0,1-1 1 0 0,8 1-1 0 0,-1 1-1002 0 0,0-2-1 0 0,0 0 0 0 0,1-1 1 0 0,-1 0-1 0 0,0 0 0 0 0,1-1 1 0 0,16-4-1 0 0,12-5-5388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7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150 328 1184 0 0,'0'-307'18937'0'0,"-3"287"-17743"0"0,0 34-16 0 0,-1 35 451 0 0,-16 237 3869 0 0,-31 142-2594 0 0,49-417-2944 0 0,-43 300 426 0 0,26-103-4450 0 0,17-113-1555 0 0,8-34-3430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2092 0 0,'6'-13'1455'0'0,"0"0"43"0"0,1-1 0 0 0,1 1 0 0 0,0 0 0 0 0,16-19 0 0 0,-22 30-1307 0 0,1-1-1 0 0,-1 0 1 0 0,1 1-1 0 0,0 0 1 0 0,0-1-1 0 0,0 1 0 0 0,0 0 1 0 0,0 1-1 0 0,0-1 1 0 0,1 0-1 0 0,-1 1 1 0 0,1 0-1 0 0,-1 0 1 0 0,1 0-1 0 0,-1 0 1 0 0,1 1-1 0 0,0-1 1 0 0,-1 1-1 0 0,1 0 0 0 0,0 0 1 0 0,-1 0-1 0 0,1 0 1 0 0,0 1-1 0 0,4 1 1 0 0,4 2 141 0 0,0 0 0 0 0,-1 1 0 0 0,0 1 0 0 0,0 0 0 0 0,0 1 0 0 0,-1-1 0 0 0,0 2 0 0 0,0 0 0 0 0,0 0 0 0 0,-1 1 0 0 0,-1 0 0 0 0,0 0 0 0 0,0 1 0 0 0,0 0 0 0 0,-2 0 0 0 0,10 19 0 0 0,-5-9 103 0 0,-2 1-1 0 0,0-1 1 0 0,-2 2 0 0 0,0-1 0 0 0,-1 1-1 0 0,-1 0 1 0 0,-2 0 0 0 0,2 32 0 0 0,-4-41-152 0 0,-1-1 0 0 0,-1 0 0 0 0,0 0 0 0 0,-1 1 1 0 0,0-1-1 0 0,-1 0 0 0 0,0-1 0 0 0,-1 1 0 0 0,0 0 1 0 0,-1-1-1 0 0,0 0 0 0 0,-1 0 0 0 0,0-1 0 0 0,-1 1 0 0 0,0-1 1 0 0,0-1-1 0 0,-1 1 0 0 0,-14 11 0 0 0,20-20-250 0 0,1 0 0 0 0,-1 0 0 0 0,0 0-1 0 0,0 0 1 0 0,0-1 0 0 0,0 1 0 0 0,1-1 0 0 0,-1 1-1 0 0,0-1 1 0 0,0 0 0 0 0,0 0 0 0 0,0 0 0 0 0,0 0-1 0 0,0 0 1 0 0,0 0 0 0 0,0 0 0 0 0,0-1 0 0 0,0 1-1 0 0,0-1 1 0 0,1 0 0 0 0,-1 1 0 0 0,0-1 0 0 0,0 0 0 0 0,0 0-1 0 0,1 0 1 0 0,-1 0 0 0 0,1 0 0 0 0,-1 0 0 0 0,1-1-1 0 0,-1 1 1 0 0,1-1 0 0 0,0 1 0 0 0,-3-4 0 0 0,2 1-67 0 0,-1-1 1 0 0,1 0 0 0 0,0-1-1 0 0,0 1 1 0 0,0 0 0 0 0,0-1-1 0 0,1 1 1 0 0,0-1 0 0 0,1 1-1 0 0,-1-1 1 0 0,1 1 0 0 0,0-1-1 0 0,0 0 1 0 0,2-7 0 0 0,-1 5-174 0 0,2-1 0 0 0,-1 1 1 0 0,1 0-1 0 0,1 0 0 0 0,-1 0 1 0 0,1 1-1 0 0,1-1 0 0 0,7-10 1 0 0,3 0-535 0 0,1 1 1 0 0,0 0-1 0 0,1 1 1 0 0,1 1-1 0 0,0 1 1 0 0,21-12-1 0 0,15-5-2082 0 0,2 3 0 0 0,70-26-1 0 0,55-27 5 0 0,-166 72 4867 0 0,26-20 1 0 0,14-18 13431 0 0,-54 48-15356 0 0,-2 6-118 0 0,-1 0 0 0 0,0 0 0 0 0,-1 0 1 0 0,1-1-1 0 0,-1 1 0 0 0,0-1 0 0 0,-1 1 0 0 0,-5 6 1 0 0,-8 19-16 0 0,0 5 9 0 0,-34 81 0 0 0,44-100 0 0 0,2 0 0 0 0,0 1 0 0 0,1 0 0 0 0,-3 30 0 0 0,7-45-400 0 0,0 0 0 0 0,0 1 1 0 0,1-1-1 0 0,-1 0 0 0 0,1 0 0 0 0,0 0 0 0 0,2 7 1 0 0,-2-8-299 0 0,1 0 1 0 0,-1 0 0 0 0,1 0-1 0 0,0 1 1 0 0,0-1 0 0 0,0-1-1 0 0,0 1 1 0 0,0 0 0 0 0,1 0 0 0 0,-1-1-1 0 0,1 0 1 0 0,0 1 0 0 0,-1-1-1 0 0,1 0 1 0 0,0 0 0 0 0,0-1-1 0 0,0 1 1 0 0,1 0 0 0 0,-1-1-1 0 0,0 0 1 0 0,1 0 0 0 0,-1 0-1 0 0,7 1 1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8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0 124 276 0 0,'2'-31'12196'0'0,"8"-51"1"0"0,-10 80-11542 0 0,1-7 2250 0 0,35 69-638 0 0,38 90 0 0 0,-72-145-2263 0 0,18 39-827 0 0,-11-20-521 0 0,2 1 0 0 0,1-2 0 0 0,1 0-1 0 0,1 0 1 0 0,23 28 0 0 0,-35-48 732 0 0,1-1 0 0 0,0 0 0 0 0,-1 1 0 0 0,1-1 0 0 0,0 0-1 0 0,0-1 1 0 0,5 3 0 0 0,13 3-7112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8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88 112 0 0,'-5'-14'3976'0'0,"3"2"-863"0"0,-1 0-277 0 0,1 3-248 0 0,-5-8 3721 0 0,2 4-3365 0 0,0 2 168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8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87 179 2536 0 0,'-62'-132'15000'0'0,"37"85"-16395"0"0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8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 2212 0 0,'-24'3'1882'0'0,"-180"33"13274"0"0,192-30-14012 0 0,17 0-497 0 0,22 1-235 0 0,557 52-1270 0 0,-333-39-2721 0 0,1-1-4201 0 0,-128-14 948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39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842 5 2244 0 0,'22'-5'19787'0'0,"-49"36"-18021"0"0,-34 21-967 0 0,-97 64 0 0 0,70-54-512 0 0,-46 38-1009 0 0,-61 43-3250 0 0,63-52-4891 0 0,63-47-858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0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387 108 688 0 0,'-17'1'3339'0'0,"-28"6"1858"0"0,42-7-4928 0 0,0 1 0 0 0,0 0-1 0 0,0 0 1 0 0,1 1 0 0 0,-1-1-1 0 0,0 1 1 0 0,1-1 0 0 0,-1 1-1 0 0,1 0 1 0 0,-1 0 0 0 0,1 0-1 0 0,-4 4 1 0 0,5-5-167 0 0,-1 1-1 0 0,1-1 1 0 0,0 1-1 0 0,0 0 1 0 0,0 0-1 0 0,0-1 1 0 0,0 1-1 0 0,0 0 0 0 0,0 0 1 0 0,0 0-1 0 0,1 0 1 0 0,-1 0-1 0 0,1 0 1 0 0,-1 0-1 0 0,1 0 1 0 0,0 0-1 0 0,0 4 1 0 0,1-5-33 0 0,-1 1-1 0 0,1-1 1 0 0,-1 0 0 0 0,1 0-1 0 0,-1 1 1 0 0,1-1 0 0 0,0 0-1 0 0,0 0 1 0 0,0 0 0 0 0,0 0 0 0 0,0 0-1 0 0,0 0 1 0 0,0 0 0 0 0,0 0-1 0 0,0 0 1 0 0,0 0 0 0 0,0-1 0 0 0,1 1-1 0 0,1 0 1 0 0,3 2 92 0 0,1-1 1 0 0,0 0-1 0 0,0 0 1 0 0,0-1-1 0 0,0 0 1 0 0,0-1-1 0 0,13 1 1 0 0,-11-2-98 0 0,0 0-1 0 0,0 0 1 0 0,0-1 0 0 0,0 0 0 0 0,0-1 0 0 0,-1 0 0 0 0,1 0 0 0 0,-1-1 0 0 0,0 0 0 0 0,0 0 0 0 0,0-1 0 0 0,13-10 0 0 0,-18 13-57 0 0,0-1 1 0 0,0 0 0 0 0,0 0 0 0 0,-1 0-1 0 0,1 0 1 0 0,-1 0 0 0 0,0 0 0 0 0,0-1-1 0 0,0 1 1 0 0,0-1 0 0 0,0 1 0 0 0,-1-1-1 0 0,0 0 1 0 0,1 0 0 0 0,-2 0 0 0 0,1 1-1 0 0,0-1 1 0 0,-1 0 0 0 0,1 0 0 0 0,-1 0-1 0 0,0 0 1 0 0,-1 0 0 0 0,1 0 0 0 0,-1 0-1 0 0,0 0 1 0 0,1 0 0 0 0,-2 0 0 0 0,1 0-1 0 0,0 1 1 0 0,-4-7 0 0 0,4 7-13 0 0,-1 0 0 0 0,1 1 0 0 0,-1-1 0 0 0,0 1 0 0 0,0-1 0 0 0,0 1 0 0 0,0-1 0 0 0,-1 1 0 0 0,1 0 0 0 0,-1 0 0 0 0,1 0 0 0 0,-1 1 0 0 0,1-1-1 0 0,-1 0 1 0 0,-6-1 0 0 0,5 1-3 0 0,-1 1 0 0 0,0 0-1 0 0,0 0 1 0 0,0 1-1 0 0,0-1 1 0 0,0 1-1 0 0,0 0 1 0 0,0 0-1 0 0,-6 2 1 0 0,-3 0-3 0 0,0 2 1 0 0,1 0-1 0 0,0 0 1 0 0,0 1-1 0 0,0 1 1 0 0,-15 9-1 0 0,2 1 58 0 0,1 2 0 0 0,1 1-1 0 0,1 1 1 0 0,0 0 0 0 0,2 2 0 0 0,0 1-1 0 0,2 0 1 0 0,0 1 0 0 0,2 1 0 0 0,0 1-1 0 0,2 1 1 0 0,1 0 0 0 0,-12 33-1 0 0,23-51-24 0 0,0 0 0 0 0,1 0 0 0 0,0 0 0 0 0,0 0 0 0 0,1 1 0 0 0,0-1 0 0 0,1 0-1 0 0,0 1 1 0 0,0-1 0 0 0,3 16 0 0 0,-1-19-9 0 0,-1 0 1 0 0,1-1-1 0 0,0 1 1 0 0,1 0-1 0 0,-1-1 1 0 0,1 0-1 0 0,0 0 1 0 0,1 0-1 0 0,-1 0 0 0 0,1 0 1 0 0,0-1-1 0 0,0 0 1 0 0,0 1-1 0 0,1-1 1 0 0,0-1-1 0 0,-1 1 1 0 0,1-1-1 0 0,6 3 0 0 0,4 1 5 0 0,0 0-1 0 0,0-1 1 0 0,1-1-1 0 0,-1 0 1 0 0,1-2-1 0 0,1 1 1 0 0,26 0-1 0 0,1-1-661 0 0,73-7 0 0 0,-72 0-877 0 0,80-19 0 0 0,-100 17 41 0 0,0-2 0 0 0,-1-1 0 0 0,0 0 0 0 0,38-22 0 0 0,-20 2-3718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1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128 184 468 0 0,'-1'-14'1423'0'0,"-1"0"-1"0"0,0 1 1 0 0,-1-1 0 0 0,0 1-1 0 0,-1-1 1 0 0,-7-15-1 0 0,-7-26 3023 0 0,15 41-3391 0 0,5 10-347 0 0,18 23-125 0 0,16 24 547 0 0,49 78 0 0 0,-74-104-991 0 0,-1 1-1 0 0,-1 0 0 0 0,-1 0 0 0 0,0 1 0 0 0,-2 0 0 0 0,0 1 0 0 0,-1-1 0 0 0,2 23 1 0 0,-6-27-52 0 0,-1 0 0 0 0,0 0 1 0 0,-2 1-1 0 0,0-1 1 0 0,0 0-1 0 0,-1 0 1 0 0,-1-1-1 0 0,-1 1 1 0 0,0-1-1 0 0,-1 1 0 0 0,0-2 1 0 0,-1 1-1 0 0,-14 20 1 0 0,13-22-48 0 0,-1-1 1 0 0,0 0 0 0 0,0 0-1 0 0,-1 0 1 0 0,-1-2-1 0 0,1 1 1 0 0,-2-1 0 0 0,1-1-1 0 0,-1 0 1 0 0,0 0-1 0 0,-1-2 1 0 0,0 1 0 0 0,0-2-1 0 0,-21 7 1 0 0,33-11-41 0 0,-1-1-1 0 0,1 1 1 0 0,0-1 0 0 0,-1 0 0 0 0,1 0 0 0 0,0 0 0 0 0,-1 1 0 0 0,1-1-1 0 0,-1 0 1 0 0,1-1 0 0 0,0 1 0 0 0,-1 0 0 0 0,1 0 0 0 0,-1-1-1 0 0,1 1 1 0 0,0-1 0 0 0,0 1 0 0 0,-1-1 0 0 0,1 1 0 0 0,0-1 0 0 0,0 0-1 0 0,-1 0 1 0 0,1 1 0 0 0,0-1 0 0 0,0 0 0 0 0,0 0 0 0 0,0 0 0 0 0,0 0-1 0 0,0 0 1 0 0,1-1 0 0 0,-1 1 0 0 0,0 0 0 0 0,1 0 0 0 0,-1 0-1 0 0,0-1 1 0 0,1 1 0 0 0,-1 0 0 0 0,1-1 0 0 0,0 1 0 0 0,-1-2 0 0 0,0-2-31 0 0,1-1 1 0 0,-1 1-1 0 0,1 0 1 0 0,0 0 0 0 0,1 0-1 0 0,-1-1 1 0 0,1 1 0 0 0,0 0-1 0 0,1-6 1 0 0,6-9-68 0 0,1 0-1 0 0,0 0 1 0 0,2 0-1 0 0,0 1 1 0 0,1 1 0 0 0,1 0-1 0 0,26-29 1 0 0,-9 17 29 0 0,1 0 1 0 0,2 2 0 0 0,37-24-1 0 0,-38 31 50 0 0,0 2-1 0 0,2 2 0 0 0,42-17 1 0 0,112-28-166 0 0,-173 57 148 0 0,-7 2 7 0 0,1 1 0 0 0,-1 0-1 0 0,1 0 1 0 0,0 0 0 0 0,-1 1-1 0 0,18 0 1 0 0,-26 1 30 0 0,1 1 0 0 0,-1-1 0 0 0,1 0 0 0 0,-1 0 0 0 0,1 0 0 0 0,-1 0 0 0 0,0 1 0 0 0,1-1 0 0 0,-1 0 0 0 0,0 0 0 0 0,1 1 0 0 0,-1-1 0 0 0,0 0 0 0 0,1 0 0 0 0,-1 1 0 0 0,0-1 0 0 0,0 0 0 0 0,1 1 0 0 0,-1-1 0 0 0,0 1 0 0 0,0-1 0 0 0,1 0 0 0 0,-1 1 0 0 0,0-1 0 0 0,0 1 0 0 0,0-1 0 0 0,0 0-1 0 0,0 1 1 0 0,0-1 0 0 0,0 1 0 0 0,0-1 0 0 0,0 1 0 0 0,0-1 0 0 0,0 0 0 0 0,0 1 0 0 0,0-1 0 0 0,0 1 0 0 0,0 0 0 0 0,-5 15 12 0 0,-10 11 238 0 0,-2-1-1 0 0,-19 23 1 0 0,-19 31 103 0 0,48-69-331 0 0,1 0 0 0 0,1 1 0 0 0,0-1 0 0 0,0 1 0 0 0,-4 19 0 0 0,9-29-15 0 0,-1 0 0 0 0,1 1 0 0 0,0-1 0 0 0,-1 1 0 0 0,1-1 0 0 0,0 1 0 0 0,0-1 0 0 0,1 0 0 0 0,-1 1 0 0 0,0-1 0 0 0,1 1 0 0 0,0-1 0 0 0,-1 0 0 0 0,1 1 0 0 0,0-1 1 0 0,0 0-1 0 0,0 0 0 0 0,3 4 0 0 0,-1-3-3 0 0,-1 0 1 0 0,1-1-1 0 0,0 0 1 0 0,0 1-1 0 0,0-1 1 0 0,0 0-1 0 0,0-1 1 0 0,0 1 0 0 0,0 0-1 0 0,1-1 1 0 0,4 2-1 0 0,8 1-123 0 0,-1-1 0 0 0,1-1 0 0 0,0-1 1 0 0,26 0-1 0 0,-16-1-280 0 0,-1-1 0 0 0,1-2 0 0 0,-1-1 0 0 0,0 0 0 0 0,0-2 0 0 0,0-1 0 0 0,-1-1 0 0 0,0-1 0 0 0,0-1 0 0 0,22-14 0 0 0,-28 13 225 0 0,0-1 0 0 0,0-1 0 0 0,-2 0-1 0 0,0-1 1 0 0,0-1 0 0 0,-1 0-1 0 0,-1-2 1 0 0,0 1 0 0 0,-2-2 0 0 0,0 1-1 0 0,-1-2 1 0 0,12-25 0 0 0,-15 24 1196 0 0,8-30 0 0 0,-1 4 1603 0 0,-11 34-1846 0 0,-7 19 582 0 0,-6 21-102 0 0,-2 32-341 0 0,3 1-1 0 0,3-1 1 0 0,2 80-1 0 0,3-134-1080 0 0,0-1 1 0 0,1 1-1 0 0,0 0 0 0 0,0-1 0 0 0,0 1 0 0 0,1-1 1 0 0,-1 1-1 0 0,1-1 0 0 0,1 0 0 0 0,-1 0 1 0 0,7 10-1 0 0,-7-13-139 0 0,0 0 0 0 0,0 0-1 0 0,0-1 1 0 0,0 1 0 0 0,0 0 0 0 0,0-1 0 0 0,1 1 0 0 0,-1-1 0 0 0,1 0 0 0 0,-1 0-1 0 0,1 0 1 0 0,-1 0 0 0 0,1 0 0 0 0,0 0 0 0 0,-1-1 0 0 0,1 1 0 0 0,0-1 0 0 0,-1 0-1 0 0,1 0 1 0 0,0 0 0 0 0,0 0 0 0 0,-1 0 0 0 0,1-1 0 0 0,0 1 0 0 0,-1-1 0 0 0,6-2-1 0 0,12-4-5095 0 0,0-4-3003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1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126 134 1792 0 0,'-14'-22'3003'0'0,"-1"1"-1"0"0,-1 1 1 0 0,-1 0-1 0 0,-28-25 1 0 0,45 45-3013 0 0,0-1 0 0 0,-1 1 0 0 0,1 0 0 0 0,0-1 0 0 0,-1 1 0 0 0,1-1 0 0 0,-1 1 0 0 0,1 0 0 0 0,-1 0 0 0 0,1-1 1 0 0,-1 1-1 0 0,1 0 0 0 0,-1 0 0 0 0,1-1 0 0 0,-1 1 0 0 0,1 0 0 0 0,-1 0 0 0 0,1 0 0 0 0,-1 0 0 0 0,0 0 0 0 0,1 0 0 0 0,-1 0 0 0 0,1 0 0 0 0,-1 0 0 0 0,1 0 0 0 0,-1 0 0 0 0,-1 1 1 0 0,2-1-65 0 0,0 1 1 0 0,-1 0 0 0 0,1-1 0 0 0,-1 1 0 0 0,1 0 0 0 0,0-1 0 0 0,-1 1 0 0 0,1 0 0 0 0,0 0 0 0 0,0-1 0 0 0,0 1 0 0 0,-1 0 0 0 0,1 0 0 0 0,0 0 0 0 0,0-1-1 0 0,0 3 1 0 0,6 33-3776 0 0,-1-21 169 0 0,2-1-1671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2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41 2036 0 0,'31'-22'13371'0'0,"-31"9"-10441"0"0,-3 12-2784 0 0,0 0 1 0 0,0 0-1 0 0,0 0 0 0 0,0 1 1 0 0,0-1-1 0 0,0 1 0 0 0,0 0 0 0 0,0 0 1 0 0,0 0-1 0 0,0 0 0 0 0,0 1 1 0 0,0-1-1 0 0,0 1 0 0 0,-4 1 0 0 0,-47 16 496 0 0,45-15-479 0 0,7-2-137 0 0,-21 7 259 0 0,-40 22 1 0 0,58-27-273 0 0,0 0 1 0 0,0 0 0 0 0,0 0 0 0 0,1 1-1 0 0,-1 0 1 0 0,1 0 0 0 0,0 0 0 0 0,0 0 0 0 0,0 1-1 0 0,1-1 1 0 0,-1 1 0 0 0,1 0 0 0 0,-4 10-1 0 0,6-12-10 0 0,0 1 1 0 0,1 0-1 0 0,-1 0 0 0 0,1 0 0 0 0,0 0 0 0 0,0 0 0 0 0,1 0 0 0 0,-1 0 0 0 0,1 0 0 0 0,0-1 0 0 0,0 1 0 0 0,0 0 0 0 0,0 0 1 0 0,1-1-1 0 0,-1 1 0 0 0,1-1 0 0 0,0 1 0 0 0,0-1 0 0 0,1 0 0 0 0,2 4 0 0 0,6 7 4 0 0,0-1 0 0 0,26 23 0 0 0,29 19 25 0 0,-37-32 106 0 0,52 54 1 0 0,-80-76-11 0 0,0 0 1 0 0,0 0-1 0 0,0 0 1 0 0,0 0-1 0 0,0 0 0 0 0,0 1 1 0 0,0-1-1 0 0,0 0 1 0 0,0 1-1 0 0,-1-1 0 0 0,1 1 1 0 0,-1-1-1 0 0,1 1 1 0 0,-1-1-1 0 0,1 1 0 0 0,-1-1 1 0 0,0 1-1 0 0,0 0 1 0 0,0-1-1 0 0,0 1 0 0 0,0-1 1 0 0,0 1-1 0 0,-1 3 1 0 0,0-3-21 0 0,-1 0 1 0 0,1 1 0 0 0,-1-1-1 0 0,0 0 1 0 0,0 0 0 0 0,0 0 0 0 0,0 0-1 0 0,0-1 1 0 0,0 1 0 0 0,-1 0 0 0 0,1-1-1 0 0,-1 0 1 0 0,1 1 0 0 0,-3 0 0 0 0,-16 7 120 0 0,1-1 1 0 0,-2-1 0 0 0,1 0-1 0 0,-31 4 1 0 0,-91 5-547 0 0,142-16 275 0 0,-2 0-463 0 0,-1 1 0 0 0,1-1 0 0 0,-1 0 0 0 0,1 0 0 0 0,-1-1 0 0 0,1 1 0 0 0,-1-1 0 0 0,1 1 0 0 0,-1-1 0 0 0,-5-3 0 0 0,9 3 224 0 0,-1 0-1 0 0,1 0 1 0 0,0 0-1 0 0,0 0 0 0 0,1-1 1 0 0,-1 1-1 0 0,0 0 0 0 0,0 0 1 0 0,1 0-1 0 0,-1 0 1 0 0,0 0-1 0 0,1 0 0 0 0,-1 0 1 0 0,1 0-1 0 0,-1 0 0 0 0,1 0 1 0 0,0 0-1 0 0,-1 0 0 0 0,2-1 1 0 0,22-24-7296 0 0,-7 10 723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2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146 107 3512 0 0,'21'-30'4585'0'0,"-8"10"-529"0"0,2 1 0 0 0,16-18 0 0 0,-30 36-3574 0 0,-1 5-203 0 0,0 0 0 0 0,0 0 0 0 0,0 0 0 0 0,0 0 0 0 0,0 0 0 0 0,-1 0-1 0 0,0 0 1 0 0,0-1 0 0 0,0 1 0 0 0,0 0 0 0 0,0 0 0 0 0,-4 5 0 0 0,1 1 226 0 0,-75 225 4141 0 0,-26 123-2730 0 0,97-332-2185 0 0,2 1 0 0 0,1 1 0 0 0,1-1 1 0 0,1 1-1 0 0,1 55 0 0 0,3-80 42 0 0,-1-1 0 0 0,0 1 0 0 0,0-1 0 0 0,1 0 0 0 0,0 1 0 0 0,-1-1 0 0 0,1 0 0 0 0,0 1 0 0 0,0-1 0 0 0,0 0 0 0 0,0 0 0 0 0,1 0 0 0 0,-1 0 0 0 0,1 0 0 0 0,-1 0 0 0 0,1 0 0 0 0,-1 0 0 0 0,1 0 0 0 0,0-1 0 0 0,0 1 0 0 0,0-1 0 0 0,0 1 0 0 0,0-1 0 0 0,0 0 0 0 0,1 0 0 0 0,3 2 0 0 0,-2-3-615 0 0,0 1 0 0 0,1-1 0 0 0,-1 0 0 0 0,0 1 0 0 0,0-2 0 0 0,0 1-1 0 0,0 0 1 0 0,0-1 0 0 0,0 0 0 0 0,0 0 0 0 0,0 0 0 0 0,0-1 0 0 0,0 1 0 0 0,-1-1-1 0 0,8-4 1 0 0,12-8-6978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2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42 2528 0 0,'-134'-42'14437'0'0,"157"43"-14245"0"0,28 6 0 0 0,0-1-533 0 0,32 1-402 0 0,264 17-3066 0 0,-1-29 418 0 0,-335 5 3777 0 0,0-1 0 0 0,0-1 0 0 0,-1 1 0 0 0,1-2 0 0 0,0 1 0 0 0,-1-2 0 0 0,1 1 0 0 0,14-9 1226 0 0,-27 9-767 0 0,2 3-824 0 0,0-1-1 0 0,0 1 1 0 0,0 0-1 0 0,1 0 1 0 0,-1-1-1 0 0,0 1 1 0 0,0 0-1 0 0,-1 0 1 0 0,1 0-1 0 0,0-1 1 0 0,0 1-1 0 0,0 0 1 0 0,0 0-1 0 0,0-1 1 0 0,0 1-1 0 0,0 0 1 0 0,0 0-1 0 0,0 0 1 0 0,0-1-1 0 0,-1 1 1 0 0,1 0-1 0 0,0 0 1 0 0,0 0-1 0 0,0-1 1 0 0,0 1-1 0 0,0 0 1 0 0,-1 0 0 0 0,1 0-1 0 0,0 0 1 0 0,0 0-1 0 0,0 0 1 0 0,-1-1-1 0 0,1 1 1 0 0,0 0-1 0 0,0 0 1 0 0,-1 0-1 0 0,1 0 1 0 0,0 0-1 0 0,-1 0 1 0 0,-8 0 281 0 0,0 1 0 0 0,0 0 1 0 0,0 1-1 0 0,1-1 0 0 0,-1 2 0 0 0,0-1 1 0 0,1 1-1 0 0,-1 1 0 0 0,1-1 0 0 0,0 1 1 0 0,0 1-1 0 0,-10 7 0 0 0,14-9-246 0 0,0 0 1 0 0,0 1-1 0 0,0-1 0 0 0,0 1 0 0 0,1 0 0 0 0,-1 0 0 0 0,1 0 0 0 0,0 1 1 0 0,0-1-1 0 0,1 1 0 0 0,-1 0 0 0 0,1 0 0 0 0,0 0 0 0 0,0 0 1 0 0,1 0-1 0 0,-1 0 0 0 0,1 0 0 0 0,1 1 0 0 0,-1-1 0 0 0,0 0 1 0 0,1 1-1 0 0,1 6 0 0 0,3 6 84 0 0,0 0 1 0 0,1 0 0 0 0,1-1-1 0 0,1 0 1 0 0,0 0-1 0 0,2-1 1 0 0,15 24-1 0 0,-9-14 234 0 0,18 43-1 0 0,-32-67-254 0 0,0 0 1 0 0,0 1 0 0 0,0-1 0 0 0,-1 1-1 0 0,1-1 1 0 0,-1 1 0 0 0,0 0 0 0 0,1-1-1 0 0,-1 1 1 0 0,0-1 0 0 0,-1 1 0 0 0,1-1-1 0 0,0 1 1 0 0,-1 0 0 0 0,1-1 0 0 0,-1 0-1 0 0,0 1 1 0 0,0-1 0 0 0,0 1 0 0 0,-2 3-1 0 0,0-3-36 0 0,0 1-1 0 0,0-1 1 0 0,0 0 0 0 0,0 0-1 0 0,0 0 1 0 0,-1 0-1 0 0,0-1 1 0 0,1 1-1 0 0,-1-1 1 0 0,0 0 0 0 0,-5 2-1 0 0,-8 2-96 0 0,0-1 1 0 0,-1 0-1 0 0,1-1 0 0 0,-33 3 1 0 0,48-7-35 0 0,-21 3-893 0 0,-33-2 1 0 0,51-1 321 0 0,0 0 0 0 0,-1 0-1 0 0,1-1 1 0 0,-1 0 0 0 0,1 0 0 0 0,0-1-1 0 0,-1 1 1 0 0,1-1 0 0 0,0 0 0 0 0,0 0-1 0 0,0-1 1 0 0,-5-3 0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3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93 1200 0 0,'-7'-10'3292'0'0,"0"0"-1"0"0,1 0 1 0 0,0-1-1 0 0,1 0 1 0 0,-6-16-1 0 0,11 27-3111 0 0,0-1-1 0 0,-1 0 1 0 0,1 0 0 0 0,0 0-1 0 0,0 1 1 0 0,-1-1-1 0 0,1 0 1 0 0,0 1 0 0 0,-1-1-1 0 0,1 0 1 0 0,-1 0-1 0 0,1 1 1 0 0,-1-1-1 0 0,1 1 1 0 0,-1-1 0 0 0,1 1-1 0 0,-1-1 1 0 0,0 1-1 0 0,0-1 1 0 0,0 1-105 0 0,1 0 0 0 0,0 0 1 0 0,-1 1-1 0 0,1-1 0 0 0,-1 0 0 0 0,1 1 0 0 0,0-1 0 0 0,-1 0 1 0 0,1 1-1 0 0,0-1 0 0 0,0 1 0 0 0,-1-1 0 0 0,1 1 1 0 0,0-1-1 0 0,0 0 0 0 0,0 1 0 0 0,0-1 0 0 0,-1 1 1 0 0,1-1-1 0 0,0 1 0 0 0,0-1 0 0 0,0 1 0 0 0,-4 41 1058 0 0,3-36-700 0 0,-11 104 1284 0 0,4-58-1737 0 0,3 1 0 0 0,2-1 0 0 0,5 69 0 0 0,-1-110-446 0 0,0-1 0 0 0,1 0-1 0 0,0 1 1 0 0,1-1-1 0 0,7 16 1 0 0,-9-22 82 0 0,1-1-1 0 0,0 0 1 0 0,0 1 0 0 0,0-1 0 0 0,0 0-1 0 0,1 0 1 0 0,-1-1 0 0 0,1 1 0 0 0,0 0-1 0 0,0-1 1 0 0,0 1 0 0 0,0-1-1 0 0,0 0 1 0 0,0 0 0 0 0,1 0 0 0 0,-1-1-1 0 0,1 1 1 0 0,3 0 0 0 0,-6-1 152 0 0,1-1 0 0 0,-1 0-1 0 0,0 0 1 0 0,1 0 0 0 0,-1 0 0 0 0,1 0 0 0 0,-1 0 0 0 0,0 0 0 0 0,1 0-1 0 0,-1-1 1 0 0,0 1 0 0 0,1 0 0 0 0,-1-1 0 0 0,0 1 0 0 0,2-2 0 0 0,1 1-694 0 0,12-6-3973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3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111 257 2288 0 0,'-14'-41'5512'0'0,"-1"1"0"0"0,-39-75 0 0 0,36 79-4165 0 0,14 30-766 0 0,-2-10-3500 0 0,6 16 2819 0 0,1 0-1 0 0,-1 0 1 0 0,0-1-1 0 0,1 1 0 0 0,-1 0 1 0 0,0 0-1 0 0,1-1 1 0 0,-1 1-1 0 0,1 0 1 0 0,-1 0-1 0 0,0 0 0 0 0,1 0 1 0 0,-1 0-1 0 0,1-1 1 0 0,-1 1-1 0 0,0 0 1 0 0,1 0-1 0 0,-1 0 0 0 0,1 0 1 0 0,-1 0-1 0 0,0 0 1 0 0,1 0-1 0 0,-1 1 1 0 0,1-1-1 0 0,-1 0 1 0 0,0 0-1 0 0,1 0 0 0 0,-1 0 1 0 0,0 0-1 0 0,1 1 1 0 0,-1-1-1 0 0,1 0 1 0 0,-1 1-1 0 0,31 7-5948 0 0,-13-4 88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3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449 107 232 0 0,'6'-8'1961'0'0,"0"0"1"0"0,0-1-1 0 0,-1 0 1 0 0,0 0-1 0 0,0 0 0 0 0,-1 0 1 0 0,0-1-1 0 0,3-14 1 0 0,-3 13-260 0 0,-32 106 517 0 0,-19 115-1 0 0,-5 124 4661 0 0,22-125-5015 0 0,-11 76-1864 0 0,-49 263 0 0 0,51-404 0 0 0,33-125 0 0 0,-1 0 0 0 0,-2-1 0 0 0,1 0 0 0 0,-2-1 0 0 0,-17 24 0 0 0,26-39-290 0 0,-1 0-1 0 0,1 0 1 0 0,0-1-1 0 0,-1 1 1 0 0,1 0-1 0 0,-1-1 1 0 0,0 1-1 0 0,1-1 1 0 0,-1 0-1 0 0,0 1 1 0 0,0-1 0 0 0,0 0-1 0 0,0 0 1 0 0,0 0-1 0 0,0 0 1 0 0,0-1-1 0 0,0 1 1 0 0,-1-1-1 0 0,1 1 1 0 0,0-1-1 0 0,0 1 1 0 0,-1-1 0 0 0,1 0-1 0 0,-3-1 1 0 0,2 0-374 0 0,0 0 0 0 0,0 0 1 0 0,0 0-1 0 0,1-1 0 0 0,-1 1 1 0 0,1-1-1 0 0,-1 0 0 0 0,1 0 1 0 0,-1 0-1 0 0,1 0 0 0 0,0 0 1 0 0,0-1-1 0 0,0 1 1 0 0,0-1-1 0 0,1 1 0 0 0,-1-1 1 0 0,-2-4-1 0 0,-9-19-10492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3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10 525 2584 0 0,'-4'-62'4473'0'0,"1"33"-2536"0"0,1-1-1 0 0,2 0 1 0 0,5-48 0 0 0,-4 69-1782 0 0,1 0 0 0 0,0 0 0 0 0,1 0 0 0 0,0 1 0 0 0,0-1 0 0 0,1 1 0 0 0,0 0 1 0 0,1 0-1 0 0,0 0 0 0 0,0 0 0 0 0,0 1 0 0 0,1 0 0 0 0,0 0 0 0 0,0 0 0 0 0,1 1 0 0 0,9-7 0 0 0,5-2-52 0 0,2 1 0 0 0,0 2-1 0 0,0 0 1 0 0,1 1 0 0 0,1 1-1 0 0,35-9 1 0 0,161-26-5228 0 0,-164 36 1095 0 0,-13 1-2570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4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80 1860 0 0,'-2'-11'3308'0'0,"-1"1"0"0"0,0-1 0 0 0,0 1 0 0 0,-7-14 0 0 0,8 19-2449 0 0,2 5-803 0 0,0 0 0 0 0,0-1 0 0 0,0 1 0 0 0,0 0 1 0 0,0-1-1 0 0,0 1 0 0 0,0 0 0 0 0,0-1 0 0 0,-1 1 0 0 0,1 0 0 0 0,0-1 0 0 0,0 1 0 0 0,0 0 0 0 0,0-1 1 0 0,0 1-1 0 0,-1 0 0 0 0,1 0 0 0 0,0-1 0 0 0,0 1 0 0 0,-1 0 0 0 0,1 0 0 0 0,0-1 0 0 0,0 1 0 0 0,-1 0 0 0 0,1 0 1 0 0,0 0-1 0 0,-1-1 0 0 0,1 1 0 0 0,0 0 0 0 0,-1 0 0 0 0,1 0 0 0 0,0 0 0 0 0,-1 0 0 0 0,1 0 0 0 0,0 0 0 0 0,-1 0 1 0 0,1 0-1 0 0,0 0 0 0 0,-1 0 0 0 0,1 0 0 0 0,0 0 0 0 0,-1 0 0 0 0,1 0 0 0 0,0 0 0 0 0,-1 0 0 0 0,1 0 1 0 0,0 0-1 0 0,-1 0 0 0 0,1 1 0 0 0,0-1 0 0 0,-1 0 0 0 0,1 0 0 0 0,0 0 0 0 0,0 1 0 0 0,-1-1 0 0 0,1 0 0 0 0,0 0 1 0 0,0 1-1 0 0,-1-1 0 0 0,1 0 0 0 0,0 0 0 0 0,0 1 0 0 0,0-1 0 0 0,0 0 0 0 0,-1 1 0 0 0,1-1 0 0 0,0 1 0 0 0,-9 21 1134 0 0,-38 238 3470 0 0,24-115-3858 0 0,-7 12-399 0 0,-45 325-1840 0 0,75-479 1297 0 0,-4 103-3402 0 0,11-53-783 0 0,-5-46 2413 0 0,0 0 0 0 0,0 0 1 0 0,1 0-1 0 0,6 11 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4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173 209 3884 0 0,'34'-203'17949'0'0,"-30"197"-16109"0"0,-2 22-678 0 0,1 26 196 0 0,-6 72 388 0 0,-26 167 0 0 0,-51 108 1336 0 0,80-387-3082 0 0,-65 235 0 0 0,61-228 0 0 0,4-8 0 0 0,0-1 0 0 0,0 1 0 0 0,0-1 0 0 0,-1 0 0 0 0,1 1 0 0 0,0-1 0 0 0,0 1 0 0 0,0-1 0 0 0,-1 0 0 0 0,1 1 0 0 0,0-1 0 0 0,0 0 0 0 0,-1 1 0 0 0,1-1 0 0 0,0 0 0 0 0,-1 0 0 0 0,1 1 0 0 0,-1-1 0 0 0,1 0 0 0 0,0 0 0 0 0,-1 1 0 0 0,1-1 0 0 0,-1 0 0 0 0,1 0 0 0 0,0 0 0 0 0,-1 0 0 0 0,1 0 0 0 0,-1 0 0 0 0,1 0 0 0 0,-1 0 0 0 0,1 0 0 0 0,0 0 0 0 0,-1 0 0 0 0,1 0 0 0 0,-1 0 0 0 0,1 0 0 0 0,-1 0 0 0 0,1 0 0 0 0,0 0 0 0 0,-1 0 0 0 0,1-1 0 0 0,-1 1 0 0 0,1 0 0 0 0,0 0 0 0 0,-1-1 0 0 0,1 1 0 0 0,0 0 0 0 0,-1 0 0 0 0,1-1 0 0 0,0 1 0 0 0,-1 0 0 0 0,1-1 0 0 0,0 0 0 0 0,-3-2-23 0 0,2 0 0 0 0,-1 0 0 0 0,0-1-1 0 0,1 1 1 0 0,-1-1 0 0 0,1 1 0 0 0,0-1 0 0 0,0 1 0 0 0,1-1-1 0 0,-1 0 1 0 0,1 1 0 0 0,-1-1 0 0 0,1 0 0 0 0,1-4 0 0 0,-2-1-114 0 0,0-31-441 0 0,2-1 0 0 0,1 0-1 0 0,15-76 1 0 0,47-117-152 0 0,-35 150 704 0 0,3 2-1 0 0,4 0 1 0 0,62-101 0 0 0,-96 180 43 0 0,-1 1 1 0 0,1-1 0 0 0,0 0 0 0 0,0 0 0 0 0,1 1 0 0 0,-1-1-1 0 0,0 1 1 0 0,1 0 0 0 0,-1 0 0 0 0,1 0 0 0 0,0 0 0 0 0,0 0-1 0 0,0 0 1 0 0,0 1 0 0 0,0 0 0 0 0,0-1 0 0 0,0 1 0 0 0,0 0-1 0 0,1 0 1 0 0,-1 1 0 0 0,0-1 0 0 0,1 1 0 0 0,4-1 0 0 0,-3 2 52 0 0,0 0 1 0 0,0 0-1 0 0,0 1 1 0 0,0-1 0 0 0,0 1-1 0 0,0 0 1 0 0,-1 0 0 0 0,1 0-1 0 0,-1 1 1 0 0,1 0 0 0 0,-1 0-1 0 0,0 0 1 0 0,0 0-1 0 0,6 7 1 0 0,4 6 57 0 0,0 0 0 0 0,-2 1-1 0 0,0 1 1 0 0,-1 0 0 0 0,0 0 0 0 0,-2 1 0 0 0,0 0-1 0 0,11 38 1 0 0,-6-8 204 0 0,-3 1-1 0 0,8 76 1 0 0,-10 123-10073 0 0,-9-212 8691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4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176 215 2416 0 0,'-164'-89'20983'0'0,"163"89"-20914"0"0,0-1 1 0 0,1 1-1 0 0,-1 0 1 0 0,0-1-1 0 0,1 1 1 0 0,-1 0-1 0 0,1-1 0 0 0,-1 1 1 0 0,0-1-1 0 0,1 1 1 0 0,-1-1-1 0 0,1 0 1 0 0,0 1-1 0 0,-1-1 1 0 0,1 1-1 0 0,-1-1 1 0 0,1 0-1 0 0,0 1 1 0 0,-1-1-1 0 0,1 0 0 0 0,0-1 1 0 0,0 2-37 0 0,0-1-1 0 0,0 1 1 0 0,0-1 0 0 0,1 1 0 0 0,-1-1-1 0 0,0 1 1 0 0,1-1 0 0 0,-1 1 0 0 0,0-1-1 0 0,1 1 1 0 0,-1-1 0 0 0,1 1 0 0 0,-1 0 0 0 0,0-1-1 0 0,1 1 1 0 0,-1 0 0 0 0,1-1 0 0 0,-1 1-1 0 0,1 0 1 0 0,-1-1 0 0 0,2 1 0 0 0,34-10 324 0 0,-32 9-308 0 0,184-27-1940 0 0,-45 8-2415 0 0,-2-10-5646 0 0,-92 16 2451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5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229 108 3028 0 0,'-20'-108'19925'0'0,"6"137"-16464"0"0,-2 58-977 0 0,-7 100 0 0 0,9-55-1099 0 0,-100 635-1385 0 0,111-752-142 0 0,-21 162-9217 0 0,24-174 8161 0 0,0 11-1112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5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131 138 3284 0 0,'-85'-74'20950'0'0,"71"63"-18277"0"0,-14-17 3187 0 0,24 21-5860 0 0,15 1 0 0 0,12 1 0 0 0,1 2 0 0 0,-1 1 0 0 0,1 0 0 0 0,41 4 0 0 0,-13-1 0 0 0,187 19 0 0 0,-57-2 0 0 0,-141-15-5352 0 0,25 2-6796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5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 3304 0 0,'-107'23'7370'0'0,"-98"25"8833"0"0,204-48-16102 0 0,1 0 1 0 0,-1 0-1 0 0,1 0 0 0 0,-1 0 1 0 0,1 0-1 0 0,-1 1 0 0 0,1-1 1 0 0,-1 0-1 0 0,1 0 0 0 0,-1 0 1 0 0,1 0-1 0 0,-1 1 0 0 0,1-1 1 0 0,-1 0-1 0 0,1 1 0 0 0,-1-1 1 0 0,1 0-1 0 0,0 1 0 0 0,-1-1 1 0 0,1 0-1 0 0,0 1 0 0 0,-1-1 1 0 0,1 1-1 0 0,0-1 0 0 0,-1 0 1 0 0,1 1-1 0 0,0-1 0 0 0,0 1 1 0 0,-1 0-1 0 0,13 7 976 0 0,26 2-405 0 0,48 1-162 0 0,162-1 0 0 0,-169-9-429 0 0,280-14-678 0 0,-328 10-576 0 0,-1-2 1 0 0,35-9-1 0 0,-3-7-3950 0 0,-50 15 1291 0 0,0 0 1 0 0,18-12-1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6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423 133 792 0 0,'-127'-129'19258'0'0,"127"128"-19170"0"0,-1 1 1 0 0,1-1 0 0 0,-1 1-1 0 0,0 0 1 0 0,1-1 0 0 0,-1 1-1 0 0,1 0 1 0 0,-1 0-1 0 0,0-1 1 0 0,1 1 0 0 0,-1 0-1 0 0,0 0 1 0 0,1 0 0 0 0,-1 0-1 0 0,0 0 1 0 0,0 0 0 0 0,1 0-1 0 0,-1 0 1 0 0,0 0-1 0 0,1 0 1 0 0,-1 1 0 0 0,0-1-1 0 0,1 0 1 0 0,-1 0 0 0 0,0 1-1 0 0,1-1 1 0 0,-1 0-1 0 0,1 1 1 0 0,-1-1 0 0 0,1 0-1 0 0,-1 1 1 0 0,0-1 0 0 0,0 2-1 0 0,-16 16 1724 0 0,9-1-946 0 0,1-1 1 0 0,0 2-1 0 0,2-1 0 0 0,-1 1 1 0 0,2 0-1 0 0,-3 29 0 0 0,5-36-552 0 0,-46 327 605 0 0,-15 87-324 0 0,-5-125-600 0 0,47-215-60 0 0,13-39-2672 0 0,5-1-5538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6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361 268 3232 0 0,'34'-168'16138'0'0,"-34"166"-15431"0"0,-3 3-277 0 0,-2 3-262 0 0,0 0 0 0 0,0 0 0 0 0,0 0 0 0 0,0 1 0 0 0,0 0 1 0 0,1-1-1 0 0,-7 11 0 0 0,-28 48 823 0 0,23-35-568 0 0,-130 227 2606 0 0,115-194-2389 0 0,3 1 1 0 0,-25 87 0 0 0,51-146-621 0 0,-7 27 145 0 0,2 0 1 0 0,-7 49-1 0 0,13-72-146 0 0,0 1 0 0 0,1 0-1 0 0,0 0 1 0 0,1 0 0 0 0,-1 0 0 0 0,2 0-1 0 0,-1 0 1 0 0,1 0 0 0 0,0 0 0 0 0,0-1-1 0 0,1 1 1 0 0,0-1 0 0 0,1 0 0 0 0,0 0 0 0 0,6 9-1 0 0,-7-11-8 0 0,2-1-1 0 0,-1 0 0 0 0,0 0 0 0 0,1-1 0 0 0,0 1 1 0 0,0-1-1 0 0,0 0 0 0 0,0-1 0 0 0,0 1 0 0 0,0-1 1 0 0,1 0-1 0 0,-1 0 0 0 0,1 0 0 0 0,0-1 1 0 0,-1 0-1 0 0,1 0 0 0 0,0-1 0 0 0,0 1 0 0 0,0-1 1 0 0,0 0-1 0 0,-1-1 0 0 0,1 1 0 0 0,7-3 1 0 0,1 0 13 0 0,1 0 1 0 0,0-1-1 0 0,-1-1 1 0 0,0-1 0 0 0,0 0-1 0 0,0 0 1 0 0,22-16-1 0 0,-9 2-17 0 0,0-2 1 0 0,-2-1-1 0 0,0-1 0 0 0,-1-1 0 0 0,-2 0 0 0 0,-1-2 0 0 0,34-55 0 0 0,-36 48 11 0 0,-1-1 0 0 0,-2 0 0 0 0,-1-2 0 0 0,-2 0 0 0 0,-2 0 0 0 0,12-64 0 0 0,-20 81 56 0 0,-1 0 0 0 0,-1-1-1 0 0,0 1 1 0 0,-2-1-1 0 0,0 1 1 0 0,-1 0 0 0 0,-2 0-1 0 0,0 0 1 0 0,-12-36-1 0 0,11 42-69 0 0,-1 1-1 0 0,-1 0 1 0 0,0 0-1 0 0,-1 1 1 0 0,0 0-1 0 0,-1 0 1 0 0,0 1-1 0 0,-1 0 1 0 0,0 0-1 0 0,-1 1 1 0 0,0 1-1 0 0,0 0 1 0 0,-1 0-1 0 0,-18-9 1 0 0,17 11-379 0 0,-1 0 0 0 0,0 2 0 0 0,-1-1 0 0 0,0 2 1 0 0,0-1-1 0 0,0 2 0 0 0,0 0 0 0 0,0 1 0 0 0,0 1 1 0 0,-22 0-1 0 0,15 3-1278 0 0,0 0 1 0 0,0 2 0 0 0,1 0 0 0 0,-1 1-1 0 0,1 1 1 0 0,-33 15 0 0 0,18-6-3316 0 0,1 1-2326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7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1 624 0 0,'33'10'10194'0'0,"-19"-4"-8452"0"0,-13-5-1405 0 0,5 0-656 0 0,-1-1-1196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7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12 1392 0 0,'-2'-1'2310'0'0,"-13"-3"1289"0"0,-5-2 411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7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19 820 0 0,'-112'13'7838'0'0,"-15"2"-3639"0"0,124-15-4137 0 0,-3 0-77 0 0,-5 0-709 0 0,11-2 263 0 0,6-3 35 0 0,4 1-439 0 0,0 0-1 0 0,-1 1 1 0 0,17-4 0 0 0,-2 0-852 0 0,27-7-1994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48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2148 0 0,'14'-6'3699'0'0,"30"-8"-225"0"0,-42 14-3386 0 0,-1-1-254 0 0,0 1-1 0 0,1-1 1 0 0,-1 1 0 0 0,0-1-1 0 0,1 0 1 0 0,-1 0 0 0 0,0 1 0 0 0,0-1-1 0 0,0 0 1 0 0,0 0 0 0 0,2-2-1 0 0,-6-4-2058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8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346 329 2212 0 0,'53'-69'12872'0'0,"-52"67"-12378"0"0,5 1 406 0 0,-3 1 18 0 0,-1 8-683 0 0,-3 6 223 0 0,0 0-1 0 0,-1 0 1 0 0,0 0 0 0 0,-1-1 0 0 0,-9 27 0 0 0,4-14-101 0 0,-56 179 1117 0 0,-9-3 0 0 0,-125 244-1 0 0,162-369 1824 0 0,34-79-3069 0 0,1 0-214 0 0,0 0 0 0 0,0 0 0 0 0,0-1-1 0 0,0 1 1 0 0,0 0 0 0 0,0-1 0 0 0,1 1-1 0 0,-1-1 1 0 0,1 1 0 0 0,0 0 0 0 0,0-1-1 0 0,0 1 1 0 0,0-1 0 0 0,0 1 0 0 0,0-1-1 0 0,1-3 1 0 0,12-54-338 0 0,-7 34 165 0 0,33-137-864 0 0,7 2-1 0 0,67-156 1 0 0,1 59 512 0 0,-89 209 418 0 0,3 2 1 0 0,2 1-1 0 0,39-47 1 0 0,-63 86 60 0 0,0 0 0 0 0,1 0 0 0 0,-1 1 0 0 0,1-1 0 0 0,1 2 1 0 0,-1-1-1 0 0,11-6 0 0 0,-15 11 27 0 0,-1 0 0 0 0,0 0 0 0 0,0 1 0 0 0,1-1 0 0 0,-1 0 0 0 0,1 1 0 0 0,-1-1 0 0 0,1 1 0 0 0,-1 0 0 0 0,1 0 0 0 0,-1 0 0 0 0,1 0 0 0 0,-1 0 0 0 0,1 1 0 0 0,-1-1 0 0 0,0 1 0 0 0,1-1 0 0 0,-1 1 0 0 0,0 0 0 0 0,1 0 0 0 0,-1 0 0 0 0,0 0 0 0 0,0 1 0 0 0,0-1 0 0 0,0 1 0 0 0,0-1 0 0 0,0 1 0 0 0,0-1 0 0 0,0 1 0 0 0,-1 0 0 0 0,4 4 0 0 0,1 3 110 0 0,0 1 0 0 0,0-1 0 0 0,-1 1 0 0 0,0 0 1 0 0,-1 1-1 0 0,0-1 0 0 0,-1 1 0 0 0,0 0 0 0 0,3 17 1 0 0,-1 15 547 0 0,1 46 1 0 0,-5-78-554 0 0,-23 737 4761 0 0,16-649-4549 0 0,1-7-524 0 0,-1-33-3575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85 141 3576 0 0,'-74'-63'16218'0'0,"73"62"-16124"0"0,1 0 1 0 0,-1 1-1 0 0,0-1 1 0 0,0 0 0 0 0,0 1-1 0 0,1-1 1 0 0,-1 0-1 0 0,1 0 1 0 0,-1 1-1 0 0,0-1 1 0 0,1 0-1 0 0,-1 0 1 0 0,1 0-1 0 0,0 0 1 0 0,-1 0-1 0 0,1-1 1 0 0,0 1-71 0 0,0 1 1 0 0,0-1-1 0 0,0 1 0 0 0,0-1 0 0 0,0 1 1 0 0,0 0-1 0 0,1-1 0 0 0,-1 1 0 0 0,0-1 0 0 0,0 1 1 0 0,1 0-1 0 0,-1-1 0 0 0,0 1 0 0 0,1 0 1 0 0,-1-1-1 0 0,0 1 0 0 0,1 0 0 0 0,-1-1 1 0 0,0 1-1 0 0,1 0 0 0 0,-1 0 0 0 0,1 0 1 0 0,-1-1-1 0 0,0 1 0 0 0,2 0 0 0 0,4-2-24 0 0,1 1-1 0 0,0 0 1 0 0,0 0-1 0 0,7 0 1 0 0,3 0 166 0 0,119-12-1662 0 0,-37 5-2255 0 0,-2-7-4252 0 0,-55 5 1462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8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60 186 1896 0 0,'-20'-31'15245'0'0,"-8"-5"-6438"0"0,26 34-8139 0 0,0 0-1 0 0,1 0 1 0 0,0 0-1 0 0,0 0 0 0 0,0 0 1 0 0,0 0-1 0 0,-1-4 1 0 0,4 5-590 0 0,0-1 1 0 0,1 1-1 0 0,-1-1 1 0 0,0 1-1 0 0,1 0 1 0 0,0 0-1 0 0,-1 0 1 0 0,1 1 0 0 0,-1-1-1 0 0,6 0 1 0 0,35-3 181 0 0,-23 2-240 0 0,49-5-207 0 0,92-12-1948 0 0,-57-5-3898 0 0,-65 8 913 0 0,-16 1-3218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9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73 1044 0 0,'39'-73'24281'0'0,"-39"85"-22788"0"0,-1 0 0 0 0,-4 20-1 0 0,-20 52 621 0 0,13-45-1497 0 0,-98 269-659 0 0,66-193-3282 0 0,3 1-4804 0 0,31-80 4079 0 0,6-13-1670 0 0,3-22 5268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9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564 710 2048 0 0,'-11'-30'8696'0'0,"-10"-43"0"0"0,21 72-8605 0 0,0 0 0 0 0,0 0 0 0 0,0 0 0 0 0,-1 0 0 0 0,1 0 0 0 0,0 0 0 0 0,-1 1 0 0 0,1-1 0 0 0,-1 0 0 0 0,1 0 0 0 0,-1 0 0 0 0,1 0 0 0 0,-1 0-1 0 0,1 1 1 0 0,-1-1 0 0 0,0 0 0 0 0,-1-1 0 0 0,1 2-29 0 0,1 0 0 0 0,-1 0-1 0 0,1 0 1 0 0,-1 0 0 0 0,1 0 0 0 0,-1 0 0 0 0,0 0-1 0 0,1 0 1 0 0,-1 0 0 0 0,1 0 0 0 0,-1 0-1 0 0,1 0 1 0 0,-1 0 0 0 0,1 0 0 0 0,-1 1-1 0 0,0-1 1 0 0,1 0 0 0 0,-1 0 0 0 0,1 1-1 0 0,0-1 1 0 0,-1 0 0 0 0,0 1 0 0 0,-3 3 316 0 0,-1 0 0 0 0,1 1 0 0 0,0-1 1 0 0,-5 9-1 0 0,4-6-135 0 0,-187 265 3938 0 0,70-93-3304 0 0,0 14-462 0 0,88-136-73 0 0,25-44-127 0 0,12-19-136 0 0,13-26-153 0 0,220-411-2023 0 0,164-279 1216 0 0,-393 711 882 0 0,70-102-290 0 0,-76 111 278 0 0,0 1 1 0 0,-1 0 0 0 0,1 0 0 0 0,0 0 0 0 0,0 0 0 0 0,0 0-1 0 0,0 0 1 0 0,0 0 0 0 0,0 1 0 0 0,0-1 0 0 0,0 0 0 0 0,0 0 0 0 0,0 1-1 0 0,0-1 1 0 0,1 1 0 0 0,-1-1 0 0 0,0 1 0 0 0,0 0 0 0 0,1-1 0 0 0,-1 1-1 0 0,0 0 1 0 0,1 0 0 0 0,-1 0 0 0 0,0 0 0 0 0,2 0 0 0 0,-1 1 6 0 0,0-1 0 0 0,0 1 0 0 0,-1 0 1 0 0,1 0-1 0 0,0 0 0 0 0,-1 1 0 0 0,1-1 0 0 0,-1 0 0 0 0,1 1 1 0 0,-1-1-1 0 0,0 0 0 0 0,1 1 0 0 0,-1 0 0 0 0,2 3 1 0 0,3 6 63 0 0,-1 0 0 0 0,0 1 0 0 0,-1-1 0 0 0,4 14 0 0 0,9 48 705 0 0,-2 1 1 0 0,7 127-1 0 0,-14 153 900 0 0,-8-316-1514 0 0,4 124 584 0 0,0-4-4559 0 0,0-131-1773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4:00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176 138 2336 0 0,'-173'-69'20919'0'0,"170"68"-20311"0"0,5 0-358 0 0,10-3-165 0 0,-1 0 1 0 0,1 1-1 0 0,0 0 0 0 0,-1 1 1 0 0,1 1-1 0 0,0 0 0 0 0,17 1 1 0 0,-1-2-74 0 0,94-5-1396 0 0,130-10-3734 0 0,-83 2-3548 0 0,-97 8 1430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4:00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2600 0 0,'38'-45'19686'0'0,"-31"40"-17580"0"0,-7 4-2007 0 0,1 1 0 0 0,-1-1 0 0 0,1 1 0 0 0,-1-1 0 0 0,1 0-1 0 0,0 1 1 0 0,-1-1 0 0 0,1 1 0 0 0,0-1 0 0 0,-1 1 0 0 0,1 0 0 0 0,0-1-1 0 0,0 1 1 0 0,-1 0 0 0 0,1-1 0 0 0,0 1 0 0 0,0 0 0 0 0,0 0 0 0 0,-1 0 0 0 0,3-1-1 0 0,257 13 17 0 0,-87 14-8434 0 0,-130-16 141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4:00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6 1680 0 0,'-168'57'19345'0'0,"157"-54"-17370"0"0,2 1 0 0 0,-20 9 670 0 0,46-10-1658 0 0,20-2-829 0 0,1-1 0 0 0,39-5 0 0 0,-31 1-739 0 0,240-28-5691 0 0,-98 2-3890 0 0,-99 15 500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4:0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37 520 0 0,'0'0'1184'0'0,"-8"-18"9"0"0,4 13-1188 0 0,4 4 16 0 0,2-9-1283 0 0,-1 8 689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6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38 2188 0 0,'-8'-38'24815'0'0,"22"53"-23598"0"0,0-9-1107 0 0,-1-1-1 0 0,1 0 1 0 0,1-1 0 0 0,-1 0-1 0 0,19 1 1 0 0,81 4 20 0 0,-59-5-72 0 0,-32-2-131 0 0,270 13-1089 0 0,-291-15 662 0 0,1 0-108 0 0,27 2-3836 0 0,-26-2 3192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7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0 1368 0 0,'-22'0'7450'0'0,"-16"2"-61"0"0,36-2-6772 0 0,-1 4 617 0 0,2-3-987 0 0,0 0-1 0 0,0 0 1 0 0,0 0-1 0 0,0 1 0 0 0,0-1 1 0 0,0 0-1 0 0,1 0 0 0 0,-1 1 1 0 0,0-1-1 0 0,0 3 1 0 0,-3 25 1943 0 0,1 0 0 0 0,1 1 0 0 0,3 34 0 0 0,-1 6-61 0 0,0-68-2123 0 0,-34 503 1097 0 0,27-455-5089 0 0,0 61 0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7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0 2028 0 0,'-144'44'23281'0'0,"144"-44"-23261"0"0,0 0 1 0 0,0 1 0 0 0,0-1-1 0 0,0 0 1 0 0,0 1-1 0 0,0-1 1 0 0,0 0 0 0 0,0 0-1 0 0,1 1 1 0 0,-1-1-1 0 0,0 0 1 0 0,0 0 0 0 0,0 1-1 0 0,0-1 1 0 0,1 0-1 0 0,-1 0 1 0 0,0 1 0 0 0,0-1-1 0 0,0 0 1 0 0,1 0-1 0 0,-1 0 1 0 0,0 1 0 0 0,1-1-1 0 0,-1 0 1 0 0,0 0-1 0 0,0 0 1 0 0,1 0 0 0 0,-1 0-1 0 0,0 0 1 0 0,1 1 0 0 0,-1-1-1 0 0,0 0 1 0 0,1 0-1 0 0,-1 0 1 0 0,0 0 0 0 0,0 0-1 0 0,1-1 1 0 0,264 0 1462 0 0,-126-3-1314 0 0,716-3 1250 0 0,-768-1-55 0 0,-87 8-1364 0 0,0 0 0 0 0,1 0 0 0 0,-1-1 0 0 0,0 1 1 0 0,1 0-1 0 0,-1 0 0 0 0,0 0 0 0 0,1 0 0 0 0,-1 0 0 0 0,0 0 0 0 0,0 0 0 0 0,1-1 0 0 0,-1 1 0 0 0,0 0 0 0 0,1 0 0 0 0,-1 0 0 0 0,0-1 0 0 0,0 1 0 0 0,1 0 0 0 0,-1 0 0 0 0,0-1 0 0 0,0 1 0 0 0,0 0 0 0 0,0-1 0 0 0,1 1 0 0 0,-1 0 0 0 0,0-1 0 0 0,0 1 0 0 0,0 0 0 0 0,0-1 0 0 0,0 1 0 0 0,2-15-5438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8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219 406 1376 0 0,'23'-49'7541'0'0,"23"-41"6723"0"0,-40 77-12866 0 0,-2 6 96 0 0,-1 14-625 0 0,-2 7-339 0 0,-1 0-1 0 0,-1 0 1 0 0,0-1 0 0 0,-1 1 0 0 0,0 0-1 0 0,-1-1 1 0 0,-5 16 0 0 0,0 4 272 0 0,-32 112-432 0 0,-67 160 0 0 0,58-175-325 0 0,18-53-45 0 0,24-68 0 0 0,-1-5 0 0 0,6-5 0 0 0,1 0 1 0 0,-1 0-1 0 0,1 0 0 0 0,0 0 1 0 0,-1 0-1 0 0,1-1 0 0 0,0 1 1 0 0,0 0-1 0 0,0 0 0 0 0,0-1 0 0 0,0 1 1 0 0,0-1-1 0 0,1 1 0 0 0,-1-1 1 0 0,0 1-1 0 0,1-1 0 0 0,-1 1 1 0 0,1-1-1 0 0,-1-2 0 0 0,-7-36-27 0 0,7 38 23 0 0,-2-31-485 0 0,1-1 1 0 0,1 0 0 0 0,8-64 0 0 0,27-99-450 0 0,-18 133 804 0 0,2 0-1 0 0,2 2 1 0 0,4 0 0 0 0,2 1 0 0 0,3 2 0 0 0,69-107-1 0 0,-93 159 105 0 0,0 0-15 0 0,-1 0 0 0 0,1 0 0 0 0,1 0 0 0 0,-1 1 0 0 0,1 0 0 0 0,0 0 0 0 0,0 0 0 0 0,13-8 0 0 0,-17 14 35 0 0,0-1 0 0 0,0 0 0 0 0,1 1-1 0 0,-1-1 1 0 0,0 1 0 0 0,0 0 0 0 0,0 0 0 0 0,0 0 0 0 0,0 0 0 0 0,1 0-1 0 0,-1 0 1 0 0,0 1 0 0 0,0-1 0 0 0,0 0 0 0 0,0 1 0 0 0,0 0 0 0 0,0 0-1 0 0,0 0 1 0 0,0-1 0 0 0,0 2 0 0 0,0-1 0 0 0,0 0 0 0 0,0 0 0 0 0,-1 1 0 0 0,4 2-1 0 0,2 3-21 0 0,0 0 0 0 0,0 0 0 0 0,-1 1 0 0 0,6 9 0 0 0,-2 0 177 0 0,0 0 1 0 0,-2 1 0 0 0,0 0-1 0 0,-1 0 1 0 0,-1 1-1 0 0,6 27 1 0 0,-2 7 781 0 0,4 58 0 0 0,-10-19-396 0 0,-5 0-1 0 0,-13 103 1 0 0,4-69-281 0 0,6-84-250 0 0,-1 63 0 0 0,6-65-1711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18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53 1184 0 0,'-197'-48'18132'0'0,"181"43"-15959"0"0,35 6-1700 0 0,40 5-414 0 0,372 41 717 0 0,-419-46-1732 0 0,0 0 0 0 0,21-3 1 0 0,-3-4-9633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58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0 704 0 0,'0'0'3532'0'0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7:59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0 912 0 0,'-7'7'7640'0'0,"7"-6"-7609"0"0,0 0 1 0 0,0-1-1 0 0,0 1 0 0 0,0 0 0 0 0,0 0 1 0 0,0 0-1 0 0,0-1 0 0 0,0 1 1 0 0,0 0-1 0 0,1 0 0 0 0,-1-1 0 0 0,0 1 1 0 0,1 0-1 0 0,-1 0 0 0 0,0-1 0 0 0,1 1 1 0 0,-1 0-1 0 0,1-1 0 0 0,0 1 151 0 0,5 6 42 0 0,-6-6-525 0 0,-2 2 259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8:0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1200 0 0,'0'0'2397'0'0,"-11"4"899"0"0,6-1-2951 0 0,-24 14 2618 0 0,28-10-2872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4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502 281 1596 0 0,'-1'2'10110'0'0,"-75"118"-5760"0"0,-25 73-2574 0 0,70-131-1266 0 0,-122 264 165 0 0,14-25 1285 0 0,138-300-1706 0 0,2-3-55 0 0,5-25-81 0 0,2-1 0 0 0,0 1 1 0 0,2 1-1 0 0,18-34 0 0 0,-2 1-66 0 0,288-649-422 0 0,-307 694 368 0 0,19-45-48 0 0,4 0 1 0 0,2 2 0 0 0,45-60-1 0 0,-74 113 30 0 0,0 0-1 0 0,0 0 0 0 0,1 0 0 0 0,-1 1 0 0 0,1-1 1 0 0,0 1-1 0 0,0 0 0 0 0,0 0 0 0 0,0 1 0 0 0,1-1 1 0 0,8-3-1 0 0,-11 6 15 0 0,0 1-1 0 0,0-1 1 0 0,0 0 0 0 0,0 1-1 0 0,-1-1 1 0 0,1 1-1 0 0,0 0 1 0 0,0 0 0 0 0,-1 0-1 0 0,1 0 1 0 0,0 0 0 0 0,-1 0-1 0 0,1 0 1 0 0,-1 0 0 0 0,1 0-1 0 0,-1 1 1 0 0,0-1 0 0 0,2 3-1 0 0,3 5-6 0 0,0-1-1 0 0,0 1 1 0 0,-1 1-1 0 0,0-1 0 0 0,-1 1 1 0 0,0 0-1 0 0,-1 0 1 0 0,0 0-1 0 0,0 0 1 0 0,1 14-1 0 0,1 17-18 0 0,-1 52 1 0 0,-4-80 22 0 0,0 88 114 0 0,-15 101-1 0 0,-29 100 494 0 0,-1-41-384 0 0,45-258-742 0 0,0 0 0 0 0,-1 0-1 0 0,0-1 1 0 0,1 1-1 0 0,-1 0 1 0 0,0 0 0 0 0,0 0-1 0 0,0 0 1 0 0,-1-1 0 0 0,1 1-1 0 0,-2 2 1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4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169 118 2380 0 0,'-167'-75'23841'0'0,"166"75"-23397"0"0,4-3-212 0 0,-3 3-226 0 0,1 0 0 0 0,-1-1 0 0 0,0 1 0 0 0,0 0 0 0 0,0-1 0 0 0,1 1 0 0 0,-1 0 0 0 0,0 0 0 0 0,0-1-1 0 0,1 1 1 0 0,-1 0 0 0 0,0 0 0 0 0,0-1 0 0 0,1 1 0 0 0,-1 0 0 0 0,0 0 0 0 0,1 0 0 0 0,-1 0 0 0 0,0-1 0 0 0,1 1 0 0 0,-1 0 0 0 0,1 0 0 0 0,-1 0 0 0 0,0 0-1 0 0,1 0 1 0 0,-1 0 0 0 0,0 0 0 0 0,1 0 0 0 0,-1 0 0 0 0,249-15-138 0 0,-118 10-3429 0 0,-43-3-3207 0 0,-53 2-777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1844 0 0,'32'-19'30402'0'0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5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268 317 3096 0 0,'23'-36'6946'0'0,"-15"23"-3071"0"0,1-1-1 0 0,0 1 1 0 0,13-13 1197 0 0,-21 47-3077 0 0,-5 5-1496 0 0,-1 0 0 0 0,-1 0 0 0 0,-2-1-1 0 0,-16 40 1 0 0,1-3-145 0 0,-202 556 703 0 0,199-546-928 0 0,22-62-129 0 0,4-10 0 0 0,0 0 0 0 0,0 1 0 0 0,0-1 0 0 0,0 0 0 0 0,0 1 0 0 0,0-1 0 0 0,-1 0 1 0 0,1 1-1 0 0,0-1 0 0 0,0 0 0 0 0,0 1 0 0 0,-1-1 0 0 0,1 0 0 0 0,0 1 0 0 0,0-1 0 0 0,-1 0 0 0 0,1 1 0 0 0,0-1 0 0 0,0 0 0 0 0,-1 0 0 0 0,1 0 0 0 0,0 1 1 0 0,-1-1-1 0 0,1 0 0 0 0,0 0 0 0 0,-1 0 0 0 0,1 0 0 0 0,-1 0 0 0 0,1 1 0 0 0,0-1 0 0 0,-1 0 0 0 0,1 0 0 0 0,0 0 0 0 0,-1 0 0 0 0,1 0 0 0 0,-1 0 0 0 0,0-1 1 0 0,-1-2-14 0 0,1-3-105 0 0,1 1 0 0 0,-1-1 0 0 0,1 1 1 0 0,1 0-1 0 0,-1-1 0 0 0,1 1 0 0 0,0 0 0 0 0,0-1 0 0 0,0 1 0 0 0,3-5 0 0 0,-3 7 34 0 0,27-91-1340 0 0,51-110 0 0 0,57-83 639 0 0,-133 281 776 0 0,112-213-260 0 0,-88 173 203 0 0,3 1 1 0 0,54-64 0 0 0,-32 55-81 0 0,-47 49 116 0 0,0 1 0 0 0,1-1 0 0 0,0 1 1 0 0,-1 1-1 0 0,2-1 0 0 0,-1 1 0 0 0,0 0 0 0 0,8-2 0 0 0,-12 4 21 0 0,-1 1 1 0 0,1-1-1 0 0,0 1 1 0 0,0 0-1 0 0,0-1 1 0 0,0 1 0 0 0,0 0-1 0 0,0 0 1 0 0,1 1-1 0 0,-2-1 1 0 0,1 0-1 0 0,0 1 1 0 0,0-1-1 0 0,0 1 1 0 0,0 0-1 0 0,0-1 1 0 0,0 1-1 0 0,0 0 1 0 0,2 2-1 0 0,-1-1 13 0 0,-1 1 0 0 0,1-1-1 0 0,0 1 1 0 0,-1 0-1 0 0,1 0 1 0 0,-1 0-1 0 0,0 0 1 0 0,0 1-1 0 0,2 4 1 0 0,2 6 145 0 0,-1-1-1 0 0,-1 1 1 0 0,0 1-1 0 0,1 14 1 0 0,0 3 431 0 0,-2 1 1 0 0,-3 58-1 0 0,-12 67 994 0 0,5-95-965 0 0,-55 330 550 0 0,33-239-938 0 0,26-146-200 0 0,-4 39-150 0 0,6-23-2437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5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124 143 2028 0 0,'-93'-72'23894'0'0,"63"51"-19994"0"0,29 20-3502 0 0,142-6-2481 0 0,-93 4 76 0 0,61-10-4775 0 0,-38-2-2408 0 0,-38 5 1436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6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39 210 2176 0 0,'-23'-58'17107'0'0,"7"21"-8893"0"0,16 36-8155 0 0,0 0 0 0 0,0 1 0 0 0,0-1 0 0 0,0 0 0 0 0,1 0 0 0 0,-1 0 0 0 0,0 0 0 0 0,0 1 0 0 0,0-1 0 0 0,1 0 0 0 0,-1 0 0 0 0,0 1 0 0 0,1-1 1 0 0,-1 0-1 0 0,1 1 0 0 0,-1-1 0 0 0,1 0 0 0 0,-1 1 0 0 0,1-1 0 0 0,-1 1 0 0 0,1-1 0 0 0,-1 0 0 0 0,1 1 0 0 0,0-1 0 0 0,-1 1 0 0 0,1 0 1 0 0,0-1-1 0 0,1 0 0 0 0,15-7 124 0 0,0 2-447 0 0,1 1 0 0 0,0 0 0 0 0,0 1 0 0 0,30-2-1 0 0,0-1-1850 0 0,10-3-985 0 0,33-6-2934 0 0,-31 0-1513 0 0,-25 4 675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6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70 2264 0 0,'7'-69'25981'0'0,"-9"134"-24249"0"0,-3 1 0 0 0,-20 103 0 0 0,7-93-3724 0 0,-51 141 0 0 0,4-71-4933 0 0,13-52-3475 0 0,25-53 672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7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18 2116 0 0,'0'0'1627'0'0,"-20"-12"6410"0"0,19 11-8252 0 0,-18-3 5615 0 0,26 7-5431 0 0,20 6-234 0 0,0-2 0 0 0,0-1 0 0 0,0-1 0 0 0,49 2 1 0 0,-40-4-1195 0 0,41 2-5333 0 0,-53-5 1837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3:57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0 636 0 0,'-173'87'18938'0'0,"172"-87"-18872"0"0,0 0 0 0 0,0 1 1 0 0,0-1-1 0 0,0 0 0 0 0,0 1 1 0 0,0-1-1 0 0,0 1 0 0 0,0 0 0 0 0,0-1 1 0 0,0 1-1 0 0,0 0 0 0 0,0 0 1 0 0,0-1-1 0 0,1 1 0 0 0,-1 0 0 0 0,0 0 1 0 0,1 0-1 0 0,-1 0 0 0 0,0 1 1 0 0,1-1-43 0 0,0 0 0 0 0,0-1 0 0 0,0 1 0 0 0,1-1 0 0 0,-1 1 0 0 0,0-1-1 0 0,0 1 1 0 0,1 0 0 0 0,-1-1 0 0 0,0 1 0 0 0,1-1 0 0 0,-1 0 0 0 0,0 1 0 0 0,1-1 0 0 0,-1 1 0 0 0,1-1 0 0 0,-1 0 0 0 0,1 1 0 0 0,-1-1 0 0 0,1 0 0 0 0,-1 1 0 0 0,1-1 0 0 0,-1 0 0 0 0,2 1 0 0 0,5 1 25 0 0,0 1 0 0 0,0-1-1 0 0,1-1 1 0 0,8 2 0 0 0,108 6-1816 0 0,130-7 0 0 0,-206-3 636 0 0,99-4-6178 0 0,-71 2-56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8:08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68 102 1084 0 0,'0'0'1676'0'0,"-10"4"508"0"0,-30 12 3043 0 0,23-8-2256 0 0,94-24-2919 0 0,136-49 0 0 0,-138 36 769 0 0,-74 28-807 0 0,2 1-15 0 0,1-1-1 0 0,-1 0 0 0 0,0 0 1 0 0,0 0-1 0 0,0 0 1 0 0,0 0-1 0 0,0-1 0 0 0,-1 1 1 0 0,5-3-1 0 0,0-1-1214 0 0,-5 4 670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8:09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23 616 0 0,'8'-22'11830'0'0,"-10"42"-11525"0"0,0 1 1 0 0,-2-1-1 0 0,0 0 0 0 0,-2-1 1 0 0,-12 32-1 0 0,-4 16-15 0 0,-71 194 614 0 0,58-173-653 0 0,-6 15-30 0 0,-23 62 92 0 0,31-72-67 0 0,33-92-171 0 0,-7 12 686 0 0,4-9-458 0 0,6-14-739 0 0,3-4-1316 0 0,9-22-6219 0 0,-9 24 2892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8:12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5 584 0 0,'0'0'2068'0'0,"8"-5"-3500"0"0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4:00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71 146 2712 0 0,'-69'-63'24723'0'0,"69"58"-23633"0"0,0 5-1070 0 0,0-1 0 0 0,0 1 0 0 0,-1 0 0 0 0,1 0-1 0 0,0-1 1 0 0,0 1 0 0 0,0 0 0 0 0,0 0 0 0 0,0 0 0 0 0,0-1-1 0 0,0 1 1 0 0,0 0 0 0 0,0 0 0 0 0,0-1 0 0 0,0 1-1 0 0,0 0 1 0 0,0 0 0 0 0,0-1 0 0 0,0 1 0 0 0,0 0 0 0 0,0 0-1 0 0,0-1 1 0 0,0 1 0 0 0,1 0 0 0 0,-1 0 0 0 0,0 0 0 0 0,0-1-1 0 0,0 1 1 0 0,0 0 0 0 0,0 0 0 0 0,1 0 0 0 0,-1-1-1 0 0,0 1 1 0 0,0 0 0 0 0,0 0 0 0 0,1 0 0 0 0,-1 0 0 0 0,0 0-1 0 0,0 0 1 0 0,1-1 0 0 0,16-6 245 0 0,0 0 0 0 0,0 2 0 0 0,1 0-1 0 0,-1 0 1 0 0,31-2 0 0 0,98-2-71 0 0,-114 8-115 0 0,242-6-2478 0 0,-29 1-5487 0 0,-166-1 917 0 0,-63 5 2211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4:0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4 1984 0 0,'-4'-1'2693'0'0,"-65"-2"9930"0"0,67 4-12378 0 0,0-1 0 0 0,1 0 0 0 0,-1 1 0 0 0,0 0 0 0 0,0-1 0 0 0,1 1 0 0 0,-1 0 0 0 0,0 0 0 0 0,1 0 0 0 0,-1 0 0 0 0,1 0 0 0 0,-1 0 0 0 0,1 0 0 0 0,-1 1 0 0 0,1-1 0 0 0,0 0 0 0 0,0 1 0 0 0,0-1 0 0 0,0 1 0 0 0,-2 3 0 0 0,-15 34 3044 0 0,16-35-2869 0 0,-18 60 1313 0 0,2 2-1 0 0,-15 112 1 0 0,8-34-318 0 0,20-122-1415 0 0,-70 314 0 0 0,56-259-3091 0 0,-20 70-6367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4:01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71 1364 0 0,'-114'9'13204'0'0,"-9"1"4864"0"0,267-12-17937 0 0,170-5-131 0 0,300-17 0 0 0,-596 22-136 0 0,127-14-6992 0 0,-116 10 5051 0 0,0 0-1 0 0,-1-1 1 0 0,29-12 0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8:20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1 580 0 0,'0'0'1524'0'0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8:20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16 48 0 0,'-5'-7'4932'0'0,"2"-1"-4848"0"0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8:20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1 476 0 0,'0'0'3276'0'0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8:21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13 24 0 0,'0'0'2457'0'0,"-10"-12"-337"0"0,14 17-4022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27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373 366 16 0 0,'7'-24'7418'0'0,"-7"20"-6934"0"0,-1 1-1 0 0,1 0 1 0 0,-1 0 0 0 0,0-1 0 0 0,0 1-1 0 0,0 0 1 0 0,0 0 0 0 0,0 0-1 0 0,-1 0 1 0 0,0 0 0 0 0,1 1-1 0 0,-1-1 1 0 0,-4-5 0 0 0,4 6-340 0 0,0 0-1 0 0,0 1 1 0 0,0-1 0 0 0,0 0 0 0 0,0 1 0 0 0,0-1-1 0 0,0 1 1 0 0,-1 0 0 0 0,1 0 0 0 0,-1 0 0 0 0,-2-1-1 0 0,2 2-114 0 0,1 0-1 0 0,0 1 0 0 0,-1-1 0 0 0,1 1 0 0 0,0-1 0 0 0,0 1 1 0 0,0 0-1 0 0,-1 0 0 0 0,1 0 0 0 0,0 0 0 0 0,0 1 0 0 0,0-1 1 0 0,1 0-1 0 0,-1 1 0 0 0,0 0 0 0 0,0-1 0 0 0,-2 4 0 0 0,1-2 16 0 0,-24 27 53 0 0,1 2 0 0 0,1 0 0 0 0,2 2 1 0 0,-22 41-1 0 0,41-67-84 0 0,-25 42 106 0 0,-44 102 1 0 0,66-134-113 0 0,1 1 1 0 0,0 0-1 0 0,1 1 1 0 0,1 0-1 0 0,1-1 1 0 0,1 1-1 0 0,0 0 1 0 0,2 0-1 0 0,2 24 1 0 0,-2-38-9 0 0,1 0-1 0 0,0 0 1 0 0,1 0 0 0 0,0-1 0 0 0,0 1 0 0 0,0-1-1 0 0,0 0 1 0 0,1 1 0 0 0,0-1 0 0 0,0 0 0 0 0,0 0-1 0 0,1-1 1 0 0,-1 1 0 0 0,1-1 0 0 0,0 1 0 0 0,1-1-1 0 0,-1-1 1 0 0,1 1 0 0 0,6 4 0 0 0,-5-5 7 0 0,1 0-1 0 0,0 0 1 0 0,1 0 0 0 0,-1-1 0 0 0,0 0 0 0 0,1 0 0 0 0,-1-1-1 0 0,1 0 1 0 0,-1 0 0 0 0,1-1 0 0 0,-1 0 0 0 0,1 0 0 0 0,0-1-1 0 0,10-2 1 0 0,4-2 10 0 0,0-1 0 0 0,-1-1 0 0 0,0-1 0 0 0,0-1 0 0 0,0-1 0 0 0,-1-1 0 0 0,-1-1 0 0 0,0 0 0 0 0,0-1 0 0 0,-1-2 0 0 0,-1 1 0 0 0,-1-2 0 0 0,23-27 0 0 0,-16 15-14 0 0,-1-1 0 0 0,-2-1 0 0 0,-1-1 0 0 0,-1-1-1 0 0,-2-1 1 0 0,-1 0 0 0 0,18-60 0 0 0,-23 58-8 0 0,-2 0 1 0 0,-2 0-1 0 0,-1-1 1 0 0,-1 1-1 0 0,-2-40 1 0 0,-2 58 9 0 0,-1 0-1 0 0,-1 0 1 0 0,-1 0 0 0 0,0 0 0 0 0,-1 1-1 0 0,-1-1 1 0 0,0 1 0 0 0,-2 0 0 0 0,1 1 0 0 0,-2-1-1 0 0,0 2 1 0 0,-19-27 0 0 0,21 34-7 0 0,0 0 1 0 0,0 1-1 0 0,0 0 0 0 0,-1 0 1 0 0,0 0-1 0 0,0 1 1 0 0,0 0-1 0 0,-1 0 0 0 0,0 1 1 0 0,0 0-1 0 0,-12-4 0 0 0,14 6 0 0 0,1 1-1 0 0,0 0 0 0 0,-1 0 1 0 0,1 1-1 0 0,-1-1 0 0 0,0 1 1 0 0,1 0-1 0 0,-1 1 0 0 0,1-1 1 0 0,-1 1-1 0 0,1 0 0 0 0,0 1 1 0 0,-1-1-1 0 0,1 1 1 0 0,0 0-1 0 0,0 0 0 0 0,0 1 1 0 0,0-1-1 0 0,-7 6 0 0 0,-7 7 6 0 0,0 1-1 0 0,1 0 1 0 0,1 2 0 0 0,0 0-1 0 0,1 1 1 0 0,-24 38-1 0 0,14-13 20 0 0,2 1 0 0 0,-24 62 0 0 0,45-98-21 0 0,-1 1 0 0 0,1 0 0 0 0,0 0 0 0 0,1 1 0 0 0,0-1 0 0 0,1 0 1 0 0,0 1-1 0 0,1 12 0 0 0,0-19-2 0 0,1 1 0 0 0,-1 0 0 0 0,1-1 0 0 0,0 1 0 0 0,1-1 0 0 0,-1 1 1 0 0,1-1-1 0 0,0 0 0 0 0,0 1 0 0 0,0-1 0 0 0,0 0 0 0 0,1 0 0 0 0,0-1 0 0 0,0 1 0 0 0,0 0 0 0 0,0-1 1 0 0,0 0-1 0 0,1 0 0 0 0,-1 0 0 0 0,7 4 0 0 0,18 8-19 0 0,1 0 0 0 0,34 12 0 0 0,20 8 17 0 0,-44-14 5 0 0,-1 2 0 0 0,-1 1 0 0 0,34 30 0 0 0,93 93 27 0 0,-138-122-18 0 0,-1-2-16 0 0,-9-6-124 0 0,29 21-1 0 0,-43-37-585 0 0,1-1-416 0 0,7 0 10 0 0,10-7-5470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28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23 2196 0 0,'0'0'4489'0'0,"-12"-7"503"0"0,5-2-2180 0 0,2 2-2072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29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650 262 1204 0 0,'1'16'3584'0'0,"-5"2"-2143"0"0,0 6 483 0 0,-2 0-1 0 0,-1-1 1 0 0,-12 28-1 0 0,19-50-1882 0 0,0-1-1 0 0,0 1 0 0 0,0-1 1 0 0,0 1-1 0 0,0-1 0 0 0,-1 1 1 0 0,1 0-1 0 0,0-1 0 0 0,0 1 1 0 0,-1-1-1 0 0,1 1 0 0 0,-1-1 1 0 0,1 1-1 0 0,0-1 0 0 0,-1 0 1 0 0,1 1-1 0 0,-1-1 0 0 0,1 1 1 0 0,-1-1-1 0 0,1 0 0 0 0,-1 1 1 0 0,1-1-1 0 0,-1 0 0 0 0,1 0 1 0 0,-1 1-1 0 0,0-1 0 0 0,1 0 1 0 0,-1 0-1 0 0,1 0 0 0 0,-1 0 1 0 0,0 0-1 0 0,1 0 0 0 0,-1 0 1 0 0,1 0-1 0 0,-1 0 0 0 0,0 0 1 0 0,1 0-1 0 0,-1 0 0 0 0,1 0 1 0 0,-1-1-1 0 0,1 1 0 0 0,-1 0 1 0 0,0 0-1 0 0,1-1 0 0 0,-1 1 1 0 0,1 0-1 0 0,-1-1 0 0 0,1 1 1 0 0,-1 0-1 0 0,1-1 0 0 0,0 1 1 0 0,-1-1-1 0 0,1 1 0 0 0,-1-1 1 0 0,1 1-1 0 0,0-1 0 0 0,-1 1 1 0 0,1-2-1 0 0,-3-1-17 0 0,1-1 1 0 0,0 1-1 0 0,0-1 1 0 0,1 0-1 0 0,-1 0 0 0 0,-1-7 1 0 0,-1-13-36 0 0,2-1 0 0 0,1 1 1 0 0,1-1-1 0 0,0 0 0 0 0,2 0 1 0 0,2 1-1 0 0,0-1 0 0 0,1 1 1 0 0,1 0-1 0 0,1 1 0 0 0,2-1 1 0 0,21-42-1 0 0,-29 64 1 0 0,0 0 0 0 0,0 0 0 0 0,1 0 0 0 0,-1 0-1 0 0,0 0 1 0 0,1 0 0 0 0,0 0 0 0 0,-1 1 0 0 0,1-1 0 0 0,0 0 0 0 0,0 1 0 0 0,0 0 0 0 0,0-1 0 0 0,0 1 0 0 0,0 0 0 0 0,0 0 0 0 0,3-1-1 0 0,19 3-41 0 0,-17 5 50 0 0,-5-4-3 0 0,2 1 8 0 0,-1 0 0 0 0,1 1-1 0 0,-1-1 1 0 0,0 1-1 0 0,0 0 1 0 0,0 0 0 0 0,-1 0-1 0 0,1 0 1 0 0,-1 0-1 0 0,0 0 1 0 0,0 1 0 0 0,1 4-1 0 0,2 7 12 0 0,5 32-1 0 0,-4-8 52 0 0,-1 1-1 0 0,-3 0 1 0 0,-1 0-1 0 0,-2 0 0 0 0,-1 0 1 0 0,-10 45-1 0 0,8-63 80 0 0,-1-1 0 0 0,-1-1 0 0 0,-1 1-1 0 0,-1-1 1 0 0,0 0 0 0 0,-2-1 0 0 0,-1 0 0 0 0,0 0 0 0 0,-1-1 0 0 0,-1-1 0 0 0,-1 0-1 0 0,-27 27 1 0 0,32-38-25 0 0,0 1-1 0 0,0-2 0 0 0,0 1 1 0 0,-1-1-1 0 0,0-1 0 0 0,0 0 1 0 0,-1 0-1 0 0,1-1 0 0 0,-1-1 0 0 0,0 1 1 0 0,0-2-1 0 0,-21 3 0 0 0,11-4-48 0 0,0 0 1 0 0,1-2-1 0 0,-1 0 0 0 0,0-2 0 0 0,1 0 0 0 0,-23-7 0 0 0,-150-52 55 0 0,118 37-1215 0 0,73 24 477 0 0,-5-1-329 0 0,53-19-10327 0 0,-20 11 7059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29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513 200 844 0 0,'16'-24'3757'0'0,"-2"-1"0"0"0,0 0 0 0 0,19-48 0 0 0,-15 23 95 0 0,-17 48-3007 0 0,-2 5-501 0 0,-92 443 2283 0 0,-21 386-1762 0 0,90-618-783 0 0,5-53-57 0 0,-35 323 357 0 0,51-462-352 0 0,-3 52-13 0 0,6-67-13 0 0,0-1-1 0 0,1 1 0 0 0,-1-1 0 0 0,1 1 1 0 0,1-1-1 0 0,-1 0 0 0 0,1 1 1 0 0,3 7-1 0 0,-4-13-8 0 0,0 0 0 0 0,-1 0-1 0 0,1-1 1 0 0,0 1 0 0 0,0 0 0 0 0,0 0-1 0 0,0-1 1 0 0,0 1 0 0 0,0 0 0 0 0,0-1 0 0 0,0 1-1 0 0,0-1 1 0 0,0 0 0 0 0,0 1 0 0 0,0-1-1 0 0,0 0 1 0 0,0 1 0 0 0,0-1 0 0 0,0 0 0 0 0,0 0-1 0 0,0 0 1 0 0,1 0 0 0 0,-1 0 0 0 0,0 0 0 0 0,0 0-1 0 0,0-1 1 0 0,0 1 0 0 0,0 0 0 0 0,0-1-1 0 0,0 1 1 0 0,1-1 0 0 0,32-14-310 0 0,-16 4 249 0 0,-1-1 0 0 0,0 0 1 0 0,-1-2-1 0 0,0 0 0 0 0,-1 0 0 0 0,-1-1 1 0 0,0-1-1 0 0,-1 0 0 0 0,-1-1 0 0 0,17-31 1 0 0,-23 37 58 0 0,0 0 1 0 0,-2 0 0 0 0,1-1 0 0 0,-2 1 0 0 0,1-1 0 0 0,-1 0 0 0 0,-1 0 0 0 0,0 0 0 0 0,-1 0 0 0 0,-1-1 0 0 0,1 1 0 0 0,-2 0 0 0 0,0 0 0 0 0,0 0 0 0 0,-1 0 0 0 0,-1 0 0 0 0,0 0 0 0 0,0 0 0 0 0,-8-16 0 0 0,0 8-9 0 0,0 0 0 0 0,-1 2 0 0 0,-1-1-1 0 0,-1 2 1 0 0,-1 0 0 0 0,0 0 0 0 0,-28-21 0 0 0,-131-88 53 0 0,125 93-19 0 0,9 7 0 0 0,4 3-9 0 0,2-2-1 0 0,-34-30 0 0 0,65 53-57 0 0,0-1-1 0 0,1 0 0 0 0,-1 0 1 0 0,1 0-1 0 0,-1 0 0 0 0,1 0 1 0 0,0-1-1 0 0,0 1 0 0 0,1-1 1 0 0,-1 1-1 0 0,1-1 1 0 0,-1 0-1 0 0,1 0 0 0 0,1 1 1 0 0,-1-1-1 0 0,0 0 0 0 0,1-5 1 0 0,0 4-91 0 0,0-1 0 0 0,1 1 1 0 0,0-1-1 0 0,1 1 0 0 0,-1-1 0 0 0,1 1 0 0 0,0 0 1 0 0,0-1-1 0 0,1 1 0 0 0,5-8 0 0 0,6-6-529 0 0,0 1-1 0 0,2 0 0 0 0,0 1 0 0 0,28-23 0 0 0,-15 17-586 0 0,1 1 0 0 0,42-24-1 0 0,71-30-4461 0 0,-124 66 4602 0 0,53-26-3765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0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362 316 240 0 0,'-64'-88'15251'0'0,"64"88"-15219"0"0,0 0 0 0 0,0-1 1 0 0,-1 1-1 0 0,1 0 0 0 0,0-1 1 0 0,0 1-1 0 0,-1 0 0 0 0,1-1 0 0 0,0 1 1 0 0,-1 0-1 0 0,1 0 0 0 0,0-1 1 0 0,-1 1-1 0 0,1 0 0 0 0,-1 0 0 0 0,1 0 1 0 0,0 0-1 0 0,-1-1 0 0 0,1 1 1 0 0,-1 0-1 0 0,1 0 0 0 0,0 0 1 0 0,-1 0-1 0 0,1 0 0 0 0,-1 0 0 0 0,1 0 1 0 0,0 0-1 0 0,-1 0 0 0 0,1 0 1 0 0,-1 0-1 0 0,1 0 0 0 0,0 1 0 0 0,-1-1 1 0 0,1 0-1 0 0,-1 0 0 0 0,1 0 1 0 0,0 1-1 0 0,-1-1 0 0 0,1 0 1 0 0,0 0-1 0 0,-1 1 0 0 0,1-1 0 0 0,0 0 1 0 0,0 0-1 0 0,-1 1 0 0 0,1-1 1 0 0,0 0-1 0 0,0 1 0 0 0,-1-1 1 0 0,1 0-1 0 0,0 1 0 0 0,0-1 0 0 0,0 1 1 0 0,0-1-1 0 0,-1 1 0 0 0,-10 27 263 0 0,10-24-91 0 0,-170 410 2118 0 0,127-314-2096 0 0,-9 16 663 0 0,55-138-654 0 0,99-237-30 0 0,-51 139-163 0 0,-21 50-45 0 0,132-310-353 0 0,-159 376 337 0 0,-1 0 0 0 0,1 1 0 0 0,0 0-1 0 0,0-1 1 0 0,0 1 0 0 0,1 0 0 0 0,-1 0 0 0 0,1 0 0 0 0,0 1 0 0 0,4-4-1 0 0,-6 5 16 0 0,0 1-1 0 0,0-1 1 0 0,0 1-1 0 0,1-1 1 0 0,-1 1-1 0 0,0 0 1 0 0,0 0-1 0 0,1 0 1 0 0,-1 0-1 0 0,0 0 0 0 0,1 0 1 0 0,-1 0-1 0 0,0 0 1 0 0,0 0-1 0 0,1 0 1 0 0,-1 1-1 0 0,0-1 1 0 0,0 0-1 0 0,0 1 1 0 0,1-1-1 0 0,-1 1 1 0 0,0 0-1 0 0,0-1 1 0 0,0 1-1 0 0,0 0 0 0 0,0 0 1 0 0,0 0-1 0 0,0-1 1 0 0,0 1-1 0 0,-1 0 1 0 0,1 0-1 0 0,0 0 1 0 0,0 0-1 0 0,0 2 1 0 0,7 8-9 0 0,-1 0 1 0 0,0 1-1 0 0,-1-1 1 0 0,0 1-1 0 0,6 22 0 0 0,15 65-3 0 0,-25-92 16 0 0,32 147 70 0 0,18 187 0 0 0,-52-341-85 0 0,7 55-73 0 0,2-23-4180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0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57 184 0 0,'-78'-16'12247'0'0,"-7"0"-2833"0"0,124 18-10521 0 0,1-1 0 0 0,-1-3-1 0 0,48-6 1 0 0,-54 4-372 0 0,52-5-5439 0 0,-41 4 303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0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2436 0 0,'-4'5'18935'0'0,"115"-6"-19253"0"0,-55 0-3666 0 0,-2 1-5115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0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17 3608 0 0,'-88'44'16192'0'0,"86"-43"-15616"0"0,2-1-544 0 0,0 0 0 0 0,0 0 0 0 0,0 0-1 0 0,-1 0 1 0 0,1 0 0 0 0,0 0 0 0 0,0 0 0 0 0,0 1 0 0 0,0-1 0 0 0,-1 0 0 0 0,1 0 0 0 0,0 0 0 0 0,0 0-1 0 0,0 0 1 0 0,0 0 0 0 0,-1 1 0 0 0,1-1 0 0 0,0 0 0 0 0,0 0 0 0 0,0 0 0 0 0,0 0 0 0 0,0 1 0 0 0,0-1-1 0 0,0 0 1 0 0,0 0 0 0 0,0 0 0 0 0,0 1 0 0 0,0-1 0 0 0,-1 0 0 0 0,1 0 0 0 0,0 0 0 0 0,0 0 0 0 0,0 1-1 0 0,0-1 1 0 0,0 0 0 0 0,1 0 0 0 0,-1 0 0 0 0,0 1 0 0 0,0-1 0 0 0,0 0 0 0 0,0 0 0 0 0,0 0 0 0 0,0 1-1 0 0,0-1 1 0 0,35-2-645 0 0,0-1 0 0 0,51-11-1 0 0,71-24-9656 0 0,-153 37 9815 0 0,38-10-6387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1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839 174 568 0 0,'13'-30'4757'0'0,"-9"21"-3212"0"0,-1 1-1 0 0,1-1 0 0 0,-1 0 0 0 0,-1 0 0 0 0,0 0 0 0 0,0 0 0 0 0,-1 0 0 0 0,1-14 0 0 0,-2 21-1450 0 0,0 0-1 0 0,0 0 1 0 0,0 0-1 0 0,0 0 0 0 0,0 0 1 0 0,-1 0-1 0 0,1 1 1 0 0,-1-1-1 0 0,1 0 0 0 0,-1 0 1 0 0,0 0-1 0 0,0 0 0 0 0,0 1 1 0 0,0-1-1 0 0,0 0 1 0 0,0 1-1 0 0,0-1 0 0 0,-1 1 1 0 0,1-1-1 0 0,0 1 1 0 0,-1 0-1 0 0,1-1 0 0 0,-1 1 1 0 0,-1-1-1 0 0,0 1-86 0 0,0 0 0 0 0,0 0 0 0 0,0 0 1 0 0,0 0-1 0 0,-1 1 0 0 0,1-1 0 0 0,0 1 0 0 0,0 0 0 0 0,0 0 0 0 0,0 0 0 0 0,-1 0 1 0 0,1 0-1 0 0,0 1 0 0 0,-5 1 0 0 0,-3 1-16 0 0,0 0 1 0 0,0 1-1 0 0,0 1 0 0 0,1 0 0 0 0,-1 0 1 0 0,1 1-1 0 0,0 0 0 0 0,1 1 1 0 0,0 0-1 0 0,-15 14 0 0 0,14-10-7 0 0,0 1-1 0 0,0 1 1 0 0,1-1-1 0 0,1 2 0 0 0,0-1 1 0 0,1 1-1 0 0,-7 17 1 0 0,2 4-6 0 0,2 0-1 0 0,2 1 1 0 0,1 0 0 0 0,1 0-1 0 0,-1 73 1 0 0,2 223 32 0 0,-5 175 177 0 0,1-367 204 0 0,-7-1 0 0 0,-65 271 0 0 0,27-227 543 0 0,-126 291 0 0 0,174-460-928 0 0,-168 404 236 0 0,172-414-218 0 0,0 1 1 0 0,0 0-1 0 0,0 0 1 0 0,1 0 0 0 0,0 0-1 0 0,0 0 1 0 0,0 1 0 0 0,1-1-1 0 0,-1 0 1 0 0,1 0-1 0 0,0 0 1 0 0,1 1 0 0 0,1 9-1 0 0,-1-14-16 0 0,0 0-1 0 0,0 0 0 0 0,0 0 1 0 0,0 0-1 0 0,0 0 0 0 0,0 0 1 0 0,0 0-1 0 0,0 0 0 0 0,0 0 1 0 0,1 0-1 0 0,-1-1 1 0 0,0 1-1 0 0,0-1 0 0 0,1 1 1 0 0,-1-1-1 0 0,0 1 0 0 0,1-1 1 0 0,-1 0-1 0 0,0 1 0 0 0,3-1 1 0 0,28 2 39 0 0,-29-2-38 0 0,24-1-229 0 0,1-2-1 0 0,-1 0 1 0 0,0-2 0 0 0,30-10-1 0 0,103-39-2821 0 0,-32-1-1556 0 0,-102 41 572 0 0,29-20 0 0 0,-26 12-2119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2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67 155 528 0 0,'19'-121'14162'0'0,"-19"118"-13748"0"0,1 0-1 0 0,-1 0 1 0 0,1 0 0 0 0,-1 0 0 0 0,0 0-1 0 0,0 0 1 0 0,-1 0 0 0 0,0-6-1 0 0,1 9-392 0 0,0 0-1 0 0,0 0 1 0 0,0 0-1 0 0,-1 0 1 0 0,1 0-1 0 0,0 0 1 0 0,0-1-1 0 0,0 1 1 0 0,0 0-1 0 0,0 0 1 0 0,0 0-1 0 0,0 0 0 0 0,0 0 1 0 0,0 0-1 0 0,-1 0 1 0 0,1 0-1 0 0,0 0 1 0 0,0 0-1 0 0,0 0 1 0 0,0 0-1 0 0,0 0 1 0 0,0 0-1 0 0,0 0 1 0 0,-1 0-1 0 0,1 0 0 0 0,0 0 1 0 0,0 0-1 0 0,0 0 1 0 0,0 0-1 0 0,0 0 1 0 0,0 1-1 0 0,0-1 1 0 0,0 0-1 0 0,0 0 1 0 0,0 0-1 0 0,-1 0 1 0 0,1 0-1 0 0,0 0 0 0 0,0 0 1 0 0,0 0-1 0 0,0 0 1 0 0,0 0-1 0 0,0 0 1 0 0,0 1-1 0 0,0-1 1 0 0,0 0-1 0 0,0 0 1 0 0,0 0-1 0 0,0 0 1 0 0,0 0-1 0 0,0 0 1 0 0,0 0-1 0 0,0 0 0 0 0,0 0 1 0 0,0 1-1 0 0,0-1 1 0 0,0 0-1 0 0,0 0 1 0 0,0 0-1 0 0,0 0 1 0 0,-5 20 644 0 0,-48 266 724 0 0,43-238-1271 0 0,6-33-873 0 0,1 1 1 0 0,0 0-1 0 0,1 0 1 0 0,0 29-1 0 0,2-43 410 0 0,1 1 1 0 0,-1-1-1 0 0,0 0 1 0 0,1 0-1 0 0,-1 0 1 0 0,1 0-1 0 0,0 0 0 0 0,0 0 1 0 0,0-1-1 0 0,0 1 1 0 0,0 0-1 0 0,2 2 1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4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50 164 0 0,'-5'0'2310'0'0,"-60"-4"5879"0"0,32 3-5253 0 0,27 1-279 0 0,29-3-1534 0 0,-21 2-1134 0 0,109-10 779 0 0,1-1-2199 0 0,-38 1-4824 0 0,-59 8 2898 0 0,-1-1-1332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4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267 110 912 0 0,'-4'-45'10497'0'0,"1"6"-6229"0"0,3 38-4206 0 0,0 0 0 0 0,0 0 0 0 0,1 0 1 0 0,-1-1-1 0 0,0 1 0 0 0,1 0 0 0 0,-1 0 1 0 0,1 0-1 0 0,-1 0 0 0 0,1 0 0 0 0,-1 0 1 0 0,1 0-1 0 0,0 0 0 0 0,-1 0 0 0 0,1 0 1 0 0,0 1-1 0 0,0-1 0 0 0,0 0 0 0 0,-1 0 0 0 0,1 1 1 0 0,0-1-1 0 0,0 0 0 0 0,0 1 0 0 0,0-1 1 0 0,1 1-1 0 0,-1-1 0 0 0,0 1 0 0 0,0 0 1 0 0,0 0-1 0 0,0-1 0 0 0,2 1 0 0 0,30-1 387 0 0,-28 2-420 0 0,1 0 0 0 0,-1 0 0 0 0,0 1 0 0 0,0-1 0 0 0,0 1 0 0 0,0 1-1 0 0,-1-1 1 0 0,1 0 0 0 0,0 1 0 0 0,-1 0 0 0 0,0 0 0 0 0,0 1 0 0 0,0-1 0 0 0,0 1 0 0 0,0 0 0 0 0,-1 0 0 0 0,1 0 0 0 0,-1 0-1 0 0,0 1 1 0 0,0-1 0 0 0,-1 1 0 0 0,4 8 0 0 0,-3-6-10 0 0,-1 0 0 0 0,0 1 0 0 0,0-1 1 0 0,-1 1-1 0 0,0 0 0 0 0,0-1 0 0 0,-1 1 0 0 0,0 0 0 0 0,0 0 0 0 0,-1-1 0 0 0,0 1 0 0 0,0 0 0 0 0,0-1 0 0 0,-6 13 0 0 0,-4 8 121 0 0,-2-1 0 0 0,-1-1 0 0 0,-2 0-1 0 0,0-1 1 0 0,-1-1 0 0 0,-2 0 0 0 0,-36 35-1 0 0,-167 129 2392 0 0,199-170-2187 0 0,13-6-128 0 0,10-12-212 0 0,0 0 0 0 0,0 0-1 0 0,0 0 1 0 0,0 1 0 0 0,0-1 0 0 0,0 0 0 0 0,0 0 0 0 0,0 0 0 0 0,0 1-1 0 0,0-1 1 0 0,0 0 0 0 0,1 0 0 0 0,-1 0 0 0 0,0 0 0 0 0,0 0 0 0 0,0 1-1 0 0,0-1 1 0 0,0 0 0 0 0,1 0 0 0 0,-1 0 0 0 0,0 0 0 0 0,0 0 0 0 0,0 0-1 0 0,0 0 1 0 0,1 1 0 0 0,-1-1 0 0 0,0 0 0 0 0,0 0 0 0 0,0 0 0 0 0,1 0-1 0 0,-1 0 1 0 0,0 0 0 0 0,0 0 0 0 0,0 0 0 0 0,1 0 0 0 0,-1 0-1 0 0,0 0 1 0 0,28-3 83 0 0,-28 3-88 0 0,142-29 71 0 0,60-10-83 0 0,-166 33-348 0 0,20-3-2405 0 0,-11 7-5442 0 0,-23 2 4223 0 0,-2-2-1857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2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2820 0 0,'15'-22'9601'0'0,"-7"12"-6631"0"0,9-9 799 0 0,-14 16-3673 0 0,1 1 0 0 0,-1 1 0 0 0,0-1-1 0 0,1 0 1 0 0,-1 1 0 0 0,1 0 0 0 0,0-1 0 0 0,-1 1 0 0 0,1 1 0 0 0,7-2 0 0 0,8 0-60 0 0,1 1 0 0 0,-1 0 0 0 0,1 2 1 0 0,-1 0-1 0 0,1 1 0 0 0,-1 1 0 0 0,20 5 0 0 0,-28-5-33 0 0,0 0 0 0 0,0 1 1 0 0,-1 0-1 0 0,1 1 0 0 0,-1 0 0 0 0,0 1 1 0 0,-1 0-1 0 0,1 0 0 0 0,-1 1 0 0 0,-1 0 1 0 0,1 1-1 0 0,-1-1 0 0 0,14 19 0 0 0,-20-24 6 0 0,-1 1 0 0 0,0 0 0 0 0,1-1-1 0 0,-1 1 1 0 0,0 0 0 0 0,0 0 0 0 0,-1 0-1 0 0,1-1 1 0 0,-1 1 0 0 0,1 0 0 0 0,-1 0 0 0 0,0 0-1 0 0,0 0 1 0 0,0 0 0 0 0,0 0 0 0 0,-1 0 0 0 0,1 0-1 0 0,-1 0 1 0 0,0 0 0 0 0,0 0 0 0 0,0 0-1 0 0,0-1 1 0 0,0 1 0 0 0,0 0 0 0 0,-1-1 0 0 0,0 1-1 0 0,1-1 1 0 0,-1 0 0 0 0,-3 3 0 0 0,-5 8 95 0 0,-2-1 0 0 0,0-1 0 0 0,0 0 1 0 0,-15 9-1 0 0,18-13-11 0 0,-99 76 310 0 0,107-83-399 0 0,0 1 0 0 0,1-1 0 0 0,-1 1-1 0 0,0 0 1 0 0,0-1 0 0 0,0 1 0 0 0,1 0 0 0 0,-1-1 0 0 0,0 1 0 0 0,1 0-1 0 0,-1 0 1 0 0,0 0 0 0 0,1 0 0 0 0,-1 0 0 0 0,1-1 0 0 0,0 1 0 0 0,-1 0-1 0 0,1 0 1 0 0,0 0 0 0 0,-1 0 0 0 0,1 0 0 0 0,0 0 0 0 0,0 0 0 0 0,0 2-1 0 0,1-2 5 0 0,0 0 0 0 0,-1 0 0 0 0,1 0 0 0 0,0 0 0 0 0,0-1-1 0 0,0 1 1 0 0,0 0 0 0 0,1-1 0 0 0,-1 1 0 0 0,0-1 0 0 0,0 1-1 0 0,0-1 1 0 0,0 0 0 0 0,1 1 0 0 0,-1-1 0 0 0,0 0 0 0 0,0 0-1 0 0,1 0 1 0 0,-1 0 0 0 0,0 0 0 0 0,2 0 0 0 0,94 1 91 0 0,128-17 1 0 0,-99 5-78 0 0,95-4 18 0 0,-188 12-29 0 0,-30 3-45 0 0,16-4-722 0 0,-6 3-1687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5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247 165 180 0 0,'-10'-10'2263'0'0,"0"0"-1"0"0,0-1 0 0 0,2 0 1 0 0,-1-1-1 0 0,2 0 1 0 0,-11-18-1 0 0,18 28-2172 0 0,-1 1-1 0 0,1-1 0 0 0,0 0 0 0 0,0 1 0 0 0,-1-1 0 0 0,1 1 0 0 0,0-1 0 0 0,0 0 0 0 0,0 1 0 0 0,1-1 0 0 0,-1 1 0 0 0,0-1 0 0 0,1 0 0 0 0,-1 1 0 0 0,1-1 1 0 0,-1 1-1 0 0,1-1 0 0 0,0 1 0 0 0,-1-1 0 0 0,1 1 0 0 0,0 0 0 0 0,0-1 0 0 0,0 1 0 0 0,0 0 0 0 0,0 0 0 0 0,1 0 0 0 0,-1 0 0 0 0,0-1 0 0 0,0 2 0 0 0,1-1 0 0 0,-1 0 1 0 0,1 0-1 0 0,1 0 0 0 0,3-3 0 0 0,0 1 0 0 0,1 0 0 0 0,-1 0 0 0 0,1 1 0 0 0,0 0 1 0 0,7-1-1 0 0,-4 2-57 0 0,1 0 0 0 0,-1 1 1 0 0,1 0-1 0 0,-1 1 0 0 0,0 0 1 0 0,0 1-1 0 0,1 0 0 0 0,-1 1 1 0 0,0 0-1 0 0,11 5 0 0 0,-14-5-22 0 0,0 0-1 0 0,0 0 1 0 0,0 1 0 0 0,-1 0-1 0 0,0 0 1 0 0,1 0 0 0 0,-1 1-1 0 0,-1 0 1 0 0,1 0 0 0 0,-1 1-1 0 0,0-1 1 0 0,0 1 0 0 0,0 0-1 0 0,4 10 1 0 0,-7-12-1 0 0,0-1 0 0 0,-1 1 0 0 0,0 0 1 0 0,0 0-1 0 0,0 0 0 0 0,0-1 0 0 0,-1 1 0 0 0,1 0 0 0 0,-1 0 1 0 0,0 0-1 0 0,0 0 0 0 0,-1 0 0 0 0,1 0 0 0 0,-2 6 1 0 0,0-4-3 0 0,0-1 0 0 0,-1 1 0 0 0,1-1 0 0 0,-1 1 0 0 0,0-1 0 0 0,-1 0 0 0 0,1 0-1 0 0,-7 7 1 0 0,-7 4 51 0 0,0-1 0 0 0,0-1-1 0 0,-1 0 1 0 0,-21 10 0 0 0,27-16 20 0 0,-41 20 613 0 0,51-27-602 0 0,11-1-81 0 0,-1 1 3 0 0,0 0 0 0 0,0 0 0 0 0,0 0-1 0 0,0 1 1 0 0,0 1 0 0 0,0-1 0 0 0,0 1-1 0 0,0 1 1 0 0,-1-1 0 0 0,0 1 0 0 0,0 0-1 0 0,0 1 1 0 0,0 0 0 0 0,0 0 0 0 0,-1 0-1 0 0,0 1 1 0 0,0 0 0 0 0,-1 0 0 0 0,0 1-1 0 0,0-1 1 0 0,0 1 0 0 0,-1 0 0 0 0,0 0-1 0 0,0 1 1 0 0,-1-1 0 0 0,0 1 0 0 0,0 0-1 0 0,-1 0 1 0 0,0 0 0 0 0,0 0 0 0 0,-1 0-1 0 0,1 12 1 0 0,-2-13 97 0 0,0 0 0 0 0,-1-1 0 0 0,0 1 0 0 0,0 0 0 0 0,-1-1 0 0 0,0 0 0 0 0,0 1 0 0 0,0-1 0 0 0,-1 0 0 0 0,0 0 0 0 0,0 0 0 0 0,0 0 0 0 0,-7 7 0 0 0,4-6 51 0 0,-1 0 1 0 0,0 0-1 0 0,0 0 1 0 0,-1-1-1 0 0,1 0 1 0 0,-1 0 0 0 0,-1-1-1 0 0,-12 7 1 0 0,7-6-49 0 0,-1 0 0 0 0,1-1 0 0 0,-1 0 0 0 0,0-1 1 0 0,0-1-1 0 0,-1-1 0 0 0,1 0 0 0 0,-1 0 0 0 0,1-2 0 0 0,-1 0 1 0 0,-21-3-1 0 0,25 1-238 0 0,1 0 0 0 0,-1-1-1 0 0,1-1 1 0 0,-1 1 0 0 0,1-2 0 0 0,0 1 0 0 0,-10-8 0 0 0,18 11-184 0 0,0-1-1 0 0,0 0 1 0 0,1 0 0 0 0,-1-1 0 0 0,0 1 0 0 0,1 0-1 0 0,0-1 1 0 0,-1 0 0 0 0,1 1 0 0 0,0-1-1 0 0,1 0 1 0 0,-1 0 0 0 0,0 0 0 0 0,1 0 0 0 0,0-1-1 0 0,-1 1 1 0 0,1 0 0 0 0,0 0 0 0 0,1-1-1 0 0,-1 1 1 0 0,1-1 0 0 0,-1 1 0 0 0,1-1 0 0 0,0 1-1 0 0,1-1 1 0 0,-1 1 0 0 0,0 0 0 0 0,2-6-1 0 0,0 1-1482 0 0,1 0 0 0 0,-1 0-1 0 0,7-12 1 0 0,6-7-4744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614 92 1884 0 0,'-14'-37'12607'0'0,"35"27"-11123"0"0,233-15-495 0 0,-128 16-897 0 0,61-2-182 0 0,-186 12 111 0 0,1-1 0 0 0,0 0 0 0 0,-1 0 0 0 0,1 1 1 0 0,-1-1-1 0 0,1 1 0 0 0,-1-1 0 0 0,1 1 1 0 0,-1 0-1 0 0,1-1 0 0 0,-1 1 0 0 0,0 0 0 0 0,1 0 1 0 0,-1 0-1 0 0,0 0 0 0 0,0 0 0 0 0,0 0 1 0 0,0 0-1 0 0,0 1 0 0 0,0-1 0 0 0,0 0 1 0 0,0 1-1 0 0,0-1 0 0 0,-1 0 0 0 0,1 1 0 0 0,0-1 1 0 0,-1 1-1 0 0,1-1 0 0 0,-1 1 0 0 0,0 0 1 0 0,1-1-1 0 0,-1 4 0 0 0,1 4 97 0 0,0 1 1 0 0,-1-1-1 0 0,-2 19 0 0 0,2-26-104 0 0,-53 347 1924 0 0,18-141-1211 0 0,-58 519 607 0 0,-4 25-786 0 0,8-321-255 0 0,63-341 326 0 0,-4-2 0 0 0,-70 144 0 0 0,87-207-356 0 0,-63 116 812 0 0,59-113-714 0 0,-1 0 1 0 0,-40 44 0 0 0,54-67-306 0 0,-1 0 1 0 0,0-1 0 0 0,0 0 0 0 0,-1 0 0 0 0,1 0 0 0 0,-1 0 0 0 0,0-1 0 0 0,0 0 0 0 0,0 0 0 0 0,0 0 0 0 0,0-1 0 0 0,-1 0 0 0 0,-9 2 0 0 0,4-3-64 0 0,0 0-1 0 0,0-1 1 0 0,1 0 0 0 0,-1-1-1 0 0,0 0 1 0 0,-21-6 0 0 0,-24-7-2726 0 0,-66-27 0 0 0,7-5-9486 0 0,88 34 4289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6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35 1740 0 0,'21'-35'16850'0'0,"-27"50"-16575"0"0,-1 0 1 0 0,-1-1 0 0 0,-1 0-1 0 0,-12 17 1 0 0,-9 14-100 0 0,22-33-394 0 0,-64 114-2597 0 0,58-98-1867 0 0,-11 33 0 0 0,20-46-661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0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34 113 536 0 0,'40'-43'7755'0'0,"-24"24"-1024"0"0,30-26 0 0 0,-44 44-6150 0 0,0-1 209 0 0,4-1-109 0 0,-2 12-538 0 0,-4 12 66 0 0,0 1 0 0 0,-1 0 0 0 0,-1-1 0 0 0,-8 33 0 0 0,2-9-2 0 0,-55 327 440 0 0,39-249-3432 0 0,-2 1-4167 0 0,20-93 1563 0 0,-4-3-2928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7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99 2940 0 0,'8'-68'11005'0'0,"-6"38"-4206"0"0,-4 37-5814 0 0,-28 163 738 0 0,-56 176 1 0 0,46-184-4566 0 0,29-108-1323 0 0,0 0-4305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7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1 272 2412 0 0,'0'-16'1438'0'0,"0"-1"0"0"0,2 1 0 0 0,-1-1 0 0 0,2 1 0 0 0,0 0 0 0 0,11-30 0 0 0,-11 38-1221 0 0,1 1 0 0 0,0-1 0 0 0,0 1 0 0 0,1 0 0 0 0,0 0 0 0 0,0 1 0 0 0,0 0 0 0 0,1 0-1 0 0,0 0 1 0 0,0 0 0 0 0,0 1 0 0 0,1 0 0 0 0,0 1 0 0 0,0-1 0 0 0,13-5 0 0 0,-9 5-113 0 0,1 1 1 0 0,0 0 0 0 0,1 1-1 0 0,-1 0 1 0 0,0 1 0 0 0,1 0-1 0 0,0 1 1 0 0,-1 1 0 0 0,1 0-1 0 0,0 0 1 0 0,-1 1-1 0 0,1 1 1 0 0,19 5 0 0 0,-26-6-45 0 0,0 1 0 0 0,-1 0 1 0 0,1 0-1 0 0,-1 0 0 0 0,0 1 1 0 0,1 0-1 0 0,-1 0 0 0 0,0 0 1 0 0,-1 0-1 0 0,1 1 0 0 0,-1 0 1 0 0,1 0-1 0 0,-1 0 0 0 0,0 1 1 0 0,-1-1-1 0 0,1 1 0 0 0,-1 0 1 0 0,0 0-1 0 0,0 0 0 0 0,0 0 1 0 0,-1 1-1 0 0,0-1 0 0 0,0 1 0 0 0,0-1 1 0 0,-1 1-1 0 0,1 0 0 0 0,-1 0 1 0 0,-1 0-1 0 0,1-1 0 0 0,-2 12 1 0 0,0-5 0 0 0,-1-1 0 0 0,0 0 0 0 0,-1 0 1 0 0,0 0-1 0 0,-1 0 0 0 0,0 0 0 0 0,0 0 0 0 0,-1-1 1 0 0,-1 0-1 0 0,0 0 0 0 0,0-1 0 0 0,-1 1 1 0 0,-9 8-1 0 0,-6 6 214 0 0,-1-1 1 0 0,-2-1-1 0 0,-34 25 1 0 0,49-39-43 0 0,7-6-154 0 0,0 1 0 0 0,0-1 0 0 0,0 1 0 0 0,0-1-1 0 0,0 0 1 0 0,-1 0 0 0 0,1-1 0 0 0,-1 1 0 0 0,1-1 0 0 0,-1 1 0 0 0,0-1 0 0 0,-3 1-1 0 0,8-6-69 0 0,-1 4-9 0 0,0 0 0 0 0,0-1 0 0 0,0 1 0 0 0,0 0 0 0 0,0-1-1 0 0,0 1 1 0 0,0-1 0 0 0,1 1 0 0 0,-1 0 0 0 0,0-1 0 0 0,0 1 0 0 0,0 0-1 0 0,0-1 1 0 0,0 1 0 0 0,1 0 0 0 0,-1-1 0 0 0,0 1 0 0 0,0 0 0 0 0,1 0-1 0 0,-1-1 1 0 0,0 1 0 0 0,0 0 0 0 0,1 0 0 0 0,-1-1 0 0 0,7-2-4 0 0,0 1 0 0 0,-1-1 1 0 0,1 1-1 0 0,0 0 0 0 0,0 1 0 0 0,0 0 1 0 0,0 0-1 0 0,0 0 0 0 0,0 1 0 0 0,0 0 1 0 0,0 1-1 0 0,13 1 0 0 0,-10 1-13 0 0,1-1 0 0 0,-1 1 0 0 0,0 1 0 0 0,0 0 0 0 0,-1 0 0 0 0,1 1 0 0 0,-1 1 0 0 0,12 8 0 0 0,-12-7 62 0 0,-1 0-1 0 0,1 0 1 0 0,-1 1-1 0 0,-1 1 1 0 0,0-1-1 0 0,0 1 1 0 0,11 19-1 0 0,-14-21 79 0 0,-1 0 1 0 0,0 0-1 0 0,0 0 0 0 0,-1 1 0 0 0,0-1 0 0 0,0 1 1 0 0,0 0-1 0 0,-1-1 0 0 0,-1 1 0 0 0,1 0 0 0 0,-2 13 1 0 0,0-12 47 0 0,-1-1 0 0 0,0 0 0 0 0,-1 0 0 0 0,0 0 0 0 0,0 0 0 0 0,-1 0 0 0 0,0 0 0 0 0,0-1 0 0 0,-1 0 0 0 0,0 0 0 0 0,0 0 0 0 0,-1-1 0 0 0,1 1 0 0 0,-1-1 0 0 0,-1 0 0 0 0,-12 8 0 0 0,9-7-27 0 0,0 0 1 0 0,-1-1-1 0 0,1 0 1 0 0,-1 0 0 0 0,-1-1-1 0 0,1-1 1 0 0,-1 0-1 0 0,0-1 1 0 0,0 0-1 0 0,0-1 1 0 0,-14 1-1 0 0,-4-1-51 0 0,-1-2-1 0 0,-42-5 1 0 0,21-8-2700 0 0,51 13 2466 0 0,1 0 0 0 0,-1 0 0 0 0,0 0 0 0 0,1 0-1 0 0,-1-1 1 0 0,1 1 0 0 0,-1 0 0 0 0,1-1-1 0 0,-1 1 1 0 0,1 0 0 0 0,-1-1 0 0 0,1 1 0 0 0,-1-1-1 0 0,1 1 1 0 0,-1 0 0 0 0,1-1 0 0 0,0 1-1 0 0,-1-1 1 0 0,1 1 0 0 0,0-1 0 0 0,-1 0 0 0 0,1 1-1 0 0,0-1 1 0 0,0 1 0 0 0,0-1 0 0 0,-1 0-1 0 0,1 1 1 0 0,0-1 0 0 0,0 1 0 0 0,0-1 0 0 0,0 0-1 0 0,0 1 1 0 0,0-1 0 0 0,0 1 0 0 0,0-1-1 0 0,0 0 1 0 0,1 1 0 0 0,-1-1 0 0 0,0 1 0 0 0,0-1-1 0 0,0 0 1 0 0,1 1 0 0 0,-1-1 0 0 0,0 1 0 0 0,1-1-1 0 0,-1 1 1 0 0,0-1 0 0 0,1 1 0 0 0,-1-1-1 0 0,1 1 1 0 0,0-1 0 0 0,21-21-5206 0 0,-6 9 761 0 0,2-3-2186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8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1116 0 0,'8'-29'17053'0'0,"-8"21"-14922"0"0,3-14 2169 0 0,0 21-4225 0 0,-1-1 0 0 0,0 1-1 0 0,1 0 1 0 0,-1 0 0 0 0,1 0-1 0 0,-1 0 1 0 0,1 0 0 0 0,0 0-1 0 0,3 0 1 0 0,-4 1-59 0 0,28-9-205 0 0,1 1-1 0 0,43-4 1 0 0,16 3-3730 0 0,-66 7 1392 0 0,7 2-6332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8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 1576 0 0,'-96'75'19275'0'0,"96"-75"-19254"0"0,0 1 0 0 0,0-1 0 0 0,0 0 0 0 0,0 1 0 0 0,0-1 0 0 0,0 0 0 0 0,0 1 0 0 0,0-1 0 0 0,0 1 0 0 0,0-1 0 0 0,0 0 0 0 0,1 1 0 0 0,-1-1 0 0 0,0 0 0 0 0,0 1 0 0 0,0-1 0 0 0,0 0 0 0 0,1 1 0 0 0,-1-1 0 0 0,0 0 0 0 0,0 0 0 0 0,0 1 0 0 0,1-1 0 0 0,-1 0 0 0 0,0 0 0 0 0,1 1 0 0 0,-1-1 0 0 0,0 0 0 0 0,1 0 0 0 0,-1 1 0 0 0,39 2-475 0 0,0-2 0 0 0,0-1 0 0 0,66-9 0 0 0,-43 3-1160 0 0,142-18-7811 0 0,-133 12 3182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39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1046 193 1580 0 0,'3'-16'3024'0'0,"-1"0"0"0"0,0 0 1 0 0,-2-1-1 0 0,-1-30 0 0 0,-8-22 1515 0 0,9 69-4526 0 0,-1-1-1 0 0,1 0 1 0 0,0 1-1 0 0,0-1 1 0 0,-1 1-1 0 0,1-1 1 0 0,0 0-1 0 0,-1 1 1 0 0,1-1 0 0 0,-1 1-1 0 0,1-1 1 0 0,-1 1-1 0 0,1-1 1 0 0,-1 1-1 0 0,1 0 1 0 0,-1-1-1 0 0,1 1 1 0 0,-1-1 0 0 0,1 1-1 0 0,-1 0 1 0 0,0 0-1 0 0,1-1 1 0 0,-1 1-1 0 0,1 0 1 0 0,-1 0 0 0 0,0 0-1 0 0,0 0 1 0 0,-17-1-4 0 0,16 1 19 0 0,-4 1-27 0 0,0 1 1 0 0,0 0-1 0 0,0-1 1 0 0,1 2 0 0 0,-1-1-1 0 0,1 1 1 0 0,-1 0-1 0 0,1 0 1 0 0,0 0-1 0 0,-6 6 1 0 0,4-4-4 0 0,-10 7-11 0 0,1 1 0 0 0,0 1 0 0 0,1 1 0 0 0,1 0-1 0 0,0 1 1 0 0,1 1 0 0 0,1 0 0 0 0,0 0 0 0 0,1 1 0 0 0,-12 30 0 0 0,9-14-8 0 0,1 1 1 0 0,3 0-1 0 0,0 0 0 0 0,3 1 1 0 0,-5 45-1 0 0,-4 85 290 0 0,-32 228 1391 0 0,-172 631 1763 0 0,195-916-2981 0 0,-118 541 1778 0 0,-52 70 888 0 0,175-658-2987 0 0,-16 53 27 0 0,33-101-148 0 0,6-1 0 0 0,8-3 0 0 0,0-7 0 0 0,0 0 0 0 0,0-1 0 0 0,0 0 0 0 0,0-1 0 0 0,1 0 0 0 0,-1-1 0 0 0,0 0 0 0 0,1-1 0 0 0,11-2-1 0 0,15 0-12 0 0,223-18-2709 0 0,-201 12 1017 0 0,0-2 0 0 0,75-25 1 0 0,-124 32 1049 0 0,0 0 0 0 0,-1 0 0 0 0,0-1 0 0 0,14-9 0 0 0,-5-1-3130 0 0,-3-3-3800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0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89 2452 0 0,'1'-16'8214'0'0,"-1"15"-7807"0"0,5-25 5268 0 0,-4 23-5568 0 0,0 1-1 0 0,0 0 1 0 0,0 1-1 0 0,0-1 1 0 0,1 0-1 0 0,-1 0 1 0 0,0 0-1 0 0,1 1 1 0 0,-1-1 0 0 0,1 0-1 0 0,-1 1 1 0 0,1 0-1 0 0,0-1 1 0 0,0 1-1 0 0,0 0 1 0 0,0 0-1 0 0,0 0 1 0 0,0 0 0 0 0,3-1-1 0 0,3-1-81 0 0,1 0-1 0 0,0 1 1 0 0,0 0 0 0 0,0 1-1 0 0,0-1 1 0 0,0 2-1 0 0,1-1 1 0 0,-1 2 0 0 0,0-1-1 0 0,0 1 1 0 0,0 0 0 0 0,0 1-1 0 0,0 0 1 0 0,0 0 0 0 0,0 1-1 0 0,0 0 1 0 0,9 6-1 0 0,-15-7-13 0 0,0-1 0 0 0,0 1 0 0 0,-1 0 0 0 0,1 0 0 0 0,-1 0 0 0 0,1 0 0 0 0,-1 0 0 0 0,0 1 0 0 0,0-1 0 0 0,0 1 0 0 0,0 0-1 0 0,0-1 1 0 0,-1 1 0 0 0,1 0 0 0 0,-1 0 0 0 0,2 5 0 0 0,-2-3 25 0 0,0 0 0 0 0,0 1 0 0 0,0-1-1 0 0,-1 0 1 0 0,0 1 0 0 0,0-1 0 0 0,-1 1 0 0 0,1-1-1 0 0,-2 6 1 0 0,-3 7 77 0 0,-1 0-1 0 0,0 0 1 0 0,-1-1-1 0 0,-15 26 1 0 0,-13 18 620 0 0,-3-2 1 0 0,-67 78 0 0 0,98-127-592 0 0,-1-1 0 0 0,1 1 1 0 0,-10 20-1 0 0,17-29-135 0 0,1-1 1 0 0,-1 1 0 0 0,0-1-1 0 0,0 1 1 0 0,1-1-1 0 0,-1 1 1 0 0,0-1-1 0 0,1 0 1 0 0,-1 1 0 0 0,0-1-1 0 0,1 1 1 0 0,-1-1-1 0 0,1 0 1 0 0,-1 1 0 0 0,1-1-1 0 0,-1 0 1 0 0,1 0-1 0 0,-1 0 1 0 0,1 1-1 0 0,-1-1 1 0 0,1 0 0 0 0,-1 0-1 0 0,1 0 1 0 0,-1 0-1 0 0,1 0 1 0 0,0 0-1 0 0,15 4 71 0 0,-16-4-78 0 0,38 4 62 0 0,0-2-1 0 0,0-1 1 0 0,51-6 0 0 0,-10 1 3 0 0,172-6 1472 0 0,-249 10-1738 0 0,1 0-385 0 0,1 0 0 0 0,-1 0 0 0 0,1-1 0 0 0,-1 1 0 0 0,0-1 0 0 0,5-1 0 0 0,-6 2 65 0 0,40-13-10422 0 0,-23 6 3784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0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29 122 1940 0 0,'-15'-16'10305'0'0,"14"15"-9911"0"0,0-1 0 0 0,0 0 0 0 0,0 0 0 0 0,0 0 0 0 0,1 0 0 0 0,-1 0 0 0 0,0 0 0 0 0,1 0 0 0 0,0 0 0 0 0,-1 0 0 0 0,1 0 1 0 0,0-1-1 0 0,0 1 0 0 0,0 0 0 0 0,1 0 0 0 0,-1 0 0 0 0,0 0 0 0 0,1 0 0 0 0,0-2 0 0 0,1 1-302 0 0,0 0 1 0 0,0 0 0 0 0,0 0-1 0 0,0 1 1 0 0,0-1 0 0 0,1 1 0 0 0,0 0-1 0 0,-1 0 1 0 0,1 0 0 0 0,0 0-1 0 0,5-3 1 0 0,2 0-39 0 0,0 0 1 0 0,0 1-1 0 0,1 0 0 0 0,0 1 1 0 0,0 0-1 0 0,0 0 0 0 0,0 1 1 0 0,0 1-1 0 0,0 0 0 0 0,1 0 1 0 0,17 2-1 0 0,-21 0-54 0 0,0-1 0 0 0,0 1 0 0 0,0 1 0 0 0,-1 0 0 0 0,1 0 0 0 0,0 0 0 0 0,-1 1 0 0 0,0 0 0 0 0,1 0 0 0 0,-1 1 0 0 0,0 0 0 0 0,-1 1 0 0 0,1-1 0 0 0,-1 1 0 0 0,0 0 0 0 0,0 1 0 0 0,6 7 0 0 0,-10-11 7 0 0,0 1 1 0 0,0 0-1 0 0,-1 0 0 0 0,1 0 0 0 0,-1 0 1 0 0,0 0-1 0 0,1 0 0 0 0,-2 0 0 0 0,1 1 1 0 0,0-1-1 0 0,-1 0 0 0 0,1 1 0 0 0,-1-1 1 0 0,0 0-1 0 0,0 5 0 0 0,-1-2-1 0 0,0 0 0 0 0,-1-1 0 0 0,1 1 0 0 0,-1 0 0 0 0,0-1 0 0 0,-1 1 0 0 0,-5 10 0 0 0,-2-2 75 0 0,-1 1-1 0 0,0-1 1 0 0,0-1 0 0 0,-24 21 0 0 0,-109 76 1688 0 0,67-55-894 0 0,60-40-721 0 0,16-15-147 0 0,1 1 0 0 0,-1-1 1 0 0,1 1-1 0 0,0-1 0 0 0,-1 1 0 0 0,1-1 0 0 0,0 1 1 0 0,0-1-1 0 0,-1 1 0 0 0,1-1 0 0 0,0 1 0 0 0,0-1 1 0 0,0 1-1 0 0,-1-1 0 0 0,1 1 0 0 0,0-1 0 0 0,0 1 1 0 0,0-1-1 0 0,0 1 0 0 0,0 0 0 0 0,0-1 0 0 0,0 1 0 0 0,0-1 1 0 0,0 1-1 0 0,1-1 0 0 0,-1 1 0 0 0,0-1 0 0 0,0 1 1 0 0,0-1-1 0 0,1 2 0 0 0,0-2 4 0 0,0 1 1 0 0,0 0-1 0 0,0-1 0 0 0,-1 1 1 0 0,1-1-1 0 0,0 0 0 0 0,0 1 0 0 0,0-1 1 0 0,0 0-1 0 0,0 1 0 0 0,1-1 1 0 0,-1 0-1 0 0,0 0 0 0 0,0 0 1 0 0,0 0-1 0 0,1 0 0 0 0,1 0 22 0 0,26 3-99 0 0,1-1 0 0 0,-1-2 1 0 0,0-1-1 0 0,38-6 0 0 0,-42 4-291 0 0,194-31-4895 0 0,-77-2-4842 0 0,-98 24 2826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152 150 2428 0 0,'-12'-13'3053'0'0,"6"7"-1663"0"0,0 0 0 0 0,1 0 0 0 0,0-1 0 0 0,0 0 0 0 0,0 1-1 0 0,1-1 1 0 0,0-1 0 0 0,-5-13 0 0 0,9 20-1337 0 0,-1 0 0 0 0,1-1 0 0 0,0 1 0 0 0,0 0 0 0 0,0 0 0 0 0,0-1-1 0 0,1 1 1 0 0,-1 0 0 0 0,0 0 0 0 0,1-1 0 0 0,-1 1 0 0 0,0 0 0 0 0,1 0-1 0 0,-1 0 1 0 0,1 0 0 0 0,0-1 0 0 0,-1 1 0 0 0,1 0 0 0 0,0 0 0 0 0,0 0-1 0 0,1-1 1 0 0,21-14 350 0 0,-13 12-367 0 0,0 0 0 0 0,0 1 0 0 0,0 1 1 0 0,1 0-1 0 0,-1 0 0 0 0,1 1 0 0 0,-1 0 1 0 0,1 1-1 0 0,-1 0 0 0 0,1 0 0 0 0,0 2 1 0 0,12 2-1 0 0,-17-3-33 0 0,0 0-1 0 0,0 1 1 0 0,0 0 0 0 0,0 0 0 0 0,-1 0-1 0 0,1 0 1 0 0,-1 1 0 0 0,0 0-1 0 0,0 1 1 0 0,0-1 0 0 0,0 1 0 0 0,0 0-1 0 0,-1 0 1 0 0,0 0 0 0 0,1 1 0 0 0,-2-1-1 0 0,1 1 1 0 0,0 0 0 0 0,-1 0 0 0 0,0 0-1 0 0,0 1 1 0 0,3 10 0 0 0,-5-11 8 0 0,0 0 0 0 0,-1 0 0 0 0,1 0 0 0 0,-1 1 0 0 0,-1-1 0 0 0,1 0 0 0 0,-1 0 0 0 0,0 0 0 0 0,0 0 0 0 0,0 0 0 0 0,-1 0 0 0 0,1-1 0 0 0,-1 1 0 0 0,-1 0 0 0 0,1-1 0 0 0,-1 1 0 0 0,1-1 0 0 0,-1 0 0 0 0,-4 5 0 0 0,-3 3 118 0 0,0 0-1 0 0,-1-1 0 0 0,-1 0 0 0 0,0-1 1 0 0,-13 10-1 0 0,13-12-6 0 0,-86 56 1821 0 0,98-63-1933 0 0,-1-1 0 0 0,1 0-1 0 0,0 0 1 0 0,-1 0 0 0 0,1 0 0 0 0,-1 1 0 0 0,1-1 0 0 0,0 0 0 0 0,-1 0-1 0 0,1 1 1 0 0,0-1 0 0 0,-1 0 0 0 0,1 1 0 0 0,0-1 0 0 0,-1 0 0 0 0,1 1-1 0 0,0-1 1 0 0,0 1 0 0 0,-1-1 0 0 0,1 0 0 0 0,0 1 0 0 0,0-1 0 0 0,0 1-1 0 0,0-1 1 0 0,0 1 0 0 0,-1-1 0 0 0,1 1 0 0 0,10 6 65 0 0,28 1-133 0 0,-30-7 86 0 0,9 2-59 0 0,-1 2 1 0 0,0 0-1 0 0,0 0 0 0 0,-1 1 1 0 0,1 1-1 0 0,22 15 0 0 0,-30-18 27 0 0,-1 2 1 0 0,1-1-1 0 0,-1 1 0 0 0,0 0 0 0 0,-1 0 0 0 0,0 1 1 0 0,0 0-1 0 0,0 0 0 0 0,-1 0 0 0 0,0 1 0 0 0,0-1 1 0 0,-1 1-1 0 0,7 17 0 0 0,-10-21 69 0 0,0 0-1 0 0,0 0 1 0 0,0 0 0 0 0,-1 0-1 0 0,1 0 1 0 0,-1 1 0 0 0,0-1-1 0 0,0 0 1 0 0,-1 0 0 0 0,1 0-1 0 0,-1 1 1 0 0,0-1 0 0 0,0 0-1 0 0,0 0 1 0 0,-4 7 0 0 0,2-5 67 0 0,-1-1 1 0 0,1 1-1 0 0,-1-1 1 0 0,-1 0-1 0 0,1 0 0 0 0,-1 0 1 0 0,1 0-1 0 0,-2-1 1 0 0,-6 5-1 0 0,1-1 35 0 0,-2-1-1 0 0,1 0 0 0 0,-1-1 0 0 0,1 0 1 0 0,-2-1-1 0 0,1-1 0 0 0,0 0 1 0 0,-28 4-1 0 0,23-7-348 0 0,0 0 0 0 0,0-1 0 0 0,0 0 0 0 0,0-2 1 0 0,-22-4-1 0 0,30 4-668 0 0,0-1 0 0 0,1 0 1 0 0,-1-1-1 0 0,-12-6 0 0 0,16 7-469 0 0,0-1 0 0 0,1 0-1 0 0,-1 0 1 0 0,1 0-1 0 0,0-1 1 0 0,0 0-1 0 0,-6-7 1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2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82 2832 0 0,'-22'-13'10267'0'0,"3"4"-4076"0"0,19 9-6117 0 0,-1 0 0 0 0,1 0 0 0 0,-1 0 0 0 0,1 0 0 0 0,0-1-1 0 0,-1 1 1 0 0,1 0 0 0 0,0 0 0 0 0,-1 0 0 0 0,1 0-1 0 0,0-1 1 0 0,-1 1 0 0 0,1 0 0 0 0,0 0 0 0 0,-1 0-1 0 0,1-1 1 0 0,0 1 0 0 0,0 0 0 0 0,-1-1 0 0 0,1 1 0 0 0,0 0-1 0 0,0 0 1 0 0,-1-1 0 0 0,1 1 0 0 0,0 0 0 0 0,0-1-1 0 0,0 0 1 0 0,8-3-38 0 0,0 1-1 0 0,1 0 0 0 0,0 0 0 0 0,0 1 1 0 0,0 0-1 0 0,0 1 0 0 0,0 0 1 0 0,15 0-1 0 0,0-1 12 0 0,375-27 678 0 0,-397 28-714 0 0,0 1 1 0 0,1-1-1 0 0,-1 1 0 0 0,0 0 0 0 0,1 0 0 0 0,-1 0 0 0 0,0 1 0 0 0,1-1 0 0 0,-1 0 0 0 0,0 1 0 0 0,0-1 0 0 0,1 1 0 0 0,-1 0 0 0 0,0 0 0 0 0,0 0 0 0 0,0 0 0 0 0,0 0 1 0 0,0 0-1 0 0,0 1 0 0 0,3 2 0 0 0,-3 0-10 0 0,1-1 0 0 0,-2 1 0 0 0,1 0 0 0 0,0 0 0 0 0,-1 0 0 0 0,0 0 0 0 0,1 0 0 0 0,-2 0 0 0 0,1 0 0 0 0,0 6 0 0 0,7 82 737 0 0,-5 1-1 0 0,-9 104 0 0 0,2-116-584 0 0,-80 916 781 0 0,43-604-296 0 0,-107 942 1335 0 0,133-1217-1827 0 0,-38 143 0 0 0,49-246-83 0 0,-1 0 0 0 0,0-1 0 0 0,-1 1 0 0 0,0-1 1 0 0,-12 17-1 0 0,15-25-84 0 0,-1-1 1 0 0,0 1-1 0 0,-1-1 1 0 0,1 0-1 0 0,-1-1 0 0 0,0 1 1 0 0,0-1-1 0 0,-1 0 1 0 0,1 0-1 0 0,-1 0 1 0 0,0-1-1 0 0,0 0 0 0 0,0 0 1 0 0,-11 3-1 0 0,-3-2-822 0 0,0 0-1 0 0,-1-1 1 0 0,1-1-1 0 0,0-1 1 0 0,-39-4 0 0 0,-104-21-7869 0 0,107 12 3565 0 0,-3-3-2493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4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231 250 512 0 0,'13'-11'1690'0'0,"7"-6"1379"0"0,20-23 0 0 0,-35 34-2451 0 0,-1 1-1 0 0,0 0 1 0 0,0-1 0 0 0,0 0-1 0 0,-1 0 1 0 0,1 0-1 0 0,-2 0 1 0 0,1-1-1 0 0,2-9 1 0 0,-4 15-556 0 0,-1-1 0 0 0,0 0-1 0 0,1 0 1 0 0,-1 1 0 0 0,0-1 0 0 0,0 0 0 0 0,0 0 0 0 0,0 0-1 0 0,-1 1 1 0 0,1-1 0 0 0,0 0 0 0 0,-1 0 0 0 0,1 1-1 0 0,-1-1 1 0 0,1 0 0 0 0,-1 1 0 0 0,0-1 0 0 0,0 0 0 0 0,0 1-1 0 0,0-1 1 0 0,0 1 0 0 0,0 0 0 0 0,0-1 0 0 0,-1 1-1 0 0,1 0 1 0 0,0 0 0 0 0,-1-1 0 0 0,1 1 0 0 0,-1 0 0 0 0,1 1-1 0 0,-1-1 1 0 0,1 0 0 0 0,-1 0 0 0 0,0 1 0 0 0,0-1-1 0 0,-2 0 1 0 0,-1 0-43 0 0,1 0-1 0 0,-1 0 1 0 0,0 0 0 0 0,1 1-1 0 0,-1 0 1 0 0,0 0-1 0 0,0 0 1 0 0,1 1 0 0 0,-1-1-1 0 0,0 1 1 0 0,1 0-1 0 0,-6 2 1 0 0,-5 4-15 0 0,1 0 0 0 0,0 2 0 0 0,0-1 0 0 0,0 2 0 0 0,1 0 1 0 0,1 0-1 0 0,0 1 0 0 0,-16 19 0 0 0,13-12 5 0 0,0 1 0 0 0,1 1 0 0 0,1 0 0 0 0,1 1 0 0 0,-10 25 0 0 0,19-38 0 0 0,0-1 1 0 0,0 1 0 0 0,1 0 0 0 0,0-1 0 0 0,1 1 0 0 0,0 0 0 0 0,0 0 0 0 0,0 0 0 0 0,1 0 0 0 0,2 14 0 0 0,-2-17-3 0 0,1-1 0 0 0,0 0 1 0 0,1 1-1 0 0,-1-1 1 0 0,1 0-1 0 0,0 0 1 0 0,0 0-1 0 0,0 0 1 0 0,0 0-1 0 0,1 0 0 0 0,0-1 1 0 0,0 1-1 0 0,0-1 1 0 0,0 0-1 0 0,0 0 1 0 0,1 0-1 0 0,-1 0 1 0 0,1 0-1 0 0,0-1 1 0 0,4 3-1 0 0,-1-2-10 0 0,0 0 0 0 0,0 0 0 0 0,0-1 0 0 0,0 0 0 0 0,1 0 0 0 0,-1 0 0 0 0,1-1 0 0 0,-1 0 0 0 0,1-1 0 0 0,-1 0 0 0 0,1 0 0 0 0,-1 0 0 0 0,1-1 0 0 0,-1 0 0 0 0,1-1 0 0 0,-1 0 0 0 0,1 0 0 0 0,-1 0 0 0 0,0-1 0 0 0,10-5 0 0 0,-8 3-11 0 0,1-1 1 0 0,-1 0 0 0 0,0-1-1 0 0,-1 0 1 0 0,1 0 0 0 0,-2-1-1 0 0,1 0 1 0 0,-1 0 0 0 0,0-1-1 0 0,0 0 1 0 0,-1 0 0 0 0,0 0-1 0 0,5-15 1 0 0,2-9 199 0 0,-2-2 0 0 0,-1 1 1 0 0,-2-1-1 0 0,-2-1 0 0 0,3-40 0 0 0,-8 60-175 0 0,-3 22-46 0 0,-6 30-27 0 0,6-28 85 0 0,-5 29 50 0 0,-4 54 0 0 0,10-77-145 0 0,0 0 0 0 0,2 0 0 0 0,0-1 0 0 0,0 1 0 0 0,1 0 0 0 0,1-1 1 0 0,6 18-1 0 0,-9-29-32 0 0,1 0 0 0 0,0 0 1 0 0,0 0-1 0 0,-1 0 0 0 0,2 0 0 0 0,-1 0 1 0 0,0 0-1 0 0,0 0 0 0 0,0-1 1 0 0,1 1-1 0 0,-1 0 0 0 0,1-1 0 0 0,-1 1 1 0 0,1-1-1 0 0,0 1 0 0 0,0-1 1 0 0,0 0-1 0 0,-1 0 0 0 0,1 0 1 0 0,0 0-1 0 0,0 0 0 0 0,1 0 0 0 0,-1-1 1 0 0,0 1-1 0 0,0-1 0 0 0,0 1 1 0 0,0-1-1 0 0,0 0 0 0 0,1 0 0 0 0,-1 0 1 0 0,0 0-1 0 0,0 0 0 0 0,3-1 1 0 0,0 0-36 0 0,0-1 1 0 0,0 1 0 0 0,0-1-1 0 0,-1 0 1 0 0,1-1 0 0 0,0 1-1 0 0,-1-1 1 0 0,0 0 0 0 0,0 0-1 0 0,0 0 1 0 0,0-1 0 0 0,0 1-1 0 0,4-6 1 0 0,6-12 100 0 0,-1 1 0 0 0,-1-2-1 0 0,0 0 1 0 0,-2 0 0 0 0,11-33 0 0 0,-12 30 340 0 0,0 1 1 0 0,2 0-1 0 0,1 1 1 0 0,20-30 0 0 0,-31 52-300 0 0,0 0 0 0 0,0 1 1 0 0,0-1-1 0 0,0 0 1 0 0,0 1-1 0 0,0-1 1 0 0,0 1-1 0 0,0-1 1 0 0,0 1-1 0 0,0-1 1 0 0,0 1-1 0 0,1 0 0 0 0,-1 0 1 0 0,0-1-1 0 0,0 1 1 0 0,0 0-1 0 0,1 0 1 0 0,-1 0-1 0 0,0 0 1 0 0,0 1-1 0 0,0-1 1 0 0,0 0-1 0 0,1 0 0 0 0,-1 1 1 0 0,0-1-1 0 0,0 1 1 0 0,0-1-1 0 0,2 2 1 0 0,2 0 65 0 0,0 1 0 0 0,0-1-1 0 0,0 1 1 0 0,7 6 0 0 0,-6-3 21 0 0,-1 0 0 0 0,0 0 0 0 0,0 0 0 0 0,0 1 1 0 0,-1 0-1 0 0,0 0 0 0 0,0 0 0 0 0,-1 0 0 0 0,0 0 0 0 0,0 1 0 0 0,3 11 0 0 0,-5-12 37 0 0,1-1 0 0 0,-1 0 0 0 0,0 1 0 0 0,0 0 0 0 0,-1-1 0 0 0,0 1 0 0 0,0-1 0 0 0,-1 1 0 0 0,1-1 0 0 0,-1 1 0 0 0,-1-1 0 0 0,1 1 0 0 0,-1-1 1 0 0,-4 9-1 0 0,5-13-101 0 0,1-1 0 0 0,-1 1 1 0 0,0-1-1 0 0,0 1 1 0 0,0 0-1 0 0,0-1 0 0 0,0 0 1 0 0,-1 1-1 0 0,1-1 0 0 0,0 0 1 0 0,-1 0-1 0 0,1 1 1 0 0,-1-1-1 0 0,1 0 0 0 0,-1 0 1 0 0,1-1-1 0 0,-1 1 1 0 0,0 0-1 0 0,1 0 0 0 0,-1-1 1 0 0,0 1-1 0 0,0-1 1 0 0,0 0-1 0 0,1 1 0 0 0,-1-1 1 0 0,0 0-1 0 0,0 0 1 0 0,0 0-1 0 0,0 0 0 0 0,1-1 1 0 0,-1 1-1 0 0,0 0 1 0 0,0-1-1 0 0,1 1 0 0 0,-1-1 1 0 0,0 0-1 0 0,0 1 1 0 0,-2-3-1 0 0,1 1-24 0 0,1 0 0 0 0,-1 1 1 0 0,1-1-1 0 0,0-1 0 0 0,0 1 1 0 0,0 0-1 0 0,0 0 0 0 0,0-1 0 0 0,0 1 1 0 0,0-1-1 0 0,1 0 0 0 0,0 0 1 0 0,-1 1-1 0 0,1-1 0 0 0,0 0 0 0 0,0 0 1 0 0,0 0-1 0 0,1 0 0 0 0,-1 0 1 0 0,1 0-1 0 0,0 0 0 0 0,0 0 0 0 0,0-5 1 0 0,2-3-18 0 0,1 0 1 0 0,0 1 0 0 0,0-1-1 0 0,1 1 1 0 0,1 0 0 0 0,0-1-1 0 0,0 2 1 0 0,1-1 0 0 0,0 1 0 0 0,0 0-1 0 0,1 0 1 0 0,1 1 0 0 0,-1 0-1 0 0,16-12 1 0 0,-8 7-27 0 0,0 1-1 0 0,2 1 1 0 0,-1 0 0 0 0,1 1-1 0 0,1 1 1 0 0,0 1 0 0 0,28-10-1 0 0,-40 16 31 0 0,0 1-1 0 0,0-1 0 0 0,1 1 1 0 0,-1 1-1 0 0,0-1 1 0 0,1 1-1 0 0,-1 0 0 0 0,1 0 1 0 0,-1 1-1 0 0,12 2 1 0 0,-15-2 46 0 0,0 0 0 0 0,0 0 0 0 0,0 1 0 0 0,0-1 0 0 0,0 1 0 0 0,0-1 0 0 0,-1 1 0 0 0,1 0 0 0 0,0 0 0 0 0,-1 0 0 0 0,0 1 0 0 0,1-1 0 0 0,-1 0 0 0 0,0 1 0 0 0,0-1 0 0 0,-1 1 0 0 0,1 0 0 0 0,0 0 0 0 0,-1 0 1 0 0,0 0-1 0 0,1 0 0 0 0,-1 0 0 0 0,0 4 0 0 0,2 12 99 0 0,0 0 0 0 0,-2 0 0 0 0,-1 1 1 0 0,0-1-1 0 0,-1 1 0 0 0,-1-1 0 0 0,-8 33 0 0 0,4-22-1053 0 0,-2 61-1 0 0,8-89 771 0 0,0 0 0 0 0,0-1-1 0 0,0 1 1 0 0,0-1-1 0 0,0 1 1 0 0,1-1 0 0 0,-1 1-1 0 0,0 0 1 0 0,1-1 0 0 0,0 0-1 0 0,-1 1 1 0 0,1-1-1 0 0,0 1 1 0 0,0-1 0 0 0,-1 0-1 0 0,1 1 1 0 0,0-1 0 0 0,0 0-1 0 0,1 0 1 0 0,-1 0-1 0 0,0 0 1 0 0,0 0 0 0 0,0 0-1 0 0,1 0 1 0 0,-1 0 0 0 0,1 0-1 0 0,-1-1 1 0 0,0 1 0 0 0,1-1-1 0 0,-1 1 1 0 0,1-1-1 0 0,2 1 1 0 0,2 0-653 0 0,0 0 1 0 0,0-1-1 0 0,0 0 0 0 0,0 0 0 0 0,0-1 1 0 0,-1 0-1 0 0,11-2 0 0 0,11-4-2965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4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328 875 828 0 0,'12'-14'1987'0'0,"-1"-1"0"0"0,0 0 1 0 0,-1-1-1 0 0,11-22 0 0 0,-18 30-1247 0 0,0-1 0 0 0,0 1 0 0 0,0-1 0 0 0,-1 0 0 0 0,0 0 0 0 0,-1 0 0 0 0,0 0 0 0 0,0 0 0 0 0,-1 0 0 0 0,-2-18 0 0 0,2 25-695 0 0,0 0 0 0 0,0 0-1 0 0,0 0 1 0 0,-1 1-1 0 0,1-1 1 0 0,0 0-1 0 0,-1 0 1 0 0,0 0-1 0 0,1 0 1 0 0,-1 1 0 0 0,0-1-1 0 0,0 0 1 0 0,0 1-1 0 0,0-1 1 0 0,0 0-1 0 0,0 1 1 0 0,0-1 0 0 0,-1 1-1 0 0,1 0 1 0 0,0-1-1 0 0,-1 1 1 0 0,1 0-1 0 0,-1 0 1 0 0,0 0-1 0 0,1 0 1 0 0,-1 0 0 0 0,0 0-1 0 0,0 1 1 0 0,1-1-1 0 0,-1 0 1 0 0,0 1-1 0 0,0 0 1 0 0,0-1-1 0 0,0 1 1 0 0,0 0 0 0 0,0 0-1 0 0,1 0 1 0 0,-1 0-1 0 0,0 0 1 0 0,0 0-1 0 0,0 1 1 0 0,0-1 0 0 0,-3 2-1 0 0,-4 1-22 0 0,-1 0 0 0 0,1 1 0 0 0,0 0 0 0 0,0 1 0 0 0,0 0 0 0 0,1 1 0 0 0,-9 6 0 0 0,-16 14 3 0 0,1 2 0 0 0,2 1 1 0 0,-30 37-1 0 0,44-47-14 0 0,1 2-1 0 0,1 0 1 0 0,1 0 0 0 0,0 1-1 0 0,2 1 1 0 0,-13 36 0 0 0,22-53-5 0 0,0 0 0 0 0,1 0 0 0 0,-1 0 0 0 0,2 0 0 0 0,-1 0 1 0 0,1 0-1 0 0,-1 0 0 0 0,2 1 0 0 0,-1-1 0 0 0,1 0 0 0 0,2 11 1 0 0,-2-14-6 0 0,0 0 0 0 0,1 0 0 0 0,-1 0 0 0 0,1 0 1 0 0,-1 0-1 0 0,1 0 0 0 0,0-1 0 0 0,0 1 1 0 0,0 0-1 0 0,1-1 0 0 0,-1 0 0 0 0,1 0 0 0 0,-1 0 1 0 0,1 0-1 0 0,0 0 0 0 0,-1 0 0 0 0,1 0 1 0 0,0-1-1 0 0,0 0 0 0 0,0 1 0 0 0,0-1 1 0 0,1 0-1 0 0,3 0 0 0 0,2 0-100 0 0,-1 0-1 0 0,0 0 1 0 0,1-1-1 0 0,-1 0 1 0 0,0-1 0 0 0,0 0-1 0 0,1 0 1 0 0,-1-1 0 0 0,0 0-1 0 0,0-1 1 0 0,0 1-1 0 0,-1-1 1 0 0,1-1 0 0 0,-1 0-1 0 0,1 0 1 0 0,12-9 0 0 0,-2-1-200 0 0,0-1 0 0 0,0-1 0 0 0,-1-1 0 0 0,25-33 0 0 0,-17 16-61 0 0,-1-1-1 0 0,-2-1 1 0 0,31-73-1 0 0,32-123-286 0 0,-59 146 1224 0 0,-3-2 1 0 0,-5 0-1 0 0,9-102 1 0 0,-20 108 422 0 0,-7 79-1007 0 0,-1 5-12 0 0,-6 16 112 0 0,0 0 0 0 0,1 0-1 0 0,1 1 1 0 0,0-1 0 0 0,2 1 0 0 0,-2 25-1 0 0,-2 7 113 0 0,-53 348 813 0 0,24-152-656 0 0,31-219-514 0 0,-7 72-1145 0 0,11-90 532 0 0,1-1 0 0 0,1 1 0 0 0,-1-1 0 0 0,1 1 0 0 0,1-1 0 0 0,0 0 1 0 0,0 1-1 0 0,5 9 0 0 0,2-3-3599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4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377 205 2820 0 0,'7'-22'2525'0'0,"0"0"0"0"0,-2 0 0 0 0,0 0-1 0 0,-2-1 1 0 0,0 1 0 0 0,-1-26 0 0 0,-1 47-2481 0 0,-1 0 0 0 0,0 0 1 0 0,0 1-1 0 0,0-1 0 0 0,0 0 0 0 0,0 0 0 0 0,-1 0 1 0 0,1 0-1 0 0,0 0 0 0 0,0 0 0 0 0,0 1 1 0 0,-1-1-1 0 0,1 0 0 0 0,0 0 0 0 0,-1 0 1 0 0,1 1-1 0 0,-1-1 0 0 0,1 0 0 0 0,-1 0 0 0 0,1 1 1 0 0,-1-1-1 0 0,0 0 0 0 0,1 1 0 0 0,-1-1 1 0 0,0 1-1 0 0,1-1 0 0 0,-1 1 0 0 0,-1-1 0 0 0,0 0-7 0 0,1 1 0 0 0,-1 0-1 0 0,0 0 1 0 0,0 0-1 0 0,1 0 1 0 0,-1 0-1 0 0,0 0 1 0 0,1 1-1 0 0,-1-1 1 0 0,0 0-1 0 0,1 1 1 0 0,-1 0 0 0 0,-2 0-1 0 0,-5 4 65 0 0,0-1 1 0 0,1 1-1 0 0,-15 11 0 0 0,-11 13 111 0 0,2 1 0 0 0,1 1 0 0 0,1 1 0 0 0,2 2 1 0 0,1 1-1 0 0,1 2 0 0 0,3 0 0 0 0,-35 74 0 0 0,51-95-173 0 0,1 1 1 0 0,1 0 0 0 0,0 0-1 0 0,1 0 1 0 0,1 0 0 0 0,1 1-1 0 0,1-1 1 0 0,1 35 0 0 0,1-43-14 0 0,0 0 1 0 0,0 0 0 0 0,1-1 0 0 0,1 1-1 0 0,0-1 1 0 0,0 1 0 0 0,0-1 0 0 0,8 12-1 0 0,-8-14 0 0 0,1-1-1 0 0,0 0 0 0 0,0 0 1 0 0,1 0-1 0 0,0 0 0 0 0,0-1 1 0 0,0 0-1 0 0,0 0 0 0 0,0 0 0 0 0,1-1 1 0 0,-1 0-1 0 0,12 5 0 0 0,-11-6-197 0 0,-1-1-1 0 0,1 1 1 0 0,0-1-1 0 0,0 0 1 0 0,0 0-1 0 0,0-1 1 0 0,-1 0-1 0 0,1 0 1 0 0,0 0-1 0 0,0-1 1 0 0,0 1-1 0 0,0-2 1 0 0,0 1-1 0 0,-1-1 1 0 0,11-4-1 0 0,4-3-2353 0 0,-1-1-1 0 0,0-1 0 0 0,17-13 1 0 0,-18 12-838 0 0,6-3-3530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5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46 102 152 0 0,'-17'-28'13082'0'0,"1"3"-3573"0"0,7 11-6071 0 0,9 14-3370 0 0,0 0 0 0 0,-1-1 0 0 0,1 1 0 0 0,0-1 0 0 0,-1 1 1 0 0,1-1-1 0 0,0 1 0 0 0,0-1 0 0 0,-1 1 0 0 0,1-1 0 0 0,0 1 0 0 0,0-1 0 0 0,0 1 0 0 0,0-1 1 0 0,0 0-1 0 0,0 1 0 0 0,0-1 0 0 0,0 1 0 0 0,0-1 0 0 0,0 1 0 0 0,0-1 0 0 0,0 1 0 0 0,0-1 1 0 0,0 0-1 0 0,1 1 0 0 0,-1-2 0 0 0,18-2-106 0 0,0-1-1 0 0,0 2 1 0 0,31-2 0 0 0,57 3-6960 0 0,-98 2 5922 0 0,-7 0 710 0 0,18 0-2774 0 0,-4 2-3261 0 0,2-1-1081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5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 3052 0 0,'-36'21'7224'0'0,"21"-13"-3554"0"0,1 0 0 0 0,-17 13 837 0 0,31-20-4474 0 0,0 0 0 0 0,0-1 0 0 0,0 1 0 0 0,1 0 0 0 0,-1-1 0 0 0,0 1-1 0 0,1 0 1 0 0,-1-1 0 0 0,0 1 0 0 0,1-1 0 0 0,-1 1 0 0 0,1-1 0 0 0,-1 1 0 0 0,1-1 0 0 0,-1 1 0 0 0,1-1 0 0 0,-1 0 0 0 0,1 1 0 0 0,0-1 0 0 0,-1 0 0 0 0,1 1 0 0 0,-1-1 0 0 0,1 0 0 0 0,0 0 0 0 0,-1 1 0 0 0,1-1 0 0 0,0 0 0 0 0,-1 0 0 0 0,1 0 0 0 0,0 0 0 0 0,0 0 0 0 0,-1 0 0 0 0,2 0 0 0 0,30-1 78 0 0,-23 0 45 0 0,25-1-1299 0 0,-1-2 1 0 0,46-11 0 0 0,-51 7-3843 0 0,38-14 0 0 0,-39 9-2725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6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922 227 288 0 0,'21'-40'4076'0'0,"-12"24"-1840"0"0,0-1 1 0 0,-1 0-1 0 0,-1 0 1 0 0,7-25-1 0 0,-14 40-2156 0 0,1 0 0 0 0,-1 0 1 0 0,0-1-1 0 0,0 1 0 0 0,0 0 0 0 0,-1 0 0 0 0,1 0 0 0 0,0 0 1 0 0,-1 0-1 0 0,1 0 0 0 0,-1 0 0 0 0,0 0 0 0 0,0 0 0 0 0,0 0 1 0 0,0 0-1 0 0,0 0 0 0 0,0 0 0 0 0,0 1 0 0 0,-1-1 1 0 0,1 0-1 0 0,-1 1 0 0 0,1-1 0 0 0,-1 1 0 0 0,1-1 0 0 0,-1 1 1 0 0,0 0-1 0 0,0 0 0 0 0,-2-1 0 0 0,-5-3-38 0 0,0 1 0 0 0,0 0 0 0 0,0 0 0 0 0,-12-2 0 0 0,21 6-36 0 0,-6-1 26 0 0,-2 0-44 0 0,1 1 0 0 0,-1 0 0 0 0,1 0-1 0 0,0 1 1 0 0,-1 0 0 0 0,1 0 0 0 0,0 1 0 0 0,-1 0 0 0 0,1 0-1 0 0,0 0 1 0 0,0 1 0 0 0,1 0 0 0 0,-1 1 0 0 0,0-1 0 0 0,1 1 0 0 0,0 0-1 0 0,-10 10 1 0 0,5-3 19 0 0,1 1-1 0 0,1 1 0 0 0,0-1 1 0 0,1 2-1 0 0,0-1 1 0 0,-6 16-1 0 0,-8 20 546 0 0,1 0-1 0 0,4 2 1 0 0,-21 94-1 0 0,-10 164 423 0 0,16 26-479 0 0,-36 231 1266 0 0,-93 82 1437 0 0,49-217-2182 0 0,62-199-327 0 0,-22 86 941 0 0,55-253-1327 0 0,-16 116-1 0 0,32-171-262 0 0,0 0 0 0 0,1 0-1 0 0,0 1 1 0 0,0-1-1 0 0,3 16 1 0 0,-2-23-29 0 0,0 0 1 0 0,0 0 0 0 0,0-1 0 0 0,0 1 0 0 0,0 0 0 0 0,1 0 0 0 0,0 0 0 0 0,-1-1 0 0 0,1 1 0 0 0,0-1-1 0 0,0 0 1 0 0,0 1 0 0 0,0-1 0 0 0,1 0 0 0 0,-1 0 0 0 0,1 0 0 0 0,-1-1 0 0 0,1 1 0 0 0,0 0 0 0 0,0-1-1 0 0,-1 0 1 0 0,6 2 0 0 0,7 1-62 0 0,1 0 0 0 0,-1-1 1 0 0,1 0-1 0 0,24 0 0 0 0,68-4-987 0 0,-75 0 602 0 0,0 1-175 0 0,148-11-3253 0 0,-178 10 3456 0 0,0 1-1 0 0,0-1 1 0 0,-1 0-1 0 0,1 0 0 0 0,0 0 1 0 0,-1 0-1 0 0,1 0 1 0 0,0-1-1 0 0,-1 1 0 0 0,0-1 1 0 0,1 1-1 0 0,3-5 1 0 0,11-18-9649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50 432 0 0,'-53'-9'15368'0'0,"20"0"-8582"0"0,47 3-6383 0 0,-9 4-359 0 0,1 1 0 0 0,-1 0 0 0 0,0 0-1 0 0,0 0 1 0 0,1 1 0 0 0,-1 0 0 0 0,9 1-1 0 0,6-1 41 0 0,228-3 573 0 0,-208-2-931 0 0,-40 5 196 0 0,0-1 1 0 0,1 1 0 0 0,-1 0 0 0 0,0 0 0 0 0,0 0 0 0 0,1 0 0 0 0,-1 0 0 0 0,0-1 0 0 0,0 1 0 0 0,1 0 0 0 0,-1 0-1 0 0,0 0 1 0 0,0-1 0 0 0,0 1 0 0 0,0 0 0 0 0,1 0 0 0 0,-1-1 0 0 0,0 1 0 0 0,0 0 0 0 0,0-1 0 0 0,0 1 0 0 0,0 0-1 0 0,0 0 1 0 0,0-1 0 0 0,0 1 0 0 0,0 0 0 0 0,0-1 0 0 0,0 1 0 0 0,0 0 0 0 0,0 0 0 0 0,0-1 0 0 0,0 1 0 0 0,0 0-1 0 0,0-1 1 0 0,0 1 0 0 0,0 0 0 0 0,0 0 0 0 0,0-1 0 0 0,0 1 0 0 0,0 0 0 0 0,-1 0 0 0 0,1-1 0 0 0,0 1 0 0 0,0 0-1 0 0,0 0 1 0 0,-1-1 0 0 0,1 1 0 0 0,0 0 0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7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98 3028 0 0,'1'-4'1364'0'0,"5"-24"6048"0"0,4 3-3283 0 0,-9 22-3998 0 0,0 1 1 0 0,1-1-1 0 0,0 1 0 0 0,0 0 1 0 0,-1 0-1 0 0,1 0 0 0 0,1 0 1 0 0,-1 0-1 0 0,0 0 0 0 0,0 0 1 0 0,1 1-1 0 0,-1-1 0 0 0,1 1 1 0 0,-1 0-1 0 0,1-1 0 0 0,0 1 1 0 0,4-1-1 0 0,5 0-59 0 0,-1 0 1 0 0,0 0-1 0 0,1 2 1 0 0,-1-1-1 0 0,1 1 1 0 0,-1 1-1 0 0,1 0 1 0 0,-1 1-1 0 0,20 4 1 0 0,-25-4-69 0 0,0 0-1 0 0,0 1 1 0 0,0-1 0 0 0,0 1 0 0 0,-1 0-1 0 0,1 1 1 0 0,-1-1 0 0 0,7 7-1 0 0,-9-8 9 0 0,0 1 0 0 0,-1 0 0 0 0,1 0 0 0 0,-1 0 0 0 0,0 0 0 0 0,0 1 0 0 0,0-1 0 0 0,0 0 0 0 0,-1 1 0 0 0,1-1 0 0 0,-1 1 0 0 0,0 0 0 0 0,0-1-1 0 0,1 8 1 0 0,-2-4 11 0 0,0-1 0 0 0,0 0 0 0 0,-1 1 0 0 0,0-1 0 0 0,0 0 0 0 0,0 0 0 0 0,-1 0 0 0 0,0 0 0 0 0,0 0 0 0 0,-1 0 0 0 0,0 0 0 0 0,0 0 0 0 0,-5 6 0 0 0,-5 7 39 0 0,-1-1 0 0 0,-21 22 0 0 0,-50 35 820 0 0,79-69-738 0 0,5-6-126 0 0,0 1-1 0 0,0 0 0 0 0,0 0 1 0 0,0 0-1 0 0,0 0 1 0 0,0 0-1 0 0,0 0 0 0 0,0 0 1 0 0,0 0-1 0 0,0 1 0 0 0,0-1 1 0 0,1 0-1 0 0,-1 0 1 0 0,1 1-1 0 0,-1-1 0 0 0,1 1 1 0 0,-1-1-1 0 0,1 0 1 0 0,0 1-1 0 0,-1 1 0 0 0,3-1-22 0 0,0 0-1 0 0,0-1 1 0 0,0 0 0 0 0,0 1-1 0 0,0-1 1 0 0,0 0 0 0 0,1 0-1 0 0,-1 0 1 0 0,0-1-1 0 0,0 1 1 0 0,5 0 0 0 0,5 3-16 0 0,5 4-4 0 0,0 1 1 0 0,0 1-1 0 0,-1 0 1 0 0,28 25-1 0 0,-39-30 62 0 0,1 0 0 0 0,-1 0 0 0 0,1 1 0 0 0,-2 0 0 0 0,1 0 0 0 0,-1 0 0 0 0,0 1-1 0 0,0 0 1 0 0,0-1 0 0 0,-1 1 0 0 0,0 1 0 0 0,-1-1 0 0 0,0 0 0 0 0,0 1 0 0 0,1 7 0 0 0,-2-11 86 0 0,-1 0 0 0 0,0-1 0 0 0,0 1 0 0 0,-1-1 0 0 0,1 1 0 0 0,-1 0 0 0 0,0-1 0 0 0,0 1 0 0 0,0-1-1 0 0,0 0 1 0 0,0 1 0 0 0,-1-1 0 0 0,1 0 0 0 0,-1 0 0 0 0,0 0 0 0 0,-3 3 0 0 0,2-1 32 0 0,-1-2 0 0 0,0 1 0 0 0,-1 0 0 0 0,1-1-1 0 0,-1 0 1 0 0,1 0 0 0 0,-1 0 0 0 0,0-1 0 0 0,-8 4 0 0 0,-4-1 128 0 0,-1 0 0 0 0,0-1 1 0 0,0-1-1 0 0,0 0 0 0 0,-22-1 0 0 0,6-2 2 0 0,0-1-1 0 0,-66-12 1 0 0,46-1-4104 0 0,53 14 3700 0 0,1 0-1 0 0,0 0 1 0 0,-1 0-1 0 0,1 0 1 0 0,0-1 0 0 0,0 1-1 0 0,-1 0 1 0 0,1 0 0 0 0,-3-6-2626 0 0,3 5 2625 0 0,0 1 1 0 0,0 0 0 0 0,0-1-1 0 0,0 1 1 0 0,0 0 0 0 0,0-1-1 0 0,0 1 1 0 0,0 0 0 0 0,0-1-1 0 0,0 1 1 0 0,0 0-1 0 0,1 0 1 0 0,-1-1 0 0 0,1 0-239 0 0,9-10-3459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7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35 1832 0 0,'23'-35'25650'0'0,"-20"46"-25431"0"0,-6 48-176 0 0,-16 85 1 0 0,5-52 145 0 0,9-47-375 0 0,-25 153-3450 0 0,14-133-1565 0 0,-4-2-3580 0 0,10-41 1012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8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75 1264 0 0,'-3'-2'2420'0'0,"-8"-4"1533"0"0,1-1 0 0 0,-17-15 1 0 0,7 4-1530 0 0,20 17-2416 0 0,0 1-1 0 0,0 0 0 0 0,0-1 1 0 0,0 1-1 0 0,0 0 0 0 0,0-1 0 0 0,0 1 1 0 0,0 0-1 0 0,0-1 0 0 0,0 1 1 0 0,0-1-1 0 0,0 1 0 0 0,0 0 1 0 0,0-1-1 0 0,1 1 0 0 0,-1 0 1 0 0,0-1-1 0 0,0 1 0 0 0,0 0 1 0 0,0 0-1 0 0,1-1 0 0 0,-1 1 0 0 0,0 0 1 0 0,0-1-1 0 0,1 1 0 0 0,-1 0 1 0 0,0 0-1 0 0,0-1 0 0 0,1 1 1 0 0,-1 0-1 0 0,0 0 0 0 0,1 0 1 0 0,-1 0-1 0 0,0-1 0 0 0,1 1 0 0 0,-1 0 1 0 0,1 0-1 0 0,17-7 101 0 0,-7 6-109 0 0,-1 1 0 0 0,1 0 0 0 0,0 0 0 0 0,-1 1 0 0 0,1 0 0 0 0,-1 1 0 0 0,1 1 0 0 0,-1-1 0 0 0,0 2 0 0 0,0-1-1 0 0,0 1 1 0 0,0 1 0 0 0,10 6 0 0 0,-16-9 4 0 0,0 1-1 0 0,-1-1 0 0 0,1 1 1 0 0,0 0-1 0 0,-1 0 1 0 0,0 0-1 0 0,1 1 0 0 0,-1-1 1 0 0,-1 1-1 0 0,1-1 0 0 0,0 1 1 0 0,-1 0-1 0 0,0 0 1 0 0,0 0-1 0 0,0 1 0 0 0,0-1 1 0 0,-1 0-1 0 0,0 1 1 0 0,0-1-1 0 0,0 1 0 0 0,0-1 1 0 0,-1 1-1 0 0,0-1 1 0 0,1 1-1 0 0,-2 0 0 0 0,1-1 1 0 0,0 1-1 0 0,-1-1 0 0 0,0 1 1 0 0,0-1-1 0 0,-1 1 1 0 0,1-1-1 0 0,-4 7 0 0 0,-1 1 8 0 0,-1 0-1 0 0,0-1 1 0 0,-1 0 0 0 0,0 0-1 0 0,-1 0 1 0 0,0-1-1 0 0,-1-1 1 0 0,0 0-1 0 0,-13 10 1 0 0,-17 10 198 0 0,-49 25 0 0 0,79-48-132 0 0,-119 62 956 0 0,9-6-90 0 0,77-37-757 0 0,41-23-147 0 0,2-2-32 0 0,0 1 0 0 0,1-1 0 0 0,-1 1 0 0 0,0-1 1 0 0,0 1-1 0 0,0-1 0 0 0,0 1 0 0 0,0-1 0 0 0,0 1 0 0 0,1-1 0 0 0,-1 1 0 0 0,0-1 0 0 0,0 0 0 0 0,1 1 0 0 0,-1-1 0 0 0,0 1 0 0 0,1-1 0 0 0,-1 0 0 0 0,0 1 0 0 0,1-1 0 0 0,-1 0 0 0 0,0 1 0 0 0,1-1 1 0 0,-1 0-1 0 0,1 1 0 0 0,27 3 17 0 0,0-1 1 0 0,0-1-1 0 0,0-1 1 0 0,34-4-1 0 0,-14 2-680 0 0,64-6-2999 0 0,-39-3-3897 0 0,-38 3 343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49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67 2724 0 0,'0'-3'2197'0'0,"-3"-49"9380"0"0,0 40-9848 0 0,1 13-1643 0 0,0-1-1 0 0,0 1 1 0 0,-1-1 0 0 0,1 1 0 0 0,0 0-1 0 0,0 0 1 0 0,0 0 0 0 0,0 0 0 0 0,0 0-1 0 0,0 1 1 0 0,0-1 0 0 0,-3 4 0 0 0,-23 23 782 0 0,21-20-691 0 0,-21 22 295 0 0,1 0 0 0 0,-33 51 1 0 0,53-70-430 0 0,0 0 1 0 0,1 0 0 0 0,0 1 0 0 0,1 0 0 0 0,1 1 0 0 0,-1-1 0 0 0,2 1 0 0 0,0 0 0 0 0,0 0 0 0 0,1 0 0 0 0,0 23 0 0 0,2-30-30 0 0,1 1 0 0 0,0-1 0 0 0,0 0 0 0 0,0 0 0 0 0,1-1 0 0 0,0 1 0 0 0,0 0 0 0 0,0 0-1 0 0,1-1 1 0 0,0 1 0 0 0,0-1 0 0 0,0 0 0 0 0,1 0 0 0 0,6 8 0 0 0,-3-7 2 0 0,0 0-1 0 0,0 0 1 0 0,0 0 0 0 0,1-1 0 0 0,0 0-1 0 0,0 0 1 0 0,1-1 0 0 0,-1 0 0 0 0,10 2-1 0 0,-3-1 21 0 0,0-1 0 0 0,1 0 0 0 0,0-2-1 0 0,-1 0 1 0 0,1 0 0 0 0,0-2-1 0 0,0 0 1 0 0,0 0 0 0 0,-1-2 0 0 0,1 0-1 0 0,20-5 1 0 0,-26 4-29 0 0,1-1 0 0 0,-1 0 0 0 0,-1-1-1 0 0,1 0 1 0 0,-1 0 0 0 0,0-1 0 0 0,0 0 0 0 0,0-1 0 0 0,-1 1 0 0 0,0-2-1 0 0,0 1 1 0 0,-1-1 0 0 0,0-1 0 0 0,0 1 0 0 0,-1-1 0 0 0,0 0-1 0 0,-1 0 1 0 0,0-1 0 0 0,0 0 0 0 0,-1 0 0 0 0,0 0 0 0 0,-1 0 0 0 0,0-1-1 0 0,-1 1 1 0 0,0-1 0 0 0,0 0 0 0 0,-1 1 0 0 0,-1-1 0 0 0,0 0-1 0 0,0 0 1 0 0,-1 1 0 0 0,-1-1 0 0 0,1 0 0 0 0,-2 1 0 0 0,1-1-1 0 0,-2 1 1 0 0,-8-20 0 0 0,6 19 11 0 0,-1 0 0 0 0,0 1 1 0 0,-1 0-1 0 0,0 0 0 0 0,-1 0 0 0 0,0 1 0 0 0,0 1 0 0 0,-1-1 1 0 0,0 2-1 0 0,-20-13 0 0 0,15 12-654 0 0,1 1 1 0 0,-1 0-1 0 0,-16-4 1 0 0,15 6-2602 0 0,1 1 0 0 0,-32-3 0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0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1386 73 1752 0 0,'-10'-9'3266'0'0,"1"3"403"0"0,-8-10 3670 0 0,-2-5-3669 0 0,18 20-3189 0 0,-5-6 265 0 0,6 7-734 0 0,0 0-1 0 0,0-1 1 0 0,0 1-1 0 0,0 0 1 0 0,0 0-1 0 0,0-1 1 0 0,0 1-1 0 0,-1 0 1 0 0,1 0-1 0 0,0 0 1 0 0,0-1-1 0 0,0 1 1 0 0,0 0-1 0 0,0 0 1 0 0,0-1-1 0 0,0 1 1 0 0,0 0-1 0 0,0 0 1 0 0,0-1-1 0 0,0 1 1 0 0,0 0-1 0 0,1 0 1 0 0,-1 0-1 0 0,0-1 1 0 0,0 1-1 0 0,0 0 1 0 0,0 0-1 0 0,0-1 1 0 0,0 1-1 0 0,0 0 1 0 0,1 0 0 0 0,-1 0-1 0 0,0 0 1 0 0,0-1-1 0 0,0 1 1 0 0,0 0-1 0 0,1 0 1 0 0,-1 0-1 0 0,0 0 1 0 0,0 0-1 0 0,0 0 1 0 0,1-1-1 0 0,-1 1 1 0 0,0 0-1 0 0,0 0 1 0 0,1 0-1 0 0,-1 0 1 0 0,0 0-1 0 0,0 0 1 0 0,1 0-1 0 0,-1 0 1 0 0,0 0-1 0 0,1 0 1 0 0,89-3 137 0 0,172 15 1 0 0,-258-12-148 0 0,0 1 0 0 0,-1 0 0 0 0,1 0 0 0 0,0 0 1 0 0,-1 1-1 0 0,1-1 0 0 0,-1 1 0 0 0,1 0 0 0 0,-1 0 0 0 0,0 0 0 0 0,0 0 0 0 0,0 0 0 0 0,0 1 0 0 0,0-1 1 0 0,-1 1-1 0 0,1 0 0 0 0,-1 0 0 0 0,1 0 0 0 0,-1 0 0 0 0,0 0 0 0 0,-1 1 0 0 0,1-1 0 0 0,0 1 0 0 0,-1-1 1 0 0,2 5-1 0 0,2 10 129 0 0,-1-1-1 0 0,0 1 1 0 0,2 34 0 0 0,-5-42-7 0 0,8 111 691 0 0,-6 0 1 0 0,-14 139-1 0 0,-49 240 433 0 0,52-442-1226 0 0,-2 16-35 0 0,-76 488 836 0 0,52-392 912 0 0,-71 210 0 0 0,10-120-832 0 0,-44 139 419 0 0,92-258-1322 0 0,21-64 0 0 0,17-51 0 0 0,-1-1 0 0 0,0 0 0 0 0,-17 27 0 0 0,21-42 0 0 0,0-1 0 0 0,-1 0 0 0 0,0 0 0 0 0,-1 0 0 0 0,0-1 0 0 0,0 0 0 0 0,0 0 0 0 0,-1-1 0 0 0,-1-1 0 0 0,-12 8 0 0 0,-7 1 5 0 0,0-2 0 0 0,-1-1-1 0 0,-56 15 1 0 0,11-11-47 0 0,24-8-24 0 0,-310 26-6921 0 0,119-23-4996 0 0,133-6 679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2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5 666 1012 0 0,'0'-2'2251'0'0,"-5"-42"7708"0"0,5 42-9494 0 0,0 0-280 0 0,1 1 1 0 0,-1-1 0 0 0,1 0-1 0 0,-1 1 1 0 0,1-1 0 0 0,0 0-1 0 0,0 1 1 0 0,-1-1 0 0 0,2-1-1 0 0,2 1 92 0 0,1-1 0 0 0,-2 1-1 0 0,1-1 1 0 0,0 0 0 0 0,-1 0-1 0 0,1 0 1 0 0,-1-1 0 0 0,0 1 0 0 0,5-9-1 0 0,27-44 658 0 0,-14 20-543 0 0,-2 7-221 0 0,41-48-1 0 0,-48 65-184 0 0,0 0 0 0 0,0 1-1 0 0,1 0 1 0 0,1 1 0 0 0,27-16-1 0 0,-37 24 11 0 0,-1 0 0 0 0,1 1 0 0 0,0-1 0 0 0,0 1 0 0 0,0 0 0 0 0,0 0 0 0 0,1 0 0 0 0,-1 0 0 0 0,0 1 0 0 0,0 0 0 0 0,0 0 0 0 0,1 0 0 0 0,-1 0 0 0 0,8 2 0 0 0,-6 0 28 0 0,0 0 1 0 0,0 0-1 0 0,0 1 0 0 0,-1 0 0 0 0,1 0 0 0 0,0 0 0 0 0,-1 1 0 0 0,0-1 0 0 0,5 6 0 0 0,3 3 94 0 0,-1 2 1 0 0,0-1-1 0 0,-1 2 0 0 0,0 0 0 0 0,-1 0 0 0 0,8 17 0 0 0,5 16 41 0 0,-1 2 0 0 0,-3 0 0 0 0,21 87 0 0 0,18 165 290 0 0,-48-243-298 0 0,-9-50-123 0 0,4 21 1339 0 0,-2-26-711 0 0,1-16-537 0 0,12-188 92 0 0,-8 66-219 0 0,-4 101 11 0 0,38-298-8 0 0,-33 287-153 0 0,1 1-1 0 0,3 0 0 0 0,1 1 0 0 0,2 0 1 0 0,31-55-1 0 0,-40 84-117 0 0,1 0 1 0 0,12-14-1 0 0,-17 23 136 0 0,0 1 0 0 0,1 0-1 0 0,-1-1 1 0 0,0 1 0 0 0,1 0 0 0 0,0 1 0 0 0,-1-1 0 0 0,1 1 0 0 0,0 0 0 0 0,1 0-1 0 0,4-2 1 0 0,-6 3-3 0 0,-1 1 0 0 0,1 0 0 0 0,0 0 0 0 0,0 0-1 0 0,0 0 1 0 0,0 0 0 0 0,-1 1 0 0 0,1-1 0 0 0,0 1 0 0 0,0 0-1 0 0,-1 0 1 0 0,1 0 0 0 0,0 0 0 0 0,-1 0 0 0 0,1 0 0 0 0,-1 1-1 0 0,0-1 1 0 0,1 1 0 0 0,-1 0 0 0 0,3 2 0 0 0,4 5-739 0 0,-1-1 0 0 0,0 1-1 0 0,9 12 1 0 0,15 22-5204 0 0,-16-21 169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3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33 3268 0 0,'-9'31'7378'0'0,"-2"11"-2396"0"0,10-36-4747 0 0,0 0 1 0 0,0 0-1 0 0,0 1 0 0 0,1-1 0 0 0,0 0 0 0 0,1 0 0 0 0,-1 1 0 0 0,4 10 0 0 0,-2-10-147 0 0,0-1 0 0 0,0 1 1 0 0,1 0-1 0 0,0-1 0 0 0,0 1 0 0 0,1-1 0 0 0,-1 0 0 0 0,10 11 0 0 0,-10-14-54 0 0,1 1 1 0 0,-1-1-1 0 0,1 0 0 0 0,0 0 1 0 0,0-1-1 0 0,0 1 0 0 0,0-1 0 0 0,0 0 1 0 0,0 0-1 0 0,1 0 0 0 0,-1 0 1 0 0,1-1-1 0 0,7 2 0 0 0,-9-3-27 0 0,-1 0 0 0 0,1 0 0 0 0,0 1-1 0 0,-1-2 1 0 0,1 1 0 0 0,-1 0 0 0 0,1 0 0 0 0,-1-1-1 0 0,1 1 1 0 0,-1-1 0 0 0,1 0 0 0 0,-1 0 0 0 0,1 0 0 0 0,-1 0-1 0 0,0 0 1 0 0,0-1 0 0 0,1 1 0 0 0,-1-1 0 0 0,0 1-1 0 0,0-1 1 0 0,-1 0 0 0 0,1 0 0 0 0,0 1 0 0 0,0-1-1 0 0,-1-1 1 0 0,1 1 0 0 0,-1 0 0 0 0,2-4 0 0 0,0-1-13 0 0,0 1 0 0 0,-1-1 0 0 0,0 0 0 0 0,0 1 0 0 0,0-1 0 0 0,-1 0-1 0 0,0 0 1 0 0,0-12 0 0 0,-1 8 0 0 0,-1 0-1 0 0,0 0 0 0 0,-1 0 0 0 0,0 0 1 0 0,0 0-1 0 0,-1 1 0 0 0,-7-16 0 0 0,8 22 1 0 0,0-1 0 0 0,0 1-1 0 0,0 0 1 0 0,-1 0 0 0 0,1 0 0 0 0,-1 0 0 0 0,0 1-1 0 0,0-1 1 0 0,-1 1 0 0 0,1 0 0 0 0,-1 0 0 0 0,1 0-1 0 0,-1 0 1 0 0,0 0 0 0 0,0 1 0 0 0,0 0-1 0 0,-1 0 1 0 0,1 0 0 0 0,-7-2 0 0 0,8 4 1 0 0,-1 0 0 0 0,1 0 0 0 0,-1 0 1 0 0,1 0-1 0 0,-1 1 0 0 0,1 0 0 0 0,-1-1 1 0 0,1 1-1 0 0,0 0 0 0 0,0 1 0 0 0,-1-1 1 0 0,1 1-1 0 0,0-1 0 0 0,0 1 0 0 0,-5 4 1 0 0,-1 1 43 0 0,0 0-1 0 0,0 0 1 0 0,-9 12 0 0 0,0 3 31 0 0,1 0-1 0 0,2 2 1 0 0,0-1-1 0 0,1 2 1 0 0,2 0-1 0 0,0 0 1 0 0,2 1-1 0 0,1 1 1 0 0,1 0 0 0 0,1 0-1 0 0,1 0 1 0 0,-3 42-1 0 0,8-58-45 0 0,1-1-1 0 0,0 1 1 0 0,1-1-1 0 0,0 0 1 0 0,1 1-1 0 0,0-1 1 0 0,0 0 0 0 0,1 0-1 0 0,0 0 1 0 0,1 0-1 0 0,8 14 1 0 0,-9-19-12 0 0,0 0 0 0 0,0 0-1 0 0,1 0 1 0 0,0-1 0 0 0,0 0 0 0 0,0 0 0 0 0,0 0 0 0 0,1 0 0 0 0,0 0 0 0 0,0-1 0 0 0,0 0-1 0 0,0 0 1 0 0,0-1 0 0 0,0 1 0 0 0,1-1 0 0 0,-1 0 0 0 0,1 0 0 0 0,0-1 0 0 0,-1 0 0 0 0,1 0-1 0 0,0 0 1 0 0,6 0 0 0 0,2-1-10 0 0,1-1 0 0 0,0 0 0 0 0,0-1 1 0 0,-1 0-1 0 0,1-1 0 0 0,-1-1 0 0 0,0 0 0 0 0,0-1 0 0 0,0 0 0 0 0,-1-1 0 0 0,0-1 0 0 0,0 0 0 0 0,0-1 0 0 0,-1-1 0 0 0,0 1 0 0 0,-1-2 0 0 0,0 0 1 0 0,0 0-1 0 0,-1-1 0 0 0,16-22 0 0 0,-15 17 4 0 0,0-2 0 0 0,-1 1 0 0 0,-1-1 1 0 0,0-1-1 0 0,-2 0 0 0 0,0 0 0 0 0,-1 0 0 0 0,-1-1 1 0 0,-1 0-1 0 0,-1 0 0 0 0,0 0 0 0 0,-1 0 0 0 0,-2 0 1 0 0,-2-36-1 0 0,1 44 9 0 0,-1 0 0 0 0,0 0 0 0 0,-1 0 0 0 0,0 0 0 0 0,-1 0 0 0 0,0 0 0 0 0,-9-16 0 0 0,13 27-20 0 0,-1 1 1 0 0,1-1-1 0 0,0 0 0 0 0,-1 0 1 0 0,1 0-1 0 0,-1 1 0 0 0,1-1 1 0 0,-1 0-1 0 0,0 1 0 0 0,1-1 1 0 0,-1 0-1 0 0,0 1 1 0 0,1-1-1 0 0,-1 1 0 0 0,0-1 1 0 0,0 1-1 0 0,0 0 0 0 0,1-1 1 0 0,-1 1-1 0 0,0 0 0 0 0,0-1 1 0 0,0 1-1 0 0,0 0 0 0 0,0 0 1 0 0,0 0-1 0 0,1 0 1 0 0,-1 0-1 0 0,0 0 0 0 0,0 0 1 0 0,0 0-1 0 0,0 0 0 0 0,0 0 1 0 0,0 0-1 0 0,0 1 0 0 0,1-1 1 0 0,-1 0-1 0 0,0 0 0 0 0,0 1 1 0 0,0-1-1 0 0,0 1 1 0 0,1-1-1 0 0,-1 1 0 0 0,0-1 1 0 0,1 1-1 0 0,-1 0 0 0 0,0-1 1 0 0,1 1-1 0 0,-1 0 0 0 0,0 0 1 0 0,-2 3-3 0 0,0-1 1 0 0,1 0 0 0 0,0 1 0 0 0,-1-1-1 0 0,1 1 1 0 0,0 0 0 0 0,1 0 0 0 0,-1 0-1 0 0,0 4 1 0 0,1-4 4 0 0,0 0 0 0 0,0 1-1 0 0,1-1 1 0 0,0 0 0 0 0,0 1 0 0 0,0-1-1 0 0,0 0 1 0 0,1 0 0 0 0,-1 1 0 0 0,1-1-1 0 0,0 0 1 0 0,1 0 0 0 0,-1 0-1 0 0,1 0 1 0 0,-1 0 0 0 0,1 0 0 0 0,3 4-1 0 0,-1-3-21 0 0,0 0-1 0 0,0-1 0 0 0,1 0 0 0 0,-1 0 0 0 0,1 0 0 0 0,0-1 0 0 0,0 1 1 0 0,0-1-1 0 0,0 0 0 0 0,1-1 0 0 0,6 3 0 0 0,6 1-160 0 0,0-1 1 0 0,1-1-1 0 0,0 0 1 0 0,0-2-1 0 0,0 0 0 0 0,34-1 1 0 0,-28-2 6 0 0,0-1 0 0 0,0-1 0 0 0,26-6 0 0 0,-42 7 169 0 0,-1 0 0 0 0,-1-1 0 0 0,1 0 0 0 0,0 0 0 0 0,-1-1 0 0 0,1 0-1 0 0,-1 0 1 0 0,0-1 0 0 0,0 0 0 0 0,-1 0 0 0 0,1-1 0 0 0,9-11 0 0 0,-15 16 52 0 0,0-1 1 0 0,0 0-1 0 0,0-1 1 0 0,0 1 0 0 0,0 0-1 0 0,-1 0 1 0 0,1 0-1 0 0,-1 0 1 0 0,1-1 0 0 0,-1 1-1 0 0,0 0 1 0 0,0 0-1 0 0,0-1 1 0 0,0 1 0 0 0,0 0-1 0 0,0 0 1 0 0,-1-1-1 0 0,1 1 1 0 0,-1 0 0 0 0,0 0-1 0 0,0 0 1 0 0,-1-4-1 0 0,1 6-34 0 0,1-1 0 0 0,-1 1 0 0 0,1-1-1 0 0,-1 1 1 0 0,1 0 0 0 0,-1-1 0 0 0,1 1 0 0 0,-1 0-1 0 0,0-1 1 0 0,1 1 0 0 0,-1 0 0 0 0,0 0-1 0 0,1-1 1 0 0,-1 1 0 0 0,0 0 0 0 0,1 0-1 0 0,-1 0 1 0 0,0 0 0 0 0,1 0 0 0 0,-1 0-1 0 0,0 0 1 0 0,1 0 0 0 0,-1 0 0 0 0,0 1-1 0 0,1-1 1 0 0,-1 0 0 0 0,0 0 0 0 0,1 0-1 0 0,-2 1 1 0 0,-17 10 210 0 0,7 2-49 0 0,0 0-1 0 0,0 0 1 0 0,2 1-1 0 0,0 1 1 0 0,0 0-1 0 0,-10 23 1 0 0,5-3 81 0 0,-23 70 1 0 0,33-88-197 0 0,1 1 1 0 0,0 0-1 0 0,1 0 1 0 0,1 1-1 0 0,0-1 0 0 0,3 36 1 0 0,-1-49-70 0 0,1 1 1 0 0,0-1-1 0 0,0 0 0 0 0,0 0 1 0 0,1 0-1 0 0,-1 0 1 0 0,1 0-1 0 0,0-1 1 0 0,1 1-1 0 0,-1 0 1 0 0,1-1-1 0 0,0 0 1 0 0,0 1-1 0 0,0-1 0 0 0,1 0 1 0 0,-1-1-1 0 0,1 1 1 0 0,0-1-1 0 0,0 1 1 0 0,0-1-1 0 0,1 0 1 0 0,-1-1-1 0 0,1 1 1 0 0,0-1-1 0 0,-1 0 0 0 0,1 0 1 0 0,0 0-1 0 0,0-1 1 0 0,6 1-1 0 0,1 0-184 0 0,0-1-1 0 0,-1 0 0 0 0,1-1 0 0 0,0 0 1 0 0,-1-1-1 0 0,1 0 0 0 0,-1-1 1 0 0,1 0-1 0 0,-1-1 0 0 0,0 0 0 0 0,0-1 1 0 0,0 0-1 0 0,0-1 0 0 0,-1 0 0 0 0,1-1 1 0 0,-1 0-1 0 0,-1-1 0 0 0,11-8 1 0 0,-7 4 91 0 0,0-1 1 0 0,0-1 0 0 0,-1 0 0 0 0,-1 0 0 0 0,0-1 0 0 0,-1 0 0 0 0,-1-1 0 0 0,0 0 0 0 0,-1-1-1 0 0,0 0 1 0 0,7-24 0 0 0,-9 21 655 0 0,-1 0-1 0 0,-1 0 1 0 0,0 0-1 0 0,-2 0 1 0 0,0-1 0 0 0,-1 1-1 0 0,-1-1 1 0 0,-3-22-1 0 0,3 40-146 0 0,-11 23 253 0 0,10-18-599 0 0,-33 158 1540 0 0,32-141-1533 0 0,0 1-1 0 0,1-1 1 0 0,1 0 0 0 0,0 1-1 0 0,2-1 1 0 0,4 22 0 0 0,-5-38-163 0 0,0 0 0 0 0,0 1 0 0 0,0-1 0 0 0,1 0 0 0 0,0 0 0 0 0,-1-1 0 0 0,2 1 0 0 0,-1 0 0 0 0,0 0 0 0 0,1-1 0 0 0,-1 0 0 0 0,1 1 0 0 0,0-1 0 0 0,0 0 0 0 0,0 0 0 0 0,0-1 0 0 0,1 1 0 0 0,-1-1 0 0 0,7 4 0 0 0,-6-5-289 0 0,0 1 0 0 0,0-1 0 0 0,0 0 0 0 0,0-1 0 0 0,0 1 0 0 0,0-1 0 0 0,0 1 0 0 0,0-1 0 0 0,0-1 0 0 0,0 1 0 0 0,0 0 0 0 0,0-1 0 0 0,0 0 0 0 0,0 0 0 0 0,0 0 0 0 0,0-1 0 0 0,0 1 0 0 0,0-1 0 0 0,-1 0 0 0 0,7-4 0 0 0,8-8-4272 0 0,2-4-2318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4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95 1220 0 0,'-26'-17'5898'0'0,"-47"-25"-1"0"0,5 12-1435 0 0,56 24-4225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5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13 408 0 0,'-14'-13'12818'0'0,"13"13"-12623"0"0,-6 15 432 0 0,0 0 0 0 0,1 1 1 0 0,1 0-1 0 0,0 0 1 0 0,1 0-1 0 0,-2 19 1 0 0,-2 3 38 0 0,-142 691 3795 0 0,59-125-3246 0 0,73-406-997 0 0,9 213 1 0 0,21-262-327 0 0,-10-132 42 0 0,2-1 0 0 0,-1 1 1 0 0,2-1-1 0 0,1 0 0 0 0,0 0 1 0 0,13 25-1 0 0,-17-37 39 0 0,1 0 1 0 0,-1 0-1 0 0,1-1 0 0 0,0 1 1 0 0,0 0-1 0 0,0-1 0 0 0,1 0 0 0 0,-1 0 1 0 0,1 0-1 0 0,-1 0 0 0 0,1-1 0 0 0,0 1 1 0 0,0-1-1 0 0,0 0 0 0 0,7 2 0 0 0,-8-3 9 0 0,1 0-1 0 0,0-1 0 0 0,0 1 1 0 0,0-1-1 0 0,-1 0 0 0 0,1 0 1 0 0,0-1-1 0 0,0 1 0 0 0,0-1 1 0 0,-1 0-1 0 0,1 0 0 0 0,0 0 1 0 0,-1 0-1 0 0,1-1 0 0 0,-1 1 1 0 0,0-1-1 0 0,1 0 0 0 0,-1 0 0 0 0,3-3 1 0 0,4-3-21 0 0,-1 0 1 0 0,0-1-1 0 0,0 0 1 0 0,-1-1-1 0 0,0 0 0 0 0,-1 0 1 0 0,0 0-1 0 0,-1-1 1 0 0,0 0-1 0 0,0-1 1 0 0,4-15-1 0 0,0 0 3 0 0,-2 0 1 0 0,-2-1-1 0 0,7-55 0 0 0,-10 55 50 0 0,-2 0 0 0 0,-1 0-1 0 0,-1 0 1 0 0,-2 0-1 0 0,-1 1 1 0 0,-1-1-1 0 0,-1 1 1 0 0,-14-41 0 0 0,11 47-6 0 0,0 0 1 0 0,-2 0-1 0 0,0 1 0 0 0,-1 1 1 0 0,-1-1-1 0 0,-1 2 1 0 0,0 0-1 0 0,-2 1 1 0 0,0 0-1 0 0,-31-24 1 0 0,6 13 24 0 0,-2 1 0 0 0,-1 2 1 0 0,-77-31-1 0 0,47 23 49 0 0,69 30-112 0 0,0 2-9 0 0,1-1-1 0 0,0 0 1 0 0,1 0-1 0 0,-1-1 1 0 0,0 1 0 0 0,1-1-1 0 0,-1 1 1 0 0,-3-5-1 0 0,6 6 25 0 0,1 1-1 0 0,0-1 0 0 0,0 1 0 0 0,-1-1 1 0 0,1 1-1 0 0,0-1 0 0 0,0 1 0 0 0,0-1 0 0 0,0 1 1 0 0,0-1-1 0 0,0 0 0 0 0,0 1 0 0 0,0-1 1 0 0,0 1-1 0 0,0-1 0 0 0,0 1 0 0 0,0-1 1 0 0,0 1-1 0 0,1-1 0 0 0,-1 1 0 0 0,0-1 0 0 0,0 1 1 0 0,0-1-1 0 0,1 1 0 0 0,-1 0 0 0 0,0-1 1 0 0,1 1-1 0 0,0-1 0 0 0,9-11-313 0 0,15-6-421 0 0,0 1 0 0 0,1 1 0 0 0,52-22 0 0 0,-45 22 199 0 0,126-57-2317 0 0,-77 38 451 0 0,135-80 0 0 0,-204 107 2345 0 0,-1-1 1 0 0,1 0-1 0 0,-2-1 1 0 0,1-1 0 0 0,17-20-1 0 0,-26 27 243 0 0,0-1 1 0 0,0 1-1 0 0,0-1 0 0 0,0 1 0 0 0,-1-1 0 0 0,0 0 0 0 0,0 0 1 0 0,0 0-1 0 0,-1 0 0 0 0,1 0 0 0 0,-1-1 0 0 0,-1 1 0 0 0,1 0 1 0 0,-1-1-1 0 0,1 1 0 0 0,-2 0 0 0 0,1-1 0 0 0,-1 1 0 0 0,-2-10 1 0 0,-1-1 792 0 0,-2 0 0 0 0,0 0 1 0 0,-1 1-1 0 0,-1 0 1 0 0,-16-24-1 0 0,23 37-737 0 0,0 3-217 0 0,0-1-1 0 0,0 0 0 0 0,0 1 1 0 0,1-1-1 0 0,-1 1 0 0 0,0 0 0 0 0,1-1 1 0 0,-1 1-1 0 0,0-1 0 0 0,1 1 1 0 0,-1 0-1 0 0,1 0 0 0 0,-1-1 0 0 0,1 1 1 0 0,-1 0-1 0 0,1 0 0 0 0,0 0 1 0 0,-1-1-1 0 0,1 1 0 0 0,0 0 0 0 0,0 0 1 0 0,-1 0-1 0 0,1 0 0 0 0,0 0 1 0 0,0 1-1 0 0,-3 28 115 0 0,3-27-106 0 0,-1 28 68 0 0,1 0 0 0 0,2-1 1 0 0,10 59-1 0 0,-9-75-51 0 0,0 0 1 0 0,1-1-1 0 0,1 0 1 0 0,0 0-1 0 0,1 0 1 0 0,0 0-1 0 0,1-1 1 0 0,0 0-1 0 0,1-1 1 0 0,18 22-1 0 0,-20-28-62 0 0,0 0 0 0 0,0 0 0 0 0,0-1-1 0 0,1 1 1 0 0,-1-2 0 0 0,1 1 0 0 0,0-1-1 0 0,0 0 1 0 0,0 0 0 0 0,1-1 0 0 0,-1 0 0 0 0,1 0-1 0 0,-1 0 1 0 0,1-1 0 0 0,0-1 0 0 0,-1 1-1 0 0,1-1 1 0 0,0-1 0 0 0,-1 1 0 0 0,1-1 0 0 0,0 0-1 0 0,-1-1 1 0 0,13-4 0 0 0,-9 2-58 0 0,1 0 0 0 0,-1-1 0 0 0,0 0 1 0 0,-1-1-1 0 0,1-1 0 0 0,-1 1 0 0 0,0-1 0 0 0,-1-1 1 0 0,1 0-1 0 0,-2 0 0 0 0,1-1 0 0 0,-1 0 0 0 0,-1-1 1 0 0,10-14-1 0 0,-3-4 185 0 0,-1-1-1 0 0,-1 0 1 0 0,-2-1 0 0 0,10-45 0 0 0,-20 74-19 0 0,2 7-37 0 0,-1 0 0 0 0,1 1 1 0 0,-1-1-1 0 0,0 0 0 0 0,-1 1 0 0 0,0-1 1 0 0,0 1-1 0 0,0-1 0 0 0,-2 10 1 0 0,0 8 141 0 0,-10 276 1707 0 0,-70 416 0 0 0,64-619-1040 0 0,-38 119 0 0 0,43-176-360 0 0,-2-1 0 0 0,-1 0 0 0 0,-3-2 0 0 0,0 0 0 0 0,-41 56 0 0 0,53-84-277 0 0,-1 1 0 0 0,0-1 0 0 0,0-1 0 0 0,-1 0 0 0 0,0 0 0 0 0,0-1-1 0 0,-21 13 1 0 0,28-18-177 0 0,-1-1 0 0 0,-1 1 0 0 0,1-1 0 0 0,0 0 0 0 0,0 0 0 0 0,0 0 0 0 0,-1 0 0 0 0,1-1 0 0 0,0 1 1 0 0,-1-1-1 0 0,1 0 0 0 0,0 0 0 0 0,-1 0 0 0 0,1-1 0 0 0,-1 1 0 0 0,1-1 0 0 0,0 1 0 0 0,0-1 0 0 0,-1 0 0 0 0,1 0 0 0 0,0-1 0 0 0,0 1 0 0 0,0-1 0 0 0,0 1 0 0 0,0-1 0 0 0,0 0 0 0 0,1 0 0 0 0,-1-1 0 0 0,1 1 0 0 0,-1 0 0 0 0,-2-4 0 0 0,-1-3-34 0 0,0 1-1 0 0,1-1 1 0 0,-1 0 0 0 0,2-1-1 0 0,0 1 1 0 0,0-1 0 0 0,0 0-1 0 0,1 0 1 0 0,1 0 0 0 0,0 0-1 0 0,0 0 1 0 0,1-1 0 0 0,0 1-1 0 0,1-20 1 0 0,2 3-241 0 0,1 0 0 0 0,1 0 0 0 0,1 1-1 0 0,14-42 1 0 0,-2 19-818 0 0,2 0 1 0 0,2 1-1 0 0,3 2 0 0 0,55-84 1 0 0,-53 95-744 0 0,1 1 1 0 0,36-33 0 0 0,-32 38-1588 0 0,1 1-1 0 0,47-30 1 0 0,-34 30-3752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6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1218 980 0 0,'-15'-5'8101'0'0,"9"4"-6988"0"0,0 0 0 0 0,1 1 0 0 0,-1 0-1 0 0,0 1 1 0 0,0-1 0 0 0,1 1 0 0 0,-8 2-1 0 0,9-2-832 0 0,1 1-1 0 0,0-1 0 0 0,0 0 0 0 0,0 1 0 0 0,0 0 0 0 0,0 0 0 0 0,1 0 1 0 0,-1 0-1 0 0,0 0 0 0 0,1 1 0 0 0,0-1 0 0 0,-1 1 0 0 0,-3 5 0 0 0,6-7-252 0 0,-1-1-1 0 0,1 1 0 0 0,-1 0 1 0 0,1-1-1 0 0,0 1 0 0 0,-1 0 1 0 0,1-1-1 0 0,0 1 0 0 0,-1 0 1 0 0,1 0-1 0 0,0 0 0 0 0,0-1 1 0 0,0 1-1 0 0,0 0 0 0 0,0 0 1 0 0,0 0-1 0 0,0-1 1 0 0,0 1-1 0 0,0 0 0 0 0,0 0 1 0 0,0 0-1 0 0,0-1 0 0 0,0 1 1 0 0,1 0-1 0 0,-1 0 0 0 0,0 0 1 0 0,1-1-1 0 0,-1 1 0 0 0,1 0 1 0 0,-1-1-1 0 0,1 1 0 0 0,-1 0 1 0 0,1-1-1 0 0,-1 1 0 0 0,1-1 1 0 0,-1 1-1 0 0,1-1 0 0 0,1 2 1 0 0,1-1-1 0 0,-1 1 0 0 0,1-1 0 0 0,-1 0 0 0 0,1 0 1 0 0,0 0-1 0 0,-1 0 0 0 0,6 1 0 0 0,1-2-6 0 0,0 0 0 0 0,1 0-1 0 0,-1 0 1 0 0,0-1 0 0 0,0 0 0 0 0,0-1 0 0 0,13-4-1 0 0,-1-1-214 0 0,39-19 0 0 0,-35 13-109 0 0,-1-2-1 0 0,0 0 0 0 0,-1-2 1 0 0,-1 0-1 0 0,-1-2 1 0 0,24-25-1 0 0,-19 14-93 0 0,-1 0 0 0 0,-2-2 0 0 0,38-69 0 0 0,-33 42 201 0 0,-2-1-1 0 0,-3-1 0 0 0,-2-1 0 0 0,-4-1 0 0 0,13-80 0 0 0,-21 73 344 0 0,-2 1-1 0 0,-4-1 1 0 0,-2 0 0 0 0,-12-89 0 0 0,11 157-146 0 0,0 1 0 0 0,0-1 0 0 0,0 1 0 0 0,0-1 0 0 0,-1 1 0 0 0,1 0 0 0 0,0-1 0 0 0,-1 1 0 0 0,1 0 0 0 0,-1-1 0 0 0,1 1 0 0 0,-1 0 0 0 0,0-1 0 0 0,1 1 0 0 0,-1 0 0 0 0,-2-2 0 0 0,3 3 1 0 0,-1 0-1 0 0,0 0 1 0 0,1 0-1 0 0,-1 0 1 0 0,1 0-1 0 0,-1 0 1 0 0,1 0 0 0 0,-1 0-1 0 0,1 0 1 0 0,-1 0-1 0 0,1 0 1 0 0,-1 1-1 0 0,1-1 1 0 0,-1 0-1 0 0,1 0 1 0 0,-1 1-1 0 0,1-1 1 0 0,0 0 0 0 0,-1 1-1 0 0,1-1 1 0 0,-1 0-1 0 0,1 1 1 0 0,0-1-1 0 0,-1 0 1 0 0,1 1-1 0 0,0-1 1 0 0,-1 1-1 0 0,1 0 1 0 0,-4 6 33 0 0,0 0 0 0 0,0-1 0 0 0,1 2 0 0 0,-5 12 0 0 0,-89 419 1871 0 0,81-352-1671 0 0,-23 154 256 0 0,32-177-269 0 0,4 116 0 0 0,3-170-258 0 0,1 0-1 0 0,0 0 1 0 0,1 0 0 0 0,0 0-1 0 0,1 0 1 0 0,0-1-1 0 0,0 1 1 0 0,8 13-1 0 0,-10-20-52 0 0,0-1-1 0 0,1 0 0 0 0,-1 1 1 0 0,1-1-1 0 0,0 0 0 0 0,0 0 1 0 0,0 0-1 0 0,0 0 0 0 0,0-1 1 0 0,0 1-1 0 0,0 0 1 0 0,1-1-1 0 0,-1 0 0 0 0,1 1 1 0 0,-1-1-1 0 0,1 0 0 0 0,-1 0 1 0 0,1-1-1 0 0,0 1 0 0 0,-1 0 1 0 0,1-1-1 0 0,0 0 0 0 0,0 1 1 0 0,-1-1-1 0 0,1 0 0 0 0,0 0 1 0 0,0-1-1 0 0,-1 1 1 0 0,1-1-1 0 0,0 1 0 0 0,-1-1 1 0 0,1 0-1 0 0,0 0 0 0 0,-1 0 1 0 0,4-2-1 0 0,5-2-197 0 0,-2-1 0 0 0,1 0 1 0 0,-1-1-1 0 0,1 0 0 0 0,-2 0 0 0 0,1-1 1 0 0,-1 0-1 0 0,10-13 0 0 0,53-81-1067 0 0,-61 87 1202 0 0,49-83-580 0 0,50-115 0 0 0,29-115 991 0 0,-113 259 2437 0 0,31-139 0 0 0,-56 207-2454 0 0,-2 11-7 0 0,-26 122 1081 0 0,-19 102 89 0 0,-32 377 889 0 0,79-611-2288 0 0,0 1 1 0 0,0-1 0 0 0,0 1 0 0 0,-1 0 0 0 0,1-1 0 0 0,0 1 0 0 0,0 0 0 0 0,0-1 0 0 0,0 1 0 0 0,1 0 0 0 0,-1-1 0 0 0,0 1 0 0 0,0 0 0 0 0,0-1 0 0 0,0 1 0 0 0,1 0 0 0 0,-1-1-1 0 0,0 1 1 0 0,1-1 0 0 0,-1 1 0 0 0,0 0 0 0 0,1-1 0 0 0,0 1 0 0 0,-1-1-6 0 0,1 0 0 0 0,0 0-1 0 0,-1 0 1 0 0,1 0 0 0 0,-1 0-1 0 0,1 0 1 0 0,-1 0 0 0 0,1 0 0 0 0,-1 0-1 0 0,1 0 1 0 0,-1-1 0 0 0,1 1-1 0 0,-1 0 1 0 0,1 0 0 0 0,-1-1 0 0 0,1 1-1 0 0,-1 0 1 0 0,1-1 0 0 0,-1 1-1 0 0,1-1 1 0 0,22-25-233 0 0,27-51-217 0 0,-31 44 333 0 0,1 2-1 0 0,2 0 1 0 0,1 1 0 0 0,51-50-1 0 0,-73 79 121 0 0,0-1 1 0 0,1 1-1 0 0,0 0 1 0 0,-1 0-1 0 0,1-1 1 0 0,0 1-1 0 0,0 0 0 0 0,0 0 1 0 0,-1 0-1 0 0,1 1 1 0 0,0-1-1 0 0,0 0 0 0 0,0 1 1 0 0,0-1-1 0 0,0 1 1 0 0,1 0-1 0 0,-1 0 0 0 0,0 0 1 0 0,0 0-1 0 0,0 0 1 0 0,0 0-1 0 0,0 0 0 0 0,0 1 1 0 0,0-1-1 0 0,0 1 1 0 0,0-1-1 0 0,0 1 0 0 0,0 0 1 0 0,0 0-1 0 0,0 0 1 0 0,0 0-1 0 0,-1 0 0 0 0,1 0 1 0 0,0 1-1 0 0,-1-1 1 0 0,1 1-1 0 0,-1-1 0 0 0,2 3 1 0 0,3 3 70 0 0,-1 0 0 0 0,0 0 0 0 0,0 1-1 0 0,-1 0 1 0 0,0 0 0 0 0,0 0 0 0 0,4 16 0 0 0,7 47 211 0 0,-13-54-399 0 0,1-1 1 0 0,1 0-1 0 0,1 0 0 0 0,6 18 1 0 0,-8-30-55 0 0,-1 0 0 0 0,1-1 1 0 0,0 1-1 0 0,0-1 0 0 0,0 1 1 0 0,0-1-1 0 0,0 0 0 0 0,1 0 0 0 0,-1 0 1 0 0,1-1-1 0 0,0 0 0 0 0,0 1 1 0 0,0-1-1 0 0,0 0 0 0 0,0-1 0 0 0,1 1 1 0 0,-1-1-1 0 0,0 0 0 0 0,1 0 1 0 0,8 1-1 0 0,7 0-866 0 0,-1-1-1 0 0,1-1 1 0 0,27-3-1 0 0,-11-1-319 0 0,-1-1 0 0 0,0-1 0 0 0,-1-3 0 0 0,61-21 0 0 0,-75 21 1175 0 0,0-1-1 0 0,-1 0 1 0 0,27-20 0 0 0,-33 21 693 0 0,-1-1-1 0 0,0-1 1 0 0,-1 1 0 0 0,-1-2 0 0 0,16-20-1 0 0,-22 24 30 0 0,1 0-1 0 0,-1-1 0 0 0,0 1 1 0 0,-1-1-1 0 0,0 0 0 0 0,-1 0 1 0 0,0 0-1 0 0,0 0 0 0 0,-1-1 1 0 0,1-11-1 0 0,-2 14-172 0 0,0 1 0 0 0,-1 0-1 0 0,1 0 1 0 0,-1-1 0 0 0,0 1 0 0 0,-1 0-1 0 0,-2-8 1 0 0,2 12-225 0 0,1-1 0 0 0,0 0 0 0 0,-1 0 0 0 0,1 0 0 0 0,-1 1 0 0 0,0-1 0 0 0,0 1 0 0 0,0-1 0 0 0,0 1 0 0 0,-1 0 0 0 0,1 0 0 0 0,-1 0 0 0 0,1 0 0 0 0,-6-2 0 0 0,6 3-76 0 0,-1 0-1 0 0,1 0 0 0 0,-1 1 0 0 0,0-1 0 0 0,1 1 1 0 0,-1 0-1 0 0,0-1 0 0 0,1 1 0 0 0,-1 1 0 0 0,0-1 1 0 0,1 0-1 0 0,-1 1 0 0 0,0-1 0 0 0,1 1 0 0 0,-1 0 1 0 0,1 0-1 0 0,-1 0 0 0 0,1 0 0 0 0,-1 0 0 0 0,1 0 1 0 0,-4 3-1 0 0,-2 2 84 0 0,0 0 0 0 0,0 1 0 0 0,0 0 0 0 0,-7 8 0 0 0,-1 4 1 0 0,1 0 0 0 0,0 1 0 0 0,1 0 0 0 0,2 2 0 0 0,-13 25 0 0 0,20-36-116 0 0,0 1 0 0 0,1-1 1 0 0,0 1-1 0 0,1 0 0 0 0,0 0 0 0 0,1 0 1 0 0,0 0-1 0 0,1 1 0 0 0,1-1 1 0 0,0 0-1 0 0,0 1 0 0 0,3 14 0 0 0,-2-22-62 0 0,0-1 0 0 0,0 0 1 0 0,1 0-1 0 0,-1 0 0 0 0,1 0 0 0 0,0 0 0 0 0,0 0 0 0 0,0 0 0 0 0,1 0 0 0 0,-1-1 0 0 0,1 1 0 0 0,0-1 0 0 0,0 0 0 0 0,0 0 0 0 0,0 0 0 0 0,1 0 0 0 0,-1 0 0 0 0,1-1 0 0 0,0 0 0 0 0,0 1 0 0 0,0-1 1 0 0,4 1-1 0 0,-3-2-116 0 0,-1 1 0 0 0,1-2 0 0 0,0 1 0 0 0,0 0 0 0 0,0-1 0 0 0,0 0 0 0 0,0 0 0 0 0,0 0 0 0 0,-1-1 0 0 0,1 0 0 0 0,0 0 0 0 0,0 0 1 0 0,0 0-1 0 0,-1-1 0 0 0,1 0 0 0 0,-1 0 0 0 0,1 0 0 0 0,-1 0 0 0 0,7-5 0 0 0,2-3-97 0 0,0-1 0 0 0,-1-1 1 0 0,-1 1-1 0 0,1-2 0 0 0,-2 0 0 0 0,0 0 0 0 0,0 0 1 0 0,-2-2-1 0 0,14-26 0 0 0,-4-2 890 0 0,-1-1 1 0 0,13-55-1 0 0,-26 82-213 0 0,-7 28 158 0 0,-8 30 236 0 0,7-24-563 0 0,-21 105 836 0 0,22-101-987 0 0,1 1 0 0 0,1 0 0 0 0,2 36 0 0 0,-1-54-149 0 0,1 0-1 0 0,-1 0 0 0 0,1 0 0 0 0,0 0 0 0 0,0 0 0 0 0,1 0 0 0 0,-1 0 1 0 0,1 0-1 0 0,0-1 0 0 0,0 1 0 0 0,0 0 0 0 0,0-1 0 0 0,0 0 0 0 0,1 1 1 0 0,0-1-1 0 0,-1 0 0 0 0,1-1 0 0 0,0 1 0 0 0,1 0 0 0 0,-1-1 0 0 0,0 0 1 0 0,1 1-1 0 0,3 1 0 0 0,0-2-194 0 0,-1 0 0 0 0,1 0 0 0 0,0 0 0 0 0,0-1 0 0 0,-1 0 1 0 0,1 0-1 0 0,0-1 0 0 0,0 0 0 0 0,0 0 0 0 0,0-1 0 0 0,0 1 0 0 0,0-2 0 0 0,7-1 0 0 0,2-1-471 0 0,1-1 0 0 0,-1-1 0 0 0,-1-1 1 0 0,1 0-1 0 0,-1-1 0 0 0,0 0 0 0 0,-1-2 0 0 0,17-13 0 0 0,-12 7-204 0 0,-1-1 0 0 0,-1-1 1 0 0,0-1-1 0 0,-2 0 0 0 0,15-23 0 0 0,-7 3-724 0 0,38-82-1 0 0,0-42 1810 0 0,-43 106 1059 0 0,16-99 0 0 0,-6-61 4182 0 0,-15 105-986 0 0,-9 36-1326 0 0,-17 104-1731 0 0,-5 41 461 0 0,-10 71 0 0 0,11-49-755 0 0,-84 544 2807 0 0,96-596-3893 0 0,-7 93-1 0 0,12-113-2 0 0,0 0 0 0 0,1 0-1 0 0,1 0 1 0 0,7 32 0 0 0,-8-48-85 0 0,-1-1 0 0 0,1 1 0 0 0,0 0 0 0 0,0-1 0 0 0,0 0 0 0 0,1 1 0 0 0,-1-1 0 0 0,1 0 0 0 0,-1 1 0 0 0,1-1-1 0 0,0 0 1 0 0,-1 0 0 0 0,1-1 0 0 0,0 1 0 0 0,0 0 0 0 0,1 0 0 0 0,-1-1 0 0 0,0 1 0 0 0,1-1 0 0 0,-1 0 0 0 0,0 0 0 0 0,1 0 0 0 0,-1 0 0 0 0,1 0 0 0 0,0-1 0 0 0,-1 1 0 0 0,1-1 0 0 0,0 1 0 0 0,-1-1 0 0 0,1 0 0 0 0,0 0 0 0 0,-1 0-1 0 0,1-1 1 0 0,3 0 0 0 0,5-1-481 0 0,0 0 0 0 0,0-1 0 0 0,0-1 0 0 0,0 1 0 0 0,-1-2 0 0 0,20-10 0 0 0,-8 1-1384 0 0,1-1 1 0 0,28-25-1 0 0,-36 26-2058 0 0,25-29-1 0 0,-8-1-5549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7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14 1800 0 0,'-300'-14'20421'0'0,"287"16"-19706"0"0,12-2-702 0 0,1 0 0 0 0,0 1-1 0 0,0-1 1 0 0,0 0 0 0 0,0 0-1 0 0,0 0 1 0 0,0 0 0 0 0,0 0-1 0 0,0 0 1 0 0,-1 0 0 0 0,1 0-1 0 0,0 1 1 0 0,0-1 0 0 0,0 0-1 0 0,0 0 1 0 0,0 0 0 0 0,0 0-1 0 0,0 0 1 0 0,0 1 0 0 0,0-1-1 0 0,0 0 1 0 0,0 0 0 0 0,0 0-1 0 0,0 0 1 0 0,0 0 0 0 0,0 1-1 0 0,0-1 1 0 0,0 0 0 0 0,0 0-1 0 0,0 0 1 0 0,0 0 0 0 0,0 0 0 0 0,0 0-1 0 0,0 1 1 0 0,0-1 0 0 0,0 0-1 0 0,1 0 1 0 0,-1 0 0 0 0,0 0-1 0 0,0 0 1 0 0,0 1 0 0 0,1 0 19 0 0,0 0 1 0 0,0 0-1 0 0,1-1 1 0 0,-1 1-1 0 0,0 0 1 0 0,0 0-1 0 0,1 0 1 0 0,-1-1-1 0 0,1 1 1 0 0,-1-1-1 0 0,3 1 1 0 0,39 6 127 0 0,75 4 1 0 0,-67-8-645 0 0,82-1-2610 0 0,-111-3-81 0 0,44-9 1 0 0,-46 3-1557 0 0,-4-1-2387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7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1 3920 0 0,'-170'2'8204'0'0,"-94"5"4468"0"0,258-7-12371 0 0,0 1 1 0 0,-1 0-1 0 0,1 0 1 0 0,-9 3-1 0 0,28 3-454 0 0,8-3-460 0 0,-1-1 0 0 0,0 0-1 0 0,39-1 1 0 0,-12-1-370 0 0,164 8-4231 0 0,-70-4-1565 0 0,-32-2-1538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9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72 84 0 0,'0'-9'2679'0'0,"1"1"0"0"0,-1-1 0 0 0,4-13 1810 0 0,-5 24-3928 0 0,-6 12-90 0 0,0 0 1 0 0,1 1-1 0 0,1 0 1 0 0,-6 23 0 0 0,-2 5 90 0 0,-155 396 1825 0 0,121-321-1746 0 0,42-111-35 0 0,8-25-476 0 0,9-27-149 0 0,13-36 9 0 0,61-183-13 0 0,-62 204-13 0 0,1 2 0 0 0,45-74-1 0 0,-67 125 11 0 0,2 1 0 0 0,-1-1 0 0 0,1 1 0 0 0,0 0 0 0 0,0 0 0 0 0,0 1 0 0 0,1 0 0 0 0,0 0 0 0 0,0 0 0 0 0,10-6 0 0 0,-14 11 19 0 0,0-1-1 0 0,0 1 1 0 0,0 0 0 0 0,0-1 0 0 0,0 1-1 0 0,0 0 1 0 0,0 0 0 0 0,0 0 0 0 0,0 0 0 0 0,0 1-1 0 0,0-1 1 0 0,0 0 0 0 0,0 1 0 0 0,0 0-1 0 0,0-1 1 0 0,0 1 0 0 0,0 0 0 0 0,-1 0 0 0 0,1 0-1 0 0,0 0 1 0 0,-1 0 0 0 0,1 1 0 0 0,0-1 0 0 0,-1 0-1 0 0,0 1 1 0 0,1-1 0 0 0,-1 1 0 0 0,0-1-1 0 0,2 4 1 0 0,2 2 4 0 0,0 0 0 0 0,0 1-1 0 0,-1 0 1 0 0,-1-1-1 0 0,5 12 1 0 0,3 19 162 0 0,-1 1 0 0 0,-2 1 0 0 0,-1-1-1 0 0,-2 1 1 0 0,-1 47 0 0 0,-18 202 710 0 0,14-281-848 0 0,-9 69-1188 0 0,6-54-1826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9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98 2760 0 0,'-15'-3'2567'0'0,"1"-1"569"0"0,-1 1 0 0 0,1 0-1 0 0,-18 0 1 0 0,274-31-5596 0 0,-79 0-4991 0 0,-105 20 1896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5:59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32 2968 0 0,'-6'-31'14838'0'0,"0"43"-14224"0"0,-33 119 3132 0 0,-12 68-2725 0 0,31-120-768 0 0,1 16-1954 0 0,15-62-2261 0 0,3 0-4859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0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6 221 2988 0 0,'-2'-14'1355'0'0,"0"1"0"0"0,1-1 0 0 0,0 1-1 0 0,1-1 1 0 0,1 0 0 0 0,3-20 0 0 0,-3 29-1212 0 0,0 0 1 0 0,0 0-1 0 0,1 0 0 0 0,0 1 1 0 0,0-1-1 0 0,0 0 1 0 0,1 1-1 0 0,-1 0 0 0 0,1-1 1 0 0,0 1-1 0 0,0 0 1 0 0,1 1-1 0 0,-1-1 1 0 0,1 0-1 0 0,-1 1 0 0 0,1 0 1 0 0,1 0-1 0 0,-1 0 1 0 0,0 1-1 0 0,8-5 0 0 0,-1 3-37 0 0,0 1-1 0 0,0 0 1 0 0,0 0-1 0 0,0 1 0 0 0,0 1 1 0 0,1 0-1 0 0,-1 0 1 0 0,0 1-1 0 0,1 0 0 0 0,-1 1 1 0 0,15 3-1 0 0,-16-2-49 0 0,0 1 0 0 0,0-1-1 0 0,0 1 1 0 0,-1 1 0 0 0,1 0-1 0 0,-1 0 1 0 0,0 1 0 0 0,0 0-1 0 0,-1 1 1 0 0,1 0 0 0 0,-1 0 0 0 0,13 14-1 0 0,-18-17 19 0 0,-1 0 0 0 0,1 0-1 0 0,-1 0 1 0 0,0 0 0 0 0,0 0-1 0 0,0 1 1 0 0,-1-1 0 0 0,1 1-1 0 0,-1-1 1 0 0,0 1 0 0 0,0 0 0 0 0,0-1-1 0 0,0 1 1 0 0,-1 0 0 0 0,0 0-1 0 0,1-1 1 0 0,-2 7 0 0 0,0-4-7 0 0,0-1-1 0 0,0 1 1 0 0,-1-1 0 0 0,0 0 0 0 0,0 1 0 0 0,0-1 0 0 0,-1 0 0 0 0,0 0 0 0 0,0 0 0 0 0,-6 7 0 0 0,-3 1 91 0 0,-1 0 1 0 0,0 0 0 0 0,-1-1-1 0 0,0-1 1 0 0,-1 0 0 0 0,-20 10-1 0 0,-16 6 843 0 0,56-26-981 0 0,1 0 0 0 0,0 0 0 0 0,0 0 0 0 0,-1 1 0 0 0,1 0 0 0 0,7 3 0 0 0,3 1-42 0 0,-2 1 0 0 0,21 12 1 0 0,-21-10 147 0 0,-1 1 0 0 0,0 1 0 0 0,-1 0 1 0 0,0 0-1 0 0,-1 1 0 0 0,0 1 1 0 0,-1 0-1 0 0,12 21 0 0 0,-19-29 41 0 0,0 0 1 0 0,0 0-1 0 0,-1 0 0 0 0,0 1 0 0 0,0-1 1 0 0,-1 1-1 0 0,1-1 0 0 0,-1 1 0 0 0,0 0 1 0 0,-1-1-1 0 0,1 1 0 0 0,-1 0 1 0 0,0 0-1 0 0,-1 0 0 0 0,0-1 0 0 0,1 1 1 0 0,-2 0-1 0 0,1-1 0 0 0,-1 1 0 0 0,1-1 1 0 0,-2 1-1 0 0,1-1 0 0 0,-1 0 0 0 0,1 0 1 0 0,-1 0-1 0 0,-1 0 0 0 0,-4 5 1 0 0,-1 0 68 0 0,0 0 0 0 0,-1-1 0 0 0,0 0 0 0 0,-1-1 0 0 0,0 0 0 0 0,0-1 0 0 0,-1 0 0 0 0,-23 10 0 0 0,27-14-397 0 0,0 0-1 0 0,0 0 0 0 0,-1-1 0 0 0,1 0 1 0 0,-1 0-1 0 0,1-1 0 0 0,-1 0 1 0 0,0-1-1 0 0,1 1 0 0 0,-1-2 1 0 0,0 1-1 0 0,1-1 0 0 0,-1-1 1 0 0,-15-4-1 0 0,22 5-93 0 0,0 1 1 0 0,0-1-1 0 0,0 0 1 0 0,0 0-1 0 0,0 0 1 0 0,0 0-1 0 0,0-1 0 0 0,0 1 1 0 0,0 0-1 0 0,1-1 1 0 0,-1 0-1 0 0,1 1 1 0 0,-1-1-1 0 0,1 0 1 0 0,0 1-1 0 0,-1-1 0 0 0,1 0 1 0 0,0 0-1 0 0,0 0 1 0 0,0 0-1 0 0,1 0 1 0 0,-1 0-1 0 0,-1-5 1 0 0,2 2-692 0 0,0 1 0 0 0,0-1 1 0 0,0 0-1 0 0,1 0 0 0 0,0 1 1 0 0,0-1-1 0 0,0 1 0 0 0,0-1 1 0 0,1 0-1 0 0,2-4 0 0 0,6-18-7378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0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201 132 3036 0 0,'9'-116'13327'0'0,"-9"115"-13265"0"0,0 1 0 0 0,0-1 0 0 0,0 1 0 0 0,0-1 0 0 0,0 1 0 0 0,0-1-1 0 0,0 0 1 0 0,0 1 0 0 0,0-1 0 0 0,0 1 0 0 0,0-1 0 0 0,0 1 0 0 0,0-1-1 0 0,0 1 1 0 0,1-1 0 0 0,-1 1 0 0 0,0 0 0 0 0,0-1 0 0 0,1 1 0 0 0,-1-1-1 0 0,0 1 1 0 0,1-1 0 0 0,-1 1 0 0 0,1 0 0 0 0,-1-1 0 0 0,0 1 0 0 0,1 0-1 0 0,-1-1 1 0 0,1 1 0 0 0,-1 0 0 0 0,1 0 0 0 0,-1 0 0 0 0,1-1 0 0 0,0 1-1 0 0,1 0 35 0 0,-1 0-1 0 0,1 0 1 0 0,0 1 0 0 0,-1-1-1 0 0,1 0 1 0 0,0 1-1 0 0,-1-1 1 0 0,1 1-1 0 0,-1 0 1 0 0,1-1-1 0 0,1 2 1 0 0,34 25 1074 0 0,-37-27-1165 0 0,27 25 299 0 0,-2 1 1 0 0,-1 1-1 0 0,-1 1 0 0 0,-1 1 1 0 0,-1 1-1 0 0,-2 1 1 0 0,-1 1-1 0 0,-2 0 0 0 0,-1 2 1 0 0,11 35-1 0 0,-5-2-142 0 0,-3 1-1 0 0,-3 0 1 0 0,-3 2-1 0 0,3 88 1 0 0,-13-114-226 0 0,-2 0 0 0 0,-2 0 1 0 0,-2 0-1 0 0,-2 0 0 0 0,-2-1 1 0 0,-1 0-1 0 0,-3-1 0 0 0,-1 0 0 0 0,-37 78 1 0 0,33-88-476 0 0,0-2-1 0 0,-3 0 1 0 0,0-1 0 0 0,-2-1 0 0 0,-34 35 0 0 0,34-42-442 0 0,-1-1 0 0 0,0-1 0 0 0,-2-1 0 0 0,0-2 0 0 0,-1 0 0 0 0,-48 21 0 0 0,15-16-3730 0 0,-4-4-2441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1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77 2528 0 0,'44'-61'9814'0'0,"-34"46"-5718"0"0,-24 21-3321 0 0,4 3-512 0 0,1 0 0 0 0,0 1 0 0 0,0 0 1 0 0,-11 18-1 0 0,1-2 98 0 0,-38 49 306 0 0,4 2-1 0 0,4 2 0 0 0,3 3 0 0 0,4 2 1 0 0,3 1-1 0 0,-30 99 0 0 0,58-146-545 0 0,1 0 0 0 0,2 1 0 0 0,1 0 0 0 0,3 1 0 0 0,1 0 0 0 0,1-1 0 0 0,3 1 0 0 0,10 73 0 0 0,-7-88-176 0 0,1-1 0 0 0,2 0 0 0 0,1 0 0 0 0,0 0 0 0 0,2-1 1 0 0,0 0-1 0 0,2-1 0 0 0,1 0 0 0 0,0-1 0 0 0,2-1 0 0 0,0 0 0 0 0,1 0 0 0 0,1-2 1 0 0,1 0-1 0 0,21 16 0 0 0,-12-14-602 0 0,1-2 1 0 0,1-1 0 0 0,0-1-1 0 0,1-1 1 0 0,1-2-1 0 0,47 15 1 0 0,-24-14-2064 0 0,1-2-1 0 0,1-2 1 0 0,58 2 0 0 0,-42-9-3165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1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52 2972 0 0,'16'-31'13889'0'0,"-16"15"-10777"0"0,0 15-2629 0 0,-15-2 635 0 0,4 6-874 0 0,0 0 0 0 0,1 1 0 0 0,-1 0 0 0 0,1 1-1 0 0,0 0 1 0 0,-11 8 0 0 0,-59 46 719 0 0,58-42-745 0 0,-11 8-22 0 0,2 2-1 0 0,-29 32 1 0 0,48-47-153 0 0,1 1 1 0 0,1 0 0 0 0,0 1 0 0 0,1 1 0 0 0,0-1 0 0 0,1 1 0 0 0,-10 28 0 0 0,16-37-26 0 0,0 1 0 0 0,1-1 0 0 0,0 0 1 0 0,0 0-1 0 0,0 1 0 0 0,1-1 0 0 0,0 0 1 0 0,0 1-1 0 0,0-1 0 0 0,1 0 1 0 0,0 1-1 0 0,1-1 0 0 0,-1 0 0 0 0,1 0 1 0 0,0 0-1 0 0,0 0 0 0 0,1 0 0 0 0,0-1 1 0 0,5 9-1 0 0,-2-7-5 0 0,0 0 1 0 0,0 0-1 0 0,0-1 1 0 0,1 0-1 0 0,-1 0 1 0 0,2 0-1 0 0,-1-1 1 0 0,1 0-1 0 0,-1-1 1 0 0,1 0-1 0 0,0 0 1 0 0,1 0-1 0 0,11 2 1 0 0,22 5 274 0 0,84 8 1 0 0,-98-16 46 0 0,11 2 510 0 0,-36-5-831 0 0,5 3-129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2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84 356 0 0,'-10'-12'7531'0'0,"-28"-19"4048"0"0,17 18-7804 0 0,20 13-3759 0 0,1 0 0 0 0,0 0 0 0 0,0-1-1 0 0,0 1 1 0 0,0 0 0 0 0,-1 0 0 0 0,1 0-1 0 0,0-1 1 0 0,0 1 0 0 0,0 0 0 0 0,0 0-1 0 0,0-1 1 0 0,0 1 0 0 0,0 0 0 0 0,0 0-1 0 0,0-1 1 0 0,0 1 0 0 0,0 0 0 0 0,0 0-1 0 0,0-1 1 0 0,0 1 0 0 0,0 0 0 0 0,0 0-1 0 0,0-1 1 0 0,0 1 0 0 0,0 0 0 0 0,0 0-1 0 0,0 0 1 0 0,0-1 0 0 0,1 1 0 0 0,-1 0-1 0 0,0 0 1 0 0,0-1 0 0 0,0 1-1 0 0,11-5 187 0 0,23 0-206 0 0,-24 4 81 0 0,111-7-2185 0 0,-43 7-5423 0 0,-76 1 7190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2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1 224 0 0,'-39'19'7648'0'0,"-40"26"-1"0"0,73-42-6645 0 0,-12 11 753 0 0,17-14-1707 0 0,1 0 0 0 0,0 1 0 0 0,-1-1 0 0 0,1 0 0 0 0,0 1 0 0 0,-1-1 0 0 0,1 0 0 0 0,0 1 0 0 0,0-1 0 0 0,-1 1 0 0 0,1-1 0 0 0,0 1 0 0 0,0-1 0 0 0,0 1 0 0 0,0-1 0 0 0,0 0 0 0 0,0 1 0 0 0,0-1 1 0 0,0 1-1 0 0,0-1 0 0 0,0 1 0 0 0,0-1 0 0 0,0 1 0 0 0,0-1 0 0 0,0 1 0 0 0,0-1 0 0 0,0 1 0 0 0,0-1 0 0 0,0 1 0 0 0,1-1 0 0 0,-1 0 0 0 0,0 1 0 0 0,0-1 0 0 0,1 1 0 0 0,-1-1 0 0 0,1 1-15 0 0,0 0 1 0 0,0 0-1 0 0,0-1 0 0 0,0 1 0 0 0,0-1 0 0 0,1 1 1 0 0,-1 0-1 0 0,0-1 0 0 0,0 0 0 0 0,0 1 0 0 0,0-1 1 0 0,1 0-1 0 0,-1 0 0 0 0,0 0 0 0 0,0 1 0 0 0,2-2 1 0 0,1 2 51 0 0,48 6-76 0 0,100 0 1 0 0,-120-7-480 0 0,126-1-3179 0 0,-53-3-2854 0 0,-35-1-1145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2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0 244 3292 0 0,'30'-32'13485'0'0,"-30"32"-13277"0"0,1 0 0 0 0,-1-1 0 0 0,1 1 0 0 0,-1 0 1 0 0,1 0-1 0 0,-1 0 0 0 0,1 0 0 0 0,2 3 90 0 0,0 1 0 0 0,-1 0 0 0 0,0-1 0 0 0,0 1 0 0 0,0 0 0 0 0,0 0 0 0 0,-1 0 0 0 0,0 0 0 0 0,1 0 1 0 0,-1 0-1 0 0,0 9 0 0 0,3 54 1358 0 0,-3-49-1271 0 0,0 56 383 0 0,-3-1 1 0 0,-20 123 0 0 0,20-165-575 0 0,1-24-72 0 0,1 0-1 0 0,-1 0 1 0 0,0-1-1 0 0,-2 8 1 0 0,3-12 81 0 0,-1-2-199 0 0,0-1 0 0 0,0 1 0 0 0,0-1 0 0 0,1 1 0 0 0,-1-1 0 0 0,0 1 0 0 0,1-1 0 0 0,-1 1 0 0 0,0-1 0 0 0,1 0 0 0 0,-1 0 0 0 0,1 1 0 0 0,-1-1 0 0 0,1 0 0 0 0,-1 0-1 0 0,1 1 1 0 0,0-1 0 0 0,-1 0 0 0 0,1 0 0 0 0,0 0 0 0 0,0 0 0 0 0,0 1 0 0 0,-1-1 0 0 0,1 0 0 0 0,0-1 0 0 0,-3-24 25 0 0,3 26-29 0 0,0-24-30 0 0,1 0 0 0 0,1 1 0 0 0,1-1 0 0 0,1 1 0 0 0,9-28-1 0 0,45-110-399 0 0,-32 102 287 0 0,46-79 0 0 0,-55 111 71 0 0,1 1 0 0 0,1 1-1 0 0,1 0 1 0 0,45-42-1 0 0,-62 64 53 0 0,0 1-1 0 0,0-1 1 0 0,0 1-1 0 0,0 0 0 0 0,0 0 1 0 0,1 0-1 0 0,-1 0 0 0 0,1 1 1 0 0,-1 0-1 0 0,1-1 1 0 0,0 1-1 0 0,-1 0 0 0 0,8 0 1 0 0,-9 1 21 0 0,1 0 0 0 0,-1 1 0 0 0,1-1 1 0 0,0 1-1 0 0,-1-1 0 0 0,1 1 0 0 0,-1 0 1 0 0,1 0-1 0 0,-1 0 0 0 0,0 0 0 0 0,1 1 1 0 0,-1-1-1 0 0,0 1 0 0 0,0-1 0 0 0,0 1 1 0 0,0 0-1 0 0,0-1 0 0 0,0 1 0 0 0,0 0 1 0 0,-1 1-1 0 0,2 1 0 0 0,6 10 95 0 0,-1 0 1 0 0,-1 1-1 0 0,0-1 0 0 0,-1 1 1 0 0,0 1-1 0 0,-1-1 0 0 0,3 24 0 0 0,12 115 750 0 0,-19-148-936 0 0,11 176 1210 0 0,-13-91-1972 0 0,-9-2-4488 0 0,10-88 4773 0 0,0 1-1 0 0,-1-1 0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3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81 117 828 0 0,'-80'-69'20402'0'0,"79"68"-19975"0"0,2-3 59 0 0,-1 4-474 0 0,0 0 1 0 0,0-1-1 0 0,0 1 1 0 0,0-1 0 0 0,0 1-1 0 0,0 0 1 0 0,0-1-1 0 0,0 1 1 0 0,1-1-1 0 0,-1 1 1 0 0,0 0-1 0 0,0-1 1 0 0,0 1 0 0 0,0 0-1 0 0,0-1 1 0 0,1 1-1 0 0,-1 0 1 0 0,0-1-1 0 0,0 1 1 0 0,1 0-1 0 0,-1-1 1 0 0,0 1 0 0 0,0 0-1 0 0,1 0 1 0 0,-1-1-1 0 0,0 1 1 0 0,1 0-1 0 0,-1 0 1 0 0,1-1-1 0 0,17-4-360 0 0,0 1 0 0 0,0 1-1 0 0,1 0 1 0 0,-1 1 0 0 0,34 1-1 0 0,-12 0-1349 0 0,84-7-7922 0 0,-77 2 2913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3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82 524 0 0,'35'-81'19434'0'0,"-55"100"-17557"0"0,-5 12-967 0 0,0 2 0 0 0,3 0-1 0 0,-21 40 1 0 0,18-29-362 0 0,-271 561 3479 0 0,287-582-4063 0 0,-57 140 415 0 0,57-134-1702 0 0,-11 55 1 0 0,19-78 839 0 0,1 0 1 0 0,-1 0 0 0 0,1 0 0 0 0,0 1 0 0 0,0-1 0 0 0,2 7-1 0 0,7 8-3452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3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91 2036 0 0,'3'-65'13466'0'0,"-2"39"-8190"0"0,-5 51-3520 0 0,-17 149 2627 0 0,-39 84-4021 0 0,41-199-3849 0 0,5-23-3882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4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3132 0 0,'2'-10'1233'0'0,"0"-1"0"0"0,1 1 0 0 0,0-1 0 0 0,1 1-1 0 0,0 0 1 0 0,1 0 0 0 0,7-10 0 0 0,-8 14-980 0 0,-1 2-1 0 0,2-1 1 0 0,-1 0 0 0 0,0 1-1 0 0,1 0 1 0 0,0 0 0 0 0,0 0 0 0 0,0 0-1 0 0,0 1 1 0 0,1 0 0 0 0,-1 0-1 0 0,1 1 1 0 0,10-4 0 0 0,-5 3-136 0 0,1 0 0 0 0,0 1-1 0 0,0 1 1 0 0,0 0 0 0 0,0 1 0 0 0,0 0 0 0 0,0 0 0 0 0,0 2 0 0 0,0-1 0 0 0,0 2 0 0 0,0-1-1 0 0,-1 2 1 0 0,1-1 0 0 0,-1 1 0 0 0,12 7 0 0 0,-11-5-77 0 0,-1 0 0 0 0,1 1 1 0 0,-1 0-1 0 0,0 1 0 0 0,-1 0 0 0 0,1 1 1 0 0,-2 0-1 0 0,1 1 0 0 0,-1 0 0 0 0,-1 0 1 0 0,0 1-1 0 0,0 0 0 0 0,7 16 0 0 0,-13-22 22 0 0,0 0 1 0 0,0 0-1 0 0,-1 0 0 0 0,1 0 0 0 0,-1 0 0 0 0,0 0 0 0 0,-1 1 0 0 0,1-1 0 0 0,-1 0 0 0 0,0 0 0 0 0,-1 1 0 0 0,1-1 0 0 0,-1 0 0 0 0,0 0 0 0 0,0 1 1 0 0,-1-1-1 0 0,1 0 0 0 0,-1 0 0 0 0,0-1 0 0 0,-1 1 0 0 0,1 0 0 0 0,-1-1 0 0 0,-6 9 0 0 0,-5 4 462 0 0,-1 0 0 0 0,-1-2 0 0 0,0 0 1 0 0,-24 17-1 0 0,28-22 292 0 0,11-9-557 0 0,1-1-257 0 0,0 0 1 0 0,0 0 0 0 0,0 0-1 0 0,1 0 1 0 0,-1 0 0 0 0,0 0 0 0 0,0 0-1 0 0,0 0 1 0 0,0 0 0 0 0,1 0 0 0 0,-1 0-1 0 0,0 1 1 0 0,0-1 0 0 0,0 0 0 0 0,0 0-1 0 0,0 0 1 0 0,0 0 0 0 0,1 0-1 0 0,-1 0 1 0 0,0 0 0 0 0,0 0 0 0 0,0 1-1 0 0,0-1 1 0 0,0 0 0 0 0,0 0 0 0 0,0 0-1 0 0,0 0 1 0 0,0 0 0 0 0,0 1 0 0 0,0-1-1 0 0,0 0 1 0 0,0 0 0 0 0,1 0 0 0 0,-1 0-1 0 0,0 0 1 0 0,0 1 0 0 0,0-1-1 0 0,0 0 1 0 0,0 0 0 0 0,-1 0 0 0 0,1 0-1 0 0,0 1 1 0 0,0-1 0 0 0,0 0 0 0 0,0 0-1 0 0,0 0 1 0 0,0 0 0 0 0,0 0 0 0 0,0 1-1 0 0,0-1 1 0 0,0 0 0 0 0,0 0-1 0 0,0 0 1 0 0,-1 0 0 0 0,1 0 0 0 0,4 1-4 0 0,-2-1-23 0 0,2 0 46 0 0,10 3-45 0 0,-1 1 0 0 0,0 0 0 0 0,0 0 0 0 0,-1 1 0 0 0,1 1 1 0 0,-1 0-1 0 0,0 1 0 0 0,-1 0 0 0 0,1 1 0 0 0,14 13 1 0 0,-10-6 12 0 0,0 0 0 0 0,-1 1 1 0 0,-1 1-1 0 0,-1 0 0 0 0,0 0 1 0 0,11 22-1 0 0,-21-34 83 0 0,-1-1-1 0 0,1 1 1 0 0,-1 0 0 0 0,0 0 0 0 0,0 0 0 0 0,-1 0 0 0 0,0 0-1 0 0,0 0 1 0 0,0 0 0 0 0,0 0 0 0 0,-1 0 0 0 0,0 6-1 0 0,0-7 1 0 0,-1-1-1 0 0,0 0 1 0 0,0 0-1 0 0,0 1 0 0 0,-1-1 1 0 0,1 0-1 0 0,-1 0 1 0 0,1 0-1 0 0,-1 0 1 0 0,0-1-1 0 0,0 1 0 0 0,0 0 1 0 0,-1-1-1 0 0,1 1 1 0 0,-1-1-1 0 0,1 0 0 0 0,-1 0 1 0 0,0 0-1 0 0,-4 2 1 0 0,-6 4 53 0 0,0-2 1 0 0,-1 0-1 0 0,0-1 0 0 0,0 0 1 0 0,-1-1-1 0 0,1 0 1 0 0,-1-1-1 0 0,0-1 0 0 0,-19 1 1 0 0,-19-2 119 0 0,-64-6-1 0 0,108 4-219 0 0,-11-1-319 0 0,0-1 0 0 0,0-1-1 0 0,0-1 1 0 0,-27-10-1 0 0,46 15 122 0 0,0 0-1 0 0,0-1 0 0 0,0 1 0 0 0,1 0 0 0 0,-1-1 0 0 0,0 1 0 0 0,0-1 0 0 0,0 1 0 0 0,0-1 0 0 0,0 0 0 0 0,1 1 0 0 0,-1-1 0 0 0,0 0 0 0 0,0 1 0 0 0,1-1 0 0 0,-1 0 0 0 0,0 0 1 0 0,1 0-1 0 0,-1 0 0 0 0,1 1 0 0 0,-1-3 0 0 0,1 2-7 0 0,0 0 0 0 0,0 0 0 0 0,0 0 0 0 0,0 0 1 0 0,0 0-1 0 0,1 1 0 0 0,-1-1 0 0 0,0 0 0 0 0,1 0 0 0 0,-1 0 0 0 0,0 0 1 0 0,1 1-1 0 0,-1-1 0 0 0,1 0 0 0 0,0 0 0 0 0,-1 1 0 0 0,1-1 1 0 0,1-1-1 0 0,3-3-1682 0 0,1 1 0 0 0,0 0 0 0 0,0 0 0 0 0,10-5 1 0 0,7-3-5897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4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312 106 2860 0 0,'6'-3'1092'0'0,"0"-1"0"0"0,0 0 0 0 0,-1 0 0 0 0,1 0 0 0 0,-1 0 0 0 0,0-1 0 0 0,-1 0 0 0 0,1 0 0 0 0,-1-1 0 0 0,0 1 0 0 0,0-1 0 0 0,0 0 0 0 0,-1 0 0 0 0,0 0 0 0 0,4-13 0 0 0,-7 19-1046 0 0,0-1 0 0 0,1 1 0 0 0,-1 0 1 0 0,0-1-1 0 0,0 1 0 0 0,0-1 0 0 0,0 1 0 0 0,0-1 1 0 0,0 1-1 0 0,0 0 0 0 0,0-1 0 0 0,0 1 0 0 0,0-1 0 0 0,-1 1 1 0 0,1-1-1 0 0,0 1 0 0 0,0 0 0 0 0,0-1 0 0 0,0 1 1 0 0,-1 0-1 0 0,1-1 0 0 0,0 1 0 0 0,0 0 0 0 0,-1-1 0 0 0,1 1 1 0 0,0 0-1 0 0,-1-1 0 0 0,1 1 0 0 0,0 0 0 0 0,-1 0 1 0 0,1-1-1 0 0,0 1 0 0 0,-1 0 0 0 0,1 0 0 0 0,0 0 0 0 0,-1-1 1 0 0,1 1-1 0 0,-1 0 0 0 0,1 0 0 0 0,-1 0 0 0 0,1 0 1 0 0,0 0-1 0 0,-1 0 0 0 0,1 0 0 0 0,-1 0 0 0 0,-20 3 988 0 0,2 2-630 0 0,0 1 1 0 0,0 1-1 0 0,0 1 0 0 0,1 1 1 0 0,1 1-1 0 0,-1 0 0 0 0,2 1 1 0 0,-1 1-1 0 0,-18 17 0 0 0,17-12-308 0 0,1 1 0 0 0,0 0 0 0 0,1 1 0 0 0,1 1-1 0 0,1 0 1 0 0,1 1 0 0 0,-12 27 0 0 0,20-38-75 0 0,1 2 0 0 0,0-1 0 0 0,1 0 0 0 0,0 1 0 0 0,1-1 0 0 0,0 1 0 0 0,0 0 0 0 0,2 0 0 0 0,0 17 0 0 0,1-21-16 0 0,-1 0-1 0 0,2 0 0 0 0,-1-1 0 0 0,1 1 1 0 0,0 0-1 0 0,1-1 0 0 0,0 1 1 0 0,0-1-1 0 0,1 0 0 0 0,0 0 0 0 0,0 0 1 0 0,0-1-1 0 0,1 1 0 0 0,0-1 0 0 0,6 6 1 0 0,-4-5-294 0 0,1-1 1 0 0,0 0 0 0 0,0 0 0 0 0,0-1-1 0 0,0 0 1 0 0,1 0 0 0 0,0-1 0 0 0,16 6-1 0 0,-16-7-369 0 0,0-1 0 0 0,0-1 0 0 0,0 0 0 0 0,0 0 0 0 0,0 0 0 0 0,0-1 0 0 0,0-1 0 0 0,0 0 0 0 0,16-3 0 0 0,-13 2-2135 0 0,0-1-1 0 0,23-10 0 0 0,-3-3-5825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519 90 2292 0 0,'-18'-28'5493'0'0,"9"15"-2339"0"0,1 0 1 0 0,-10-22 985 0 0,20 35-3980 0 0,0 1 0 0 0,0-1 1 0 0,0 1-1 0 0,0-1 1 0 0,0 1-1 0 0,0 0 0 0 0,0 0 1 0 0,0 0-1 0 0,0 0 0 0 0,-1 0 1 0 0,1 1-1 0 0,0-1 0 0 0,1 2 1 0 0,23 25 613 0 0,-18-19-428 0 0,26 29 130 0 0,-2 1 0 0 0,-2 2 0 0 0,-1 2 0 0 0,-2 0-1 0 0,-3 2 1 0 0,-1 0 0 0 0,-2 2 0 0 0,-3 0 0 0 0,-1 1-1 0 0,12 61 1 0 0,-22-70-390 0 0,-2 0 0 0 0,-2 0 0 0 0,-1 1 1 0 0,-2-1-1 0 0,-2 1 0 0 0,-1-1 0 0 0,-2 0 0 0 0,-2 0 0 0 0,-2-1 0 0 0,-1 1 0 0 0,-27 64 0 0 0,19-63-436 0 0,-2-1 0 0 0,-1 0 0 0 0,-2-2 0 0 0,-2 0 0 0 0,-1-2 0 0 0,-2-1-1 0 0,-1-1 1 0 0,-2-1 0 0 0,-1-2 0 0 0,-47 35 0 0 0,26-27-1871 0 0,-87 45 0 0 0,1-22-5710 0 0,47-29-1307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5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23 496 0 0,'-46'6'1165'0'0,"40"-6"-1181"0"0,29-5 504 0 0,147-15-465 0 0,-144 16-735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9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383 113 408 0 0,'10'-8'6199'0'0,"-8"6"-5619"0"0,0 0-1 0 0,-1 0 0 0 0,1 0 0 0 0,-1 0 1 0 0,0 0-1 0 0,1 0 0 0 0,-1-1 1 0 0,0 1-1 0 0,0 0 0 0 0,-1-1 1 0 0,1 1-1 0 0,0-1 0 0 0,0-2 1 0 0,-1 3-406 0 0,0-1 1 0 0,0 1-1 0 0,0-1 1 0 0,0 1-1 0 0,0-1 1 0 0,-1 1-1 0 0,1-1 1 0 0,-1 0-1 0 0,0 1 1 0 0,0 0-1 0 0,0-1 1 0 0,0 1-1 0 0,0 0 1 0 0,0-1-1 0 0,-1 1 1 0 0,1 0-1 0 0,-1 0 1 0 0,1 0-1 0 0,-1 0 1 0 0,0 0 0 0 0,-2-2-1 0 0,2 2-149 0 0,-1 0-1 0 0,1 1 0 0 0,-1-1 1 0 0,0 0-1 0 0,0 1 1 0 0,1-1-1 0 0,-1 1 1 0 0,0 0-1 0 0,0 0 1 0 0,0 0-1 0 0,0 1 1 0 0,0-1-1 0 0,-1 1 1 0 0,1-1-1 0 0,0 1 1 0 0,-6 0-1 0 0,3 1-19 0 0,1 0 0 0 0,-1 1 0 0 0,0-1 0 0 0,1 1 0 0 0,-1 0-1 0 0,1 1 1 0 0,0-1 0 0 0,-8 6 0 0 0,-5 4-21 0 0,1 2 0 0 0,0 0 0 0 0,-27 30-1 0 0,18-15 18 0 0,1 1 0 0 0,-36 56-1 0 0,51-69-7 0 0,0 2-1 0 0,1-1 1 0 0,1 1-1 0 0,0 0 0 0 0,2 1 1 0 0,-8 37-1 0 0,13-52 9 0 0,1 0-1 0 0,-1 0 1 0 0,1 0-1 0 0,0 0 1 0 0,0 1-1 0 0,1-1 1 0 0,-1 0-1 0 0,1 0 1 0 0,0 0-1 0 0,2 5 0 0 0,-2-8 4 0 0,0 1 0 0 0,1-1 0 0 0,-1 0-1 0 0,1 1 1 0 0,-1-1 0 0 0,1 0 0 0 0,-1 0-1 0 0,1 0 1 0 0,0 0 0 0 0,0 0 0 0 0,0-1-1 0 0,0 1 1 0 0,1 0 0 0 0,-1-1 0 0 0,0 0-1 0 0,1 1 1 0 0,-1-1 0 0 0,0 0 0 0 0,1 0-1 0 0,3 0 1 0 0,-1 0 4 0 0,1 0 0 0 0,-1 0 0 0 0,0-1 1 0 0,1 0-1 0 0,-1 0 0 0 0,1-1 0 0 0,-1 1 0 0 0,0-1 0 0 0,0 0 0 0 0,0-1 0 0 0,1 1 0 0 0,-1-1 1 0 0,0 0-1 0 0,-1 0 0 0 0,1-1 0 0 0,0 0 0 0 0,-1 1 0 0 0,1-1 0 0 0,5-5 0 0 0,2-3 10 0 0,1 0 0 0 0,-2-1 0 0 0,1-1 0 0 0,17-26 0 0 0,-13 15-7 0 0,-2-1-1 0 0,0 0 1 0 0,16-45-1 0 0,21-94 1424 0 0,-50 162-1442 0 0,-2 20 18 0 0,-1 0-1 0 0,-6 28 0 0 0,-2 10 64 0 0,8-42-102 0 0,-1 14 68 0 0,0-1 0 0 0,4 52 0 0 0,-1-72-176 0 0,1 0 1 0 0,0-1 0 0 0,0 1 0 0 0,0-1 0 0 0,1 1 0 0 0,0-1 0 0 0,0 0 0 0 0,1 0 0 0 0,0 0 0 0 0,0 0 0 0 0,0 0 0 0 0,1-1 0 0 0,0 1 0 0 0,0-1 0 0 0,0 0 0 0 0,1 0 0 0 0,8 6 0 0 0,-11-9-54 0 0,1 0 0 0 0,-1 0 1 0 0,1-1-1 0 0,0 1 0 0 0,0-1 0 0 0,0 0 0 0 0,0 0 1 0 0,0 0-1 0 0,0 0 0 0 0,0-1 0 0 0,0 1 0 0 0,0-1 1 0 0,0 0-1 0 0,0 1 0 0 0,0-1 0 0 0,4-1 0 0 0,-2 0-78 0 0,-1 0 0 0 0,1 0-1 0 0,0-1 1 0 0,-1 0 0 0 0,1 0-1 0 0,0 0 1 0 0,-1 0 0 0 0,0-1-1 0 0,6-3 1 0 0,0-3-171 0 0,1-1-1 0 0,-1 1 0 0 0,-1-1 1 0 0,0-1-1 0 0,0 0 1 0 0,9-15-1 0 0,4-16 424 0 0,-1 0 0 0 0,18-55-1 0 0,-11 27 988 0 0,-28 69-947 0 0,0 0 0 0 0,1 0-1 0 0,-1 0 1 0 0,1 0 0 0 0,-1 0-1 0 0,1 0 1 0 0,-1 0 0 0 0,1 0-1 0 0,-1 0 1 0 0,1 1 0 0 0,0-1-1 0 0,0 0 1 0 0,-1 0 0 0 0,1 1-1 0 0,0-1 1 0 0,0 0 0 0 0,0 1-1 0 0,0-1 1 0 0,0 1-1 0 0,0-1 1 0 0,0 1 0 0 0,0-1-1 0 0,0 1 1 0 0,0 0 0 0 0,0 0-1 0 0,2-1 1 0 0,-2 1 28 0 0,1 1 0 0 0,0-1 0 0 0,0 1 0 0 0,0-1-1 0 0,0 1 1 0 0,0 0 0 0 0,-1 0 0 0 0,1-1 0 0 0,0 1 0 0 0,-1 0-1 0 0,1 1 1 0 0,0-1 0 0 0,1 2 0 0 0,5 5 275 0 0,0 0-1 0 0,-1 1 1 0 0,12 17 0 0 0,-12-14 39 0 0,0 0 0 0 0,-1 0 0 0 0,-1 0 0 0 0,0 1 0 0 0,0 0 0 0 0,-2 0 0 0 0,1 0-1 0 0,-2 0 1 0 0,0 1 0 0 0,0-1 0 0 0,-2 1 0 0 0,1-1 0 0 0,-2 1 0 0 0,1-1 0 0 0,-6 26 0 0 0,5-35-186 0 0,-1-1 0 0 0,1 1 0 0 0,0-1 0 0 0,-1 0 0 0 0,0 1 0 0 0,0-1 0 0 0,0 0 0 0 0,-4 5 0 0 0,4-7-16 0 0,-7-10 143 0 0,7 4-304 0 0,1-1 1 0 0,0 0-1 0 0,0 1 0 0 0,0-1 0 0 0,1 0 1 0 0,0 1-1 0 0,0-1 0 0 0,1 0 1 0 0,-1 1-1 0 0,1-1 0 0 0,0 0 1 0 0,1 1-1 0 0,2-7 0 0 0,2-6-31 0 0,1 0-1 0 0,16-30 1 0 0,-13 30-1 0 0,1 0 1 0 0,0 1 0 0 0,1 1 0 0 0,1 0 0 0 0,1 0-1 0 0,0 2 1 0 0,24-19 0 0 0,-33 28 20 0 0,1 1 0 0 0,-1 0 1 0 0,1 1-1 0 0,0-1 0 0 0,0 1 1 0 0,0 0-1 0 0,1 1 0 0 0,-1-1 1 0 0,1 1-1 0 0,-1 1 0 0 0,1-1 0 0 0,0 1 1 0 0,0 0-1 0 0,0 1 0 0 0,-1 0 1 0 0,1 0-1 0 0,0 0 0 0 0,0 1 0 0 0,0 0 1 0 0,-1 0-1 0 0,1 1 0 0 0,0-1 1 0 0,-1 2-1 0 0,1-1 0 0 0,11 7 1 0 0,-13-6 13 0 0,1 1 0 0 0,-1 0 0 0 0,0 0 0 0 0,0 1 0 0 0,-1-1 1 0 0,1 1-1 0 0,-1 0 0 0 0,0 1 0 0 0,0-1 0 0 0,-1 1 0 0 0,0-1 1 0 0,0 1-1 0 0,4 10 0 0 0,2 9-6 0 0,-2 0 1 0 0,6 30-1 0 0,-2-5-571 0 0,-8-41 112 0 0,0 0 0 0 0,0 0-1 0 0,0-1 1 0 0,1 1 0 0 0,1-1-1 0 0,0 0 1 0 0,9 13 0 0 0,-10-16-196 0 0,0 0 0 0 0,1-1 0 0 0,-1 0 0 0 0,1 0-1 0 0,0 0 1 0 0,0 0 0 0 0,1-1 0 0 0,-1 0 0 0 0,1 0 0 0 0,-1 0 0 0 0,1-1 0 0 0,9 3 0 0 0,11 0-4800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09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297 805 2604 0 0,'7'-11'1403'0'0,"0"-1"0"0"0,-1 0 0 0 0,0 0-1 0 0,-1-1 1 0 0,6-15 0 0 0,-10 24-1131 0 0,0 0 0 0 0,0 0 0 0 0,0 0 0 0 0,-1-1 0 0 0,1 1 0 0 0,-1 0 0 0 0,0 0 0 0 0,0 0 0 0 0,0 0 1 0 0,-1-1-1 0 0,1 1 0 0 0,-1 0 0 0 0,0 0 0 0 0,0 0 0 0 0,-1 0 0 0 0,1 0 0 0 0,-1 1 0 0 0,0-1 0 0 0,0 0 0 0 0,0 1 0 0 0,-3-5 0 0 0,4 7-235 0 0,-1 0 0 0 0,1 0 0 0 0,0 0 0 0 0,-1 0 0 0 0,1 1 0 0 0,-1-1 0 0 0,1 0 0 0 0,-1 1-1 0 0,0-1 1 0 0,1 1 0 0 0,-1-1 0 0 0,0 1 0 0 0,1 0 0 0 0,-1 0 0 0 0,0 0 0 0 0,1 0 0 0 0,-1 0 0 0 0,0 0 0 0 0,1 0 0 0 0,-1 0 0 0 0,0 1-1 0 0,1-1 1 0 0,-1 1 0 0 0,1-1 0 0 0,-1 1 0 0 0,1-1 0 0 0,-1 1 0 0 0,-2 2 0 0 0,-5 2 24 0 0,0 0 1 0 0,0 1-1 0 0,-9 8 1 0 0,16-13-45 0 0,-22 21 81 0 0,2 1 0 0 0,0 1 1 0 0,1 1-1 0 0,1 0 1 0 0,2 2-1 0 0,0 0 0 0 0,2 1 1 0 0,-13 31-1 0 0,22-44-71 0 0,1 1 0 0 0,0-1 0 0 0,1 1 1 0 0,1 0-1 0 0,1 0 0 0 0,0 0 0 0 0,-1 26 0 0 0,4-37-17 0 0,0 1 0 0 0,0-1 0 0 0,1 1 0 0 0,0-1 0 0 0,0 1 0 0 0,1-1 0 0 0,-1 0 0 0 0,1 1 0 0 0,0-1 0 0 0,0 0 0 0 0,4 6 0 0 0,-3-8-8 0 0,-1 1 0 0 0,1-1 0 0 0,0 0 0 0 0,0 0 0 0 0,0-1 0 0 0,0 1 0 0 0,1-1 0 0 0,-1 1 0 0 0,1-1-1 0 0,-1 0 1 0 0,1 0 0 0 0,0-1 0 0 0,0 1 0 0 0,0-1 0 0 0,0 0 0 0 0,7 2 0 0 0,3-2-151 0 0,0 1 0 0 0,0-2 0 0 0,0 0 0 0 0,0-1 0 0 0,0 0-1 0 0,0-1 1 0 0,0-1 0 0 0,0 0 0 0 0,-1-1 0 0 0,1 0 0 0 0,16-8 0 0 0,-4 0-363 0 0,0-2 1 0 0,-1 0 0 0 0,0-1-1 0 0,33-29 1 0 0,-23 13-171 0 0,-2-1-1 0 0,-1-2 1 0 0,-2-1 0 0 0,-1-2 0 0 0,-2-1 0 0 0,-1 0-1 0 0,22-48 1 0 0,-13 13 409 0 0,-3-1 0 0 0,-3-2-1 0 0,23-97 1 0 0,7-123 5852 0 0,-56 272-4867 0 0,-2 22-560 0 0,-2 5-22 0 0,-21 226 376 0 0,19-181-432 0 0,-7 315 496 0 0,13-276-1035 0 0,4 1 0 0 0,21 97-1 0 0,-21-153-1880 0 0,2-1-1 0 0,24 59 0 0 0,-10-45-3234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0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312 103 2196 0 0,'4'-3'675'0'0,"32"-12"5567"0"0,-36 15-6149 0 0,1-1 0 0 0,-1 1 0 0 0,1 0 0 0 0,-1 0 0 0 0,0-1 0 0 0,1 1 0 0 0,-1 0 0 0 0,1 0 0 0 0,-1 0 0 0 0,1 0-1 0 0,-1 0 1 0 0,1 0 0 0 0,-1 0 0 0 0,1 0 0 0 0,-1 0 0 0 0,1 0 0 0 0,-1 0 0 0 0,1 0 0 0 0,-1 0 0 0 0,1 0 0 0 0,-1 0 0 0 0,1 1 0 0 0,-1-1 0 0 0,1 0 0 0 0,-1 0 0 0 0,1 0-1 0 0,-1 1 1 0 0,0-1 0 0 0,1 0 0 0 0,-1 1 0 0 0,1-1 0 0 0,-1 0 0 0 0,0 1 0 0 0,1-1 0 0 0,-1 1 0 0 0,0-1 0 0 0,1 0 0 0 0,-1 1 0 0 0,0-1 0 0 0,0 1 0 0 0,0-1 0 0 0,1 1 0 0 0,-1-1-1 0 0,0 1 1 0 0,0-1 0 0 0,0 1 0 0 0,0-1 0 0 0,0 1 0 0 0,0-1 0 0 0,0 1 0 0 0,0-1 0 0 0,0 1 0 0 0,0-1 0 0 0,0 1 0 0 0,0-1 0 0 0,0 1 0 0 0,0-1 0 0 0,-1 1 0 0 0,1-1-1 0 0,0 1 1 0 0,-1 0 0 0 0,-11 38 1997 0 0,-32 66-1 0 0,19-51-1415 0 0,-38 90 479 0 0,-52 128-31 0 0,87-197-870 0 0,-37 90 389 0 0,63-160-597 0 0,-7 15 221 0 0,5-17-168 0 0,3-13-106 0 0,3-5-55 0 0,1-1-1 0 0,1 0 0 0 0,0 1 0 0 0,7-17 0 0 0,1-4-59 0 0,197-569-809 0 0,-149 467 752 0 0,-31 74 56 0 0,-14 40 23 0 0,-15 23 102 0 0,1 0-1 0 0,-1 0 0 0 0,1 1 0 0 0,-1-1 0 0 0,1 0 0 0 0,-1 1 0 0 0,1-1 1 0 0,0 0-1 0 0,0 1 0 0 0,-1-1 0 0 0,1 1 0 0 0,0-1 0 0 0,0 1 0 0 0,-1-1 1 0 0,1 1-1 0 0,0 0 0 0 0,0-1 0 0 0,0 1 0 0 0,0 0 0 0 0,0 0 0 0 0,-1-1 1 0 0,1 1-1 0 0,0 0 0 0 0,0 0 0 0 0,0 0 0 0 0,0 0 0 0 0,0 0 0 0 0,0 0 0 0 0,1 1 1 0 0,2 2 60 0 0,0 0 1 0 0,-1 0 0 0 0,1 0-1 0 0,-1 0 1 0 0,0 1-1 0 0,0-1 1 0 0,0 1 0 0 0,0 0-1 0 0,-1 0 1 0 0,1 0 0 0 0,-1 0-1 0 0,0 0 1 0 0,0 1 0 0 0,-1-1-1 0 0,0 1 1 0 0,2 4-1 0 0,3 15 347 0 0,4 42-1 0 0,-9-63-389 0 0,22 297 1380 0 0,0 1-1720 0 0,-21-289-632 0 0,5 38-1002 0 0,-3-34-1829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0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124 203 1440 0 0,'-121'-34'17620'0'0,"118"34"-17080"0"0,4-2-483 0 0,-1 1-1 0 0,0 0 0 0 0,1-1 0 0 0,-1 1 0 0 0,1 0 0 0 0,-1-1 0 0 0,1 1 0 0 0,0 0 0 0 0,-1 0 1 0 0,1 0-1 0 0,0 0 0 0 0,0 0 0 0 0,0 0 0 0 0,0 0 0 0 0,0 0 0 0 0,0 0 0 0 0,0 0 0 0 0,0 0 0 0 0,0 0 1 0 0,0 1-1 0 0,0-1 0 0 0,1 0 0 0 0,1 0 0 0 0,38-13 110 0 0,-27 10-54 0 0,208-52-1439 0 0,-71 28-2353 0 0,-6 1-3812 0 0,-75 13 1170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0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667 98 1940 0 0,'-4'-8'1244'0'0,"-1"1"0"0"0,1-1-1 0 0,-1 1 1 0 0,0 0 0 0 0,-1 0-1 0 0,1 0 1 0 0,-1 1 0 0 0,-1-1-1 0 0,-12-8 1 0 0,16 13-983 0 0,0 0 1 0 0,0 0-1 0 0,0 0 1 0 0,0 0-1 0 0,-1 0 1 0 0,1 1-1 0 0,0 0 1 0 0,-1 0-1 0 0,0 0 1 0 0,1 0-1 0 0,-1 0 1 0 0,0 1-1 0 0,1-1 1 0 0,-1 1-1 0 0,0 0 1 0 0,1 0-1 0 0,-1 1 1 0 0,0-1-1 0 0,1 1 1 0 0,-1-1-1 0 0,0 1 1 0 0,1 0-1 0 0,-1 1 1 0 0,1-1-1 0 0,-6 4 1 0 0,-8 6 351 0 0,2 1 0 0 0,-1 0 0 0 0,2 2 0 0 0,-1-1 0 0 0,2 2 0 0 0,-24 32 0 0 0,6 0 508 0 0,-31 61 0 0 0,21-25-114 0 0,-42 125 1 0 0,-12 93-54 0 0,78-242-906 0 0,2 0 0 0 0,3 1 0 0 0,2 1 0 0 0,3 0 0 0 0,3 0 0 0 0,4 68 0 0 0,1-112-429 0 0,1 0 0 0 0,1-1 0 0 0,0 1 1 0 0,1-1-1 0 0,1 1 0 0 0,1-1 0 0 0,0-1 1 0 0,1 1-1 0 0,0-1 0 0 0,15 21 0 0 0,-14-26-372 0 0,-1-1 0 0 0,1 0 0 0 0,0 0 0 0 0,1-1-1 0 0,0 0 1 0 0,15 10 0 0 0,-14-12-519 0 0,0 0 0 0 0,1-1 0 0 0,-1 0 1 0 0,1-1-1 0 0,0 0 0 0 0,0-1 0 0 0,15 3 0 0 0,12-1-7702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1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121 201 3204 0 0,'9'-58'9789'0'0,"2"-85"0"0"0,-17 201-6913 0 0,0-15-1907 0 0,-39 241 1669 0 0,30-205-2332 0 0,-21 109 143 0 0,22-115-2419 0 0,0-1-3539 0 0,13-66 4770 0 0,-2 6-3249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1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2 296 2856 0 0,'0'-36'3138'0'0,"-1"13"-1424"0"0,1 0 1 0 0,1 0-1 0 0,0 0 1 0 0,10-41-1 0 0,-9 59-1606 0 0,0-1-1 0 0,0 1 0 0 0,0-1 0 0 0,0 1 0 0 0,1 0 1 0 0,0 0-1 0 0,0 0 0 0 0,0 0 0 0 0,1 1 1 0 0,0-1-1 0 0,-1 1 0 0 0,2 0 0 0 0,-1 0 0 0 0,0 0 1 0 0,1 1-1 0 0,0-1 0 0 0,0 1 0 0 0,0 0 1 0 0,0 1-1 0 0,0-1 0 0 0,0 1 0 0 0,1 0 0 0 0,-1 0 1 0 0,8-1-1 0 0,2 1-60 0 0,0 0 1 0 0,0 1-1 0 0,0 1 0 0 0,1 0 1 0 0,-1 1-1 0 0,0 1 0 0 0,0 0 1 0 0,0 1-1 0 0,0 1 1 0 0,-1 0-1 0 0,1 1 0 0 0,-1 1 1 0 0,0 0-1 0 0,-1 1 0 0 0,1 0 1 0 0,-1 1-1 0 0,-1 0 1 0 0,1 1-1 0 0,-2 1 0 0 0,1 0 1 0 0,15 17-1 0 0,-23-22 5 0 0,0 1-1 0 0,-1-1 1 0 0,1 1 0 0 0,-1 0 0 0 0,0 0-1 0 0,0 0 1 0 0,-1 0 0 0 0,0 1 0 0 0,0-1-1 0 0,0 0 1 0 0,-1 1 0 0 0,0 0 0 0 0,0-1-1 0 0,-1 1 1 0 0,1 0 0 0 0,-2 8 0 0 0,0-6 34 0 0,-1 0 0 0 0,0-1 0 0 0,-1 1 0 0 0,0 0 0 0 0,0-1 0 0 0,-1 1 0 0 0,0-1 0 0 0,0 0 0 0 0,-1 0 0 0 0,0 0 0 0 0,-8 8 0 0 0,-6 5 180 0 0,-1-1 0 0 0,0-1 0 0 0,-2-1 0 0 0,0 0 0 0 0,-1-2 0 0 0,0-1 0 0 0,-2-1 0 0 0,1-1 0 0 0,-2-1 0 0 0,-33 12 0 0 0,52-22-172 0 0,-7 3 276 0 0,13-5-236 0 0,6-4-130 0 0,-3 3 3 0 0,-1 0-1 0 0,1 0 1 0 0,0 1 0 0 0,0-1-1 0 0,0 1 1 0 0,0-1 0 0 0,0 1-1 0 0,0 0 1 0 0,0 0 0 0 0,0 0 0 0 0,3 0-1 0 0,7 0 20 0 0,5-1-28 0 0,-1 1 0 0 0,1 0 1 0 0,0 1-1 0 0,-1 1 0 0 0,1 1 0 0 0,-1 0 1 0 0,1 1-1 0 0,-1 1 0 0 0,0 1 1 0 0,-1 0-1 0 0,1 1 0 0 0,14 9 0 0 0,-6-2 76 0 0,0 1 0 0 0,-1 1-1 0 0,-1 1 1 0 0,-1 2 0 0 0,-1 0 0 0 0,28 32-1 0 0,-43-45 119 0 0,0 1 0 0 0,0-1 0 0 0,-1 1-1 0 0,1 0 1 0 0,-2 0 0 0 0,1 1 0 0 0,-1-1 0 0 0,0 1-1 0 0,-1-1 1 0 0,3 14 0 0 0,-4-17-51 0 0,-1 0 0 0 0,0 0-1 0 0,0 1 1 0 0,0-1 0 0 0,-1 0 0 0 0,1 0-1 0 0,-1 0 1 0 0,0 0 0 0 0,0 0 0 0 0,-1 0-1 0 0,1 0 1 0 0,-1-1 0 0 0,1 1 0 0 0,-1 0-1 0 0,-1-1 1 0 0,1 0 0 0 0,0 1 0 0 0,-1-1-1 0 0,1 0 1 0 0,-1 0 0 0 0,0 0 0 0 0,-7 5-1 0 0,0-1 27 0 0,-1-1-1 0 0,0 0 0 0 0,0 0 0 0 0,-1-1 0 0 0,1 0 0 0 0,-1-1 1 0 0,0 0-1 0 0,-1-1 0 0 0,1-1 0 0 0,0 0 0 0 0,-1 0 0 0 0,0-1 1 0 0,-22-2-1 0 0,-6-1-9 0 0,0-3 0 0 0,-76-19 1 0 0,28-2-34 0 0,77 22-500 0 0,1 0 0 0 0,-1-2 1 0 0,1 1-1 0 0,1-2 0 0 0,-16-9 0 0 0,26 15 205 0 0,-1 0 0 0 0,0 0 0 0 0,0 1 0 0 0,0-1 0 0 0,0 0 0 0 0,0 0 0 0 0,1 0 0 0 0,-1 0 0 0 0,0 0 0 0 0,1 0 0 0 0,-1 0 0 0 0,0 0 0 0 0,1 0 0 0 0,0 0 0 0 0,-1 0 0 0 0,1 0 1 0 0,0 0-1 0 0,-1-1 0 0 0,1 1 0 0 0,0 0 0 0 0,0 0 0 0 0,0-3 0 0 0,0 3-54 0 0,1-1 1 0 0,0 0-1 0 0,-1 0 0 0 0,1 1 1 0 0,0-1-1 0 0,0 1 0 0 0,0-1 1 0 0,0 0-1 0 0,0 1 0 0 0,0 0 1 0 0,1-1-1 0 0,-1 1 1 0 0,2-2-1 0 0,5-3-730 0 0,1 0 1 0 0,0 0 0 0 0,0 1-1 0 0,10-5 1 0 0,-17 9 718 0 0,68-29-7687 0 0,-30 16-8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1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12 788 0 0,'23'-8'13766'0'0,"-20"7"-13005"0"0,0 0 0 0 0,0 1 1 0 0,0-1-1 0 0,1 1 0 0 0,-1-1 0 0 0,0 1 0 0 0,5 0 0 0 0,47 7 2821 0 0,-23-2-2502 0 0,190 9 1534 0 0,1-11-3354 0 0,-211-3-207 0 0,0-1 0 0 0,20-3 0 0 0,-4-7-3346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2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29 3032 0 0,'-21'-14'8083'0'0,"-1"-1"-236"0"0,17 16-6358 0 0,5-1-1414 0 0,-1 0 0 0 0,1-1 0 0 0,-1 1 0 0 0,1 0 0 0 0,-1 0-1 0 0,1 0 1 0 0,0 0 0 0 0,-1 0 0 0 0,1 0 0 0 0,-1 1 0 0 0,1-1 0 0 0,-1 0-1 0 0,1 0 1 0 0,-1 0 0 0 0,1 0 0 0 0,-1 0 0 0 0,1 1 0 0 0,-1-1 0 0 0,1 0 0 0 0,0 0-1 0 0,-1 1 1 0 0,1-1 0 0 0,-1 1 0 0 0,-4 14 1198 0 0,1 1 0 0 0,1-1 0 0 0,1 1 0 0 0,0 0 1 0 0,0 29-1 0 0,1-8-377 0 0,-3 17 36 0 0,1 12-585 0 0,-3-1 1 0 0,-16 71-1 0 0,9-85-864 0 0,-6 27-2515 0 0,15-56-536 0 0,-3 35 0 0 0,7-53 2191 0 0,0 0-1 0 0,0 0 1 0 0,1 0-1 0 0,-1 0 1 0 0,1 0-1 0 0,2 7 1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2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387 138 1752 0 0,'9'-26'3976'0'0,"8"-23"2201"0"0,-16 46-5661 0 0,0-1 1 0 0,-1 1-1 0 0,1 0 0 0 0,-1 0 0 0 0,0-1 0 0 0,0 1 1 0 0,0 0-1 0 0,0 0 0 0 0,0-1 0 0 0,-1 1 0 0 0,0-5 1 0 0,0 7-388 0 0,1 0 0 0 0,-1 0 0 0 0,0-1 0 0 0,1 1 0 0 0,-1 0 1 0 0,0 0-1 0 0,1 0 0 0 0,-1 0 0 0 0,0 1 0 0 0,0-1 0 0 0,0 0 0 0 0,0 0 1 0 0,0 0-1 0 0,0 1 0 0 0,0-1 0 0 0,0 0 0 0 0,0 1 0 0 0,0-1 0 0 0,-1 1 1 0 0,1 0-1 0 0,0-1 0 0 0,0 1 0 0 0,0 0 0 0 0,-1-1 0 0 0,1 1 0 0 0,0 0 1 0 0,0 0-1 0 0,-1 0 0 0 0,1 0 0 0 0,0 0 0 0 0,-3 1 0 0 0,-2 1 232 0 0,0-1 0 0 0,0 1 0 0 0,0 0 0 0 0,-10 6 0 0 0,0 1 179 0 0,0 1 0 0 0,1 0 0 0 0,0 1 1 0 0,1 1-1 0 0,1 0 0 0 0,-23 25 0 0 0,9-4 558 0 0,-41 67-1 0 0,49-66-665 0 0,0 1 0 0 0,2 1-1 0 0,-14 42 1 0 0,24-53-281 0 0,0-1 0 0 0,1 1 0 0 0,1 0 0 0 0,2 0 0 0 0,-1 51 0 0 0,4-67-134 0 0,1 0 1 0 0,0 0 0 0 0,0 0 0 0 0,1 1 0 0 0,0-1-1 0 0,1-1 1 0 0,-1 1 0 0 0,9 16 0 0 0,-7-19-128 0 0,0 0 1 0 0,0 0-1 0 0,1 0 1 0 0,0 0-1 0 0,0-1 1 0 0,0 0-1 0 0,0 0 1 0 0,1-1 0 0 0,0 1-1 0 0,0-1 1 0 0,12 6-1 0 0,-5-4-604 0 0,0-1-1 0 0,0 0 0 0 0,0-1 1 0 0,0-1-1 0 0,1 0 1 0 0,-1 0-1 0 0,1-1 0 0 0,0-1 1 0 0,0-1-1 0 0,21-1 1 0 0,-19-1-1292 0 0,0 0-1 0 0,0-1 1 0 0,0 0 0 0 0,-1-2 0 0 0,20-7 0 0 0,10-8-7185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2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97 101 1288 0 0,'-96'-101'15854'0'0,"98"102"-15643"0"0,1 0 0 0 0,-1 1 1 0 0,0-1-1 0 0,0 1 1 0 0,1-1-1 0 0,-1 1 1 0 0,0 0-1 0 0,-1 0 1 0 0,4 3-1 0 0,1 1 189 0 0,38 37 292 0 0,-2 1-1 0 0,-2 2 1 0 0,-3 2 0 0 0,-1 1-1 0 0,-2 2 1 0 0,-3 2 0 0 0,-2 0 0 0 0,-3 2-1 0 0,22 64 1 0 0,-23-45-517 0 0,-3 1 0 0 0,-4 1 1 0 0,-3 1-1 0 0,-3 0 0 0 0,-4 1 0 0 0,-2 131 0 0 0,-8-170-102 0 0,-2 0 0 0 0,-1 0 0 0 0,-2 0-1 0 0,-12 38 1 0 0,10-51-487 0 0,0 0 0 0 0,-18 31 0 0 0,17-38-826 0 0,-1-1 0 0 0,0-1 0 0 0,-22 25 0 0 0,10-21-2511 0 0,6-9-3213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3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47 1556 0 0,'-30'-12'9853'0'0,"5"2"-3555"0"0,23 9-5440 0 0,-7-4 301 0 0,10 1-394 0 0,18-2-88 0 0,31 0-397 0 0,21 3-691 0 0,88 8 0 0 0,-82 3-3506 0 0,-2 2-4552 0 0,-59-8 2635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3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0 140 0 0,'-190'80'18102'0'0,"189"-80"-18051"0"0,1 0 0 0 0,0 0 0 0 0,-1 0 0 0 0,1 0 0 0 0,-1 1 0 0 0,1-1 1 0 0,-1 0-1 0 0,1 0 0 0 0,0 0 0 0 0,-1 0 0 0 0,1 0 0 0 0,-1 1 0 0 0,1-1 0 0 0,0 0 1 0 0,-1 0-1 0 0,1 1 0 0 0,0-1 0 0 0,-1 0 0 0 0,1 1 0 0 0,0-1 0 0 0,0 0 0 0 0,-1 1 1 0 0,1-1-1 0 0,0 0 0 0 0,0 1 0 0 0,-1-1 0 0 0,1 1 0 0 0,0-1 0 0 0,0 0 0 0 0,0 1 1 0 0,0-1-1 0 0,0 1 0 0 0,0-1 0 0 0,0 1 0 0 0,0-1 0 0 0,0 1 0 0 0,15 7 689 0 0,28 0-334 0 0,218 6-265 0 0,-84-15-3169 0 0,-77-3-663 0 0,-32-2-1856 0 0,-20-2-1203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4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204 173 1204 0 0,'34'-46'13978'0'0,"-34"46"-13955"0"0,0 0 0 0 0,0 0 1 0 0,0 0-1 0 0,0 0 0 0 0,0-1 1 0 0,0 1-1 0 0,0 0 0 0 0,0 0 1 0 0,0 0-1 0 0,0 0 0 0 0,0 0 1 0 0,0 0-1 0 0,0-1 0 0 0,0 1 1 0 0,0 0-1 0 0,0 0 0 0 0,0 0 1 0 0,0 0-1 0 0,0 0 0 0 0,1 0 1 0 0,-1 0-1 0 0,0 0 0 0 0,0 0 1 0 0,0 0-1 0 0,0-1 0 0 0,0 1 1 0 0,0 0-1 0 0,0 0 0 0 0,0 0 1 0 0,1 0-1 0 0,-1 0 0 0 0,0 0 1 0 0,0 0-1 0 0,0 0 0 0 0,0 0 1 0 0,0 0-1 0 0,0 0 0 0 0,1 0 1 0 0,-1 0-1 0 0,0 0 0 0 0,0 0 1 0 0,0 0-1 0 0,0 0 0 0 0,0 0 1 0 0,0 0-1 0 0,0 0 0 0 0,1 0 1 0 0,-1 0-1 0 0,0 1 0 0 0,2 11 293 0 0,-1 0 0 0 0,0 0-1 0 0,0 1 1 0 0,-3 21 0 0 0,-11 55 750 0 0,8-56-729 0 0,-28 140 1420 0 0,-73 222-1 0 0,49-224-304 0 0,57-170-1372 0 0,0 0 1 0 0,-1 0-1 0 0,1 0 1 0 0,-1 0-1 0 0,1 0 1 0 0,-1 0-1 0 0,0 0 1 0 0,1 0-1 0 0,-1 0 1 0 0,0 0-1 0 0,0 0 0 0 0,1 0 1 0 0,-1 0-1 0 0,0 0 1 0 0,0 0-1 0 0,0-1 1 0 0,0 1-1 0 0,0 0 1 0 0,0-1-1 0 0,0 1 1 0 0,-2 0-1 0 0,2-2-57 0 0,0 0 0 0 0,0 0 0 0 0,0-1 0 0 0,1 1-1 0 0,-1 0 1 0 0,0 0 0 0 0,1 0 0 0 0,-1-1 0 0 0,0 1 0 0 0,1 0 0 0 0,-1-1 0 0 0,1 1-1 0 0,0 0 1 0 0,0-1 0 0 0,-1-1 0 0 0,-1-18-2 0 0,1 0 0 0 0,1 0 0 0 0,5-41 0 0 0,19-64-227 0 0,-16 86 171 0 0,15-67-45 0 0,4 1 0 0 0,6 1-1 0 0,68-153 1 0 0,-88 230 53 0 0,1 2-1 0 0,1-1 1 0 0,1 2 0 0 0,34-41-1 0 0,-48 64 17 0 0,0-1 0 0 0,0 1 0 0 0,1 0 0 0 0,-1 0 0 0 0,1 0 0 0 0,-1 0 0 0 0,1 0 0 0 0,0 0 0 0 0,-1 1 0 0 0,1-1 0 0 0,0 1 0 0 0,0 0-1 0 0,0 0 1 0 0,1 0 0 0 0,-1 1 0 0 0,0-1 0 0 0,0 1 0 0 0,0-1 0 0 0,0 1 0 0 0,1 0 0 0 0,-1 0 0 0 0,0 0 0 0 0,0 1 0 0 0,0-1 0 0 0,1 1 0 0 0,-1 0-1 0 0,0 0 1 0 0,0 0 0 0 0,0 0 0 0 0,0 0 0 0 0,0 1 0 0 0,-1-1 0 0 0,1 1 0 0 0,0 0 0 0 0,-1 0 0 0 0,3 2 0 0 0,6 6 9 0 0,0 0 0 0 0,-1 0 0 0 0,0 1 1 0 0,-1 1-1 0 0,0-1 0 0 0,10 21 0 0 0,-1 1 10 0 0,-2 0-1 0 0,-1 2 1 0 0,-2 0-1 0 0,18 72 0 0 0,-17-34 78 0 0,8 113-1 0 0,-22 18-77 0 0,-2-146-4320 0 0,1 0-5845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4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97 107 1956 0 0,'-43'-34'8539'0'0,"-10"-9"1295"0"0,53 42-9814 0 0,0 1 0 0 0,0-1-1 0 0,0 1 1 0 0,0 0 0 0 0,1-1 0 0 0,-1 1-1 0 0,0 0 1 0 0,0-1 0 0 0,0 1-1 0 0,1 0 1 0 0,-1-1 0 0 0,0 1 0 0 0,0 0-1 0 0,1 0 1 0 0,-1-1 0 0 0,0 1-1 0 0,1 0 1 0 0,-1 0 0 0 0,0 0 0 0 0,1-1-1 0 0,-1 1 1 0 0,0 0 0 0 0,1 0-1 0 0,-1 0 1 0 0,0 0 0 0 0,1 0 0 0 0,-1-1-1 0 0,1 1 1 0 0,-1 0 0 0 0,0 0-1 0 0,1 0 1 0 0,0 0 0 0 0,181-7-1108 0 0,-68 4-2671 0 0,0-4-3735 0 0,-55 2 1259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4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28 1600 0 0,'-17'-27'15676'0'0,"17"27"-15605"0"0,-6 26 3466 0 0,5-18-3382 0 0,-19 122 3464 0 0,-36 202-1033 0 0,29-208-2325 0 0,-13 55 219 0 0,13-60-2913 0 0,26-112 3292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5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69 186 200 0 0,'-68'-138'17506'0'0,"68"137"-17463"0"0,-1 0 0 0 0,1 0 0 0 0,0 0 0 0 0,0 0 0 0 0,0 0 0 0 0,0 0 0 0 0,0 0 0 0 0,0-1 0 0 0,0 1 0 0 0,1 0 0 0 0,-1 0 0 0 0,0 0 0 0 0,0 0 0 0 0,1 0 0 0 0,-1 0 0 0 0,1 0 0 0 0,-1 0 0 0 0,1 0 0 0 0,-1 0 0 0 0,1 0 0 0 0,0 0 1 0 0,-1 0-1 0 0,1 0 0 0 0,0 1 0 0 0,0-1 0 0 0,0 0 0 0 0,0 1 0 0 0,0-1 0 0 0,-1 0 0 0 0,1 1 0 0 0,0-1 0 0 0,0 1 0 0 0,1-1 0 0 0,-1 1 0 0 0,2-1 0 0 0,3-1 32 0 0,0-1 0 0 0,1 1 0 0 0,0 0 0 0 0,7 0 0 0 0,13-1-31 0 0,-1 2-1 0 0,1 0 1 0 0,-1 2 0 0 0,1 2 0 0 0,-1 0-1 0 0,0 1 1 0 0,0 2 0 0 0,0 0 0 0 0,-1 2-1 0 0,0 1 1 0 0,0 1 0 0 0,42 24 0 0 0,-57-28-40 0 0,1 1 0 0 0,-1 0 0 0 0,-1 1 1 0 0,1 0-1 0 0,-1 0 0 0 0,-1 1 1 0 0,9 11-1 0 0,-14-16 13 0 0,0 0 0 0 0,0 1 0 0 0,0 0 0 0 0,-1-1 0 0 0,0 1 0 0 0,0 0 0 0 0,0 0 0 0 0,0 0 0 0 0,-1 0-1 0 0,0 1 1 0 0,0-1 0 0 0,-1 0 0 0 0,1 0 0 0 0,-1 1 0 0 0,0-1 0 0 0,0 0 0 0 0,-1 1 0 0 0,-2 9 0 0 0,0-4 20 0 0,-1-1 0 0 0,-1 0 0 0 0,0 1 0 0 0,0-2-1 0 0,-1 1 1 0 0,0-1 0 0 0,-1 1 0 0 0,0-2 0 0 0,0 1-1 0 0,-1-1 1 0 0,-15 12 0 0 0,-9 6 379 0 0,-64 38 0 0 0,71-49 29 0 0,19-12-300 0 0,2-1-138 0 0,18-3 247 0 0,-1 0-260 0 0,0 0 0 0 0,0 1-1 0 0,1 1 1 0 0,-1 0 0 0 0,0 1 0 0 0,0 0 0 0 0,0 1-1 0 0,0 1 1 0 0,-1 0 0 0 0,1 1 0 0 0,-1 0-1 0 0,12 7 1 0 0,-4-1 5 0 0,0 1 0 0 0,-1 1 0 0 0,0 1 0 0 0,-1 1 0 0 0,0 0 0 0 0,15 19-1 0 0,-24-25 20 0 0,-1 1 0 0 0,0 0-1 0 0,-1 1 1 0 0,12 22-1 0 0,-17-29 63 0 0,0 1 0 0 0,0-1 0 0 0,0 1 0 0 0,-1 0 0 0 0,0 0 0 0 0,0 0 0 0 0,0 0-1 0 0,-1 0 1 0 0,1 0 0 0 0,-1 0 0 0 0,0 0 0 0 0,-1 0 0 0 0,1 0 0 0 0,-1 0 0 0 0,-2 7 0 0 0,1-5 120 0 0,-1 0 0 0 0,0 0 0 0 0,-1 0 0 0 0,0 0 0 0 0,0-1 0 0 0,0 1 1 0 0,-1-1-1 0 0,0 0 0 0 0,0 0 0 0 0,-1-1 0 0 0,-7 7 0 0 0,3-5 10 0 0,1-1-1 0 0,-1 0 1 0 0,0 0 0 0 0,0-1-1 0 0,-1 0 1 0 0,0-1-1 0 0,-11 3 1 0 0,-1-1 18 0 0,-1-2 0 0 0,1 0 0 0 0,-1-2 0 0 0,0-1 0 0 0,0 0 0 0 0,-43-6 0 0 0,50 3-126 0 0,-1-1 1 0 0,-17-6-1 0 0,29 7-504 0 0,0 0-1 0 0,0 0 1 0 0,0-1 0 0 0,0 0-1 0 0,1 0 1 0 0,-1 0 0 0 0,1-1 0 0 0,-9-7-1 0 0,14 10 260 0 0,-1 1 0 0 0,1-1 0 0 0,-1 0 0 0 0,1 0 0 0 0,0 0 0 0 0,-1 0 0 0 0,1 0-1 0 0,0 0 1 0 0,0 1 0 0 0,0-1 0 0 0,0 0 0 0 0,0 0 0 0 0,0 0 0 0 0,0 0 0 0 0,0 0-1 0 0,0 0 1 0 0,0 0 0 0 0,1 0 0 0 0,-1 0 0 0 0,0 0 0 0 0,1 1 0 0 0,-1-1 0 0 0,0 0 0 0 0,1 0-1 0 0,-1 0 1 0 0,1 1 0 0 0,-1-1 0 0 0,1 0 0 0 0,0 0 0 0 0,-1 1 0 0 0,2-2 0 0 0,19-19-3412 0 0,17-6-4401 0 0,-14 13 132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5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96 2416 0 0,'-7'-33'19413'0'0,"7"32"-19333"0"0,0 1-1 0 0,0-1 0 0 0,0 1 1 0 0,0-1-1 0 0,0 1 0 0 0,0-1 1 0 0,1 1-1 0 0,-1-1 0 0 0,0 1 1 0 0,0-1-1 0 0,0 1 0 0 0,1-1 0 0 0,-1 1 1 0 0,0-1-1 0 0,1 1 0 0 0,-1-1 1 0 0,0 1-1 0 0,1 0 0 0 0,-1-1 1 0 0,0 1-1 0 0,1-1 0 0 0,-1 1 1 0 0,1 0-1 0 0,-1 0 0 0 0,1-1 1 0 0,-1 1-1 0 0,1 0 0 0 0,-1 0 1 0 0,1-1-1 0 0,-1 1 0 0 0,1 0 1 0 0,-1 0-1 0 0,1 0 0 0 0,-1 0 1 0 0,1 0-1 0 0,-1 0 0 0 0,1 0 0 0 0,-1 0 1 0 0,2 0-1 0 0,28 1 430 0 0,-17 0-325 0 0,21-1-46 0 0,129-4 379 0 0,-132 2-1861 0 0,44-12-1 0 0,-72 14 1091 0 0,51-15-3608 0 0,-20-1-4910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5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28 2340 0 0,'-6'-4'1827'0'0,"1"0"0"0"0,-1 1 0 0 0,1 0 0 0 0,-1 0 0 0 0,0 0 0 0 0,0 1 0 0 0,-9-3 0 0 0,14 5-1647 0 0,-1 0 1 0 0,0 0-1 0 0,0 0 1 0 0,1 0-1 0 0,-1 0 1 0 0,0 0 0 0 0,0 0-1 0 0,1 1 1 0 0,-1-1-1 0 0,0 1 1 0 0,0-1-1 0 0,1 1 1 0 0,-1 0 0 0 0,1 0-1 0 0,-1 0 1 0 0,1 0-1 0 0,-1 0 1 0 0,1 0-1 0 0,-2 1 1 0 0,-24 27 1553 0 0,22-24-1358 0 0,-6 10 266 0 0,1 0 1 0 0,0 0 0 0 0,1 1-1 0 0,1 0 1 0 0,-12 33 0 0 0,-21 91 917 0 0,37-125-1425 0 0,-43 214 704 0 0,31-144-3579 0 0,-1-1-5065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6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74 3372 0 0,'25'-12'16824'0'0,"-26"30"-16219"0"0,-32 167 5424 0 0,-41 89-2864 0 0,61-229-2827 0 0,-87 281 1304 0 0,100-325-1616 0 0,0 1 1 0 0,-1-1-1 0 0,1 1 1 0 0,-1-1-1 0 0,1 0 0 0 0,-1 1 1 0 0,0-1-1 0 0,1 0 1 0 0,-1 0-1 0 0,0 1 0 0 0,0-1 1 0 0,0 0-1 0 0,0 0 1 0 0,-2 1-1 0 0,3-2-20 0 0,0 0 1 0 0,-1 0-1 0 0,1 0 0 0 0,0 0 0 0 0,-1 0 1 0 0,1 0-1 0 0,-1 0 0 0 0,1 0 0 0 0,0 0 1 0 0,-1 0-1 0 0,1 0 0 0 0,0 0 0 0 0,-1-1 1 0 0,1 1-1 0 0,0 0 0 0 0,-1 0 0 0 0,1 0 1 0 0,0-1-1 0 0,-1 1 0 0 0,1 0 0 0 0,0 0 1 0 0,0-1-1 0 0,-1 1 0 0 0,1 0 0 0 0,0-1 1 0 0,0 1-1 0 0,0 0 0 0 0,-1 0 0 0 0,1-1 1 0 0,0 1-1 0 0,0-1 0 0 0,0 0 0 0 0,-3-4-42 0 0,2-1-1 0 0,-1 1 0 0 0,0-1 1 0 0,1 0-1 0 0,-1-9 1 0 0,2-14-290 0 0,1-1 0 0 0,2 1 0 0 0,9-49 1 0 0,-9 61 212 0 0,14-64-239 0 0,3 1 1 0 0,3 0 0 0 0,61-137 0 0 0,-70 187 295 0 0,2 0 0 0 0,33-48 1 0 0,-42 69 32 0 0,-1 0-1 0 0,1 1 1 0 0,0 0 0 0 0,1 1 0 0 0,0-1 0 0 0,0 1 0 0 0,1 1 0 0 0,0 0 0 0 0,0 0 0 0 0,0 1 0 0 0,1 0-1 0 0,16-6 1 0 0,-21 9 9 0 0,0 1 0 0 0,0 0-1 0 0,0 1 1 0 0,0-1-1 0 0,0 1 1 0 0,0 0 0 0 0,0 0-1 0 0,0 1 1 0 0,0-1-1 0 0,0 1 1 0 0,-1 0 0 0 0,1 0-1 0 0,8 4 1 0 0,-6-2 13 0 0,0 1 1 0 0,0 0-1 0 0,0 0 0 0 0,-1 0 1 0 0,0 1-1 0 0,0 0 1 0 0,0 1-1 0 0,5 5 0 0 0,1 4 72 0 0,0 1 0 0 0,-1 0 0 0 0,0 1 0 0 0,-2 0 0 0 0,0 1 0 0 0,7 19 0 0 0,2 15 402 0 0,-2 2 0 0 0,-2-1 1 0 0,-3 2-1 0 0,8 107 1 0 0,-14 104 32 0 0,-5-186-2859 0 0,2-51-4555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06:26:16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77 2580 0 0,'-56'-15'4729'0'0,"-133"-42"12325"0"0,187 57-16618 0 0,16-3-231 0 0,1 2 0 0 0,0 0 0 0 0,0 1 0 0 0,-1 1 0 0 0,25 3 0 0 0,-5-1-60 0 0,52 5-214 0 0,24 1-1973 0 0,-1-5-3873 0 0,-60-8-1957 0 0,-24 1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A2551-83B4-70FC-51FE-059AFE445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F4915-297D-AF34-03F7-79C96C5C0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8CF8E-370A-A70C-53FF-30CF70B8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F542F-9A0B-7FD4-7DF8-ED774E598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F7010-F967-1E89-9992-8ACD928D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75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3A16-5882-710D-6099-B5DD0302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9B4D6-7D06-3C25-5C4E-DAE3602F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76CA6-C04A-247E-DE7D-428EDD1D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EF7DA-2458-AA94-3204-7A2E2268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9BFB7-E614-92D6-E2BB-7794B146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62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82BA-0819-4F53-733D-0628B760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99CC4-389A-73DE-C12A-9EF2DA8DE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C8036-7D21-8BD8-D988-4F4F8584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DC806-4A1D-167A-EF24-2B664214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13210-AF6D-16FE-FED4-85DE8CA6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002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6F49-0A55-8C33-6DBF-05EC217B4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A4AB-12DB-8D1A-2C29-4B18176C1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C1EED-BF9E-8952-FBE8-7114A4820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67245-971E-3F9B-EB6A-1F6DF5D5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8E49E-4A27-28FC-3C0C-C2149C63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BEC9B-830A-6AD7-95C1-E2563DD9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91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A5DF9-7D45-F40A-3E09-31C3DE59B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5A18C-F1AF-4FB2-81F6-BFE4C38B8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60806-CB5C-70D4-58E8-44566910F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D42E0-6E40-31BF-BB16-0EE7FFF6F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A22C32-BF3C-5204-DD42-AEE572500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2C95FB-2AB9-B168-C95A-6F8D4ED0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06639-A884-8F29-49A1-6C7F7E36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9B118-5D9E-6517-D307-AE864F7A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28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6BF2-3B12-CE76-A369-3383739D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191A8-06F7-89D7-BBF2-5852A075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80952-4034-273C-301E-B08673880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1C272-946B-7EA4-F6FF-D82EACBB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68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1AC14-4F4A-D997-74B7-8677821E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ACDAE-53FA-E1FD-316C-D1475C03C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76610-D43B-371D-67EA-979D2465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52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9F3A-1C8B-1156-4F89-7CC441C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4E82C-66C9-A570-0334-F79F2F274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470D1-8505-25FD-69C0-47C7AFEB1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824C9-5B20-966D-3A3B-22246DF4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A6816-41A9-AB41-F49F-D33F47DCC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17BF1-F7BE-2E1D-0C4F-DFDDBC23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50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897D-9E7A-EB3A-C6B2-949E883AD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D1185E-7D24-3ED2-A343-72041F503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4D8C3-16AB-3266-A557-8036B7CC0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EE809-4F62-67AC-2184-6642409F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8E9F9-40FA-1E8D-8DF2-4BDE80A5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56A32-A70A-1501-EC7A-5FF6B35D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917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6E8D-B8FA-7BD5-AD7B-DEF344EFD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4D261-75C8-E6AF-63C7-677473299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33FFE-2FA1-EB2A-2102-34D6BEF2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D4627-70E6-8BC5-68FF-D8C99C7C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AFB01-243B-ECF0-584D-1C976FAF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324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35C250-3836-A373-0EC2-8B643635D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313F1-9EFD-856C-DAF6-417CD7588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AC2F0-4162-28C6-592B-0A6802FEF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42A7E-3746-46C2-CB76-EA7CA28E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CB997-4E7B-52E0-4BD1-D70BB491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7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6CD0A-D3C0-4ABC-3137-3A4C95E66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25B6C-53BE-D025-BAE7-48546B0E2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87CB8-B5CD-5027-C334-3F3997040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C672D-8E03-452C-9AF0-F38CB9C7BF7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F91C7-D56C-C656-577F-A14C648D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E15C8-D026-E200-A3C1-B311E7568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73BAC-4DE5-4704-8EBF-C292A7A37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60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190" Type="http://schemas.openxmlformats.org/officeDocument/2006/relationships/customXml" Target="../ink/ink95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0.xml"/><Relationship Id="rId117" Type="http://schemas.openxmlformats.org/officeDocument/2006/relationships/image" Target="../media/image155.png"/><Relationship Id="rId21" Type="http://schemas.openxmlformats.org/officeDocument/2006/relationships/image" Target="../media/image107.png"/><Relationship Id="rId42" Type="http://schemas.openxmlformats.org/officeDocument/2006/relationships/customXml" Target="../ink/ink118.xml"/><Relationship Id="rId47" Type="http://schemas.openxmlformats.org/officeDocument/2006/relationships/image" Target="../media/image120.png"/><Relationship Id="rId63" Type="http://schemas.openxmlformats.org/officeDocument/2006/relationships/image" Target="../media/image128.png"/><Relationship Id="rId68" Type="http://schemas.openxmlformats.org/officeDocument/2006/relationships/customXml" Target="../ink/ink131.xml"/><Relationship Id="rId84" Type="http://schemas.openxmlformats.org/officeDocument/2006/relationships/customXml" Target="../ink/ink139.xml"/><Relationship Id="rId89" Type="http://schemas.openxmlformats.org/officeDocument/2006/relationships/image" Target="../media/image141.png"/><Relationship Id="rId112" Type="http://schemas.openxmlformats.org/officeDocument/2006/relationships/customXml" Target="../ink/ink153.xml"/><Relationship Id="rId16" Type="http://schemas.openxmlformats.org/officeDocument/2006/relationships/customXml" Target="../ink/ink105.xml"/><Relationship Id="rId107" Type="http://schemas.openxmlformats.org/officeDocument/2006/relationships/image" Target="../media/image150.png"/><Relationship Id="rId11" Type="http://schemas.openxmlformats.org/officeDocument/2006/relationships/image" Target="../media/image102.png"/><Relationship Id="rId32" Type="http://schemas.openxmlformats.org/officeDocument/2006/relationships/customXml" Target="../ink/ink113.xml"/><Relationship Id="rId37" Type="http://schemas.openxmlformats.org/officeDocument/2006/relationships/image" Target="../media/image115.png"/><Relationship Id="rId53" Type="http://schemas.openxmlformats.org/officeDocument/2006/relationships/image" Target="../media/image123.png"/><Relationship Id="rId58" Type="http://schemas.openxmlformats.org/officeDocument/2006/relationships/customXml" Target="../ink/ink126.xml"/><Relationship Id="rId74" Type="http://schemas.openxmlformats.org/officeDocument/2006/relationships/customXml" Target="../ink/ink134.xml"/><Relationship Id="rId79" Type="http://schemas.openxmlformats.org/officeDocument/2006/relationships/image" Target="../media/image136.png"/><Relationship Id="rId102" Type="http://schemas.openxmlformats.org/officeDocument/2006/relationships/customXml" Target="../ink/ink148.xml"/><Relationship Id="rId5" Type="http://schemas.openxmlformats.org/officeDocument/2006/relationships/image" Target="../media/image99.png"/><Relationship Id="rId90" Type="http://schemas.openxmlformats.org/officeDocument/2006/relationships/customXml" Target="../ink/ink142.xml"/><Relationship Id="rId95" Type="http://schemas.openxmlformats.org/officeDocument/2006/relationships/image" Target="../media/image144.png"/><Relationship Id="rId22" Type="http://schemas.openxmlformats.org/officeDocument/2006/relationships/customXml" Target="../ink/ink108.xml"/><Relationship Id="rId27" Type="http://schemas.openxmlformats.org/officeDocument/2006/relationships/image" Target="../media/image110.png"/><Relationship Id="rId43" Type="http://schemas.openxmlformats.org/officeDocument/2006/relationships/image" Target="../media/image118.png"/><Relationship Id="rId48" Type="http://schemas.openxmlformats.org/officeDocument/2006/relationships/customXml" Target="../ink/ink121.xml"/><Relationship Id="rId64" Type="http://schemas.openxmlformats.org/officeDocument/2006/relationships/customXml" Target="../ink/ink129.xml"/><Relationship Id="rId69" Type="http://schemas.openxmlformats.org/officeDocument/2006/relationships/image" Target="../media/image131.png"/><Relationship Id="rId113" Type="http://schemas.openxmlformats.org/officeDocument/2006/relationships/image" Target="../media/image153.png"/><Relationship Id="rId80" Type="http://schemas.openxmlformats.org/officeDocument/2006/relationships/customXml" Target="../ink/ink137.xml"/><Relationship Id="rId85" Type="http://schemas.openxmlformats.org/officeDocument/2006/relationships/image" Target="../media/image139.png"/><Relationship Id="rId12" Type="http://schemas.openxmlformats.org/officeDocument/2006/relationships/customXml" Target="../ink/ink103.xml"/><Relationship Id="rId17" Type="http://schemas.openxmlformats.org/officeDocument/2006/relationships/image" Target="../media/image105.png"/><Relationship Id="rId33" Type="http://schemas.openxmlformats.org/officeDocument/2006/relationships/image" Target="../media/image113.png"/><Relationship Id="rId38" Type="http://schemas.openxmlformats.org/officeDocument/2006/relationships/customXml" Target="../ink/ink116.xml"/><Relationship Id="rId59" Type="http://schemas.openxmlformats.org/officeDocument/2006/relationships/image" Target="../media/image126.png"/><Relationship Id="rId103" Type="http://schemas.openxmlformats.org/officeDocument/2006/relationships/image" Target="../media/image148.png"/><Relationship Id="rId108" Type="http://schemas.openxmlformats.org/officeDocument/2006/relationships/customXml" Target="../ink/ink151.xml"/><Relationship Id="rId54" Type="http://schemas.openxmlformats.org/officeDocument/2006/relationships/customXml" Target="../ink/ink124.xml"/><Relationship Id="rId70" Type="http://schemas.openxmlformats.org/officeDocument/2006/relationships/customXml" Target="../ink/ink132.xml"/><Relationship Id="rId75" Type="http://schemas.openxmlformats.org/officeDocument/2006/relationships/image" Target="../media/image134.png"/><Relationship Id="rId91" Type="http://schemas.openxmlformats.org/officeDocument/2006/relationships/image" Target="../media/image142.png"/><Relationship Id="rId96" Type="http://schemas.openxmlformats.org/officeDocument/2006/relationships/customXml" Target="../ink/ink14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0.xml"/><Relationship Id="rId23" Type="http://schemas.openxmlformats.org/officeDocument/2006/relationships/image" Target="../media/image108.png"/><Relationship Id="rId28" Type="http://schemas.openxmlformats.org/officeDocument/2006/relationships/customXml" Target="../ink/ink111.xml"/><Relationship Id="rId49" Type="http://schemas.openxmlformats.org/officeDocument/2006/relationships/image" Target="../media/image121.png"/><Relationship Id="rId114" Type="http://schemas.openxmlformats.org/officeDocument/2006/relationships/customXml" Target="../ink/ink154.xml"/><Relationship Id="rId10" Type="http://schemas.openxmlformats.org/officeDocument/2006/relationships/customXml" Target="../ink/ink102.xml"/><Relationship Id="rId31" Type="http://schemas.openxmlformats.org/officeDocument/2006/relationships/image" Target="../media/image112.png"/><Relationship Id="rId44" Type="http://schemas.openxmlformats.org/officeDocument/2006/relationships/customXml" Target="../ink/ink119.xml"/><Relationship Id="rId52" Type="http://schemas.openxmlformats.org/officeDocument/2006/relationships/customXml" Target="../ink/ink123.xml"/><Relationship Id="rId60" Type="http://schemas.openxmlformats.org/officeDocument/2006/relationships/customXml" Target="../ink/ink127.xml"/><Relationship Id="rId65" Type="http://schemas.openxmlformats.org/officeDocument/2006/relationships/image" Target="../media/image129.png"/><Relationship Id="rId73" Type="http://schemas.openxmlformats.org/officeDocument/2006/relationships/image" Target="../media/image133.png"/><Relationship Id="rId78" Type="http://schemas.openxmlformats.org/officeDocument/2006/relationships/customXml" Target="../ink/ink136.xml"/><Relationship Id="rId81" Type="http://schemas.openxmlformats.org/officeDocument/2006/relationships/image" Target="../media/image137.png"/><Relationship Id="rId86" Type="http://schemas.openxmlformats.org/officeDocument/2006/relationships/customXml" Target="../ink/ink140.xml"/><Relationship Id="rId94" Type="http://schemas.openxmlformats.org/officeDocument/2006/relationships/customXml" Target="../ink/ink144.xml"/><Relationship Id="rId99" Type="http://schemas.openxmlformats.org/officeDocument/2006/relationships/image" Target="../media/image146.png"/><Relationship Id="rId101" Type="http://schemas.openxmlformats.org/officeDocument/2006/relationships/image" Target="../media/image147.png"/><Relationship Id="rId4" Type="http://schemas.openxmlformats.org/officeDocument/2006/relationships/customXml" Target="../ink/ink99.xml"/><Relationship Id="rId9" Type="http://schemas.openxmlformats.org/officeDocument/2006/relationships/image" Target="../media/image101.png"/><Relationship Id="rId13" Type="http://schemas.openxmlformats.org/officeDocument/2006/relationships/image" Target="../media/image103.png"/><Relationship Id="rId18" Type="http://schemas.openxmlformats.org/officeDocument/2006/relationships/customXml" Target="../ink/ink106.xml"/><Relationship Id="rId39" Type="http://schemas.openxmlformats.org/officeDocument/2006/relationships/image" Target="../media/image116.png"/><Relationship Id="rId109" Type="http://schemas.openxmlformats.org/officeDocument/2006/relationships/image" Target="../media/image151.png"/><Relationship Id="rId34" Type="http://schemas.openxmlformats.org/officeDocument/2006/relationships/customXml" Target="../ink/ink114.xml"/><Relationship Id="rId50" Type="http://schemas.openxmlformats.org/officeDocument/2006/relationships/customXml" Target="../ink/ink122.xml"/><Relationship Id="rId55" Type="http://schemas.openxmlformats.org/officeDocument/2006/relationships/image" Target="../media/image124.png"/><Relationship Id="rId76" Type="http://schemas.openxmlformats.org/officeDocument/2006/relationships/customXml" Target="../ink/ink135.xml"/><Relationship Id="rId97" Type="http://schemas.openxmlformats.org/officeDocument/2006/relationships/image" Target="../media/image145.png"/><Relationship Id="rId104" Type="http://schemas.openxmlformats.org/officeDocument/2006/relationships/customXml" Target="../ink/ink149.xml"/><Relationship Id="rId7" Type="http://schemas.openxmlformats.org/officeDocument/2006/relationships/image" Target="../media/image100.png"/><Relationship Id="rId71" Type="http://schemas.openxmlformats.org/officeDocument/2006/relationships/image" Target="../media/image132.png"/><Relationship Id="rId92" Type="http://schemas.openxmlformats.org/officeDocument/2006/relationships/customXml" Target="../ink/ink143.xml"/><Relationship Id="rId2" Type="http://schemas.openxmlformats.org/officeDocument/2006/relationships/customXml" Target="../ink/ink98.xml"/><Relationship Id="rId29" Type="http://schemas.openxmlformats.org/officeDocument/2006/relationships/image" Target="../media/image111.png"/><Relationship Id="rId24" Type="http://schemas.openxmlformats.org/officeDocument/2006/relationships/customXml" Target="../ink/ink109.xml"/><Relationship Id="rId40" Type="http://schemas.openxmlformats.org/officeDocument/2006/relationships/customXml" Target="../ink/ink117.xml"/><Relationship Id="rId45" Type="http://schemas.openxmlformats.org/officeDocument/2006/relationships/image" Target="../media/image119.png"/><Relationship Id="rId66" Type="http://schemas.openxmlformats.org/officeDocument/2006/relationships/customXml" Target="../ink/ink130.xml"/><Relationship Id="rId87" Type="http://schemas.openxmlformats.org/officeDocument/2006/relationships/image" Target="../media/image140.png"/><Relationship Id="rId110" Type="http://schemas.openxmlformats.org/officeDocument/2006/relationships/customXml" Target="../ink/ink152.xml"/><Relationship Id="rId115" Type="http://schemas.openxmlformats.org/officeDocument/2006/relationships/image" Target="../media/image154.png"/><Relationship Id="rId61" Type="http://schemas.openxmlformats.org/officeDocument/2006/relationships/image" Target="../media/image127.png"/><Relationship Id="rId82" Type="http://schemas.openxmlformats.org/officeDocument/2006/relationships/customXml" Target="../ink/ink138.xml"/><Relationship Id="rId19" Type="http://schemas.openxmlformats.org/officeDocument/2006/relationships/image" Target="../media/image106.png"/><Relationship Id="rId14" Type="http://schemas.openxmlformats.org/officeDocument/2006/relationships/customXml" Target="../ink/ink104.xml"/><Relationship Id="rId30" Type="http://schemas.openxmlformats.org/officeDocument/2006/relationships/customXml" Target="../ink/ink112.xml"/><Relationship Id="rId35" Type="http://schemas.openxmlformats.org/officeDocument/2006/relationships/image" Target="../media/image114.png"/><Relationship Id="rId56" Type="http://schemas.openxmlformats.org/officeDocument/2006/relationships/customXml" Target="../ink/ink125.xml"/><Relationship Id="rId77" Type="http://schemas.openxmlformats.org/officeDocument/2006/relationships/image" Target="../media/image135.png"/><Relationship Id="rId100" Type="http://schemas.openxmlformats.org/officeDocument/2006/relationships/customXml" Target="../ink/ink147.xml"/><Relationship Id="rId105" Type="http://schemas.openxmlformats.org/officeDocument/2006/relationships/image" Target="../media/image149.png"/><Relationship Id="rId8" Type="http://schemas.openxmlformats.org/officeDocument/2006/relationships/customXml" Target="../ink/ink101.xml"/><Relationship Id="rId51" Type="http://schemas.openxmlformats.org/officeDocument/2006/relationships/image" Target="../media/image122.png"/><Relationship Id="rId72" Type="http://schemas.openxmlformats.org/officeDocument/2006/relationships/customXml" Target="../ink/ink133.xml"/><Relationship Id="rId93" Type="http://schemas.openxmlformats.org/officeDocument/2006/relationships/image" Target="../media/image143.png"/><Relationship Id="rId98" Type="http://schemas.openxmlformats.org/officeDocument/2006/relationships/customXml" Target="../ink/ink146.xml"/><Relationship Id="rId3" Type="http://schemas.openxmlformats.org/officeDocument/2006/relationships/image" Target="../media/image98.png"/><Relationship Id="rId25" Type="http://schemas.openxmlformats.org/officeDocument/2006/relationships/image" Target="../media/image109.png"/><Relationship Id="rId46" Type="http://schemas.openxmlformats.org/officeDocument/2006/relationships/customXml" Target="../ink/ink120.xml"/><Relationship Id="rId67" Type="http://schemas.openxmlformats.org/officeDocument/2006/relationships/image" Target="../media/image130.png"/><Relationship Id="rId116" Type="http://schemas.openxmlformats.org/officeDocument/2006/relationships/customXml" Target="../ink/ink155.xml"/><Relationship Id="rId20" Type="http://schemas.openxmlformats.org/officeDocument/2006/relationships/customXml" Target="../ink/ink107.xml"/><Relationship Id="rId41" Type="http://schemas.openxmlformats.org/officeDocument/2006/relationships/image" Target="../media/image117.png"/><Relationship Id="rId62" Type="http://schemas.openxmlformats.org/officeDocument/2006/relationships/customXml" Target="../ink/ink128.xml"/><Relationship Id="rId83" Type="http://schemas.openxmlformats.org/officeDocument/2006/relationships/image" Target="../media/image138.png"/><Relationship Id="rId88" Type="http://schemas.openxmlformats.org/officeDocument/2006/relationships/customXml" Target="../ink/ink141.xml"/><Relationship Id="rId111" Type="http://schemas.openxmlformats.org/officeDocument/2006/relationships/image" Target="../media/image152.png"/><Relationship Id="rId15" Type="http://schemas.openxmlformats.org/officeDocument/2006/relationships/image" Target="../media/image104.png"/><Relationship Id="rId36" Type="http://schemas.openxmlformats.org/officeDocument/2006/relationships/customXml" Target="../ink/ink115.xml"/><Relationship Id="rId57" Type="http://schemas.openxmlformats.org/officeDocument/2006/relationships/image" Target="../media/image125.png"/><Relationship Id="rId106" Type="http://schemas.openxmlformats.org/officeDocument/2006/relationships/customXml" Target="../ink/ink150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3.png"/><Relationship Id="rId21" Type="http://schemas.openxmlformats.org/officeDocument/2006/relationships/image" Target="../media/image165.png"/><Relationship Id="rId42" Type="http://schemas.openxmlformats.org/officeDocument/2006/relationships/customXml" Target="../ink/ink176.xml"/><Relationship Id="rId63" Type="http://schemas.openxmlformats.org/officeDocument/2006/relationships/image" Target="../media/image186.png"/><Relationship Id="rId84" Type="http://schemas.openxmlformats.org/officeDocument/2006/relationships/customXml" Target="../ink/ink197.xml"/><Relationship Id="rId138" Type="http://schemas.openxmlformats.org/officeDocument/2006/relationships/customXml" Target="../ink/ink224.xml"/><Relationship Id="rId159" Type="http://schemas.openxmlformats.org/officeDocument/2006/relationships/image" Target="../media/image233.png"/><Relationship Id="rId170" Type="http://schemas.openxmlformats.org/officeDocument/2006/relationships/customXml" Target="../ink/ink240.xml"/><Relationship Id="rId107" Type="http://schemas.openxmlformats.org/officeDocument/2006/relationships/image" Target="../media/image208.png"/><Relationship Id="rId11" Type="http://schemas.openxmlformats.org/officeDocument/2006/relationships/image" Target="../media/image160.png"/><Relationship Id="rId32" Type="http://schemas.openxmlformats.org/officeDocument/2006/relationships/customXml" Target="../ink/ink171.xml"/><Relationship Id="rId53" Type="http://schemas.openxmlformats.org/officeDocument/2006/relationships/image" Target="../media/image181.png"/><Relationship Id="rId74" Type="http://schemas.openxmlformats.org/officeDocument/2006/relationships/customXml" Target="../ink/ink192.xml"/><Relationship Id="rId128" Type="http://schemas.openxmlformats.org/officeDocument/2006/relationships/customXml" Target="../ink/ink219.xml"/><Relationship Id="rId149" Type="http://schemas.openxmlformats.org/officeDocument/2006/relationships/image" Target="../media/image228.png"/><Relationship Id="rId5" Type="http://schemas.openxmlformats.org/officeDocument/2006/relationships/image" Target="../media/image157.png"/><Relationship Id="rId95" Type="http://schemas.openxmlformats.org/officeDocument/2006/relationships/image" Target="../media/image202.png"/><Relationship Id="rId160" Type="http://schemas.openxmlformats.org/officeDocument/2006/relationships/customXml" Target="../ink/ink235.xml"/><Relationship Id="rId22" Type="http://schemas.openxmlformats.org/officeDocument/2006/relationships/customXml" Target="../ink/ink166.xml"/><Relationship Id="rId43" Type="http://schemas.openxmlformats.org/officeDocument/2006/relationships/image" Target="../media/image176.png"/><Relationship Id="rId64" Type="http://schemas.openxmlformats.org/officeDocument/2006/relationships/customXml" Target="../ink/ink187.xml"/><Relationship Id="rId118" Type="http://schemas.openxmlformats.org/officeDocument/2006/relationships/customXml" Target="../ink/ink214.xml"/><Relationship Id="rId139" Type="http://schemas.openxmlformats.org/officeDocument/2006/relationships/image" Target="../media/image145.png"/><Relationship Id="rId85" Type="http://schemas.openxmlformats.org/officeDocument/2006/relationships/image" Target="../media/image197.png"/><Relationship Id="rId150" Type="http://schemas.openxmlformats.org/officeDocument/2006/relationships/customXml" Target="../ink/ink230.xml"/><Relationship Id="rId171" Type="http://schemas.openxmlformats.org/officeDocument/2006/relationships/image" Target="../media/image239.png"/><Relationship Id="rId12" Type="http://schemas.openxmlformats.org/officeDocument/2006/relationships/customXml" Target="../ink/ink161.xml"/><Relationship Id="rId33" Type="http://schemas.openxmlformats.org/officeDocument/2006/relationships/image" Target="../media/image171.png"/><Relationship Id="rId108" Type="http://schemas.openxmlformats.org/officeDocument/2006/relationships/customXml" Target="../ink/ink209.xml"/><Relationship Id="rId129" Type="http://schemas.openxmlformats.org/officeDocument/2006/relationships/image" Target="../media/image219.png"/><Relationship Id="rId54" Type="http://schemas.openxmlformats.org/officeDocument/2006/relationships/customXml" Target="../ink/ink182.xml"/><Relationship Id="rId75" Type="http://schemas.openxmlformats.org/officeDocument/2006/relationships/image" Target="../media/image192.png"/><Relationship Id="rId96" Type="http://schemas.openxmlformats.org/officeDocument/2006/relationships/customXml" Target="../ink/ink203.xml"/><Relationship Id="rId140" Type="http://schemas.openxmlformats.org/officeDocument/2006/relationships/customXml" Target="../ink/ink225.xml"/><Relationship Id="rId161" Type="http://schemas.openxmlformats.org/officeDocument/2006/relationships/image" Target="../media/image23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8.xml"/><Relationship Id="rId23" Type="http://schemas.openxmlformats.org/officeDocument/2006/relationships/image" Target="../media/image166.png"/><Relationship Id="rId28" Type="http://schemas.openxmlformats.org/officeDocument/2006/relationships/customXml" Target="../ink/ink169.xml"/><Relationship Id="rId49" Type="http://schemas.openxmlformats.org/officeDocument/2006/relationships/image" Target="../media/image179.png"/><Relationship Id="rId114" Type="http://schemas.openxmlformats.org/officeDocument/2006/relationships/customXml" Target="../ink/ink212.xml"/><Relationship Id="rId119" Type="http://schemas.openxmlformats.org/officeDocument/2006/relationships/image" Target="../media/image214.png"/><Relationship Id="rId44" Type="http://schemas.openxmlformats.org/officeDocument/2006/relationships/customXml" Target="../ink/ink177.xml"/><Relationship Id="rId60" Type="http://schemas.openxmlformats.org/officeDocument/2006/relationships/customXml" Target="../ink/ink185.xml"/><Relationship Id="rId65" Type="http://schemas.openxmlformats.org/officeDocument/2006/relationships/image" Target="../media/image187.png"/><Relationship Id="rId81" Type="http://schemas.openxmlformats.org/officeDocument/2006/relationships/image" Target="../media/image195.png"/><Relationship Id="rId86" Type="http://schemas.openxmlformats.org/officeDocument/2006/relationships/customXml" Target="../ink/ink198.xml"/><Relationship Id="rId130" Type="http://schemas.openxmlformats.org/officeDocument/2006/relationships/customXml" Target="../ink/ink220.xml"/><Relationship Id="rId135" Type="http://schemas.openxmlformats.org/officeDocument/2006/relationships/image" Target="../media/image222.png"/><Relationship Id="rId151" Type="http://schemas.openxmlformats.org/officeDocument/2006/relationships/image" Target="../media/image229.png"/><Relationship Id="rId156" Type="http://schemas.openxmlformats.org/officeDocument/2006/relationships/customXml" Target="../ink/ink233.xml"/><Relationship Id="rId172" Type="http://schemas.openxmlformats.org/officeDocument/2006/relationships/customXml" Target="../ink/ink241.xml"/><Relationship Id="rId13" Type="http://schemas.openxmlformats.org/officeDocument/2006/relationships/image" Target="../media/image161.png"/><Relationship Id="rId18" Type="http://schemas.openxmlformats.org/officeDocument/2006/relationships/customXml" Target="../ink/ink164.xml"/><Relationship Id="rId39" Type="http://schemas.openxmlformats.org/officeDocument/2006/relationships/image" Target="../media/image174.png"/><Relationship Id="rId109" Type="http://schemas.openxmlformats.org/officeDocument/2006/relationships/image" Target="../media/image209.png"/><Relationship Id="rId34" Type="http://schemas.openxmlformats.org/officeDocument/2006/relationships/customXml" Target="../ink/ink172.xml"/><Relationship Id="rId50" Type="http://schemas.openxmlformats.org/officeDocument/2006/relationships/customXml" Target="../ink/ink180.xml"/><Relationship Id="rId55" Type="http://schemas.openxmlformats.org/officeDocument/2006/relationships/image" Target="../media/image182.png"/><Relationship Id="rId76" Type="http://schemas.openxmlformats.org/officeDocument/2006/relationships/customXml" Target="../ink/ink193.xml"/><Relationship Id="rId97" Type="http://schemas.openxmlformats.org/officeDocument/2006/relationships/image" Target="../media/image203.png"/><Relationship Id="rId104" Type="http://schemas.openxmlformats.org/officeDocument/2006/relationships/customXml" Target="../ink/ink207.xml"/><Relationship Id="rId120" Type="http://schemas.openxmlformats.org/officeDocument/2006/relationships/customXml" Target="../ink/ink215.xml"/><Relationship Id="rId125" Type="http://schemas.openxmlformats.org/officeDocument/2006/relationships/image" Target="../media/image217.png"/><Relationship Id="rId141" Type="http://schemas.openxmlformats.org/officeDocument/2006/relationships/image" Target="../media/image224.png"/><Relationship Id="rId146" Type="http://schemas.openxmlformats.org/officeDocument/2006/relationships/customXml" Target="../ink/ink228.xml"/><Relationship Id="rId167" Type="http://schemas.openxmlformats.org/officeDocument/2006/relationships/image" Target="../media/image237.png"/><Relationship Id="rId7" Type="http://schemas.openxmlformats.org/officeDocument/2006/relationships/image" Target="../media/image158.png"/><Relationship Id="rId71" Type="http://schemas.openxmlformats.org/officeDocument/2006/relationships/image" Target="../media/image190.png"/><Relationship Id="rId92" Type="http://schemas.openxmlformats.org/officeDocument/2006/relationships/customXml" Target="../ink/ink201.xml"/><Relationship Id="rId162" Type="http://schemas.openxmlformats.org/officeDocument/2006/relationships/customXml" Target="../ink/ink236.xml"/><Relationship Id="rId2" Type="http://schemas.openxmlformats.org/officeDocument/2006/relationships/customXml" Target="../ink/ink156.xml"/><Relationship Id="rId29" Type="http://schemas.openxmlformats.org/officeDocument/2006/relationships/image" Target="../media/image169.png"/><Relationship Id="rId24" Type="http://schemas.openxmlformats.org/officeDocument/2006/relationships/customXml" Target="../ink/ink167.xml"/><Relationship Id="rId40" Type="http://schemas.openxmlformats.org/officeDocument/2006/relationships/customXml" Target="../ink/ink175.xml"/><Relationship Id="rId45" Type="http://schemas.openxmlformats.org/officeDocument/2006/relationships/image" Target="../media/image177.png"/><Relationship Id="rId66" Type="http://schemas.openxmlformats.org/officeDocument/2006/relationships/customXml" Target="../ink/ink188.xml"/><Relationship Id="rId87" Type="http://schemas.openxmlformats.org/officeDocument/2006/relationships/image" Target="../media/image198.png"/><Relationship Id="rId110" Type="http://schemas.openxmlformats.org/officeDocument/2006/relationships/customXml" Target="../ink/ink210.xml"/><Relationship Id="rId115" Type="http://schemas.openxmlformats.org/officeDocument/2006/relationships/image" Target="../media/image212.png"/><Relationship Id="rId131" Type="http://schemas.openxmlformats.org/officeDocument/2006/relationships/image" Target="../media/image220.png"/><Relationship Id="rId136" Type="http://schemas.openxmlformats.org/officeDocument/2006/relationships/customXml" Target="../ink/ink223.xml"/><Relationship Id="rId157" Type="http://schemas.openxmlformats.org/officeDocument/2006/relationships/image" Target="../media/image232.png"/><Relationship Id="rId61" Type="http://schemas.openxmlformats.org/officeDocument/2006/relationships/image" Target="../media/image185.png"/><Relationship Id="rId82" Type="http://schemas.openxmlformats.org/officeDocument/2006/relationships/customXml" Target="../ink/ink196.xml"/><Relationship Id="rId152" Type="http://schemas.openxmlformats.org/officeDocument/2006/relationships/customXml" Target="../ink/ink231.xml"/><Relationship Id="rId173" Type="http://schemas.openxmlformats.org/officeDocument/2006/relationships/image" Target="../media/image240.png"/><Relationship Id="rId19" Type="http://schemas.openxmlformats.org/officeDocument/2006/relationships/image" Target="../media/image164.png"/><Relationship Id="rId14" Type="http://schemas.openxmlformats.org/officeDocument/2006/relationships/customXml" Target="../ink/ink162.xml"/><Relationship Id="rId30" Type="http://schemas.openxmlformats.org/officeDocument/2006/relationships/customXml" Target="../ink/ink170.xml"/><Relationship Id="rId35" Type="http://schemas.openxmlformats.org/officeDocument/2006/relationships/image" Target="../media/image172.png"/><Relationship Id="rId56" Type="http://schemas.openxmlformats.org/officeDocument/2006/relationships/customXml" Target="../ink/ink183.xml"/><Relationship Id="rId77" Type="http://schemas.openxmlformats.org/officeDocument/2006/relationships/image" Target="../media/image193.png"/><Relationship Id="rId100" Type="http://schemas.openxmlformats.org/officeDocument/2006/relationships/customXml" Target="../ink/ink205.xml"/><Relationship Id="rId105" Type="http://schemas.openxmlformats.org/officeDocument/2006/relationships/image" Target="../media/image207.png"/><Relationship Id="rId126" Type="http://schemas.openxmlformats.org/officeDocument/2006/relationships/customXml" Target="../ink/ink218.xml"/><Relationship Id="rId147" Type="http://schemas.openxmlformats.org/officeDocument/2006/relationships/image" Target="../media/image227.png"/><Relationship Id="rId168" Type="http://schemas.openxmlformats.org/officeDocument/2006/relationships/customXml" Target="../ink/ink239.xml"/><Relationship Id="rId8" Type="http://schemas.openxmlformats.org/officeDocument/2006/relationships/customXml" Target="../ink/ink159.xml"/><Relationship Id="rId51" Type="http://schemas.openxmlformats.org/officeDocument/2006/relationships/image" Target="../media/image180.png"/><Relationship Id="rId72" Type="http://schemas.openxmlformats.org/officeDocument/2006/relationships/customXml" Target="../ink/ink191.xml"/><Relationship Id="rId93" Type="http://schemas.openxmlformats.org/officeDocument/2006/relationships/image" Target="../media/image201.png"/><Relationship Id="rId98" Type="http://schemas.openxmlformats.org/officeDocument/2006/relationships/customXml" Target="../ink/ink204.xml"/><Relationship Id="rId121" Type="http://schemas.openxmlformats.org/officeDocument/2006/relationships/image" Target="../media/image215.png"/><Relationship Id="rId142" Type="http://schemas.openxmlformats.org/officeDocument/2006/relationships/customXml" Target="../ink/ink226.xml"/><Relationship Id="rId163" Type="http://schemas.openxmlformats.org/officeDocument/2006/relationships/image" Target="../media/image235.png"/><Relationship Id="rId3" Type="http://schemas.openxmlformats.org/officeDocument/2006/relationships/image" Target="../media/image156.png"/><Relationship Id="rId25" Type="http://schemas.openxmlformats.org/officeDocument/2006/relationships/image" Target="../media/image167.png"/><Relationship Id="rId46" Type="http://schemas.openxmlformats.org/officeDocument/2006/relationships/customXml" Target="../ink/ink178.xml"/><Relationship Id="rId67" Type="http://schemas.openxmlformats.org/officeDocument/2006/relationships/image" Target="../media/image188.png"/><Relationship Id="rId116" Type="http://schemas.openxmlformats.org/officeDocument/2006/relationships/customXml" Target="../ink/ink213.xml"/><Relationship Id="rId137" Type="http://schemas.openxmlformats.org/officeDocument/2006/relationships/image" Target="../media/image223.png"/><Relationship Id="rId158" Type="http://schemas.openxmlformats.org/officeDocument/2006/relationships/customXml" Target="../ink/ink234.xml"/><Relationship Id="rId20" Type="http://schemas.openxmlformats.org/officeDocument/2006/relationships/customXml" Target="../ink/ink165.xml"/><Relationship Id="rId41" Type="http://schemas.openxmlformats.org/officeDocument/2006/relationships/image" Target="../media/image175.png"/><Relationship Id="rId62" Type="http://schemas.openxmlformats.org/officeDocument/2006/relationships/customXml" Target="../ink/ink186.xml"/><Relationship Id="rId83" Type="http://schemas.openxmlformats.org/officeDocument/2006/relationships/image" Target="../media/image196.png"/><Relationship Id="rId88" Type="http://schemas.openxmlformats.org/officeDocument/2006/relationships/customXml" Target="../ink/ink199.xml"/><Relationship Id="rId111" Type="http://schemas.openxmlformats.org/officeDocument/2006/relationships/image" Target="../media/image210.png"/><Relationship Id="rId132" Type="http://schemas.openxmlformats.org/officeDocument/2006/relationships/customXml" Target="../ink/ink221.xml"/><Relationship Id="rId153" Type="http://schemas.openxmlformats.org/officeDocument/2006/relationships/image" Target="../media/image230.png"/><Relationship Id="rId15" Type="http://schemas.openxmlformats.org/officeDocument/2006/relationships/image" Target="../media/image162.png"/><Relationship Id="rId36" Type="http://schemas.openxmlformats.org/officeDocument/2006/relationships/customXml" Target="../ink/ink173.xml"/><Relationship Id="rId57" Type="http://schemas.openxmlformats.org/officeDocument/2006/relationships/image" Target="../media/image183.png"/><Relationship Id="rId106" Type="http://schemas.openxmlformats.org/officeDocument/2006/relationships/customXml" Target="../ink/ink208.xml"/><Relationship Id="rId127" Type="http://schemas.openxmlformats.org/officeDocument/2006/relationships/image" Target="../media/image218.png"/><Relationship Id="rId10" Type="http://schemas.openxmlformats.org/officeDocument/2006/relationships/customXml" Target="../ink/ink160.xml"/><Relationship Id="rId31" Type="http://schemas.openxmlformats.org/officeDocument/2006/relationships/image" Target="../media/image170.png"/><Relationship Id="rId52" Type="http://schemas.openxmlformats.org/officeDocument/2006/relationships/customXml" Target="../ink/ink181.xml"/><Relationship Id="rId73" Type="http://schemas.openxmlformats.org/officeDocument/2006/relationships/image" Target="../media/image191.png"/><Relationship Id="rId78" Type="http://schemas.openxmlformats.org/officeDocument/2006/relationships/customXml" Target="../ink/ink194.xml"/><Relationship Id="rId94" Type="http://schemas.openxmlformats.org/officeDocument/2006/relationships/customXml" Target="../ink/ink202.xml"/><Relationship Id="rId99" Type="http://schemas.openxmlformats.org/officeDocument/2006/relationships/image" Target="../media/image204.png"/><Relationship Id="rId101" Type="http://schemas.openxmlformats.org/officeDocument/2006/relationships/image" Target="../media/image205.png"/><Relationship Id="rId122" Type="http://schemas.openxmlformats.org/officeDocument/2006/relationships/customXml" Target="../ink/ink216.xml"/><Relationship Id="rId143" Type="http://schemas.openxmlformats.org/officeDocument/2006/relationships/image" Target="../media/image225.png"/><Relationship Id="rId148" Type="http://schemas.openxmlformats.org/officeDocument/2006/relationships/customXml" Target="../ink/ink229.xml"/><Relationship Id="rId164" Type="http://schemas.openxmlformats.org/officeDocument/2006/relationships/customXml" Target="../ink/ink237.xml"/><Relationship Id="rId169" Type="http://schemas.openxmlformats.org/officeDocument/2006/relationships/image" Target="../media/image238.png"/><Relationship Id="rId4" Type="http://schemas.openxmlformats.org/officeDocument/2006/relationships/customXml" Target="../ink/ink157.xml"/><Relationship Id="rId9" Type="http://schemas.openxmlformats.org/officeDocument/2006/relationships/image" Target="../media/image159.png"/><Relationship Id="rId26" Type="http://schemas.openxmlformats.org/officeDocument/2006/relationships/customXml" Target="../ink/ink168.xml"/><Relationship Id="rId47" Type="http://schemas.openxmlformats.org/officeDocument/2006/relationships/image" Target="../media/image178.png"/><Relationship Id="rId68" Type="http://schemas.openxmlformats.org/officeDocument/2006/relationships/customXml" Target="../ink/ink189.xml"/><Relationship Id="rId89" Type="http://schemas.openxmlformats.org/officeDocument/2006/relationships/image" Target="../media/image199.png"/><Relationship Id="rId112" Type="http://schemas.openxmlformats.org/officeDocument/2006/relationships/customXml" Target="../ink/ink211.xml"/><Relationship Id="rId133" Type="http://schemas.openxmlformats.org/officeDocument/2006/relationships/image" Target="../media/image221.png"/><Relationship Id="rId154" Type="http://schemas.openxmlformats.org/officeDocument/2006/relationships/customXml" Target="../ink/ink232.xml"/><Relationship Id="rId16" Type="http://schemas.openxmlformats.org/officeDocument/2006/relationships/customXml" Target="../ink/ink163.xml"/><Relationship Id="rId37" Type="http://schemas.openxmlformats.org/officeDocument/2006/relationships/image" Target="../media/image173.png"/><Relationship Id="rId58" Type="http://schemas.openxmlformats.org/officeDocument/2006/relationships/customXml" Target="../ink/ink184.xml"/><Relationship Id="rId79" Type="http://schemas.openxmlformats.org/officeDocument/2006/relationships/image" Target="../media/image194.png"/><Relationship Id="rId102" Type="http://schemas.openxmlformats.org/officeDocument/2006/relationships/customXml" Target="../ink/ink206.xml"/><Relationship Id="rId123" Type="http://schemas.openxmlformats.org/officeDocument/2006/relationships/image" Target="../media/image216.png"/><Relationship Id="rId144" Type="http://schemas.openxmlformats.org/officeDocument/2006/relationships/customXml" Target="../ink/ink227.xml"/><Relationship Id="rId90" Type="http://schemas.openxmlformats.org/officeDocument/2006/relationships/customXml" Target="../ink/ink200.xml"/><Relationship Id="rId165" Type="http://schemas.openxmlformats.org/officeDocument/2006/relationships/image" Target="../media/image236.png"/><Relationship Id="rId27" Type="http://schemas.openxmlformats.org/officeDocument/2006/relationships/image" Target="../media/image168.png"/><Relationship Id="rId48" Type="http://schemas.openxmlformats.org/officeDocument/2006/relationships/customXml" Target="../ink/ink179.xml"/><Relationship Id="rId69" Type="http://schemas.openxmlformats.org/officeDocument/2006/relationships/image" Target="../media/image189.png"/><Relationship Id="rId113" Type="http://schemas.openxmlformats.org/officeDocument/2006/relationships/image" Target="../media/image211.png"/><Relationship Id="rId134" Type="http://schemas.openxmlformats.org/officeDocument/2006/relationships/customXml" Target="../ink/ink222.xml"/><Relationship Id="rId80" Type="http://schemas.openxmlformats.org/officeDocument/2006/relationships/customXml" Target="../ink/ink195.xml"/><Relationship Id="rId155" Type="http://schemas.openxmlformats.org/officeDocument/2006/relationships/image" Target="../media/image231.png"/><Relationship Id="rId17" Type="http://schemas.openxmlformats.org/officeDocument/2006/relationships/image" Target="../media/image163.png"/><Relationship Id="rId38" Type="http://schemas.openxmlformats.org/officeDocument/2006/relationships/customXml" Target="../ink/ink174.xml"/><Relationship Id="rId59" Type="http://schemas.openxmlformats.org/officeDocument/2006/relationships/image" Target="../media/image184.png"/><Relationship Id="rId103" Type="http://schemas.openxmlformats.org/officeDocument/2006/relationships/image" Target="../media/image206.png"/><Relationship Id="rId124" Type="http://schemas.openxmlformats.org/officeDocument/2006/relationships/customXml" Target="../ink/ink217.xml"/><Relationship Id="rId70" Type="http://schemas.openxmlformats.org/officeDocument/2006/relationships/customXml" Target="../ink/ink190.xml"/><Relationship Id="rId91" Type="http://schemas.openxmlformats.org/officeDocument/2006/relationships/image" Target="../media/image200.png"/><Relationship Id="rId145" Type="http://schemas.openxmlformats.org/officeDocument/2006/relationships/image" Target="../media/image226.png"/><Relationship Id="rId166" Type="http://schemas.openxmlformats.org/officeDocument/2006/relationships/customXml" Target="../ink/ink238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8.png"/><Relationship Id="rId21" Type="http://schemas.openxmlformats.org/officeDocument/2006/relationships/image" Target="../media/image250.png"/><Relationship Id="rId42" Type="http://schemas.openxmlformats.org/officeDocument/2006/relationships/customXml" Target="../ink/ink262.xml"/><Relationship Id="rId63" Type="http://schemas.openxmlformats.org/officeDocument/2006/relationships/image" Target="../media/image271.png"/><Relationship Id="rId84" Type="http://schemas.openxmlformats.org/officeDocument/2006/relationships/customXml" Target="../ink/ink283.xml"/><Relationship Id="rId138" Type="http://schemas.openxmlformats.org/officeDocument/2006/relationships/customXml" Target="../ink/ink310.xml"/><Relationship Id="rId159" Type="http://schemas.openxmlformats.org/officeDocument/2006/relationships/image" Target="../media/image319.png"/><Relationship Id="rId170" Type="http://schemas.openxmlformats.org/officeDocument/2006/relationships/customXml" Target="../ink/ink326.xml"/><Relationship Id="rId191" Type="http://schemas.openxmlformats.org/officeDocument/2006/relationships/image" Target="../media/image335.png"/><Relationship Id="rId107" Type="http://schemas.openxmlformats.org/officeDocument/2006/relationships/image" Target="../media/image293.png"/><Relationship Id="rId11" Type="http://schemas.openxmlformats.org/officeDocument/2006/relationships/image" Target="../media/image245.png"/><Relationship Id="rId32" Type="http://schemas.openxmlformats.org/officeDocument/2006/relationships/customXml" Target="../ink/ink257.xml"/><Relationship Id="rId53" Type="http://schemas.openxmlformats.org/officeDocument/2006/relationships/image" Target="../media/image266.png"/><Relationship Id="rId74" Type="http://schemas.openxmlformats.org/officeDocument/2006/relationships/customXml" Target="../ink/ink278.xml"/><Relationship Id="rId128" Type="http://schemas.openxmlformats.org/officeDocument/2006/relationships/customXml" Target="../ink/ink305.xml"/><Relationship Id="rId149" Type="http://schemas.openxmlformats.org/officeDocument/2006/relationships/image" Target="../media/image314.png"/><Relationship Id="rId5" Type="http://schemas.openxmlformats.org/officeDocument/2006/relationships/image" Target="../media/image242.png"/><Relationship Id="rId95" Type="http://schemas.openxmlformats.org/officeDocument/2006/relationships/image" Target="../media/image287.png"/><Relationship Id="rId160" Type="http://schemas.openxmlformats.org/officeDocument/2006/relationships/customXml" Target="../ink/ink321.xml"/><Relationship Id="rId181" Type="http://schemas.openxmlformats.org/officeDocument/2006/relationships/image" Target="../media/image330.png"/><Relationship Id="rId22" Type="http://schemas.openxmlformats.org/officeDocument/2006/relationships/customXml" Target="../ink/ink252.xml"/><Relationship Id="rId43" Type="http://schemas.openxmlformats.org/officeDocument/2006/relationships/image" Target="../media/image261.png"/><Relationship Id="rId64" Type="http://schemas.openxmlformats.org/officeDocument/2006/relationships/customXml" Target="../ink/ink273.xml"/><Relationship Id="rId118" Type="http://schemas.openxmlformats.org/officeDocument/2006/relationships/customXml" Target="../ink/ink300.xml"/><Relationship Id="rId139" Type="http://schemas.openxmlformats.org/officeDocument/2006/relationships/image" Target="../media/image309.png"/><Relationship Id="rId85" Type="http://schemas.openxmlformats.org/officeDocument/2006/relationships/image" Target="../media/image282.png"/><Relationship Id="rId150" Type="http://schemas.openxmlformats.org/officeDocument/2006/relationships/customXml" Target="../ink/ink316.xml"/><Relationship Id="rId171" Type="http://schemas.openxmlformats.org/officeDocument/2006/relationships/image" Target="../media/image325.png"/><Relationship Id="rId192" Type="http://schemas.openxmlformats.org/officeDocument/2006/relationships/customXml" Target="../ink/ink337.xml"/><Relationship Id="rId12" Type="http://schemas.openxmlformats.org/officeDocument/2006/relationships/customXml" Target="../ink/ink247.xml"/><Relationship Id="rId33" Type="http://schemas.openxmlformats.org/officeDocument/2006/relationships/image" Target="../media/image256.png"/><Relationship Id="rId108" Type="http://schemas.openxmlformats.org/officeDocument/2006/relationships/customXml" Target="../ink/ink295.xml"/><Relationship Id="rId129" Type="http://schemas.openxmlformats.org/officeDocument/2006/relationships/image" Target="../media/image304.png"/><Relationship Id="rId54" Type="http://schemas.openxmlformats.org/officeDocument/2006/relationships/customXml" Target="../ink/ink268.xml"/><Relationship Id="rId75" Type="http://schemas.openxmlformats.org/officeDocument/2006/relationships/image" Target="../media/image277.png"/><Relationship Id="rId96" Type="http://schemas.openxmlformats.org/officeDocument/2006/relationships/customXml" Target="../ink/ink289.xml"/><Relationship Id="rId140" Type="http://schemas.openxmlformats.org/officeDocument/2006/relationships/customXml" Target="../ink/ink311.xml"/><Relationship Id="rId161" Type="http://schemas.openxmlformats.org/officeDocument/2006/relationships/image" Target="../media/image320.png"/><Relationship Id="rId182" Type="http://schemas.openxmlformats.org/officeDocument/2006/relationships/customXml" Target="../ink/ink332.xml"/><Relationship Id="rId6" Type="http://schemas.openxmlformats.org/officeDocument/2006/relationships/customXml" Target="../ink/ink244.xml"/><Relationship Id="rId23" Type="http://schemas.openxmlformats.org/officeDocument/2006/relationships/image" Target="../media/image251.png"/><Relationship Id="rId119" Type="http://schemas.openxmlformats.org/officeDocument/2006/relationships/image" Target="../media/image299.png"/><Relationship Id="rId44" Type="http://schemas.openxmlformats.org/officeDocument/2006/relationships/customXml" Target="../ink/ink263.xml"/><Relationship Id="rId65" Type="http://schemas.openxmlformats.org/officeDocument/2006/relationships/image" Target="../media/image272.png"/><Relationship Id="rId86" Type="http://schemas.openxmlformats.org/officeDocument/2006/relationships/customXml" Target="../ink/ink284.xml"/><Relationship Id="rId130" Type="http://schemas.openxmlformats.org/officeDocument/2006/relationships/customXml" Target="../ink/ink306.xml"/><Relationship Id="rId151" Type="http://schemas.openxmlformats.org/officeDocument/2006/relationships/image" Target="../media/image315.png"/><Relationship Id="rId172" Type="http://schemas.openxmlformats.org/officeDocument/2006/relationships/customXml" Target="../ink/ink327.xml"/><Relationship Id="rId193" Type="http://schemas.openxmlformats.org/officeDocument/2006/relationships/image" Target="../media/image336.png"/><Relationship Id="rId13" Type="http://schemas.openxmlformats.org/officeDocument/2006/relationships/image" Target="../media/image246.png"/><Relationship Id="rId109" Type="http://schemas.openxmlformats.org/officeDocument/2006/relationships/image" Target="../media/image294.png"/><Relationship Id="rId34" Type="http://schemas.openxmlformats.org/officeDocument/2006/relationships/customXml" Target="../ink/ink258.xml"/><Relationship Id="rId55" Type="http://schemas.openxmlformats.org/officeDocument/2006/relationships/image" Target="../media/image267.png"/><Relationship Id="rId76" Type="http://schemas.openxmlformats.org/officeDocument/2006/relationships/customXml" Target="../ink/ink279.xml"/><Relationship Id="rId97" Type="http://schemas.openxmlformats.org/officeDocument/2006/relationships/image" Target="../media/image288.png"/><Relationship Id="rId120" Type="http://schemas.openxmlformats.org/officeDocument/2006/relationships/customXml" Target="../ink/ink301.xml"/><Relationship Id="rId141" Type="http://schemas.openxmlformats.org/officeDocument/2006/relationships/image" Target="../media/image310.png"/><Relationship Id="rId7" Type="http://schemas.openxmlformats.org/officeDocument/2006/relationships/image" Target="../media/image243.png"/><Relationship Id="rId71" Type="http://schemas.openxmlformats.org/officeDocument/2006/relationships/image" Target="../media/image275.png"/><Relationship Id="rId92" Type="http://schemas.openxmlformats.org/officeDocument/2006/relationships/customXml" Target="../ink/ink287.xml"/><Relationship Id="rId162" Type="http://schemas.openxmlformats.org/officeDocument/2006/relationships/customXml" Target="../ink/ink322.xml"/><Relationship Id="rId183" Type="http://schemas.openxmlformats.org/officeDocument/2006/relationships/image" Target="../media/image331.png"/><Relationship Id="rId2" Type="http://schemas.openxmlformats.org/officeDocument/2006/relationships/customXml" Target="../ink/ink242.xml"/><Relationship Id="rId29" Type="http://schemas.openxmlformats.org/officeDocument/2006/relationships/image" Target="../media/image254.png"/><Relationship Id="rId24" Type="http://schemas.openxmlformats.org/officeDocument/2006/relationships/customXml" Target="../ink/ink253.xml"/><Relationship Id="rId40" Type="http://schemas.openxmlformats.org/officeDocument/2006/relationships/customXml" Target="../ink/ink261.xml"/><Relationship Id="rId45" Type="http://schemas.openxmlformats.org/officeDocument/2006/relationships/image" Target="../media/image262.png"/><Relationship Id="rId66" Type="http://schemas.openxmlformats.org/officeDocument/2006/relationships/customXml" Target="../ink/ink274.xml"/><Relationship Id="rId87" Type="http://schemas.openxmlformats.org/officeDocument/2006/relationships/image" Target="../media/image283.png"/><Relationship Id="rId110" Type="http://schemas.openxmlformats.org/officeDocument/2006/relationships/customXml" Target="../ink/ink296.xml"/><Relationship Id="rId115" Type="http://schemas.openxmlformats.org/officeDocument/2006/relationships/image" Target="../media/image297.png"/><Relationship Id="rId131" Type="http://schemas.openxmlformats.org/officeDocument/2006/relationships/image" Target="../media/image305.png"/><Relationship Id="rId136" Type="http://schemas.openxmlformats.org/officeDocument/2006/relationships/customXml" Target="../ink/ink309.xml"/><Relationship Id="rId157" Type="http://schemas.openxmlformats.org/officeDocument/2006/relationships/image" Target="../media/image318.png"/><Relationship Id="rId178" Type="http://schemas.openxmlformats.org/officeDocument/2006/relationships/customXml" Target="../ink/ink330.xml"/><Relationship Id="rId61" Type="http://schemas.openxmlformats.org/officeDocument/2006/relationships/image" Target="../media/image270.png"/><Relationship Id="rId82" Type="http://schemas.openxmlformats.org/officeDocument/2006/relationships/customXml" Target="../ink/ink282.xml"/><Relationship Id="rId152" Type="http://schemas.openxmlformats.org/officeDocument/2006/relationships/customXml" Target="../ink/ink317.xml"/><Relationship Id="rId173" Type="http://schemas.openxmlformats.org/officeDocument/2006/relationships/image" Target="../media/image326.png"/><Relationship Id="rId194" Type="http://schemas.openxmlformats.org/officeDocument/2006/relationships/customXml" Target="../ink/ink338.xml"/><Relationship Id="rId19" Type="http://schemas.openxmlformats.org/officeDocument/2006/relationships/image" Target="../media/image249.png"/><Relationship Id="rId14" Type="http://schemas.openxmlformats.org/officeDocument/2006/relationships/customXml" Target="../ink/ink248.xml"/><Relationship Id="rId30" Type="http://schemas.openxmlformats.org/officeDocument/2006/relationships/customXml" Target="../ink/ink256.xml"/><Relationship Id="rId35" Type="http://schemas.openxmlformats.org/officeDocument/2006/relationships/image" Target="../media/image257.png"/><Relationship Id="rId56" Type="http://schemas.openxmlformats.org/officeDocument/2006/relationships/customXml" Target="../ink/ink269.xml"/><Relationship Id="rId77" Type="http://schemas.openxmlformats.org/officeDocument/2006/relationships/image" Target="../media/image278.png"/><Relationship Id="rId100" Type="http://schemas.openxmlformats.org/officeDocument/2006/relationships/customXml" Target="../ink/ink291.xml"/><Relationship Id="rId105" Type="http://schemas.openxmlformats.org/officeDocument/2006/relationships/image" Target="../media/image292.png"/><Relationship Id="rId126" Type="http://schemas.openxmlformats.org/officeDocument/2006/relationships/customXml" Target="../ink/ink304.xml"/><Relationship Id="rId147" Type="http://schemas.openxmlformats.org/officeDocument/2006/relationships/image" Target="../media/image313.png"/><Relationship Id="rId168" Type="http://schemas.openxmlformats.org/officeDocument/2006/relationships/customXml" Target="../ink/ink325.xml"/><Relationship Id="rId8" Type="http://schemas.openxmlformats.org/officeDocument/2006/relationships/customXml" Target="../ink/ink245.xml"/><Relationship Id="rId51" Type="http://schemas.openxmlformats.org/officeDocument/2006/relationships/image" Target="../media/image265.png"/><Relationship Id="rId72" Type="http://schemas.openxmlformats.org/officeDocument/2006/relationships/customXml" Target="../ink/ink277.xml"/><Relationship Id="rId93" Type="http://schemas.openxmlformats.org/officeDocument/2006/relationships/image" Target="../media/image286.png"/><Relationship Id="rId98" Type="http://schemas.openxmlformats.org/officeDocument/2006/relationships/customXml" Target="../ink/ink290.xml"/><Relationship Id="rId121" Type="http://schemas.openxmlformats.org/officeDocument/2006/relationships/image" Target="../media/image300.png"/><Relationship Id="rId142" Type="http://schemas.openxmlformats.org/officeDocument/2006/relationships/customXml" Target="../ink/ink312.xml"/><Relationship Id="rId163" Type="http://schemas.openxmlformats.org/officeDocument/2006/relationships/image" Target="../media/image321.png"/><Relationship Id="rId184" Type="http://schemas.openxmlformats.org/officeDocument/2006/relationships/customXml" Target="../ink/ink333.xml"/><Relationship Id="rId189" Type="http://schemas.openxmlformats.org/officeDocument/2006/relationships/image" Target="../media/image334.png"/><Relationship Id="rId3" Type="http://schemas.openxmlformats.org/officeDocument/2006/relationships/image" Target="../media/image241.png"/><Relationship Id="rId25" Type="http://schemas.openxmlformats.org/officeDocument/2006/relationships/image" Target="../media/image252.png"/><Relationship Id="rId46" Type="http://schemas.openxmlformats.org/officeDocument/2006/relationships/customXml" Target="../ink/ink264.xml"/><Relationship Id="rId67" Type="http://schemas.openxmlformats.org/officeDocument/2006/relationships/image" Target="../media/image273.png"/><Relationship Id="rId116" Type="http://schemas.openxmlformats.org/officeDocument/2006/relationships/customXml" Target="../ink/ink299.xml"/><Relationship Id="rId137" Type="http://schemas.openxmlformats.org/officeDocument/2006/relationships/image" Target="../media/image308.png"/><Relationship Id="rId158" Type="http://schemas.openxmlformats.org/officeDocument/2006/relationships/customXml" Target="../ink/ink320.xml"/><Relationship Id="rId20" Type="http://schemas.openxmlformats.org/officeDocument/2006/relationships/customXml" Target="../ink/ink251.xml"/><Relationship Id="rId41" Type="http://schemas.openxmlformats.org/officeDocument/2006/relationships/image" Target="../media/image260.png"/><Relationship Id="rId62" Type="http://schemas.openxmlformats.org/officeDocument/2006/relationships/customXml" Target="../ink/ink272.xml"/><Relationship Id="rId83" Type="http://schemas.openxmlformats.org/officeDocument/2006/relationships/image" Target="../media/image281.png"/><Relationship Id="rId88" Type="http://schemas.openxmlformats.org/officeDocument/2006/relationships/customXml" Target="../ink/ink285.xml"/><Relationship Id="rId111" Type="http://schemas.openxmlformats.org/officeDocument/2006/relationships/image" Target="../media/image295.png"/><Relationship Id="rId132" Type="http://schemas.openxmlformats.org/officeDocument/2006/relationships/customXml" Target="../ink/ink307.xml"/><Relationship Id="rId153" Type="http://schemas.openxmlformats.org/officeDocument/2006/relationships/image" Target="../media/image316.png"/><Relationship Id="rId174" Type="http://schemas.openxmlformats.org/officeDocument/2006/relationships/customXml" Target="../ink/ink328.xml"/><Relationship Id="rId179" Type="http://schemas.openxmlformats.org/officeDocument/2006/relationships/image" Target="../media/image329.png"/><Relationship Id="rId195" Type="http://schemas.openxmlformats.org/officeDocument/2006/relationships/image" Target="../media/image337.png"/><Relationship Id="rId190" Type="http://schemas.openxmlformats.org/officeDocument/2006/relationships/customXml" Target="../ink/ink336.xml"/><Relationship Id="rId15" Type="http://schemas.openxmlformats.org/officeDocument/2006/relationships/image" Target="../media/image247.png"/><Relationship Id="rId36" Type="http://schemas.openxmlformats.org/officeDocument/2006/relationships/customXml" Target="../ink/ink259.xml"/><Relationship Id="rId57" Type="http://schemas.openxmlformats.org/officeDocument/2006/relationships/image" Target="../media/image268.png"/><Relationship Id="rId106" Type="http://schemas.openxmlformats.org/officeDocument/2006/relationships/customXml" Target="../ink/ink294.xml"/><Relationship Id="rId127" Type="http://schemas.openxmlformats.org/officeDocument/2006/relationships/image" Target="../media/image303.png"/><Relationship Id="rId10" Type="http://schemas.openxmlformats.org/officeDocument/2006/relationships/customXml" Target="../ink/ink246.xml"/><Relationship Id="rId31" Type="http://schemas.openxmlformats.org/officeDocument/2006/relationships/image" Target="../media/image255.png"/><Relationship Id="rId52" Type="http://schemas.openxmlformats.org/officeDocument/2006/relationships/customXml" Target="../ink/ink267.xml"/><Relationship Id="rId73" Type="http://schemas.openxmlformats.org/officeDocument/2006/relationships/image" Target="../media/image276.png"/><Relationship Id="rId78" Type="http://schemas.openxmlformats.org/officeDocument/2006/relationships/customXml" Target="../ink/ink280.xml"/><Relationship Id="rId94" Type="http://schemas.openxmlformats.org/officeDocument/2006/relationships/customXml" Target="../ink/ink288.xml"/><Relationship Id="rId99" Type="http://schemas.openxmlformats.org/officeDocument/2006/relationships/image" Target="../media/image289.png"/><Relationship Id="rId101" Type="http://schemas.openxmlformats.org/officeDocument/2006/relationships/image" Target="../media/image290.png"/><Relationship Id="rId122" Type="http://schemas.openxmlformats.org/officeDocument/2006/relationships/customXml" Target="../ink/ink302.xml"/><Relationship Id="rId143" Type="http://schemas.openxmlformats.org/officeDocument/2006/relationships/image" Target="../media/image311.png"/><Relationship Id="rId148" Type="http://schemas.openxmlformats.org/officeDocument/2006/relationships/customXml" Target="../ink/ink315.xml"/><Relationship Id="rId164" Type="http://schemas.openxmlformats.org/officeDocument/2006/relationships/customXml" Target="../ink/ink323.xml"/><Relationship Id="rId169" Type="http://schemas.openxmlformats.org/officeDocument/2006/relationships/image" Target="../media/image324.png"/><Relationship Id="rId185" Type="http://schemas.openxmlformats.org/officeDocument/2006/relationships/image" Target="../media/image332.png"/><Relationship Id="rId4" Type="http://schemas.openxmlformats.org/officeDocument/2006/relationships/customXml" Target="../ink/ink243.xml"/><Relationship Id="rId9" Type="http://schemas.openxmlformats.org/officeDocument/2006/relationships/image" Target="../media/image244.png"/><Relationship Id="rId180" Type="http://schemas.openxmlformats.org/officeDocument/2006/relationships/customXml" Target="../ink/ink331.xml"/><Relationship Id="rId26" Type="http://schemas.openxmlformats.org/officeDocument/2006/relationships/customXml" Target="../ink/ink254.xml"/><Relationship Id="rId47" Type="http://schemas.openxmlformats.org/officeDocument/2006/relationships/image" Target="../media/image263.png"/><Relationship Id="rId68" Type="http://schemas.openxmlformats.org/officeDocument/2006/relationships/customXml" Target="../ink/ink275.xml"/><Relationship Id="rId89" Type="http://schemas.openxmlformats.org/officeDocument/2006/relationships/image" Target="../media/image284.png"/><Relationship Id="rId112" Type="http://schemas.openxmlformats.org/officeDocument/2006/relationships/customXml" Target="../ink/ink297.xml"/><Relationship Id="rId133" Type="http://schemas.openxmlformats.org/officeDocument/2006/relationships/image" Target="../media/image306.png"/><Relationship Id="rId154" Type="http://schemas.openxmlformats.org/officeDocument/2006/relationships/customXml" Target="../ink/ink318.xml"/><Relationship Id="rId175" Type="http://schemas.openxmlformats.org/officeDocument/2006/relationships/image" Target="../media/image327.png"/><Relationship Id="rId196" Type="http://schemas.openxmlformats.org/officeDocument/2006/relationships/customXml" Target="../ink/ink339.xml"/><Relationship Id="rId16" Type="http://schemas.openxmlformats.org/officeDocument/2006/relationships/customXml" Target="../ink/ink249.xml"/><Relationship Id="rId37" Type="http://schemas.openxmlformats.org/officeDocument/2006/relationships/image" Target="../media/image258.png"/><Relationship Id="rId58" Type="http://schemas.openxmlformats.org/officeDocument/2006/relationships/customXml" Target="../ink/ink270.xml"/><Relationship Id="rId79" Type="http://schemas.openxmlformats.org/officeDocument/2006/relationships/image" Target="../media/image279.png"/><Relationship Id="rId102" Type="http://schemas.openxmlformats.org/officeDocument/2006/relationships/customXml" Target="../ink/ink292.xml"/><Relationship Id="rId123" Type="http://schemas.openxmlformats.org/officeDocument/2006/relationships/image" Target="../media/image301.png"/><Relationship Id="rId144" Type="http://schemas.openxmlformats.org/officeDocument/2006/relationships/customXml" Target="../ink/ink313.xml"/><Relationship Id="rId90" Type="http://schemas.openxmlformats.org/officeDocument/2006/relationships/customXml" Target="../ink/ink286.xml"/><Relationship Id="rId165" Type="http://schemas.openxmlformats.org/officeDocument/2006/relationships/image" Target="../media/image322.png"/><Relationship Id="rId186" Type="http://schemas.openxmlformats.org/officeDocument/2006/relationships/customXml" Target="../ink/ink334.xml"/><Relationship Id="rId27" Type="http://schemas.openxmlformats.org/officeDocument/2006/relationships/image" Target="../media/image253.png"/><Relationship Id="rId48" Type="http://schemas.openxmlformats.org/officeDocument/2006/relationships/customXml" Target="../ink/ink265.xml"/><Relationship Id="rId69" Type="http://schemas.openxmlformats.org/officeDocument/2006/relationships/image" Target="../media/image274.png"/><Relationship Id="rId113" Type="http://schemas.openxmlformats.org/officeDocument/2006/relationships/image" Target="../media/image296.png"/><Relationship Id="rId134" Type="http://schemas.openxmlformats.org/officeDocument/2006/relationships/customXml" Target="../ink/ink308.xml"/><Relationship Id="rId80" Type="http://schemas.openxmlformats.org/officeDocument/2006/relationships/customXml" Target="../ink/ink281.xml"/><Relationship Id="rId155" Type="http://schemas.openxmlformats.org/officeDocument/2006/relationships/image" Target="../media/image317.png"/><Relationship Id="rId176" Type="http://schemas.openxmlformats.org/officeDocument/2006/relationships/customXml" Target="../ink/ink329.xml"/><Relationship Id="rId197" Type="http://schemas.openxmlformats.org/officeDocument/2006/relationships/image" Target="../media/image338.png"/><Relationship Id="rId17" Type="http://schemas.openxmlformats.org/officeDocument/2006/relationships/image" Target="../media/image248.png"/><Relationship Id="rId38" Type="http://schemas.openxmlformats.org/officeDocument/2006/relationships/customXml" Target="../ink/ink260.xml"/><Relationship Id="rId59" Type="http://schemas.openxmlformats.org/officeDocument/2006/relationships/image" Target="../media/image269.png"/><Relationship Id="rId103" Type="http://schemas.openxmlformats.org/officeDocument/2006/relationships/image" Target="../media/image291.png"/><Relationship Id="rId124" Type="http://schemas.openxmlformats.org/officeDocument/2006/relationships/customXml" Target="../ink/ink303.xml"/><Relationship Id="rId70" Type="http://schemas.openxmlformats.org/officeDocument/2006/relationships/customXml" Target="../ink/ink276.xml"/><Relationship Id="rId91" Type="http://schemas.openxmlformats.org/officeDocument/2006/relationships/image" Target="../media/image285.png"/><Relationship Id="rId145" Type="http://schemas.openxmlformats.org/officeDocument/2006/relationships/image" Target="../media/image312.png"/><Relationship Id="rId166" Type="http://schemas.openxmlformats.org/officeDocument/2006/relationships/customXml" Target="../ink/ink324.xml"/><Relationship Id="rId187" Type="http://schemas.openxmlformats.org/officeDocument/2006/relationships/image" Target="../media/image33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55.xml"/><Relationship Id="rId49" Type="http://schemas.openxmlformats.org/officeDocument/2006/relationships/image" Target="../media/image264.png"/><Relationship Id="rId114" Type="http://schemas.openxmlformats.org/officeDocument/2006/relationships/customXml" Target="../ink/ink298.xml"/><Relationship Id="rId60" Type="http://schemas.openxmlformats.org/officeDocument/2006/relationships/customXml" Target="../ink/ink271.xml"/><Relationship Id="rId81" Type="http://schemas.openxmlformats.org/officeDocument/2006/relationships/image" Target="../media/image280.png"/><Relationship Id="rId135" Type="http://schemas.openxmlformats.org/officeDocument/2006/relationships/image" Target="../media/image307.png"/><Relationship Id="rId156" Type="http://schemas.openxmlformats.org/officeDocument/2006/relationships/customXml" Target="../ink/ink319.xml"/><Relationship Id="rId177" Type="http://schemas.openxmlformats.org/officeDocument/2006/relationships/image" Target="../media/image328.png"/><Relationship Id="rId18" Type="http://schemas.openxmlformats.org/officeDocument/2006/relationships/customXml" Target="../ink/ink250.xml"/><Relationship Id="rId39" Type="http://schemas.openxmlformats.org/officeDocument/2006/relationships/image" Target="../media/image259.png"/><Relationship Id="rId50" Type="http://schemas.openxmlformats.org/officeDocument/2006/relationships/customXml" Target="../ink/ink266.xml"/><Relationship Id="rId104" Type="http://schemas.openxmlformats.org/officeDocument/2006/relationships/customXml" Target="../ink/ink293.xml"/><Relationship Id="rId125" Type="http://schemas.openxmlformats.org/officeDocument/2006/relationships/image" Target="../media/image302.png"/><Relationship Id="rId146" Type="http://schemas.openxmlformats.org/officeDocument/2006/relationships/customXml" Target="../ink/ink314.xml"/><Relationship Id="rId167" Type="http://schemas.openxmlformats.org/officeDocument/2006/relationships/image" Target="../media/image323.png"/><Relationship Id="rId188" Type="http://schemas.openxmlformats.org/officeDocument/2006/relationships/customXml" Target="../ink/ink33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98.xml"/><Relationship Id="rId21" Type="http://schemas.openxmlformats.org/officeDocument/2006/relationships/image" Target="../media/image348.png"/><Relationship Id="rId42" Type="http://schemas.openxmlformats.org/officeDocument/2006/relationships/customXml" Target="../ink/ink360.xml"/><Relationship Id="rId63" Type="http://schemas.openxmlformats.org/officeDocument/2006/relationships/image" Target="../media/image369.png"/><Relationship Id="rId84" Type="http://schemas.openxmlformats.org/officeDocument/2006/relationships/customXml" Target="../ink/ink381.xml"/><Relationship Id="rId138" Type="http://schemas.openxmlformats.org/officeDocument/2006/relationships/image" Target="../media/image405.png"/><Relationship Id="rId159" Type="http://schemas.openxmlformats.org/officeDocument/2006/relationships/image" Target="../media/image415.png"/><Relationship Id="rId170" Type="http://schemas.openxmlformats.org/officeDocument/2006/relationships/customXml" Target="../ink/ink425.xml"/><Relationship Id="rId107" Type="http://schemas.openxmlformats.org/officeDocument/2006/relationships/customXml" Target="../ink/ink393.xml"/><Relationship Id="rId11" Type="http://schemas.openxmlformats.org/officeDocument/2006/relationships/image" Target="../media/image343.png"/><Relationship Id="rId32" Type="http://schemas.openxmlformats.org/officeDocument/2006/relationships/customXml" Target="../ink/ink355.xml"/><Relationship Id="rId53" Type="http://schemas.openxmlformats.org/officeDocument/2006/relationships/image" Target="../media/image364.png"/><Relationship Id="rId74" Type="http://schemas.openxmlformats.org/officeDocument/2006/relationships/customXml" Target="../ink/ink376.xml"/><Relationship Id="rId128" Type="http://schemas.openxmlformats.org/officeDocument/2006/relationships/image" Target="../media/image400.png"/><Relationship Id="rId149" Type="http://schemas.openxmlformats.org/officeDocument/2006/relationships/image" Target="../media/image410.png"/><Relationship Id="rId5" Type="http://schemas.openxmlformats.org/officeDocument/2006/relationships/image" Target="../media/image340.png"/><Relationship Id="rId95" Type="http://schemas.openxmlformats.org/officeDocument/2006/relationships/image" Target="../media/image384.png"/><Relationship Id="rId160" Type="http://schemas.openxmlformats.org/officeDocument/2006/relationships/customXml" Target="../ink/ink420.xml"/><Relationship Id="rId22" Type="http://schemas.openxmlformats.org/officeDocument/2006/relationships/customXml" Target="../ink/ink350.xml"/><Relationship Id="rId43" Type="http://schemas.openxmlformats.org/officeDocument/2006/relationships/image" Target="../media/image359.png"/><Relationship Id="rId64" Type="http://schemas.openxmlformats.org/officeDocument/2006/relationships/customXml" Target="../ink/ink371.xml"/><Relationship Id="rId118" Type="http://schemas.openxmlformats.org/officeDocument/2006/relationships/image" Target="../media/image395.png"/><Relationship Id="rId139" Type="http://schemas.openxmlformats.org/officeDocument/2006/relationships/customXml" Target="../ink/ink409.xml"/><Relationship Id="rId85" Type="http://schemas.openxmlformats.org/officeDocument/2006/relationships/image" Target="../media/image145.png"/><Relationship Id="rId150" Type="http://schemas.openxmlformats.org/officeDocument/2006/relationships/customXml" Target="../ink/ink415.xml"/><Relationship Id="rId171" Type="http://schemas.openxmlformats.org/officeDocument/2006/relationships/image" Target="../media/image421.png"/><Relationship Id="rId12" Type="http://schemas.openxmlformats.org/officeDocument/2006/relationships/customXml" Target="../ink/ink345.xml"/><Relationship Id="rId33" Type="http://schemas.openxmlformats.org/officeDocument/2006/relationships/image" Target="../media/image354.png"/><Relationship Id="rId108" Type="http://schemas.openxmlformats.org/officeDocument/2006/relationships/image" Target="../media/image390.png"/><Relationship Id="rId129" Type="http://schemas.openxmlformats.org/officeDocument/2006/relationships/customXml" Target="../ink/ink404.xml"/><Relationship Id="rId54" Type="http://schemas.openxmlformats.org/officeDocument/2006/relationships/customXml" Target="../ink/ink366.xml"/><Relationship Id="rId75" Type="http://schemas.openxmlformats.org/officeDocument/2006/relationships/image" Target="../media/image375.png"/><Relationship Id="rId96" Type="http://schemas.openxmlformats.org/officeDocument/2006/relationships/customXml" Target="../ink/ink387.xml"/><Relationship Id="rId140" Type="http://schemas.openxmlformats.org/officeDocument/2006/relationships/image" Target="../media/image406.png"/><Relationship Id="rId161" Type="http://schemas.openxmlformats.org/officeDocument/2006/relationships/image" Target="../media/image41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2.xml"/><Relationship Id="rId23" Type="http://schemas.openxmlformats.org/officeDocument/2006/relationships/image" Target="../media/image349.png"/><Relationship Id="rId28" Type="http://schemas.openxmlformats.org/officeDocument/2006/relationships/customXml" Target="../ink/ink353.xml"/><Relationship Id="rId49" Type="http://schemas.openxmlformats.org/officeDocument/2006/relationships/image" Target="../media/image362.png"/><Relationship Id="rId114" Type="http://schemas.openxmlformats.org/officeDocument/2006/relationships/image" Target="../media/image393.png"/><Relationship Id="rId119" Type="http://schemas.openxmlformats.org/officeDocument/2006/relationships/customXml" Target="../ink/ink399.xml"/><Relationship Id="rId44" Type="http://schemas.openxmlformats.org/officeDocument/2006/relationships/customXml" Target="../ink/ink361.xml"/><Relationship Id="rId60" Type="http://schemas.openxmlformats.org/officeDocument/2006/relationships/customXml" Target="../ink/ink369.xml"/><Relationship Id="rId65" Type="http://schemas.openxmlformats.org/officeDocument/2006/relationships/image" Target="../media/image370.png"/><Relationship Id="rId81" Type="http://schemas.openxmlformats.org/officeDocument/2006/relationships/image" Target="../media/image378.png"/><Relationship Id="rId86" Type="http://schemas.openxmlformats.org/officeDocument/2006/relationships/customXml" Target="../ink/ink382.xml"/><Relationship Id="rId130" Type="http://schemas.openxmlformats.org/officeDocument/2006/relationships/image" Target="../media/image401.png"/><Relationship Id="rId135" Type="http://schemas.openxmlformats.org/officeDocument/2006/relationships/customXml" Target="../ink/ink407.xml"/><Relationship Id="rId151" Type="http://schemas.openxmlformats.org/officeDocument/2006/relationships/image" Target="../media/image411.png"/><Relationship Id="rId156" Type="http://schemas.openxmlformats.org/officeDocument/2006/relationships/customXml" Target="../ink/ink418.xml"/><Relationship Id="rId172" Type="http://schemas.openxmlformats.org/officeDocument/2006/relationships/customXml" Target="../ink/ink426.xml"/><Relationship Id="rId13" Type="http://schemas.openxmlformats.org/officeDocument/2006/relationships/image" Target="../media/image344.png"/><Relationship Id="rId18" Type="http://schemas.openxmlformats.org/officeDocument/2006/relationships/customXml" Target="../ink/ink348.xml"/><Relationship Id="rId39" Type="http://schemas.openxmlformats.org/officeDocument/2006/relationships/image" Target="../media/image357.png"/><Relationship Id="rId109" Type="http://schemas.openxmlformats.org/officeDocument/2006/relationships/customXml" Target="../ink/ink394.xml"/><Relationship Id="rId34" Type="http://schemas.openxmlformats.org/officeDocument/2006/relationships/customXml" Target="../ink/ink356.xml"/><Relationship Id="rId50" Type="http://schemas.openxmlformats.org/officeDocument/2006/relationships/customXml" Target="../ink/ink364.xml"/><Relationship Id="rId55" Type="http://schemas.openxmlformats.org/officeDocument/2006/relationships/image" Target="../media/image365.png"/><Relationship Id="rId76" Type="http://schemas.openxmlformats.org/officeDocument/2006/relationships/customXml" Target="../ink/ink377.xml"/><Relationship Id="rId97" Type="http://schemas.openxmlformats.org/officeDocument/2006/relationships/image" Target="../media/image385.png"/><Relationship Id="rId104" Type="http://schemas.openxmlformats.org/officeDocument/2006/relationships/image" Target="../media/image388.png"/><Relationship Id="rId120" Type="http://schemas.openxmlformats.org/officeDocument/2006/relationships/image" Target="../media/image396.png"/><Relationship Id="rId125" Type="http://schemas.openxmlformats.org/officeDocument/2006/relationships/customXml" Target="../ink/ink402.xml"/><Relationship Id="rId141" Type="http://schemas.openxmlformats.org/officeDocument/2006/relationships/customXml" Target="../ink/ink410.xml"/><Relationship Id="rId146" Type="http://schemas.openxmlformats.org/officeDocument/2006/relationships/customXml" Target="../ink/ink413.xml"/><Relationship Id="rId167" Type="http://schemas.openxmlformats.org/officeDocument/2006/relationships/image" Target="../media/image419.png"/><Relationship Id="rId7" Type="http://schemas.openxmlformats.org/officeDocument/2006/relationships/image" Target="../media/image341.png"/><Relationship Id="rId71" Type="http://schemas.openxmlformats.org/officeDocument/2006/relationships/image" Target="../media/image373.png"/><Relationship Id="rId92" Type="http://schemas.openxmlformats.org/officeDocument/2006/relationships/customXml" Target="../ink/ink385.xml"/><Relationship Id="rId162" Type="http://schemas.openxmlformats.org/officeDocument/2006/relationships/customXml" Target="../ink/ink421.xml"/><Relationship Id="rId2" Type="http://schemas.openxmlformats.org/officeDocument/2006/relationships/customXml" Target="../ink/ink340.xml"/><Relationship Id="rId29" Type="http://schemas.openxmlformats.org/officeDocument/2006/relationships/image" Target="../media/image352.png"/><Relationship Id="rId24" Type="http://schemas.openxmlformats.org/officeDocument/2006/relationships/customXml" Target="../ink/ink351.xml"/><Relationship Id="rId40" Type="http://schemas.openxmlformats.org/officeDocument/2006/relationships/customXml" Target="../ink/ink359.xml"/><Relationship Id="rId45" Type="http://schemas.openxmlformats.org/officeDocument/2006/relationships/image" Target="../media/image360.png"/><Relationship Id="rId66" Type="http://schemas.openxmlformats.org/officeDocument/2006/relationships/customXml" Target="../ink/ink372.xml"/><Relationship Id="rId87" Type="http://schemas.openxmlformats.org/officeDocument/2006/relationships/image" Target="../media/image380.png"/><Relationship Id="rId110" Type="http://schemas.openxmlformats.org/officeDocument/2006/relationships/image" Target="../media/image391.png"/><Relationship Id="rId115" Type="http://schemas.openxmlformats.org/officeDocument/2006/relationships/customXml" Target="../ink/ink397.xml"/><Relationship Id="rId131" Type="http://schemas.openxmlformats.org/officeDocument/2006/relationships/customXml" Target="../ink/ink405.xml"/><Relationship Id="rId136" Type="http://schemas.openxmlformats.org/officeDocument/2006/relationships/image" Target="../media/image404.png"/><Relationship Id="rId157" Type="http://schemas.openxmlformats.org/officeDocument/2006/relationships/image" Target="../media/image414.png"/><Relationship Id="rId61" Type="http://schemas.openxmlformats.org/officeDocument/2006/relationships/image" Target="../media/image368.png"/><Relationship Id="rId82" Type="http://schemas.openxmlformats.org/officeDocument/2006/relationships/customXml" Target="../ink/ink380.xml"/><Relationship Id="rId152" Type="http://schemas.openxmlformats.org/officeDocument/2006/relationships/customXml" Target="../ink/ink416.xml"/><Relationship Id="rId173" Type="http://schemas.openxmlformats.org/officeDocument/2006/relationships/image" Target="../media/image422.png"/><Relationship Id="rId19" Type="http://schemas.openxmlformats.org/officeDocument/2006/relationships/image" Target="../media/image347.png"/><Relationship Id="rId14" Type="http://schemas.openxmlformats.org/officeDocument/2006/relationships/customXml" Target="../ink/ink346.xml"/><Relationship Id="rId30" Type="http://schemas.openxmlformats.org/officeDocument/2006/relationships/customXml" Target="../ink/ink354.xml"/><Relationship Id="rId35" Type="http://schemas.openxmlformats.org/officeDocument/2006/relationships/image" Target="../media/image355.png"/><Relationship Id="rId56" Type="http://schemas.openxmlformats.org/officeDocument/2006/relationships/customXml" Target="../ink/ink367.xml"/><Relationship Id="rId77" Type="http://schemas.openxmlformats.org/officeDocument/2006/relationships/image" Target="../media/image376.png"/><Relationship Id="rId100" Type="http://schemas.openxmlformats.org/officeDocument/2006/relationships/customXml" Target="../ink/ink389.xml"/><Relationship Id="rId105" Type="http://schemas.openxmlformats.org/officeDocument/2006/relationships/customXml" Target="../ink/ink392.xml"/><Relationship Id="rId126" Type="http://schemas.openxmlformats.org/officeDocument/2006/relationships/image" Target="../media/image399.png"/><Relationship Id="rId147" Type="http://schemas.openxmlformats.org/officeDocument/2006/relationships/image" Target="../media/image409.png"/><Relationship Id="rId168" Type="http://schemas.openxmlformats.org/officeDocument/2006/relationships/customXml" Target="../ink/ink424.xml"/><Relationship Id="rId8" Type="http://schemas.openxmlformats.org/officeDocument/2006/relationships/customXml" Target="../ink/ink343.xml"/><Relationship Id="rId51" Type="http://schemas.openxmlformats.org/officeDocument/2006/relationships/image" Target="../media/image363.png"/><Relationship Id="rId72" Type="http://schemas.openxmlformats.org/officeDocument/2006/relationships/customXml" Target="../ink/ink375.xml"/><Relationship Id="rId93" Type="http://schemas.openxmlformats.org/officeDocument/2006/relationships/image" Target="../media/image383.png"/><Relationship Id="rId98" Type="http://schemas.openxmlformats.org/officeDocument/2006/relationships/customXml" Target="../ink/ink388.xml"/><Relationship Id="rId121" Type="http://schemas.openxmlformats.org/officeDocument/2006/relationships/customXml" Target="../ink/ink400.xml"/><Relationship Id="rId142" Type="http://schemas.openxmlformats.org/officeDocument/2006/relationships/image" Target="../media/image407.png"/><Relationship Id="rId163" Type="http://schemas.openxmlformats.org/officeDocument/2006/relationships/image" Target="../media/image417.png"/><Relationship Id="rId3" Type="http://schemas.openxmlformats.org/officeDocument/2006/relationships/image" Target="../media/image339.png"/><Relationship Id="rId25" Type="http://schemas.openxmlformats.org/officeDocument/2006/relationships/image" Target="../media/image350.png"/><Relationship Id="rId46" Type="http://schemas.openxmlformats.org/officeDocument/2006/relationships/customXml" Target="../ink/ink362.xml"/><Relationship Id="rId67" Type="http://schemas.openxmlformats.org/officeDocument/2006/relationships/image" Target="../media/image371.png"/><Relationship Id="rId116" Type="http://schemas.openxmlformats.org/officeDocument/2006/relationships/image" Target="../media/image394.png"/><Relationship Id="rId137" Type="http://schemas.openxmlformats.org/officeDocument/2006/relationships/customXml" Target="../ink/ink408.xml"/><Relationship Id="rId158" Type="http://schemas.openxmlformats.org/officeDocument/2006/relationships/customXml" Target="../ink/ink419.xml"/><Relationship Id="rId20" Type="http://schemas.openxmlformats.org/officeDocument/2006/relationships/customXml" Target="../ink/ink349.xml"/><Relationship Id="rId41" Type="http://schemas.openxmlformats.org/officeDocument/2006/relationships/image" Target="../media/image358.png"/><Relationship Id="rId62" Type="http://schemas.openxmlformats.org/officeDocument/2006/relationships/customXml" Target="../ink/ink370.xml"/><Relationship Id="rId83" Type="http://schemas.openxmlformats.org/officeDocument/2006/relationships/image" Target="../media/image379.png"/><Relationship Id="rId88" Type="http://schemas.openxmlformats.org/officeDocument/2006/relationships/customXml" Target="../ink/ink383.xml"/><Relationship Id="rId111" Type="http://schemas.openxmlformats.org/officeDocument/2006/relationships/customXml" Target="../ink/ink395.xml"/><Relationship Id="rId132" Type="http://schemas.openxmlformats.org/officeDocument/2006/relationships/image" Target="../media/image402.png"/><Relationship Id="rId153" Type="http://schemas.openxmlformats.org/officeDocument/2006/relationships/image" Target="../media/image412.png"/><Relationship Id="rId15" Type="http://schemas.openxmlformats.org/officeDocument/2006/relationships/image" Target="../media/image345.png"/><Relationship Id="rId36" Type="http://schemas.openxmlformats.org/officeDocument/2006/relationships/customXml" Target="../ink/ink357.xml"/><Relationship Id="rId57" Type="http://schemas.openxmlformats.org/officeDocument/2006/relationships/image" Target="../media/image366.png"/><Relationship Id="rId106" Type="http://schemas.openxmlformats.org/officeDocument/2006/relationships/image" Target="../media/image389.png"/><Relationship Id="rId127" Type="http://schemas.openxmlformats.org/officeDocument/2006/relationships/customXml" Target="../ink/ink403.xml"/><Relationship Id="rId10" Type="http://schemas.openxmlformats.org/officeDocument/2006/relationships/customXml" Target="../ink/ink344.xml"/><Relationship Id="rId31" Type="http://schemas.openxmlformats.org/officeDocument/2006/relationships/image" Target="../media/image353.png"/><Relationship Id="rId52" Type="http://schemas.openxmlformats.org/officeDocument/2006/relationships/customXml" Target="../ink/ink365.xml"/><Relationship Id="rId73" Type="http://schemas.openxmlformats.org/officeDocument/2006/relationships/image" Target="../media/image374.png"/><Relationship Id="rId78" Type="http://schemas.openxmlformats.org/officeDocument/2006/relationships/customXml" Target="../ink/ink378.xml"/><Relationship Id="rId94" Type="http://schemas.openxmlformats.org/officeDocument/2006/relationships/customXml" Target="../ink/ink386.xml"/><Relationship Id="rId99" Type="http://schemas.openxmlformats.org/officeDocument/2006/relationships/image" Target="../media/image386.png"/><Relationship Id="rId101" Type="http://schemas.openxmlformats.org/officeDocument/2006/relationships/customXml" Target="../ink/ink390.xml"/><Relationship Id="rId122" Type="http://schemas.openxmlformats.org/officeDocument/2006/relationships/image" Target="../media/image397.png"/><Relationship Id="rId143" Type="http://schemas.openxmlformats.org/officeDocument/2006/relationships/customXml" Target="../ink/ink411.xml"/><Relationship Id="rId148" Type="http://schemas.openxmlformats.org/officeDocument/2006/relationships/customXml" Target="../ink/ink414.xml"/><Relationship Id="rId164" Type="http://schemas.openxmlformats.org/officeDocument/2006/relationships/customXml" Target="../ink/ink422.xml"/><Relationship Id="rId169" Type="http://schemas.openxmlformats.org/officeDocument/2006/relationships/image" Target="../media/image420.png"/><Relationship Id="rId4" Type="http://schemas.openxmlformats.org/officeDocument/2006/relationships/customXml" Target="../ink/ink341.xml"/><Relationship Id="rId9" Type="http://schemas.openxmlformats.org/officeDocument/2006/relationships/image" Target="../media/image342.png"/><Relationship Id="rId26" Type="http://schemas.openxmlformats.org/officeDocument/2006/relationships/customXml" Target="../ink/ink352.xml"/><Relationship Id="rId47" Type="http://schemas.openxmlformats.org/officeDocument/2006/relationships/image" Target="../media/image361.png"/><Relationship Id="rId68" Type="http://schemas.openxmlformats.org/officeDocument/2006/relationships/customXml" Target="../ink/ink373.xml"/><Relationship Id="rId89" Type="http://schemas.openxmlformats.org/officeDocument/2006/relationships/image" Target="../media/image381.png"/><Relationship Id="rId112" Type="http://schemas.openxmlformats.org/officeDocument/2006/relationships/image" Target="../media/image392.png"/><Relationship Id="rId133" Type="http://schemas.openxmlformats.org/officeDocument/2006/relationships/customXml" Target="../ink/ink406.xml"/><Relationship Id="rId154" Type="http://schemas.openxmlformats.org/officeDocument/2006/relationships/customXml" Target="../ink/ink417.xml"/><Relationship Id="rId16" Type="http://schemas.openxmlformats.org/officeDocument/2006/relationships/customXml" Target="../ink/ink347.xml"/><Relationship Id="rId37" Type="http://schemas.openxmlformats.org/officeDocument/2006/relationships/image" Target="../media/image356.png"/><Relationship Id="rId58" Type="http://schemas.openxmlformats.org/officeDocument/2006/relationships/customXml" Target="../ink/ink368.xml"/><Relationship Id="rId79" Type="http://schemas.openxmlformats.org/officeDocument/2006/relationships/image" Target="../media/image377.png"/><Relationship Id="rId102" Type="http://schemas.openxmlformats.org/officeDocument/2006/relationships/image" Target="../media/image387.png"/><Relationship Id="rId123" Type="http://schemas.openxmlformats.org/officeDocument/2006/relationships/customXml" Target="../ink/ink401.xml"/><Relationship Id="rId144" Type="http://schemas.openxmlformats.org/officeDocument/2006/relationships/image" Target="../media/image408.png"/><Relationship Id="rId90" Type="http://schemas.openxmlformats.org/officeDocument/2006/relationships/customXml" Target="../ink/ink384.xml"/><Relationship Id="rId165" Type="http://schemas.openxmlformats.org/officeDocument/2006/relationships/image" Target="../media/image418.png"/><Relationship Id="rId27" Type="http://schemas.openxmlformats.org/officeDocument/2006/relationships/image" Target="../media/image351.png"/><Relationship Id="rId48" Type="http://schemas.openxmlformats.org/officeDocument/2006/relationships/customXml" Target="../ink/ink363.xml"/><Relationship Id="rId69" Type="http://schemas.openxmlformats.org/officeDocument/2006/relationships/image" Target="../media/image372.png"/><Relationship Id="rId113" Type="http://schemas.openxmlformats.org/officeDocument/2006/relationships/customXml" Target="../ink/ink396.xml"/><Relationship Id="rId134" Type="http://schemas.openxmlformats.org/officeDocument/2006/relationships/image" Target="../media/image403.png"/><Relationship Id="rId80" Type="http://schemas.openxmlformats.org/officeDocument/2006/relationships/customXml" Target="../ink/ink379.xml"/><Relationship Id="rId155" Type="http://schemas.openxmlformats.org/officeDocument/2006/relationships/image" Target="../media/image413.png"/><Relationship Id="rId17" Type="http://schemas.openxmlformats.org/officeDocument/2006/relationships/image" Target="../media/image346.png"/><Relationship Id="rId38" Type="http://schemas.openxmlformats.org/officeDocument/2006/relationships/customXml" Target="../ink/ink358.xml"/><Relationship Id="rId59" Type="http://schemas.openxmlformats.org/officeDocument/2006/relationships/image" Target="../media/image367.png"/><Relationship Id="rId103" Type="http://schemas.openxmlformats.org/officeDocument/2006/relationships/customXml" Target="../ink/ink391.xml"/><Relationship Id="rId124" Type="http://schemas.openxmlformats.org/officeDocument/2006/relationships/image" Target="../media/image398.png"/><Relationship Id="rId70" Type="http://schemas.openxmlformats.org/officeDocument/2006/relationships/customXml" Target="../ink/ink374.xml"/><Relationship Id="rId91" Type="http://schemas.openxmlformats.org/officeDocument/2006/relationships/image" Target="../media/image382.png"/><Relationship Id="rId145" Type="http://schemas.openxmlformats.org/officeDocument/2006/relationships/customXml" Target="../ink/ink412.xml"/><Relationship Id="rId166" Type="http://schemas.openxmlformats.org/officeDocument/2006/relationships/customXml" Target="../ink/ink423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80.png"/><Relationship Id="rId21" Type="http://schemas.openxmlformats.org/officeDocument/2006/relationships/image" Target="../media/image432.png"/><Relationship Id="rId63" Type="http://schemas.openxmlformats.org/officeDocument/2006/relationships/image" Target="../media/image453.png"/><Relationship Id="rId159" Type="http://schemas.openxmlformats.org/officeDocument/2006/relationships/image" Target="../media/image501.png"/><Relationship Id="rId170" Type="http://schemas.openxmlformats.org/officeDocument/2006/relationships/customXml" Target="../ink/ink511.xml"/><Relationship Id="rId226" Type="http://schemas.openxmlformats.org/officeDocument/2006/relationships/customXml" Target="../ink/ink539.xml"/><Relationship Id="rId268" Type="http://schemas.openxmlformats.org/officeDocument/2006/relationships/customXml" Target="../ink/ink560.xml"/><Relationship Id="rId11" Type="http://schemas.openxmlformats.org/officeDocument/2006/relationships/image" Target="../media/image427.png"/><Relationship Id="rId32" Type="http://schemas.openxmlformats.org/officeDocument/2006/relationships/customXml" Target="../ink/ink442.xml"/><Relationship Id="rId53" Type="http://schemas.openxmlformats.org/officeDocument/2006/relationships/image" Target="../media/image448.png"/><Relationship Id="rId74" Type="http://schemas.openxmlformats.org/officeDocument/2006/relationships/customXml" Target="../ink/ink463.xml"/><Relationship Id="rId128" Type="http://schemas.openxmlformats.org/officeDocument/2006/relationships/customXml" Target="../ink/ink490.xml"/><Relationship Id="rId149" Type="http://schemas.openxmlformats.org/officeDocument/2006/relationships/image" Target="../media/image496.png"/><Relationship Id="rId5" Type="http://schemas.openxmlformats.org/officeDocument/2006/relationships/image" Target="../media/image424.png"/><Relationship Id="rId95" Type="http://schemas.openxmlformats.org/officeDocument/2006/relationships/image" Target="../media/image469.png"/><Relationship Id="rId160" Type="http://schemas.openxmlformats.org/officeDocument/2006/relationships/customXml" Target="../ink/ink506.xml"/><Relationship Id="rId181" Type="http://schemas.openxmlformats.org/officeDocument/2006/relationships/image" Target="../media/image512.png"/><Relationship Id="rId216" Type="http://schemas.openxmlformats.org/officeDocument/2006/relationships/customXml" Target="../ink/ink534.xml"/><Relationship Id="rId237" Type="http://schemas.openxmlformats.org/officeDocument/2006/relationships/image" Target="../media/image540.png"/><Relationship Id="rId258" Type="http://schemas.openxmlformats.org/officeDocument/2006/relationships/customXml" Target="../ink/ink555.xml"/><Relationship Id="rId22" Type="http://schemas.openxmlformats.org/officeDocument/2006/relationships/customXml" Target="../ink/ink437.xml"/><Relationship Id="rId43" Type="http://schemas.openxmlformats.org/officeDocument/2006/relationships/image" Target="../media/image443.png"/><Relationship Id="rId64" Type="http://schemas.openxmlformats.org/officeDocument/2006/relationships/customXml" Target="../ink/ink458.xml"/><Relationship Id="rId118" Type="http://schemas.openxmlformats.org/officeDocument/2006/relationships/customXml" Target="../ink/ink485.xml"/><Relationship Id="rId139" Type="http://schemas.openxmlformats.org/officeDocument/2006/relationships/image" Target="../media/image491.png"/><Relationship Id="rId85" Type="http://schemas.openxmlformats.org/officeDocument/2006/relationships/image" Target="../media/image464.png"/><Relationship Id="rId150" Type="http://schemas.openxmlformats.org/officeDocument/2006/relationships/customXml" Target="../ink/ink501.xml"/><Relationship Id="rId171" Type="http://schemas.openxmlformats.org/officeDocument/2006/relationships/image" Target="../media/image507.png"/><Relationship Id="rId192" Type="http://schemas.openxmlformats.org/officeDocument/2006/relationships/customXml" Target="../ink/ink522.xml"/><Relationship Id="rId206" Type="http://schemas.openxmlformats.org/officeDocument/2006/relationships/customXml" Target="../ink/ink529.xml"/><Relationship Id="rId227" Type="http://schemas.openxmlformats.org/officeDocument/2006/relationships/image" Target="../media/image535.png"/><Relationship Id="rId248" Type="http://schemas.openxmlformats.org/officeDocument/2006/relationships/customXml" Target="../ink/ink550.xml"/><Relationship Id="rId269" Type="http://schemas.openxmlformats.org/officeDocument/2006/relationships/image" Target="../media/image408.png"/><Relationship Id="rId12" Type="http://schemas.openxmlformats.org/officeDocument/2006/relationships/customXml" Target="../ink/ink432.xml"/><Relationship Id="rId33" Type="http://schemas.openxmlformats.org/officeDocument/2006/relationships/image" Target="../media/image438.png"/><Relationship Id="rId108" Type="http://schemas.openxmlformats.org/officeDocument/2006/relationships/customXml" Target="../ink/ink480.xml"/><Relationship Id="rId129" Type="http://schemas.openxmlformats.org/officeDocument/2006/relationships/image" Target="../media/image486.png"/><Relationship Id="rId54" Type="http://schemas.openxmlformats.org/officeDocument/2006/relationships/customXml" Target="../ink/ink453.xml"/><Relationship Id="rId75" Type="http://schemas.openxmlformats.org/officeDocument/2006/relationships/image" Target="../media/image459.png"/><Relationship Id="rId96" Type="http://schemas.openxmlformats.org/officeDocument/2006/relationships/customXml" Target="../ink/ink474.xml"/><Relationship Id="rId140" Type="http://schemas.openxmlformats.org/officeDocument/2006/relationships/customXml" Target="../ink/ink496.xml"/><Relationship Id="rId161" Type="http://schemas.openxmlformats.org/officeDocument/2006/relationships/image" Target="../media/image502.png"/><Relationship Id="rId182" Type="http://schemas.openxmlformats.org/officeDocument/2006/relationships/customXml" Target="../ink/ink517.xml"/><Relationship Id="rId217" Type="http://schemas.openxmlformats.org/officeDocument/2006/relationships/image" Target="../media/image530.png"/><Relationship Id="rId6" Type="http://schemas.openxmlformats.org/officeDocument/2006/relationships/customXml" Target="../ink/ink429.xml"/><Relationship Id="rId238" Type="http://schemas.openxmlformats.org/officeDocument/2006/relationships/customXml" Target="../ink/ink545.xml"/><Relationship Id="rId259" Type="http://schemas.openxmlformats.org/officeDocument/2006/relationships/image" Target="../media/image551.png"/><Relationship Id="rId23" Type="http://schemas.openxmlformats.org/officeDocument/2006/relationships/image" Target="../media/image433.png"/><Relationship Id="rId119" Type="http://schemas.openxmlformats.org/officeDocument/2006/relationships/image" Target="../media/image481.png"/><Relationship Id="rId44" Type="http://schemas.openxmlformats.org/officeDocument/2006/relationships/customXml" Target="../ink/ink448.xml"/><Relationship Id="rId65" Type="http://schemas.openxmlformats.org/officeDocument/2006/relationships/image" Target="../media/image454.png"/><Relationship Id="rId86" Type="http://schemas.openxmlformats.org/officeDocument/2006/relationships/customXml" Target="../ink/ink469.xml"/><Relationship Id="rId130" Type="http://schemas.openxmlformats.org/officeDocument/2006/relationships/customXml" Target="../ink/ink491.xml"/><Relationship Id="rId151" Type="http://schemas.openxmlformats.org/officeDocument/2006/relationships/image" Target="../media/image497.png"/><Relationship Id="rId172" Type="http://schemas.openxmlformats.org/officeDocument/2006/relationships/customXml" Target="../ink/ink512.xml"/><Relationship Id="rId193" Type="http://schemas.openxmlformats.org/officeDocument/2006/relationships/image" Target="../media/image518.png"/><Relationship Id="rId207" Type="http://schemas.openxmlformats.org/officeDocument/2006/relationships/image" Target="../media/image525.png"/><Relationship Id="rId228" Type="http://schemas.openxmlformats.org/officeDocument/2006/relationships/customXml" Target="../ink/ink540.xml"/><Relationship Id="rId249" Type="http://schemas.openxmlformats.org/officeDocument/2006/relationships/image" Target="../media/image546.png"/><Relationship Id="rId13" Type="http://schemas.openxmlformats.org/officeDocument/2006/relationships/image" Target="../media/image428.png"/><Relationship Id="rId109" Type="http://schemas.openxmlformats.org/officeDocument/2006/relationships/image" Target="../media/image476.png"/><Relationship Id="rId260" Type="http://schemas.openxmlformats.org/officeDocument/2006/relationships/customXml" Target="../ink/ink556.xml"/><Relationship Id="rId34" Type="http://schemas.openxmlformats.org/officeDocument/2006/relationships/customXml" Target="../ink/ink443.xml"/><Relationship Id="rId55" Type="http://schemas.openxmlformats.org/officeDocument/2006/relationships/image" Target="../media/image449.png"/><Relationship Id="rId76" Type="http://schemas.openxmlformats.org/officeDocument/2006/relationships/customXml" Target="../ink/ink464.xml"/><Relationship Id="rId97" Type="http://schemas.openxmlformats.org/officeDocument/2006/relationships/image" Target="../media/image470.png"/><Relationship Id="rId120" Type="http://schemas.openxmlformats.org/officeDocument/2006/relationships/customXml" Target="../ink/ink486.xml"/><Relationship Id="rId141" Type="http://schemas.openxmlformats.org/officeDocument/2006/relationships/image" Target="../media/image492.png"/><Relationship Id="rId7" Type="http://schemas.openxmlformats.org/officeDocument/2006/relationships/image" Target="../media/image425.png"/><Relationship Id="rId162" Type="http://schemas.openxmlformats.org/officeDocument/2006/relationships/customXml" Target="../ink/ink507.xml"/><Relationship Id="rId183" Type="http://schemas.openxmlformats.org/officeDocument/2006/relationships/image" Target="../media/image513.png"/><Relationship Id="rId218" Type="http://schemas.openxmlformats.org/officeDocument/2006/relationships/customXml" Target="../ink/ink535.xml"/><Relationship Id="rId239" Type="http://schemas.openxmlformats.org/officeDocument/2006/relationships/image" Target="../media/image541.png"/><Relationship Id="rId250" Type="http://schemas.openxmlformats.org/officeDocument/2006/relationships/customXml" Target="../ink/ink551.xml"/><Relationship Id="rId24" Type="http://schemas.openxmlformats.org/officeDocument/2006/relationships/customXml" Target="../ink/ink438.xml"/><Relationship Id="rId45" Type="http://schemas.openxmlformats.org/officeDocument/2006/relationships/image" Target="../media/image444.png"/><Relationship Id="rId66" Type="http://schemas.openxmlformats.org/officeDocument/2006/relationships/customXml" Target="../ink/ink459.xml"/><Relationship Id="rId87" Type="http://schemas.openxmlformats.org/officeDocument/2006/relationships/image" Target="../media/image465.png"/><Relationship Id="rId110" Type="http://schemas.openxmlformats.org/officeDocument/2006/relationships/customXml" Target="../ink/ink481.xml"/><Relationship Id="rId131" Type="http://schemas.openxmlformats.org/officeDocument/2006/relationships/image" Target="../media/image487.png"/><Relationship Id="rId152" Type="http://schemas.openxmlformats.org/officeDocument/2006/relationships/customXml" Target="../ink/ink502.xml"/><Relationship Id="rId173" Type="http://schemas.openxmlformats.org/officeDocument/2006/relationships/image" Target="../media/image508.png"/><Relationship Id="rId194" Type="http://schemas.openxmlformats.org/officeDocument/2006/relationships/customXml" Target="../ink/ink523.xml"/><Relationship Id="rId208" Type="http://schemas.openxmlformats.org/officeDocument/2006/relationships/customXml" Target="../ink/ink530.xml"/><Relationship Id="rId229" Type="http://schemas.openxmlformats.org/officeDocument/2006/relationships/image" Target="../media/image536.png"/><Relationship Id="rId240" Type="http://schemas.openxmlformats.org/officeDocument/2006/relationships/customXml" Target="../ink/ink546.xml"/><Relationship Id="rId261" Type="http://schemas.openxmlformats.org/officeDocument/2006/relationships/image" Target="../media/image552.png"/><Relationship Id="rId14" Type="http://schemas.openxmlformats.org/officeDocument/2006/relationships/customXml" Target="../ink/ink433.xml"/><Relationship Id="rId35" Type="http://schemas.openxmlformats.org/officeDocument/2006/relationships/image" Target="../media/image439.png"/><Relationship Id="rId56" Type="http://schemas.openxmlformats.org/officeDocument/2006/relationships/customXml" Target="../ink/ink454.xml"/><Relationship Id="rId77" Type="http://schemas.openxmlformats.org/officeDocument/2006/relationships/image" Target="../media/image460.png"/><Relationship Id="rId100" Type="http://schemas.openxmlformats.org/officeDocument/2006/relationships/customXml" Target="../ink/ink476.xml"/><Relationship Id="rId8" Type="http://schemas.openxmlformats.org/officeDocument/2006/relationships/customXml" Target="../ink/ink430.xml"/><Relationship Id="rId98" Type="http://schemas.openxmlformats.org/officeDocument/2006/relationships/customXml" Target="../ink/ink475.xml"/><Relationship Id="rId121" Type="http://schemas.openxmlformats.org/officeDocument/2006/relationships/image" Target="../media/image482.png"/><Relationship Id="rId142" Type="http://schemas.openxmlformats.org/officeDocument/2006/relationships/customXml" Target="../ink/ink497.xml"/><Relationship Id="rId163" Type="http://schemas.openxmlformats.org/officeDocument/2006/relationships/image" Target="../media/image503.png"/><Relationship Id="rId184" Type="http://schemas.openxmlformats.org/officeDocument/2006/relationships/customXml" Target="../ink/ink518.xml"/><Relationship Id="rId219" Type="http://schemas.openxmlformats.org/officeDocument/2006/relationships/image" Target="../media/image531.png"/><Relationship Id="rId230" Type="http://schemas.openxmlformats.org/officeDocument/2006/relationships/customXml" Target="../ink/ink541.xml"/><Relationship Id="rId251" Type="http://schemas.openxmlformats.org/officeDocument/2006/relationships/image" Target="../media/image547.png"/><Relationship Id="rId25" Type="http://schemas.openxmlformats.org/officeDocument/2006/relationships/image" Target="../media/image434.png"/><Relationship Id="rId46" Type="http://schemas.openxmlformats.org/officeDocument/2006/relationships/customXml" Target="../ink/ink449.xml"/><Relationship Id="rId67" Type="http://schemas.openxmlformats.org/officeDocument/2006/relationships/image" Target="../media/image455.png"/><Relationship Id="rId88" Type="http://schemas.openxmlformats.org/officeDocument/2006/relationships/customXml" Target="../ink/ink470.xml"/><Relationship Id="rId111" Type="http://schemas.openxmlformats.org/officeDocument/2006/relationships/image" Target="../media/image477.png"/><Relationship Id="rId132" Type="http://schemas.openxmlformats.org/officeDocument/2006/relationships/customXml" Target="../ink/ink492.xml"/><Relationship Id="rId153" Type="http://schemas.openxmlformats.org/officeDocument/2006/relationships/image" Target="../media/image498.png"/><Relationship Id="rId174" Type="http://schemas.openxmlformats.org/officeDocument/2006/relationships/customXml" Target="../ink/ink513.xml"/><Relationship Id="rId195" Type="http://schemas.openxmlformats.org/officeDocument/2006/relationships/image" Target="../media/image519.png"/><Relationship Id="rId209" Type="http://schemas.openxmlformats.org/officeDocument/2006/relationships/image" Target="../media/image526.png"/><Relationship Id="rId220" Type="http://schemas.openxmlformats.org/officeDocument/2006/relationships/customXml" Target="../ink/ink536.xml"/><Relationship Id="rId241" Type="http://schemas.openxmlformats.org/officeDocument/2006/relationships/image" Target="../media/image542.png"/><Relationship Id="rId15" Type="http://schemas.openxmlformats.org/officeDocument/2006/relationships/image" Target="../media/image429.png"/><Relationship Id="rId36" Type="http://schemas.openxmlformats.org/officeDocument/2006/relationships/customXml" Target="../ink/ink444.xml"/><Relationship Id="rId57" Type="http://schemas.openxmlformats.org/officeDocument/2006/relationships/image" Target="../media/image450.png"/><Relationship Id="rId262" Type="http://schemas.openxmlformats.org/officeDocument/2006/relationships/customXml" Target="../ink/ink557.xml"/><Relationship Id="rId78" Type="http://schemas.openxmlformats.org/officeDocument/2006/relationships/customXml" Target="../ink/ink465.xml"/><Relationship Id="rId99" Type="http://schemas.openxmlformats.org/officeDocument/2006/relationships/image" Target="../media/image471.png"/><Relationship Id="rId101" Type="http://schemas.openxmlformats.org/officeDocument/2006/relationships/image" Target="../media/image472.png"/><Relationship Id="rId122" Type="http://schemas.openxmlformats.org/officeDocument/2006/relationships/customXml" Target="../ink/ink487.xml"/><Relationship Id="rId143" Type="http://schemas.openxmlformats.org/officeDocument/2006/relationships/image" Target="../media/image493.png"/><Relationship Id="rId164" Type="http://schemas.openxmlformats.org/officeDocument/2006/relationships/customXml" Target="../ink/ink508.xml"/><Relationship Id="rId185" Type="http://schemas.openxmlformats.org/officeDocument/2006/relationships/image" Target="../media/image514.png"/><Relationship Id="rId9" Type="http://schemas.openxmlformats.org/officeDocument/2006/relationships/image" Target="../media/image426.png"/><Relationship Id="rId210" Type="http://schemas.openxmlformats.org/officeDocument/2006/relationships/customXml" Target="../ink/ink531.xml"/><Relationship Id="rId26" Type="http://schemas.openxmlformats.org/officeDocument/2006/relationships/customXml" Target="../ink/ink439.xml"/><Relationship Id="rId231" Type="http://schemas.openxmlformats.org/officeDocument/2006/relationships/image" Target="../media/image537.png"/><Relationship Id="rId252" Type="http://schemas.openxmlformats.org/officeDocument/2006/relationships/customXml" Target="../ink/ink552.xml"/><Relationship Id="rId47" Type="http://schemas.openxmlformats.org/officeDocument/2006/relationships/image" Target="../media/image445.png"/><Relationship Id="rId68" Type="http://schemas.openxmlformats.org/officeDocument/2006/relationships/customXml" Target="../ink/ink460.xml"/><Relationship Id="rId89" Type="http://schemas.openxmlformats.org/officeDocument/2006/relationships/image" Target="../media/image466.png"/><Relationship Id="rId112" Type="http://schemas.openxmlformats.org/officeDocument/2006/relationships/customXml" Target="../ink/ink482.xml"/><Relationship Id="rId133" Type="http://schemas.openxmlformats.org/officeDocument/2006/relationships/image" Target="../media/image488.png"/><Relationship Id="rId154" Type="http://schemas.openxmlformats.org/officeDocument/2006/relationships/customXml" Target="../ink/ink503.xml"/><Relationship Id="rId175" Type="http://schemas.openxmlformats.org/officeDocument/2006/relationships/image" Target="../media/image509.png"/><Relationship Id="rId196" Type="http://schemas.openxmlformats.org/officeDocument/2006/relationships/customXml" Target="../ink/ink524.xml"/><Relationship Id="rId200" Type="http://schemas.openxmlformats.org/officeDocument/2006/relationships/customXml" Target="../ink/ink526.xml"/><Relationship Id="rId16" Type="http://schemas.openxmlformats.org/officeDocument/2006/relationships/customXml" Target="../ink/ink434.xml"/><Relationship Id="rId221" Type="http://schemas.openxmlformats.org/officeDocument/2006/relationships/image" Target="../media/image532.png"/><Relationship Id="rId242" Type="http://schemas.openxmlformats.org/officeDocument/2006/relationships/customXml" Target="../ink/ink547.xml"/><Relationship Id="rId263" Type="http://schemas.openxmlformats.org/officeDocument/2006/relationships/image" Target="../media/image553.png"/><Relationship Id="rId37" Type="http://schemas.openxmlformats.org/officeDocument/2006/relationships/image" Target="../media/image440.png"/><Relationship Id="rId58" Type="http://schemas.openxmlformats.org/officeDocument/2006/relationships/customXml" Target="../ink/ink455.xml"/><Relationship Id="rId79" Type="http://schemas.openxmlformats.org/officeDocument/2006/relationships/image" Target="../media/image461.png"/><Relationship Id="rId102" Type="http://schemas.openxmlformats.org/officeDocument/2006/relationships/customXml" Target="../ink/ink477.xml"/><Relationship Id="rId123" Type="http://schemas.openxmlformats.org/officeDocument/2006/relationships/image" Target="../media/image483.png"/><Relationship Id="rId144" Type="http://schemas.openxmlformats.org/officeDocument/2006/relationships/customXml" Target="../ink/ink498.xml"/><Relationship Id="rId90" Type="http://schemas.openxmlformats.org/officeDocument/2006/relationships/customXml" Target="../ink/ink471.xml"/><Relationship Id="rId165" Type="http://schemas.openxmlformats.org/officeDocument/2006/relationships/image" Target="../media/image504.png"/><Relationship Id="rId186" Type="http://schemas.openxmlformats.org/officeDocument/2006/relationships/customXml" Target="../ink/ink519.xml"/><Relationship Id="rId211" Type="http://schemas.openxmlformats.org/officeDocument/2006/relationships/image" Target="../media/image527.png"/><Relationship Id="rId232" Type="http://schemas.openxmlformats.org/officeDocument/2006/relationships/customXml" Target="../ink/ink542.xml"/><Relationship Id="rId253" Type="http://schemas.openxmlformats.org/officeDocument/2006/relationships/image" Target="../media/image548.png"/><Relationship Id="rId27" Type="http://schemas.openxmlformats.org/officeDocument/2006/relationships/image" Target="../media/image435.png"/><Relationship Id="rId48" Type="http://schemas.openxmlformats.org/officeDocument/2006/relationships/customXml" Target="../ink/ink450.xml"/><Relationship Id="rId69" Type="http://schemas.openxmlformats.org/officeDocument/2006/relationships/image" Target="../media/image456.png"/><Relationship Id="rId113" Type="http://schemas.openxmlformats.org/officeDocument/2006/relationships/image" Target="../media/image478.png"/><Relationship Id="rId134" Type="http://schemas.openxmlformats.org/officeDocument/2006/relationships/customXml" Target="../ink/ink493.xml"/><Relationship Id="rId80" Type="http://schemas.openxmlformats.org/officeDocument/2006/relationships/customXml" Target="../ink/ink466.xml"/><Relationship Id="rId155" Type="http://schemas.openxmlformats.org/officeDocument/2006/relationships/image" Target="../media/image499.png"/><Relationship Id="rId176" Type="http://schemas.openxmlformats.org/officeDocument/2006/relationships/customXml" Target="../ink/ink514.xml"/><Relationship Id="rId197" Type="http://schemas.openxmlformats.org/officeDocument/2006/relationships/image" Target="../media/image520.png"/><Relationship Id="rId201" Type="http://schemas.openxmlformats.org/officeDocument/2006/relationships/image" Target="../media/image522.png"/><Relationship Id="rId222" Type="http://schemas.openxmlformats.org/officeDocument/2006/relationships/customXml" Target="../ink/ink537.xml"/><Relationship Id="rId243" Type="http://schemas.openxmlformats.org/officeDocument/2006/relationships/image" Target="../media/image543.png"/><Relationship Id="rId264" Type="http://schemas.openxmlformats.org/officeDocument/2006/relationships/customXml" Target="../ink/ink558.xml"/><Relationship Id="rId17" Type="http://schemas.openxmlformats.org/officeDocument/2006/relationships/image" Target="../media/image430.png"/><Relationship Id="rId38" Type="http://schemas.openxmlformats.org/officeDocument/2006/relationships/customXml" Target="../ink/ink445.xml"/><Relationship Id="rId59" Type="http://schemas.openxmlformats.org/officeDocument/2006/relationships/image" Target="../media/image451.png"/><Relationship Id="rId103" Type="http://schemas.openxmlformats.org/officeDocument/2006/relationships/image" Target="../media/image473.png"/><Relationship Id="rId124" Type="http://schemas.openxmlformats.org/officeDocument/2006/relationships/customXml" Target="../ink/ink488.xml"/><Relationship Id="rId70" Type="http://schemas.openxmlformats.org/officeDocument/2006/relationships/customXml" Target="../ink/ink461.xml"/><Relationship Id="rId91" Type="http://schemas.openxmlformats.org/officeDocument/2006/relationships/image" Target="../media/image467.png"/><Relationship Id="rId145" Type="http://schemas.openxmlformats.org/officeDocument/2006/relationships/image" Target="../media/image494.png"/><Relationship Id="rId166" Type="http://schemas.openxmlformats.org/officeDocument/2006/relationships/customXml" Target="../ink/ink509.xml"/><Relationship Id="rId187" Type="http://schemas.openxmlformats.org/officeDocument/2006/relationships/image" Target="../media/image51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32.xml"/><Relationship Id="rId233" Type="http://schemas.openxmlformats.org/officeDocument/2006/relationships/image" Target="../media/image538.png"/><Relationship Id="rId254" Type="http://schemas.openxmlformats.org/officeDocument/2006/relationships/customXml" Target="../ink/ink553.xml"/><Relationship Id="rId28" Type="http://schemas.openxmlformats.org/officeDocument/2006/relationships/customXml" Target="../ink/ink440.xml"/><Relationship Id="rId49" Type="http://schemas.openxmlformats.org/officeDocument/2006/relationships/image" Target="../media/image446.png"/><Relationship Id="rId114" Type="http://schemas.openxmlformats.org/officeDocument/2006/relationships/customXml" Target="../ink/ink483.xml"/><Relationship Id="rId60" Type="http://schemas.openxmlformats.org/officeDocument/2006/relationships/customXml" Target="../ink/ink456.xml"/><Relationship Id="rId81" Type="http://schemas.openxmlformats.org/officeDocument/2006/relationships/image" Target="../media/image462.png"/><Relationship Id="rId135" Type="http://schemas.openxmlformats.org/officeDocument/2006/relationships/image" Target="../media/image489.png"/><Relationship Id="rId156" Type="http://schemas.openxmlformats.org/officeDocument/2006/relationships/customXml" Target="../ink/ink504.xml"/><Relationship Id="rId177" Type="http://schemas.openxmlformats.org/officeDocument/2006/relationships/image" Target="../media/image510.png"/><Relationship Id="rId198" Type="http://schemas.openxmlformats.org/officeDocument/2006/relationships/customXml" Target="../ink/ink525.xml"/><Relationship Id="rId202" Type="http://schemas.openxmlformats.org/officeDocument/2006/relationships/customXml" Target="../ink/ink527.xml"/><Relationship Id="rId223" Type="http://schemas.openxmlformats.org/officeDocument/2006/relationships/image" Target="../media/image533.png"/><Relationship Id="rId244" Type="http://schemas.openxmlformats.org/officeDocument/2006/relationships/customXml" Target="../ink/ink548.xml"/><Relationship Id="rId18" Type="http://schemas.openxmlformats.org/officeDocument/2006/relationships/customXml" Target="../ink/ink435.xml"/><Relationship Id="rId39" Type="http://schemas.openxmlformats.org/officeDocument/2006/relationships/image" Target="../media/image441.png"/><Relationship Id="rId265" Type="http://schemas.openxmlformats.org/officeDocument/2006/relationships/image" Target="../media/image554.png"/><Relationship Id="rId50" Type="http://schemas.openxmlformats.org/officeDocument/2006/relationships/customXml" Target="../ink/ink451.xml"/><Relationship Id="rId104" Type="http://schemas.openxmlformats.org/officeDocument/2006/relationships/customXml" Target="../ink/ink478.xml"/><Relationship Id="rId125" Type="http://schemas.openxmlformats.org/officeDocument/2006/relationships/image" Target="../media/image484.png"/><Relationship Id="rId146" Type="http://schemas.openxmlformats.org/officeDocument/2006/relationships/customXml" Target="../ink/ink499.xml"/><Relationship Id="rId167" Type="http://schemas.openxmlformats.org/officeDocument/2006/relationships/image" Target="../media/image505.png"/><Relationship Id="rId188" Type="http://schemas.openxmlformats.org/officeDocument/2006/relationships/customXml" Target="../ink/ink520.xml"/><Relationship Id="rId71" Type="http://schemas.openxmlformats.org/officeDocument/2006/relationships/image" Target="../media/image457.png"/><Relationship Id="rId92" Type="http://schemas.openxmlformats.org/officeDocument/2006/relationships/customXml" Target="../ink/ink472.xml"/><Relationship Id="rId213" Type="http://schemas.openxmlformats.org/officeDocument/2006/relationships/image" Target="../media/image528.png"/><Relationship Id="rId234" Type="http://schemas.openxmlformats.org/officeDocument/2006/relationships/customXml" Target="../ink/ink543.xml"/><Relationship Id="rId2" Type="http://schemas.openxmlformats.org/officeDocument/2006/relationships/customXml" Target="../ink/ink427.xml"/><Relationship Id="rId29" Type="http://schemas.openxmlformats.org/officeDocument/2006/relationships/image" Target="../media/image436.png"/><Relationship Id="rId255" Type="http://schemas.openxmlformats.org/officeDocument/2006/relationships/image" Target="../media/image549.png"/><Relationship Id="rId40" Type="http://schemas.openxmlformats.org/officeDocument/2006/relationships/customXml" Target="../ink/ink446.xml"/><Relationship Id="rId115" Type="http://schemas.openxmlformats.org/officeDocument/2006/relationships/image" Target="../media/image479.png"/><Relationship Id="rId136" Type="http://schemas.openxmlformats.org/officeDocument/2006/relationships/customXml" Target="../ink/ink494.xml"/><Relationship Id="rId157" Type="http://schemas.openxmlformats.org/officeDocument/2006/relationships/image" Target="../media/image500.png"/><Relationship Id="rId178" Type="http://schemas.openxmlformats.org/officeDocument/2006/relationships/customXml" Target="../ink/ink515.xml"/><Relationship Id="rId61" Type="http://schemas.openxmlformats.org/officeDocument/2006/relationships/image" Target="../media/image452.png"/><Relationship Id="rId82" Type="http://schemas.openxmlformats.org/officeDocument/2006/relationships/customXml" Target="../ink/ink467.xml"/><Relationship Id="rId199" Type="http://schemas.openxmlformats.org/officeDocument/2006/relationships/image" Target="../media/image521.png"/><Relationship Id="rId203" Type="http://schemas.openxmlformats.org/officeDocument/2006/relationships/image" Target="../media/image523.png"/><Relationship Id="rId19" Type="http://schemas.openxmlformats.org/officeDocument/2006/relationships/image" Target="../media/image431.png"/><Relationship Id="rId224" Type="http://schemas.openxmlformats.org/officeDocument/2006/relationships/customXml" Target="../ink/ink538.xml"/><Relationship Id="rId245" Type="http://schemas.openxmlformats.org/officeDocument/2006/relationships/image" Target="../media/image544.png"/><Relationship Id="rId266" Type="http://schemas.openxmlformats.org/officeDocument/2006/relationships/customXml" Target="../ink/ink559.xml"/><Relationship Id="rId30" Type="http://schemas.openxmlformats.org/officeDocument/2006/relationships/customXml" Target="../ink/ink441.xml"/><Relationship Id="rId105" Type="http://schemas.openxmlformats.org/officeDocument/2006/relationships/image" Target="../media/image474.png"/><Relationship Id="rId126" Type="http://schemas.openxmlformats.org/officeDocument/2006/relationships/customXml" Target="../ink/ink489.xml"/><Relationship Id="rId147" Type="http://schemas.openxmlformats.org/officeDocument/2006/relationships/image" Target="../media/image495.png"/><Relationship Id="rId168" Type="http://schemas.openxmlformats.org/officeDocument/2006/relationships/customXml" Target="../ink/ink510.xml"/><Relationship Id="rId51" Type="http://schemas.openxmlformats.org/officeDocument/2006/relationships/image" Target="../media/image447.png"/><Relationship Id="rId72" Type="http://schemas.openxmlformats.org/officeDocument/2006/relationships/customXml" Target="../ink/ink462.xml"/><Relationship Id="rId93" Type="http://schemas.openxmlformats.org/officeDocument/2006/relationships/image" Target="../media/image468.png"/><Relationship Id="rId189" Type="http://schemas.openxmlformats.org/officeDocument/2006/relationships/image" Target="../media/image516.png"/><Relationship Id="rId3" Type="http://schemas.openxmlformats.org/officeDocument/2006/relationships/image" Target="../media/image423.png"/><Relationship Id="rId214" Type="http://schemas.openxmlformats.org/officeDocument/2006/relationships/customXml" Target="../ink/ink533.xml"/><Relationship Id="rId235" Type="http://schemas.openxmlformats.org/officeDocument/2006/relationships/image" Target="../media/image539.png"/><Relationship Id="rId256" Type="http://schemas.openxmlformats.org/officeDocument/2006/relationships/customXml" Target="../ink/ink554.xml"/><Relationship Id="rId116" Type="http://schemas.openxmlformats.org/officeDocument/2006/relationships/customXml" Target="../ink/ink484.xml"/><Relationship Id="rId137" Type="http://schemas.openxmlformats.org/officeDocument/2006/relationships/image" Target="../media/image490.png"/><Relationship Id="rId158" Type="http://schemas.openxmlformats.org/officeDocument/2006/relationships/customXml" Target="../ink/ink505.xml"/><Relationship Id="rId20" Type="http://schemas.openxmlformats.org/officeDocument/2006/relationships/customXml" Target="../ink/ink436.xml"/><Relationship Id="rId41" Type="http://schemas.openxmlformats.org/officeDocument/2006/relationships/image" Target="../media/image442.png"/><Relationship Id="rId62" Type="http://schemas.openxmlformats.org/officeDocument/2006/relationships/customXml" Target="../ink/ink457.xml"/><Relationship Id="rId83" Type="http://schemas.openxmlformats.org/officeDocument/2006/relationships/image" Target="../media/image463.png"/><Relationship Id="rId179" Type="http://schemas.openxmlformats.org/officeDocument/2006/relationships/image" Target="../media/image511.png"/><Relationship Id="rId190" Type="http://schemas.openxmlformats.org/officeDocument/2006/relationships/customXml" Target="../ink/ink521.xml"/><Relationship Id="rId204" Type="http://schemas.openxmlformats.org/officeDocument/2006/relationships/customXml" Target="../ink/ink528.xml"/><Relationship Id="rId225" Type="http://schemas.openxmlformats.org/officeDocument/2006/relationships/image" Target="../media/image534.png"/><Relationship Id="rId246" Type="http://schemas.openxmlformats.org/officeDocument/2006/relationships/customXml" Target="../ink/ink549.xml"/><Relationship Id="rId267" Type="http://schemas.openxmlformats.org/officeDocument/2006/relationships/image" Target="../media/image555.png"/><Relationship Id="rId106" Type="http://schemas.openxmlformats.org/officeDocument/2006/relationships/customXml" Target="../ink/ink479.xml"/><Relationship Id="rId127" Type="http://schemas.openxmlformats.org/officeDocument/2006/relationships/image" Target="../media/image485.png"/><Relationship Id="rId10" Type="http://schemas.openxmlformats.org/officeDocument/2006/relationships/customXml" Target="../ink/ink431.xml"/><Relationship Id="rId31" Type="http://schemas.openxmlformats.org/officeDocument/2006/relationships/image" Target="../media/image437.png"/><Relationship Id="rId52" Type="http://schemas.openxmlformats.org/officeDocument/2006/relationships/customXml" Target="../ink/ink452.xml"/><Relationship Id="rId73" Type="http://schemas.openxmlformats.org/officeDocument/2006/relationships/image" Target="../media/image458.png"/><Relationship Id="rId94" Type="http://schemas.openxmlformats.org/officeDocument/2006/relationships/customXml" Target="../ink/ink473.xml"/><Relationship Id="rId148" Type="http://schemas.openxmlformats.org/officeDocument/2006/relationships/customXml" Target="../ink/ink500.xml"/><Relationship Id="rId169" Type="http://schemas.openxmlformats.org/officeDocument/2006/relationships/image" Target="../media/image506.png"/><Relationship Id="rId4" Type="http://schemas.openxmlformats.org/officeDocument/2006/relationships/customXml" Target="../ink/ink428.xml"/><Relationship Id="rId180" Type="http://schemas.openxmlformats.org/officeDocument/2006/relationships/customXml" Target="../ink/ink516.xml"/><Relationship Id="rId215" Type="http://schemas.openxmlformats.org/officeDocument/2006/relationships/image" Target="../media/image529.png"/><Relationship Id="rId236" Type="http://schemas.openxmlformats.org/officeDocument/2006/relationships/customXml" Target="../ink/ink544.xml"/><Relationship Id="rId257" Type="http://schemas.openxmlformats.org/officeDocument/2006/relationships/image" Target="../media/image550.png"/><Relationship Id="rId42" Type="http://schemas.openxmlformats.org/officeDocument/2006/relationships/customXml" Target="../ink/ink447.xml"/><Relationship Id="rId84" Type="http://schemas.openxmlformats.org/officeDocument/2006/relationships/customXml" Target="../ink/ink468.xml"/><Relationship Id="rId138" Type="http://schemas.openxmlformats.org/officeDocument/2006/relationships/customXml" Target="../ink/ink495.xml"/><Relationship Id="rId191" Type="http://schemas.openxmlformats.org/officeDocument/2006/relationships/image" Target="../media/image517.png"/><Relationship Id="rId205" Type="http://schemas.openxmlformats.org/officeDocument/2006/relationships/image" Target="../media/image524.png"/><Relationship Id="rId247" Type="http://schemas.openxmlformats.org/officeDocument/2006/relationships/image" Target="../media/image545.png"/><Relationship Id="rId107" Type="http://schemas.openxmlformats.org/officeDocument/2006/relationships/image" Target="../media/image475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3.png"/><Relationship Id="rId299" Type="http://schemas.openxmlformats.org/officeDocument/2006/relationships/image" Target="../media/image704.png"/><Relationship Id="rId21" Type="http://schemas.openxmlformats.org/officeDocument/2006/relationships/image" Target="../media/image565.png"/><Relationship Id="rId63" Type="http://schemas.openxmlformats.org/officeDocument/2006/relationships/image" Target="../media/image586.png"/><Relationship Id="rId159" Type="http://schemas.openxmlformats.org/officeDocument/2006/relationships/image" Target="../media/image634.png"/><Relationship Id="rId324" Type="http://schemas.openxmlformats.org/officeDocument/2006/relationships/customXml" Target="../ink/ink722.xml"/><Relationship Id="rId366" Type="http://schemas.openxmlformats.org/officeDocument/2006/relationships/customXml" Target="../ink/ink743.xml"/><Relationship Id="rId170" Type="http://schemas.openxmlformats.org/officeDocument/2006/relationships/customXml" Target="../ink/ink645.xml"/><Relationship Id="rId226" Type="http://schemas.openxmlformats.org/officeDocument/2006/relationships/customXml" Target="../ink/ink673.xml"/><Relationship Id="rId433" Type="http://schemas.openxmlformats.org/officeDocument/2006/relationships/image" Target="../media/image771.png"/><Relationship Id="rId268" Type="http://schemas.openxmlformats.org/officeDocument/2006/relationships/customXml" Target="../ink/ink694.xml"/><Relationship Id="rId32" Type="http://schemas.openxmlformats.org/officeDocument/2006/relationships/customXml" Target="../ink/ink576.xml"/><Relationship Id="rId74" Type="http://schemas.openxmlformats.org/officeDocument/2006/relationships/customXml" Target="../ink/ink597.xml"/><Relationship Id="rId128" Type="http://schemas.openxmlformats.org/officeDocument/2006/relationships/customXml" Target="../ink/ink624.xml"/><Relationship Id="rId335" Type="http://schemas.openxmlformats.org/officeDocument/2006/relationships/image" Target="../media/image722.png"/><Relationship Id="rId377" Type="http://schemas.openxmlformats.org/officeDocument/2006/relationships/image" Target="../media/image743.png"/><Relationship Id="rId5" Type="http://schemas.openxmlformats.org/officeDocument/2006/relationships/image" Target="../media/image557.png"/><Relationship Id="rId181" Type="http://schemas.openxmlformats.org/officeDocument/2006/relationships/image" Target="../media/image645.png"/><Relationship Id="rId237" Type="http://schemas.openxmlformats.org/officeDocument/2006/relationships/image" Target="../media/image673.png"/><Relationship Id="rId402" Type="http://schemas.openxmlformats.org/officeDocument/2006/relationships/customXml" Target="../ink/ink761.xml"/><Relationship Id="rId279" Type="http://schemas.openxmlformats.org/officeDocument/2006/relationships/image" Target="../media/image694.png"/><Relationship Id="rId444" Type="http://schemas.openxmlformats.org/officeDocument/2006/relationships/image" Target="../media/image776.png"/><Relationship Id="rId43" Type="http://schemas.openxmlformats.org/officeDocument/2006/relationships/image" Target="../media/image576.png"/><Relationship Id="rId139" Type="http://schemas.openxmlformats.org/officeDocument/2006/relationships/image" Target="../media/image624.png"/><Relationship Id="rId290" Type="http://schemas.openxmlformats.org/officeDocument/2006/relationships/customXml" Target="../ink/ink705.xml"/><Relationship Id="rId304" Type="http://schemas.openxmlformats.org/officeDocument/2006/relationships/customXml" Target="../ink/ink712.xml"/><Relationship Id="rId346" Type="http://schemas.openxmlformats.org/officeDocument/2006/relationships/customXml" Target="../ink/ink733.xml"/><Relationship Id="rId388" Type="http://schemas.openxmlformats.org/officeDocument/2006/relationships/customXml" Target="../ink/ink754.xml"/><Relationship Id="rId85" Type="http://schemas.openxmlformats.org/officeDocument/2006/relationships/image" Target="../media/image597.png"/><Relationship Id="rId150" Type="http://schemas.openxmlformats.org/officeDocument/2006/relationships/customXml" Target="../ink/ink635.xml"/><Relationship Id="rId192" Type="http://schemas.openxmlformats.org/officeDocument/2006/relationships/customXml" Target="../ink/ink656.xml"/><Relationship Id="rId206" Type="http://schemas.openxmlformats.org/officeDocument/2006/relationships/customXml" Target="../ink/ink663.xml"/><Relationship Id="rId413" Type="http://schemas.openxmlformats.org/officeDocument/2006/relationships/image" Target="../media/image761.png"/><Relationship Id="rId248" Type="http://schemas.openxmlformats.org/officeDocument/2006/relationships/customXml" Target="../ink/ink684.xml"/><Relationship Id="rId455" Type="http://schemas.openxmlformats.org/officeDocument/2006/relationships/customXml" Target="../ink/ink788.xml"/><Relationship Id="rId12" Type="http://schemas.openxmlformats.org/officeDocument/2006/relationships/customXml" Target="../ink/ink566.xml"/><Relationship Id="rId108" Type="http://schemas.openxmlformats.org/officeDocument/2006/relationships/customXml" Target="../ink/ink614.xml"/><Relationship Id="rId315" Type="http://schemas.openxmlformats.org/officeDocument/2006/relationships/image" Target="../media/image712.png"/><Relationship Id="rId357" Type="http://schemas.openxmlformats.org/officeDocument/2006/relationships/image" Target="../media/image733.png"/><Relationship Id="rId54" Type="http://schemas.openxmlformats.org/officeDocument/2006/relationships/customXml" Target="../ink/ink587.xml"/><Relationship Id="rId96" Type="http://schemas.openxmlformats.org/officeDocument/2006/relationships/customXml" Target="../ink/ink608.xml"/><Relationship Id="rId161" Type="http://schemas.openxmlformats.org/officeDocument/2006/relationships/image" Target="../media/image635.png"/><Relationship Id="rId217" Type="http://schemas.openxmlformats.org/officeDocument/2006/relationships/image" Target="../media/image663.png"/><Relationship Id="rId399" Type="http://schemas.openxmlformats.org/officeDocument/2006/relationships/image" Target="../media/image754.png"/><Relationship Id="rId259" Type="http://schemas.openxmlformats.org/officeDocument/2006/relationships/image" Target="../media/image684.png"/><Relationship Id="rId424" Type="http://schemas.openxmlformats.org/officeDocument/2006/relationships/customXml" Target="../ink/ink772.xml"/><Relationship Id="rId23" Type="http://schemas.openxmlformats.org/officeDocument/2006/relationships/image" Target="../media/image566.png"/><Relationship Id="rId119" Type="http://schemas.openxmlformats.org/officeDocument/2006/relationships/image" Target="../media/image614.png"/><Relationship Id="rId270" Type="http://schemas.openxmlformats.org/officeDocument/2006/relationships/customXml" Target="../ink/ink695.xml"/><Relationship Id="rId326" Type="http://schemas.openxmlformats.org/officeDocument/2006/relationships/customXml" Target="../ink/ink723.xml"/><Relationship Id="rId65" Type="http://schemas.openxmlformats.org/officeDocument/2006/relationships/image" Target="../media/image587.png"/><Relationship Id="rId130" Type="http://schemas.openxmlformats.org/officeDocument/2006/relationships/customXml" Target="../ink/ink625.xml"/><Relationship Id="rId368" Type="http://schemas.openxmlformats.org/officeDocument/2006/relationships/customXml" Target="../ink/ink744.xml"/><Relationship Id="rId172" Type="http://schemas.openxmlformats.org/officeDocument/2006/relationships/customXml" Target="../ink/ink646.xml"/><Relationship Id="rId228" Type="http://schemas.openxmlformats.org/officeDocument/2006/relationships/customXml" Target="../ink/ink674.xml"/><Relationship Id="rId435" Type="http://schemas.openxmlformats.org/officeDocument/2006/relationships/customXml" Target="../ink/ink778.xml"/><Relationship Id="rId281" Type="http://schemas.openxmlformats.org/officeDocument/2006/relationships/image" Target="../media/image695.png"/><Relationship Id="rId337" Type="http://schemas.openxmlformats.org/officeDocument/2006/relationships/image" Target="../media/image723.png"/><Relationship Id="rId34" Type="http://schemas.openxmlformats.org/officeDocument/2006/relationships/customXml" Target="../ink/ink577.xml"/><Relationship Id="rId76" Type="http://schemas.openxmlformats.org/officeDocument/2006/relationships/customXml" Target="../ink/ink598.xml"/><Relationship Id="rId141" Type="http://schemas.openxmlformats.org/officeDocument/2006/relationships/image" Target="../media/image625.png"/><Relationship Id="rId379" Type="http://schemas.openxmlformats.org/officeDocument/2006/relationships/image" Target="../media/image744.png"/><Relationship Id="rId7" Type="http://schemas.openxmlformats.org/officeDocument/2006/relationships/image" Target="../media/image558.png"/><Relationship Id="rId183" Type="http://schemas.openxmlformats.org/officeDocument/2006/relationships/image" Target="../media/image646.png"/><Relationship Id="rId239" Type="http://schemas.openxmlformats.org/officeDocument/2006/relationships/image" Target="../media/image674.png"/><Relationship Id="rId390" Type="http://schemas.openxmlformats.org/officeDocument/2006/relationships/customXml" Target="../ink/ink755.xml"/><Relationship Id="rId404" Type="http://schemas.openxmlformats.org/officeDocument/2006/relationships/customXml" Target="../ink/ink762.xml"/><Relationship Id="rId446" Type="http://schemas.openxmlformats.org/officeDocument/2006/relationships/image" Target="../media/image777.png"/><Relationship Id="rId250" Type="http://schemas.openxmlformats.org/officeDocument/2006/relationships/customXml" Target="../ink/ink685.xml"/><Relationship Id="rId292" Type="http://schemas.openxmlformats.org/officeDocument/2006/relationships/customXml" Target="../ink/ink706.xml"/><Relationship Id="rId306" Type="http://schemas.openxmlformats.org/officeDocument/2006/relationships/customXml" Target="../ink/ink713.xml"/><Relationship Id="rId45" Type="http://schemas.openxmlformats.org/officeDocument/2006/relationships/image" Target="../media/image577.png"/><Relationship Id="rId87" Type="http://schemas.openxmlformats.org/officeDocument/2006/relationships/image" Target="../media/image598.png"/><Relationship Id="rId110" Type="http://schemas.openxmlformats.org/officeDocument/2006/relationships/customXml" Target="../ink/ink615.xml"/><Relationship Id="rId348" Type="http://schemas.openxmlformats.org/officeDocument/2006/relationships/customXml" Target="../ink/ink734.xml"/><Relationship Id="rId152" Type="http://schemas.openxmlformats.org/officeDocument/2006/relationships/customXml" Target="../ink/ink636.xml"/><Relationship Id="rId194" Type="http://schemas.openxmlformats.org/officeDocument/2006/relationships/customXml" Target="../ink/ink657.xml"/><Relationship Id="rId208" Type="http://schemas.openxmlformats.org/officeDocument/2006/relationships/customXml" Target="../ink/ink664.xml"/><Relationship Id="rId415" Type="http://schemas.openxmlformats.org/officeDocument/2006/relationships/image" Target="../media/image762.png"/><Relationship Id="rId457" Type="http://schemas.openxmlformats.org/officeDocument/2006/relationships/customXml" Target="../ink/ink789.xml"/><Relationship Id="rId261" Type="http://schemas.openxmlformats.org/officeDocument/2006/relationships/image" Target="../media/image685.png"/><Relationship Id="rId14" Type="http://schemas.openxmlformats.org/officeDocument/2006/relationships/customXml" Target="../ink/ink567.xml"/><Relationship Id="rId56" Type="http://schemas.openxmlformats.org/officeDocument/2006/relationships/customXml" Target="../ink/ink588.xml"/><Relationship Id="rId317" Type="http://schemas.openxmlformats.org/officeDocument/2006/relationships/image" Target="../media/image713.png"/><Relationship Id="rId359" Type="http://schemas.openxmlformats.org/officeDocument/2006/relationships/image" Target="../media/image734.png"/><Relationship Id="rId98" Type="http://schemas.openxmlformats.org/officeDocument/2006/relationships/customXml" Target="../ink/ink609.xml"/><Relationship Id="rId121" Type="http://schemas.openxmlformats.org/officeDocument/2006/relationships/image" Target="../media/image615.png"/><Relationship Id="rId163" Type="http://schemas.openxmlformats.org/officeDocument/2006/relationships/image" Target="../media/image636.png"/><Relationship Id="rId219" Type="http://schemas.openxmlformats.org/officeDocument/2006/relationships/image" Target="../media/image664.png"/><Relationship Id="rId370" Type="http://schemas.openxmlformats.org/officeDocument/2006/relationships/customXml" Target="../ink/ink745.xml"/><Relationship Id="rId426" Type="http://schemas.openxmlformats.org/officeDocument/2006/relationships/customXml" Target="../ink/ink773.xml"/><Relationship Id="rId230" Type="http://schemas.openxmlformats.org/officeDocument/2006/relationships/customXml" Target="../ink/ink675.xml"/><Relationship Id="rId25" Type="http://schemas.openxmlformats.org/officeDocument/2006/relationships/image" Target="../media/image567.png"/><Relationship Id="rId67" Type="http://schemas.openxmlformats.org/officeDocument/2006/relationships/image" Target="../media/image588.png"/><Relationship Id="rId272" Type="http://schemas.openxmlformats.org/officeDocument/2006/relationships/customXml" Target="../ink/ink696.xml"/><Relationship Id="rId328" Type="http://schemas.openxmlformats.org/officeDocument/2006/relationships/customXml" Target="../ink/ink724.xml"/><Relationship Id="rId132" Type="http://schemas.openxmlformats.org/officeDocument/2006/relationships/customXml" Target="../ink/ink626.xml"/><Relationship Id="rId174" Type="http://schemas.openxmlformats.org/officeDocument/2006/relationships/customXml" Target="../ink/ink647.xml"/><Relationship Id="rId381" Type="http://schemas.openxmlformats.org/officeDocument/2006/relationships/image" Target="../media/image745.png"/><Relationship Id="rId241" Type="http://schemas.openxmlformats.org/officeDocument/2006/relationships/image" Target="../media/image675.png"/><Relationship Id="rId437" Type="http://schemas.openxmlformats.org/officeDocument/2006/relationships/customXml" Target="../ink/ink779.xml"/><Relationship Id="rId36" Type="http://schemas.openxmlformats.org/officeDocument/2006/relationships/customXml" Target="../ink/ink578.xml"/><Relationship Id="rId283" Type="http://schemas.openxmlformats.org/officeDocument/2006/relationships/image" Target="../media/image696.png"/><Relationship Id="rId339" Type="http://schemas.openxmlformats.org/officeDocument/2006/relationships/image" Target="../media/image724.png"/><Relationship Id="rId78" Type="http://schemas.openxmlformats.org/officeDocument/2006/relationships/customXml" Target="../ink/ink599.xml"/><Relationship Id="rId101" Type="http://schemas.openxmlformats.org/officeDocument/2006/relationships/image" Target="../media/image605.png"/><Relationship Id="rId143" Type="http://schemas.openxmlformats.org/officeDocument/2006/relationships/image" Target="../media/image626.png"/><Relationship Id="rId185" Type="http://schemas.openxmlformats.org/officeDocument/2006/relationships/image" Target="../media/image647.png"/><Relationship Id="rId350" Type="http://schemas.openxmlformats.org/officeDocument/2006/relationships/customXml" Target="../ink/ink735.xml"/><Relationship Id="rId406" Type="http://schemas.openxmlformats.org/officeDocument/2006/relationships/customXml" Target="../ink/ink763.xml"/><Relationship Id="rId9" Type="http://schemas.openxmlformats.org/officeDocument/2006/relationships/image" Target="../media/image559.png"/><Relationship Id="rId210" Type="http://schemas.openxmlformats.org/officeDocument/2006/relationships/customXml" Target="../ink/ink665.xml"/><Relationship Id="rId392" Type="http://schemas.openxmlformats.org/officeDocument/2006/relationships/customXml" Target="../ink/ink756.xml"/><Relationship Id="rId448" Type="http://schemas.openxmlformats.org/officeDocument/2006/relationships/image" Target="../media/image778.png"/><Relationship Id="rId252" Type="http://schemas.openxmlformats.org/officeDocument/2006/relationships/customXml" Target="../ink/ink686.xml"/><Relationship Id="rId294" Type="http://schemas.openxmlformats.org/officeDocument/2006/relationships/customXml" Target="../ink/ink707.xml"/><Relationship Id="rId308" Type="http://schemas.openxmlformats.org/officeDocument/2006/relationships/customXml" Target="../ink/ink714.xml"/><Relationship Id="rId47" Type="http://schemas.openxmlformats.org/officeDocument/2006/relationships/image" Target="../media/image578.png"/><Relationship Id="rId89" Type="http://schemas.openxmlformats.org/officeDocument/2006/relationships/image" Target="../media/image599.png"/><Relationship Id="rId112" Type="http://schemas.openxmlformats.org/officeDocument/2006/relationships/customXml" Target="../ink/ink616.xml"/><Relationship Id="rId154" Type="http://schemas.openxmlformats.org/officeDocument/2006/relationships/customXml" Target="../ink/ink637.xml"/><Relationship Id="rId361" Type="http://schemas.openxmlformats.org/officeDocument/2006/relationships/image" Target="../media/image735.png"/><Relationship Id="rId196" Type="http://schemas.openxmlformats.org/officeDocument/2006/relationships/customXml" Target="../ink/ink658.xml"/><Relationship Id="rId417" Type="http://schemas.openxmlformats.org/officeDocument/2006/relationships/image" Target="../media/image763.png"/><Relationship Id="rId459" Type="http://schemas.openxmlformats.org/officeDocument/2006/relationships/customXml" Target="../ink/ink790.xml"/><Relationship Id="rId16" Type="http://schemas.openxmlformats.org/officeDocument/2006/relationships/customXml" Target="../ink/ink568.xml"/><Relationship Id="rId221" Type="http://schemas.openxmlformats.org/officeDocument/2006/relationships/image" Target="../media/image665.png"/><Relationship Id="rId263" Type="http://schemas.openxmlformats.org/officeDocument/2006/relationships/image" Target="../media/image686.png"/><Relationship Id="rId319" Type="http://schemas.openxmlformats.org/officeDocument/2006/relationships/image" Target="../media/image714.png"/><Relationship Id="rId58" Type="http://schemas.openxmlformats.org/officeDocument/2006/relationships/customXml" Target="../ink/ink589.xml"/><Relationship Id="rId123" Type="http://schemas.openxmlformats.org/officeDocument/2006/relationships/image" Target="../media/image616.png"/><Relationship Id="rId330" Type="http://schemas.openxmlformats.org/officeDocument/2006/relationships/customXml" Target="../ink/ink725.xml"/><Relationship Id="rId165" Type="http://schemas.openxmlformats.org/officeDocument/2006/relationships/image" Target="../media/image637.png"/><Relationship Id="rId372" Type="http://schemas.openxmlformats.org/officeDocument/2006/relationships/customXml" Target="../ink/ink746.xml"/><Relationship Id="rId428" Type="http://schemas.openxmlformats.org/officeDocument/2006/relationships/customXml" Target="../ink/ink774.xml"/><Relationship Id="rId232" Type="http://schemas.openxmlformats.org/officeDocument/2006/relationships/customXml" Target="../ink/ink676.xml"/><Relationship Id="rId274" Type="http://schemas.openxmlformats.org/officeDocument/2006/relationships/customXml" Target="../ink/ink697.xml"/><Relationship Id="rId27" Type="http://schemas.openxmlformats.org/officeDocument/2006/relationships/image" Target="../media/image568.png"/><Relationship Id="rId69" Type="http://schemas.openxmlformats.org/officeDocument/2006/relationships/image" Target="../media/image589.png"/><Relationship Id="rId134" Type="http://schemas.openxmlformats.org/officeDocument/2006/relationships/customXml" Target="../ink/ink627.xml"/><Relationship Id="rId80" Type="http://schemas.openxmlformats.org/officeDocument/2006/relationships/customXml" Target="../ink/ink600.xml"/><Relationship Id="rId176" Type="http://schemas.openxmlformats.org/officeDocument/2006/relationships/customXml" Target="../ink/ink648.xml"/><Relationship Id="rId341" Type="http://schemas.openxmlformats.org/officeDocument/2006/relationships/image" Target="../media/image725.png"/><Relationship Id="rId383" Type="http://schemas.openxmlformats.org/officeDocument/2006/relationships/image" Target="../media/image746.png"/><Relationship Id="rId439" Type="http://schemas.openxmlformats.org/officeDocument/2006/relationships/customXml" Target="../ink/ink780.xml"/><Relationship Id="rId201" Type="http://schemas.openxmlformats.org/officeDocument/2006/relationships/image" Target="../media/image655.png"/><Relationship Id="rId243" Type="http://schemas.openxmlformats.org/officeDocument/2006/relationships/image" Target="../media/image676.png"/><Relationship Id="rId285" Type="http://schemas.openxmlformats.org/officeDocument/2006/relationships/image" Target="../media/image697.png"/><Relationship Id="rId450" Type="http://schemas.openxmlformats.org/officeDocument/2006/relationships/image" Target="../media/image779.png"/><Relationship Id="rId38" Type="http://schemas.openxmlformats.org/officeDocument/2006/relationships/customXml" Target="../ink/ink579.xml"/><Relationship Id="rId103" Type="http://schemas.openxmlformats.org/officeDocument/2006/relationships/image" Target="../media/image606.png"/><Relationship Id="rId310" Type="http://schemas.openxmlformats.org/officeDocument/2006/relationships/customXml" Target="../ink/ink715.xml"/><Relationship Id="rId91" Type="http://schemas.openxmlformats.org/officeDocument/2006/relationships/image" Target="../media/image600.png"/><Relationship Id="rId145" Type="http://schemas.openxmlformats.org/officeDocument/2006/relationships/image" Target="../media/image627.png"/><Relationship Id="rId187" Type="http://schemas.openxmlformats.org/officeDocument/2006/relationships/image" Target="../media/image648.png"/><Relationship Id="rId352" Type="http://schemas.openxmlformats.org/officeDocument/2006/relationships/customXml" Target="../ink/ink736.xml"/><Relationship Id="rId394" Type="http://schemas.openxmlformats.org/officeDocument/2006/relationships/customXml" Target="../ink/ink757.xml"/><Relationship Id="rId408" Type="http://schemas.openxmlformats.org/officeDocument/2006/relationships/customXml" Target="../ink/ink764.xml"/><Relationship Id="rId212" Type="http://schemas.openxmlformats.org/officeDocument/2006/relationships/customXml" Target="../ink/ink666.xml"/><Relationship Id="rId254" Type="http://schemas.openxmlformats.org/officeDocument/2006/relationships/customXml" Target="../ink/ink687.xml"/><Relationship Id="rId49" Type="http://schemas.openxmlformats.org/officeDocument/2006/relationships/image" Target="../media/image579.png"/><Relationship Id="rId114" Type="http://schemas.openxmlformats.org/officeDocument/2006/relationships/customXml" Target="../ink/ink617.xml"/><Relationship Id="rId296" Type="http://schemas.openxmlformats.org/officeDocument/2006/relationships/customXml" Target="../ink/ink708.xml"/><Relationship Id="rId461" Type="http://schemas.openxmlformats.org/officeDocument/2006/relationships/customXml" Target="../ink/ink791.xml"/><Relationship Id="rId60" Type="http://schemas.openxmlformats.org/officeDocument/2006/relationships/customXml" Target="../ink/ink590.xml"/><Relationship Id="rId156" Type="http://schemas.openxmlformats.org/officeDocument/2006/relationships/customXml" Target="../ink/ink638.xml"/><Relationship Id="rId198" Type="http://schemas.openxmlformats.org/officeDocument/2006/relationships/customXml" Target="../ink/ink659.xml"/><Relationship Id="rId321" Type="http://schemas.openxmlformats.org/officeDocument/2006/relationships/image" Target="../media/image715.png"/><Relationship Id="rId363" Type="http://schemas.openxmlformats.org/officeDocument/2006/relationships/image" Target="../media/image736.png"/><Relationship Id="rId419" Type="http://schemas.openxmlformats.org/officeDocument/2006/relationships/image" Target="../media/image764.png"/><Relationship Id="rId223" Type="http://schemas.openxmlformats.org/officeDocument/2006/relationships/image" Target="../media/image666.png"/><Relationship Id="rId430" Type="http://schemas.openxmlformats.org/officeDocument/2006/relationships/customXml" Target="../ink/ink775.xml"/><Relationship Id="rId18" Type="http://schemas.openxmlformats.org/officeDocument/2006/relationships/customXml" Target="../ink/ink569.xml"/><Relationship Id="rId265" Type="http://schemas.openxmlformats.org/officeDocument/2006/relationships/image" Target="../media/image687.png"/><Relationship Id="rId125" Type="http://schemas.openxmlformats.org/officeDocument/2006/relationships/image" Target="../media/image617.png"/><Relationship Id="rId167" Type="http://schemas.openxmlformats.org/officeDocument/2006/relationships/image" Target="../media/image638.png"/><Relationship Id="rId332" Type="http://schemas.openxmlformats.org/officeDocument/2006/relationships/customXml" Target="../ink/ink726.xml"/><Relationship Id="rId374" Type="http://schemas.openxmlformats.org/officeDocument/2006/relationships/customXml" Target="../ink/ink747.xml"/><Relationship Id="rId71" Type="http://schemas.openxmlformats.org/officeDocument/2006/relationships/image" Target="../media/image590.png"/><Relationship Id="rId234" Type="http://schemas.openxmlformats.org/officeDocument/2006/relationships/customXml" Target="../ink/ink677.xml"/><Relationship Id="rId2" Type="http://schemas.openxmlformats.org/officeDocument/2006/relationships/customXml" Target="../ink/ink561.xml"/><Relationship Id="rId29" Type="http://schemas.openxmlformats.org/officeDocument/2006/relationships/image" Target="../media/image569.png"/><Relationship Id="rId276" Type="http://schemas.openxmlformats.org/officeDocument/2006/relationships/customXml" Target="../ink/ink698.xml"/><Relationship Id="rId441" Type="http://schemas.openxmlformats.org/officeDocument/2006/relationships/customXml" Target="../ink/ink781.xml"/><Relationship Id="rId40" Type="http://schemas.openxmlformats.org/officeDocument/2006/relationships/customXml" Target="../ink/ink580.xml"/><Relationship Id="rId136" Type="http://schemas.openxmlformats.org/officeDocument/2006/relationships/customXml" Target="../ink/ink628.xml"/><Relationship Id="rId178" Type="http://schemas.openxmlformats.org/officeDocument/2006/relationships/customXml" Target="../ink/ink649.xml"/><Relationship Id="rId301" Type="http://schemas.openxmlformats.org/officeDocument/2006/relationships/image" Target="../media/image705.png"/><Relationship Id="rId343" Type="http://schemas.openxmlformats.org/officeDocument/2006/relationships/image" Target="../media/image726.png"/><Relationship Id="rId61" Type="http://schemas.openxmlformats.org/officeDocument/2006/relationships/image" Target="../media/image585.png"/><Relationship Id="rId82" Type="http://schemas.openxmlformats.org/officeDocument/2006/relationships/customXml" Target="../ink/ink601.xml"/><Relationship Id="rId199" Type="http://schemas.openxmlformats.org/officeDocument/2006/relationships/image" Target="../media/image654.png"/><Relationship Id="rId203" Type="http://schemas.openxmlformats.org/officeDocument/2006/relationships/image" Target="../media/image656.png"/><Relationship Id="rId385" Type="http://schemas.openxmlformats.org/officeDocument/2006/relationships/image" Target="../media/image747.png"/><Relationship Id="rId19" Type="http://schemas.openxmlformats.org/officeDocument/2006/relationships/image" Target="../media/image564.png"/><Relationship Id="rId224" Type="http://schemas.openxmlformats.org/officeDocument/2006/relationships/customXml" Target="../ink/ink672.xml"/><Relationship Id="rId245" Type="http://schemas.openxmlformats.org/officeDocument/2006/relationships/image" Target="../media/image677.png"/><Relationship Id="rId266" Type="http://schemas.openxmlformats.org/officeDocument/2006/relationships/customXml" Target="../ink/ink693.xml"/><Relationship Id="rId287" Type="http://schemas.openxmlformats.org/officeDocument/2006/relationships/image" Target="../media/image698.png"/><Relationship Id="rId410" Type="http://schemas.openxmlformats.org/officeDocument/2006/relationships/customXml" Target="../ink/ink765.xml"/><Relationship Id="rId431" Type="http://schemas.openxmlformats.org/officeDocument/2006/relationships/image" Target="../media/image770.png"/><Relationship Id="rId452" Type="http://schemas.openxmlformats.org/officeDocument/2006/relationships/image" Target="../media/image780.png"/><Relationship Id="rId30" Type="http://schemas.openxmlformats.org/officeDocument/2006/relationships/customXml" Target="../ink/ink575.xml"/><Relationship Id="rId105" Type="http://schemas.openxmlformats.org/officeDocument/2006/relationships/image" Target="../media/image607.png"/><Relationship Id="rId126" Type="http://schemas.openxmlformats.org/officeDocument/2006/relationships/customXml" Target="../ink/ink623.xml"/><Relationship Id="rId147" Type="http://schemas.openxmlformats.org/officeDocument/2006/relationships/image" Target="../media/image628.png"/><Relationship Id="rId168" Type="http://schemas.openxmlformats.org/officeDocument/2006/relationships/customXml" Target="../ink/ink644.xml"/><Relationship Id="rId312" Type="http://schemas.openxmlformats.org/officeDocument/2006/relationships/customXml" Target="../ink/ink716.xml"/><Relationship Id="rId333" Type="http://schemas.openxmlformats.org/officeDocument/2006/relationships/image" Target="../media/image721.png"/><Relationship Id="rId354" Type="http://schemas.openxmlformats.org/officeDocument/2006/relationships/customXml" Target="../ink/ink737.xml"/><Relationship Id="rId51" Type="http://schemas.openxmlformats.org/officeDocument/2006/relationships/image" Target="../media/image580.png"/><Relationship Id="rId72" Type="http://schemas.openxmlformats.org/officeDocument/2006/relationships/customXml" Target="../ink/ink596.xml"/><Relationship Id="rId93" Type="http://schemas.openxmlformats.org/officeDocument/2006/relationships/image" Target="../media/image601.png"/><Relationship Id="rId189" Type="http://schemas.openxmlformats.org/officeDocument/2006/relationships/image" Target="../media/image649.png"/><Relationship Id="rId375" Type="http://schemas.openxmlformats.org/officeDocument/2006/relationships/image" Target="../media/image742.png"/><Relationship Id="rId396" Type="http://schemas.openxmlformats.org/officeDocument/2006/relationships/customXml" Target="../ink/ink758.xml"/><Relationship Id="rId3" Type="http://schemas.openxmlformats.org/officeDocument/2006/relationships/image" Target="../media/image556.png"/><Relationship Id="rId214" Type="http://schemas.openxmlformats.org/officeDocument/2006/relationships/customXml" Target="../ink/ink667.xml"/><Relationship Id="rId235" Type="http://schemas.openxmlformats.org/officeDocument/2006/relationships/image" Target="../media/image672.png"/><Relationship Id="rId256" Type="http://schemas.openxmlformats.org/officeDocument/2006/relationships/customXml" Target="../ink/ink688.xml"/><Relationship Id="rId277" Type="http://schemas.openxmlformats.org/officeDocument/2006/relationships/image" Target="../media/image693.png"/><Relationship Id="rId298" Type="http://schemas.openxmlformats.org/officeDocument/2006/relationships/customXml" Target="../ink/ink709.xml"/><Relationship Id="rId400" Type="http://schemas.openxmlformats.org/officeDocument/2006/relationships/customXml" Target="../ink/ink760.xml"/><Relationship Id="rId421" Type="http://schemas.openxmlformats.org/officeDocument/2006/relationships/image" Target="../media/image765.png"/><Relationship Id="rId442" Type="http://schemas.openxmlformats.org/officeDocument/2006/relationships/image" Target="../media/image775.png"/><Relationship Id="rId463" Type="http://schemas.openxmlformats.org/officeDocument/2006/relationships/customXml" Target="../ink/ink792.xml"/><Relationship Id="rId116" Type="http://schemas.openxmlformats.org/officeDocument/2006/relationships/customXml" Target="../ink/ink618.xml"/><Relationship Id="rId137" Type="http://schemas.openxmlformats.org/officeDocument/2006/relationships/image" Target="../media/image623.png"/><Relationship Id="rId158" Type="http://schemas.openxmlformats.org/officeDocument/2006/relationships/customXml" Target="../ink/ink639.xml"/><Relationship Id="rId302" Type="http://schemas.openxmlformats.org/officeDocument/2006/relationships/customXml" Target="../ink/ink711.xml"/><Relationship Id="rId323" Type="http://schemas.openxmlformats.org/officeDocument/2006/relationships/image" Target="../media/image716.png"/><Relationship Id="rId344" Type="http://schemas.openxmlformats.org/officeDocument/2006/relationships/customXml" Target="../ink/ink732.xml"/><Relationship Id="rId20" Type="http://schemas.openxmlformats.org/officeDocument/2006/relationships/customXml" Target="../ink/ink570.xml"/><Relationship Id="rId41" Type="http://schemas.openxmlformats.org/officeDocument/2006/relationships/image" Target="../media/image575.png"/><Relationship Id="rId62" Type="http://schemas.openxmlformats.org/officeDocument/2006/relationships/customXml" Target="../ink/ink591.xml"/><Relationship Id="rId83" Type="http://schemas.openxmlformats.org/officeDocument/2006/relationships/image" Target="../media/image596.png"/><Relationship Id="rId179" Type="http://schemas.openxmlformats.org/officeDocument/2006/relationships/image" Target="../media/image644.png"/><Relationship Id="rId365" Type="http://schemas.openxmlformats.org/officeDocument/2006/relationships/image" Target="../media/image737.png"/><Relationship Id="rId386" Type="http://schemas.openxmlformats.org/officeDocument/2006/relationships/customXml" Target="../ink/ink753.xml"/><Relationship Id="rId190" Type="http://schemas.openxmlformats.org/officeDocument/2006/relationships/customXml" Target="../ink/ink655.xml"/><Relationship Id="rId204" Type="http://schemas.openxmlformats.org/officeDocument/2006/relationships/customXml" Target="../ink/ink662.xml"/><Relationship Id="rId225" Type="http://schemas.openxmlformats.org/officeDocument/2006/relationships/image" Target="../media/image667.png"/><Relationship Id="rId246" Type="http://schemas.openxmlformats.org/officeDocument/2006/relationships/customXml" Target="../ink/ink683.xml"/><Relationship Id="rId267" Type="http://schemas.openxmlformats.org/officeDocument/2006/relationships/image" Target="../media/image688.png"/><Relationship Id="rId288" Type="http://schemas.openxmlformats.org/officeDocument/2006/relationships/customXml" Target="../ink/ink704.xml"/><Relationship Id="rId411" Type="http://schemas.openxmlformats.org/officeDocument/2006/relationships/image" Target="../media/image760.png"/><Relationship Id="rId432" Type="http://schemas.openxmlformats.org/officeDocument/2006/relationships/customXml" Target="../ink/ink776.xml"/><Relationship Id="rId453" Type="http://schemas.openxmlformats.org/officeDocument/2006/relationships/customXml" Target="../ink/ink787.xml"/><Relationship Id="rId106" Type="http://schemas.openxmlformats.org/officeDocument/2006/relationships/customXml" Target="../ink/ink613.xml"/><Relationship Id="rId127" Type="http://schemas.openxmlformats.org/officeDocument/2006/relationships/image" Target="../media/image618.png"/><Relationship Id="rId313" Type="http://schemas.openxmlformats.org/officeDocument/2006/relationships/image" Target="../media/image711.png"/><Relationship Id="rId10" Type="http://schemas.openxmlformats.org/officeDocument/2006/relationships/customXml" Target="../ink/ink565.xml"/><Relationship Id="rId31" Type="http://schemas.openxmlformats.org/officeDocument/2006/relationships/image" Target="../media/image570.png"/><Relationship Id="rId52" Type="http://schemas.openxmlformats.org/officeDocument/2006/relationships/customXml" Target="../ink/ink586.xml"/><Relationship Id="rId73" Type="http://schemas.openxmlformats.org/officeDocument/2006/relationships/image" Target="../media/image591.png"/><Relationship Id="rId94" Type="http://schemas.openxmlformats.org/officeDocument/2006/relationships/customXml" Target="../ink/ink607.xml"/><Relationship Id="rId148" Type="http://schemas.openxmlformats.org/officeDocument/2006/relationships/customXml" Target="../ink/ink634.xml"/><Relationship Id="rId169" Type="http://schemas.openxmlformats.org/officeDocument/2006/relationships/image" Target="../media/image639.png"/><Relationship Id="rId334" Type="http://schemas.openxmlformats.org/officeDocument/2006/relationships/customXml" Target="../ink/ink727.xml"/><Relationship Id="rId355" Type="http://schemas.openxmlformats.org/officeDocument/2006/relationships/image" Target="../media/image732.png"/><Relationship Id="rId376" Type="http://schemas.openxmlformats.org/officeDocument/2006/relationships/customXml" Target="../ink/ink748.xml"/><Relationship Id="rId397" Type="http://schemas.openxmlformats.org/officeDocument/2006/relationships/image" Target="../media/image753.png"/><Relationship Id="rId4" Type="http://schemas.openxmlformats.org/officeDocument/2006/relationships/customXml" Target="../ink/ink562.xml"/><Relationship Id="rId180" Type="http://schemas.openxmlformats.org/officeDocument/2006/relationships/customXml" Target="../ink/ink650.xml"/><Relationship Id="rId215" Type="http://schemas.openxmlformats.org/officeDocument/2006/relationships/image" Target="../media/image662.png"/><Relationship Id="rId236" Type="http://schemas.openxmlformats.org/officeDocument/2006/relationships/customXml" Target="../ink/ink678.xml"/><Relationship Id="rId257" Type="http://schemas.openxmlformats.org/officeDocument/2006/relationships/image" Target="../media/image683.png"/><Relationship Id="rId278" Type="http://schemas.openxmlformats.org/officeDocument/2006/relationships/customXml" Target="../ink/ink699.xml"/><Relationship Id="rId401" Type="http://schemas.openxmlformats.org/officeDocument/2006/relationships/image" Target="../media/image755.png"/><Relationship Id="rId422" Type="http://schemas.openxmlformats.org/officeDocument/2006/relationships/customXml" Target="../ink/ink771.xml"/><Relationship Id="rId443" Type="http://schemas.openxmlformats.org/officeDocument/2006/relationships/customXml" Target="../ink/ink782.xml"/><Relationship Id="rId464" Type="http://schemas.openxmlformats.org/officeDocument/2006/relationships/image" Target="../media/image786.png"/><Relationship Id="rId303" Type="http://schemas.openxmlformats.org/officeDocument/2006/relationships/image" Target="../media/image706.png"/><Relationship Id="rId42" Type="http://schemas.openxmlformats.org/officeDocument/2006/relationships/customXml" Target="../ink/ink581.xml"/><Relationship Id="rId84" Type="http://schemas.openxmlformats.org/officeDocument/2006/relationships/customXml" Target="../ink/ink602.xml"/><Relationship Id="rId138" Type="http://schemas.openxmlformats.org/officeDocument/2006/relationships/customXml" Target="../ink/ink629.xml"/><Relationship Id="rId345" Type="http://schemas.openxmlformats.org/officeDocument/2006/relationships/image" Target="../media/image727.png"/><Relationship Id="rId387" Type="http://schemas.openxmlformats.org/officeDocument/2006/relationships/image" Target="../media/image748.png"/><Relationship Id="rId191" Type="http://schemas.openxmlformats.org/officeDocument/2006/relationships/image" Target="../media/image650.png"/><Relationship Id="rId205" Type="http://schemas.openxmlformats.org/officeDocument/2006/relationships/image" Target="../media/image657.png"/><Relationship Id="rId247" Type="http://schemas.openxmlformats.org/officeDocument/2006/relationships/image" Target="../media/image678.png"/><Relationship Id="rId412" Type="http://schemas.openxmlformats.org/officeDocument/2006/relationships/customXml" Target="../ink/ink766.xml"/><Relationship Id="rId107" Type="http://schemas.openxmlformats.org/officeDocument/2006/relationships/image" Target="../media/image608.png"/><Relationship Id="rId289" Type="http://schemas.openxmlformats.org/officeDocument/2006/relationships/image" Target="../media/image699.png"/><Relationship Id="rId454" Type="http://schemas.openxmlformats.org/officeDocument/2006/relationships/image" Target="../media/image781.png"/><Relationship Id="rId11" Type="http://schemas.openxmlformats.org/officeDocument/2006/relationships/image" Target="../media/image560.png"/><Relationship Id="rId53" Type="http://schemas.openxmlformats.org/officeDocument/2006/relationships/image" Target="../media/image581.png"/><Relationship Id="rId149" Type="http://schemas.openxmlformats.org/officeDocument/2006/relationships/image" Target="../media/image629.png"/><Relationship Id="rId314" Type="http://schemas.openxmlformats.org/officeDocument/2006/relationships/customXml" Target="../ink/ink717.xml"/><Relationship Id="rId356" Type="http://schemas.openxmlformats.org/officeDocument/2006/relationships/customXml" Target="../ink/ink738.xml"/><Relationship Id="rId398" Type="http://schemas.openxmlformats.org/officeDocument/2006/relationships/customXml" Target="../ink/ink759.xml"/><Relationship Id="rId95" Type="http://schemas.openxmlformats.org/officeDocument/2006/relationships/image" Target="../media/image602.png"/><Relationship Id="rId160" Type="http://schemas.openxmlformats.org/officeDocument/2006/relationships/customXml" Target="../ink/ink640.xml"/><Relationship Id="rId216" Type="http://schemas.openxmlformats.org/officeDocument/2006/relationships/customXml" Target="../ink/ink668.xml"/><Relationship Id="rId423" Type="http://schemas.openxmlformats.org/officeDocument/2006/relationships/image" Target="../media/image766.png"/><Relationship Id="rId258" Type="http://schemas.openxmlformats.org/officeDocument/2006/relationships/customXml" Target="../ink/ink689.xml"/><Relationship Id="rId465" Type="http://schemas.openxmlformats.org/officeDocument/2006/relationships/customXml" Target="../ink/ink793.xml"/><Relationship Id="rId22" Type="http://schemas.openxmlformats.org/officeDocument/2006/relationships/customXml" Target="../ink/ink571.xml"/><Relationship Id="rId64" Type="http://schemas.openxmlformats.org/officeDocument/2006/relationships/customXml" Target="../ink/ink592.xml"/><Relationship Id="rId118" Type="http://schemas.openxmlformats.org/officeDocument/2006/relationships/customXml" Target="../ink/ink619.xml"/><Relationship Id="rId325" Type="http://schemas.openxmlformats.org/officeDocument/2006/relationships/image" Target="../media/image717.png"/><Relationship Id="rId367" Type="http://schemas.openxmlformats.org/officeDocument/2006/relationships/image" Target="../media/image738.png"/><Relationship Id="rId171" Type="http://schemas.openxmlformats.org/officeDocument/2006/relationships/image" Target="../media/image640.png"/><Relationship Id="rId227" Type="http://schemas.openxmlformats.org/officeDocument/2006/relationships/image" Target="../media/image668.png"/><Relationship Id="rId269" Type="http://schemas.openxmlformats.org/officeDocument/2006/relationships/image" Target="../media/image689.png"/><Relationship Id="rId434" Type="http://schemas.openxmlformats.org/officeDocument/2006/relationships/customXml" Target="../ink/ink777.xml"/><Relationship Id="rId33" Type="http://schemas.openxmlformats.org/officeDocument/2006/relationships/image" Target="../media/image571.png"/><Relationship Id="rId129" Type="http://schemas.openxmlformats.org/officeDocument/2006/relationships/image" Target="../media/image619.png"/><Relationship Id="rId280" Type="http://schemas.openxmlformats.org/officeDocument/2006/relationships/customXml" Target="../ink/ink700.xml"/><Relationship Id="rId336" Type="http://schemas.openxmlformats.org/officeDocument/2006/relationships/customXml" Target="../ink/ink728.xml"/><Relationship Id="rId75" Type="http://schemas.openxmlformats.org/officeDocument/2006/relationships/image" Target="../media/image592.png"/><Relationship Id="rId140" Type="http://schemas.openxmlformats.org/officeDocument/2006/relationships/customXml" Target="../ink/ink630.xml"/><Relationship Id="rId182" Type="http://schemas.openxmlformats.org/officeDocument/2006/relationships/customXml" Target="../ink/ink651.xml"/><Relationship Id="rId378" Type="http://schemas.openxmlformats.org/officeDocument/2006/relationships/customXml" Target="../ink/ink749.xml"/><Relationship Id="rId403" Type="http://schemas.openxmlformats.org/officeDocument/2006/relationships/image" Target="../media/image756.png"/><Relationship Id="rId6" Type="http://schemas.openxmlformats.org/officeDocument/2006/relationships/customXml" Target="../ink/ink563.xml"/><Relationship Id="rId238" Type="http://schemas.openxmlformats.org/officeDocument/2006/relationships/customXml" Target="../ink/ink679.xml"/><Relationship Id="rId445" Type="http://schemas.openxmlformats.org/officeDocument/2006/relationships/customXml" Target="../ink/ink783.xml"/><Relationship Id="rId291" Type="http://schemas.openxmlformats.org/officeDocument/2006/relationships/image" Target="../media/image700.png"/><Relationship Id="rId305" Type="http://schemas.openxmlformats.org/officeDocument/2006/relationships/image" Target="../media/image707.png"/><Relationship Id="rId347" Type="http://schemas.openxmlformats.org/officeDocument/2006/relationships/image" Target="../media/image728.png"/><Relationship Id="rId44" Type="http://schemas.openxmlformats.org/officeDocument/2006/relationships/customXml" Target="../ink/ink582.xml"/><Relationship Id="rId86" Type="http://schemas.openxmlformats.org/officeDocument/2006/relationships/customXml" Target="../ink/ink603.xml"/><Relationship Id="rId151" Type="http://schemas.openxmlformats.org/officeDocument/2006/relationships/image" Target="../media/image630.png"/><Relationship Id="rId389" Type="http://schemas.openxmlformats.org/officeDocument/2006/relationships/image" Target="../media/image749.png"/><Relationship Id="rId193" Type="http://schemas.openxmlformats.org/officeDocument/2006/relationships/image" Target="../media/image651.png"/><Relationship Id="rId207" Type="http://schemas.openxmlformats.org/officeDocument/2006/relationships/image" Target="../media/image658.png"/><Relationship Id="rId249" Type="http://schemas.openxmlformats.org/officeDocument/2006/relationships/image" Target="../media/image679.png"/><Relationship Id="rId414" Type="http://schemas.openxmlformats.org/officeDocument/2006/relationships/customXml" Target="../ink/ink767.xml"/><Relationship Id="rId456" Type="http://schemas.openxmlformats.org/officeDocument/2006/relationships/image" Target="../media/image782.png"/><Relationship Id="rId13" Type="http://schemas.openxmlformats.org/officeDocument/2006/relationships/image" Target="../media/image561.png"/><Relationship Id="rId109" Type="http://schemas.openxmlformats.org/officeDocument/2006/relationships/image" Target="../media/image609.png"/><Relationship Id="rId260" Type="http://schemas.openxmlformats.org/officeDocument/2006/relationships/customXml" Target="../ink/ink690.xml"/><Relationship Id="rId316" Type="http://schemas.openxmlformats.org/officeDocument/2006/relationships/customXml" Target="../ink/ink718.xml"/><Relationship Id="rId55" Type="http://schemas.openxmlformats.org/officeDocument/2006/relationships/image" Target="../media/image582.png"/><Relationship Id="rId97" Type="http://schemas.openxmlformats.org/officeDocument/2006/relationships/image" Target="../media/image603.png"/><Relationship Id="rId120" Type="http://schemas.openxmlformats.org/officeDocument/2006/relationships/customXml" Target="../ink/ink620.xml"/><Relationship Id="rId358" Type="http://schemas.openxmlformats.org/officeDocument/2006/relationships/customXml" Target="../ink/ink739.xml"/><Relationship Id="rId162" Type="http://schemas.openxmlformats.org/officeDocument/2006/relationships/customXml" Target="../ink/ink641.xml"/><Relationship Id="rId218" Type="http://schemas.openxmlformats.org/officeDocument/2006/relationships/customXml" Target="../ink/ink669.xml"/><Relationship Id="rId425" Type="http://schemas.openxmlformats.org/officeDocument/2006/relationships/image" Target="../media/image767.png"/><Relationship Id="rId271" Type="http://schemas.openxmlformats.org/officeDocument/2006/relationships/image" Target="../media/image690.png"/><Relationship Id="rId24" Type="http://schemas.openxmlformats.org/officeDocument/2006/relationships/customXml" Target="../ink/ink572.xml"/><Relationship Id="rId66" Type="http://schemas.openxmlformats.org/officeDocument/2006/relationships/customXml" Target="../ink/ink593.xml"/><Relationship Id="rId131" Type="http://schemas.openxmlformats.org/officeDocument/2006/relationships/image" Target="../media/image620.png"/><Relationship Id="rId327" Type="http://schemas.openxmlformats.org/officeDocument/2006/relationships/image" Target="../media/image718.png"/><Relationship Id="rId369" Type="http://schemas.openxmlformats.org/officeDocument/2006/relationships/image" Target="../media/image739.png"/><Relationship Id="rId173" Type="http://schemas.openxmlformats.org/officeDocument/2006/relationships/image" Target="../media/image641.png"/><Relationship Id="rId229" Type="http://schemas.openxmlformats.org/officeDocument/2006/relationships/image" Target="../media/image669.png"/><Relationship Id="rId380" Type="http://schemas.openxmlformats.org/officeDocument/2006/relationships/customXml" Target="../ink/ink750.xml"/><Relationship Id="rId436" Type="http://schemas.openxmlformats.org/officeDocument/2006/relationships/image" Target="../media/image772.png"/><Relationship Id="rId240" Type="http://schemas.openxmlformats.org/officeDocument/2006/relationships/customXml" Target="../ink/ink680.xml"/><Relationship Id="rId35" Type="http://schemas.openxmlformats.org/officeDocument/2006/relationships/image" Target="../media/image572.png"/><Relationship Id="rId77" Type="http://schemas.openxmlformats.org/officeDocument/2006/relationships/image" Target="../media/image593.png"/><Relationship Id="rId100" Type="http://schemas.openxmlformats.org/officeDocument/2006/relationships/customXml" Target="../ink/ink610.xml"/><Relationship Id="rId282" Type="http://schemas.openxmlformats.org/officeDocument/2006/relationships/customXml" Target="../ink/ink701.xml"/><Relationship Id="rId338" Type="http://schemas.openxmlformats.org/officeDocument/2006/relationships/customXml" Target="../ink/ink729.xml"/><Relationship Id="rId8" Type="http://schemas.openxmlformats.org/officeDocument/2006/relationships/customXml" Target="../ink/ink564.xml"/><Relationship Id="rId142" Type="http://schemas.openxmlformats.org/officeDocument/2006/relationships/customXml" Target="../ink/ink631.xml"/><Relationship Id="rId184" Type="http://schemas.openxmlformats.org/officeDocument/2006/relationships/customXml" Target="../ink/ink652.xml"/><Relationship Id="rId391" Type="http://schemas.openxmlformats.org/officeDocument/2006/relationships/image" Target="../media/image750.png"/><Relationship Id="rId405" Type="http://schemas.openxmlformats.org/officeDocument/2006/relationships/image" Target="../media/image757.png"/><Relationship Id="rId447" Type="http://schemas.openxmlformats.org/officeDocument/2006/relationships/customXml" Target="../ink/ink784.xml"/><Relationship Id="rId251" Type="http://schemas.openxmlformats.org/officeDocument/2006/relationships/image" Target="../media/image680.png"/><Relationship Id="rId46" Type="http://schemas.openxmlformats.org/officeDocument/2006/relationships/customXml" Target="../ink/ink583.xml"/><Relationship Id="rId293" Type="http://schemas.openxmlformats.org/officeDocument/2006/relationships/image" Target="../media/image701.png"/><Relationship Id="rId307" Type="http://schemas.openxmlformats.org/officeDocument/2006/relationships/image" Target="../media/image708.png"/><Relationship Id="rId349" Type="http://schemas.openxmlformats.org/officeDocument/2006/relationships/image" Target="../media/image729.png"/><Relationship Id="rId88" Type="http://schemas.openxmlformats.org/officeDocument/2006/relationships/customXml" Target="../ink/ink604.xml"/><Relationship Id="rId111" Type="http://schemas.openxmlformats.org/officeDocument/2006/relationships/image" Target="../media/image610.png"/><Relationship Id="rId153" Type="http://schemas.openxmlformats.org/officeDocument/2006/relationships/image" Target="../media/image631.png"/><Relationship Id="rId195" Type="http://schemas.openxmlformats.org/officeDocument/2006/relationships/image" Target="../media/image652.png"/><Relationship Id="rId209" Type="http://schemas.openxmlformats.org/officeDocument/2006/relationships/image" Target="../media/image659.png"/><Relationship Id="rId360" Type="http://schemas.openxmlformats.org/officeDocument/2006/relationships/customXml" Target="../ink/ink740.xml"/><Relationship Id="rId416" Type="http://schemas.openxmlformats.org/officeDocument/2006/relationships/customXml" Target="../ink/ink768.xml"/><Relationship Id="rId220" Type="http://schemas.openxmlformats.org/officeDocument/2006/relationships/customXml" Target="../ink/ink670.xml"/><Relationship Id="rId458" Type="http://schemas.openxmlformats.org/officeDocument/2006/relationships/image" Target="../media/image783.png"/><Relationship Id="rId15" Type="http://schemas.openxmlformats.org/officeDocument/2006/relationships/image" Target="../media/image562.png"/><Relationship Id="rId57" Type="http://schemas.openxmlformats.org/officeDocument/2006/relationships/image" Target="../media/image583.png"/><Relationship Id="rId262" Type="http://schemas.openxmlformats.org/officeDocument/2006/relationships/customXml" Target="../ink/ink691.xml"/><Relationship Id="rId318" Type="http://schemas.openxmlformats.org/officeDocument/2006/relationships/customXml" Target="../ink/ink719.xml"/><Relationship Id="rId99" Type="http://schemas.openxmlformats.org/officeDocument/2006/relationships/image" Target="../media/image604.png"/><Relationship Id="rId122" Type="http://schemas.openxmlformats.org/officeDocument/2006/relationships/customXml" Target="../ink/ink621.xml"/><Relationship Id="rId164" Type="http://schemas.openxmlformats.org/officeDocument/2006/relationships/customXml" Target="../ink/ink642.xml"/><Relationship Id="rId371" Type="http://schemas.openxmlformats.org/officeDocument/2006/relationships/image" Target="../media/image740.png"/><Relationship Id="rId427" Type="http://schemas.openxmlformats.org/officeDocument/2006/relationships/image" Target="../media/image768.png"/><Relationship Id="rId26" Type="http://schemas.openxmlformats.org/officeDocument/2006/relationships/customXml" Target="../ink/ink573.xml"/><Relationship Id="rId231" Type="http://schemas.openxmlformats.org/officeDocument/2006/relationships/image" Target="../media/image670.png"/><Relationship Id="rId273" Type="http://schemas.openxmlformats.org/officeDocument/2006/relationships/image" Target="../media/image691.png"/><Relationship Id="rId329" Type="http://schemas.openxmlformats.org/officeDocument/2006/relationships/image" Target="../media/image719.png"/><Relationship Id="rId68" Type="http://schemas.openxmlformats.org/officeDocument/2006/relationships/customXml" Target="../ink/ink594.xml"/><Relationship Id="rId133" Type="http://schemas.openxmlformats.org/officeDocument/2006/relationships/image" Target="../media/image621.png"/><Relationship Id="rId175" Type="http://schemas.openxmlformats.org/officeDocument/2006/relationships/image" Target="../media/image642.png"/><Relationship Id="rId340" Type="http://schemas.openxmlformats.org/officeDocument/2006/relationships/customXml" Target="../ink/ink730.xml"/><Relationship Id="rId200" Type="http://schemas.openxmlformats.org/officeDocument/2006/relationships/customXml" Target="../ink/ink660.xml"/><Relationship Id="rId382" Type="http://schemas.openxmlformats.org/officeDocument/2006/relationships/customXml" Target="../ink/ink751.xml"/><Relationship Id="rId438" Type="http://schemas.openxmlformats.org/officeDocument/2006/relationships/image" Target="../media/image773.png"/><Relationship Id="rId242" Type="http://schemas.openxmlformats.org/officeDocument/2006/relationships/customXml" Target="../ink/ink681.xml"/><Relationship Id="rId284" Type="http://schemas.openxmlformats.org/officeDocument/2006/relationships/customXml" Target="../ink/ink702.xml"/><Relationship Id="rId37" Type="http://schemas.openxmlformats.org/officeDocument/2006/relationships/image" Target="../media/image573.png"/><Relationship Id="rId79" Type="http://schemas.openxmlformats.org/officeDocument/2006/relationships/image" Target="../media/image594.png"/><Relationship Id="rId102" Type="http://schemas.openxmlformats.org/officeDocument/2006/relationships/customXml" Target="../ink/ink611.xml"/><Relationship Id="rId144" Type="http://schemas.openxmlformats.org/officeDocument/2006/relationships/customXml" Target="../ink/ink632.xml"/><Relationship Id="rId90" Type="http://schemas.openxmlformats.org/officeDocument/2006/relationships/customXml" Target="../ink/ink605.xml"/><Relationship Id="rId186" Type="http://schemas.openxmlformats.org/officeDocument/2006/relationships/customXml" Target="../ink/ink653.xml"/><Relationship Id="rId351" Type="http://schemas.openxmlformats.org/officeDocument/2006/relationships/image" Target="../media/image730.png"/><Relationship Id="rId393" Type="http://schemas.openxmlformats.org/officeDocument/2006/relationships/image" Target="../media/image751.png"/><Relationship Id="rId407" Type="http://schemas.openxmlformats.org/officeDocument/2006/relationships/image" Target="../media/image758.png"/><Relationship Id="rId449" Type="http://schemas.openxmlformats.org/officeDocument/2006/relationships/customXml" Target="../ink/ink785.xml"/><Relationship Id="rId211" Type="http://schemas.openxmlformats.org/officeDocument/2006/relationships/image" Target="../media/image660.png"/><Relationship Id="rId253" Type="http://schemas.openxmlformats.org/officeDocument/2006/relationships/image" Target="../media/image681.png"/><Relationship Id="rId295" Type="http://schemas.openxmlformats.org/officeDocument/2006/relationships/image" Target="../media/image702.png"/><Relationship Id="rId309" Type="http://schemas.openxmlformats.org/officeDocument/2006/relationships/image" Target="../media/image709.png"/><Relationship Id="rId460" Type="http://schemas.openxmlformats.org/officeDocument/2006/relationships/image" Target="../media/image784.png"/><Relationship Id="rId48" Type="http://schemas.openxmlformats.org/officeDocument/2006/relationships/customXml" Target="../ink/ink584.xml"/><Relationship Id="rId113" Type="http://schemas.openxmlformats.org/officeDocument/2006/relationships/image" Target="../media/image611.png"/><Relationship Id="rId320" Type="http://schemas.openxmlformats.org/officeDocument/2006/relationships/customXml" Target="../ink/ink720.xml"/><Relationship Id="rId155" Type="http://schemas.openxmlformats.org/officeDocument/2006/relationships/image" Target="../media/image632.png"/><Relationship Id="rId197" Type="http://schemas.openxmlformats.org/officeDocument/2006/relationships/image" Target="../media/image653.png"/><Relationship Id="rId362" Type="http://schemas.openxmlformats.org/officeDocument/2006/relationships/customXml" Target="../ink/ink741.xml"/><Relationship Id="rId418" Type="http://schemas.openxmlformats.org/officeDocument/2006/relationships/customXml" Target="../ink/ink769.xml"/><Relationship Id="rId222" Type="http://schemas.openxmlformats.org/officeDocument/2006/relationships/customXml" Target="../ink/ink671.xml"/><Relationship Id="rId264" Type="http://schemas.openxmlformats.org/officeDocument/2006/relationships/customXml" Target="../ink/ink692.xml"/><Relationship Id="rId17" Type="http://schemas.openxmlformats.org/officeDocument/2006/relationships/image" Target="../media/image563.png"/><Relationship Id="rId59" Type="http://schemas.openxmlformats.org/officeDocument/2006/relationships/image" Target="../media/image584.png"/><Relationship Id="rId124" Type="http://schemas.openxmlformats.org/officeDocument/2006/relationships/customXml" Target="../ink/ink622.xml"/><Relationship Id="rId70" Type="http://schemas.openxmlformats.org/officeDocument/2006/relationships/customXml" Target="../ink/ink595.xml"/><Relationship Id="rId166" Type="http://schemas.openxmlformats.org/officeDocument/2006/relationships/customXml" Target="../ink/ink643.xml"/><Relationship Id="rId331" Type="http://schemas.openxmlformats.org/officeDocument/2006/relationships/image" Target="../media/image720.png"/><Relationship Id="rId373" Type="http://schemas.openxmlformats.org/officeDocument/2006/relationships/image" Target="../media/image741.png"/><Relationship Id="rId429" Type="http://schemas.openxmlformats.org/officeDocument/2006/relationships/image" Target="../media/image769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71.png"/><Relationship Id="rId440" Type="http://schemas.openxmlformats.org/officeDocument/2006/relationships/image" Target="../media/image774.png"/><Relationship Id="rId28" Type="http://schemas.openxmlformats.org/officeDocument/2006/relationships/customXml" Target="../ink/ink574.xml"/><Relationship Id="rId275" Type="http://schemas.openxmlformats.org/officeDocument/2006/relationships/image" Target="../media/image692.png"/><Relationship Id="rId300" Type="http://schemas.openxmlformats.org/officeDocument/2006/relationships/customXml" Target="../ink/ink710.xml"/><Relationship Id="rId81" Type="http://schemas.openxmlformats.org/officeDocument/2006/relationships/image" Target="../media/image595.png"/><Relationship Id="rId135" Type="http://schemas.openxmlformats.org/officeDocument/2006/relationships/image" Target="../media/image622.png"/><Relationship Id="rId177" Type="http://schemas.openxmlformats.org/officeDocument/2006/relationships/image" Target="../media/image643.png"/><Relationship Id="rId342" Type="http://schemas.openxmlformats.org/officeDocument/2006/relationships/customXml" Target="../ink/ink731.xml"/><Relationship Id="rId384" Type="http://schemas.openxmlformats.org/officeDocument/2006/relationships/customXml" Target="../ink/ink752.xml"/><Relationship Id="rId202" Type="http://schemas.openxmlformats.org/officeDocument/2006/relationships/customXml" Target="../ink/ink661.xml"/><Relationship Id="rId244" Type="http://schemas.openxmlformats.org/officeDocument/2006/relationships/customXml" Target="../ink/ink682.xml"/><Relationship Id="rId39" Type="http://schemas.openxmlformats.org/officeDocument/2006/relationships/image" Target="../media/image574.png"/><Relationship Id="rId286" Type="http://schemas.openxmlformats.org/officeDocument/2006/relationships/customXml" Target="../ink/ink703.xml"/><Relationship Id="rId451" Type="http://schemas.openxmlformats.org/officeDocument/2006/relationships/customXml" Target="../ink/ink786.xml"/><Relationship Id="rId50" Type="http://schemas.openxmlformats.org/officeDocument/2006/relationships/customXml" Target="../ink/ink585.xml"/><Relationship Id="rId104" Type="http://schemas.openxmlformats.org/officeDocument/2006/relationships/customXml" Target="../ink/ink612.xml"/><Relationship Id="rId146" Type="http://schemas.openxmlformats.org/officeDocument/2006/relationships/customXml" Target="../ink/ink633.xml"/><Relationship Id="rId188" Type="http://schemas.openxmlformats.org/officeDocument/2006/relationships/customXml" Target="../ink/ink654.xml"/><Relationship Id="rId311" Type="http://schemas.openxmlformats.org/officeDocument/2006/relationships/image" Target="../media/image710.png"/><Relationship Id="rId353" Type="http://schemas.openxmlformats.org/officeDocument/2006/relationships/image" Target="../media/image731.png"/><Relationship Id="rId395" Type="http://schemas.openxmlformats.org/officeDocument/2006/relationships/image" Target="../media/image752.png"/><Relationship Id="rId409" Type="http://schemas.openxmlformats.org/officeDocument/2006/relationships/image" Target="../media/image759.png"/><Relationship Id="rId92" Type="http://schemas.openxmlformats.org/officeDocument/2006/relationships/customXml" Target="../ink/ink606.xml"/><Relationship Id="rId213" Type="http://schemas.openxmlformats.org/officeDocument/2006/relationships/image" Target="../media/image661.png"/><Relationship Id="rId420" Type="http://schemas.openxmlformats.org/officeDocument/2006/relationships/customXml" Target="../ink/ink770.xml"/><Relationship Id="rId255" Type="http://schemas.openxmlformats.org/officeDocument/2006/relationships/image" Target="../media/image682.png"/><Relationship Id="rId297" Type="http://schemas.openxmlformats.org/officeDocument/2006/relationships/image" Target="../media/image703.png"/><Relationship Id="rId462" Type="http://schemas.openxmlformats.org/officeDocument/2006/relationships/image" Target="../media/image785.png"/><Relationship Id="rId115" Type="http://schemas.openxmlformats.org/officeDocument/2006/relationships/image" Target="../media/image612.png"/><Relationship Id="rId157" Type="http://schemas.openxmlformats.org/officeDocument/2006/relationships/image" Target="../media/image633.png"/><Relationship Id="rId322" Type="http://schemas.openxmlformats.org/officeDocument/2006/relationships/customXml" Target="../ink/ink721.xml"/><Relationship Id="rId364" Type="http://schemas.openxmlformats.org/officeDocument/2006/relationships/customXml" Target="../ink/ink74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52.xml"/><Relationship Id="rId299" Type="http://schemas.openxmlformats.org/officeDocument/2006/relationships/customXml" Target="../ink/ink949.xml"/><Relationship Id="rId21" Type="http://schemas.openxmlformats.org/officeDocument/2006/relationships/image" Target="../media/image796.png"/><Relationship Id="rId63" Type="http://schemas.openxmlformats.org/officeDocument/2006/relationships/image" Target="../media/image817.png"/><Relationship Id="rId159" Type="http://schemas.openxmlformats.org/officeDocument/2006/relationships/image" Target="../media/image854.png"/><Relationship Id="rId324" Type="http://schemas.openxmlformats.org/officeDocument/2006/relationships/image" Target="../media/image936.png"/><Relationship Id="rId366" Type="http://schemas.openxmlformats.org/officeDocument/2006/relationships/image" Target="../media/image957.png"/><Relationship Id="rId170" Type="http://schemas.openxmlformats.org/officeDocument/2006/relationships/customXml" Target="../ink/ink884.xml"/><Relationship Id="rId226" Type="http://schemas.openxmlformats.org/officeDocument/2006/relationships/image" Target="../media/image887.png"/><Relationship Id="rId433" Type="http://schemas.openxmlformats.org/officeDocument/2006/relationships/customXml" Target="../ink/ink1016.xml"/><Relationship Id="rId268" Type="http://schemas.openxmlformats.org/officeDocument/2006/relationships/image" Target="../media/image908.png"/><Relationship Id="rId32" Type="http://schemas.openxmlformats.org/officeDocument/2006/relationships/customXml" Target="../ink/ink809.xml"/><Relationship Id="rId74" Type="http://schemas.openxmlformats.org/officeDocument/2006/relationships/customXml" Target="../ink/ink830.xml"/><Relationship Id="rId128" Type="http://schemas.openxmlformats.org/officeDocument/2006/relationships/customXml" Target="../ink/ink860.xml"/><Relationship Id="rId335" Type="http://schemas.openxmlformats.org/officeDocument/2006/relationships/customXml" Target="../ink/ink967.xml"/><Relationship Id="rId377" Type="http://schemas.openxmlformats.org/officeDocument/2006/relationships/customXml" Target="../ink/ink988.xml"/><Relationship Id="rId5" Type="http://schemas.openxmlformats.org/officeDocument/2006/relationships/image" Target="../media/image788.png"/><Relationship Id="rId181" Type="http://schemas.openxmlformats.org/officeDocument/2006/relationships/image" Target="../media/image865.png"/><Relationship Id="rId237" Type="http://schemas.openxmlformats.org/officeDocument/2006/relationships/customXml" Target="../ink/ink918.xml"/><Relationship Id="rId402" Type="http://schemas.openxmlformats.org/officeDocument/2006/relationships/image" Target="../media/image975.png"/><Relationship Id="rId279" Type="http://schemas.openxmlformats.org/officeDocument/2006/relationships/customXml" Target="../ink/ink939.xml"/><Relationship Id="rId444" Type="http://schemas.openxmlformats.org/officeDocument/2006/relationships/customXml" Target="../ink/ink1022.xml"/><Relationship Id="rId43" Type="http://schemas.openxmlformats.org/officeDocument/2006/relationships/image" Target="../media/image807.png"/><Relationship Id="rId139" Type="http://schemas.openxmlformats.org/officeDocument/2006/relationships/image" Target="../media/image848.png"/><Relationship Id="rId290" Type="http://schemas.openxmlformats.org/officeDocument/2006/relationships/image" Target="../media/image919.png"/><Relationship Id="rId304" Type="http://schemas.openxmlformats.org/officeDocument/2006/relationships/image" Target="../media/image926.png"/><Relationship Id="rId346" Type="http://schemas.openxmlformats.org/officeDocument/2006/relationships/image" Target="../media/image947.png"/><Relationship Id="rId388" Type="http://schemas.openxmlformats.org/officeDocument/2006/relationships/image" Target="../media/image968.png"/><Relationship Id="rId85" Type="http://schemas.openxmlformats.org/officeDocument/2006/relationships/image" Target="../media/image827.png"/><Relationship Id="rId150" Type="http://schemas.openxmlformats.org/officeDocument/2006/relationships/customXml" Target="../ink/ink872.xml"/><Relationship Id="rId192" Type="http://schemas.openxmlformats.org/officeDocument/2006/relationships/customXml" Target="../ink/ink895.xml"/><Relationship Id="rId206" Type="http://schemas.openxmlformats.org/officeDocument/2006/relationships/customXml" Target="../ink/ink902.xml"/><Relationship Id="rId413" Type="http://schemas.openxmlformats.org/officeDocument/2006/relationships/customXml" Target="../ink/ink1006.xml"/><Relationship Id="rId248" Type="http://schemas.openxmlformats.org/officeDocument/2006/relationships/image" Target="../media/image898.png"/><Relationship Id="rId455" Type="http://schemas.openxmlformats.org/officeDocument/2006/relationships/image" Target="../media/image1000.png"/><Relationship Id="rId12" Type="http://schemas.openxmlformats.org/officeDocument/2006/relationships/customXml" Target="../ink/ink799.xml"/><Relationship Id="rId108" Type="http://schemas.openxmlformats.org/officeDocument/2006/relationships/image" Target="../media/image837.png"/><Relationship Id="rId315" Type="http://schemas.openxmlformats.org/officeDocument/2006/relationships/customXml" Target="../ink/ink957.xml"/><Relationship Id="rId357" Type="http://schemas.openxmlformats.org/officeDocument/2006/relationships/customXml" Target="../ink/ink978.xml"/><Relationship Id="rId54" Type="http://schemas.openxmlformats.org/officeDocument/2006/relationships/customXml" Target="../ink/ink820.xml"/><Relationship Id="rId96" Type="http://schemas.openxmlformats.org/officeDocument/2006/relationships/customXml" Target="../ink/ink841.xml"/><Relationship Id="rId161" Type="http://schemas.openxmlformats.org/officeDocument/2006/relationships/image" Target="../media/image855.png"/><Relationship Id="rId217" Type="http://schemas.openxmlformats.org/officeDocument/2006/relationships/customXml" Target="../ink/ink908.xml"/><Relationship Id="rId399" Type="http://schemas.openxmlformats.org/officeDocument/2006/relationships/customXml" Target="../ink/ink999.xml"/><Relationship Id="rId259" Type="http://schemas.openxmlformats.org/officeDocument/2006/relationships/customXml" Target="../ink/ink929.xml"/><Relationship Id="rId424" Type="http://schemas.openxmlformats.org/officeDocument/2006/relationships/image" Target="../media/image986.png"/><Relationship Id="rId466" Type="http://schemas.openxmlformats.org/officeDocument/2006/relationships/customXml" Target="../ink/ink1034.xml"/><Relationship Id="rId23" Type="http://schemas.openxmlformats.org/officeDocument/2006/relationships/image" Target="../media/image797.png"/><Relationship Id="rId119" Type="http://schemas.openxmlformats.org/officeDocument/2006/relationships/image" Target="../media/image841.png"/><Relationship Id="rId270" Type="http://schemas.openxmlformats.org/officeDocument/2006/relationships/image" Target="../media/image909.png"/><Relationship Id="rId326" Type="http://schemas.openxmlformats.org/officeDocument/2006/relationships/image" Target="../media/image937.png"/><Relationship Id="rId65" Type="http://schemas.openxmlformats.org/officeDocument/2006/relationships/image" Target="../media/image384.png"/><Relationship Id="rId130" Type="http://schemas.openxmlformats.org/officeDocument/2006/relationships/customXml" Target="../ink/ink861.xml"/><Relationship Id="rId368" Type="http://schemas.openxmlformats.org/officeDocument/2006/relationships/image" Target="../media/image958.png"/><Relationship Id="rId172" Type="http://schemas.openxmlformats.org/officeDocument/2006/relationships/customXml" Target="../ink/ink885.xml"/><Relationship Id="rId228" Type="http://schemas.openxmlformats.org/officeDocument/2006/relationships/image" Target="../media/image888.png"/><Relationship Id="rId435" Type="http://schemas.openxmlformats.org/officeDocument/2006/relationships/customXml" Target="../ink/ink1017.xml"/><Relationship Id="rId281" Type="http://schemas.openxmlformats.org/officeDocument/2006/relationships/customXml" Target="../ink/ink940.xml"/><Relationship Id="rId337" Type="http://schemas.openxmlformats.org/officeDocument/2006/relationships/customXml" Target="../ink/ink968.xml"/><Relationship Id="rId34" Type="http://schemas.openxmlformats.org/officeDocument/2006/relationships/customXml" Target="../ink/ink810.xml"/><Relationship Id="rId76" Type="http://schemas.openxmlformats.org/officeDocument/2006/relationships/customXml" Target="../ink/ink831.xml"/><Relationship Id="rId141" Type="http://schemas.openxmlformats.org/officeDocument/2006/relationships/image" Target="../media/image849.png"/><Relationship Id="rId379" Type="http://schemas.openxmlformats.org/officeDocument/2006/relationships/customXml" Target="../ink/ink989.xml"/><Relationship Id="rId7" Type="http://schemas.openxmlformats.org/officeDocument/2006/relationships/image" Target="../media/image789.png"/><Relationship Id="rId183" Type="http://schemas.openxmlformats.org/officeDocument/2006/relationships/image" Target="../media/image866.png"/><Relationship Id="rId239" Type="http://schemas.openxmlformats.org/officeDocument/2006/relationships/customXml" Target="../ink/ink919.xml"/><Relationship Id="rId390" Type="http://schemas.openxmlformats.org/officeDocument/2006/relationships/image" Target="../media/image969.png"/><Relationship Id="rId404" Type="http://schemas.openxmlformats.org/officeDocument/2006/relationships/image" Target="../media/image976.png"/><Relationship Id="rId446" Type="http://schemas.openxmlformats.org/officeDocument/2006/relationships/customXml" Target="../ink/ink1024.xml"/><Relationship Id="rId250" Type="http://schemas.openxmlformats.org/officeDocument/2006/relationships/image" Target="../media/image899.png"/><Relationship Id="rId292" Type="http://schemas.openxmlformats.org/officeDocument/2006/relationships/image" Target="../media/image920.png"/><Relationship Id="rId306" Type="http://schemas.openxmlformats.org/officeDocument/2006/relationships/image" Target="../media/image927.png"/><Relationship Id="rId45" Type="http://schemas.openxmlformats.org/officeDocument/2006/relationships/image" Target="../media/image808.png"/><Relationship Id="rId87" Type="http://schemas.openxmlformats.org/officeDocument/2006/relationships/image" Target="../media/image828.png"/><Relationship Id="rId110" Type="http://schemas.openxmlformats.org/officeDocument/2006/relationships/image" Target="../media/image838.png"/><Relationship Id="rId348" Type="http://schemas.openxmlformats.org/officeDocument/2006/relationships/image" Target="../media/image948.png"/><Relationship Id="rId152" Type="http://schemas.openxmlformats.org/officeDocument/2006/relationships/customXml" Target="../ink/ink874.xml"/><Relationship Id="rId194" Type="http://schemas.openxmlformats.org/officeDocument/2006/relationships/customXml" Target="../ink/ink896.xml"/><Relationship Id="rId208" Type="http://schemas.openxmlformats.org/officeDocument/2006/relationships/customXml" Target="../ink/ink903.xml"/><Relationship Id="rId415" Type="http://schemas.openxmlformats.org/officeDocument/2006/relationships/customXml" Target="../ink/ink1007.xml"/><Relationship Id="rId457" Type="http://schemas.openxmlformats.org/officeDocument/2006/relationships/image" Target="../media/image1001.png"/><Relationship Id="rId261" Type="http://schemas.openxmlformats.org/officeDocument/2006/relationships/customXml" Target="../ink/ink930.xml"/><Relationship Id="rId14" Type="http://schemas.openxmlformats.org/officeDocument/2006/relationships/customXml" Target="../ink/ink800.xml"/><Relationship Id="rId56" Type="http://schemas.openxmlformats.org/officeDocument/2006/relationships/customXml" Target="../ink/ink821.xml"/><Relationship Id="rId317" Type="http://schemas.openxmlformats.org/officeDocument/2006/relationships/customXml" Target="../ink/ink958.xml"/><Relationship Id="rId359" Type="http://schemas.openxmlformats.org/officeDocument/2006/relationships/customXml" Target="../ink/ink979.xml"/><Relationship Id="rId98" Type="http://schemas.openxmlformats.org/officeDocument/2006/relationships/customXml" Target="../ink/ink842.xml"/><Relationship Id="rId121" Type="http://schemas.openxmlformats.org/officeDocument/2006/relationships/customXml" Target="../ink/ink855.xml"/><Relationship Id="rId163" Type="http://schemas.openxmlformats.org/officeDocument/2006/relationships/image" Target="../media/image856.png"/><Relationship Id="rId219" Type="http://schemas.openxmlformats.org/officeDocument/2006/relationships/customXml" Target="../ink/ink909.xml"/><Relationship Id="rId370" Type="http://schemas.openxmlformats.org/officeDocument/2006/relationships/image" Target="../media/image959.png"/><Relationship Id="rId426" Type="http://schemas.openxmlformats.org/officeDocument/2006/relationships/image" Target="../media/image987.png"/><Relationship Id="rId230" Type="http://schemas.openxmlformats.org/officeDocument/2006/relationships/image" Target="../media/image889.png"/><Relationship Id="rId468" Type="http://schemas.openxmlformats.org/officeDocument/2006/relationships/customXml" Target="../ink/ink1035.xml"/><Relationship Id="rId25" Type="http://schemas.openxmlformats.org/officeDocument/2006/relationships/image" Target="../media/image798.png"/><Relationship Id="rId67" Type="http://schemas.openxmlformats.org/officeDocument/2006/relationships/image" Target="../media/image818.png"/><Relationship Id="rId272" Type="http://schemas.openxmlformats.org/officeDocument/2006/relationships/image" Target="../media/image910.png"/><Relationship Id="rId328" Type="http://schemas.openxmlformats.org/officeDocument/2006/relationships/image" Target="../media/image938.png"/><Relationship Id="rId132" Type="http://schemas.openxmlformats.org/officeDocument/2006/relationships/customXml" Target="../ink/ink862.xml"/><Relationship Id="rId174" Type="http://schemas.openxmlformats.org/officeDocument/2006/relationships/customXml" Target="../ink/ink886.xml"/><Relationship Id="rId381" Type="http://schemas.openxmlformats.org/officeDocument/2006/relationships/customXml" Target="../ink/ink990.xml"/><Relationship Id="rId241" Type="http://schemas.openxmlformats.org/officeDocument/2006/relationships/customXml" Target="../ink/ink920.xml"/><Relationship Id="rId437" Type="http://schemas.openxmlformats.org/officeDocument/2006/relationships/customXml" Target="../ink/ink1018.xml"/><Relationship Id="rId36" Type="http://schemas.openxmlformats.org/officeDocument/2006/relationships/customXml" Target="../ink/ink811.xml"/><Relationship Id="rId283" Type="http://schemas.openxmlformats.org/officeDocument/2006/relationships/customXml" Target="../ink/ink941.xml"/><Relationship Id="rId339" Type="http://schemas.openxmlformats.org/officeDocument/2006/relationships/customXml" Target="../ink/ink969.xml"/><Relationship Id="rId78" Type="http://schemas.openxmlformats.org/officeDocument/2006/relationships/customXml" Target="../ink/ink832.xml"/><Relationship Id="rId101" Type="http://schemas.openxmlformats.org/officeDocument/2006/relationships/image" Target="../media/image835.png"/><Relationship Id="rId143" Type="http://schemas.openxmlformats.org/officeDocument/2006/relationships/customXml" Target="../ink/ink868.xml"/><Relationship Id="rId185" Type="http://schemas.openxmlformats.org/officeDocument/2006/relationships/image" Target="../media/image867.png"/><Relationship Id="rId350" Type="http://schemas.openxmlformats.org/officeDocument/2006/relationships/image" Target="../media/image949.png"/><Relationship Id="rId406" Type="http://schemas.openxmlformats.org/officeDocument/2006/relationships/image" Target="../media/image977.png"/><Relationship Id="rId9" Type="http://schemas.openxmlformats.org/officeDocument/2006/relationships/image" Target="../media/image790.png"/><Relationship Id="rId210" Type="http://schemas.openxmlformats.org/officeDocument/2006/relationships/customXml" Target="../ink/ink904.xml"/><Relationship Id="rId392" Type="http://schemas.openxmlformats.org/officeDocument/2006/relationships/image" Target="../media/image970.png"/><Relationship Id="rId448" Type="http://schemas.openxmlformats.org/officeDocument/2006/relationships/customXml" Target="../ink/ink1025.xml"/><Relationship Id="rId252" Type="http://schemas.openxmlformats.org/officeDocument/2006/relationships/image" Target="../media/image900.png"/><Relationship Id="rId294" Type="http://schemas.openxmlformats.org/officeDocument/2006/relationships/image" Target="../media/image921.png"/><Relationship Id="rId308" Type="http://schemas.openxmlformats.org/officeDocument/2006/relationships/image" Target="../media/image928.png"/><Relationship Id="rId47" Type="http://schemas.openxmlformats.org/officeDocument/2006/relationships/image" Target="../media/image809.png"/><Relationship Id="rId89" Type="http://schemas.openxmlformats.org/officeDocument/2006/relationships/image" Target="../media/image829.png"/><Relationship Id="rId112" Type="http://schemas.openxmlformats.org/officeDocument/2006/relationships/image" Target="../media/image839.png"/><Relationship Id="rId154" Type="http://schemas.openxmlformats.org/officeDocument/2006/relationships/customXml" Target="../ink/ink876.xml"/><Relationship Id="rId361" Type="http://schemas.openxmlformats.org/officeDocument/2006/relationships/customXml" Target="../ink/ink980.xml"/><Relationship Id="rId196" Type="http://schemas.openxmlformats.org/officeDocument/2006/relationships/customXml" Target="../ink/ink897.xml"/><Relationship Id="rId417" Type="http://schemas.openxmlformats.org/officeDocument/2006/relationships/customXml" Target="../ink/ink1008.xml"/><Relationship Id="rId459" Type="http://schemas.openxmlformats.org/officeDocument/2006/relationships/image" Target="../media/image1002.png"/><Relationship Id="rId16" Type="http://schemas.openxmlformats.org/officeDocument/2006/relationships/customXml" Target="../ink/ink801.xml"/><Relationship Id="rId221" Type="http://schemas.openxmlformats.org/officeDocument/2006/relationships/customXml" Target="../ink/ink910.xml"/><Relationship Id="rId263" Type="http://schemas.openxmlformats.org/officeDocument/2006/relationships/customXml" Target="../ink/ink931.xml"/><Relationship Id="rId319" Type="http://schemas.openxmlformats.org/officeDocument/2006/relationships/customXml" Target="../ink/ink959.xml"/><Relationship Id="rId58" Type="http://schemas.openxmlformats.org/officeDocument/2006/relationships/customXml" Target="../ink/ink822.xml"/><Relationship Id="rId123" Type="http://schemas.openxmlformats.org/officeDocument/2006/relationships/customXml" Target="../ink/ink856.xml"/><Relationship Id="rId330" Type="http://schemas.openxmlformats.org/officeDocument/2006/relationships/image" Target="../media/image939.png"/><Relationship Id="rId165" Type="http://schemas.openxmlformats.org/officeDocument/2006/relationships/image" Target="../media/image857.png"/><Relationship Id="rId372" Type="http://schemas.openxmlformats.org/officeDocument/2006/relationships/image" Target="../media/image960.png"/><Relationship Id="rId428" Type="http://schemas.openxmlformats.org/officeDocument/2006/relationships/image" Target="../media/image988.png"/><Relationship Id="rId232" Type="http://schemas.openxmlformats.org/officeDocument/2006/relationships/image" Target="../media/image890.png"/><Relationship Id="rId274" Type="http://schemas.openxmlformats.org/officeDocument/2006/relationships/image" Target="../media/image911.png"/><Relationship Id="rId27" Type="http://schemas.openxmlformats.org/officeDocument/2006/relationships/image" Target="../media/image799.png"/><Relationship Id="rId69" Type="http://schemas.openxmlformats.org/officeDocument/2006/relationships/image" Target="../media/image819.png"/><Relationship Id="rId134" Type="http://schemas.openxmlformats.org/officeDocument/2006/relationships/customXml" Target="../ink/ink863.xml"/><Relationship Id="rId80" Type="http://schemas.openxmlformats.org/officeDocument/2006/relationships/customXml" Target="../ink/ink833.xml"/><Relationship Id="rId176" Type="http://schemas.openxmlformats.org/officeDocument/2006/relationships/customXml" Target="../ink/ink887.xml"/><Relationship Id="rId341" Type="http://schemas.openxmlformats.org/officeDocument/2006/relationships/customXml" Target="../ink/ink970.xml"/><Relationship Id="rId383" Type="http://schemas.openxmlformats.org/officeDocument/2006/relationships/customXml" Target="../ink/ink991.xml"/><Relationship Id="rId439" Type="http://schemas.openxmlformats.org/officeDocument/2006/relationships/customXml" Target="../ink/ink1019.xml"/><Relationship Id="rId201" Type="http://schemas.openxmlformats.org/officeDocument/2006/relationships/image" Target="../media/image875.png"/><Relationship Id="rId243" Type="http://schemas.openxmlformats.org/officeDocument/2006/relationships/customXml" Target="../ink/ink921.xml"/><Relationship Id="rId285" Type="http://schemas.openxmlformats.org/officeDocument/2006/relationships/customXml" Target="../ink/ink942.xml"/><Relationship Id="rId450" Type="http://schemas.openxmlformats.org/officeDocument/2006/relationships/customXml" Target="../ink/ink1026.xml"/><Relationship Id="rId38" Type="http://schemas.openxmlformats.org/officeDocument/2006/relationships/customXml" Target="../ink/ink812.xml"/><Relationship Id="rId103" Type="http://schemas.openxmlformats.org/officeDocument/2006/relationships/image" Target="../media/image836.png"/><Relationship Id="rId310" Type="http://schemas.openxmlformats.org/officeDocument/2006/relationships/image" Target="../media/image929.png"/><Relationship Id="rId91" Type="http://schemas.openxmlformats.org/officeDocument/2006/relationships/image" Target="../media/image830.png"/><Relationship Id="rId145" Type="http://schemas.openxmlformats.org/officeDocument/2006/relationships/customXml" Target="../ink/ink869.xml"/><Relationship Id="rId187" Type="http://schemas.openxmlformats.org/officeDocument/2006/relationships/image" Target="../media/image868.png"/><Relationship Id="rId352" Type="http://schemas.openxmlformats.org/officeDocument/2006/relationships/image" Target="../media/image950.png"/><Relationship Id="rId394" Type="http://schemas.openxmlformats.org/officeDocument/2006/relationships/image" Target="../media/image971.png"/><Relationship Id="rId408" Type="http://schemas.openxmlformats.org/officeDocument/2006/relationships/image" Target="../media/image978.png"/><Relationship Id="rId212" Type="http://schemas.openxmlformats.org/officeDocument/2006/relationships/customXml" Target="../ink/ink905.xml"/><Relationship Id="rId254" Type="http://schemas.openxmlformats.org/officeDocument/2006/relationships/image" Target="../media/image901.png"/><Relationship Id="rId49" Type="http://schemas.openxmlformats.org/officeDocument/2006/relationships/image" Target="../media/image810.png"/><Relationship Id="rId114" Type="http://schemas.openxmlformats.org/officeDocument/2006/relationships/image" Target="../media/image840.png"/><Relationship Id="rId296" Type="http://schemas.openxmlformats.org/officeDocument/2006/relationships/image" Target="../media/image922.png"/><Relationship Id="rId461" Type="http://schemas.openxmlformats.org/officeDocument/2006/relationships/image" Target="../media/image1003.png"/><Relationship Id="rId60" Type="http://schemas.openxmlformats.org/officeDocument/2006/relationships/customXml" Target="../ink/ink823.xml"/><Relationship Id="rId156" Type="http://schemas.openxmlformats.org/officeDocument/2006/relationships/customXml" Target="../ink/ink877.xml"/><Relationship Id="rId198" Type="http://schemas.openxmlformats.org/officeDocument/2006/relationships/customXml" Target="../ink/ink898.xml"/><Relationship Id="rId321" Type="http://schemas.openxmlformats.org/officeDocument/2006/relationships/customXml" Target="../ink/ink960.xml"/><Relationship Id="rId363" Type="http://schemas.openxmlformats.org/officeDocument/2006/relationships/customXml" Target="../ink/ink981.xml"/><Relationship Id="rId419" Type="http://schemas.openxmlformats.org/officeDocument/2006/relationships/customXml" Target="../ink/ink1009.xml"/><Relationship Id="rId223" Type="http://schemas.openxmlformats.org/officeDocument/2006/relationships/customXml" Target="../ink/ink911.xml"/><Relationship Id="rId430" Type="http://schemas.openxmlformats.org/officeDocument/2006/relationships/image" Target="../media/image989.png"/><Relationship Id="rId18" Type="http://schemas.openxmlformats.org/officeDocument/2006/relationships/customXml" Target="../ink/ink802.xml"/><Relationship Id="rId265" Type="http://schemas.openxmlformats.org/officeDocument/2006/relationships/customXml" Target="../ink/ink932.xml"/><Relationship Id="rId125" Type="http://schemas.openxmlformats.org/officeDocument/2006/relationships/customXml" Target="../ink/ink858.xml"/><Relationship Id="rId167" Type="http://schemas.openxmlformats.org/officeDocument/2006/relationships/image" Target="../media/image858.png"/><Relationship Id="rId332" Type="http://schemas.openxmlformats.org/officeDocument/2006/relationships/image" Target="../media/image940.png"/><Relationship Id="rId374" Type="http://schemas.openxmlformats.org/officeDocument/2006/relationships/image" Target="../media/image961.png"/><Relationship Id="rId71" Type="http://schemas.openxmlformats.org/officeDocument/2006/relationships/image" Target="../media/image820.png"/><Relationship Id="rId234" Type="http://schemas.openxmlformats.org/officeDocument/2006/relationships/image" Target="../media/image891.png"/><Relationship Id="rId2" Type="http://schemas.openxmlformats.org/officeDocument/2006/relationships/customXml" Target="../ink/ink794.xml"/><Relationship Id="rId29" Type="http://schemas.openxmlformats.org/officeDocument/2006/relationships/image" Target="../media/image800.png"/><Relationship Id="rId276" Type="http://schemas.openxmlformats.org/officeDocument/2006/relationships/image" Target="../media/image912.png"/><Relationship Id="rId441" Type="http://schemas.openxmlformats.org/officeDocument/2006/relationships/customXml" Target="../ink/ink1020.xml"/><Relationship Id="rId40" Type="http://schemas.openxmlformats.org/officeDocument/2006/relationships/customXml" Target="../ink/ink813.xml"/><Relationship Id="rId136" Type="http://schemas.openxmlformats.org/officeDocument/2006/relationships/customXml" Target="../ink/ink864.xml"/><Relationship Id="rId178" Type="http://schemas.openxmlformats.org/officeDocument/2006/relationships/customXml" Target="../ink/ink888.xml"/><Relationship Id="rId301" Type="http://schemas.openxmlformats.org/officeDocument/2006/relationships/customXml" Target="../ink/ink950.xml"/><Relationship Id="rId343" Type="http://schemas.openxmlformats.org/officeDocument/2006/relationships/customXml" Target="../ink/ink971.xml"/><Relationship Id="rId82" Type="http://schemas.openxmlformats.org/officeDocument/2006/relationships/customXml" Target="../ink/ink834.xml"/><Relationship Id="rId203" Type="http://schemas.openxmlformats.org/officeDocument/2006/relationships/image" Target="../media/image876.png"/><Relationship Id="rId385" Type="http://schemas.openxmlformats.org/officeDocument/2006/relationships/customXml" Target="../ink/ink992.xml"/><Relationship Id="rId19" Type="http://schemas.openxmlformats.org/officeDocument/2006/relationships/image" Target="../media/image795.png"/><Relationship Id="rId224" Type="http://schemas.openxmlformats.org/officeDocument/2006/relationships/image" Target="../media/image886.png"/><Relationship Id="rId245" Type="http://schemas.openxmlformats.org/officeDocument/2006/relationships/customXml" Target="../ink/ink922.xml"/><Relationship Id="rId266" Type="http://schemas.openxmlformats.org/officeDocument/2006/relationships/image" Target="../media/image907.png"/><Relationship Id="rId287" Type="http://schemas.openxmlformats.org/officeDocument/2006/relationships/customXml" Target="../ink/ink943.xml"/><Relationship Id="rId410" Type="http://schemas.openxmlformats.org/officeDocument/2006/relationships/image" Target="../media/image979.png"/><Relationship Id="rId431" Type="http://schemas.openxmlformats.org/officeDocument/2006/relationships/customXml" Target="../ink/ink1015.xml"/><Relationship Id="rId452" Type="http://schemas.openxmlformats.org/officeDocument/2006/relationships/customXml" Target="../ink/ink1027.xml"/><Relationship Id="rId30" Type="http://schemas.openxmlformats.org/officeDocument/2006/relationships/customXml" Target="../ink/ink808.xml"/><Relationship Id="rId105" Type="http://schemas.openxmlformats.org/officeDocument/2006/relationships/customXml" Target="../ink/ink846.xml"/><Relationship Id="rId126" Type="http://schemas.openxmlformats.org/officeDocument/2006/relationships/customXml" Target="../ink/ink859.xml"/><Relationship Id="rId147" Type="http://schemas.openxmlformats.org/officeDocument/2006/relationships/image" Target="../media/image152.png"/><Relationship Id="rId168" Type="http://schemas.openxmlformats.org/officeDocument/2006/relationships/customXml" Target="../ink/ink883.xml"/><Relationship Id="rId312" Type="http://schemas.openxmlformats.org/officeDocument/2006/relationships/image" Target="../media/image930.png"/><Relationship Id="rId333" Type="http://schemas.openxmlformats.org/officeDocument/2006/relationships/customXml" Target="../ink/ink966.xml"/><Relationship Id="rId354" Type="http://schemas.openxmlformats.org/officeDocument/2006/relationships/image" Target="../media/image951.png"/><Relationship Id="rId51" Type="http://schemas.openxmlformats.org/officeDocument/2006/relationships/image" Target="../media/image811.png"/><Relationship Id="rId72" Type="http://schemas.openxmlformats.org/officeDocument/2006/relationships/customXml" Target="../ink/ink829.xml"/><Relationship Id="rId93" Type="http://schemas.openxmlformats.org/officeDocument/2006/relationships/image" Target="../media/image831.png"/><Relationship Id="rId189" Type="http://schemas.openxmlformats.org/officeDocument/2006/relationships/image" Target="../media/image869.png"/><Relationship Id="rId375" Type="http://schemas.openxmlformats.org/officeDocument/2006/relationships/customXml" Target="../ink/ink987.xml"/><Relationship Id="rId396" Type="http://schemas.openxmlformats.org/officeDocument/2006/relationships/image" Target="../media/image972.png"/><Relationship Id="rId3" Type="http://schemas.openxmlformats.org/officeDocument/2006/relationships/image" Target="../media/image787.png"/><Relationship Id="rId214" Type="http://schemas.openxmlformats.org/officeDocument/2006/relationships/customXml" Target="../ink/ink906.xml"/><Relationship Id="rId235" Type="http://schemas.openxmlformats.org/officeDocument/2006/relationships/customXml" Target="../ink/ink917.xml"/><Relationship Id="rId256" Type="http://schemas.openxmlformats.org/officeDocument/2006/relationships/image" Target="../media/image902.png"/><Relationship Id="rId277" Type="http://schemas.openxmlformats.org/officeDocument/2006/relationships/customXml" Target="../ink/ink938.xml"/><Relationship Id="rId298" Type="http://schemas.openxmlformats.org/officeDocument/2006/relationships/image" Target="../media/image923.png"/><Relationship Id="rId400" Type="http://schemas.openxmlformats.org/officeDocument/2006/relationships/image" Target="../media/image974.png"/><Relationship Id="rId421" Type="http://schemas.openxmlformats.org/officeDocument/2006/relationships/customXml" Target="../ink/ink1010.xml"/><Relationship Id="rId442" Type="http://schemas.openxmlformats.org/officeDocument/2006/relationships/customXml" Target="../ink/ink1021.xml"/><Relationship Id="rId463" Type="http://schemas.openxmlformats.org/officeDocument/2006/relationships/image" Target="../media/image1004.png"/><Relationship Id="rId116" Type="http://schemas.openxmlformats.org/officeDocument/2006/relationships/image" Target="../media/image408.png"/><Relationship Id="rId137" Type="http://schemas.openxmlformats.org/officeDocument/2006/relationships/image" Target="../media/image847.png"/><Relationship Id="rId158" Type="http://schemas.openxmlformats.org/officeDocument/2006/relationships/customXml" Target="../ink/ink878.xml"/><Relationship Id="rId302" Type="http://schemas.openxmlformats.org/officeDocument/2006/relationships/image" Target="../media/image925.png"/><Relationship Id="rId323" Type="http://schemas.openxmlformats.org/officeDocument/2006/relationships/customXml" Target="../ink/ink961.xml"/><Relationship Id="rId344" Type="http://schemas.openxmlformats.org/officeDocument/2006/relationships/image" Target="../media/image946.png"/><Relationship Id="rId20" Type="http://schemas.openxmlformats.org/officeDocument/2006/relationships/customXml" Target="../ink/ink803.xml"/><Relationship Id="rId41" Type="http://schemas.openxmlformats.org/officeDocument/2006/relationships/image" Target="../media/image806.png"/><Relationship Id="rId62" Type="http://schemas.openxmlformats.org/officeDocument/2006/relationships/customXml" Target="../ink/ink824.xml"/><Relationship Id="rId83" Type="http://schemas.openxmlformats.org/officeDocument/2006/relationships/image" Target="../media/image826.png"/><Relationship Id="rId179" Type="http://schemas.openxmlformats.org/officeDocument/2006/relationships/image" Target="../media/image864.png"/><Relationship Id="rId365" Type="http://schemas.openxmlformats.org/officeDocument/2006/relationships/customXml" Target="../ink/ink982.xml"/><Relationship Id="rId386" Type="http://schemas.openxmlformats.org/officeDocument/2006/relationships/image" Target="../media/image967.png"/><Relationship Id="rId190" Type="http://schemas.openxmlformats.org/officeDocument/2006/relationships/customXml" Target="../ink/ink894.xml"/><Relationship Id="rId204" Type="http://schemas.openxmlformats.org/officeDocument/2006/relationships/customXml" Target="../ink/ink901.xml"/><Relationship Id="rId225" Type="http://schemas.openxmlformats.org/officeDocument/2006/relationships/customXml" Target="../ink/ink912.xml"/><Relationship Id="rId246" Type="http://schemas.openxmlformats.org/officeDocument/2006/relationships/image" Target="../media/image897.png"/><Relationship Id="rId267" Type="http://schemas.openxmlformats.org/officeDocument/2006/relationships/customXml" Target="../ink/ink933.xml"/><Relationship Id="rId288" Type="http://schemas.openxmlformats.org/officeDocument/2006/relationships/image" Target="../media/image918.png"/><Relationship Id="rId411" Type="http://schemas.openxmlformats.org/officeDocument/2006/relationships/customXml" Target="../ink/ink1005.xml"/><Relationship Id="rId432" Type="http://schemas.openxmlformats.org/officeDocument/2006/relationships/image" Target="../media/image990.png"/><Relationship Id="rId453" Type="http://schemas.openxmlformats.org/officeDocument/2006/relationships/image" Target="../media/image999.png"/><Relationship Id="rId106" Type="http://schemas.openxmlformats.org/officeDocument/2006/relationships/image" Target="../media/image121.png"/><Relationship Id="rId127" Type="http://schemas.openxmlformats.org/officeDocument/2006/relationships/image" Target="../media/image145.png"/><Relationship Id="rId313" Type="http://schemas.openxmlformats.org/officeDocument/2006/relationships/customXml" Target="../ink/ink956.xml"/><Relationship Id="rId10" Type="http://schemas.openxmlformats.org/officeDocument/2006/relationships/customXml" Target="../ink/ink798.xml"/><Relationship Id="rId31" Type="http://schemas.openxmlformats.org/officeDocument/2006/relationships/image" Target="../media/image801.png"/><Relationship Id="rId52" Type="http://schemas.openxmlformats.org/officeDocument/2006/relationships/customXml" Target="../ink/ink819.xml"/><Relationship Id="rId73" Type="http://schemas.openxmlformats.org/officeDocument/2006/relationships/image" Target="../media/image821.png"/><Relationship Id="rId94" Type="http://schemas.openxmlformats.org/officeDocument/2006/relationships/customXml" Target="../ink/ink840.xml"/><Relationship Id="rId148" Type="http://schemas.openxmlformats.org/officeDocument/2006/relationships/customXml" Target="../ink/ink871.xml"/><Relationship Id="rId169" Type="http://schemas.openxmlformats.org/officeDocument/2006/relationships/image" Target="../media/image859.png"/><Relationship Id="rId334" Type="http://schemas.openxmlformats.org/officeDocument/2006/relationships/image" Target="../media/image941.png"/><Relationship Id="rId355" Type="http://schemas.openxmlformats.org/officeDocument/2006/relationships/customXml" Target="../ink/ink977.xml"/><Relationship Id="rId376" Type="http://schemas.openxmlformats.org/officeDocument/2006/relationships/image" Target="../media/image962.png"/><Relationship Id="rId397" Type="http://schemas.openxmlformats.org/officeDocument/2006/relationships/customXml" Target="../ink/ink998.xml"/><Relationship Id="rId4" Type="http://schemas.openxmlformats.org/officeDocument/2006/relationships/customXml" Target="../ink/ink795.xml"/><Relationship Id="rId180" Type="http://schemas.openxmlformats.org/officeDocument/2006/relationships/customXml" Target="../ink/ink889.xml"/><Relationship Id="rId215" Type="http://schemas.openxmlformats.org/officeDocument/2006/relationships/image" Target="../media/image882.png"/><Relationship Id="rId236" Type="http://schemas.openxmlformats.org/officeDocument/2006/relationships/image" Target="../media/image892.png"/><Relationship Id="rId257" Type="http://schemas.openxmlformats.org/officeDocument/2006/relationships/customXml" Target="../ink/ink928.xml"/><Relationship Id="rId278" Type="http://schemas.openxmlformats.org/officeDocument/2006/relationships/image" Target="../media/image913.png"/><Relationship Id="rId401" Type="http://schemas.openxmlformats.org/officeDocument/2006/relationships/customXml" Target="../ink/ink1000.xml"/><Relationship Id="rId422" Type="http://schemas.openxmlformats.org/officeDocument/2006/relationships/image" Target="../media/image985.png"/><Relationship Id="rId443" Type="http://schemas.openxmlformats.org/officeDocument/2006/relationships/image" Target="../media/image995.png"/><Relationship Id="rId464" Type="http://schemas.openxmlformats.org/officeDocument/2006/relationships/customXml" Target="../ink/ink1033.xml"/><Relationship Id="rId303" Type="http://schemas.openxmlformats.org/officeDocument/2006/relationships/customXml" Target="../ink/ink951.xml"/><Relationship Id="rId42" Type="http://schemas.openxmlformats.org/officeDocument/2006/relationships/customXml" Target="../ink/ink814.xml"/><Relationship Id="rId84" Type="http://schemas.openxmlformats.org/officeDocument/2006/relationships/customXml" Target="../ink/ink835.xml"/><Relationship Id="rId138" Type="http://schemas.openxmlformats.org/officeDocument/2006/relationships/customXml" Target="../ink/ink865.xml"/><Relationship Id="rId345" Type="http://schemas.openxmlformats.org/officeDocument/2006/relationships/customXml" Target="../ink/ink972.xml"/><Relationship Id="rId387" Type="http://schemas.openxmlformats.org/officeDocument/2006/relationships/customXml" Target="../ink/ink993.xml"/><Relationship Id="rId191" Type="http://schemas.openxmlformats.org/officeDocument/2006/relationships/image" Target="../media/image870.png"/><Relationship Id="rId205" Type="http://schemas.openxmlformats.org/officeDocument/2006/relationships/image" Target="../media/image877.png"/><Relationship Id="rId247" Type="http://schemas.openxmlformats.org/officeDocument/2006/relationships/customXml" Target="../ink/ink923.xml"/><Relationship Id="rId412" Type="http://schemas.openxmlformats.org/officeDocument/2006/relationships/image" Target="../media/image980.png"/><Relationship Id="rId107" Type="http://schemas.openxmlformats.org/officeDocument/2006/relationships/customXml" Target="../ink/ink847.xml"/><Relationship Id="rId289" Type="http://schemas.openxmlformats.org/officeDocument/2006/relationships/customXml" Target="../ink/ink944.xml"/><Relationship Id="rId454" Type="http://schemas.openxmlformats.org/officeDocument/2006/relationships/customXml" Target="../ink/ink1028.xml"/><Relationship Id="rId11" Type="http://schemas.openxmlformats.org/officeDocument/2006/relationships/image" Target="../media/image791.png"/><Relationship Id="rId53" Type="http://schemas.openxmlformats.org/officeDocument/2006/relationships/image" Target="../media/image812.png"/><Relationship Id="rId149" Type="http://schemas.openxmlformats.org/officeDocument/2006/relationships/image" Target="../media/image851.png"/><Relationship Id="rId314" Type="http://schemas.openxmlformats.org/officeDocument/2006/relationships/image" Target="../media/image931.png"/><Relationship Id="rId356" Type="http://schemas.openxmlformats.org/officeDocument/2006/relationships/image" Target="../media/image952.png"/><Relationship Id="rId398" Type="http://schemas.openxmlformats.org/officeDocument/2006/relationships/image" Target="../media/image973.png"/><Relationship Id="rId95" Type="http://schemas.openxmlformats.org/officeDocument/2006/relationships/image" Target="../media/image832.png"/><Relationship Id="rId160" Type="http://schemas.openxmlformats.org/officeDocument/2006/relationships/customXml" Target="../ink/ink879.xml"/><Relationship Id="rId216" Type="http://schemas.openxmlformats.org/officeDocument/2006/relationships/customXml" Target="../ink/ink907.xml"/><Relationship Id="rId423" Type="http://schemas.openxmlformats.org/officeDocument/2006/relationships/customXml" Target="../ink/ink1011.xml"/><Relationship Id="rId258" Type="http://schemas.openxmlformats.org/officeDocument/2006/relationships/image" Target="../media/image903.png"/><Relationship Id="rId465" Type="http://schemas.openxmlformats.org/officeDocument/2006/relationships/image" Target="../media/image1005.png"/><Relationship Id="rId22" Type="http://schemas.openxmlformats.org/officeDocument/2006/relationships/customXml" Target="../ink/ink804.xml"/><Relationship Id="rId64" Type="http://schemas.openxmlformats.org/officeDocument/2006/relationships/customXml" Target="../ink/ink825.xml"/><Relationship Id="rId118" Type="http://schemas.openxmlformats.org/officeDocument/2006/relationships/customXml" Target="../ink/ink853.xml"/><Relationship Id="rId325" Type="http://schemas.openxmlformats.org/officeDocument/2006/relationships/customXml" Target="../ink/ink962.xml"/><Relationship Id="rId367" Type="http://schemas.openxmlformats.org/officeDocument/2006/relationships/customXml" Target="../ink/ink983.xml"/><Relationship Id="rId171" Type="http://schemas.openxmlformats.org/officeDocument/2006/relationships/image" Target="../media/image860.png"/><Relationship Id="rId227" Type="http://schemas.openxmlformats.org/officeDocument/2006/relationships/customXml" Target="../ink/ink913.xml"/><Relationship Id="rId269" Type="http://schemas.openxmlformats.org/officeDocument/2006/relationships/customXml" Target="../ink/ink934.xml"/><Relationship Id="rId434" Type="http://schemas.openxmlformats.org/officeDocument/2006/relationships/image" Target="../media/image991.png"/><Relationship Id="rId33" Type="http://schemas.openxmlformats.org/officeDocument/2006/relationships/image" Target="../media/image802.png"/><Relationship Id="rId129" Type="http://schemas.openxmlformats.org/officeDocument/2006/relationships/image" Target="../media/image843.png"/><Relationship Id="rId280" Type="http://schemas.openxmlformats.org/officeDocument/2006/relationships/image" Target="../media/image914.png"/><Relationship Id="rId336" Type="http://schemas.openxmlformats.org/officeDocument/2006/relationships/image" Target="../media/image942.png"/><Relationship Id="rId75" Type="http://schemas.openxmlformats.org/officeDocument/2006/relationships/image" Target="../media/image822.png"/><Relationship Id="rId140" Type="http://schemas.openxmlformats.org/officeDocument/2006/relationships/customXml" Target="../ink/ink866.xml"/><Relationship Id="rId182" Type="http://schemas.openxmlformats.org/officeDocument/2006/relationships/customXml" Target="../ink/ink890.xml"/><Relationship Id="rId378" Type="http://schemas.openxmlformats.org/officeDocument/2006/relationships/image" Target="../media/image963.png"/><Relationship Id="rId403" Type="http://schemas.openxmlformats.org/officeDocument/2006/relationships/customXml" Target="../ink/ink1001.xml"/><Relationship Id="rId6" Type="http://schemas.openxmlformats.org/officeDocument/2006/relationships/customXml" Target="../ink/ink796.xml"/><Relationship Id="rId238" Type="http://schemas.openxmlformats.org/officeDocument/2006/relationships/image" Target="../media/image893.png"/><Relationship Id="rId445" Type="http://schemas.openxmlformats.org/officeDocument/2006/relationships/customXml" Target="../ink/ink1023.xml"/><Relationship Id="rId291" Type="http://schemas.openxmlformats.org/officeDocument/2006/relationships/customXml" Target="../ink/ink945.xml"/><Relationship Id="rId305" Type="http://schemas.openxmlformats.org/officeDocument/2006/relationships/customXml" Target="../ink/ink952.xml"/><Relationship Id="rId347" Type="http://schemas.openxmlformats.org/officeDocument/2006/relationships/customXml" Target="../ink/ink973.xml"/><Relationship Id="rId44" Type="http://schemas.openxmlformats.org/officeDocument/2006/relationships/customXml" Target="../ink/ink815.xml"/><Relationship Id="rId86" Type="http://schemas.openxmlformats.org/officeDocument/2006/relationships/customXml" Target="../ink/ink836.xml"/><Relationship Id="rId151" Type="http://schemas.openxmlformats.org/officeDocument/2006/relationships/customXml" Target="../ink/ink873.xml"/><Relationship Id="rId389" Type="http://schemas.openxmlformats.org/officeDocument/2006/relationships/customXml" Target="../ink/ink994.xml"/><Relationship Id="rId193" Type="http://schemas.openxmlformats.org/officeDocument/2006/relationships/image" Target="../media/image871.png"/><Relationship Id="rId207" Type="http://schemas.openxmlformats.org/officeDocument/2006/relationships/image" Target="../media/image878.png"/><Relationship Id="rId249" Type="http://schemas.openxmlformats.org/officeDocument/2006/relationships/customXml" Target="../ink/ink924.xml"/><Relationship Id="rId414" Type="http://schemas.openxmlformats.org/officeDocument/2006/relationships/image" Target="../media/image981.png"/><Relationship Id="rId456" Type="http://schemas.openxmlformats.org/officeDocument/2006/relationships/customXml" Target="../ink/ink1029.xml"/><Relationship Id="rId13" Type="http://schemas.openxmlformats.org/officeDocument/2006/relationships/image" Target="../media/image792.png"/><Relationship Id="rId109" Type="http://schemas.openxmlformats.org/officeDocument/2006/relationships/customXml" Target="../ink/ink848.xml"/><Relationship Id="rId260" Type="http://schemas.openxmlformats.org/officeDocument/2006/relationships/image" Target="../media/image904.png"/><Relationship Id="rId316" Type="http://schemas.openxmlformats.org/officeDocument/2006/relationships/image" Target="../media/image932.png"/><Relationship Id="rId55" Type="http://schemas.openxmlformats.org/officeDocument/2006/relationships/image" Target="../media/image813.png"/><Relationship Id="rId97" Type="http://schemas.openxmlformats.org/officeDocument/2006/relationships/image" Target="../media/image833.png"/><Relationship Id="rId120" Type="http://schemas.openxmlformats.org/officeDocument/2006/relationships/customXml" Target="../ink/ink854.xml"/><Relationship Id="rId358" Type="http://schemas.openxmlformats.org/officeDocument/2006/relationships/image" Target="../media/image953.png"/><Relationship Id="rId162" Type="http://schemas.openxmlformats.org/officeDocument/2006/relationships/customXml" Target="../ink/ink880.xml"/><Relationship Id="rId218" Type="http://schemas.openxmlformats.org/officeDocument/2006/relationships/image" Target="../media/image883.png"/><Relationship Id="rId425" Type="http://schemas.openxmlformats.org/officeDocument/2006/relationships/customXml" Target="../ink/ink1012.xml"/><Relationship Id="rId467" Type="http://schemas.openxmlformats.org/officeDocument/2006/relationships/image" Target="../media/image1006.png"/><Relationship Id="rId271" Type="http://schemas.openxmlformats.org/officeDocument/2006/relationships/customXml" Target="../ink/ink935.xml"/><Relationship Id="rId24" Type="http://schemas.openxmlformats.org/officeDocument/2006/relationships/customXml" Target="../ink/ink805.xml"/><Relationship Id="rId66" Type="http://schemas.openxmlformats.org/officeDocument/2006/relationships/customXml" Target="../ink/ink826.xml"/><Relationship Id="rId131" Type="http://schemas.openxmlformats.org/officeDocument/2006/relationships/image" Target="../media/image844.png"/><Relationship Id="rId327" Type="http://schemas.openxmlformats.org/officeDocument/2006/relationships/customXml" Target="../ink/ink963.xml"/><Relationship Id="rId369" Type="http://schemas.openxmlformats.org/officeDocument/2006/relationships/customXml" Target="../ink/ink984.xml"/><Relationship Id="rId173" Type="http://schemas.openxmlformats.org/officeDocument/2006/relationships/image" Target="../media/image861.png"/><Relationship Id="rId229" Type="http://schemas.openxmlformats.org/officeDocument/2006/relationships/customXml" Target="../ink/ink914.xml"/><Relationship Id="rId380" Type="http://schemas.openxmlformats.org/officeDocument/2006/relationships/image" Target="../media/image964.png"/><Relationship Id="rId436" Type="http://schemas.openxmlformats.org/officeDocument/2006/relationships/image" Target="../media/image992.png"/><Relationship Id="rId240" Type="http://schemas.openxmlformats.org/officeDocument/2006/relationships/image" Target="../media/image894.png"/><Relationship Id="rId35" Type="http://schemas.openxmlformats.org/officeDocument/2006/relationships/image" Target="../media/image803.png"/><Relationship Id="rId77" Type="http://schemas.openxmlformats.org/officeDocument/2006/relationships/image" Target="../media/image823.png"/><Relationship Id="rId100" Type="http://schemas.openxmlformats.org/officeDocument/2006/relationships/customXml" Target="../ink/ink843.xml"/><Relationship Id="rId282" Type="http://schemas.openxmlformats.org/officeDocument/2006/relationships/image" Target="../media/image915.png"/><Relationship Id="rId338" Type="http://schemas.openxmlformats.org/officeDocument/2006/relationships/image" Target="../media/image943.png"/><Relationship Id="rId8" Type="http://schemas.openxmlformats.org/officeDocument/2006/relationships/customXml" Target="../ink/ink797.xml"/><Relationship Id="rId142" Type="http://schemas.openxmlformats.org/officeDocument/2006/relationships/customXml" Target="../ink/ink867.xml"/><Relationship Id="rId184" Type="http://schemas.openxmlformats.org/officeDocument/2006/relationships/customXml" Target="../ink/ink891.xml"/><Relationship Id="rId391" Type="http://schemas.openxmlformats.org/officeDocument/2006/relationships/customXml" Target="../ink/ink995.xml"/><Relationship Id="rId405" Type="http://schemas.openxmlformats.org/officeDocument/2006/relationships/customXml" Target="../ink/ink1002.xml"/><Relationship Id="rId447" Type="http://schemas.openxmlformats.org/officeDocument/2006/relationships/image" Target="../media/image996.png"/><Relationship Id="rId251" Type="http://schemas.openxmlformats.org/officeDocument/2006/relationships/customXml" Target="../ink/ink925.xml"/><Relationship Id="rId46" Type="http://schemas.openxmlformats.org/officeDocument/2006/relationships/customXml" Target="../ink/ink816.xml"/><Relationship Id="rId293" Type="http://schemas.openxmlformats.org/officeDocument/2006/relationships/customXml" Target="../ink/ink946.xml"/><Relationship Id="rId307" Type="http://schemas.openxmlformats.org/officeDocument/2006/relationships/customXml" Target="../ink/ink953.xml"/><Relationship Id="rId349" Type="http://schemas.openxmlformats.org/officeDocument/2006/relationships/customXml" Target="../ink/ink974.xml"/><Relationship Id="rId88" Type="http://schemas.openxmlformats.org/officeDocument/2006/relationships/customXml" Target="../ink/ink837.xml"/><Relationship Id="rId111" Type="http://schemas.openxmlformats.org/officeDocument/2006/relationships/customXml" Target="../ink/ink849.xml"/><Relationship Id="rId153" Type="http://schemas.openxmlformats.org/officeDocument/2006/relationships/customXml" Target="../ink/ink875.xml"/><Relationship Id="rId195" Type="http://schemas.openxmlformats.org/officeDocument/2006/relationships/image" Target="../media/image872.png"/><Relationship Id="rId209" Type="http://schemas.openxmlformats.org/officeDocument/2006/relationships/image" Target="../media/image879.png"/><Relationship Id="rId360" Type="http://schemas.openxmlformats.org/officeDocument/2006/relationships/image" Target="../media/image954.png"/><Relationship Id="rId416" Type="http://schemas.openxmlformats.org/officeDocument/2006/relationships/image" Target="../media/image982.png"/><Relationship Id="rId220" Type="http://schemas.openxmlformats.org/officeDocument/2006/relationships/image" Target="../media/image884.png"/><Relationship Id="rId458" Type="http://schemas.openxmlformats.org/officeDocument/2006/relationships/customXml" Target="../ink/ink1030.xml"/><Relationship Id="rId15" Type="http://schemas.openxmlformats.org/officeDocument/2006/relationships/image" Target="../media/image793.png"/><Relationship Id="rId57" Type="http://schemas.openxmlformats.org/officeDocument/2006/relationships/image" Target="../media/image814.png"/><Relationship Id="rId262" Type="http://schemas.openxmlformats.org/officeDocument/2006/relationships/image" Target="../media/image905.png"/><Relationship Id="rId318" Type="http://schemas.openxmlformats.org/officeDocument/2006/relationships/image" Target="../media/image933.png"/><Relationship Id="rId99" Type="http://schemas.openxmlformats.org/officeDocument/2006/relationships/image" Target="../media/image834.png"/><Relationship Id="rId122" Type="http://schemas.openxmlformats.org/officeDocument/2006/relationships/image" Target="../media/image842.png"/><Relationship Id="rId164" Type="http://schemas.openxmlformats.org/officeDocument/2006/relationships/customXml" Target="../ink/ink881.xml"/><Relationship Id="rId371" Type="http://schemas.openxmlformats.org/officeDocument/2006/relationships/customXml" Target="../ink/ink985.xml"/><Relationship Id="rId427" Type="http://schemas.openxmlformats.org/officeDocument/2006/relationships/customXml" Target="../ink/ink1013.xml"/><Relationship Id="rId469" Type="http://schemas.openxmlformats.org/officeDocument/2006/relationships/image" Target="../media/image1007.png"/><Relationship Id="rId26" Type="http://schemas.openxmlformats.org/officeDocument/2006/relationships/customXml" Target="../ink/ink806.xml"/><Relationship Id="rId231" Type="http://schemas.openxmlformats.org/officeDocument/2006/relationships/customXml" Target="../ink/ink915.xml"/><Relationship Id="rId273" Type="http://schemas.openxmlformats.org/officeDocument/2006/relationships/customXml" Target="../ink/ink936.xml"/><Relationship Id="rId329" Type="http://schemas.openxmlformats.org/officeDocument/2006/relationships/customXml" Target="../ink/ink964.xml"/><Relationship Id="rId68" Type="http://schemas.openxmlformats.org/officeDocument/2006/relationships/customXml" Target="../ink/ink827.xml"/><Relationship Id="rId133" Type="http://schemas.openxmlformats.org/officeDocument/2006/relationships/image" Target="../media/image845.png"/><Relationship Id="rId175" Type="http://schemas.openxmlformats.org/officeDocument/2006/relationships/image" Target="../media/image862.png"/><Relationship Id="rId340" Type="http://schemas.openxmlformats.org/officeDocument/2006/relationships/image" Target="../media/image944.png"/><Relationship Id="rId200" Type="http://schemas.openxmlformats.org/officeDocument/2006/relationships/customXml" Target="../ink/ink899.xml"/><Relationship Id="rId382" Type="http://schemas.openxmlformats.org/officeDocument/2006/relationships/image" Target="../media/image965.png"/><Relationship Id="rId438" Type="http://schemas.openxmlformats.org/officeDocument/2006/relationships/image" Target="../media/image993.png"/><Relationship Id="rId242" Type="http://schemas.openxmlformats.org/officeDocument/2006/relationships/image" Target="../media/image895.png"/><Relationship Id="rId284" Type="http://schemas.openxmlformats.org/officeDocument/2006/relationships/image" Target="../media/image916.png"/><Relationship Id="rId37" Type="http://schemas.openxmlformats.org/officeDocument/2006/relationships/image" Target="../media/image804.png"/><Relationship Id="rId79" Type="http://schemas.openxmlformats.org/officeDocument/2006/relationships/image" Target="../media/image824.png"/><Relationship Id="rId102" Type="http://schemas.openxmlformats.org/officeDocument/2006/relationships/customXml" Target="../ink/ink844.xml"/><Relationship Id="rId144" Type="http://schemas.openxmlformats.org/officeDocument/2006/relationships/image" Target="../media/image850.png"/><Relationship Id="rId90" Type="http://schemas.openxmlformats.org/officeDocument/2006/relationships/customXml" Target="../ink/ink838.xml"/><Relationship Id="rId186" Type="http://schemas.openxmlformats.org/officeDocument/2006/relationships/customXml" Target="../ink/ink892.xml"/><Relationship Id="rId351" Type="http://schemas.openxmlformats.org/officeDocument/2006/relationships/customXml" Target="../ink/ink975.xml"/><Relationship Id="rId393" Type="http://schemas.openxmlformats.org/officeDocument/2006/relationships/customXml" Target="../ink/ink996.xml"/><Relationship Id="rId407" Type="http://schemas.openxmlformats.org/officeDocument/2006/relationships/customXml" Target="../ink/ink1003.xml"/><Relationship Id="rId449" Type="http://schemas.openxmlformats.org/officeDocument/2006/relationships/image" Target="../media/image997.png"/><Relationship Id="rId211" Type="http://schemas.openxmlformats.org/officeDocument/2006/relationships/image" Target="../media/image880.png"/><Relationship Id="rId253" Type="http://schemas.openxmlformats.org/officeDocument/2006/relationships/customXml" Target="../ink/ink926.xml"/><Relationship Id="rId295" Type="http://schemas.openxmlformats.org/officeDocument/2006/relationships/customXml" Target="../ink/ink947.xml"/><Relationship Id="rId309" Type="http://schemas.openxmlformats.org/officeDocument/2006/relationships/customXml" Target="../ink/ink954.xml"/><Relationship Id="rId460" Type="http://schemas.openxmlformats.org/officeDocument/2006/relationships/customXml" Target="../ink/ink1031.xml"/><Relationship Id="rId48" Type="http://schemas.openxmlformats.org/officeDocument/2006/relationships/customXml" Target="../ink/ink817.xml"/><Relationship Id="rId113" Type="http://schemas.openxmlformats.org/officeDocument/2006/relationships/customXml" Target="../ink/ink850.xml"/><Relationship Id="rId320" Type="http://schemas.openxmlformats.org/officeDocument/2006/relationships/image" Target="../media/image934.png"/><Relationship Id="rId155" Type="http://schemas.openxmlformats.org/officeDocument/2006/relationships/image" Target="../media/image852.png"/><Relationship Id="rId197" Type="http://schemas.openxmlformats.org/officeDocument/2006/relationships/image" Target="../media/image873.png"/><Relationship Id="rId362" Type="http://schemas.openxmlformats.org/officeDocument/2006/relationships/image" Target="../media/image955.png"/><Relationship Id="rId418" Type="http://schemas.openxmlformats.org/officeDocument/2006/relationships/image" Target="../media/image983.png"/><Relationship Id="rId222" Type="http://schemas.openxmlformats.org/officeDocument/2006/relationships/image" Target="../media/image885.png"/><Relationship Id="rId264" Type="http://schemas.openxmlformats.org/officeDocument/2006/relationships/image" Target="../media/image906.png"/><Relationship Id="rId17" Type="http://schemas.openxmlformats.org/officeDocument/2006/relationships/image" Target="../media/image794.png"/><Relationship Id="rId59" Type="http://schemas.openxmlformats.org/officeDocument/2006/relationships/image" Target="../media/image815.png"/><Relationship Id="rId124" Type="http://schemas.openxmlformats.org/officeDocument/2006/relationships/customXml" Target="../ink/ink857.xml"/><Relationship Id="rId70" Type="http://schemas.openxmlformats.org/officeDocument/2006/relationships/customXml" Target="../ink/ink828.xml"/><Relationship Id="rId166" Type="http://schemas.openxmlformats.org/officeDocument/2006/relationships/customXml" Target="../ink/ink882.xml"/><Relationship Id="rId331" Type="http://schemas.openxmlformats.org/officeDocument/2006/relationships/customXml" Target="../ink/ink965.xml"/><Relationship Id="rId373" Type="http://schemas.openxmlformats.org/officeDocument/2006/relationships/customXml" Target="../ink/ink986.xml"/><Relationship Id="rId429" Type="http://schemas.openxmlformats.org/officeDocument/2006/relationships/customXml" Target="../ink/ink1014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916.xml"/><Relationship Id="rId440" Type="http://schemas.openxmlformats.org/officeDocument/2006/relationships/image" Target="../media/image994.png"/><Relationship Id="rId28" Type="http://schemas.openxmlformats.org/officeDocument/2006/relationships/customXml" Target="../ink/ink807.xml"/><Relationship Id="rId275" Type="http://schemas.openxmlformats.org/officeDocument/2006/relationships/customXml" Target="../ink/ink937.xml"/><Relationship Id="rId300" Type="http://schemas.openxmlformats.org/officeDocument/2006/relationships/image" Target="../media/image924.png"/><Relationship Id="rId81" Type="http://schemas.openxmlformats.org/officeDocument/2006/relationships/image" Target="../media/image825.png"/><Relationship Id="rId135" Type="http://schemas.openxmlformats.org/officeDocument/2006/relationships/image" Target="../media/image846.png"/><Relationship Id="rId177" Type="http://schemas.openxmlformats.org/officeDocument/2006/relationships/image" Target="../media/image863.png"/><Relationship Id="rId342" Type="http://schemas.openxmlformats.org/officeDocument/2006/relationships/image" Target="../media/image945.png"/><Relationship Id="rId384" Type="http://schemas.openxmlformats.org/officeDocument/2006/relationships/image" Target="../media/image966.png"/><Relationship Id="rId202" Type="http://schemas.openxmlformats.org/officeDocument/2006/relationships/customXml" Target="../ink/ink900.xml"/><Relationship Id="rId244" Type="http://schemas.openxmlformats.org/officeDocument/2006/relationships/image" Target="../media/image896.png"/><Relationship Id="rId39" Type="http://schemas.openxmlformats.org/officeDocument/2006/relationships/image" Target="../media/image805.png"/><Relationship Id="rId286" Type="http://schemas.openxmlformats.org/officeDocument/2006/relationships/image" Target="../media/image917.png"/><Relationship Id="rId451" Type="http://schemas.openxmlformats.org/officeDocument/2006/relationships/image" Target="../media/image998.png"/><Relationship Id="rId50" Type="http://schemas.openxmlformats.org/officeDocument/2006/relationships/customXml" Target="../ink/ink818.xml"/><Relationship Id="rId104" Type="http://schemas.openxmlformats.org/officeDocument/2006/relationships/customXml" Target="../ink/ink845.xml"/><Relationship Id="rId146" Type="http://schemas.openxmlformats.org/officeDocument/2006/relationships/customXml" Target="../ink/ink870.xml"/><Relationship Id="rId188" Type="http://schemas.openxmlformats.org/officeDocument/2006/relationships/customXml" Target="../ink/ink893.xml"/><Relationship Id="rId311" Type="http://schemas.openxmlformats.org/officeDocument/2006/relationships/customXml" Target="../ink/ink955.xml"/><Relationship Id="rId353" Type="http://schemas.openxmlformats.org/officeDocument/2006/relationships/customXml" Target="../ink/ink976.xml"/><Relationship Id="rId395" Type="http://schemas.openxmlformats.org/officeDocument/2006/relationships/customXml" Target="../ink/ink997.xml"/><Relationship Id="rId409" Type="http://schemas.openxmlformats.org/officeDocument/2006/relationships/customXml" Target="../ink/ink1004.xml"/><Relationship Id="rId92" Type="http://schemas.openxmlformats.org/officeDocument/2006/relationships/customXml" Target="../ink/ink839.xml"/><Relationship Id="rId213" Type="http://schemas.openxmlformats.org/officeDocument/2006/relationships/image" Target="../media/image881.png"/><Relationship Id="rId420" Type="http://schemas.openxmlformats.org/officeDocument/2006/relationships/image" Target="../media/image984.png"/><Relationship Id="rId255" Type="http://schemas.openxmlformats.org/officeDocument/2006/relationships/customXml" Target="../ink/ink927.xml"/><Relationship Id="rId297" Type="http://schemas.openxmlformats.org/officeDocument/2006/relationships/customXml" Target="../ink/ink948.xml"/><Relationship Id="rId462" Type="http://schemas.openxmlformats.org/officeDocument/2006/relationships/customXml" Target="../ink/ink1032.xml"/><Relationship Id="rId115" Type="http://schemas.openxmlformats.org/officeDocument/2006/relationships/customXml" Target="../ink/ink851.xml"/><Relationship Id="rId157" Type="http://schemas.openxmlformats.org/officeDocument/2006/relationships/image" Target="../media/image853.png"/><Relationship Id="rId322" Type="http://schemas.openxmlformats.org/officeDocument/2006/relationships/image" Target="../media/image935.png"/><Relationship Id="rId364" Type="http://schemas.openxmlformats.org/officeDocument/2006/relationships/image" Target="../media/image956.png"/><Relationship Id="rId61" Type="http://schemas.openxmlformats.org/officeDocument/2006/relationships/image" Target="../media/image816.png"/><Relationship Id="rId199" Type="http://schemas.openxmlformats.org/officeDocument/2006/relationships/image" Target="../media/image874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65.png"/><Relationship Id="rId21" Type="http://schemas.openxmlformats.org/officeDocument/2006/relationships/image" Target="../media/image1017.png"/><Relationship Id="rId42" Type="http://schemas.openxmlformats.org/officeDocument/2006/relationships/customXml" Target="../ink/ink1056.xml"/><Relationship Id="rId63" Type="http://schemas.openxmlformats.org/officeDocument/2006/relationships/image" Target="../media/image1038.png"/><Relationship Id="rId84" Type="http://schemas.openxmlformats.org/officeDocument/2006/relationships/customXml" Target="../ink/ink1077.xml"/><Relationship Id="rId138" Type="http://schemas.openxmlformats.org/officeDocument/2006/relationships/customXml" Target="../ink/ink1104.xml"/><Relationship Id="rId107" Type="http://schemas.openxmlformats.org/officeDocument/2006/relationships/image" Target="../media/image1060.png"/><Relationship Id="rId11" Type="http://schemas.openxmlformats.org/officeDocument/2006/relationships/image" Target="../media/image1012.png"/><Relationship Id="rId32" Type="http://schemas.openxmlformats.org/officeDocument/2006/relationships/customXml" Target="../ink/ink1051.xml"/><Relationship Id="rId53" Type="http://schemas.openxmlformats.org/officeDocument/2006/relationships/image" Target="../media/image1033.png"/><Relationship Id="rId74" Type="http://schemas.openxmlformats.org/officeDocument/2006/relationships/customXml" Target="../ink/ink1072.xml"/><Relationship Id="rId128" Type="http://schemas.openxmlformats.org/officeDocument/2006/relationships/customXml" Target="../ink/ink1099.xml"/><Relationship Id="rId149" Type="http://schemas.openxmlformats.org/officeDocument/2006/relationships/image" Target="../media/image1081.png"/><Relationship Id="rId5" Type="http://schemas.openxmlformats.org/officeDocument/2006/relationships/image" Target="../media/image1009.png"/><Relationship Id="rId95" Type="http://schemas.openxmlformats.org/officeDocument/2006/relationships/image" Target="../media/image1054.png"/><Relationship Id="rId22" Type="http://schemas.openxmlformats.org/officeDocument/2006/relationships/customXml" Target="../ink/ink1046.xml"/><Relationship Id="rId27" Type="http://schemas.openxmlformats.org/officeDocument/2006/relationships/image" Target="../media/image1020.png"/><Relationship Id="rId43" Type="http://schemas.openxmlformats.org/officeDocument/2006/relationships/image" Target="../media/image1028.png"/><Relationship Id="rId48" Type="http://schemas.openxmlformats.org/officeDocument/2006/relationships/customXml" Target="../ink/ink1059.xml"/><Relationship Id="rId64" Type="http://schemas.openxmlformats.org/officeDocument/2006/relationships/customXml" Target="../ink/ink1067.xml"/><Relationship Id="rId69" Type="http://schemas.openxmlformats.org/officeDocument/2006/relationships/image" Target="../media/image1041.png"/><Relationship Id="rId113" Type="http://schemas.openxmlformats.org/officeDocument/2006/relationships/image" Target="../media/image1063.png"/><Relationship Id="rId118" Type="http://schemas.openxmlformats.org/officeDocument/2006/relationships/customXml" Target="../ink/ink1094.xml"/><Relationship Id="rId134" Type="http://schemas.openxmlformats.org/officeDocument/2006/relationships/customXml" Target="../ink/ink1102.xml"/><Relationship Id="rId139" Type="http://schemas.openxmlformats.org/officeDocument/2006/relationships/image" Target="../media/image1076.png"/><Relationship Id="rId80" Type="http://schemas.openxmlformats.org/officeDocument/2006/relationships/customXml" Target="../ink/ink1075.xml"/><Relationship Id="rId85" Type="http://schemas.openxmlformats.org/officeDocument/2006/relationships/image" Target="../media/image1049.png"/><Relationship Id="rId12" Type="http://schemas.openxmlformats.org/officeDocument/2006/relationships/customXml" Target="../ink/ink1041.xml"/><Relationship Id="rId17" Type="http://schemas.openxmlformats.org/officeDocument/2006/relationships/image" Target="../media/image1015.png"/><Relationship Id="rId33" Type="http://schemas.openxmlformats.org/officeDocument/2006/relationships/image" Target="../media/image1023.png"/><Relationship Id="rId38" Type="http://schemas.openxmlformats.org/officeDocument/2006/relationships/customXml" Target="../ink/ink1054.xml"/><Relationship Id="rId59" Type="http://schemas.openxmlformats.org/officeDocument/2006/relationships/image" Target="../media/image1036.png"/><Relationship Id="rId103" Type="http://schemas.openxmlformats.org/officeDocument/2006/relationships/image" Target="../media/image1058.png"/><Relationship Id="rId108" Type="http://schemas.openxmlformats.org/officeDocument/2006/relationships/customXml" Target="../ink/ink1089.xml"/><Relationship Id="rId124" Type="http://schemas.openxmlformats.org/officeDocument/2006/relationships/customXml" Target="../ink/ink1097.xml"/><Relationship Id="rId129" Type="http://schemas.openxmlformats.org/officeDocument/2006/relationships/image" Target="../media/image1071.png"/><Relationship Id="rId54" Type="http://schemas.openxmlformats.org/officeDocument/2006/relationships/customXml" Target="../ink/ink1062.xml"/><Relationship Id="rId70" Type="http://schemas.openxmlformats.org/officeDocument/2006/relationships/customXml" Target="../ink/ink1070.xml"/><Relationship Id="rId75" Type="http://schemas.openxmlformats.org/officeDocument/2006/relationships/image" Target="../media/image1044.png"/><Relationship Id="rId91" Type="http://schemas.openxmlformats.org/officeDocument/2006/relationships/image" Target="../media/image1052.png"/><Relationship Id="rId96" Type="http://schemas.openxmlformats.org/officeDocument/2006/relationships/customXml" Target="../ink/ink1083.xml"/><Relationship Id="rId140" Type="http://schemas.openxmlformats.org/officeDocument/2006/relationships/customXml" Target="../ink/ink1105.xml"/><Relationship Id="rId145" Type="http://schemas.openxmlformats.org/officeDocument/2006/relationships/image" Target="../media/image107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38.xml"/><Relationship Id="rId23" Type="http://schemas.openxmlformats.org/officeDocument/2006/relationships/image" Target="../media/image1018.png"/><Relationship Id="rId28" Type="http://schemas.openxmlformats.org/officeDocument/2006/relationships/customXml" Target="../ink/ink1049.xml"/><Relationship Id="rId49" Type="http://schemas.openxmlformats.org/officeDocument/2006/relationships/image" Target="../media/image1031.png"/><Relationship Id="rId114" Type="http://schemas.openxmlformats.org/officeDocument/2006/relationships/customXml" Target="../ink/ink1092.xml"/><Relationship Id="rId119" Type="http://schemas.openxmlformats.org/officeDocument/2006/relationships/image" Target="../media/image1066.png"/><Relationship Id="rId44" Type="http://schemas.openxmlformats.org/officeDocument/2006/relationships/customXml" Target="../ink/ink1057.xml"/><Relationship Id="rId60" Type="http://schemas.openxmlformats.org/officeDocument/2006/relationships/customXml" Target="../ink/ink1065.xml"/><Relationship Id="rId65" Type="http://schemas.openxmlformats.org/officeDocument/2006/relationships/image" Target="../media/image1039.png"/><Relationship Id="rId81" Type="http://schemas.openxmlformats.org/officeDocument/2006/relationships/image" Target="../media/image1047.png"/><Relationship Id="rId86" Type="http://schemas.openxmlformats.org/officeDocument/2006/relationships/customXml" Target="../ink/ink1078.xml"/><Relationship Id="rId130" Type="http://schemas.openxmlformats.org/officeDocument/2006/relationships/customXml" Target="../ink/ink1100.xml"/><Relationship Id="rId135" Type="http://schemas.openxmlformats.org/officeDocument/2006/relationships/image" Target="../media/image1074.png"/><Relationship Id="rId13" Type="http://schemas.openxmlformats.org/officeDocument/2006/relationships/image" Target="../media/image1013.png"/><Relationship Id="rId18" Type="http://schemas.openxmlformats.org/officeDocument/2006/relationships/customXml" Target="../ink/ink1044.xml"/><Relationship Id="rId39" Type="http://schemas.openxmlformats.org/officeDocument/2006/relationships/image" Target="../media/image1026.png"/><Relationship Id="rId109" Type="http://schemas.openxmlformats.org/officeDocument/2006/relationships/image" Target="../media/image1061.png"/><Relationship Id="rId34" Type="http://schemas.openxmlformats.org/officeDocument/2006/relationships/customXml" Target="../ink/ink1052.xml"/><Relationship Id="rId50" Type="http://schemas.openxmlformats.org/officeDocument/2006/relationships/customXml" Target="../ink/ink1060.xml"/><Relationship Id="rId55" Type="http://schemas.openxmlformats.org/officeDocument/2006/relationships/image" Target="../media/image1034.png"/><Relationship Id="rId76" Type="http://schemas.openxmlformats.org/officeDocument/2006/relationships/customXml" Target="../ink/ink1073.xml"/><Relationship Id="rId97" Type="http://schemas.openxmlformats.org/officeDocument/2006/relationships/image" Target="../media/image1055.png"/><Relationship Id="rId104" Type="http://schemas.openxmlformats.org/officeDocument/2006/relationships/customXml" Target="../ink/ink1087.xml"/><Relationship Id="rId120" Type="http://schemas.openxmlformats.org/officeDocument/2006/relationships/customXml" Target="../ink/ink1095.xml"/><Relationship Id="rId125" Type="http://schemas.openxmlformats.org/officeDocument/2006/relationships/image" Target="../media/image1069.png"/><Relationship Id="rId141" Type="http://schemas.openxmlformats.org/officeDocument/2006/relationships/image" Target="../media/image1077.png"/><Relationship Id="rId146" Type="http://schemas.openxmlformats.org/officeDocument/2006/relationships/customXml" Target="../ink/ink1108.xml"/><Relationship Id="rId7" Type="http://schemas.openxmlformats.org/officeDocument/2006/relationships/image" Target="../media/image1010.png"/><Relationship Id="rId71" Type="http://schemas.openxmlformats.org/officeDocument/2006/relationships/image" Target="../media/image1042.png"/><Relationship Id="rId92" Type="http://schemas.openxmlformats.org/officeDocument/2006/relationships/customXml" Target="../ink/ink1081.xml"/><Relationship Id="rId2" Type="http://schemas.openxmlformats.org/officeDocument/2006/relationships/customXml" Target="../ink/ink1036.xml"/><Relationship Id="rId29" Type="http://schemas.openxmlformats.org/officeDocument/2006/relationships/image" Target="../media/image1021.png"/><Relationship Id="rId24" Type="http://schemas.openxmlformats.org/officeDocument/2006/relationships/customXml" Target="../ink/ink1047.xml"/><Relationship Id="rId40" Type="http://schemas.openxmlformats.org/officeDocument/2006/relationships/customXml" Target="../ink/ink1055.xml"/><Relationship Id="rId45" Type="http://schemas.openxmlformats.org/officeDocument/2006/relationships/image" Target="../media/image1029.png"/><Relationship Id="rId66" Type="http://schemas.openxmlformats.org/officeDocument/2006/relationships/customXml" Target="../ink/ink1068.xml"/><Relationship Id="rId87" Type="http://schemas.openxmlformats.org/officeDocument/2006/relationships/image" Target="../media/image1050.png"/><Relationship Id="rId110" Type="http://schemas.openxmlformats.org/officeDocument/2006/relationships/customXml" Target="../ink/ink1090.xml"/><Relationship Id="rId115" Type="http://schemas.openxmlformats.org/officeDocument/2006/relationships/image" Target="../media/image1064.png"/><Relationship Id="rId131" Type="http://schemas.openxmlformats.org/officeDocument/2006/relationships/image" Target="../media/image1072.png"/><Relationship Id="rId136" Type="http://schemas.openxmlformats.org/officeDocument/2006/relationships/customXml" Target="../ink/ink1103.xml"/><Relationship Id="rId61" Type="http://schemas.openxmlformats.org/officeDocument/2006/relationships/image" Target="../media/image1037.png"/><Relationship Id="rId82" Type="http://schemas.openxmlformats.org/officeDocument/2006/relationships/customXml" Target="../ink/ink1076.xml"/><Relationship Id="rId19" Type="http://schemas.openxmlformats.org/officeDocument/2006/relationships/image" Target="../media/image1016.png"/><Relationship Id="rId14" Type="http://schemas.openxmlformats.org/officeDocument/2006/relationships/customXml" Target="../ink/ink1042.xml"/><Relationship Id="rId30" Type="http://schemas.openxmlformats.org/officeDocument/2006/relationships/customXml" Target="../ink/ink1050.xml"/><Relationship Id="rId35" Type="http://schemas.openxmlformats.org/officeDocument/2006/relationships/image" Target="../media/image1024.png"/><Relationship Id="rId56" Type="http://schemas.openxmlformats.org/officeDocument/2006/relationships/customXml" Target="../ink/ink1063.xml"/><Relationship Id="rId77" Type="http://schemas.openxmlformats.org/officeDocument/2006/relationships/image" Target="../media/image1045.png"/><Relationship Id="rId100" Type="http://schemas.openxmlformats.org/officeDocument/2006/relationships/customXml" Target="../ink/ink1085.xml"/><Relationship Id="rId105" Type="http://schemas.openxmlformats.org/officeDocument/2006/relationships/image" Target="../media/image1059.png"/><Relationship Id="rId126" Type="http://schemas.openxmlformats.org/officeDocument/2006/relationships/customXml" Target="../ink/ink1098.xml"/><Relationship Id="rId147" Type="http://schemas.openxmlformats.org/officeDocument/2006/relationships/image" Target="../media/image1080.png"/><Relationship Id="rId8" Type="http://schemas.openxmlformats.org/officeDocument/2006/relationships/customXml" Target="../ink/ink1039.xml"/><Relationship Id="rId51" Type="http://schemas.openxmlformats.org/officeDocument/2006/relationships/image" Target="../media/image1032.png"/><Relationship Id="rId72" Type="http://schemas.openxmlformats.org/officeDocument/2006/relationships/customXml" Target="../ink/ink1071.xml"/><Relationship Id="rId93" Type="http://schemas.openxmlformats.org/officeDocument/2006/relationships/image" Target="../media/image1053.png"/><Relationship Id="rId98" Type="http://schemas.openxmlformats.org/officeDocument/2006/relationships/customXml" Target="../ink/ink1084.xml"/><Relationship Id="rId121" Type="http://schemas.openxmlformats.org/officeDocument/2006/relationships/image" Target="../media/image1067.png"/><Relationship Id="rId142" Type="http://schemas.openxmlformats.org/officeDocument/2006/relationships/customXml" Target="../ink/ink1106.xml"/><Relationship Id="rId3" Type="http://schemas.openxmlformats.org/officeDocument/2006/relationships/image" Target="../media/image1008.png"/><Relationship Id="rId25" Type="http://schemas.openxmlformats.org/officeDocument/2006/relationships/image" Target="../media/image1019.png"/><Relationship Id="rId46" Type="http://schemas.openxmlformats.org/officeDocument/2006/relationships/customXml" Target="../ink/ink1058.xml"/><Relationship Id="rId67" Type="http://schemas.openxmlformats.org/officeDocument/2006/relationships/image" Target="../media/image1040.png"/><Relationship Id="rId116" Type="http://schemas.openxmlformats.org/officeDocument/2006/relationships/customXml" Target="../ink/ink1093.xml"/><Relationship Id="rId137" Type="http://schemas.openxmlformats.org/officeDocument/2006/relationships/image" Target="../media/image1075.png"/><Relationship Id="rId20" Type="http://schemas.openxmlformats.org/officeDocument/2006/relationships/customXml" Target="../ink/ink1045.xml"/><Relationship Id="rId41" Type="http://schemas.openxmlformats.org/officeDocument/2006/relationships/image" Target="../media/image1027.png"/><Relationship Id="rId62" Type="http://schemas.openxmlformats.org/officeDocument/2006/relationships/customXml" Target="../ink/ink1066.xml"/><Relationship Id="rId83" Type="http://schemas.openxmlformats.org/officeDocument/2006/relationships/image" Target="../media/image1048.png"/><Relationship Id="rId88" Type="http://schemas.openxmlformats.org/officeDocument/2006/relationships/customXml" Target="../ink/ink1079.xml"/><Relationship Id="rId111" Type="http://schemas.openxmlformats.org/officeDocument/2006/relationships/image" Target="../media/image1062.png"/><Relationship Id="rId132" Type="http://schemas.openxmlformats.org/officeDocument/2006/relationships/customXml" Target="../ink/ink1101.xml"/><Relationship Id="rId15" Type="http://schemas.openxmlformats.org/officeDocument/2006/relationships/image" Target="../media/image1014.png"/><Relationship Id="rId36" Type="http://schemas.openxmlformats.org/officeDocument/2006/relationships/customXml" Target="../ink/ink1053.xml"/><Relationship Id="rId57" Type="http://schemas.openxmlformats.org/officeDocument/2006/relationships/image" Target="../media/image1035.png"/><Relationship Id="rId106" Type="http://schemas.openxmlformats.org/officeDocument/2006/relationships/customXml" Target="../ink/ink1088.xml"/><Relationship Id="rId127" Type="http://schemas.openxmlformats.org/officeDocument/2006/relationships/image" Target="../media/image1070.png"/><Relationship Id="rId10" Type="http://schemas.openxmlformats.org/officeDocument/2006/relationships/customXml" Target="../ink/ink1040.xml"/><Relationship Id="rId31" Type="http://schemas.openxmlformats.org/officeDocument/2006/relationships/image" Target="../media/image1022.png"/><Relationship Id="rId52" Type="http://schemas.openxmlformats.org/officeDocument/2006/relationships/customXml" Target="../ink/ink1061.xml"/><Relationship Id="rId73" Type="http://schemas.openxmlformats.org/officeDocument/2006/relationships/image" Target="../media/image1043.png"/><Relationship Id="rId78" Type="http://schemas.openxmlformats.org/officeDocument/2006/relationships/customXml" Target="../ink/ink1074.xml"/><Relationship Id="rId94" Type="http://schemas.openxmlformats.org/officeDocument/2006/relationships/customXml" Target="../ink/ink1082.xml"/><Relationship Id="rId99" Type="http://schemas.openxmlformats.org/officeDocument/2006/relationships/image" Target="../media/image1056.png"/><Relationship Id="rId101" Type="http://schemas.openxmlformats.org/officeDocument/2006/relationships/image" Target="../media/image1057.png"/><Relationship Id="rId122" Type="http://schemas.openxmlformats.org/officeDocument/2006/relationships/customXml" Target="../ink/ink1096.xml"/><Relationship Id="rId143" Type="http://schemas.openxmlformats.org/officeDocument/2006/relationships/image" Target="../media/image1078.png"/><Relationship Id="rId148" Type="http://schemas.openxmlformats.org/officeDocument/2006/relationships/customXml" Target="../ink/ink1109.xml"/><Relationship Id="rId4" Type="http://schemas.openxmlformats.org/officeDocument/2006/relationships/customXml" Target="../ink/ink1037.xml"/><Relationship Id="rId9" Type="http://schemas.openxmlformats.org/officeDocument/2006/relationships/image" Target="../media/image1011.png"/><Relationship Id="rId26" Type="http://schemas.openxmlformats.org/officeDocument/2006/relationships/customXml" Target="../ink/ink1048.xml"/><Relationship Id="rId47" Type="http://schemas.openxmlformats.org/officeDocument/2006/relationships/image" Target="../media/image1030.png"/><Relationship Id="rId68" Type="http://schemas.openxmlformats.org/officeDocument/2006/relationships/customXml" Target="../ink/ink1069.xml"/><Relationship Id="rId89" Type="http://schemas.openxmlformats.org/officeDocument/2006/relationships/image" Target="../media/image1051.png"/><Relationship Id="rId112" Type="http://schemas.openxmlformats.org/officeDocument/2006/relationships/customXml" Target="../ink/ink1091.xml"/><Relationship Id="rId133" Type="http://schemas.openxmlformats.org/officeDocument/2006/relationships/image" Target="../media/image1073.png"/><Relationship Id="rId16" Type="http://schemas.openxmlformats.org/officeDocument/2006/relationships/customXml" Target="../ink/ink1043.xml"/><Relationship Id="rId37" Type="http://schemas.openxmlformats.org/officeDocument/2006/relationships/image" Target="../media/image1025.png"/><Relationship Id="rId58" Type="http://schemas.openxmlformats.org/officeDocument/2006/relationships/customXml" Target="../ink/ink1064.xml"/><Relationship Id="rId79" Type="http://schemas.openxmlformats.org/officeDocument/2006/relationships/image" Target="../media/image1046.png"/><Relationship Id="rId102" Type="http://schemas.openxmlformats.org/officeDocument/2006/relationships/customXml" Target="../ink/ink1086.xml"/><Relationship Id="rId123" Type="http://schemas.openxmlformats.org/officeDocument/2006/relationships/image" Target="../media/image1068.png"/><Relationship Id="rId144" Type="http://schemas.openxmlformats.org/officeDocument/2006/relationships/customXml" Target="../ink/ink1107.xml"/><Relationship Id="rId90" Type="http://schemas.openxmlformats.org/officeDocument/2006/relationships/customXml" Target="../ink/ink1080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39.png"/><Relationship Id="rId21" Type="http://schemas.openxmlformats.org/officeDocument/2006/relationships/image" Target="../media/image1091.png"/><Relationship Id="rId42" Type="http://schemas.openxmlformats.org/officeDocument/2006/relationships/customXml" Target="../ink/ink1130.xml"/><Relationship Id="rId63" Type="http://schemas.openxmlformats.org/officeDocument/2006/relationships/image" Target="../media/image1112.png"/><Relationship Id="rId84" Type="http://schemas.openxmlformats.org/officeDocument/2006/relationships/customXml" Target="../ink/ink1151.xml"/><Relationship Id="rId138" Type="http://schemas.openxmlformats.org/officeDocument/2006/relationships/customXml" Target="../ink/ink1178.xml"/><Relationship Id="rId107" Type="http://schemas.openxmlformats.org/officeDocument/2006/relationships/image" Target="../media/image1134.png"/><Relationship Id="rId11" Type="http://schemas.openxmlformats.org/officeDocument/2006/relationships/image" Target="../media/image1086.png"/><Relationship Id="rId32" Type="http://schemas.openxmlformats.org/officeDocument/2006/relationships/customXml" Target="../ink/ink1125.xml"/><Relationship Id="rId53" Type="http://schemas.openxmlformats.org/officeDocument/2006/relationships/image" Target="../media/image1107.png"/><Relationship Id="rId74" Type="http://schemas.openxmlformats.org/officeDocument/2006/relationships/customXml" Target="../ink/ink1146.xml"/><Relationship Id="rId128" Type="http://schemas.openxmlformats.org/officeDocument/2006/relationships/customXml" Target="../ink/ink1173.xml"/><Relationship Id="rId149" Type="http://schemas.openxmlformats.org/officeDocument/2006/relationships/image" Target="../media/image1155.png"/><Relationship Id="rId5" Type="http://schemas.openxmlformats.org/officeDocument/2006/relationships/image" Target="../media/image1083.png"/><Relationship Id="rId95" Type="http://schemas.openxmlformats.org/officeDocument/2006/relationships/image" Target="../media/image1128.png"/><Relationship Id="rId22" Type="http://schemas.openxmlformats.org/officeDocument/2006/relationships/customXml" Target="../ink/ink1120.xml"/><Relationship Id="rId27" Type="http://schemas.openxmlformats.org/officeDocument/2006/relationships/image" Target="../media/image1094.png"/><Relationship Id="rId43" Type="http://schemas.openxmlformats.org/officeDocument/2006/relationships/image" Target="../media/image1102.png"/><Relationship Id="rId48" Type="http://schemas.openxmlformats.org/officeDocument/2006/relationships/customXml" Target="../ink/ink1133.xml"/><Relationship Id="rId64" Type="http://schemas.openxmlformats.org/officeDocument/2006/relationships/customXml" Target="../ink/ink1141.xml"/><Relationship Id="rId69" Type="http://schemas.openxmlformats.org/officeDocument/2006/relationships/image" Target="../media/image1115.png"/><Relationship Id="rId113" Type="http://schemas.openxmlformats.org/officeDocument/2006/relationships/image" Target="../media/image1137.png"/><Relationship Id="rId118" Type="http://schemas.openxmlformats.org/officeDocument/2006/relationships/customXml" Target="../ink/ink1168.xml"/><Relationship Id="rId134" Type="http://schemas.openxmlformats.org/officeDocument/2006/relationships/customXml" Target="../ink/ink1176.xml"/><Relationship Id="rId139" Type="http://schemas.openxmlformats.org/officeDocument/2006/relationships/image" Target="../media/image1150.png"/><Relationship Id="rId80" Type="http://schemas.openxmlformats.org/officeDocument/2006/relationships/customXml" Target="../ink/ink1149.xml"/><Relationship Id="rId85" Type="http://schemas.openxmlformats.org/officeDocument/2006/relationships/image" Target="../media/image1123.png"/><Relationship Id="rId150" Type="http://schemas.openxmlformats.org/officeDocument/2006/relationships/customXml" Target="../ink/ink1184.xml"/><Relationship Id="rId12" Type="http://schemas.openxmlformats.org/officeDocument/2006/relationships/customXml" Target="../ink/ink1115.xml"/><Relationship Id="rId17" Type="http://schemas.openxmlformats.org/officeDocument/2006/relationships/image" Target="../media/image1089.png"/><Relationship Id="rId33" Type="http://schemas.openxmlformats.org/officeDocument/2006/relationships/image" Target="../media/image1097.png"/><Relationship Id="rId38" Type="http://schemas.openxmlformats.org/officeDocument/2006/relationships/customXml" Target="../ink/ink1128.xml"/><Relationship Id="rId59" Type="http://schemas.openxmlformats.org/officeDocument/2006/relationships/image" Target="../media/image1110.png"/><Relationship Id="rId103" Type="http://schemas.openxmlformats.org/officeDocument/2006/relationships/image" Target="../media/image1132.png"/><Relationship Id="rId108" Type="http://schemas.openxmlformats.org/officeDocument/2006/relationships/customXml" Target="../ink/ink1163.xml"/><Relationship Id="rId124" Type="http://schemas.openxmlformats.org/officeDocument/2006/relationships/customXml" Target="../ink/ink1171.xml"/><Relationship Id="rId129" Type="http://schemas.openxmlformats.org/officeDocument/2006/relationships/image" Target="../media/image1145.png"/><Relationship Id="rId54" Type="http://schemas.openxmlformats.org/officeDocument/2006/relationships/customXml" Target="../ink/ink1136.xml"/><Relationship Id="rId70" Type="http://schemas.openxmlformats.org/officeDocument/2006/relationships/customXml" Target="../ink/ink1144.xml"/><Relationship Id="rId75" Type="http://schemas.openxmlformats.org/officeDocument/2006/relationships/image" Target="../media/image1118.png"/><Relationship Id="rId91" Type="http://schemas.openxmlformats.org/officeDocument/2006/relationships/image" Target="../media/image1126.png"/><Relationship Id="rId96" Type="http://schemas.openxmlformats.org/officeDocument/2006/relationships/customXml" Target="../ink/ink1157.xml"/><Relationship Id="rId140" Type="http://schemas.openxmlformats.org/officeDocument/2006/relationships/customXml" Target="../ink/ink1179.xml"/><Relationship Id="rId145" Type="http://schemas.openxmlformats.org/officeDocument/2006/relationships/image" Target="../media/image115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12.xml"/><Relationship Id="rId23" Type="http://schemas.openxmlformats.org/officeDocument/2006/relationships/image" Target="../media/image1092.png"/><Relationship Id="rId28" Type="http://schemas.openxmlformats.org/officeDocument/2006/relationships/customXml" Target="../ink/ink1123.xml"/><Relationship Id="rId49" Type="http://schemas.openxmlformats.org/officeDocument/2006/relationships/image" Target="../media/image1105.png"/><Relationship Id="rId114" Type="http://schemas.openxmlformats.org/officeDocument/2006/relationships/customXml" Target="../ink/ink1166.xml"/><Relationship Id="rId119" Type="http://schemas.openxmlformats.org/officeDocument/2006/relationships/image" Target="../media/image1140.png"/><Relationship Id="rId44" Type="http://schemas.openxmlformats.org/officeDocument/2006/relationships/customXml" Target="../ink/ink1131.xml"/><Relationship Id="rId60" Type="http://schemas.openxmlformats.org/officeDocument/2006/relationships/customXml" Target="../ink/ink1139.xml"/><Relationship Id="rId65" Type="http://schemas.openxmlformats.org/officeDocument/2006/relationships/image" Target="../media/image1113.png"/><Relationship Id="rId81" Type="http://schemas.openxmlformats.org/officeDocument/2006/relationships/image" Target="../media/image1121.png"/><Relationship Id="rId86" Type="http://schemas.openxmlformats.org/officeDocument/2006/relationships/customXml" Target="../ink/ink1152.xml"/><Relationship Id="rId130" Type="http://schemas.openxmlformats.org/officeDocument/2006/relationships/customXml" Target="../ink/ink1174.xml"/><Relationship Id="rId135" Type="http://schemas.openxmlformats.org/officeDocument/2006/relationships/image" Target="../media/image1148.png"/><Relationship Id="rId151" Type="http://schemas.openxmlformats.org/officeDocument/2006/relationships/image" Target="../media/image1156.png"/><Relationship Id="rId13" Type="http://schemas.openxmlformats.org/officeDocument/2006/relationships/image" Target="../media/image1087.png"/><Relationship Id="rId18" Type="http://schemas.openxmlformats.org/officeDocument/2006/relationships/customXml" Target="../ink/ink1118.xml"/><Relationship Id="rId39" Type="http://schemas.openxmlformats.org/officeDocument/2006/relationships/image" Target="../media/image1100.png"/><Relationship Id="rId109" Type="http://schemas.openxmlformats.org/officeDocument/2006/relationships/image" Target="../media/image1135.png"/><Relationship Id="rId34" Type="http://schemas.openxmlformats.org/officeDocument/2006/relationships/customXml" Target="../ink/ink1126.xml"/><Relationship Id="rId50" Type="http://schemas.openxmlformats.org/officeDocument/2006/relationships/customXml" Target="../ink/ink1134.xml"/><Relationship Id="rId55" Type="http://schemas.openxmlformats.org/officeDocument/2006/relationships/image" Target="../media/image1108.png"/><Relationship Id="rId76" Type="http://schemas.openxmlformats.org/officeDocument/2006/relationships/customXml" Target="../ink/ink1147.xml"/><Relationship Id="rId97" Type="http://schemas.openxmlformats.org/officeDocument/2006/relationships/image" Target="../media/image1129.png"/><Relationship Id="rId104" Type="http://schemas.openxmlformats.org/officeDocument/2006/relationships/customXml" Target="../ink/ink1161.xml"/><Relationship Id="rId120" Type="http://schemas.openxmlformats.org/officeDocument/2006/relationships/customXml" Target="../ink/ink1169.xml"/><Relationship Id="rId125" Type="http://schemas.openxmlformats.org/officeDocument/2006/relationships/image" Target="../media/image1143.png"/><Relationship Id="rId141" Type="http://schemas.openxmlformats.org/officeDocument/2006/relationships/image" Target="../media/image1151.png"/><Relationship Id="rId146" Type="http://schemas.openxmlformats.org/officeDocument/2006/relationships/customXml" Target="../ink/ink1182.xml"/><Relationship Id="rId7" Type="http://schemas.openxmlformats.org/officeDocument/2006/relationships/image" Target="../media/image1084.png"/><Relationship Id="rId71" Type="http://schemas.openxmlformats.org/officeDocument/2006/relationships/image" Target="../media/image1116.png"/><Relationship Id="rId92" Type="http://schemas.openxmlformats.org/officeDocument/2006/relationships/customXml" Target="../ink/ink1155.xml"/><Relationship Id="rId2" Type="http://schemas.openxmlformats.org/officeDocument/2006/relationships/customXml" Target="../ink/ink1110.xml"/><Relationship Id="rId29" Type="http://schemas.openxmlformats.org/officeDocument/2006/relationships/image" Target="../media/image1095.png"/><Relationship Id="rId24" Type="http://schemas.openxmlformats.org/officeDocument/2006/relationships/customXml" Target="../ink/ink1121.xml"/><Relationship Id="rId40" Type="http://schemas.openxmlformats.org/officeDocument/2006/relationships/customXml" Target="../ink/ink1129.xml"/><Relationship Id="rId45" Type="http://schemas.openxmlformats.org/officeDocument/2006/relationships/image" Target="../media/image1103.png"/><Relationship Id="rId66" Type="http://schemas.openxmlformats.org/officeDocument/2006/relationships/customXml" Target="../ink/ink1142.xml"/><Relationship Id="rId87" Type="http://schemas.openxmlformats.org/officeDocument/2006/relationships/image" Target="../media/image1124.png"/><Relationship Id="rId110" Type="http://schemas.openxmlformats.org/officeDocument/2006/relationships/customXml" Target="../ink/ink1164.xml"/><Relationship Id="rId115" Type="http://schemas.openxmlformats.org/officeDocument/2006/relationships/image" Target="../media/image1138.png"/><Relationship Id="rId131" Type="http://schemas.openxmlformats.org/officeDocument/2006/relationships/image" Target="../media/image1146.png"/><Relationship Id="rId136" Type="http://schemas.openxmlformats.org/officeDocument/2006/relationships/customXml" Target="../ink/ink1177.xml"/><Relationship Id="rId61" Type="http://schemas.openxmlformats.org/officeDocument/2006/relationships/image" Target="../media/image1111.png"/><Relationship Id="rId82" Type="http://schemas.openxmlformats.org/officeDocument/2006/relationships/customXml" Target="../ink/ink1150.xml"/><Relationship Id="rId152" Type="http://schemas.openxmlformats.org/officeDocument/2006/relationships/customXml" Target="../ink/ink1185.xml"/><Relationship Id="rId19" Type="http://schemas.openxmlformats.org/officeDocument/2006/relationships/image" Target="../media/image1090.png"/><Relationship Id="rId14" Type="http://schemas.openxmlformats.org/officeDocument/2006/relationships/customXml" Target="../ink/ink1116.xml"/><Relationship Id="rId30" Type="http://schemas.openxmlformats.org/officeDocument/2006/relationships/customXml" Target="../ink/ink1124.xml"/><Relationship Id="rId35" Type="http://schemas.openxmlformats.org/officeDocument/2006/relationships/image" Target="../media/image1098.png"/><Relationship Id="rId56" Type="http://schemas.openxmlformats.org/officeDocument/2006/relationships/customXml" Target="../ink/ink1137.xml"/><Relationship Id="rId77" Type="http://schemas.openxmlformats.org/officeDocument/2006/relationships/image" Target="../media/image1119.png"/><Relationship Id="rId100" Type="http://schemas.openxmlformats.org/officeDocument/2006/relationships/customXml" Target="../ink/ink1159.xml"/><Relationship Id="rId105" Type="http://schemas.openxmlformats.org/officeDocument/2006/relationships/image" Target="../media/image1133.png"/><Relationship Id="rId126" Type="http://schemas.openxmlformats.org/officeDocument/2006/relationships/customXml" Target="../ink/ink1172.xml"/><Relationship Id="rId147" Type="http://schemas.openxmlformats.org/officeDocument/2006/relationships/image" Target="../media/image1154.png"/><Relationship Id="rId8" Type="http://schemas.openxmlformats.org/officeDocument/2006/relationships/customXml" Target="../ink/ink1113.xml"/><Relationship Id="rId51" Type="http://schemas.openxmlformats.org/officeDocument/2006/relationships/image" Target="../media/image1106.png"/><Relationship Id="rId72" Type="http://schemas.openxmlformats.org/officeDocument/2006/relationships/customXml" Target="../ink/ink1145.xml"/><Relationship Id="rId93" Type="http://schemas.openxmlformats.org/officeDocument/2006/relationships/image" Target="../media/image1127.png"/><Relationship Id="rId98" Type="http://schemas.openxmlformats.org/officeDocument/2006/relationships/customXml" Target="../ink/ink1158.xml"/><Relationship Id="rId121" Type="http://schemas.openxmlformats.org/officeDocument/2006/relationships/image" Target="../media/image1141.png"/><Relationship Id="rId142" Type="http://schemas.openxmlformats.org/officeDocument/2006/relationships/customXml" Target="../ink/ink1180.xml"/><Relationship Id="rId3" Type="http://schemas.openxmlformats.org/officeDocument/2006/relationships/image" Target="../media/image1082.png"/><Relationship Id="rId25" Type="http://schemas.openxmlformats.org/officeDocument/2006/relationships/image" Target="../media/image1093.png"/><Relationship Id="rId46" Type="http://schemas.openxmlformats.org/officeDocument/2006/relationships/customXml" Target="../ink/ink1132.xml"/><Relationship Id="rId67" Type="http://schemas.openxmlformats.org/officeDocument/2006/relationships/image" Target="../media/image1114.png"/><Relationship Id="rId116" Type="http://schemas.openxmlformats.org/officeDocument/2006/relationships/customXml" Target="../ink/ink1167.xml"/><Relationship Id="rId137" Type="http://schemas.openxmlformats.org/officeDocument/2006/relationships/image" Target="../media/image1149.png"/><Relationship Id="rId20" Type="http://schemas.openxmlformats.org/officeDocument/2006/relationships/customXml" Target="../ink/ink1119.xml"/><Relationship Id="rId41" Type="http://schemas.openxmlformats.org/officeDocument/2006/relationships/image" Target="../media/image1101.png"/><Relationship Id="rId62" Type="http://schemas.openxmlformats.org/officeDocument/2006/relationships/customXml" Target="../ink/ink1140.xml"/><Relationship Id="rId83" Type="http://schemas.openxmlformats.org/officeDocument/2006/relationships/image" Target="../media/image1122.png"/><Relationship Id="rId88" Type="http://schemas.openxmlformats.org/officeDocument/2006/relationships/customXml" Target="../ink/ink1153.xml"/><Relationship Id="rId111" Type="http://schemas.openxmlformats.org/officeDocument/2006/relationships/image" Target="../media/image1136.png"/><Relationship Id="rId132" Type="http://schemas.openxmlformats.org/officeDocument/2006/relationships/customXml" Target="../ink/ink1175.xml"/><Relationship Id="rId153" Type="http://schemas.openxmlformats.org/officeDocument/2006/relationships/image" Target="../media/image1157.png"/><Relationship Id="rId15" Type="http://schemas.openxmlformats.org/officeDocument/2006/relationships/image" Target="../media/image1088.png"/><Relationship Id="rId36" Type="http://schemas.openxmlformats.org/officeDocument/2006/relationships/customXml" Target="../ink/ink1127.xml"/><Relationship Id="rId57" Type="http://schemas.openxmlformats.org/officeDocument/2006/relationships/image" Target="../media/image1109.png"/><Relationship Id="rId106" Type="http://schemas.openxmlformats.org/officeDocument/2006/relationships/customXml" Target="../ink/ink1162.xml"/><Relationship Id="rId127" Type="http://schemas.openxmlformats.org/officeDocument/2006/relationships/image" Target="../media/image1144.png"/><Relationship Id="rId10" Type="http://schemas.openxmlformats.org/officeDocument/2006/relationships/customXml" Target="../ink/ink1114.xml"/><Relationship Id="rId31" Type="http://schemas.openxmlformats.org/officeDocument/2006/relationships/image" Target="../media/image1096.png"/><Relationship Id="rId52" Type="http://schemas.openxmlformats.org/officeDocument/2006/relationships/customXml" Target="../ink/ink1135.xml"/><Relationship Id="rId73" Type="http://schemas.openxmlformats.org/officeDocument/2006/relationships/image" Target="../media/image1117.png"/><Relationship Id="rId78" Type="http://schemas.openxmlformats.org/officeDocument/2006/relationships/customXml" Target="../ink/ink1148.xml"/><Relationship Id="rId94" Type="http://schemas.openxmlformats.org/officeDocument/2006/relationships/customXml" Target="../ink/ink1156.xml"/><Relationship Id="rId99" Type="http://schemas.openxmlformats.org/officeDocument/2006/relationships/image" Target="../media/image1130.png"/><Relationship Id="rId101" Type="http://schemas.openxmlformats.org/officeDocument/2006/relationships/image" Target="../media/image1131.png"/><Relationship Id="rId122" Type="http://schemas.openxmlformats.org/officeDocument/2006/relationships/customXml" Target="../ink/ink1170.xml"/><Relationship Id="rId143" Type="http://schemas.openxmlformats.org/officeDocument/2006/relationships/image" Target="../media/image1152.png"/><Relationship Id="rId148" Type="http://schemas.openxmlformats.org/officeDocument/2006/relationships/customXml" Target="../ink/ink1183.xml"/><Relationship Id="rId4" Type="http://schemas.openxmlformats.org/officeDocument/2006/relationships/customXml" Target="../ink/ink1111.xml"/><Relationship Id="rId9" Type="http://schemas.openxmlformats.org/officeDocument/2006/relationships/image" Target="../media/image1085.png"/><Relationship Id="rId26" Type="http://schemas.openxmlformats.org/officeDocument/2006/relationships/customXml" Target="../ink/ink1122.xml"/><Relationship Id="rId47" Type="http://schemas.openxmlformats.org/officeDocument/2006/relationships/image" Target="../media/image1104.png"/><Relationship Id="rId68" Type="http://schemas.openxmlformats.org/officeDocument/2006/relationships/customXml" Target="../ink/ink1143.xml"/><Relationship Id="rId89" Type="http://schemas.openxmlformats.org/officeDocument/2006/relationships/image" Target="../media/image1125.png"/><Relationship Id="rId112" Type="http://schemas.openxmlformats.org/officeDocument/2006/relationships/customXml" Target="../ink/ink1165.xml"/><Relationship Id="rId133" Type="http://schemas.openxmlformats.org/officeDocument/2006/relationships/image" Target="../media/image1147.png"/><Relationship Id="rId16" Type="http://schemas.openxmlformats.org/officeDocument/2006/relationships/customXml" Target="../ink/ink1117.xml"/><Relationship Id="rId37" Type="http://schemas.openxmlformats.org/officeDocument/2006/relationships/image" Target="../media/image1099.png"/><Relationship Id="rId58" Type="http://schemas.openxmlformats.org/officeDocument/2006/relationships/customXml" Target="../ink/ink1138.xml"/><Relationship Id="rId79" Type="http://schemas.openxmlformats.org/officeDocument/2006/relationships/image" Target="../media/image1120.png"/><Relationship Id="rId102" Type="http://schemas.openxmlformats.org/officeDocument/2006/relationships/customXml" Target="../ink/ink1160.xml"/><Relationship Id="rId123" Type="http://schemas.openxmlformats.org/officeDocument/2006/relationships/image" Target="../media/image1142.png"/><Relationship Id="rId144" Type="http://schemas.openxmlformats.org/officeDocument/2006/relationships/customXml" Target="../ink/ink1181.xml"/><Relationship Id="rId90" Type="http://schemas.openxmlformats.org/officeDocument/2006/relationships/customXml" Target="../ink/ink1154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10.png"/><Relationship Id="rId299" Type="http://schemas.openxmlformats.org/officeDocument/2006/relationships/image" Target="../media/image1301.png"/><Relationship Id="rId21" Type="http://schemas.openxmlformats.org/officeDocument/2006/relationships/image" Target="../media/image152.png"/><Relationship Id="rId63" Type="http://schemas.openxmlformats.org/officeDocument/2006/relationships/image" Target="../media/image1183.png"/><Relationship Id="rId159" Type="http://schemas.openxmlformats.org/officeDocument/2006/relationships/image" Target="../media/image1231.png"/><Relationship Id="rId324" Type="http://schemas.openxmlformats.org/officeDocument/2006/relationships/customXml" Target="../ink/ink1348.xml"/><Relationship Id="rId366" Type="http://schemas.openxmlformats.org/officeDocument/2006/relationships/customXml" Target="../ink/ink1369.xml"/><Relationship Id="rId170" Type="http://schemas.openxmlformats.org/officeDocument/2006/relationships/customXml" Target="../ink/ink1271.xml"/><Relationship Id="rId226" Type="http://schemas.openxmlformats.org/officeDocument/2006/relationships/customXml" Target="../ink/ink1299.xml"/><Relationship Id="rId433" Type="http://schemas.openxmlformats.org/officeDocument/2006/relationships/customXml" Target="../ink/ink1404.xml"/><Relationship Id="rId268" Type="http://schemas.openxmlformats.org/officeDocument/2006/relationships/customXml" Target="../ink/ink1320.xml"/><Relationship Id="rId32" Type="http://schemas.openxmlformats.org/officeDocument/2006/relationships/customXml" Target="../ink/ink1202.xml"/><Relationship Id="rId74" Type="http://schemas.openxmlformats.org/officeDocument/2006/relationships/customXml" Target="../ink/ink1223.xml"/><Relationship Id="rId128" Type="http://schemas.openxmlformats.org/officeDocument/2006/relationships/customXml" Target="../ink/ink1250.xml"/><Relationship Id="rId335" Type="http://schemas.openxmlformats.org/officeDocument/2006/relationships/image" Target="../media/image1319.png"/><Relationship Id="rId377" Type="http://schemas.openxmlformats.org/officeDocument/2006/relationships/image" Target="../media/image1339.png"/><Relationship Id="rId5" Type="http://schemas.openxmlformats.org/officeDocument/2006/relationships/image" Target="../media/image1159.png"/><Relationship Id="rId181" Type="http://schemas.openxmlformats.org/officeDocument/2006/relationships/image" Target="../media/image1242.png"/><Relationship Id="rId237" Type="http://schemas.openxmlformats.org/officeDocument/2006/relationships/image" Target="../media/image1270.png"/><Relationship Id="rId402" Type="http://schemas.openxmlformats.org/officeDocument/2006/relationships/customXml" Target="../ink/ink1387.xml"/><Relationship Id="rId279" Type="http://schemas.openxmlformats.org/officeDocument/2006/relationships/image" Target="../media/image1291.png"/><Relationship Id="rId444" Type="http://schemas.openxmlformats.org/officeDocument/2006/relationships/image" Target="../media/image1371.png"/><Relationship Id="rId43" Type="http://schemas.openxmlformats.org/officeDocument/2006/relationships/image" Target="../media/image1173.png"/><Relationship Id="rId139" Type="http://schemas.openxmlformats.org/officeDocument/2006/relationships/image" Target="../media/image1221.png"/><Relationship Id="rId290" Type="http://schemas.openxmlformats.org/officeDocument/2006/relationships/customXml" Target="../ink/ink1331.xml"/><Relationship Id="rId304" Type="http://schemas.openxmlformats.org/officeDocument/2006/relationships/customXml" Target="../ink/ink1338.xml"/><Relationship Id="rId346" Type="http://schemas.openxmlformats.org/officeDocument/2006/relationships/customXml" Target="../ink/ink1359.xml"/><Relationship Id="rId388" Type="http://schemas.openxmlformats.org/officeDocument/2006/relationships/customXml" Target="../ink/ink1380.xml"/><Relationship Id="rId85" Type="http://schemas.openxmlformats.org/officeDocument/2006/relationships/image" Target="../media/image1194.png"/><Relationship Id="rId150" Type="http://schemas.openxmlformats.org/officeDocument/2006/relationships/customXml" Target="../ink/ink1261.xml"/><Relationship Id="rId192" Type="http://schemas.openxmlformats.org/officeDocument/2006/relationships/customXml" Target="../ink/ink1282.xml"/><Relationship Id="rId206" Type="http://schemas.openxmlformats.org/officeDocument/2006/relationships/customXml" Target="../ink/ink1289.xml"/><Relationship Id="rId413" Type="http://schemas.openxmlformats.org/officeDocument/2006/relationships/image" Target="../media/image1357.png"/><Relationship Id="rId248" Type="http://schemas.openxmlformats.org/officeDocument/2006/relationships/customXml" Target="../ink/ink1310.xml"/><Relationship Id="rId455" Type="http://schemas.openxmlformats.org/officeDocument/2006/relationships/customXml" Target="../ink/ink1415.xml"/><Relationship Id="rId12" Type="http://schemas.openxmlformats.org/officeDocument/2006/relationships/customXml" Target="../ink/ink1191.xml"/><Relationship Id="rId108" Type="http://schemas.openxmlformats.org/officeDocument/2006/relationships/customXml" Target="../ink/ink1240.xml"/><Relationship Id="rId315" Type="http://schemas.openxmlformats.org/officeDocument/2006/relationships/image" Target="../media/image1309.png"/><Relationship Id="rId357" Type="http://schemas.openxmlformats.org/officeDocument/2006/relationships/image" Target="../media/image1330.png"/><Relationship Id="rId54" Type="http://schemas.openxmlformats.org/officeDocument/2006/relationships/customXml" Target="../ink/ink1213.xml"/><Relationship Id="rId96" Type="http://schemas.openxmlformats.org/officeDocument/2006/relationships/customXml" Target="../ink/ink1234.xml"/><Relationship Id="rId161" Type="http://schemas.openxmlformats.org/officeDocument/2006/relationships/image" Target="../media/image1232.png"/><Relationship Id="rId217" Type="http://schemas.openxmlformats.org/officeDocument/2006/relationships/image" Target="../media/image1260.png"/><Relationship Id="rId399" Type="http://schemas.openxmlformats.org/officeDocument/2006/relationships/image" Target="../media/image1350.png"/><Relationship Id="rId259" Type="http://schemas.openxmlformats.org/officeDocument/2006/relationships/image" Target="../media/image1281.png"/><Relationship Id="rId424" Type="http://schemas.openxmlformats.org/officeDocument/2006/relationships/customXml" Target="../ink/ink1399.xml"/><Relationship Id="rId23" Type="http://schemas.openxmlformats.org/officeDocument/2006/relationships/customXml" Target="../ink/ink1197.xml"/><Relationship Id="rId119" Type="http://schemas.openxmlformats.org/officeDocument/2006/relationships/image" Target="../media/image1211.png"/><Relationship Id="rId270" Type="http://schemas.openxmlformats.org/officeDocument/2006/relationships/customXml" Target="../ink/ink1321.xml"/><Relationship Id="rId326" Type="http://schemas.openxmlformats.org/officeDocument/2006/relationships/customXml" Target="../ink/ink1349.xml"/><Relationship Id="rId65" Type="http://schemas.openxmlformats.org/officeDocument/2006/relationships/image" Target="../media/image1184.png"/><Relationship Id="rId130" Type="http://schemas.openxmlformats.org/officeDocument/2006/relationships/customXml" Target="../ink/ink1251.xml"/><Relationship Id="rId368" Type="http://schemas.openxmlformats.org/officeDocument/2006/relationships/customXml" Target="../ink/ink1370.xml"/><Relationship Id="rId172" Type="http://schemas.openxmlformats.org/officeDocument/2006/relationships/customXml" Target="../ink/ink1272.xml"/><Relationship Id="rId228" Type="http://schemas.openxmlformats.org/officeDocument/2006/relationships/customXml" Target="../ink/ink1300.xml"/><Relationship Id="rId435" Type="http://schemas.openxmlformats.org/officeDocument/2006/relationships/customXml" Target="../ink/ink1405.xml"/><Relationship Id="rId281" Type="http://schemas.openxmlformats.org/officeDocument/2006/relationships/image" Target="../media/image1292.png"/><Relationship Id="rId337" Type="http://schemas.openxmlformats.org/officeDocument/2006/relationships/image" Target="../media/image1320.png"/><Relationship Id="rId34" Type="http://schemas.openxmlformats.org/officeDocument/2006/relationships/customXml" Target="../ink/ink1203.xml"/><Relationship Id="rId76" Type="http://schemas.openxmlformats.org/officeDocument/2006/relationships/customXml" Target="../ink/ink1224.xml"/><Relationship Id="rId141" Type="http://schemas.openxmlformats.org/officeDocument/2006/relationships/image" Target="../media/image1222.png"/><Relationship Id="rId379" Type="http://schemas.openxmlformats.org/officeDocument/2006/relationships/image" Target="../media/image1340.png"/><Relationship Id="rId7" Type="http://schemas.openxmlformats.org/officeDocument/2006/relationships/image" Target="../media/image1160.png"/><Relationship Id="rId183" Type="http://schemas.openxmlformats.org/officeDocument/2006/relationships/image" Target="../media/image1243.png"/><Relationship Id="rId239" Type="http://schemas.openxmlformats.org/officeDocument/2006/relationships/image" Target="../media/image1271.png"/><Relationship Id="rId390" Type="http://schemas.openxmlformats.org/officeDocument/2006/relationships/customXml" Target="../ink/ink1381.xml"/><Relationship Id="rId404" Type="http://schemas.openxmlformats.org/officeDocument/2006/relationships/customXml" Target="../ink/ink1388.xml"/><Relationship Id="rId446" Type="http://schemas.openxmlformats.org/officeDocument/2006/relationships/image" Target="../media/image1372.png"/><Relationship Id="rId250" Type="http://schemas.openxmlformats.org/officeDocument/2006/relationships/customXml" Target="../ink/ink1311.xml"/><Relationship Id="rId292" Type="http://schemas.openxmlformats.org/officeDocument/2006/relationships/customXml" Target="../ink/ink1332.xml"/><Relationship Id="rId306" Type="http://schemas.openxmlformats.org/officeDocument/2006/relationships/customXml" Target="../ink/ink1339.xml"/><Relationship Id="rId45" Type="http://schemas.openxmlformats.org/officeDocument/2006/relationships/image" Target="../media/image1174.png"/><Relationship Id="rId87" Type="http://schemas.openxmlformats.org/officeDocument/2006/relationships/image" Target="../media/image1195.png"/><Relationship Id="rId110" Type="http://schemas.openxmlformats.org/officeDocument/2006/relationships/customXml" Target="../ink/ink1241.xml"/><Relationship Id="rId348" Type="http://schemas.openxmlformats.org/officeDocument/2006/relationships/customXml" Target="../ink/ink1360.xml"/><Relationship Id="rId152" Type="http://schemas.openxmlformats.org/officeDocument/2006/relationships/customXml" Target="../ink/ink1262.xml"/><Relationship Id="rId194" Type="http://schemas.openxmlformats.org/officeDocument/2006/relationships/customXml" Target="../ink/ink1283.xml"/><Relationship Id="rId208" Type="http://schemas.openxmlformats.org/officeDocument/2006/relationships/customXml" Target="../ink/ink1290.xml"/><Relationship Id="rId415" Type="http://schemas.openxmlformats.org/officeDocument/2006/relationships/customXml" Target="../ink/ink1394.xml"/><Relationship Id="rId457" Type="http://schemas.openxmlformats.org/officeDocument/2006/relationships/customXml" Target="../ink/ink1416.xml"/><Relationship Id="rId261" Type="http://schemas.openxmlformats.org/officeDocument/2006/relationships/image" Target="../media/image1282.png"/><Relationship Id="rId14" Type="http://schemas.openxmlformats.org/officeDocument/2006/relationships/customXml" Target="../ink/ink1192.xml"/><Relationship Id="rId56" Type="http://schemas.openxmlformats.org/officeDocument/2006/relationships/customXml" Target="../ink/ink1214.xml"/><Relationship Id="rId317" Type="http://schemas.openxmlformats.org/officeDocument/2006/relationships/image" Target="../media/image1310.png"/><Relationship Id="rId359" Type="http://schemas.openxmlformats.org/officeDocument/2006/relationships/image" Target="../media/image1331.png"/><Relationship Id="rId98" Type="http://schemas.openxmlformats.org/officeDocument/2006/relationships/customXml" Target="../ink/ink1235.xml"/><Relationship Id="rId121" Type="http://schemas.openxmlformats.org/officeDocument/2006/relationships/image" Target="../media/image1212.png"/><Relationship Id="rId163" Type="http://schemas.openxmlformats.org/officeDocument/2006/relationships/image" Target="../media/image1233.png"/><Relationship Id="rId219" Type="http://schemas.openxmlformats.org/officeDocument/2006/relationships/image" Target="../media/image1261.png"/><Relationship Id="rId370" Type="http://schemas.openxmlformats.org/officeDocument/2006/relationships/customXml" Target="../ink/ink1371.xml"/><Relationship Id="rId426" Type="http://schemas.openxmlformats.org/officeDocument/2006/relationships/customXml" Target="../ink/ink1400.xml"/><Relationship Id="rId230" Type="http://schemas.openxmlformats.org/officeDocument/2006/relationships/customXml" Target="../ink/ink1301.xml"/><Relationship Id="rId25" Type="http://schemas.openxmlformats.org/officeDocument/2006/relationships/customXml" Target="../ink/ink1198.xml"/><Relationship Id="rId67" Type="http://schemas.openxmlformats.org/officeDocument/2006/relationships/image" Target="../media/image1185.png"/><Relationship Id="rId272" Type="http://schemas.openxmlformats.org/officeDocument/2006/relationships/customXml" Target="../ink/ink1322.xml"/><Relationship Id="rId328" Type="http://schemas.openxmlformats.org/officeDocument/2006/relationships/customXml" Target="../ink/ink1350.xml"/><Relationship Id="rId132" Type="http://schemas.openxmlformats.org/officeDocument/2006/relationships/customXml" Target="../ink/ink1252.xml"/><Relationship Id="rId174" Type="http://schemas.openxmlformats.org/officeDocument/2006/relationships/customXml" Target="../ink/ink1273.xml"/><Relationship Id="rId381" Type="http://schemas.openxmlformats.org/officeDocument/2006/relationships/image" Target="../media/image1341.png"/><Relationship Id="rId241" Type="http://schemas.openxmlformats.org/officeDocument/2006/relationships/image" Target="../media/image1272.png"/><Relationship Id="rId437" Type="http://schemas.openxmlformats.org/officeDocument/2006/relationships/customXml" Target="../ink/ink1406.xml"/><Relationship Id="rId36" Type="http://schemas.openxmlformats.org/officeDocument/2006/relationships/customXml" Target="../ink/ink1204.xml"/><Relationship Id="rId283" Type="http://schemas.openxmlformats.org/officeDocument/2006/relationships/image" Target="../media/image1293.png"/><Relationship Id="rId339" Type="http://schemas.openxmlformats.org/officeDocument/2006/relationships/image" Target="../media/image1321.png"/><Relationship Id="rId78" Type="http://schemas.openxmlformats.org/officeDocument/2006/relationships/customXml" Target="../ink/ink1225.xml"/><Relationship Id="rId101" Type="http://schemas.openxmlformats.org/officeDocument/2006/relationships/image" Target="../media/image1202.png"/><Relationship Id="rId143" Type="http://schemas.openxmlformats.org/officeDocument/2006/relationships/image" Target="../media/image1223.png"/><Relationship Id="rId185" Type="http://schemas.openxmlformats.org/officeDocument/2006/relationships/image" Target="../media/image1244.png"/><Relationship Id="rId350" Type="http://schemas.openxmlformats.org/officeDocument/2006/relationships/customXml" Target="../ink/ink1361.xml"/><Relationship Id="rId406" Type="http://schemas.openxmlformats.org/officeDocument/2006/relationships/customXml" Target="../ink/ink1389.xml"/><Relationship Id="rId9" Type="http://schemas.openxmlformats.org/officeDocument/2006/relationships/image" Target="../media/image1161.png"/><Relationship Id="rId210" Type="http://schemas.openxmlformats.org/officeDocument/2006/relationships/customXml" Target="../ink/ink1291.xml"/><Relationship Id="rId392" Type="http://schemas.openxmlformats.org/officeDocument/2006/relationships/customXml" Target="../ink/ink1382.xml"/><Relationship Id="rId448" Type="http://schemas.openxmlformats.org/officeDocument/2006/relationships/image" Target="../media/image1373.png"/><Relationship Id="rId252" Type="http://schemas.openxmlformats.org/officeDocument/2006/relationships/customXml" Target="../ink/ink1312.xml"/><Relationship Id="rId294" Type="http://schemas.openxmlformats.org/officeDocument/2006/relationships/customXml" Target="../ink/ink1333.xml"/><Relationship Id="rId308" Type="http://schemas.openxmlformats.org/officeDocument/2006/relationships/customXml" Target="../ink/ink1340.xml"/><Relationship Id="rId47" Type="http://schemas.openxmlformats.org/officeDocument/2006/relationships/image" Target="../media/image1175.png"/><Relationship Id="rId89" Type="http://schemas.openxmlformats.org/officeDocument/2006/relationships/image" Target="../media/image1196.png"/><Relationship Id="rId112" Type="http://schemas.openxmlformats.org/officeDocument/2006/relationships/customXml" Target="../ink/ink1242.xml"/><Relationship Id="rId154" Type="http://schemas.openxmlformats.org/officeDocument/2006/relationships/customXml" Target="../ink/ink1263.xml"/><Relationship Id="rId361" Type="http://schemas.openxmlformats.org/officeDocument/2006/relationships/image" Target="../media/image1332.png"/><Relationship Id="rId196" Type="http://schemas.openxmlformats.org/officeDocument/2006/relationships/customXml" Target="../ink/ink1284.xml"/><Relationship Id="rId417" Type="http://schemas.openxmlformats.org/officeDocument/2006/relationships/image" Target="../media/image1358.png"/><Relationship Id="rId16" Type="http://schemas.openxmlformats.org/officeDocument/2006/relationships/customXml" Target="../ink/ink1193.xml"/><Relationship Id="rId221" Type="http://schemas.openxmlformats.org/officeDocument/2006/relationships/image" Target="../media/image1262.png"/><Relationship Id="rId263" Type="http://schemas.openxmlformats.org/officeDocument/2006/relationships/image" Target="../media/image1283.png"/><Relationship Id="rId319" Type="http://schemas.openxmlformats.org/officeDocument/2006/relationships/image" Target="../media/image1311.png"/><Relationship Id="rId58" Type="http://schemas.openxmlformats.org/officeDocument/2006/relationships/customXml" Target="../ink/ink1215.xml"/><Relationship Id="rId123" Type="http://schemas.openxmlformats.org/officeDocument/2006/relationships/image" Target="../media/image1213.png"/><Relationship Id="rId330" Type="http://schemas.openxmlformats.org/officeDocument/2006/relationships/customXml" Target="../ink/ink1351.xml"/><Relationship Id="rId165" Type="http://schemas.openxmlformats.org/officeDocument/2006/relationships/image" Target="../media/image1234.png"/><Relationship Id="rId372" Type="http://schemas.openxmlformats.org/officeDocument/2006/relationships/customXml" Target="../ink/ink1372.xml"/><Relationship Id="rId428" Type="http://schemas.openxmlformats.org/officeDocument/2006/relationships/customXml" Target="../ink/ink1401.xml"/><Relationship Id="rId232" Type="http://schemas.openxmlformats.org/officeDocument/2006/relationships/customXml" Target="../ink/ink1302.xml"/><Relationship Id="rId274" Type="http://schemas.openxmlformats.org/officeDocument/2006/relationships/customXml" Target="../ink/ink1323.xml"/><Relationship Id="rId27" Type="http://schemas.openxmlformats.org/officeDocument/2006/relationships/customXml" Target="../ink/ink1199.xml"/><Relationship Id="rId69" Type="http://schemas.openxmlformats.org/officeDocument/2006/relationships/image" Target="../media/image1186.png"/><Relationship Id="rId134" Type="http://schemas.openxmlformats.org/officeDocument/2006/relationships/customXml" Target="../ink/ink1253.xml"/><Relationship Id="rId80" Type="http://schemas.openxmlformats.org/officeDocument/2006/relationships/customXml" Target="../ink/ink1226.xml"/><Relationship Id="rId176" Type="http://schemas.openxmlformats.org/officeDocument/2006/relationships/customXml" Target="../ink/ink1274.xml"/><Relationship Id="rId341" Type="http://schemas.openxmlformats.org/officeDocument/2006/relationships/image" Target="../media/image1322.png"/><Relationship Id="rId383" Type="http://schemas.openxmlformats.org/officeDocument/2006/relationships/image" Target="../media/image1342.png"/><Relationship Id="rId439" Type="http://schemas.openxmlformats.org/officeDocument/2006/relationships/customXml" Target="../ink/ink1407.xml"/><Relationship Id="rId201" Type="http://schemas.openxmlformats.org/officeDocument/2006/relationships/image" Target="../media/image1252.png"/><Relationship Id="rId243" Type="http://schemas.openxmlformats.org/officeDocument/2006/relationships/image" Target="../media/image1273.png"/><Relationship Id="rId285" Type="http://schemas.openxmlformats.org/officeDocument/2006/relationships/image" Target="../media/image1294.png"/><Relationship Id="rId450" Type="http://schemas.openxmlformats.org/officeDocument/2006/relationships/image" Target="../media/image1374.png"/><Relationship Id="rId38" Type="http://schemas.openxmlformats.org/officeDocument/2006/relationships/customXml" Target="../ink/ink1205.xml"/><Relationship Id="rId103" Type="http://schemas.openxmlformats.org/officeDocument/2006/relationships/image" Target="../media/image1203.png"/><Relationship Id="rId310" Type="http://schemas.openxmlformats.org/officeDocument/2006/relationships/customXml" Target="../ink/ink1341.xml"/><Relationship Id="rId91" Type="http://schemas.openxmlformats.org/officeDocument/2006/relationships/image" Target="../media/image1197.png"/><Relationship Id="rId145" Type="http://schemas.openxmlformats.org/officeDocument/2006/relationships/image" Target="../media/image1224.png"/><Relationship Id="rId187" Type="http://schemas.openxmlformats.org/officeDocument/2006/relationships/image" Target="../media/image1245.png"/><Relationship Id="rId352" Type="http://schemas.openxmlformats.org/officeDocument/2006/relationships/customXml" Target="../ink/ink1362.xml"/><Relationship Id="rId394" Type="http://schemas.openxmlformats.org/officeDocument/2006/relationships/customXml" Target="../ink/ink1383.xml"/><Relationship Id="rId408" Type="http://schemas.openxmlformats.org/officeDocument/2006/relationships/customXml" Target="../ink/ink1390.xml"/><Relationship Id="rId212" Type="http://schemas.openxmlformats.org/officeDocument/2006/relationships/customXml" Target="../ink/ink1292.xml"/><Relationship Id="rId254" Type="http://schemas.openxmlformats.org/officeDocument/2006/relationships/customXml" Target="../ink/ink1313.xml"/><Relationship Id="rId49" Type="http://schemas.openxmlformats.org/officeDocument/2006/relationships/image" Target="../media/image1176.png"/><Relationship Id="rId114" Type="http://schemas.openxmlformats.org/officeDocument/2006/relationships/customXml" Target="../ink/ink1243.xml"/><Relationship Id="rId296" Type="http://schemas.openxmlformats.org/officeDocument/2006/relationships/customXml" Target="../ink/ink1334.xml"/><Relationship Id="rId60" Type="http://schemas.openxmlformats.org/officeDocument/2006/relationships/customXml" Target="../ink/ink1216.xml"/><Relationship Id="rId156" Type="http://schemas.openxmlformats.org/officeDocument/2006/relationships/customXml" Target="../ink/ink1264.xml"/><Relationship Id="rId198" Type="http://schemas.openxmlformats.org/officeDocument/2006/relationships/customXml" Target="../ink/ink1285.xml"/><Relationship Id="rId321" Type="http://schemas.openxmlformats.org/officeDocument/2006/relationships/image" Target="../media/image1312.png"/><Relationship Id="rId363" Type="http://schemas.openxmlformats.org/officeDocument/2006/relationships/image" Target="../media/image1333.png"/><Relationship Id="rId419" Type="http://schemas.openxmlformats.org/officeDocument/2006/relationships/image" Target="../media/image1359.png"/><Relationship Id="rId223" Type="http://schemas.openxmlformats.org/officeDocument/2006/relationships/image" Target="../media/image1263.png"/><Relationship Id="rId430" Type="http://schemas.openxmlformats.org/officeDocument/2006/relationships/customXml" Target="../ink/ink1402.xml"/><Relationship Id="rId18" Type="http://schemas.openxmlformats.org/officeDocument/2006/relationships/customXml" Target="../ink/ink1194.xml"/><Relationship Id="rId265" Type="http://schemas.openxmlformats.org/officeDocument/2006/relationships/image" Target="../media/image1284.png"/><Relationship Id="rId125" Type="http://schemas.openxmlformats.org/officeDocument/2006/relationships/image" Target="../media/image1214.png"/><Relationship Id="rId167" Type="http://schemas.openxmlformats.org/officeDocument/2006/relationships/image" Target="../media/image1235.png"/><Relationship Id="rId332" Type="http://schemas.openxmlformats.org/officeDocument/2006/relationships/customXml" Target="../ink/ink1352.xml"/><Relationship Id="rId374" Type="http://schemas.openxmlformats.org/officeDocument/2006/relationships/customXml" Target="../ink/ink1373.xml"/><Relationship Id="rId71" Type="http://schemas.openxmlformats.org/officeDocument/2006/relationships/image" Target="../media/image1187.png"/><Relationship Id="rId234" Type="http://schemas.openxmlformats.org/officeDocument/2006/relationships/customXml" Target="../ink/ink1303.xml"/><Relationship Id="rId2" Type="http://schemas.openxmlformats.org/officeDocument/2006/relationships/customXml" Target="../ink/ink1186.xml"/><Relationship Id="rId29" Type="http://schemas.openxmlformats.org/officeDocument/2006/relationships/image" Target="../media/image1166.png"/><Relationship Id="rId255" Type="http://schemas.openxmlformats.org/officeDocument/2006/relationships/image" Target="../media/image1279.png"/><Relationship Id="rId276" Type="http://schemas.openxmlformats.org/officeDocument/2006/relationships/customXml" Target="../ink/ink1324.xml"/><Relationship Id="rId297" Type="http://schemas.openxmlformats.org/officeDocument/2006/relationships/image" Target="../media/image1300.png"/><Relationship Id="rId441" Type="http://schemas.openxmlformats.org/officeDocument/2006/relationships/customXml" Target="../ink/ink1408.xml"/><Relationship Id="rId40" Type="http://schemas.openxmlformats.org/officeDocument/2006/relationships/customXml" Target="../ink/ink1206.xml"/><Relationship Id="rId115" Type="http://schemas.openxmlformats.org/officeDocument/2006/relationships/image" Target="../media/image1209.png"/><Relationship Id="rId136" Type="http://schemas.openxmlformats.org/officeDocument/2006/relationships/customXml" Target="../ink/ink1254.xml"/><Relationship Id="rId157" Type="http://schemas.openxmlformats.org/officeDocument/2006/relationships/image" Target="../media/image1230.png"/><Relationship Id="rId178" Type="http://schemas.openxmlformats.org/officeDocument/2006/relationships/customXml" Target="../ink/ink1275.xml"/><Relationship Id="rId301" Type="http://schemas.openxmlformats.org/officeDocument/2006/relationships/image" Target="../media/image1302.png"/><Relationship Id="rId322" Type="http://schemas.openxmlformats.org/officeDocument/2006/relationships/customXml" Target="../ink/ink1347.xml"/><Relationship Id="rId343" Type="http://schemas.openxmlformats.org/officeDocument/2006/relationships/image" Target="../media/image1323.png"/><Relationship Id="rId364" Type="http://schemas.openxmlformats.org/officeDocument/2006/relationships/customXml" Target="../ink/ink1368.xml"/><Relationship Id="rId61" Type="http://schemas.openxmlformats.org/officeDocument/2006/relationships/image" Target="../media/image1182.png"/><Relationship Id="rId82" Type="http://schemas.openxmlformats.org/officeDocument/2006/relationships/customXml" Target="../ink/ink1227.xml"/><Relationship Id="rId199" Type="http://schemas.openxmlformats.org/officeDocument/2006/relationships/image" Target="../media/image1251.png"/><Relationship Id="rId203" Type="http://schemas.openxmlformats.org/officeDocument/2006/relationships/image" Target="../media/image1253.png"/><Relationship Id="rId385" Type="http://schemas.openxmlformats.org/officeDocument/2006/relationships/image" Target="../media/image1343.png"/><Relationship Id="rId19" Type="http://schemas.openxmlformats.org/officeDocument/2006/relationships/image" Target="../media/image383.png"/><Relationship Id="rId224" Type="http://schemas.openxmlformats.org/officeDocument/2006/relationships/customXml" Target="../ink/ink1298.xml"/><Relationship Id="rId245" Type="http://schemas.openxmlformats.org/officeDocument/2006/relationships/image" Target="../media/image1274.png"/><Relationship Id="rId266" Type="http://schemas.openxmlformats.org/officeDocument/2006/relationships/customXml" Target="../ink/ink1319.xml"/><Relationship Id="rId287" Type="http://schemas.openxmlformats.org/officeDocument/2006/relationships/image" Target="../media/image1295.png"/><Relationship Id="rId410" Type="http://schemas.openxmlformats.org/officeDocument/2006/relationships/customXml" Target="../ink/ink1391.xml"/><Relationship Id="rId431" Type="http://schemas.openxmlformats.org/officeDocument/2006/relationships/image" Target="../media/image1365.png"/><Relationship Id="rId452" Type="http://schemas.openxmlformats.org/officeDocument/2006/relationships/image" Target="../media/image1375.png"/><Relationship Id="rId30" Type="http://schemas.openxmlformats.org/officeDocument/2006/relationships/customXml" Target="../ink/ink1201.xml"/><Relationship Id="rId105" Type="http://schemas.openxmlformats.org/officeDocument/2006/relationships/image" Target="../media/image1204.png"/><Relationship Id="rId126" Type="http://schemas.openxmlformats.org/officeDocument/2006/relationships/customXml" Target="../ink/ink1249.xml"/><Relationship Id="rId147" Type="http://schemas.openxmlformats.org/officeDocument/2006/relationships/image" Target="../media/image1225.png"/><Relationship Id="rId168" Type="http://schemas.openxmlformats.org/officeDocument/2006/relationships/customXml" Target="../ink/ink1270.xml"/><Relationship Id="rId312" Type="http://schemas.openxmlformats.org/officeDocument/2006/relationships/customXml" Target="../ink/ink1342.xml"/><Relationship Id="rId333" Type="http://schemas.openxmlformats.org/officeDocument/2006/relationships/image" Target="../media/image1318.png"/><Relationship Id="rId354" Type="http://schemas.openxmlformats.org/officeDocument/2006/relationships/customXml" Target="../ink/ink1363.xml"/><Relationship Id="rId51" Type="http://schemas.openxmlformats.org/officeDocument/2006/relationships/image" Target="../media/image1177.png"/><Relationship Id="rId72" Type="http://schemas.openxmlformats.org/officeDocument/2006/relationships/customXml" Target="../ink/ink1222.xml"/><Relationship Id="rId93" Type="http://schemas.openxmlformats.org/officeDocument/2006/relationships/image" Target="../media/image1198.png"/><Relationship Id="rId189" Type="http://schemas.openxmlformats.org/officeDocument/2006/relationships/image" Target="../media/image1246.png"/><Relationship Id="rId375" Type="http://schemas.openxmlformats.org/officeDocument/2006/relationships/image" Target="../media/image1338.png"/><Relationship Id="rId396" Type="http://schemas.openxmlformats.org/officeDocument/2006/relationships/customXml" Target="../ink/ink1384.xml"/><Relationship Id="rId3" Type="http://schemas.openxmlformats.org/officeDocument/2006/relationships/image" Target="../media/image1158.png"/><Relationship Id="rId214" Type="http://schemas.openxmlformats.org/officeDocument/2006/relationships/customXml" Target="../ink/ink1293.xml"/><Relationship Id="rId235" Type="http://schemas.openxmlformats.org/officeDocument/2006/relationships/image" Target="../media/image1269.png"/><Relationship Id="rId256" Type="http://schemas.openxmlformats.org/officeDocument/2006/relationships/customXml" Target="../ink/ink1314.xml"/><Relationship Id="rId277" Type="http://schemas.openxmlformats.org/officeDocument/2006/relationships/image" Target="../media/image1290.png"/><Relationship Id="rId298" Type="http://schemas.openxmlformats.org/officeDocument/2006/relationships/customXml" Target="../ink/ink1335.xml"/><Relationship Id="rId400" Type="http://schemas.openxmlformats.org/officeDocument/2006/relationships/customXml" Target="../ink/ink1386.xml"/><Relationship Id="rId421" Type="http://schemas.openxmlformats.org/officeDocument/2006/relationships/image" Target="../media/image1360.png"/><Relationship Id="rId442" Type="http://schemas.openxmlformats.org/officeDocument/2006/relationships/image" Target="../media/image1370.png"/><Relationship Id="rId116" Type="http://schemas.openxmlformats.org/officeDocument/2006/relationships/customXml" Target="../ink/ink1244.xml"/><Relationship Id="rId137" Type="http://schemas.openxmlformats.org/officeDocument/2006/relationships/image" Target="../media/image1220.png"/><Relationship Id="rId158" Type="http://schemas.openxmlformats.org/officeDocument/2006/relationships/customXml" Target="../ink/ink1265.xml"/><Relationship Id="rId302" Type="http://schemas.openxmlformats.org/officeDocument/2006/relationships/customXml" Target="../ink/ink1337.xml"/><Relationship Id="rId323" Type="http://schemas.openxmlformats.org/officeDocument/2006/relationships/image" Target="../media/image1313.png"/><Relationship Id="rId344" Type="http://schemas.openxmlformats.org/officeDocument/2006/relationships/customXml" Target="../ink/ink1358.xml"/><Relationship Id="rId20" Type="http://schemas.openxmlformats.org/officeDocument/2006/relationships/customXml" Target="../ink/ink1195.xml"/><Relationship Id="rId41" Type="http://schemas.openxmlformats.org/officeDocument/2006/relationships/image" Target="../media/image1172.png"/><Relationship Id="rId62" Type="http://schemas.openxmlformats.org/officeDocument/2006/relationships/customXml" Target="../ink/ink1217.xml"/><Relationship Id="rId83" Type="http://schemas.openxmlformats.org/officeDocument/2006/relationships/image" Target="../media/image1193.png"/><Relationship Id="rId179" Type="http://schemas.openxmlformats.org/officeDocument/2006/relationships/image" Target="../media/image1241.png"/><Relationship Id="rId365" Type="http://schemas.openxmlformats.org/officeDocument/2006/relationships/image" Target="../media/image145.png"/><Relationship Id="rId386" Type="http://schemas.openxmlformats.org/officeDocument/2006/relationships/customXml" Target="../ink/ink1379.xml"/><Relationship Id="rId190" Type="http://schemas.openxmlformats.org/officeDocument/2006/relationships/customXml" Target="../ink/ink1281.xml"/><Relationship Id="rId204" Type="http://schemas.openxmlformats.org/officeDocument/2006/relationships/customXml" Target="../ink/ink1288.xml"/><Relationship Id="rId225" Type="http://schemas.openxmlformats.org/officeDocument/2006/relationships/image" Target="../media/image1264.png"/><Relationship Id="rId246" Type="http://schemas.openxmlformats.org/officeDocument/2006/relationships/customXml" Target="../ink/ink1309.xml"/><Relationship Id="rId267" Type="http://schemas.openxmlformats.org/officeDocument/2006/relationships/image" Target="../media/image1285.png"/><Relationship Id="rId288" Type="http://schemas.openxmlformats.org/officeDocument/2006/relationships/customXml" Target="../ink/ink1330.xml"/><Relationship Id="rId411" Type="http://schemas.openxmlformats.org/officeDocument/2006/relationships/image" Target="../media/image1356.png"/><Relationship Id="rId432" Type="http://schemas.openxmlformats.org/officeDocument/2006/relationships/customXml" Target="../ink/ink1403.xml"/><Relationship Id="rId453" Type="http://schemas.openxmlformats.org/officeDocument/2006/relationships/customXml" Target="../ink/ink1414.xml"/><Relationship Id="rId106" Type="http://schemas.openxmlformats.org/officeDocument/2006/relationships/customXml" Target="../ink/ink1239.xml"/><Relationship Id="rId127" Type="http://schemas.openxmlformats.org/officeDocument/2006/relationships/image" Target="../media/image1215.png"/><Relationship Id="rId313" Type="http://schemas.openxmlformats.org/officeDocument/2006/relationships/image" Target="../media/image1308.png"/><Relationship Id="rId10" Type="http://schemas.openxmlformats.org/officeDocument/2006/relationships/customXml" Target="../ink/ink1190.xml"/><Relationship Id="rId31" Type="http://schemas.openxmlformats.org/officeDocument/2006/relationships/image" Target="../media/image1167.png"/><Relationship Id="rId52" Type="http://schemas.openxmlformats.org/officeDocument/2006/relationships/customXml" Target="../ink/ink1212.xml"/><Relationship Id="rId73" Type="http://schemas.openxmlformats.org/officeDocument/2006/relationships/image" Target="../media/image1188.png"/><Relationship Id="rId94" Type="http://schemas.openxmlformats.org/officeDocument/2006/relationships/customXml" Target="../ink/ink1233.xml"/><Relationship Id="rId148" Type="http://schemas.openxmlformats.org/officeDocument/2006/relationships/customXml" Target="../ink/ink1260.xml"/><Relationship Id="rId169" Type="http://schemas.openxmlformats.org/officeDocument/2006/relationships/image" Target="../media/image1236.png"/><Relationship Id="rId334" Type="http://schemas.openxmlformats.org/officeDocument/2006/relationships/customXml" Target="../ink/ink1353.xml"/><Relationship Id="rId355" Type="http://schemas.openxmlformats.org/officeDocument/2006/relationships/image" Target="../media/image1329.png"/><Relationship Id="rId376" Type="http://schemas.openxmlformats.org/officeDocument/2006/relationships/customXml" Target="../ink/ink1374.xml"/><Relationship Id="rId397" Type="http://schemas.openxmlformats.org/officeDocument/2006/relationships/image" Target="../media/image1349.png"/><Relationship Id="rId4" Type="http://schemas.openxmlformats.org/officeDocument/2006/relationships/customXml" Target="../ink/ink1187.xml"/><Relationship Id="rId180" Type="http://schemas.openxmlformats.org/officeDocument/2006/relationships/customXml" Target="../ink/ink1276.xml"/><Relationship Id="rId215" Type="http://schemas.openxmlformats.org/officeDocument/2006/relationships/image" Target="../media/image1259.png"/><Relationship Id="rId236" Type="http://schemas.openxmlformats.org/officeDocument/2006/relationships/customXml" Target="../ink/ink1304.xml"/><Relationship Id="rId257" Type="http://schemas.openxmlformats.org/officeDocument/2006/relationships/image" Target="../media/image1280.png"/><Relationship Id="rId278" Type="http://schemas.openxmlformats.org/officeDocument/2006/relationships/customXml" Target="../ink/ink1325.xml"/><Relationship Id="rId401" Type="http://schemas.openxmlformats.org/officeDocument/2006/relationships/image" Target="../media/image1351.png"/><Relationship Id="rId422" Type="http://schemas.openxmlformats.org/officeDocument/2006/relationships/customXml" Target="../ink/ink1398.xml"/><Relationship Id="rId443" Type="http://schemas.openxmlformats.org/officeDocument/2006/relationships/customXml" Target="../ink/ink1409.xml"/><Relationship Id="rId303" Type="http://schemas.openxmlformats.org/officeDocument/2006/relationships/image" Target="../media/image1303.png"/><Relationship Id="rId42" Type="http://schemas.openxmlformats.org/officeDocument/2006/relationships/customXml" Target="../ink/ink1207.xml"/><Relationship Id="rId84" Type="http://schemas.openxmlformats.org/officeDocument/2006/relationships/customXml" Target="../ink/ink1228.xml"/><Relationship Id="rId138" Type="http://schemas.openxmlformats.org/officeDocument/2006/relationships/customXml" Target="../ink/ink1255.xml"/><Relationship Id="rId345" Type="http://schemas.openxmlformats.org/officeDocument/2006/relationships/image" Target="../media/image1324.png"/><Relationship Id="rId387" Type="http://schemas.openxmlformats.org/officeDocument/2006/relationships/image" Target="../media/image1344.png"/><Relationship Id="rId191" Type="http://schemas.openxmlformats.org/officeDocument/2006/relationships/image" Target="../media/image1247.png"/><Relationship Id="rId205" Type="http://schemas.openxmlformats.org/officeDocument/2006/relationships/image" Target="../media/image1254.png"/><Relationship Id="rId247" Type="http://schemas.openxmlformats.org/officeDocument/2006/relationships/image" Target="../media/image1275.png"/><Relationship Id="rId412" Type="http://schemas.openxmlformats.org/officeDocument/2006/relationships/customXml" Target="../ink/ink1392.xml"/><Relationship Id="rId107" Type="http://schemas.openxmlformats.org/officeDocument/2006/relationships/image" Target="../media/image1205.png"/><Relationship Id="rId289" Type="http://schemas.openxmlformats.org/officeDocument/2006/relationships/image" Target="../media/image1296.png"/><Relationship Id="rId454" Type="http://schemas.openxmlformats.org/officeDocument/2006/relationships/image" Target="../media/image1376.png"/><Relationship Id="rId11" Type="http://schemas.openxmlformats.org/officeDocument/2006/relationships/image" Target="../media/image1162.png"/><Relationship Id="rId53" Type="http://schemas.openxmlformats.org/officeDocument/2006/relationships/image" Target="../media/image1178.png"/><Relationship Id="rId149" Type="http://schemas.openxmlformats.org/officeDocument/2006/relationships/image" Target="../media/image1226.png"/><Relationship Id="rId314" Type="http://schemas.openxmlformats.org/officeDocument/2006/relationships/customXml" Target="../ink/ink1343.xml"/><Relationship Id="rId356" Type="http://schemas.openxmlformats.org/officeDocument/2006/relationships/customXml" Target="../ink/ink1364.xml"/><Relationship Id="rId398" Type="http://schemas.openxmlformats.org/officeDocument/2006/relationships/customXml" Target="../ink/ink1385.xml"/><Relationship Id="rId95" Type="http://schemas.openxmlformats.org/officeDocument/2006/relationships/image" Target="../media/image1199.png"/><Relationship Id="rId160" Type="http://schemas.openxmlformats.org/officeDocument/2006/relationships/customXml" Target="../ink/ink1266.xml"/><Relationship Id="rId216" Type="http://schemas.openxmlformats.org/officeDocument/2006/relationships/customXml" Target="../ink/ink1294.xml"/><Relationship Id="rId423" Type="http://schemas.openxmlformats.org/officeDocument/2006/relationships/image" Target="../media/image1361.png"/><Relationship Id="rId258" Type="http://schemas.openxmlformats.org/officeDocument/2006/relationships/customXml" Target="../ink/ink1315.xml"/><Relationship Id="rId22" Type="http://schemas.openxmlformats.org/officeDocument/2006/relationships/customXml" Target="../ink/ink1196.xml"/><Relationship Id="rId64" Type="http://schemas.openxmlformats.org/officeDocument/2006/relationships/customXml" Target="../ink/ink1218.xml"/><Relationship Id="rId118" Type="http://schemas.openxmlformats.org/officeDocument/2006/relationships/customXml" Target="../ink/ink1245.xml"/><Relationship Id="rId325" Type="http://schemas.openxmlformats.org/officeDocument/2006/relationships/image" Target="../media/image1314.png"/><Relationship Id="rId367" Type="http://schemas.openxmlformats.org/officeDocument/2006/relationships/image" Target="../media/image1334.png"/><Relationship Id="rId171" Type="http://schemas.openxmlformats.org/officeDocument/2006/relationships/image" Target="../media/image1237.png"/><Relationship Id="rId227" Type="http://schemas.openxmlformats.org/officeDocument/2006/relationships/image" Target="../media/image1265.png"/><Relationship Id="rId269" Type="http://schemas.openxmlformats.org/officeDocument/2006/relationships/image" Target="../media/image1286.png"/><Relationship Id="rId434" Type="http://schemas.openxmlformats.org/officeDocument/2006/relationships/image" Target="../media/image1366.png"/><Relationship Id="rId33" Type="http://schemas.openxmlformats.org/officeDocument/2006/relationships/image" Target="../media/image1168.png"/><Relationship Id="rId129" Type="http://schemas.openxmlformats.org/officeDocument/2006/relationships/image" Target="../media/image1216.png"/><Relationship Id="rId280" Type="http://schemas.openxmlformats.org/officeDocument/2006/relationships/customXml" Target="../ink/ink1326.xml"/><Relationship Id="rId336" Type="http://schemas.openxmlformats.org/officeDocument/2006/relationships/customXml" Target="../ink/ink1354.xml"/><Relationship Id="rId75" Type="http://schemas.openxmlformats.org/officeDocument/2006/relationships/image" Target="../media/image1189.png"/><Relationship Id="rId140" Type="http://schemas.openxmlformats.org/officeDocument/2006/relationships/customXml" Target="../ink/ink1256.xml"/><Relationship Id="rId182" Type="http://schemas.openxmlformats.org/officeDocument/2006/relationships/customXml" Target="../ink/ink1277.xml"/><Relationship Id="rId378" Type="http://schemas.openxmlformats.org/officeDocument/2006/relationships/customXml" Target="../ink/ink1375.xml"/><Relationship Id="rId403" Type="http://schemas.openxmlformats.org/officeDocument/2006/relationships/image" Target="../media/image1352.png"/><Relationship Id="rId6" Type="http://schemas.openxmlformats.org/officeDocument/2006/relationships/customXml" Target="../ink/ink1188.xml"/><Relationship Id="rId238" Type="http://schemas.openxmlformats.org/officeDocument/2006/relationships/customXml" Target="../ink/ink1305.xml"/><Relationship Id="rId445" Type="http://schemas.openxmlformats.org/officeDocument/2006/relationships/customXml" Target="../ink/ink1410.xml"/><Relationship Id="rId291" Type="http://schemas.openxmlformats.org/officeDocument/2006/relationships/image" Target="../media/image1297.png"/><Relationship Id="rId305" Type="http://schemas.openxmlformats.org/officeDocument/2006/relationships/image" Target="../media/image1304.png"/><Relationship Id="rId347" Type="http://schemas.openxmlformats.org/officeDocument/2006/relationships/image" Target="../media/image1325.png"/><Relationship Id="rId44" Type="http://schemas.openxmlformats.org/officeDocument/2006/relationships/customXml" Target="../ink/ink1208.xml"/><Relationship Id="rId86" Type="http://schemas.openxmlformats.org/officeDocument/2006/relationships/customXml" Target="../ink/ink1229.xml"/><Relationship Id="rId151" Type="http://schemas.openxmlformats.org/officeDocument/2006/relationships/image" Target="../media/image1227.png"/><Relationship Id="rId389" Type="http://schemas.openxmlformats.org/officeDocument/2006/relationships/image" Target="../media/image1345.png"/><Relationship Id="rId193" Type="http://schemas.openxmlformats.org/officeDocument/2006/relationships/image" Target="../media/image1248.png"/><Relationship Id="rId207" Type="http://schemas.openxmlformats.org/officeDocument/2006/relationships/image" Target="../media/image1255.png"/><Relationship Id="rId249" Type="http://schemas.openxmlformats.org/officeDocument/2006/relationships/image" Target="../media/image1276.png"/><Relationship Id="rId414" Type="http://schemas.openxmlformats.org/officeDocument/2006/relationships/customXml" Target="../ink/ink1393.xml"/><Relationship Id="rId456" Type="http://schemas.openxmlformats.org/officeDocument/2006/relationships/image" Target="../media/image1377.png"/><Relationship Id="rId13" Type="http://schemas.openxmlformats.org/officeDocument/2006/relationships/image" Target="../media/image1163.png"/><Relationship Id="rId109" Type="http://schemas.openxmlformats.org/officeDocument/2006/relationships/image" Target="../media/image1206.png"/><Relationship Id="rId260" Type="http://schemas.openxmlformats.org/officeDocument/2006/relationships/customXml" Target="../ink/ink1316.xml"/><Relationship Id="rId316" Type="http://schemas.openxmlformats.org/officeDocument/2006/relationships/customXml" Target="../ink/ink1344.xml"/><Relationship Id="rId55" Type="http://schemas.openxmlformats.org/officeDocument/2006/relationships/image" Target="../media/image1179.png"/><Relationship Id="rId97" Type="http://schemas.openxmlformats.org/officeDocument/2006/relationships/image" Target="../media/image1200.png"/><Relationship Id="rId120" Type="http://schemas.openxmlformats.org/officeDocument/2006/relationships/customXml" Target="../ink/ink1246.xml"/><Relationship Id="rId358" Type="http://schemas.openxmlformats.org/officeDocument/2006/relationships/customXml" Target="../ink/ink1365.xml"/><Relationship Id="rId162" Type="http://schemas.openxmlformats.org/officeDocument/2006/relationships/customXml" Target="../ink/ink1267.xml"/><Relationship Id="rId218" Type="http://schemas.openxmlformats.org/officeDocument/2006/relationships/customXml" Target="../ink/ink1295.xml"/><Relationship Id="rId425" Type="http://schemas.openxmlformats.org/officeDocument/2006/relationships/image" Target="../media/image1362.png"/><Relationship Id="rId271" Type="http://schemas.openxmlformats.org/officeDocument/2006/relationships/image" Target="../media/image1287.png"/><Relationship Id="rId24" Type="http://schemas.openxmlformats.org/officeDocument/2006/relationships/image" Target="../media/image1165.png"/><Relationship Id="rId66" Type="http://schemas.openxmlformats.org/officeDocument/2006/relationships/customXml" Target="../ink/ink1219.xml"/><Relationship Id="rId131" Type="http://schemas.openxmlformats.org/officeDocument/2006/relationships/image" Target="../media/image1217.png"/><Relationship Id="rId327" Type="http://schemas.openxmlformats.org/officeDocument/2006/relationships/image" Target="../media/image1315.png"/><Relationship Id="rId369" Type="http://schemas.openxmlformats.org/officeDocument/2006/relationships/image" Target="../media/image1335.png"/><Relationship Id="rId173" Type="http://schemas.openxmlformats.org/officeDocument/2006/relationships/image" Target="../media/image1238.png"/><Relationship Id="rId229" Type="http://schemas.openxmlformats.org/officeDocument/2006/relationships/image" Target="../media/image1266.png"/><Relationship Id="rId380" Type="http://schemas.openxmlformats.org/officeDocument/2006/relationships/customXml" Target="../ink/ink1376.xml"/><Relationship Id="rId436" Type="http://schemas.openxmlformats.org/officeDocument/2006/relationships/image" Target="../media/image1367.png"/><Relationship Id="rId240" Type="http://schemas.openxmlformats.org/officeDocument/2006/relationships/customXml" Target="../ink/ink1306.xml"/><Relationship Id="rId35" Type="http://schemas.openxmlformats.org/officeDocument/2006/relationships/image" Target="../media/image1169.png"/><Relationship Id="rId77" Type="http://schemas.openxmlformats.org/officeDocument/2006/relationships/image" Target="../media/image1190.png"/><Relationship Id="rId100" Type="http://schemas.openxmlformats.org/officeDocument/2006/relationships/customXml" Target="../ink/ink1236.xml"/><Relationship Id="rId282" Type="http://schemas.openxmlformats.org/officeDocument/2006/relationships/customXml" Target="../ink/ink1327.xml"/><Relationship Id="rId338" Type="http://schemas.openxmlformats.org/officeDocument/2006/relationships/customXml" Target="../ink/ink1355.xml"/><Relationship Id="rId8" Type="http://schemas.openxmlformats.org/officeDocument/2006/relationships/customXml" Target="../ink/ink1189.xml"/><Relationship Id="rId142" Type="http://schemas.openxmlformats.org/officeDocument/2006/relationships/customXml" Target="../ink/ink1257.xml"/><Relationship Id="rId184" Type="http://schemas.openxmlformats.org/officeDocument/2006/relationships/customXml" Target="../ink/ink1278.xml"/><Relationship Id="rId391" Type="http://schemas.openxmlformats.org/officeDocument/2006/relationships/image" Target="../media/image1346.png"/><Relationship Id="rId405" Type="http://schemas.openxmlformats.org/officeDocument/2006/relationships/image" Target="../media/image1353.png"/><Relationship Id="rId447" Type="http://schemas.openxmlformats.org/officeDocument/2006/relationships/customXml" Target="../ink/ink1411.xml"/><Relationship Id="rId251" Type="http://schemas.openxmlformats.org/officeDocument/2006/relationships/image" Target="../media/image1277.png"/><Relationship Id="rId46" Type="http://schemas.openxmlformats.org/officeDocument/2006/relationships/customXml" Target="../ink/ink1209.xml"/><Relationship Id="rId293" Type="http://schemas.openxmlformats.org/officeDocument/2006/relationships/image" Target="../media/image1298.png"/><Relationship Id="rId307" Type="http://schemas.openxmlformats.org/officeDocument/2006/relationships/image" Target="../media/image1305.png"/><Relationship Id="rId349" Type="http://schemas.openxmlformats.org/officeDocument/2006/relationships/image" Target="../media/image1326.png"/><Relationship Id="rId88" Type="http://schemas.openxmlformats.org/officeDocument/2006/relationships/customXml" Target="../ink/ink1230.xml"/><Relationship Id="rId111" Type="http://schemas.openxmlformats.org/officeDocument/2006/relationships/image" Target="../media/image1207.png"/><Relationship Id="rId153" Type="http://schemas.openxmlformats.org/officeDocument/2006/relationships/image" Target="../media/image1228.png"/><Relationship Id="rId195" Type="http://schemas.openxmlformats.org/officeDocument/2006/relationships/image" Target="../media/image1249.png"/><Relationship Id="rId209" Type="http://schemas.openxmlformats.org/officeDocument/2006/relationships/image" Target="../media/image1256.png"/><Relationship Id="rId360" Type="http://schemas.openxmlformats.org/officeDocument/2006/relationships/customXml" Target="../ink/ink1366.xml"/><Relationship Id="rId416" Type="http://schemas.openxmlformats.org/officeDocument/2006/relationships/customXml" Target="../ink/ink1395.xml"/><Relationship Id="rId220" Type="http://schemas.openxmlformats.org/officeDocument/2006/relationships/customXml" Target="../ink/ink1296.xml"/><Relationship Id="rId15" Type="http://schemas.openxmlformats.org/officeDocument/2006/relationships/image" Target="../media/image1164.png"/><Relationship Id="rId57" Type="http://schemas.openxmlformats.org/officeDocument/2006/relationships/image" Target="../media/image1180.png"/><Relationship Id="rId262" Type="http://schemas.openxmlformats.org/officeDocument/2006/relationships/customXml" Target="../ink/ink1317.xml"/><Relationship Id="rId318" Type="http://schemas.openxmlformats.org/officeDocument/2006/relationships/customXml" Target="../ink/ink1345.xml"/><Relationship Id="rId99" Type="http://schemas.openxmlformats.org/officeDocument/2006/relationships/image" Target="../media/image1201.png"/><Relationship Id="rId122" Type="http://schemas.openxmlformats.org/officeDocument/2006/relationships/customXml" Target="../ink/ink1247.xml"/><Relationship Id="rId164" Type="http://schemas.openxmlformats.org/officeDocument/2006/relationships/customXml" Target="../ink/ink1268.xml"/><Relationship Id="rId371" Type="http://schemas.openxmlformats.org/officeDocument/2006/relationships/image" Target="../media/image1336.png"/><Relationship Id="rId427" Type="http://schemas.openxmlformats.org/officeDocument/2006/relationships/image" Target="../media/image1363.png"/><Relationship Id="rId26" Type="http://schemas.openxmlformats.org/officeDocument/2006/relationships/image" Target="../media/image408.png"/><Relationship Id="rId231" Type="http://schemas.openxmlformats.org/officeDocument/2006/relationships/image" Target="../media/image1267.png"/><Relationship Id="rId273" Type="http://schemas.openxmlformats.org/officeDocument/2006/relationships/image" Target="../media/image1288.png"/><Relationship Id="rId329" Type="http://schemas.openxmlformats.org/officeDocument/2006/relationships/image" Target="../media/image1316.png"/><Relationship Id="rId68" Type="http://schemas.openxmlformats.org/officeDocument/2006/relationships/customXml" Target="../ink/ink1220.xml"/><Relationship Id="rId133" Type="http://schemas.openxmlformats.org/officeDocument/2006/relationships/image" Target="../media/image1218.png"/><Relationship Id="rId175" Type="http://schemas.openxmlformats.org/officeDocument/2006/relationships/image" Target="../media/image1239.png"/><Relationship Id="rId340" Type="http://schemas.openxmlformats.org/officeDocument/2006/relationships/customXml" Target="../ink/ink1356.xml"/><Relationship Id="rId200" Type="http://schemas.openxmlformats.org/officeDocument/2006/relationships/customXml" Target="../ink/ink1286.xml"/><Relationship Id="rId382" Type="http://schemas.openxmlformats.org/officeDocument/2006/relationships/customXml" Target="../ink/ink1377.xml"/><Relationship Id="rId438" Type="http://schemas.openxmlformats.org/officeDocument/2006/relationships/image" Target="../media/image1368.png"/><Relationship Id="rId242" Type="http://schemas.openxmlformats.org/officeDocument/2006/relationships/customXml" Target="../ink/ink1307.xml"/><Relationship Id="rId284" Type="http://schemas.openxmlformats.org/officeDocument/2006/relationships/customXml" Target="../ink/ink1328.xml"/><Relationship Id="rId37" Type="http://schemas.openxmlformats.org/officeDocument/2006/relationships/image" Target="../media/image1170.png"/><Relationship Id="rId79" Type="http://schemas.openxmlformats.org/officeDocument/2006/relationships/image" Target="../media/image1191.png"/><Relationship Id="rId102" Type="http://schemas.openxmlformats.org/officeDocument/2006/relationships/customXml" Target="../ink/ink1237.xml"/><Relationship Id="rId144" Type="http://schemas.openxmlformats.org/officeDocument/2006/relationships/customXml" Target="../ink/ink1258.xml"/><Relationship Id="rId90" Type="http://schemas.openxmlformats.org/officeDocument/2006/relationships/customXml" Target="../ink/ink1231.xml"/><Relationship Id="rId186" Type="http://schemas.openxmlformats.org/officeDocument/2006/relationships/customXml" Target="../ink/ink1279.xml"/><Relationship Id="rId351" Type="http://schemas.openxmlformats.org/officeDocument/2006/relationships/image" Target="../media/image1327.png"/><Relationship Id="rId393" Type="http://schemas.openxmlformats.org/officeDocument/2006/relationships/image" Target="../media/image1347.png"/><Relationship Id="rId407" Type="http://schemas.openxmlformats.org/officeDocument/2006/relationships/image" Target="../media/image1354.png"/><Relationship Id="rId449" Type="http://schemas.openxmlformats.org/officeDocument/2006/relationships/customXml" Target="../ink/ink1412.xml"/><Relationship Id="rId211" Type="http://schemas.openxmlformats.org/officeDocument/2006/relationships/image" Target="../media/image1257.png"/><Relationship Id="rId253" Type="http://schemas.openxmlformats.org/officeDocument/2006/relationships/image" Target="../media/image1278.png"/><Relationship Id="rId295" Type="http://schemas.openxmlformats.org/officeDocument/2006/relationships/image" Target="../media/image1299.png"/><Relationship Id="rId309" Type="http://schemas.openxmlformats.org/officeDocument/2006/relationships/image" Target="../media/image1306.png"/><Relationship Id="rId48" Type="http://schemas.openxmlformats.org/officeDocument/2006/relationships/customXml" Target="../ink/ink1210.xml"/><Relationship Id="rId113" Type="http://schemas.openxmlformats.org/officeDocument/2006/relationships/image" Target="../media/image1208.png"/><Relationship Id="rId320" Type="http://schemas.openxmlformats.org/officeDocument/2006/relationships/customXml" Target="../ink/ink1346.xml"/><Relationship Id="rId155" Type="http://schemas.openxmlformats.org/officeDocument/2006/relationships/image" Target="../media/image1229.png"/><Relationship Id="rId197" Type="http://schemas.openxmlformats.org/officeDocument/2006/relationships/image" Target="../media/image1250.png"/><Relationship Id="rId362" Type="http://schemas.openxmlformats.org/officeDocument/2006/relationships/customXml" Target="../ink/ink1367.xml"/><Relationship Id="rId418" Type="http://schemas.openxmlformats.org/officeDocument/2006/relationships/customXml" Target="../ink/ink1396.xml"/><Relationship Id="rId222" Type="http://schemas.openxmlformats.org/officeDocument/2006/relationships/customXml" Target="../ink/ink1297.xml"/><Relationship Id="rId264" Type="http://schemas.openxmlformats.org/officeDocument/2006/relationships/customXml" Target="../ink/ink1318.xml"/><Relationship Id="rId17" Type="http://schemas.openxmlformats.org/officeDocument/2006/relationships/image" Target="../media/image384.png"/><Relationship Id="rId59" Type="http://schemas.openxmlformats.org/officeDocument/2006/relationships/image" Target="../media/image1181.png"/><Relationship Id="rId124" Type="http://schemas.openxmlformats.org/officeDocument/2006/relationships/customXml" Target="../ink/ink1248.xml"/><Relationship Id="rId70" Type="http://schemas.openxmlformats.org/officeDocument/2006/relationships/customXml" Target="../ink/ink1221.xml"/><Relationship Id="rId166" Type="http://schemas.openxmlformats.org/officeDocument/2006/relationships/customXml" Target="../ink/ink1269.xml"/><Relationship Id="rId331" Type="http://schemas.openxmlformats.org/officeDocument/2006/relationships/image" Target="../media/image1317.png"/><Relationship Id="rId373" Type="http://schemas.openxmlformats.org/officeDocument/2006/relationships/image" Target="../media/image1337.png"/><Relationship Id="rId429" Type="http://schemas.openxmlformats.org/officeDocument/2006/relationships/image" Target="../media/image136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268.png"/><Relationship Id="rId440" Type="http://schemas.openxmlformats.org/officeDocument/2006/relationships/image" Target="../media/image1369.png"/><Relationship Id="rId28" Type="http://schemas.openxmlformats.org/officeDocument/2006/relationships/customXml" Target="../ink/ink1200.xml"/><Relationship Id="rId275" Type="http://schemas.openxmlformats.org/officeDocument/2006/relationships/image" Target="../media/image1289.png"/><Relationship Id="rId300" Type="http://schemas.openxmlformats.org/officeDocument/2006/relationships/customXml" Target="../ink/ink1336.xml"/><Relationship Id="rId81" Type="http://schemas.openxmlformats.org/officeDocument/2006/relationships/image" Target="../media/image1192.png"/><Relationship Id="rId135" Type="http://schemas.openxmlformats.org/officeDocument/2006/relationships/image" Target="../media/image1219.png"/><Relationship Id="rId177" Type="http://schemas.openxmlformats.org/officeDocument/2006/relationships/image" Target="../media/image1240.png"/><Relationship Id="rId342" Type="http://schemas.openxmlformats.org/officeDocument/2006/relationships/customXml" Target="../ink/ink1357.xml"/><Relationship Id="rId384" Type="http://schemas.openxmlformats.org/officeDocument/2006/relationships/customXml" Target="../ink/ink1378.xml"/><Relationship Id="rId202" Type="http://schemas.openxmlformats.org/officeDocument/2006/relationships/customXml" Target="../ink/ink1287.xml"/><Relationship Id="rId244" Type="http://schemas.openxmlformats.org/officeDocument/2006/relationships/customXml" Target="../ink/ink1308.xml"/><Relationship Id="rId39" Type="http://schemas.openxmlformats.org/officeDocument/2006/relationships/image" Target="../media/image1171.png"/><Relationship Id="rId286" Type="http://schemas.openxmlformats.org/officeDocument/2006/relationships/customXml" Target="../ink/ink1329.xml"/><Relationship Id="rId451" Type="http://schemas.openxmlformats.org/officeDocument/2006/relationships/customXml" Target="../ink/ink1413.xml"/><Relationship Id="rId50" Type="http://schemas.openxmlformats.org/officeDocument/2006/relationships/customXml" Target="../ink/ink1211.xml"/><Relationship Id="rId104" Type="http://schemas.openxmlformats.org/officeDocument/2006/relationships/customXml" Target="../ink/ink1238.xml"/><Relationship Id="rId146" Type="http://schemas.openxmlformats.org/officeDocument/2006/relationships/customXml" Target="../ink/ink1259.xml"/><Relationship Id="rId188" Type="http://schemas.openxmlformats.org/officeDocument/2006/relationships/customXml" Target="../ink/ink1280.xml"/><Relationship Id="rId311" Type="http://schemas.openxmlformats.org/officeDocument/2006/relationships/image" Target="../media/image1307.png"/><Relationship Id="rId353" Type="http://schemas.openxmlformats.org/officeDocument/2006/relationships/image" Target="../media/image1328.png"/><Relationship Id="rId395" Type="http://schemas.openxmlformats.org/officeDocument/2006/relationships/image" Target="../media/image1348.png"/><Relationship Id="rId409" Type="http://schemas.openxmlformats.org/officeDocument/2006/relationships/image" Target="../media/image1355.png"/><Relationship Id="rId92" Type="http://schemas.openxmlformats.org/officeDocument/2006/relationships/customXml" Target="../ink/ink1232.xml"/><Relationship Id="rId213" Type="http://schemas.openxmlformats.org/officeDocument/2006/relationships/image" Target="../media/image1258.png"/><Relationship Id="rId420" Type="http://schemas.openxmlformats.org/officeDocument/2006/relationships/customXml" Target="../ink/ink139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35.png"/><Relationship Id="rId21" Type="http://schemas.openxmlformats.org/officeDocument/2006/relationships/image" Target="../media/image1387.png"/><Relationship Id="rId63" Type="http://schemas.openxmlformats.org/officeDocument/2006/relationships/image" Target="../media/image1408.png"/><Relationship Id="rId159" Type="http://schemas.openxmlformats.org/officeDocument/2006/relationships/image" Target="../media/image1456.png"/><Relationship Id="rId170" Type="http://schemas.openxmlformats.org/officeDocument/2006/relationships/customXml" Target="../ink/ink1501.xml"/><Relationship Id="rId226" Type="http://schemas.openxmlformats.org/officeDocument/2006/relationships/customXml" Target="../ink/ink1529.xml"/><Relationship Id="rId268" Type="http://schemas.openxmlformats.org/officeDocument/2006/relationships/customXml" Target="../ink/ink1550.xml"/><Relationship Id="rId32" Type="http://schemas.openxmlformats.org/officeDocument/2006/relationships/customXml" Target="../ink/ink1432.xml"/><Relationship Id="rId74" Type="http://schemas.openxmlformats.org/officeDocument/2006/relationships/customXml" Target="../ink/ink1453.xml"/><Relationship Id="rId128" Type="http://schemas.openxmlformats.org/officeDocument/2006/relationships/customXml" Target="../ink/ink1480.xml"/><Relationship Id="rId5" Type="http://schemas.openxmlformats.org/officeDocument/2006/relationships/image" Target="../media/image1379.png"/><Relationship Id="rId181" Type="http://schemas.openxmlformats.org/officeDocument/2006/relationships/image" Target="../media/image1467.png"/><Relationship Id="rId237" Type="http://schemas.openxmlformats.org/officeDocument/2006/relationships/image" Target="../media/image1493.png"/><Relationship Id="rId279" Type="http://schemas.openxmlformats.org/officeDocument/2006/relationships/image" Target="../media/image1510.png"/><Relationship Id="rId43" Type="http://schemas.openxmlformats.org/officeDocument/2006/relationships/image" Target="../media/image1398.png"/><Relationship Id="rId139" Type="http://schemas.openxmlformats.org/officeDocument/2006/relationships/image" Target="../media/image1446.png"/><Relationship Id="rId85" Type="http://schemas.openxmlformats.org/officeDocument/2006/relationships/image" Target="../media/image1419.png"/><Relationship Id="rId150" Type="http://schemas.openxmlformats.org/officeDocument/2006/relationships/customXml" Target="../ink/ink1491.xml"/><Relationship Id="rId171" Type="http://schemas.openxmlformats.org/officeDocument/2006/relationships/image" Target="../media/image1462.png"/><Relationship Id="rId192" Type="http://schemas.openxmlformats.org/officeDocument/2006/relationships/customXml" Target="../ink/ink1512.xml"/><Relationship Id="rId206" Type="http://schemas.openxmlformats.org/officeDocument/2006/relationships/customXml" Target="../ink/ink1519.xml"/><Relationship Id="rId227" Type="http://schemas.openxmlformats.org/officeDocument/2006/relationships/image" Target="../media/image1488.png"/><Relationship Id="rId248" Type="http://schemas.openxmlformats.org/officeDocument/2006/relationships/customXml" Target="../ink/ink1540.xml"/><Relationship Id="rId269" Type="http://schemas.openxmlformats.org/officeDocument/2006/relationships/image" Target="../media/image1506.png"/><Relationship Id="rId12" Type="http://schemas.openxmlformats.org/officeDocument/2006/relationships/customXml" Target="../ink/ink1422.xml"/><Relationship Id="rId33" Type="http://schemas.openxmlformats.org/officeDocument/2006/relationships/image" Target="../media/image1393.png"/><Relationship Id="rId108" Type="http://schemas.openxmlformats.org/officeDocument/2006/relationships/customXml" Target="../ink/ink1470.xml"/><Relationship Id="rId129" Type="http://schemas.openxmlformats.org/officeDocument/2006/relationships/image" Target="../media/image1441.png"/><Relationship Id="rId280" Type="http://schemas.openxmlformats.org/officeDocument/2006/relationships/customXml" Target="../ink/ink1556.xml"/><Relationship Id="rId54" Type="http://schemas.openxmlformats.org/officeDocument/2006/relationships/customXml" Target="../ink/ink1443.xml"/><Relationship Id="rId75" Type="http://schemas.openxmlformats.org/officeDocument/2006/relationships/image" Target="../media/image1414.png"/><Relationship Id="rId96" Type="http://schemas.openxmlformats.org/officeDocument/2006/relationships/customXml" Target="../ink/ink1464.xml"/><Relationship Id="rId140" Type="http://schemas.openxmlformats.org/officeDocument/2006/relationships/customXml" Target="../ink/ink1486.xml"/><Relationship Id="rId161" Type="http://schemas.openxmlformats.org/officeDocument/2006/relationships/image" Target="../media/image1457.png"/><Relationship Id="rId182" Type="http://schemas.openxmlformats.org/officeDocument/2006/relationships/customXml" Target="../ink/ink1507.xml"/><Relationship Id="rId217" Type="http://schemas.openxmlformats.org/officeDocument/2006/relationships/image" Target="../media/image1483.png"/><Relationship Id="rId6" Type="http://schemas.openxmlformats.org/officeDocument/2006/relationships/customXml" Target="../ink/ink1419.xml"/><Relationship Id="rId238" Type="http://schemas.openxmlformats.org/officeDocument/2006/relationships/customXml" Target="../ink/ink1535.xml"/><Relationship Id="rId259" Type="http://schemas.openxmlformats.org/officeDocument/2006/relationships/image" Target="../media/image1501.png"/><Relationship Id="rId23" Type="http://schemas.openxmlformats.org/officeDocument/2006/relationships/image" Target="../media/image1388.png"/><Relationship Id="rId119" Type="http://schemas.openxmlformats.org/officeDocument/2006/relationships/image" Target="../media/image1436.png"/><Relationship Id="rId270" Type="http://schemas.openxmlformats.org/officeDocument/2006/relationships/customXml" Target="../ink/ink1551.xml"/><Relationship Id="rId44" Type="http://schemas.openxmlformats.org/officeDocument/2006/relationships/customXml" Target="../ink/ink1438.xml"/><Relationship Id="rId65" Type="http://schemas.openxmlformats.org/officeDocument/2006/relationships/image" Target="../media/image1409.png"/><Relationship Id="rId86" Type="http://schemas.openxmlformats.org/officeDocument/2006/relationships/customXml" Target="../ink/ink1459.xml"/><Relationship Id="rId130" Type="http://schemas.openxmlformats.org/officeDocument/2006/relationships/customXml" Target="../ink/ink1481.xml"/><Relationship Id="rId151" Type="http://schemas.openxmlformats.org/officeDocument/2006/relationships/image" Target="../media/image1452.png"/><Relationship Id="rId172" Type="http://schemas.openxmlformats.org/officeDocument/2006/relationships/customXml" Target="../ink/ink1502.xml"/><Relationship Id="rId193" Type="http://schemas.openxmlformats.org/officeDocument/2006/relationships/image" Target="../media/image1473.png"/><Relationship Id="rId207" Type="http://schemas.openxmlformats.org/officeDocument/2006/relationships/image" Target="../media/image1480.png"/><Relationship Id="rId228" Type="http://schemas.openxmlformats.org/officeDocument/2006/relationships/customXml" Target="../ink/ink1530.xml"/><Relationship Id="rId249" Type="http://schemas.openxmlformats.org/officeDocument/2006/relationships/image" Target="../media/image1497.png"/><Relationship Id="rId13" Type="http://schemas.openxmlformats.org/officeDocument/2006/relationships/image" Target="../media/image1383.png"/><Relationship Id="rId109" Type="http://schemas.openxmlformats.org/officeDocument/2006/relationships/image" Target="../media/image1431.png"/><Relationship Id="rId260" Type="http://schemas.openxmlformats.org/officeDocument/2006/relationships/customXml" Target="../ink/ink1546.xml"/><Relationship Id="rId281" Type="http://schemas.openxmlformats.org/officeDocument/2006/relationships/customXml" Target="../ink/ink1557.xml"/><Relationship Id="rId34" Type="http://schemas.openxmlformats.org/officeDocument/2006/relationships/customXml" Target="../ink/ink1433.xml"/><Relationship Id="rId55" Type="http://schemas.openxmlformats.org/officeDocument/2006/relationships/image" Target="../media/image1404.png"/><Relationship Id="rId76" Type="http://schemas.openxmlformats.org/officeDocument/2006/relationships/customXml" Target="../ink/ink1454.xml"/><Relationship Id="rId97" Type="http://schemas.openxmlformats.org/officeDocument/2006/relationships/image" Target="../media/image1425.png"/><Relationship Id="rId120" Type="http://schemas.openxmlformats.org/officeDocument/2006/relationships/customXml" Target="../ink/ink1476.xml"/><Relationship Id="rId141" Type="http://schemas.openxmlformats.org/officeDocument/2006/relationships/image" Target="../media/image1447.png"/><Relationship Id="rId7" Type="http://schemas.openxmlformats.org/officeDocument/2006/relationships/image" Target="../media/image1380.png"/><Relationship Id="rId162" Type="http://schemas.openxmlformats.org/officeDocument/2006/relationships/customXml" Target="../ink/ink1497.xml"/><Relationship Id="rId183" Type="http://schemas.openxmlformats.org/officeDocument/2006/relationships/image" Target="../media/image1468.png"/><Relationship Id="rId218" Type="http://schemas.openxmlformats.org/officeDocument/2006/relationships/customXml" Target="../ink/ink1525.xml"/><Relationship Id="rId239" Type="http://schemas.openxmlformats.org/officeDocument/2006/relationships/image" Target="../media/image1494.png"/><Relationship Id="rId250" Type="http://schemas.openxmlformats.org/officeDocument/2006/relationships/customXml" Target="../ink/ink1541.xml"/><Relationship Id="rId271" Type="http://schemas.openxmlformats.org/officeDocument/2006/relationships/image" Target="../media/image1507.png"/><Relationship Id="rId24" Type="http://schemas.openxmlformats.org/officeDocument/2006/relationships/customXml" Target="../ink/ink1428.xml"/><Relationship Id="rId45" Type="http://schemas.openxmlformats.org/officeDocument/2006/relationships/image" Target="../media/image1399.png"/><Relationship Id="rId66" Type="http://schemas.openxmlformats.org/officeDocument/2006/relationships/customXml" Target="../ink/ink1449.xml"/><Relationship Id="rId87" Type="http://schemas.openxmlformats.org/officeDocument/2006/relationships/image" Target="../media/image1420.png"/><Relationship Id="rId110" Type="http://schemas.openxmlformats.org/officeDocument/2006/relationships/customXml" Target="../ink/ink1471.xml"/><Relationship Id="rId131" Type="http://schemas.openxmlformats.org/officeDocument/2006/relationships/image" Target="../media/image1442.png"/><Relationship Id="rId152" Type="http://schemas.openxmlformats.org/officeDocument/2006/relationships/customXml" Target="../ink/ink1492.xml"/><Relationship Id="rId173" Type="http://schemas.openxmlformats.org/officeDocument/2006/relationships/image" Target="../media/image1463.png"/><Relationship Id="rId194" Type="http://schemas.openxmlformats.org/officeDocument/2006/relationships/customXml" Target="../ink/ink1513.xml"/><Relationship Id="rId208" Type="http://schemas.openxmlformats.org/officeDocument/2006/relationships/customXml" Target="../ink/ink1520.xml"/><Relationship Id="rId229" Type="http://schemas.openxmlformats.org/officeDocument/2006/relationships/image" Target="../media/image1489.png"/><Relationship Id="rId240" Type="http://schemas.openxmlformats.org/officeDocument/2006/relationships/customXml" Target="../ink/ink1536.xml"/><Relationship Id="rId261" Type="http://schemas.openxmlformats.org/officeDocument/2006/relationships/image" Target="../media/image1502.png"/><Relationship Id="rId14" Type="http://schemas.openxmlformats.org/officeDocument/2006/relationships/customXml" Target="../ink/ink1423.xml"/><Relationship Id="rId35" Type="http://schemas.openxmlformats.org/officeDocument/2006/relationships/image" Target="../media/image1394.png"/><Relationship Id="rId56" Type="http://schemas.openxmlformats.org/officeDocument/2006/relationships/customXml" Target="../ink/ink1444.xml"/><Relationship Id="rId77" Type="http://schemas.openxmlformats.org/officeDocument/2006/relationships/image" Target="../media/image1415.png"/><Relationship Id="rId100" Type="http://schemas.openxmlformats.org/officeDocument/2006/relationships/customXml" Target="../ink/ink1466.xml"/><Relationship Id="rId282" Type="http://schemas.openxmlformats.org/officeDocument/2006/relationships/image" Target="../media/image1511.png"/><Relationship Id="rId8" Type="http://schemas.openxmlformats.org/officeDocument/2006/relationships/customXml" Target="../ink/ink1420.xml"/><Relationship Id="rId98" Type="http://schemas.openxmlformats.org/officeDocument/2006/relationships/customXml" Target="../ink/ink1465.xml"/><Relationship Id="rId121" Type="http://schemas.openxmlformats.org/officeDocument/2006/relationships/image" Target="../media/image1437.png"/><Relationship Id="rId142" Type="http://schemas.openxmlformats.org/officeDocument/2006/relationships/customXml" Target="../ink/ink1487.xml"/><Relationship Id="rId163" Type="http://schemas.openxmlformats.org/officeDocument/2006/relationships/image" Target="../media/image1458.png"/><Relationship Id="rId184" Type="http://schemas.openxmlformats.org/officeDocument/2006/relationships/customXml" Target="../ink/ink1508.xml"/><Relationship Id="rId219" Type="http://schemas.openxmlformats.org/officeDocument/2006/relationships/image" Target="../media/image1484.png"/><Relationship Id="rId230" Type="http://schemas.openxmlformats.org/officeDocument/2006/relationships/customXml" Target="../ink/ink1531.xml"/><Relationship Id="rId251" Type="http://schemas.openxmlformats.org/officeDocument/2006/relationships/image" Target="../media/image1498.png"/><Relationship Id="rId25" Type="http://schemas.openxmlformats.org/officeDocument/2006/relationships/image" Target="../media/image1389.png"/><Relationship Id="rId46" Type="http://schemas.openxmlformats.org/officeDocument/2006/relationships/customXml" Target="../ink/ink1439.xml"/><Relationship Id="rId67" Type="http://schemas.openxmlformats.org/officeDocument/2006/relationships/image" Target="../media/image1410.png"/><Relationship Id="rId272" Type="http://schemas.openxmlformats.org/officeDocument/2006/relationships/customXml" Target="../ink/ink1552.xml"/><Relationship Id="rId88" Type="http://schemas.openxmlformats.org/officeDocument/2006/relationships/customXml" Target="../ink/ink1460.xml"/><Relationship Id="rId111" Type="http://schemas.openxmlformats.org/officeDocument/2006/relationships/image" Target="../media/image1432.png"/><Relationship Id="rId132" Type="http://schemas.openxmlformats.org/officeDocument/2006/relationships/customXml" Target="../ink/ink1482.xml"/><Relationship Id="rId153" Type="http://schemas.openxmlformats.org/officeDocument/2006/relationships/image" Target="../media/image1453.png"/><Relationship Id="rId174" Type="http://schemas.openxmlformats.org/officeDocument/2006/relationships/customXml" Target="../ink/ink1503.xml"/><Relationship Id="rId195" Type="http://schemas.openxmlformats.org/officeDocument/2006/relationships/image" Target="../media/image1474.png"/><Relationship Id="rId209" Type="http://schemas.openxmlformats.org/officeDocument/2006/relationships/image" Target="../media/image839.png"/><Relationship Id="rId220" Type="http://schemas.openxmlformats.org/officeDocument/2006/relationships/customXml" Target="../ink/ink1526.xml"/><Relationship Id="rId241" Type="http://schemas.openxmlformats.org/officeDocument/2006/relationships/image" Target="../media/image1495.png"/><Relationship Id="rId15" Type="http://schemas.openxmlformats.org/officeDocument/2006/relationships/image" Target="../media/image1384.png"/><Relationship Id="rId36" Type="http://schemas.openxmlformats.org/officeDocument/2006/relationships/customXml" Target="../ink/ink1434.xml"/><Relationship Id="rId57" Type="http://schemas.openxmlformats.org/officeDocument/2006/relationships/image" Target="../media/image1405.png"/><Relationship Id="rId262" Type="http://schemas.openxmlformats.org/officeDocument/2006/relationships/customXml" Target="../ink/ink1547.xml"/><Relationship Id="rId283" Type="http://schemas.openxmlformats.org/officeDocument/2006/relationships/customXml" Target="../ink/ink1558.xml"/><Relationship Id="rId78" Type="http://schemas.openxmlformats.org/officeDocument/2006/relationships/customXml" Target="../ink/ink1455.xml"/><Relationship Id="rId99" Type="http://schemas.openxmlformats.org/officeDocument/2006/relationships/image" Target="../media/image1426.png"/><Relationship Id="rId101" Type="http://schemas.openxmlformats.org/officeDocument/2006/relationships/image" Target="../media/image1427.png"/><Relationship Id="rId122" Type="http://schemas.openxmlformats.org/officeDocument/2006/relationships/customXml" Target="../ink/ink1477.xml"/><Relationship Id="rId143" Type="http://schemas.openxmlformats.org/officeDocument/2006/relationships/image" Target="../media/image1448.png"/><Relationship Id="rId164" Type="http://schemas.openxmlformats.org/officeDocument/2006/relationships/customXml" Target="../ink/ink1498.xml"/><Relationship Id="rId185" Type="http://schemas.openxmlformats.org/officeDocument/2006/relationships/image" Target="../media/image1469.png"/><Relationship Id="rId9" Type="http://schemas.openxmlformats.org/officeDocument/2006/relationships/image" Target="../media/image1381.png"/><Relationship Id="rId210" Type="http://schemas.openxmlformats.org/officeDocument/2006/relationships/customXml" Target="../ink/ink1521.xml"/><Relationship Id="rId26" Type="http://schemas.openxmlformats.org/officeDocument/2006/relationships/customXml" Target="../ink/ink1429.xml"/><Relationship Id="rId231" Type="http://schemas.openxmlformats.org/officeDocument/2006/relationships/image" Target="../media/image1490.png"/><Relationship Id="rId252" Type="http://schemas.openxmlformats.org/officeDocument/2006/relationships/customXml" Target="../ink/ink1542.xml"/><Relationship Id="rId273" Type="http://schemas.openxmlformats.org/officeDocument/2006/relationships/image" Target="../media/image840.png"/><Relationship Id="rId47" Type="http://schemas.openxmlformats.org/officeDocument/2006/relationships/image" Target="../media/image1400.png"/><Relationship Id="rId68" Type="http://schemas.openxmlformats.org/officeDocument/2006/relationships/customXml" Target="../ink/ink1450.xml"/><Relationship Id="rId89" Type="http://schemas.openxmlformats.org/officeDocument/2006/relationships/image" Target="../media/image1421.png"/><Relationship Id="rId112" Type="http://schemas.openxmlformats.org/officeDocument/2006/relationships/customXml" Target="../ink/ink1472.xml"/><Relationship Id="rId133" Type="http://schemas.openxmlformats.org/officeDocument/2006/relationships/image" Target="../media/image1443.png"/><Relationship Id="rId154" Type="http://schemas.openxmlformats.org/officeDocument/2006/relationships/customXml" Target="../ink/ink1493.xml"/><Relationship Id="rId175" Type="http://schemas.openxmlformats.org/officeDocument/2006/relationships/image" Target="../media/image1464.png"/><Relationship Id="rId196" Type="http://schemas.openxmlformats.org/officeDocument/2006/relationships/customXml" Target="../ink/ink1514.xml"/><Relationship Id="rId200" Type="http://schemas.openxmlformats.org/officeDocument/2006/relationships/customXml" Target="../ink/ink1516.xml"/><Relationship Id="rId16" Type="http://schemas.openxmlformats.org/officeDocument/2006/relationships/customXml" Target="../ink/ink1424.xml"/><Relationship Id="rId221" Type="http://schemas.openxmlformats.org/officeDocument/2006/relationships/image" Target="../media/image1485.png"/><Relationship Id="rId242" Type="http://schemas.openxmlformats.org/officeDocument/2006/relationships/customXml" Target="../ink/ink1537.xml"/><Relationship Id="rId263" Type="http://schemas.openxmlformats.org/officeDocument/2006/relationships/image" Target="../media/image1503.png"/><Relationship Id="rId284" Type="http://schemas.openxmlformats.org/officeDocument/2006/relationships/customXml" Target="../ink/ink1559.xml"/><Relationship Id="rId37" Type="http://schemas.openxmlformats.org/officeDocument/2006/relationships/image" Target="../media/image1395.png"/><Relationship Id="rId58" Type="http://schemas.openxmlformats.org/officeDocument/2006/relationships/customXml" Target="../ink/ink1445.xml"/><Relationship Id="rId79" Type="http://schemas.openxmlformats.org/officeDocument/2006/relationships/image" Target="../media/image1416.png"/><Relationship Id="rId102" Type="http://schemas.openxmlformats.org/officeDocument/2006/relationships/customXml" Target="../ink/ink1467.xml"/><Relationship Id="rId123" Type="http://schemas.openxmlformats.org/officeDocument/2006/relationships/image" Target="../media/image1438.png"/><Relationship Id="rId144" Type="http://schemas.openxmlformats.org/officeDocument/2006/relationships/customXml" Target="../ink/ink1488.xml"/><Relationship Id="rId90" Type="http://schemas.openxmlformats.org/officeDocument/2006/relationships/customXml" Target="../ink/ink1461.xml"/><Relationship Id="rId165" Type="http://schemas.openxmlformats.org/officeDocument/2006/relationships/image" Target="../media/image1459.png"/><Relationship Id="rId186" Type="http://schemas.openxmlformats.org/officeDocument/2006/relationships/customXml" Target="../ink/ink1509.xml"/><Relationship Id="rId211" Type="http://schemas.openxmlformats.org/officeDocument/2006/relationships/image" Target="../media/image388.png"/><Relationship Id="rId232" Type="http://schemas.openxmlformats.org/officeDocument/2006/relationships/customXml" Target="../ink/ink1532.xml"/><Relationship Id="rId253" Type="http://schemas.openxmlformats.org/officeDocument/2006/relationships/image" Target="../media/image1499.png"/><Relationship Id="rId274" Type="http://schemas.openxmlformats.org/officeDocument/2006/relationships/customXml" Target="../ink/ink1553.xml"/><Relationship Id="rId27" Type="http://schemas.openxmlformats.org/officeDocument/2006/relationships/image" Target="../media/image1390.png"/><Relationship Id="rId48" Type="http://schemas.openxmlformats.org/officeDocument/2006/relationships/customXml" Target="../ink/ink1440.xml"/><Relationship Id="rId69" Type="http://schemas.openxmlformats.org/officeDocument/2006/relationships/image" Target="../media/image1411.png"/><Relationship Id="rId113" Type="http://schemas.openxmlformats.org/officeDocument/2006/relationships/image" Target="../media/image1433.png"/><Relationship Id="rId134" Type="http://schemas.openxmlformats.org/officeDocument/2006/relationships/customXml" Target="../ink/ink1483.xml"/><Relationship Id="rId80" Type="http://schemas.openxmlformats.org/officeDocument/2006/relationships/customXml" Target="../ink/ink1456.xml"/><Relationship Id="rId155" Type="http://schemas.openxmlformats.org/officeDocument/2006/relationships/image" Target="../media/image1454.png"/><Relationship Id="rId176" Type="http://schemas.openxmlformats.org/officeDocument/2006/relationships/customXml" Target="../ink/ink1504.xml"/><Relationship Id="rId197" Type="http://schemas.openxmlformats.org/officeDocument/2006/relationships/image" Target="../media/image1475.png"/><Relationship Id="rId201" Type="http://schemas.openxmlformats.org/officeDocument/2006/relationships/image" Target="../media/image1477.png"/><Relationship Id="rId222" Type="http://schemas.openxmlformats.org/officeDocument/2006/relationships/customXml" Target="../ink/ink1527.xml"/><Relationship Id="rId243" Type="http://schemas.openxmlformats.org/officeDocument/2006/relationships/image" Target="../media/image1496.png"/><Relationship Id="rId264" Type="http://schemas.openxmlformats.org/officeDocument/2006/relationships/customXml" Target="../ink/ink1548.xml"/><Relationship Id="rId285" Type="http://schemas.openxmlformats.org/officeDocument/2006/relationships/image" Target="../media/image1512.png"/><Relationship Id="rId17" Type="http://schemas.openxmlformats.org/officeDocument/2006/relationships/image" Target="../media/image1385.png"/><Relationship Id="rId38" Type="http://schemas.openxmlformats.org/officeDocument/2006/relationships/customXml" Target="../ink/ink1435.xml"/><Relationship Id="rId59" Type="http://schemas.openxmlformats.org/officeDocument/2006/relationships/image" Target="../media/image1406.png"/><Relationship Id="rId103" Type="http://schemas.openxmlformats.org/officeDocument/2006/relationships/image" Target="../media/image1428.png"/><Relationship Id="rId124" Type="http://schemas.openxmlformats.org/officeDocument/2006/relationships/customXml" Target="../ink/ink1478.xml"/><Relationship Id="rId70" Type="http://schemas.openxmlformats.org/officeDocument/2006/relationships/customXml" Target="../ink/ink1451.xml"/><Relationship Id="rId91" Type="http://schemas.openxmlformats.org/officeDocument/2006/relationships/image" Target="../media/image1422.png"/><Relationship Id="rId145" Type="http://schemas.openxmlformats.org/officeDocument/2006/relationships/image" Target="../media/image1449.png"/><Relationship Id="rId166" Type="http://schemas.openxmlformats.org/officeDocument/2006/relationships/customXml" Target="../ink/ink1499.xml"/><Relationship Id="rId187" Type="http://schemas.openxmlformats.org/officeDocument/2006/relationships/image" Target="../media/image147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22.xml"/><Relationship Id="rId233" Type="http://schemas.openxmlformats.org/officeDocument/2006/relationships/image" Target="../media/image1491.png"/><Relationship Id="rId254" Type="http://schemas.openxmlformats.org/officeDocument/2006/relationships/customXml" Target="../ink/ink1543.xml"/><Relationship Id="rId28" Type="http://schemas.openxmlformats.org/officeDocument/2006/relationships/customXml" Target="../ink/ink1430.xml"/><Relationship Id="rId49" Type="http://schemas.openxmlformats.org/officeDocument/2006/relationships/image" Target="../media/image1401.png"/><Relationship Id="rId114" Type="http://schemas.openxmlformats.org/officeDocument/2006/relationships/customXml" Target="../ink/ink1473.xml"/><Relationship Id="rId275" Type="http://schemas.openxmlformats.org/officeDocument/2006/relationships/image" Target="../media/image1508.png"/><Relationship Id="rId60" Type="http://schemas.openxmlformats.org/officeDocument/2006/relationships/customXml" Target="../ink/ink1446.xml"/><Relationship Id="rId81" Type="http://schemas.openxmlformats.org/officeDocument/2006/relationships/image" Target="../media/image1417.png"/><Relationship Id="rId135" Type="http://schemas.openxmlformats.org/officeDocument/2006/relationships/image" Target="../media/image1444.png"/><Relationship Id="rId156" Type="http://schemas.openxmlformats.org/officeDocument/2006/relationships/customXml" Target="../ink/ink1494.xml"/><Relationship Id="rId177" Type="http://schemas.openxmlformats.org/officeDocument/2006/relationships/image" Target="../media/image1465.png"/><Relationship Id="rId198" Type="http://schemas.openxmlformats.org/officeDocument/2006/relationships/customXml" Target="../ink/ink1515.xml"/><Relationship Id="rId202" Type="http://schemas.openxmlformats.org/officeDocument/2006/relationships/customXml" Target="../ink/ink1517.xml"/><Relationship Id="rId223" Type="http://schemas.openxmlformats.org/officeDocument/2006/relationships/image" Target="../media/image1486.png"/><Relationship Id="rId244" Type="http://schemas.openxmlformats.org/officeDocument/2006/relationships/customXml" Target="../ink/ink1538.xml"/><Relationship Id="rId18" Type="http://schemas.openxmlformats.org/officeDocument/2006/relationships/customXml" Target="../ink/ink1425.xml"/><Relationship Id="rId39" Type="http://schemas.openxmlformats.org/officeDocument/2006/relationships/image" Target="../media/image1396.png"/><Relationship Id="rId265" Type="http://schemas.openxmlformats.org/officeDocument/2006/relationships/image" Target="../media/image1504.png"/><Relationship Id="rId50" Type="http://schemas.openxmlformats.org/officeDocument/2006/relationships/customXml" Target="../ink/ink1441.xml"/><Relationship Id="rId104" Type="http://schemas.openxmlformats.org/officeDocument/2006/relationships/customXml" Target="../ink/ink1468.xml"/><Relationship Id="rId125" Type="http://schemas.openxmlformats.org/officeDocument/2006/relationships/image" Target="../media/image1439.png"/><Relationship Id="rId146" Type="http://schemas.openxmlformats.org/officeDocument/2006/relationships/customXml" Target="../ink/ink1489.xml"/><Relationship Id="rId167" Type="http://schemas.openxmlformats.org/officeDocument/2006/relationships/image" Target="../media/image1460.png"/><Relationship Id="rId188" Type="http://schemas.openxmlformats.org/officeDocument/2006/relationships/customXml" Target="../ink/ink1510.xml"/><Relationship Id="rId71" Type="http://schemas.openxmlformats.org/officeDocument/2006/relationships/image" Target="../media/image1412.png"/><Relationship Id="rId92" Type="http://schemas.openxmlformats.org/officeDocument/2006/relationships/customXml" Target="../ink/ink1462.xml"/><Relationship Id="rId213" Type="http://schemas.openxmlformats.org/officeDocument/2006/relationships/image" Target="../media/image1481.png"/><Relationship Id="rId234" Type="http://schemas.openxmlformats.org/officeDocument/2006/relationships/customXml" Target="../ink/ink1533.xml"/><Relationship Id="rId2" Type="http://schemas.openxmlformats.org/officeDocument/2006/relationships/customXml" Target="../ink/ink1417.xml"/><Relationship Id="rId29" Type="http://schemas.openxmlformats.org/officeDocument/2006/relationships/image" Target="../media/image1391.png"/><Relationship Id="rId255" Type="http://schemas.openxmlformats.org/officeDocument/2006/relationships/image" Target="../media/image560.png"/><Relationship Id="rId276" Type="http://schemas.openxmlformats.org/officeDocument/2006/relationships/customXml" Target="../ink/ink1554.xml"/><Relationship Id="rId40" Type="http://schemas.openxmlformats.org/officeDocument/2006/relationships/customXml" Target="../ink/ink1436.xml"/><Relationship Id="rId115" Type="http://schemas.openxmlformats.org/officeDocument/2006/relationships/image" Target="../media/image1434.png"/><Relationship Id="rId136" Type="http://schemas.openxmlformats.org/officeDocument/2006/relationships/customXml" Target="../ink/ink1484.xml"/><Relationship Id="rId157" Type="http://schemas.openxmlformats.org/officeDocument/2006/relationships/image" Target="../media/image1455.png"/><Relationship Id="rId178" Type="http://schemas.openxmlformats.org/officeDocument/2006/relationships/customXml" Target="../ink/ink1505.xml"/><Relationship Id="rId61" Type="http://schemas.openxmlformats.org/officeDocument/2006/relationships/image" Target="../media/image1407.png"/><Relationship Id="rId82" Type="http://schemas.openxmlformats.org/officeDocument/2006/relationships/customXml" Target="../ink/ink1457.xml"/><Relationship Id="rId199" Type="http://schemas.openxmlformats.org/officeDocument/2006/relationships/image" Target="../media/image1476.png"/><Relationship Id="rId203" Type="http://schemas.openxmlformats.org/officeDocument/2006/relationships/image" Target="../media/image1478.png"/><Relationship Id="rId19" Type="http://schemas.openxmlformats.org/officeDocument/2006/relationships/image" Target="../media/image1386.png"/><Relationship Id="rId224" Type="http://schemas.openxmlformats.org/officeDocument/2006/relationships/customXml" Target="../ink/ink1528.xml"/><Relationship Id="rId245" Type="http://schemas.openxmlformats.org/officeDocument/2006/relationships/image" Target="../media/image384.png"/><Relationship Id="rId266" Type="http://schemas.openxmlformats.org/officeDocument/2006/relationships/customXml" Target="../ink/ink1549.xml"/><Relationship Id="rId30" Type="http://schemas.openxmlformats.org/officeDocument/2006/relationships/customXml" Target="../ink/ink1431.xml"/><Relationship Id="rId105" Type="http://schemas.openxmlformats.org/officeDocument/2006/relationships/image" Target="../media/image1429.png"/><Relationship Id="rId126" Type="http://schemas.openxmlformats.org/officeDocument/2006/relationships/customXml" Target="../ink/ink1479.xml"/><Relationship Id="rId147" Type="http://schemas.openxmlformats.org/officeDocument/2006/relationships/image" Target="../media/image1450.png"/><Relationship Id="rId168" Type="http://schemas.openxmlformats.org/officeDocument/2006/relationships/customXml" Target="../ink/ink1500.xml"/><Relationship Id="rId51" Type="http://schemas.openxmlformats.org/officeDocument/2006/relationships/image" Target="../media/image1402.png"/><Relationship Id="rId72" Type="http://schemas.openxmlformats.org/officeDocument/2006/relationships/customXml" Target="../ink/ink1452.xml"/><Relationship Id="rId93" Type="http://schemas.openxmlformats.org/officeDocument/2006/relationships/image" Target="../media/image1423.png"/><Relationship Id="rId189" Type="http://schemas.openxmlformats.org/officeDocument/2006/relationships/image" Target="../media/image1471.png"/><Relationship Id="rId3" Type="http://schemas.openxmlformats.org/officeDocument/2006/relationships/image" Target="../media/image1378.png"/><Relationship Id="rId214" Type="http://schemas.openxmlformats.org/officeDocument/2006/relationships/customXml" Target="../ink/ink1523.xml"/><Relationship Id="rId235" Type="http://schemas.openxmlformats.org/officeDocument/2006/relationships/image" Target="../media/image1492.png"/><Relationship Id="rId256" Type="http://schemas.openxmlformats.org/officeDocument/2006/relationships/customXml" Target="../ink/ink1544.xml"/><Relationship Id="rId277" Type="http://schemas.openxmlformats.org/officeDocument/2006/relationships/image" Target="../media/image1509.png"/><Relationship Id="rId116" Type="http://schemas.openxmlformats.org/officeDocument/2006/relationships/customXml" Target="../ink/ink1474.xml"/><Relationship Id="rId137" Type="http://schemas.openxmlformats.org/officeDocument/2006/relationships/image" Target="../media/image1445.png"/><Relationship Id="rId158" Type="http://schemas.openxmlformats.org/officeDocument/2006/relationships/customXml" Target="../ink/ink1495.xml"/><Relationship Id="rId20" Type="http://schemas.openxmlformats.org/officeDocument/2006/relationships/customXml" Target="../ink/ink1426.xml"/><Relationship Id="rId41" Type="http://schemas.openxmlformats.org/officeDocument/2006/relationships/image" Target="../media/image1397.png"/><Relationship Id="rId62" Type="http://schemas.openxmlformats.org/officeDocument/2006/relationships/customXml" Target="../ink/ink1447.xml"/><Relationship Id="rId83" Type="http://schemas.openxmlformats.org/officeDocument/2006/relationships/image" Target="../media/image1418.png"/><Relationship Id="rId179" Type="http://schemas.openxmlformats.org/officeDocument/2006/relationships/image" Target="../media/image1466.png"/><Relationship Id="rId190" Type="http://schemas.openxmlformats.org/officeDocument/2006/relationships/customXml" Target="../ink/ink1511.xml"/><Relationship Id="rId204" Type="http://schemas.openxmlformats.org/officeDocument/2006/relationships/customXml" Target="../ink/ink1518.xml"/><Relationship Id="rId225" Type="http://schemas.openxmlformats.org/officeDocument/2006/relationships/image" Target="../media/image1487.png"/><Relationship Id="rId246" Type="http://schemas.openxmlformats.org/officeDocument/2006/relationships/customXml" Target="../ink/ink1539.xml"/><Relationship Id="rId267" Type="http://schemas.openxmlformats.org/officeDocument/2006/relationships/image" Target="../media/image1505.png"/><Relationship Id="rId106" Type="http://schemas.openxmlformats.org/officeDocument/2006/relationships/customXml" Target="../ink/ink1469.xml"/><Relationship Id="rId127" Type="http://schemas.openxmlformats.org/officeDocument/2006/relationships/image" Target="../media/image1440.png"/><Relationship Id="rId10" Type="http://schemas.openxmlformats.org/officeDocument/2006/relationships/customXml" Target="../ink/ink1421.xml"/><Relationship Id="rId31" Type="http://schemas.openxmlformats.org/officeDocument/2006/relationships/image" Target="../media/image1392.png"/><Relationship Id="rId52" Type="http://schemas.openxmlformats.org/officeDocument/2006/relationships/customXml" Target="../ink/ink1442.xml"/><Relationship Id="rId73" Type="http://schemas.openxmlformats.org/officeDocument/2006/relationships/image" Target="../media/image1413.png"/><Relationship Id="rId94" Type="http://schemas.openxmlformats.org/officeDocument/2006/relationships/customXml" Target="../ink/ink1463.xml"/><Relationship Id="rId148" Type="http://schemas.openxmlformats.org/officeDocument/2006/relationships/customXml" Target="../ink/ink1490.xml"/><Relationship Id="rId169" Type="http://schemas.openxmlformats.org/officeDocument/2006/relationships/image" Target="../media/image1461.png"/><Relationship Id="rId4" Type="http://schemas.openxmlformats.org/officeDocument/2006/relationships/customXml" Target="../ink/ink1418.xml"/><Relationship Id="rId180" Type="http://schemas.openxmlformats.org/officeDocument/2006/relationships/customXml" Target="../ink/ink1506.xml"/><Relationship Id="rId215" Type="http://schemas.openxmlformats.org/officeDocument/2006/relationships/image" Target="../media/image1482.png"/><Relationship Id="rId236" Type="http://schemas.openxmlformats.org/officeDocument/2006/relationships/customXml" Target="../ink/ink1534.xml"/><Relationship Id="rId257" Type="http://schemas.openxmlformats.org/officeDocument/2006/relationships/image" Target="../media/image1500.png"/><Relationship Id="rId278" Type="http://schemas.openxmlformats.org/officeDocument/2006/relationships/customXml" Target="../ink/ink1555.xml"/><Relationship Id="rId42" Type="http://schemas.openxmlformats.org/officeDocument/2006/relationships/customXml" Target="../ink/ink1437.xml"/><Relationship Id="rId84" Type="http://schemas.openxmlformats.org/officeDocument/2006/relationships/customXml" Target="../ink/ink1458.xml"/><Relationship Id="rId138" Type="http://schemas.openxmlformats.org/officeDocument/2006/relationships/customXml" Target="../ink/ink1485.xml"/><Relationship Id="rId191" Type="http://schemas.openxmlformats.org/officeDocument/2006/relationships/image" Target="../media/image1472.png"/><Relationship Id="rId205" Type="http://schemas.openxmlformats.org/officeDocument/2006/relationships/image" Target="../media/image1479.png"/><Relationship Id="rId247" Type="http://schemas.openxmlformats.org/officeDocument/2006/relationships/image" Target="../media/image1359.png"/><Relationship Id="rId107" Type="http://schemas.openxmlformats.org/officeDocument/2006/relationships/image" Target="../media/image1430.png"/><Relationship Id="rId11" Type="http://schemas.openxmlformats.org/officeDocument/2006/relationships/image" Target="../media/image1382.png"/><Relationship Id="rId53" Type="http://schemas.openxmlformats.org/officeDocument/2006/relationships/image" Target="../media/image1403.png"/><Relationship Id="rId149" Type="http://schemas.openxmlformats.org/officeDocument/2006/relationships/image" Target="../media/image1451.png"/><Relationship Id="rId95" Type="http://schemas.openxmlformats.org/officeDocument/2006/relationships/image" Target="../media/image1424.png"/><Relationship Id="rId160" Type="http://schemas.openxmlformats.org/officeDocument/2006/relationships/customXml" Target="../ink/ink1496.xml"/><Relationship Id="rId216" Type="http://schemas.openxmlformats.org/officeDocument/2006/relationships/customXml" Target="../ink/ink1524.xml"/><Relationship Id="rId258" Type="http://schemas.openxmlformats.org/officeDocument/2006/relationships/customXml" Target="../ink/ink1545.xml"/><Relationship Id="rId22" Type="http://schemas.openxmlformats.org/officeDocument/2006/relationships/customXml" Target="../ink/ink1427.xml"/><Relationship Id="rId64" Type="http://schemas.openxmlformats.org/officeDocument/2006/relationships/customXml" Target="../ink/ink1448.xml"/><Relationship Id="rId118" Type="http://schemas.openxmlformats.org/officeDocument/2006/relationships/customXml" Target="../ink/ink1475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70.png"/><Relationship Id="rId21" Type="http://schemas.openxmlformats.org/officeDocument/2006/relationships/image" Target="../media/image1522.png"/><Relationship Id="rId42" Type="http://schemas.openxmlformats.org/officeDocument/2006/relationships/customXml" Target="../ink/ink1580.xml"/><Relationship Id="rId63" Type="http://schemas.openxmlformats.org/officeDocument/2006/relationships/image" Target="../media/image1543.png"/><Relationship Id="rId84" Type="http://schemas.openxmlformats.org/officeDocument/2006/relationships/customXml" Target="../ink/ink1601.xml"/><Relationship Id="rId138" Type="http://schemas.openxmlformats.org/officeDocument/2006/relationships/customXml" Target="../ink/ink1628.xml"/><Relationship Id="rId159" Type="http://schemas.openxmlformats.org/officeDocument/2006/relationships/image" Target="../media/image1591.png"/><Relationship Id="rId107" Type="http://schemas.openxmlformats.org/officeDocument/2006/relationships/image" Target="../media/image1565.png"/><Relationship Id="rId11" Type="http://schemas.openxmlformats.org/officeDocument/2006/relationships/image" Target="../media/image1517.png"/><Relationship Id="rId32" Type="http://schemas.openxmlformats.org/officeDocument/2006/relationships/customXml" Target="../ink/ink1575.xml"/><Relationship Id="rId53" Type="http://schemas.openxmlformats.org/officeDocument/2006/relationships/image" Target="../media/image1538.png"/><Relationship Id="rId74" Type="http://schemas.openxmlformats.org/officeDocument/2006/relationships/customXml" Target="../ink/ink1596.xml"/><Relationship Id="rId128" Type="http://schemas.openxmlformats.org/officeDocument/2006/relationships/customXml" Target="../ink/ink1623.xml"/><Relationship Id="rId149" Type="http://schemas.openxmlformats.org/officeDocument/2006/relationships/image" Target="../media/image1586.png"/><Relationship Id="rId5" Type="http://schemas.openxmlformats.org/officeDocument/2006/relationships/image" Target="../media/image1514.png"/><Relationship Id="rId95" Type="http://schemas.openxmlformats.org/officeDocument/2006/relationships/image" Target="../media/image1559.png"/><Relationship Id="rId160" Type="http://schemas.openxmlformats.org/officeDocument/2006/relationships/customXml" Target="../ink/ink1639.xml"/><Relationship Id="rId22" Type="http://schemas.openxmlformats.org/officeDocument/2006/relationships/customXml" Target="../ink/ink1570.xml"/><Relationship Id="rId43" Type="http://schemas.openxmlformats.org/officeDocument/2006/relationships/image" Target="../media/image1533.png"/><Relationship Id="rId64" Type="http://schemas.openxmlformats.org/officeDocument/2006/relationships/customXml" Target="../ink/ink1591.xml"/><Relationship Id="rId118" Type="http://schemas.openxmlformats.org/officeDocument/2006/relationships/customXml" Target="../ink/ink1618.xml"/><Relationship Id="rId139" Type="http://schemas.openxmlformats.org/officeDocument/2006/relationships/image" Target="../media/image1581.png"/><Relationship Id="rId85" Type="http://schemas.openxmlformats.org/officeDocument/2006/relationships/image" Target="../media/image1554.png"/><Relationship Id="rId150" Type="http://schemas.openxmlformats.org/officeDocument/2006/relationships/customXml" Target="../ink/ink1634.xml"/><Relationship Id="rId12" Type="http://schemas.openxmlformats.org/officeDocument/2006/relationships/customXml" Target="../ink/ink1565.xml"/><Relationship Id="rId17" Type="http://schemas.openxmlformats.org/officeDocument/2006/relationships/image" Target="../media/image1520.png"/><Relationship Id="rId33" Type="http://schemas.openxmlformats.org/officeDocument/2006/relationships/image" Target="../media/image1528.png"/><Relationship Id="rId38" Type="http://schemas.openxmlformats.org/officeDocument/2006/relationships/customXml" Target="../ink/ink1578.xml"/><Relationship Id="rId59" Type="http://schemas.openxmlformats.org/officeDocument/2006/relationships/image" Target="../media/image1541.png"/><Relationship Id="rId103" Type="http://schemas.openxmlformats.org/officeDocument/2006/relationships/image" Target="../media/image1563.png"/><Relationship Id="rId108" Type="http://schemas.openxmlformats.org/officeDocument/2006/relationships/customXml" Target="../ink/ink1613.xml"/><Relationship Id="rId124" Type="http://schemas.openxmlformats.org/officeDocument/2006/relationships/customXml" Target="../ink/ink1621.xml"/><Relationship Id="rId129" Type="http://schemas.openxmlformats.org/officeDocument/2006/relationships/image" Target="../media/image1576.png"/><Relationship Id="rId54" Type="http://schemas.openxmlformats.org/officeDocument/2006/relationships/customXml" Target="../ink/ink1586.xml"/><Relationship Id="rId70" Type="http://schemas.openxmlformats.org/officeDocument/2006/relationships/customXml" Target="../ink/ink1594.xml"/><Relationship Id="rId75" Type="http://schemas.openxmlformats.org/officeDocument/2006/relationships/image" Target="../media/image1549.png"/><Relationship Id="rId91" Type="http://schemas.openxmlformats.org/officeDocument/2006/relationships/image" Target="../media/image1557.png"/><Relationship Id="rId96" Type="http://schemas.openxmlformats.org/officeDocument/2006/relationships/customXml" Target="../ink/ink1607.xml"/><Relationship Id="rId140" Type="http://schemas.openxmlformats.org/officeDocument/2006/relationships/customXml" Target="../ink/ink1629.xml"/><Relationship Id="rId145" Type="http://schemas.openxmlformats.org/officeDocument/2006/relationships/image" Target="../media/image1584.png"/><Relationship Id="rId161" Type="http://schemas.openxmlformats.org/officeDocument/2006/relationships/image" Target="../media/image1592.png"/><Relationship Id="rId166" Type="http://schemas.openxmlformats.org/officeDocument/2006/relationships/customXml" Target="../ink/ink164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62.xml"/><Relationship Id="rId23" Type="http://schemas.openxmlformats.org/officeDocument/2006/relationships/image" Target="../media/image1523.png"/><Relationship Id="rId28" Type="http://schemas.openxmlformats.org/officeDocument/2006/relationships/customXml" Target="../ink/ink1573.xml"/><Relationship Id="rId49" Type="http://schemas.openxmlformats.org/officeDocument/2006/relationships/image" Target="../media/image1536.png"/><Relationship Id="rId114" Type="http://schemas.openxmlformats.org/officeDocument/2006/relationships/customXml" Target="../ink/ink1616.xml"/><Relationship Id="rId119" Type="http://schemas.openxmlformats.org/officeDocument/2006/relationships/image" Target="../media/image1571.png"/><Relationship Id="rId44" Type="http://schemas.openxmlformats.org/officeDocument/2006/relationships/customXml" Target="../ink/ink1581.xml"/><Relationship Id="rId60" Type="http://schemas.openxmlformats.org/officeDocument/2006/relationships/customXml" Target="../ink/ink1589.xml"/><Relationship Id="rId65" Type="http://schemas.openxmlformats.org/officeDocument/2006/relationships/image" Target="../media/image1544.png"/><Relationship Id="rId81" Type="http://schemas.openxmlformats.org/officeDocument/2006/relationships/image" Target="../media/image1552.png"/><Relationship Id="rId86" Type="http://schemas.openxmlformats.org/officeDocument/2006/relationships/customXml" Target="../ink/ink1602.xml"/><Relationship Id="rId130" Type="http://schemas.openxmlformats.org/officeDocument/2006/relationships/customXml" Target="../ink/ink1624.xml"/><Relationship Id="rId135" Type="http://schemas.openxmlformats.org/officeDocument/2006/relationships/image" Target="../media/image1579.png"/><Relationship Id="rId151" Type="http://schemas.openxmlformats.org/officeDocument/2006/relationships/image" Target="../media/image1587.png"/><Relationship Id="rId156" Type="http://schemas.openxmlformats.org/officeDocument/2006/relationships/customXml" Target="../ink/ink1637.xml"/><Relationship Id="rId13" Type="http://schemas.openxmlformats.org/officeDocument/2006/relationships/image" Target="../media/image1518.png"/><Relationship Id="rId18" Type="http://schemas.openxmlformats.org/officeDocument/2006/relationships/customXml" Target="../ink/ink1568.xml"/><Relationship Id="rId39" Type="http://schemas.openxmlformats.org/officeDocument/2006/relationships/image" Target="../media/image1531.png"/><Relationship Id="rId109" Type="http://schemas.openxmlformats.org/officeDocument/2006/relationships/image" Target="../media/image1566.png"/><Relationship Id="rId34" Type="http://schemas.openxmlformats.org/officeDocument/2006/relationships/customXml" Target="../ink/ink1576.xml"/><Relationship Id="rId50" Type="http://schemas.openxmlformats.org/officeDocument/2006/relationships/customXml" Target="../ink/ink1584.xml"/><Relationship Id="rId55" Type="http://schemas.openxmlformats.org/officeDocument/2006/relationships/image" Target="../media/image1539.png"/><Relationship Id="rId76" Type="http://schemas.openxmlformats.org/officeDocument/2006/relationships/customXml" Target="../ink/ink1597.xml"/><Relationship Id="rId97" Type="http://schemas.openxmlformats.org/officeDocument/2006/relationships/image" Target="../media/image1560.png"/><Relationship Id="rId104" Type="http://schemas.openxmlformats.org/officeDocument/2006/relationships/customXml" Target="../ink/ink1611.xml"/><Relationship Id="rId120" Type="http://schemas.openxmlformats.org/officeDocument/2006/relationships/customXml" Target="../ink/ink1619.xml"/><Relationship Id="rId125" Type="http://schemas.openxmlformats.org/officeDocument/2006/relationships/image" Target="../media/image1574.png"/><Relationship Id="rId141" Type="http://schemas.openxmlformats.org/officeDocument/2006/relationships/image" Target="../media/image1582.png"/><Relationship Id="rId146" Type="http://schemas.openxmlformats.org/officeDocument/2006/relationships/customXml" Target="../ink/ink1632.xml"/><Relationship Id="rId167" Type="http://schemas.openxmlformats.org/officeDocument/2006/relationships/image" Target="../media/image1595.png"/><Relationship Id="rId7" Type="http://schemas.openxmlformats.org/officeDocument/2006/relationships/image" Target="../media/image1515.png"/><Relationship Id="rId71" Type="http://schemas.openxmlformats.org/officeDocument/2006/relationships/image" Target="../media/image1547.png"/><Relationship Id="rId92" Type="http://schemas.openxmlformats.org/officeDocument/2006/relationships/customXml" Target="../ink/ink1605.xml"/><Relationship Id="rId162" Type="http://schemas.openxmlformats.org/officeDocument/2006/relationships/customXml" Target="../ink/ink1640.xml"/><Relationship Id="rId2" Type="http://schemas.openxmlformats.org/officeDocument/2006/relationships/customXml" Target="../ink/ink1560.xml"/><Relationship Id="rId29" Type="http://schemas.openxmlformats.org/officeDocument/2006/relationships/image" Target="../media/image1526.png"/><Relationship Id="rId24" Type="http://schemas.openxmlformats.org/officeDocument/2006/relationships/customXml" Target="../ink/ink1571.xml"/><Relationship Id="rId40" Type="http://schemas.openxmlformats.org/officeDocument/2006/relationships/customXml" Target="../ink/ink1579.xml"/><Relationship Id="rId45" Type="http://schemas.openxmlformats.org/officeDocument/2006/relationships/image" Target="../media/image1534.png"/><Relationship Id="rId66" Type="http://schemas.openxmlformats.org/officeDocument/2006/relationships/customXml" Target="../ink/ink1592.xml"/><Relationship Id="rId87" Type="http://schemas.openxmlformats.org/officeDocument/2006/relationships/image" Target="../media/image1555.png"/><Relationship Id="rId110" Type="http://schemas.openxmlformats.org/officeDocument/2006/relationships/customXml" Target="../ink/ink1614.xml"/><Relationship Id="rId115" Type="http://schemas.openxmlformats.org/officeDocument/2006/relationships/image" Target="../media/image1569.png"/><Relationship Id="rId131" Type="http://schemas.openxmlformats.org/officeDocument/2006/relationships/image" Target="../media/image1577.png"/><Relationship Id="rId136" Type="http://schemas.openxmlformats.org/officeDocument/2006/relationships/customXml" Target="../ink/ink1627.xml"/><Relationship Id="rId157" Type="http://schemas.openxmlformats.org/officeDocument/2006/relationships/image" Target="../media/image1590.png"/><Relationship Id="rId61" Type="http://schemas.openxmlformats.org/officeDocument/2006/relationships/image" Target="../media/image1542.png"/><Relationship Id="rId82" Type="http://schemas.openxmlformats.org/officeDocument/2006/relationships/customXml" Target="../ink/ink1600.xml"/><Relationship Id="rId152" Type="http://schemas.openxmlformats.org/officeDocument/2006/relationships/customXml" Target="../ink/ink1635.xml"/><Relationship Id="rId19" Type="http://schemas.openxmlformats.org/officeDocument/2006/relationships/image" Target="../media/image1521.png"/><Relationship Id="rId14" Type="http://schemas.openxmlformats.org/officeDocument/2006/relationships/customXml" Target="../ink/ink1566.xml"/><Relationship Id="rId30" Type="http://schemas.openxmlformats.org/officeDocument/2006/relationships/customXml" Target="../ink/ink1574.xml"/><Relationship Id="rId35" Type="http://schemas.openxmlformats.org/officeDocument/2006/relationships/image" Target="../media/image1529.png"/><Relationship Id="rId56" Type="http://schemas.openxmlformats.org/officeDocument/2006/relationships/customXml" Target="../ink/ink1587.xml"/><Relationship Id="rId77" Type="http://schemas.openxmlformats.org/officeDocument/2006/relationships/image" Target="../media/image1550.png"/><Relationship Id="rId100" Type="http://schemas.openxmlformats.org/officeDocument/2006/relationships/customXml" Target="../ink/ink1609.xml"/><Relationship Id="rId105" Type="http://schemas.openxmlformats.org/officeDocument/2006/relationships/image" Target="../media/image1564.png"/><Relationship Id="rId126" Type="http://schemas.openxmlformats.org/officeDocument/2006/relationships/customXml" Target="../ink/ink1622.xml"/><Relationship Id="rId147" Type="http://schemas.openxmlformats.org/officeDocument/2006/relationships/image" Target="../media/image1585.png"/><Relationship Id="rId8" Type="http://schemas.openxmlformats.org/officeDocument/2006/relationships/customXml" Target="../ink/ink1563.xml"/><Relationship Id="rId51" Type="http://schemas.openxmlformats.org/officeDocument/2006/relationships/image" Target="../media/image1537.png"/><Relationship Id="rId72" Type="http://schemas.openxmlformats.org/officeDocument/2006/relationships/customXml" Target="../ink/ink1595.xml"/><Relationship Id="rId93" Type="http://schemas.openxmlformats.org/officeDocument/2006/relationships/image" Target="../media/image1558.png"/><Relationship Id="rId98" Type="http://schemas.openxmlformats.org/officeDocument/2006/relationships/customXml" Target="../ink/ink1608.xml"/><Relationship Id="rId121" Type="http://schemas.openxmlformats.org/officeDocument/2006/relationships/image" Target="../media/image1572.png"/><Relationship Id="rId142" Type="http://schemas.openxmlformats.org/officeDocument/2006/relationships/customXml" Target="../ink/ink1630.xml"/><Relationship Id="rId163" Type="http://schemas.openxmlformats.org/officeDocument/2006/relationships/image" Target="../media/image1593.png"/><Relationship Id="rId3" Type="http://schemas.openxmlformats.org/officeDocument/2006/relationships/image" Target="../media/image1513.png"/><Relationship Id="rId25" Type="http://schemas.openxmlformats.org/officeDocument/2006/relationships/image" Target="../media/image1524.png"/><Relationship Id="rId46" Type="http://schemas.openxmlformats.org/officeDocument/2006/relationships/customXml" Target="../ink/ink1582.xml"/><Relationship Id="rId67" Type="http://schemas.openxmlformats.org/officeDocument/2006/relationships/image" Target="../media/image1545.png"/><Relationship Id="rId116" Type="http://schemas.openxmlformats.org/officeDocument/2006/relationships/customXml" Target="../ink/ink1617.xml"/><Relationship Id="rId137" Type="http://schemas.openxmlformats.org/officeDocument/2006/relationships/image" Target="../media/image1580.png"/><Relationship Id="rId158" Type="http://schemas.openxmlformats.org/officeDocument/2006/relationships/customXml" Target="../ink/ink1638.xml"/><Relationship Id="rId20" Type="http://schemas.openxmlformats.org/officeDocument/2006/relationships/customXml" Target="../ink/ink1569.xml"/><Relationship Id="rId41" Type="http://schemas.openxmlformats.org/officeDocument/2006/relationships/image" Target="../media/image1532.png"/><Relationship Id="rId62" Type="http://schemas.openxmlformats.org/officeDocument/2006/relationships/customXml" Target="../ink/ink1590.xml"/><Relationship Id="rId83" Type="http://schemas.openxmlformats.org/officeDocument/2006/relationships/image" Target="../media/image1553.png"/><Relationship Id="rId88" Type="http://schemas.openxmlformats.org/officeDocument/2006/relationships/customXml" Target="../ink/ink1603.xml"/><Relationship Id="rId111" Type="http://schemas.openxmlformats.org/officeDocument/2006/relationships/image" Target="../media/image1567.png"/><Relationship Id="rId132" Type="http://schemas.openxmlformats.org/officeDocument/2006/relationships/customXml" Target="../ink/ink1625.xml"/><Relationship Id="rId153" Type="http://schemas.openxmlformats.org/officeDocument/2006/relationships/image" Target="../media/image1588.png"/><Relationship Id="rId15" Type="http://schemas.openxmlformats.org/officeDocument/2006/relationships/image" Target="../media/image1519.png"/><Relationship Id="rId36" Type="http://schemas.openxmlformats.org/officeDocument/2006/relationships/customXml" Target="../ink/ink1577.xml"/><Relationship Id="rId57" Type="http://schemas.openxmlformats.org/officeDocument/2006/relationships/image" Target="../media/image1540.png"/><Relationship Id="rId106" Type="http://schemas.openxmlformats.org/officeDocument/2006/relationships/customXml" Target="../ink/ink1612.xml"/><Relationship Id="rId127" Type="http://schemas.openxmlformats.org/officeDocument/2006/relationships/image" Target="../media/image1575.png"/><Relationship Id="rId10" Type="http://schemas.openxmlformats.org/officeDocument/2006/relationships/customXml" Target="../ink/ink1564.xml"/><Relationship Id="rId31" Type="http://schemas.openxmlformats.org/officeDocument/2006/relationships/image" Target="../media/image1527.png"/><Relationship Id="rId52" Type="http://schemas.openxmlformats.org/officeDocument/2006/relationships/customXml" Target="../ink/ink1585.xml"/><Relationship Id="rId73" Type="http://schemas.openxmlformats.org/officeDocument/2006/relationships/image" Target="../media/image1548.png"/><Relationship Id="rId78" Type="http://schemas.openxmlformats.org/officeDocument/2006/relationships/customXml" Target="../ink/ink1598.xml"/><Relationship Id="rId94" Type="http://schemas.openxmlformats.org/officeDocument/2006/relationships/customXml" Target="../ink/ink1606.xml"/><Relationship Id="rId99" Type="http://schemas.openxmlformats.org/officeDocument/2006/relationships/image" Target="../media/image1561.png"/><Relationship Id="rId101" Type="http://schemas.openxmlformats.org/officeDocument/2006/relationships/image" Target="../media/image1562.png"/><Relationship Id="rId122" Type="http://schemas.openxmlformats.org/officeDocument/2006/relationships/customXml" Target="../ink/ink1620.xml"/><Relationship Id="rId143" Type="http://schemas.openxmlformats.org/officeDocument/2006/relationships/image" Target="../media/image1583.png"/><Relationship Id="rId148" Type="http://schemas.openxmlformats.org/officeDocument/2006/relationships/customXml" Target="../ink/ink1633.xml"/><Relationship Id="rId164" Type="http://schemas.openxmlformats.org/officeDocument/2006/relationships/customXml" Target="../ink/ink1641.xml"/><Relationship Id="rId4" Type="http://schemas.openxmlformats.org/officeDocument/2006/relationships/customXml" Target="../ink/ink1561.xml"/><Relationship Id="rId9" Type="http://schemas.openxmlformats.org/officeDocument/2006/relationships/image" Target="../media/image1516.png"/><Relationship Id="rId26" Type="http://schemas.openxmlformats.org/officeDocument/2006/relationships/customXml" Target="../ink/ink1572.xml"/><Relationship Id="rId47" Type="http://schemas.openxmlformats.org/officeDocument/2006/relationships/image" Target="../media/image1535.png"/><Relationship Id="rId68" Type="http://schemas.openxmlformats.org/officeDocument/2006/relationships/customXml" Target="../ink/ink1593.xml"/><Relationship Id="rId89" Type="http://schemas.openxmlformats.org/officeDocument/2006/relationships/image" Target="../media/image1556.png"/><Relationship Id="rId112" Type="http://schemas.openxmlformats.org/officeDocument/2006/relationships/customXml" Target="../ink/ink1615.xml"/><Relationship Id="rId133" Type="http://schemas.openxmlformats.org/officeDocument/2006/relationships/image" Target="../media/image1578.png"/><Relationship Id="rId154" Type="http://schemas.openxmlformats.org/officeDocument/2006/relationships/customXml" Target="../ink/ink1636.xml"/><Relationship Id="rId16" Type="http://schemas.openxmlformats.org/officeDocument/2006/relationships/customXml" Target="../ink/ink1567.xml"/><Relationship Id="rId37" Type="http://schemas.openxmlformats.org/officeDocument/2006/relationships/image" Target="../media/image1530.png"/><Relationship Id="rId58" Type="http://schemas.openxmlformats.org/officeDocument/2006/relationships/customXml" Target="../ink/ink1588.xml"/><Relationship Id="rId79" Type="http://schemas.openxmlformats.org/officeDocument/2006/relationships/image" Target="../media/image1551.png"/><Relationship Id="rId102" Type="http://schemas.openxmlformats.org/officeDocument/2006/relationships/customXml" Target="../ink/ink1610.xml"/><Relationship Id="rId123" Type="http://schemas.openxmlformats.org/officeDocument/2006/relationships/image" Target="../media/image1573.png"/><Relationship Id="rId144" Type="http://schemas.openxmlformats.org/officeDocument/2006/relationships/customXml" Target="../ink/ink1631.xml"/><Relationship Id="rId90" Type="http://schemas.openxmlformats.org/officeDocument/2006/relationships/customXml" Target="../ink/ink1604.xml"/><Relationship Id="rId165" Type="http://schemas.openxmlformats.org/officeDocument/2006/relationships/image" Target="../media/image1594.png"/><Relationship Id="rId27" Type="http://schemas.openxmlformats.org/officeDocument/2006/relationships/image" Target="../media/image1525.png"/><Relationship Id="rId48" Type="http://schemas.openxmlformats.org/officeDocument/2006/relationships/customXml" Target="../ink/ink1583.xml"/><Relationship Id="rId69" Type="http://schemas.openxmlformats.org/officeDocument/2006/relationships/image" Target="../media/image1546.png"/><Relationship Id="rId113" Type="http://schemas.openxmlformats.org/officeDocument/2006/relationships/image" Target="../media/image1568.png"/><Relationship Id="rId134" Type="http://schemas.openxmlformats.org/officeDocument/2006/relationships/customXml" Target="../ink/ink1626.xml"/><Relationship Id="rId80" Type="http://schemas.openxmlformats.org/officeDocument/2006/relationships/customXml" Target="../ink/ink1599.xml"/><Relationship Id="rId155" Type="http://schemas.openxmlformats.org/officeDocument/2006/relationships/image" Target="../media/image15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E0EE-0BCE-1062-8968-BD54AE6935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B34BF-BF97-C879-3B8F-D8D46A1C1B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163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57CB4277-A6FF-7B9A-210A-72B3575B114A}"/>
              </a:ext>
            </a:extLst>
          </p:cNvPr>
          <p:cNvGrpSpPr/>
          <p:nvPr/>
        </p:nvGrpSpPr>
        <p:grpSpPr>
          <a:xfrm>
            <a:off x="241353" y="333000"/>
            <a:ext cx="7738560" cy="1037160"/>
            <a:chOff x="241353" y="333000"/>
            <a:chExt cx="7738560" cy="103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DB365C-D0DD-D5F6-333C-5169F4B36DA2}"/>
                    </a:ext>
                  </a:extLst>
                </p14:cNvPr>
                <p14:cNvContentPartPr/>
                <p14:nvPr/>
              </p14:nvContentPartPr>
              <p14:xfrm>
                <a:off x="241353" y="333000"/>
                <a:ext cx="408240" cy="475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DB365C-D0DD-D5F6-333C-5169F4B36DA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3353" y="315000"/>
                  <a:ext cx="44388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2BD4AE5-AB54-540E-00A9-B425C5BB6A42}"/>
                    </a:ext>
                  </a:extLst>
                </p14:cNvPr>
                <p14:cNvContentPartPr/>
                <p14:nvPr/>
              </p14:nvContentPartPr>
              <p14:xfrm>
                <a:off x="399393" y="586800"/>
                <a:ext cx="253080" cy="58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2BD4AE5-AB54-540E-00A9-B425C5BB6A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1753" y="568800"/>
                  <a:ext cx="288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F9B249A-3892-1E9F-74D1-DD22DE570FF2}"/>
                    </a:ext>
                  </a:extLst>
                </p14:cNvPr>
                <p14:cNvContentPartPr/>
                <p14:nvPr/>
              </p14:nvContentPartPr>
              <p14:xfrm>
                <a:off x="818433" y="438120"/>
                <a:ext cx="309960" cy="402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F9B249A-3892-1E9F-74D1-DD22DE570F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0793" y="420120"/>
                  <a:ext cx="34560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58B7B2A-6751-1599-C681-A09D50998C27}"/>
                    </a:ext>
                  </a:extLst>
                </p14:cNvPr>
                <p14:cNvContentPartPr/>
                <p14:nvPr/>
              </p14:nvContentPartPr>
              <p14:xfrm>
                <a:off x="1220553" y="381960"/>
                <a:ext cx="526680" cy="442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58B7B2A-6751-1599-C681-A09D50998C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02553" y="364320"/>
                  <a:ext cx="5623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0DA70CE-CD3F-EFC5-C457-C3AEB446CFC5}"/>
                    </a:ext>
                  </a:extLst>
                </p14:cNvPr>
                <p14:cNvContentPartPr/>
                <p14:nvPr/>
              </p14:nvContentPartPr>
              <p14:xfrm>
                <a:off x="1746873" y="464040"/>
                <a:ext cx="50040" cy="7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DA70CE-CD3F-EFC5-C457-C3AEB446CFC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29233" y="446400"/>
                  <a:ext cx="85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A35B120-E18C-3690-33DC-E5ABBB3A9BD6}"/>
                    </a:ext>
                  </a:extLst>
                </p14:cNvPr>
                <p14:cNvContentPartPr/>
                <p14:nvPr/>
              </p14:nvContentPartPr>
              <p14:xfrm>
                <a:off x="1964673" y="410400"/>
                <a:ext cx="92880" cy="431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A35B120-E18C-3690-33DC-E5ABBB3A9B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47033" y="392760"/>
                  <a:ext cx="12852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C658E24-0BCE-5EB9-801E-DE7E4C07FA6D}"/>
                    </a:ext>
                  </a:extLst>
                </p14:cNvPr>
                <p14:cNvContentPartPr/>
                <p14:nvPr/>
              </p14:nvContentPartPr>
              <p14:xfrm>
                <a:off x="2123793" y="611280"/>
                <a:ext cx="62640" cy="226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C658E24-0BCE-5EB9-801E-DE7E4C07FA6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06153" y="593280"/>
                  <a:ext cx="982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C7E8149-F939-EE8E-3A53-949ECEB24FE9}"/>
                    </a:ext>
                  </a:extLst>
                </p14:cNvPr>
                <p14:cNvContentPartPr/>
                <p14:nvPr/>
              </p14:nvContentPartPr>
              <p14:xfrm>
                <a:off x="2331153" y="637920"/>
                <a:ext cx="159480" cy="213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C7E8149-F939-EE8E-3A53-949ECEB24F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13153" y="620280"/>
                  <a:ext cx="195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43AD5F0-2134-7A8C-E140-1CB6BAC533BD}"/>
                    </a:ext>
                  </a:extLst>
                </p14:cNvPr>
                <p14:cNvContentPartPr/>
                <p14:nvPr/>
              </p14:nvContentPartPr>
              <p14:xfrm>
                <a:off x="2551833" y="643320"/>
                <a:ext cx="190440" cy="173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43AD5F0-2134-7A8C-E140-1CB6BAC533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33833" y="625320"/>
                  <a:ext cx="226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5CA759-0FD9-1F50-BEF9-2749A9F4E26B}"/>
                    </a:ext>
                  </a:extLst>
                </p14:cNvPr>
                <p14:cNvContentPartPr/>
                <p14:nvPr/>
              </p14:nvContentPartPr>
              <p14:xfrm>
                <a:off x="2317113" y="375120"/>
                <a:ext cx="170280" cy="45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5CA759-0FD9-1F50-BEF9-2749A9F4E2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99113" y="357480"/>
                  <a:ext cx="205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6F5D99-A1BA-3C50-8C79-9B084AF876DF}"/>
                    </a:ext>
                  </a:extLst>
                </p14:cNvPr>
                <p14:cNvContentPartPr/>
                <p14:nvPr/>
              </p14:nvContentPartPr>
              <p14:xfrm>
                <a:off x="1870713" y="440280"/>
                <a:ext cx="272160" cy="37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6F5D99-A1BA-3C50-8C79-9B084AF876D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53073" y="422280"/>
                  <a:ext cx="307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0EB2CF2-9259-1B88-9BD3-69D96E27EFA6}"/>
                    </a:ext>
                  </a:extLst>
                </p14:cNvPr>
                <p14:cNvContentPartPr/>
                <p14:nvPr/>
              </p14:nvContentPartPr>
              <p14:xfrm>
                <a:off x="3443553" y="456840"/>
                <a:ext cx="460440" cy="913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0EB2CF2-9259-1B88-9BD3-69D96E27EFA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25553" y="439200"/>
                  <a:ext cx="496080" cy="9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779DA0-DB7A-385C-2208-FA40B6F9469C}"/>
                    </a:ext>
                  </a:extLst>
                </p14:cNvPr>
                <p14:cNvContentPartPr/>
                <p14:nvPr/>
              </p14:nvContentPartPr>
              <p14:xfrm>
                <a:off x="4539393" y="473040"/>
                <a:ext cx="526680" cy="360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779DA0-DB7A-385C-2208-FA40B6F9469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21393" y="455040"/>
                  <a:ext cx="5623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FA16DCA-BD08-F66A-DE01-A2772B1DF2E5}"/>
                    </a:ext>
                  </a:extLst>
                </p14:cNvPr>
                <p14:cNvContentPartPr/>
                <p14:nvPr/>
              </p14:nvContentPartPr>
              <p14:xfrm>
                <a:off x="5078313" y="343080"/>
                <a:ext cx="1243440" cy="536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A16DCA-BD08-F66A-DE01-A2772B1DF2E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60673" y="325440"/>
                  <a:ext cx="127908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247808D-AE83-C7FC-AF2A-0523F40D77DD}"/>
                    </a:ext>
                  </a:extLst>
                </p14:cNvPr>
                <p14:cNvContentPartPr/>
                <p14:nvPr/>
              </p14:nvContentPartPr>
              <p14:xfrm>
                <a:off x="6229953" y="439560"/>
                <a:ext cx="95400" cy="64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247808D-AE83-C7FC-AF2A-0523F40D77D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12313" y="421560"/>
                  <a:ext cx="131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825078-9DE4-6C4F-AE75-4D5BCBE8E1F0}"/>
                    </a:ext>
                  </a:extLst>
                </p14:cNvPr>
                <p14:cNvContentPartPr/>
                <p14:nvPr/>
              </p14:nvContentPartPr>
              <p14:xfrm>
                <a:off x="5445153" y="478080"/>
                <a:ext cx="352440" cy="37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1825078-9DE4-6C4F-AE75-4D5BCBE8E1F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27513" y="460080"/>
                  <a:ext cx="388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6E816F-6B38-2FDA-51EC-A00F9D268AA0}"/>
                    </a:ext>
                  </a:extLst>
                </p14:cNvPr>
                <p14:cNvContentPartPr/>
                <p14:nvPr/>
              </p14:nvContentPartPr>
              <p14:xfrm>
                <a:off x="6396633" y="633960"/>
                <a:ext cx="266040" cy="215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6E816F-6B38-2FDA-51EC-A00F9D268A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78633" y="616320"/>
                  <a:ext cx="3016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4D6CA2-9A8B-C479-3F32-AE0ECCFFB174}"/>
                    </a:ext>
                  </a:extLst>
                </p14:cNvPr>
                <p14:cNvContentPartPr/>
                <p14:nvPr/>
              </p14:nvContentPartPr>
              <p14:xfrm>
                <a:off x="6664473" y="632160"/>
                <a:ext cx="208800" cy="222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4D6CA2-9A8B-C479-3F32-AE0ECCFFB17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46833" y="614160"/>
                  <a:ext cx="2444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7D92266-C8F0-2C9E-88E6-B861022AAD25}"/>
                    </a:ext>
                  </a:extLst>
                </p14:cNvPr>
                <p14:cNvContentPartPr/>
                <p14:nvPr/>
              </p14:nvContentPartPr>
              <p14:xfrm>
                <a:off x="6930513" y="580680"/>
                <a:ext cx="185040" cy="219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7D92266-C8F0-2C9E-88E6-B861022AAD2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12873" y="563040"/>
                  <a:ext cx="2206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9AC3CC-BA6D-2770-690B-209E8C994881}"/>
                    </a:ext>
                  </a:extLst>
                </p14:cNvPr>
                <p14:cNvContentPartPr/>
                <p14:nvPr/>
              </p14:nvContentPartPr>
              <p14:xfrm>
                <a:off x="7547553" y="906480"/>
                <a:ext cx="37080" cy="10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9AC3CC-BA6D-2770-690B-209E8C99488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29553" y="888480"/>
                  <a:ext cx="727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6EF0D56-1DFE-B713-86FE-40EE2786919D}"/>
                    </a:ext>
                  </a:extLst>
                </p14:cNvPr>
                <p14:cNvContentPartPr/>
                <p14:nvPr/>
              </p14:nvContentPartPr>
              <p14:xfrm>
                <a:off x="408033" y="873360"/>
                <a:ext cx="6772680" cy="131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6EF0D56-1DFE-B713-86FE-40EE2786919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0033" y="855360"/>
                  <a:ext cx="6808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A420A45-2EED-3EFD-294D-56CE1AFD4111}"/>
                    </a:ext>
                  </a:extLst>
                </p14:cNvPr>
                <p14:cNvContentPartPr/>
                <p14:nvPr/>
              </p14:nvContentPartPr>
              <p14:xfrm>
                <a:off x="7477353" y="546120"/>
                <a:ext cx="25920" cy="42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A420A45-2EED-3EFD-294D-56CE1AFD41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59353" y="528120"/>
                  <a:ext cx="61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761C5A-4E93-E1C7-0E67-B5FC0FB65C13}"/>
                    </a:ext>
                  </a:extLst>
                </p14:cNvPr>
                <p14:cNvContentPartPr/>
                <p14:nvPr/>
              </p14:nvContentPartPr>
              <p14:xfrm>
                <a:off x="7465473" y="785520"/>
                <a:ext cx="10800" cy="32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761C5A-4E93-E1C7-0E67-B5FC0FB65C1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47473" y="767520"/>
                  <a:ext cx="46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39DC18-A725-30F9-3E07-82984114BDA1}"/>
                    </a:ext>
                  </a:extLst>
                </p14:cNvPr>
                <p14:cNvContentPartPr/>
                <p14:nvPr/>
              </p14:nvContentPartPr>
              <p14:xfrm>
                <a:off x="7735473" y="668160"/>
                <a:ext cx="244440" cy="22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39DC18-A725-30F9-3E07-82984114BDA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17833" y="650160"/>
                  <a:ext cx="28008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5002F4F-261C-6521-28CC-DB3E7C640A5C}"/>
              </a:ext>
            </a:extLst>
          </p:cNvPr>
          <p:cNvGrpSpPr/>
          <p:nvPr/>
        </p:nvGrpSpPr>
        <p:grpSpPr>
          <a:xfrm>
            <a:off x="411993" y="1379520"/>
            <a:ext cx="448560" cy="821520"/>
            <a:chOff x="411993" y="1379520"/>
            <a:chExt cx="448560" cy="82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C82015C-E15E-9FBB-52E4-F79521FD5809}"/>
                    </a:ext>
                  </a:extLst>
                </p14:cNvPr>
                <p14:cNvContentPartPr/>
                <p14:nvPr/>
              </p14:nvContentPartPr>
              <p14:xfrm>
                <a:off x="411993" y="1379520"/>
                <a:ext cx="238320" cy="415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C82015C-E15E-9FBB-52E4-F79521FD58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4353" y="1361880"/>
                  <a:ext cx="27396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13D0024-D0C4-2841-1254-95BAE90FE406}"/>
                    </a:ext>
                  </a:extLst>
                </p14:cNvPr>
                <p14:cNvContentPartPr/>
                <p14:nvPr/>
              </p14:nvContentPartPr>
              <p14:xfrm>
                <a:off x="693153" y="1406160"/>
                <a:ext cx="167400" cy="794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13D0024-D0C4-2841-1254-95BAE90FE4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5153" y="1388520"/>
                  <a:ext cx="203040" cy="83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E7A3378-34BD-ACF8-C203-8C842F0E2941}"/>
              </a:ext>
            </a:extLst>
          </p:cNvPr>
          <p:cNvGrpSpPr/>
          <p:nvPr/>
        </p:nvGrpSpPr>
        <p:grpSpPr>
          <a:xfrm>
            <a:off x="1269513" y="1385280"/>
            <a:ext cx="1849320" cy="420120"/>
            <a:chOff x="1269513" y="1385280"/>
            <a:chExt cx="184932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048796E-0320-C023-EDBC-37B947CE3D9A}"/>
                    </a:ext>
                  </a:extLst>
                </p14:cNvPr>
                <p14:cNvContentPartPr/>
                <p14:nvPr/>
              </p14:nvContentPartPr>
              <p14:xfrm>
                <a:off x="1269513" y="1411560"/>
                <a:ext cx="265680" cy="363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048796E-0320-C023-EDBC-37B947CE3D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51513" y="1393560"/>
                  <a:ext cx="3013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02D191-C4A2-2C80-5D2F-14EA6C7319D4}"/>
                    </a:ext>
                  </a:extLst>
                </p14:cNvPr>
                <p14:cNvContentPartPr/>
                <p14:nvPr/>
              </p14:nvContentPartPr>
              <p14:xfrm>
                <a:off x="1902033" y="1580040"/>
                <a:ext cx="525240" cy="194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02D191-C4A2-2C80-5D2F-14EA6C7319D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84033" y="1562040"/>
                  <a:ext cx="560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6A9C556-4F3C-E850-86E5-A0069480014D}"/>
                    </a:ext>
                  </a:extLst>
                </p14:cNvPr>
                <p14:cNvContentPartPr/>
                <p14:nvPr/>
              </p14:nvContentPartPr>
              <p14:xfrm>
                <a:off x="2402073" y="1385280"/>
                <a:ext cx="241560" cy="376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6A9C556-4F3C-E850-86E5-A006948001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84433" y="1367280"/>
                  <a:ext cx="27720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C57FEE3-308A-4F3B-CF73-3D1FB8D749E1}"/>
                    </a:ext>
                  </a:extLst>
                </p14:cNvPr>
                <p14:cNvContentPartPr/>
                <p14:nvPr/>
              </p14:nvContentPartPr>
              <p14:xfrm>
                <a:off x="2919393" y="1459080"/>
                <a:ext cx="61920" cy="304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C57FEE3-308A-4F3B-CF73-3D1FB8D749E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01753" y="1441440"/>
                  <a:ext cx="975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23D5C43-0FBA-C865-0B65-9624FA9F64E0}"/>
                    </a:ext>
                  </a:extLst>
                </p14:cNvPr>
                <p14:cNvContentPartPr/>
                <p14:nvPr/>
              </p14:nvContentPartPr>
              <p14:xfrm>
                <a:off x="2907873" y="1458360"/>
                <a:ext cx="210960" cy="347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23D5C43-0FBA-C865-0B65-9624FA9F64E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89873" y="1440720"/>
                  <a:ext cx="246600" cy="38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9464722-4D74-5743-8B28-DEF51BC3AE9E}"/>
                  </a:ext>
                </a:extLst>
              </p14:cNvPr>
              <p14:cNvContentPartPr/>
              <p14:nvPr/>
            </p14:nvContentPartPr>
            <p14:xfrm>
              <a:off x="3731913" y="1509480"/>
              <a:ext cx="997560" cy="2944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9464722-4D74-5743-8B28-DEF51BC3AE9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714273" y="1491840"/>
                <a:ext cx="1033200" cy="33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023DAE8A-BFC8-7620-D3F7-AD2CBD9D414E}"/>
              </a:ext>
            </a:extLst>
          </p:cNvPr>
          <p:cNvGrpSpPr/>
          <p:nvPr/>
        </p:nvGrpSpPr>
        <p:grpSpPr>
          <a:xfrm>
            <a:off x="5301153" y="1324080"/>
            <a:ext cx="946440" cy="516600"/>
            <a:chOff x="5301153" y="1324080"/>
            <a:chExt cx="946440" cy="51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6549DD-C548-B030-0033-FB3C813460F5}"/>
                    </a:ext>
                  </a:extLst>
                </p14:cNvPr>
                <p14:cNvContentPartPr/>
                <p14:nvPr/>
              </p14:nvContentPartPr>
              <p14:xfrm>
                <a:off x="5301153" y="1324080"/>
                <a:ext cx="946440" cy="516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6549DD-C548-B030-0033-FB3C813460F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83513" y="1306080"/>
                  <a:ext cx="98208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68FD0EB-AE11-8FF7-66D6-4378895D6103}"/>
                    </a:ext>
                  </a:extLst>
                </p14:cNvPr>
                <p14:cNvContentPartPr/>
                <p14:nvPr/>
              </p14:nvContentPartPr>
              <p14:xfrm>
                <a:off x="5310873" y="1542960"/>
                <a:ext cx="305640" cy="35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68FD0EB-AE11-8FF7-66D6-4378895D610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92873" y="1525320"/>
                  <a:ext cx="34128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97185CC-EB15-EABF-DBF4-660EB2645176}"/>
              </a:ext>
            </a:extLst>
          </p:cNvPr>
          <p:cNvGrpSpPr/>
          <p:nvPr/>
        </p:nvGrpSpPr>
        <p:grpSpPr>
          <a:xfrm>
            <a:off x="6805593" y="1360440"/>
            <a:ext cx="934560" cy="481320"/>
            <a:chOff x="6805593" y="1360440"/>
            <a:chExt cx="934560" cy="48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E9557D1-EF07-8917-114D-7DF283B568F7}"/>
                    </a:ext>
                  </a:extLst>
                </p14:cNvPr>
                <p14:cNvContentPartPr/>
                <p14:nvPr/>
              </p14:nvContentPartPr>
              <p14:xfrm>
                <a:off x="6805593" y="1360440"/>
                <a:ext cx="934560" cy="481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E9557D1-EF07-8917-114D-7DF283B568F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87953" y="1342440"/>
                  <a:ext cx="97020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46888C5-F54F-FDAF-C15A-3F44A32642A7}"/>
                    </a:ext>
                  </a:extLst>
                </p14:cNvPr>
                <p14:cNvContentPartPr/>
                <p14:nvPr/>
              </p14:nvContentPartPr>
              <p14:xfrm>
                <a:off x="6889833" y="1422360"/>
                <a:ext cx="461160" cy="60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46888C5-F54F-FDAF-C15A-3F44A32642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71833" y="1404360"/>
                  <a:ext cx="4968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46B7C5F-0FF4-3516-3AAF-79BDBFA312BA}"/>
              </a:ext>
            </a:extLst>
          </p:cNvPr>
          <p:cNvGrpSpPr/>
          <p:nvPr/>
        </p:nvGrpSpPr>
        <p:grpSpPr>
          <a:xfrm>
            <a:off x="8313993" y="1191960"/>
            <a:ext cx="2131560" cy="560520"/>
            <a:chOff x="8313993" y="1191960"/>
            <a:chExt cx="2131560" cy="56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F1A285-88CF-179B-84FC-A78147A4F63B}"/>
                    </a:ext>
                  </a:extLst>
                </p14:cNvPr>
                <p14:cNvContentPartPr/>
                <p14:nvPr/>
              </p14:nvContentPartPr>
              <p14:xfrm>
                <a:off x="8313993" y="1526040"/>
                <a:ext cx="437040" cy="185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F1A285-88CF-179B-84FC-A78147A4F63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96353" y="1508400"/>
                  <a:ext cx="472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B3D4DD-7C52-60B8-C6E5-CF2F5EC15310}"/>
                    </a:ext>
                  </a:extLst>
                </p14:cNvPr>
                <p14:cNvContentPartPr/>
                <p14:nvPr/>
              </p14:nvContentPartPr>
              <p14:xfrm>
                <a:off x="8796393" y="1191960"/>
                <a:ext cx="965160" cy="560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B3D4DD-7C52-60B8-C6E5-CF2F5EC153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78753" y="1174320"/>
                  <a:ext cx="100080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0F30C6-B428-DEDA-9AE6-871E26F42886}"/>
                    </a:ext>
                  </a:extLst>
                </p14:cNvPr>
                <p14:cNvContentPartPr/>
                <p14:nvPr/>
              </p14:nvContentPartPr>
              <p14:xfrm>
                <a:off x="9694953" y="1240560"/>
                <a:ext cx="97920" cy="61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0F30C6-B428-DEDA-9AE6-871E26F4288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76953" y="1222920"/>
                  <a:ext cx="133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5BEA1F-8720-7E4F-169A-9EC79AAD8BD6}"/>
                    </a:ext>
                  </a:extLst>
                </p14:cNvPr>
                <p14:cNvContentPartPr/>
                <p14:nvPr/>
              </p14:nvContentPartPr>
              <p14:xfrm>
                <a:off x="9013833" y="1326960"/>
                <a:ext cx="363600" cy="50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5BEA1F-8720-7E4F-169A-9EC79AAD8BD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95833" y="1309320"/>
                  <a:ext cx="399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293F56-5A90-0D74-2DE2-CB137FE80072}"/>
                    </a:ext>
                  </a:extLst>
                </p14:cNvPr>
                <p14:cNvContentPartPr/>
                <p14:nvPr/>
              </p14:nvContentPartPr>
              <p14:xfrm>
                <a:off x="9820953" y="1475640"/>
                <a:ext cx="159120" cy="259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293F56-5A90-0D74-2DE2-CB137FE8007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02953" y="1457640"/>
                  <a:ext cx="1947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2AC8DC5-1B5C-4F73-9931-AB97FAA5AAB0}"/>
                    </a:ext>
                  </a:extLst>
                </p14:cNvPr>
                <p14:cNvContentPartPr/>
                <p14:nvPr/>
              </p14:nvContentPartPr>
              <p14:xfrm>
                <a:off x="10012473" y="1467000"/>
                <a:ext cx="433080" cy="253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2AC8DC5-1B5C-4F73-9931-AB97FAA5AAB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94833" y="1449360"/>
                  <a:ext cx="468720" cy="28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3284F58-38C8-E053-599C-D5760BE39FD1}"/>
                  </a:ext>
                </a:extLst>
              </p14:cNvPr>
              <p14:cNvContentPartPr/>
              <p14:nvPr/>
            </p14:nvContentPartPr>
            <p14:xfrm>
              <a:off x="11008953" y="1285560"/>
              <a:ext cx="527400" cy="7581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3284F58-38C8-E053-599C-D5760BE39FD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990953" y="1267560"/>
                <a:ext cx="563040" cy="79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E130EC4B-FD08-CEA2-CF69-742BE4778D85}"/>
              </a:ext>
            </a:extLst>
          </p:cNvPr>
          <p:cNvGrpSpPr/>
          <p:nvPr/>
        </p:nvGrpSpPr>
        <p:grpSpPr>
          <a:xfrm>
            <a:off x="172593" y="2286360"/>
            <a:ext cx="752760" cy="416160"/>
            <a:chOff x="172593" y="2286360"/>
            <a:chExt cx="75276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3BBAB37-18E3-B52C-E2C7-413C19DE6FB9}"/>
                    </a:ext>
                  </a:extLst>
                </p14:cNvPr>
                <p14:cNvContentPartPr/>
                <p14:nvPr/>
              </p14:nvContentPartPr>
              <p14:xfrm>
                <a:off x="332433" y="2286360"/>
                <a:ext cx="120960" cy="416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3BBAB37-18E3-B52C-E2C7-413C19DE6FB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4793" y="2268360"/>
                  <a:ext cx="1566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9AE252-64E3-EBA7-9DA6-A9B9465E83A5}"/>
                    </a:ext>
                  </a:extLst>
                </p14:cNvPr>
                <p14:cNvContentPartPr/>
                <p14:nvPr/>
              </p14:nvContentPartPr>
              <p14:xfrm>
                <a:off x="172593" y="2307960"/>
                <a:ext cx="752760" cy="390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9AE252-64E3-EBA7-9DA6-A9B9465E83A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4593" y="2290320"/>
                  <a:ext cx="788400" cy="42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A1A9907-948A-614F-4995-8D7F068BCEB8}"/>
              </a:ext>
            </a:extLst>
          </p:cNvPr>
          <p:cNvGrpSpPr/>
          <p:nvPr/>
        </p:nvGrpSpPr>
        <p:grpSpPr>
          <a:xfrm>
            <a:off x="1428633" y="2472120"/>
            <a:ext cx="1210680" cy="313560"/>
            <a:chOff x="1428633" y="2472120"/>
            <a:chExt cx="121068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E8EF7DC-42EF-0FBE-A291-6DAEDFF84A26}"/>
                    </a:ext>
                  </a:extLst>
                </p14:cNvPr>
                <p14:cNvContentPartPr/>
                <p14:nvPr/>
              </p14:nvContentPartPr>
              <p14:xfrm>
                <a:off x="1428633" y="2472120"/>
                <a:ext cx="308160" cy="313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E8EF7DC-42EF-0FBE-A291-6DAEDFF84A2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10993" y="2454480"/>
                  <a:ext cx="3438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4509153-5E35-5259-B6F5-96E4BE71543C}"/>
                    </a:ext>
                  </a:extLst>
                </p14:cNvPr>
                <p14:cNvContentPartPr/>
                <p14:nvPr/>
              </p14:nvContentPartPr>
              <p14:xfrm>
                <a:off x="1802673" y="2505600"/>
                <a:ext cx="158400" cy="189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4509153-5E35-5259-B6F5-96E4BE71543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84673" y="2487600"/>
                  <a:ext cx="194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53C4A99-B6D1-E5DC-8EBD-539A0CB9C370}"/>
                    </a:ext>
                  </a:extLst>
                </p14:cNvPr>
                <p14:cNvContentPartPr/>
                <p14:nvPr/>
              </p14:nvContentPartPr>
              <p14:xfrm>
                <a:off x="2079873" y="2486160"/>
                <a:ext cx="559440" cy="181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53C4A99-B6D1-E5DC-8EBD-539A0CB9C37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62233" y="2468160"/>
                  <a:ext cx="59508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4AB9FFB-D5F1-A534-8E8A-35271B56DC26}"/>
              </a:ext>
            </a:extLst>
          </p:cNvPr>
          <p:cNvGrpSpPr/>
          <p:nvPr/>
        </p:nvGrpSpPr>
        <p:grpSpPr>
          <a:xfrm>
            <a:off x="3114153" y="2317320"/>
            <a:ext cx="1532520" cy="484920"/>
            <a:chOff x="3114153" y="2317320"/>
            <a:chExt cx="1532520" cy="48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13A2750-F78D-1568-68FD-32F6B5B46EF3}"/>
                    </a:ext>
                  </a:extLst>
                </p14:cNvPr>
                <p14:cNvContentPartPr/>
                <p14:nvPr/>
              </p14:nvContentPartPr>
              <p14:xfrm>
                <a:off x="3114153" y="2439000"/>
                <a:ext cx="505800" cy="30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13A2750-F78D-1568-68FD-32F6B5B46EF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96513" y="2421000"/>
                  <a:ext cx="5414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B395B84-A7DB-65C2-BC1F-9BD37907713F}"/>
                    </a:ext>
                  </a:extLst>
                </p14:cNvPr>
                <p14:cNvContentPartPr/>
                <p14:nvPr/>
              </p14:nvContentPartPr>
              <p14:xfrm>
                <a:off x="3728673" y="2317320"/>
                <a:ext cx="275400" cy="378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B395B84-A7DB-65C2-BC1F-9BD37907713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11033" y="2299680"/>
                  <a:ext cx="3110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100EFAD-E167-C25E-F628-7755D137D897}"/>
                    </a:ext>
                  </a:extLst>
                </p14:cNvPr>
                <p14:cNvContentPartPr/>
                <p14:nvPr/>
              </p14:nvContentPartPr>
              <p14:xfrm>
                <a:off x="4076433" y="2458440"/>
                <a:ext cx="171000" cy="225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100EFAD-E167-C25E-F628-7755D137D89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58793" y="2440800"/>
                  <a:ext cx="2066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D8E895-C2CF-66F3-9326-424094CE2C4F}"/>
                    </a:ext>
                  </a:extLst>
                </p14:cNvPr>
                <p14:cNvContentPartPr/>
                <p14:nvPr/>
              </p14:nvContentPartPr>
              <p14:xfrm>
                <a:off x="4324833" y="2471760"/>
                <a:ext cx="321840" cy="330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6D8E895-C2CF-66F3-9326-424094CE2C4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07193" y="2453760"/>
                  <a:ext cx="35748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04DF48F-B693-1DF2-D810-8DF1117E7DAC}"/>
              </a:ext>
            </a:extLst>
          </p:cNvPr>
          <p:cNvGrpSpPr/>
          <p:nvPr/>
        </p:nvGrpSpPr>
        <p:grpSpPr>
          <a:xfrm>
            <a:off x="5081193" y="2199240"/>
            <a:ext cx="1258920" cy="489240"/>
            <a:chOff x="5081193" y="2199240"/>
            <a:chExt cx="125892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FBB5F78-21C4-E6A8-A6C7-27A9E374B4F2}"/>
                    </a:ext>
                  </a:extLst>
                </p14:cNvPr>
                <p14:cNvContentPartPr/>
                <p14:nvPr/>
              </p14:nvContentPartPr>
              <p14:xfrm>
                <a:off x="5081193" y="2199240"/>
                <a:ext cx="1258920" cy="489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FBB5F78-21C4-E6A8-A6C7-27A9E374B4F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63193" y="2181600"/>
                  <a:ext cx="129456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6F24CBB-3A94-CFEA-A859-81C9677032D2}"/>
                    </a:ext>
                  </a:extLst>
                </p14:cNvPr>
                <p14:cNvContentPartPr/>
                <p14:nvPr/>
              </p14:nvContentPartPr>
              <p14:xfrm>
                <a:off x="5205393" y="2378520"/>
                <a:ext cx="198720" cy="13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6F24CBB-3A94-CFEA-A859-81C9677032D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187753" y="2360520"/>
                  <a:ext cx="23436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67C884D-5D9E-708D-CFF0-D08B8D7D961C}"/>
              </a:ext>
            </a:extLst>
          </p:cNvPr>
          <p:cNvGrpSpPr/>
          <p:nvPr/>
        </p:nvGrpSpPr>
        <p:grpSpPr>
          <a:xfrm>
            <a:off x="7162353" y="2163240"/>
            <a:ext cx="1366920" cy="519480"/>
            <a:chOff x="7162353" y="2163240"/>
            <a:chExt cx="1366920" cy="51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61A42A0-2B83-FAED-ADF6-0D4AAB429748}"/>
                    </a:ext>
                  </a:extLst>
                </p14:cNvPr>
                <p14:cNvContentPartPr/>
                <p14:nvPr/>
              </p14:nvContentPartPr>
              <p14:xfrm>
                <a:off x="7162353" y="2198520"/>
                <a:ext cx="1043640" cy="484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61A42A0-2B83-FAED-ADF6-0D4AAB42974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44353" y="2180520"/>
                  <a:ext cx="107928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A40C4C3-654F-5922-5A07-0FCD12D348A8}"/>
                    </a:ext>
                  </a:extLst>
                </p14:cNvPr>
                <p14:cNvContentPartPr/>
                <p14:nvPr/>
              </p14:nvContentPartPr>
              <p14:xfrm>
                <a:off x="8205993" y="2163240"/>
                <a:ext cx="323280" cy="424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A40C4C3-654F-5922-5A07-0FCD12D348A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88353" y="2145240"/>
                  <a:ext cx="35892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041559-C2C0-5D25-F051-ADF6001A9509}"/>
                    </a:ext>
                  </a:extLst>
                </p14:cNvPr>
                <p14:cNvContentPartPr/>
                <p14:nvPr/>
              </p14:nvContentPartPr>
              <p14:xfrm>
                <a:off x="7221033" y="2287080"/>
                <a:ext cx="460440" cy="28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041559-C2C0-5D25-F051-ADF6001A950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03393" y="2269440"/>
                  <a:ext cx="49608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BA439AC-A744-BB7F-AD32-7ABF2BF75DA3}"/>
              </a:ext>
            </a:extLst>
          </p:cNvPr>
          <p:cNvGrpSpPr/>
          <p:nvPr/>
        </p:nvGrpSpPr>
        <p:grpSpPr>
          <a:xfrm>
            <a:off x="9240273" y="2349360"/>
            <a:ext cx="1281240" cy="257040"/>
            <a:chOff x="9240273" y="2349360"/>
            <a:chExt cx="1281240" cy="2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F4101BF-D0A7-88FC-5C29-AF5F6EC657A8}"/>
                    </a:ext>
                  </a:extLst>
                </p14:cNvPr>
                <p14:cNvContentPartPr/>
                <p14:nvPr/>
              </p14:nvContentPartPr>
              <p14:xfrm>
                <a:off x="9240273" y="2349360"/>
                <a:ext cx="200520" cy="257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F4101BF-D0A7-88FC-5C29-AF5F6EC657A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22273" y="2331360"/>
                  <a:ext cx="236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4C3DAFF-CF6E-6A6E-B839-B7F9A841ECA2}"/>
                    </a:ext>
                  </a:extLst>
                </p14:cNvPr>
                <p14:cNvContentPartPr/>
                <p14:nvPr/>
              </p14:nvContentPartPr>
              <p14:xfrm>
                <a:off x="9586953" y="2385360"/>
                <a:ext cx="193680" cy="218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4C3DAFF-CF6E-6A6E-B839-B7F9A841ECA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569313" y="2367360"/>
                  <a:ext cx="229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8ADDA6D-239E-663B-B9BE-5A8E9876667C}"/>
                    </a:ext>
                  </a:extLst>
                </p14:cNvPr>
                <p14:cNvContentPartPr/>
                <p14:nvPr/>
              </p14:nvContentPartPr>
              <p14:xfrm>
                <a:off x="9894033" y="2349360"/>
                <a:ext cx="402840" cy="223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8ADDA6D-239E-663B-B9BE-5A8E9876667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876033" y="2331720"/>
                  <a:ext cx="438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3AE2A03-165B-ED4F-D217-17A519EF5630}"/>
                    </a:ext>
                  </a:extLst>
                </p14:cNvPr>
                <p14:cNvContentPartPr/>
                <p14:nvPr/>
              </p14:nvContentPartPr>
              <p14:xfrm>
                <a:off x="10387593" y="2448360"/>
                <a:ext cx="133920" cy="152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3AE2A03-165B-ED4F-D217-17A519EF563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69953" y="2430720"/>
                  <a:ext cx="16956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D20E8EE-3B4A-E569-5B44-31335FEDBD20}"/>
              </a:ext>
            </a:extLst>
          </p:cNvPr>
          <p:cNvGrpSpPr/>
          <p:nvPr/>
        </p:nvGrpSpPr>
        <p:grpSpPr>
          <a:xfrm>
            <a:off x="404793" y="3267720"/>
            <a:ext cx="1747080" cy="448920"/>
            <a:chOff x="404793" y="3267720"/>
            <a:chExt cx="174708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F20B853-7119-39B9-D410-D5477CAE5544}"/>
                    </a:ext>
                  </a:extLst>
                </p14:cNvPr>
                <p14:cNvContentPartPr/>
                <p14:nvPr/>
              </p14:nvContentPartPr>
              <p14:xfrm>
                <a:off x="404793" y="3342960"/>
                <a:ext cx="219240" cy="373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F20B853-7119-39B9-D410-D5477CAE554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6793" y="3325320"/>
                  <a:ext cx="2548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F4EA318-96B1-1AAB-9A86-4967A326A4B5}"/>
                    </a:ext>
                  </a:extLst>
                </p14:cNvPr>
                <p14:cNvContentPartPr/>
                <p14:nvPr/>
              </p14:nvContentPartPr>
              <p14:xfrm>
                <a:off x="438993" y="3420000"/>
                <a:ext cx="671760" cy="292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F4EA318-96B1-1AAB-9A86-4967A326A4B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0993" y="3402360"/>
                  <a:ext cx="7074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C42AC8-FA83-75F2-BD51-922C2C0BE307}"/>
                    </a:ext>
                  </a:extLst>
                </p14:cNvPr>
                <p14:cNvContentPartPr/>
                <p14:nvPr/>
              </p14:nvContentPartPr>
              <p14:xfrm>
                <a:off x="1103193" y="3347280"/>
                <a:ext cx="837360" cy="337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C42AC8-FA83-75F2-BD51-922C2C0BE30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85553" y="3329280"/>
                  <a:ext cx="8730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5868871-C18A-AF19-FA09-0B3ECF51274F}"/>
                    </a:ext>
                  </a:extLst>
                </p14:cNvPr>
                <p14:cNvContentPartPr/>
                <p14:nvPr/>
              </p14:nvContentPartPr>
              <p14:xfrm>
                <a:off x="2020473" y="3267720"/>
                <a:ext cx="131400" cy="424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5868871-C18A-AF19-FA09-0B3ECF5127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02473" y="3249720"/>
                  <a:ext cx="167040" cy="46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F0F91BB-2AEB-3FA0-CC8C-62739C72EB48}"/>
              </a:ext>
            </a:extLst>
          </p:cNvPr>
          <p:cNvGrpSpPr/>
          <p:nvPr/>
        </p:nvGrpSpPr>
        <p:grpSpPr>
          <a:xfrm>
            <a:off x="2711673" y="3180240"/>
            <a:ext cx="2669760" cy="905400"/>
            <a:chOff x="2711673" y="3180240"/>
            <a:chExt cx="2669760" cy="90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C67E397-F604-64DE-1223-90EBFEB1B2C7}"/>
                    </a:ext>
                  </a:extLst>
                </p14:cNvPr>
                <p14:cNvContentPartPr/>
                <p14:nvPr/>
              </p14:nvContentPartPr>
              <p14:xfrm>
                <a:off x="2711673" y="3253320"/>
                <a:ext cx="718920" cy="832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C67E397-F604-64DE-1223-90EBFEB1B2C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93673" y="3235680"/>
                  <a:ext cx="754560" cy="86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FA5E43E-FEEE-9F6B-7904-B6D028ABC787}"/>
                    </a:ext>
                  </a:extLst>
                </p14:cNvPr>
                <p14:cNvContentPartPr/>
                <p14:nvPr/>
              </p14:nvContentPartPr>
              <p14:xfrm>
                <a:off x="3458313" y="3277080"/>
                <a:ext cx="138960" cy="377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FA5E43E-FEEE-9F6B-7904-B6D028ABC78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40313" y="3259080"/>
                  <a:ext cx="17460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F47BABA-FA4C-B117-D42B-350A422295C2}"/>
                    </a:ext>
                  </a:extLst>
                </p14:cNvPr>
                <p14:cNvContentPartPr/>
                <p14:nvPr/>
              </p14:nvContentPartPr>
              <p14:xfrm>
                <a:off x="3583593" y="3180240"/>
                <a:ext cx="832320" cy="460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F47BABA-FA4C-B117-D42B-350A422295C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65593" y="3162240"/>
                  <a:ext cx="86796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32B0B2F-AD08-548A-46AA-2BD9368B9F22}"/>
                    </a:ext>
                  </a:extLst>
                </p14:cNvPr>
                <p14:cNvContentPartPr/>
                <p14:nvPr/>
              </p14:nvContentPartPr>
              <p14:xfrm>
                <a:off x="4788873" y="3353040"/>
                <a:ext cx="592560" cy="250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32B0B2F-AD08-548A-46AA-2BD9368B9F2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70873" y="3335400"/>
                  <a:ext cx="62820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069F0B8-E63E-287D-36E8-BB2FBE0F8832}"/>
              </a:ext>
            </a:extLst>
          </p:cNvPr>
          <p:cNvGrpSpPr/>
          <p:nvPr/>
        </p:nvGrpSpPr>
        <p:grpSpPr>
          <a:xfrm>
            <a:off x="5994513" y="2981160"/>
            <a:ext cx="3554640" cy="602280"/>
            <a:chOff x="5994513" y="2981160"/>
            <a:chExt cx="3554640" cy="60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C7C44C4-EBFD-3B04-285E-50ED0E24F7C6}"/>
                    </a:ext>
                  </a:extLst>
                </p14:cNvPr>
                <p14:cNvContentPartPr/>
                <p14:nvPr/>
              </p14:nvContentPartPr>
              <p14:xfrm>
                <a:off x="6013233" y="3141360"/>
                <a:ext cx="759600" cy="442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C7C44C4-EBFD-3B04-285E-50ED0E24F7C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95233" y="3123720"/>
                  <a:ext cx="79524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08ACC90-3B36-5A6D-8FC0-04A4CDD05EA6}"/>
                    </a:ext>
                  </a:extLst>
                </p14:cNvPr>
                <p14:cNvContentPartPr/>
                <p14:nvPr/>
              </p14:nvContentPartPr>
              <p14:xfrm>
                <a:off x="5994513" y="3287160"/>
                <a:ext cx="1762560" cy="175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08ACC90-3B36-5A6D-8FC0-04A4CDD05EA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76513" y="3269160"/>
                  <a:ext cx="17982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44100B3-5948-C1E5-473D-0DCE2A547EB4}"/>
                    </a:ext>
                  </a:extLst>
                </p14:cNvPr>
                <p14:cNvContentPartPr/>
                <p14:nvPr/>
              </p14:nvContentPartPr>
              <p14:xfrm>
                <a:off x="7848873" y="2981160"/>
                <a:ext cx="916560" cy="506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44100B3-5948-C1E5-473D-0DCE2A547EB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30873" y="2963520"/>
                  <a:ext cx="95220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529C8E0-9F01-147D-C27A-8C3A79A5CEFF}"/>
                    </a:ext>
                  </a:extLst>
                </p14:cNvPr>
                <p14:cNvContentPartPr/>
                <p14:nvPr/>
              </p14:nvContentPartPr>
              <p14:xfrm>
                <a:off x="8734473" y="3060000"/>
                <a:ext cx="416160" cy="368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529C8E0-9F01-147D-C27A-8C3A79A5CEF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716473" y="3042000"/>
                  <a:ext cx="4518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EC50B69-4A97-E9C2-3A83-B5425CAB39C3}"/>
                    </a:ext>
                  </a:extLst>
                </p14:cNvPr>
                <p14:cNvContentPartPr/>
                <p14:nvPr/>
              </p14:nvContentPartPr>
              <p14:xfrm>
                <a:off x="8438553" y="3116520"/>
                <a:ext cx="315720" cy="33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EC50B69-4A97-E9C2-3A83-B5425CAB39C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20553" y="3098520"/>
                  <a:ext cx="351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5CD97C0-A155-9FB4-EBE9-D662E60EA15F}"/>
                    </a:ext>
                  </a:extLst>
                </p14:cNvPr>
                <p14:cNvContentPartPr/>
                <p14:nvPr/>
              </p14:nvContentPartPr>
              <p14:xfrm>
                <a:off x="9423873" y="3416400"/>
                <a:ext cx="125280" cy="153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5CD97C0-A155-9FB4-EBE9-D662E60EA15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05873" y="3398400"/>
                  <a:ext cx="160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BD7EF9D-8DBB-5289-F8EB-74C5028179FA}"/>
                    </a:ext>
                  </a:extLst>
                </p14:cNvPr>
                <p14:cNvContentPartPr/>
                <p14:nvPr/>
              </p14:nvContentPartPr>
              <p14:xfrm>
                <a:off x="8182593" y="3108960"/>
                <a:ext cx="448920" cy="24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BD7EF9D-8DBB-5289-F8EB-74C5028179F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164953" y="3090960"/>
                  <a:ext cx="48456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27B282E-286D-FD92-928C-38517EB8E08D}"/>
                  </a:ext>
                </a:extLst>
              </p14:cNvPr>
              <p14:cNvContentPartPr/>
              <p14:nvPr/>
            </p14:nvContentPartPr>
            <p14:xfrm>
              <a:off x="10198233" y="3088440"/>
              <a:ext cx="1196640" cy="4050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27B282E-286D-FD92-928C-38517EB8E08D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180593" y="3070800"/>
                <a:ext cx="1232280" cy="44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1CBC34B0-F241-10BD-2980-0B04C1FC3F77}"/>
              </a:ext>
            </a:extLst>
          </p:cNvPr>
          <p:cNvGrpSpPr/>
          <p:nvPr/>
        </p:nvGrpSpPr>
        <p:grpSpPr>
          <a:xfrm>
            <a:off x="237753" y="4093200"/>
            <a:ext cx="1856880" cy="465120"/>
            <a:chOff x="237753" y="4093200"/>
            <a:chExt cx="1856880" cy="46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4833151-8906-DFCB-80A8-097F5180CF38}"/>
                    </a:ext>
                  </a:extLst>
                </p14:cNvPr>
                <p14:cNvContentPartPr/>
                <p14:nvPr/>
              </p14:nvContentPartPr>
              <p14:xfrm>
                <a:off x="237753" y="4093200"/>
                <a:ext cx="1761840" cy="465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4833151-8906-DFCB-80A8-097F5180CF3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9753" y="4075200"/>
                  <a:ext cx="179748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93DB4F3-8BC3-C25A-0AEA-874BDABE982A}"/>
                    </a:ext>
                  </a:extLst>
                </p14:cNvPr>
                <p14:cNvContentPartPr/>
                <p14:nvPr/>
              </p14:nvContentPartPr>
              <p14:xfrm>
                <a:off x="1788273" y="4305960"/>
                <a:ext cx="306360" cy="33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93DB4F3-8BC3-C25A-0AEA-874BDABE982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770633" y="4287960"/>
                  <a:ext cx="34200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196C36F-97C6-1969-031A-25A66BCD346F}"/>
              </a:ext>
            </a:extLst>
          </p:cNvPr>
          <p:cNvGrpSpPr/>
          <p:nvPr/>
        </p:nvGrpSpPr>
        <p:grpSpPr>
          <a:xfrm>
            <a:off x="2735073" y="4224600"/>
            <a:ext cx="309240" cy="376560"/>
            <a:chOff x="2735073" y="4224600"/>
            <a:chExt cx="30924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CD83091-EAA1-6353-44D3-A8A351FD84C9}"/>
                    </a:ext>
                  </a:extLst>
                </p14:cNvPr>
                <p14:cNvContentPartPr/>
                <p14:nvPr/>
              </p14:nvContentPartPr>
              <p14:xfrm>
                <a:off x="2735073" y="4380840"/>
                <a:ext cx="69120" cy="220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CD83091-EAA1-6353-44D3-A8A351FD84C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17073" y="4362840"/>
                  <a:ext cx="104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047486C-F936-FF45-15F9-593B9BED4BBB}"/>
                    </a:ext>
                  </a:extLst>
                </p14:cNvPr>
                <p14:cNvContentPartPr/>
                <p14:nvPr/>
              </p14:nvContentPartPr>
              <p14:xfrm>
                <a:off x="2887713" y="4366440"/>
                <a:ext cx="156600" cy="220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047486C-F936-FF45-15F9-593B9BED4BB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869713" y="4348800"/>
                  <a:ext cx="1922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684E8C6-5E4E-838B-C1C6-37F5932B9297}"/>
                    </a:ext>
                  </a:extLst>
                </p14:cNvPr>
                <p14:cNvContentPartPr/>
                <p14:nvPr/>
              </p14:nvContentPartPr>
              <p14:xfrm>
                <a:off x="2945673" y="4224600"/>
                <a:ext cx="11520" cy="23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684E8C6-5E4E-838B-C1C6-37F5932B929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928033" y="4206960"/>
                  <a:ext cx="471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EDF3C1F-9DC9-1DF3-F037-858890BB5DE1}"/>
              </a:ext>
            </a:extLst>
          </p:cNvPr>
          <p:cNvGrpSpPr/>
          <p:nvPr/>
        </p:nvGrpSpPr>
        <p:grpSpPr>
          <a:xfrm>
            <a:off x="3779793" y="4060080"/>
            <a:ext cx="931680" cy="497520"/>
            <a:chOff x="3779793" y="4060080"/>
            <a:chExt cx="931680" cy="4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CF81065-EC75-AAD7-B73A-CE8146342B48}"/>
                    </a:ext>
                  </a:extLst>
                </p14:cNvPr>
                <p14:cNvContentPartPr/>
                <p14:nvPr/>
              </p14:nvContentPartPr>
              <p14:xfrm>
                <a:off x="3779793" y="4060080"/>
                <a:ext cx="931680" cy="497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CF81065-EC75-AAD7-B73A-CE8146342B4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61793" y="4042080"/>
                  <a:ext cx="96732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5134BF8-200C-111F-A9FD-2204DAD5FC40}"/>
                    </a:ext>
                  </a:extLst>
                </p14:cNvPr>
                <p14:cNvContentPartPr/>
                <p14:nvPr/>
              </p14:nvContentPartPr>
              <p14:xfrm>
                <a:off x="3978153" y="4208040"/>
                <a:ext cx="241200" cy="22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5134BF8-200C-111F-A9FD-2204DAD5FC4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960513" y="4190040"/>
                  <a:ext cx="27684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93CDE29-AE01-3632-6DB9-EFB40F577FF9}"/>
              </a:ext>
            </a:extLst>
          </p:cNvPr>
          <p:cNvGrpSpPr/>
          <p:nvPr/>
        </p:nvGrpSpPr>
        <p:grpSpPr>
          <a:xfrm>
            <a:off x="5538753" y="4223880"/>
            <a:ext cx="1187280" cy="264240"/>
            <a:chOff x="5538753" y="4223880"/>
            <a:chExt cx="118728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77C3293-BD3B-B391-0DEF-95E2DE2EB6FC}"/>
                    </a:ext>
                  </a:extLst>
                </p14:cNvPr>
                <p14:cNvContentPartPr/>
                <p14:nvPr/>
              </p14:nvContentPartPr>
              <p14:xfrm>
                <a:off x="5538753" y="4223880"/>
                <a:ext cx="257760" cy="264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77C3293-BD3B-B391-0DEF-95E2DE2EB6F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21113" y="4206240"/>
                  <a:ext cx="2934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8970C5F-3572-376A-760E-461884E59608}"/>
                    </a:ext>
                  </a:extLst>
                </p14:cNvPr>
                <p14:cNvContentPartPr/>
                <p14:nvPr/>
              </p14:nvContentPartPr>
              <p14:xfrm>
                <a:off x="5953113" y="4243680"/>
                <a:ext cx="772920" cy="198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8970C5F-3572-376A-760E-461884E5960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35113" y="4226040"/>
                  <a:ext cx="808560" cy="23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D21EA98-52C8-DB95-4938-60257E663B22}"/>
                  </a:ext>
                </a:extLst>
              </p14:cNvPr>
              <p14:cNvContentPartPr/>
              <p14:nvPr/>
            </p14:nvContentPartPr>
            <p14:xfrm>
              <a:off x="7287993" y="4105440"/>
              <a:ext cx="461520" cy="7484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D21EA98-52C8-DB95-4938-60257E663B2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269993" y="4087440"/>
                <a:ext cx="497160" cy="78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10DB6D7-6525-5967-ED0D-0FDB9A961FC7}"/>
                  </a:ext>
                </a:extLst>
              </p14:cNvPr>
              <p14:cNvContentPartPr/>
              <p14:nvPr/>
            </p14:nvContentPartPr>
            <p14:xfrm>
              <a:off x="8599833" y="4077720"/>
              <a:ext cx="767160" cy="3801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10DB6D7-6525-5967-ED0D-0FDB9A961FC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581833" y="4060080"/>
                <a:ext cx="802800" cy="41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CA421AC-19B8-1167-EDC2-B59F0215AB3A}"/>
              </a:ext>
            </a:extLst>
          </p:cNvPr>
          <p:cNvGrpSpPr/>
          <p:nvPr/>
        </p:nvGrpSpPr>
        <p:grpSpPr>
          <a:xfrm>
            <a:off x="9751833" y="3850560"/>
            <a:ext cx="2426400" cy="852480"/>
            <a:chOff x="9751833" y="3850560"/>
            <a:chExt cx="2426400" cy="85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9AD52B4-C45A-9C49-742C-99327932372C}"/>
                    </a:ext>
                  </a:extLst>
                </p14:cNvPr>
                <p14:cNvContentPartPr/>
                <p14:nvPr/>
              </p14:nvContentPartPr>
              <p14:xfrm>
                <a:off x="9751833" y="4235040"/>
                <a:ext cx="372960" cy="177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9AD52B4-C45A-9C49-742C-99327932372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34193" y="4217400"/>
                  <a:ext cx="408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3053444-268F-A17A-CAE2-E0AB4FC22E5F}"/>
                    </a:ext>
                  </a:extLst>
                </p14:cNvPr>
                <p14:cNvContentPartPr/>
                <p14:nvPr/>
              </p14:nvContentPartPr>
              <p14:xfrm>
                <a:off x="10206513" y="4174920"/>
                <a:ext cx="615960" cy="200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3053444-268F-A17A-CAE2-E0AB4FC22E5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188513" y="4156920"/>
                  <a:ext cx="6516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41334ED-591A-829A-AE19-D0E9C6077E5A}"/>
                    </a:ext>
                  </a:extLst>
                </p14:cNvPr>
                <p14:cNvContentPartPr/>
                <p14:nvPr/>
              </p14:nvContentPartPr>
              <p14:xfrm>
                <a:off x="10827873" y="4138560"/>
                <a:ext cx="652680" cy="564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41334ED-591A-829A-AE19-D0E9C6077E5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09873" y="4120920"/>
                  <a:ext cx="68832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4B9218-3728-4734-9FD5-4D1F52032230}"/>
                    </a:ext>
                  </a:extLst>
                </p14:cNvPr>
                <p14:cNvContentPartPr/>
                <p14:nvPr/>
              </p14:nvContentPartPr>
              <p14:xfrm>
                <a:off x="11491353" y="3850560"/>
                <a:ext cx="686880" cy="822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4B9218-3728-4734-9FD5-4D1F5203223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473353" y="3832560"/>
                  <a:ext cx="722520" cy="85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38BE0F5-D122-A7FA-7D67-88AC122B3F4C}"/>
              </a:ext>
            </a:extLst>
          </p:cNvPr>
          <p:cNvGrpSpPr/>
          <p:nvPr/>
        </p:nvGrpSpPr>
        <p:grpSpPr>
          <a:xfrm>
            <a:off x="288153" y="4967280"/>
            <a:ext cx="1811160" cy="438120"/>
            <a:chOff x="288153" y="4967280"/>
            <a:chExt cx="181116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8D5F41F-54D0-E198-BADB-03CDE3C2720B}"/>
                    </a:ext>
                  </a:extLst>
                </p14:cNvPr>
                <p14:cNvContentPartPr/>
                <p14:nvPr/>
              </p14:nvContentPartPr>
              <p14:xfrm>
                <a:off x="288153" y="4967280"/>
                <a:ext cx="1811160" cy="438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8D5F41F-54D0-E198-BADB-03CDE3C2720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70513" y="4949640"/>
                  <a:ext cx="184680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5CAD09D-293C-B7C9-5359-1AFA39F7D803}"/>
                    </a:ext>
                  </a:extLst>
                </p14:cNvPr>
                <p14:cNvContentPartPr/>
                <p14:nvPr/>
              </p14:nvContentPartPr>
              <p14:xfrm>
                <a:off x="1749033" y="5050080"/>
                <a:ext cx="335880" cy="36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5CAD09D-293C-B7C9-5359-1AFA39F7D80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31033" y="5032080"/>
                  <a:ext cx="3715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80740CB-84D2-F413-1C7C-2C3AF37523EC}"/>
              </a:ext>
            </a:extLst>
          </p:cNvPr>
          <p:cNvGrpSpPr/>
          <p:nvPr/>
        </p:nvGrpSpPr>
        <p:grpSpPr>
          <a:xfrm>
            <a:off x="2604033" y="5101920"/>
            <a:ext cx="3273120" cy="763560"/>
            <a:chOff x="2604033" y="5101920"/>
            <a:chExt cx="3273120" cy="76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E092328-514C-E96D-2E04-F27EE94F66FA}"/>
                    </a:ext>
                  </a:extLst>
                </p14:cNvPr>
                <p14:cNvContentPartPr/>
                <p14:nvPr/>
              </p14:nvContentPartPr>
              <p14:xfrm>
                <a:off x="2604033" y="5101920"/>
                <a:ext cx="1164600" cy="763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E092328-514C-E96D-2E04-F27EE94F66F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586033" y="5083920"/>
                  <a:ext cx="1200240" cy="79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76302AE-711C-4514-C656-C811B1902C4B}"/>
                    </a:ext>
                  </a:extLst>
                </p14:cNvPr>
                <p14:cNvContentPartPr/>
                <p14:nvPr/>
              </p14:nvContentPartPr>
              <p14:xfrm>
                <a:off x="3982473" y="5147280"/>
                <a:ext cx="933120" cy="354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76302AE-711C-4514-C656-C811B1902C4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64473" y="5129280"/>
                  <a:ext cx="9687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F3860A6-82E8-611C-7B3D-38A4523CC856}"/>
                    </a:ext>
                  </a:extLst>
                </p14:cNvPr>
                <p14:cNvContentPartPr/>
                <p14:nvPr/>
              </p14:nvContentPartPr>
              <p14:xfrm>
                <a:off x="5281353" y="5206320"/>
                <a:ext cx="595800" cy="3798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F3860A6-82E8-611C-7B3D-38A4523CC85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63713" y="5188320"/>
                  <a:ext cx="631440" cy="41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73499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7191A00-30FA-E13C-32AC-9F13B83B0C66}"/>
              </a:ext>
            </a:extLst>
          </p:cNvPr>
          <p:cNvGrpSpPr/>
          <p:nvPr/>
        </p:nvGrpSpPr>
        <p:grpSpPr>
          <a:xfrm>
            <a:off x="1194633" y="245160"/>
            <a:ext cx="1776960" cy="1230480"/>
            <a:chOff x="1194633" y="245160"/>
            <a:chExt cx="1776960" cy="12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AA96384-0FE6-4249-E828-48039F0668A7}"/>
                    </a:ext>
                  </a:extLst>
                </p14:cNvPr>
                <p14:cNvContentPartPr/>
                <p14:nvPr/>
              </p14:nvContentPartPr>
              <p14:xfrm>
                <a:off x="1194633" y="460440"/>
                <a:ext cx="328320" cy="399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AA96384-0FE6-4249-E828-48039F0668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76633" y="442440"/>
                  <a:ext cx="3639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53F8EA2-F4C2-27AF-168E-67E5A6D8CC1E}"/>
                    </a:ext>
                  </a:extLst>
                </p14:cNvPr>
                <p14:cNvContentPartPr/>
                <p14:nvPr/>
              </p14:nvContentPartPr>
              <p14:xfrm>
                <a:off x="1690713" y="655560"/>
                <a:ext cx="110520" cy="19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53F8EA2-F4C2-27AF-168E-67E5A6D8CC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72713" y="637920"/>
                  <a:ext cx="146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28F8732-263D-840F-E667-E8F7F7CD26AF}"/>
                    </a:ext>
                  </a:extLst>
                </p14:cNvPr>
                <p14:cNvContentPartPr/>
                <p14:nvPr/>
              </p14:nvContentPartPr>
              <p14:xfrm>
                <a:off x="1709793" y="700920"/>
                <a:ext cx="224280" cy="76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28F8732-263D-840F-E667-E8F7F7CD26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1793" y="682920"/>
                  <a:ext cx="259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88B3AB-63C5-2EC6-4CF9-C0D4CD579607}"/>
                    </a:ext>
                  </a:extLst>
                </p14:cNvPr>
                <p14:cNvContentPartPr/>
                <p14:nvPr/>
              </p14:nvContentPartPr>
              <p14:xfrm>
                <a:off x="2210553" y="245160"/>
                <a:ext cx="372600" cy="1230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88B3AB-63C5-2EC6-4CF9-C0D4CD5796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92553" y="227520"/>
                  <a:ext cx="408240" cy="12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3CCD330-E3C5-F165-BD9D-2D981B2F7437}"/>
                    </a:ext>
                  </a:extLst>
                </p14:cNvPr>
                <p14:cNvContentPartPr/>
                <p14:nvPr/>
              </p14:nvContentPartPr>
              <p14:xfrm>
                <a:off x="2800233" y="422640"/>
                <a:ext cx="171360" cy="266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3CCD330-E3C5-F165-BD9D-2D981B2F74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82233" y="404640"/>
                  <a:ext cx="207000" cy="30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8468D9-543C-16FA-8843-CAA9E7E3D25D}"/>
                  </a:ext>
                </a:extLst>
              </p14:cNvPr>
              <p14:cNvContentPartPr/>
              <p14:nvPr/>
            </p14:nvContentPartPr>
            <p14:xfrm>
              <a:off x="3648033" y="473400"/>
              <a:ext cx="291960" cy="227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8468D9-543C-16FA-8843-CAA9E7E3D25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30393" y="455760"/>
                <a:ext cx="32760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9678CF2-5DD1-4E98-683C-C3CA6918B5C6}"/>
                  </a:ext>
                </a:extLst>
              </p14:cNvPr>
              <p14:cNvContentPartPr/>
              <p14:nvPr/>
            </p14:nvContentPartPr>
            <p14:xfrm>
              <a:off x="2811393" y="1009440"/>
              <a:ext cx="59040" cy="2739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9678CF2-5DD1-4E98-683C-C3CA6918B5C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93753" y="991800"/>
                <a:ext cx="9468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DEB2202-339F-CC98-C272-FBAAE882364F}"/>
                  </a:ext>
                </a:extLst>
              </p14:cNvPr>
              <p14:cNvContentPartPr/>
              <p14:nvPr/>
            </p14:nvContentPartPr>
            <p14:xfrm>
              <a:off x="3748833" y="1063440"/>
              <a:ext cx="155160" cy="242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DEB2202-339F-CC98-C272-FBAAE882364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30833" y="1045440"/>
                <a:ext cx="190800" cy="27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D91B71B-EFB2-BA72-F9FF-D7E93C954E64}"/>
              </a:ext>
            </a:extLst>
          </p:cNvPr>
          <p:cNvGrpSpPr/>
          <p:nvPr/>
        </p:nvGrpSpPr>
        <p:grpSpPr>
          <a:xfrm>
            <a:off x="6599673" y="453240"/>
            <a:ext cx="229320" cy="384840"/>
            <a:chOff x="6599673" y="453240"/>
            <a:chExt cx="22932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342ACC-8CCB-B323-0696-A8B592915E2E}"/>
                    </a:ext>
                  </a:extLst>
                </p14:cNvPr>
                <p14:cNvContentPartPr/>
                <p14:nvPr/>
              </p14:nvContentPartPr>
              <p14:xfrm>
                <a:off x="6599673" y="496080"/>
                <a:ext cx="49680" cy="342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342ACC-8CCB-B323-0696-A8B592915E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81673" y="478440"/>
                  <a:ext cx="853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F385F79-BA57-D5B6-CD56-27E780BE937B}"/>
                    </a:ext>
                  </a:extLst>
                </p14:cNvPr>
                <p14:cNvContentPartPr/>
                <p14:nvPr/>
              </p14:nvContentPartPr>
              <p14:xfrm>
                <a:off x="6614073" y="453240"/>
                <a:ext cx="214920" cy="365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F385F79-BA57-D5B6-CD56-27E780BE93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96073" y="435240"/>
                  <a:ext cx="250560" cy="40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F7F068-B823-7715-D724-07F9DD843D49}"/>
              </a:ext>
            </a:extLst>
          </p:cNvPr>
          <p:cNvGrpSpPr/>
          <p:nvPr/>
        </p:nvGrpSpPr>
        <p:grpSpPr>
          <a:xfrm>
            <a:off x="7093233" y="607320"/>
            <a:ext cx="231120" cy="125640"/>
            <a:chOff x="7093233" y="607320"/>
            <a:chExt cx="23112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F0444F-FD41-71DA-FE82-A8E61A069500}"/>
                    </a:ext>
                  </a:extLst>
                </p14:cNvPr>
                <p14:cNvContentPartPr/>
                <p14:nvPr/>
              </p14:nvContentPartPr>
              <p14:xfrm>
                <a:off x="7099353" y="607320"/>
                <a:ext cx="176760" cy="36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F0444F-FD41-71DA-FE82-A8E61A06950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81713" y="589320"/>
                  <a:ext cx="212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77223F0-242C-A551-C354-A139BD217362}"/>
                    </a:ext>
                  </a:extLst>
                </p14:cNvPr>
                <p14:cNvContentPartPr/>
                <p14:nvPr/>
              </p14:nvContentPartPr>
              <p14:xfrm>
                <a:off x="7093233" y="696960"/>
                <a:ext cx="231120" cy="36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77223F0-242C-A551-C354-A139BD2173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75233" y="679320"/>
                  <a:ext cx="26676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CB707C-FAD0-9C86-BA48-93A5924298E6}"/>
              </a:ext>
            </a:extLst>
          </p:cNvPr>
          <p:cNvGrpSpPr/>
          <p:nvPr/>
        </p:nvGrpSpPr>
        <p:grpSpPr>
          <a:xfrm>
            <a:off x="7838433" y="255240"/>
            <a:ext cx="735840" cy="1180440"/>
            <a:chOff x="7838433" y="255240"/>
            <a:chExt cx="735840" cy="11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321533-F645-4DAE-4D98-3AA587AE6755}"/>
                    </a:ext>
                  </a:extLst>
                </p14:cNvPr>
                <p14:cNvContentPartPr/>
                <p14:nvPr/>
              </p14:nvContentPartPr>
              <p14:xfrm>
                <a:off x="7838433" y="255240"/>
                <a:ext cx="482400" cy="1180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321533-F645-4DAE-4D98-3AA587AE675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20433" y="237240"/>
                  <a:ext cx="51804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DD541C5-AD4C-A461-688E-CB61645AEEDD}"/>
                    </a:ext>
                  </a:extLst>
                </p14:cNvPr>
                <p14:cNvContentPartPr/>
                <p14:nvPr/>
              </p14:nvContentPartPr>
              <p14:xfrm>
                <a:off x="8528193" y="384840"/>
                <a:ext cx="46080" cy="283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DD541C5-AD4C-A461-688E-CB61645AEED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10193" y="366840"/>
                  <a:ext cx="81720" cy="31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C8AA939-E763-499C-F383-34487B2B3184}"/>
                  </a:ext>
                </a:extLst>
              </p14:cNvPr>
              <p14:cNvContentPartPr/>
              <p14:nvPr/>
            </p14:nvContentPartPr>
            <p14:xfrm>
              <a:off x="9598113" y="428040"/>
              <a:ext cx="221400" cy="2660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C8AA939-E763-499C-F383-34487B2B318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580113" y="410040"/>
                <a:ext cx="25704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4A64E75-45A8-FAED-E3FE-CE024186C6E7}"/>
                  </a:ext>
                </a:extLst>
              </p14:cNvPr>
              <p14:cNvContentPartPr/>
              <p14:nvPr/>
            </p14:nvContentPartPr>
            <p14:xfrm>
              <a:off x="10256193" y="411480"/>
              <a:ext cx="397440" cy="306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4A64E75-45A8-FAED-E3FE-CE024186C6E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38193" y="393840"/>
                <a:ext cx="43308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33986BB-2A7E-EF57-6A0F-6B24EC4A5484}"/>
                  </a:ext>
                </a:extLst>
              </p14:cNvPr>
              <p14:cNvContentPartPr/>
              <p14:nvPr/>
            </p14:nvContentPartPr>
            <p14:xfrm>
              <a:off x="8385273" y="999360"/>
              <a:ext cx="221400" cy="2826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33986BB-2A7E-EF57-6A0F-6B24EC4A548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367273" y="981360"/>
                <a:ext cx="25704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22B2550-56CA-0433-E1EE-B686906FB448}"/>
                  </a:ext>
                </a:extLst>
              </p14:cNvPr>
              <p14:cNvContentPartPr/>
              <p14:nvPr/>
            </p14:nvContentPartPr>
            <p14:xfrm>
              <a:off x="9571113" y="1082520"/>
              <a:ext cx="70920" cy="2545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22B2550-56CA-0433-E1EE-B686906FB44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553473" y="1064880"/>
                <a:ext cx="106560" cy="29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9E7202DA-901C-C4DE-13FA-B7F3327D8BDE}"/>
              </a:ext>
            </a:extLst>
          </p:cNvPr>
          <p:cNvGrpSpPr/>
          <p:nvPr/>
        </p:nvGrpSpPr>
        <p:grpSpPr>
          <a:xfrm>
            <a:off x="10347273" y="351000"/>
            <a:ext cx="755280" cy="1283040"/>
            <a:chOff x="10347273" y="351000"/>
            <a:chExt cx="755280" cy="12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28C658-747E-FF42-8A2E-48FF70FFDC09}"/>
                    </a:ext>
                  </a:extLst>
                </p14:cNvPr>
                <p14:cNvContentPartPr/>
                <p14:nvPr/>
              </p14:nvContentPartPr>
              <p14:xfrm>
                <a:off x="10347273" y="1044360"/>
                <a:ext cx="212040" cy="365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28C658-747E-FF42-8A2E-48FF70FFDC0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29633" y="1026720"/>
                  <a:ext cx="24768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32940BA-67DE-0A12-1324-B9D855AB222E}"/>
                    </a:ext>
                  </a:extLst>
                </p14:cNvPr>
                <p14:cNvContentPartPr/>
                <p14:nvPr/>
              </p14:nvContentPartPr>
              <p14:xfrm>
                <a:off x="10492713" y="351000"/>
                <a:ext cx="609840" cy="1283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32940BA-67DE-0A12-1324-B9D855AB22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74713" y="333360"/>
                  <a:ext cx="645480" cy="131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2889C1F-E532-46D7-602E-F4812EF6ED4F}"/>
              </a:ext>
            </a:extLst>
          </p:cNvPr>
          <p:cNvGrpSpPr/>
          <p:nvPr/>
        </p:nvGrpSpPr>
        <p:grpSpPr>
          <a:xfrm>
            <a:off x="2066193" y="2238840"/>
            <a:ext cx="251280" cy="167040"/>
            <a:chOff x="2066193" y="2238840"/>
            <a:chExt cx="251280" cy="1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70989C-011E-64E0-DEED-718746CBA396}"/>
                    </a:ext>
                  </a:extLst>
                </p14:cNvPr>
                <p14:cNvContentPartPr/>
                <p14:nvPr/>
              </p14:nvContentPartPr>
              <p14:xfrm>
                <a:off x="2096793" y="2238840"/>
                <a:ext cx="180720" cy="29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70989C-011E-64E0-DEED-718746CBA3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78793" y="2220840"/>
                  <a:ext cx="216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3636F85-AFA7-16DF-28BE-3EB25DBA13AE}"/>
                    </a:ext>
                  </a:extLst>
                </p14:cNvPr>
                <p14:cNvContentPartPr/>
                <p14:nvPr/>
              </p14:nvContentPartPr>
              <p14:xfrm>
                <a:off x="2066193" y="2360520"/>
                <a:ext cx="251280" cy="45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3636F85-AFA7-16DF-28BE-3EB25DBA13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48553" y="2342520"/>
                  <a:ext cx="28692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E391650-2840-F526-5E67-6852EEED4ABC}"/>
                  </a:ext>
                </a:extLst>
              </p14:cNvPr>
              <p14:cNvContentPartPr/>
              <p14:nvPr/>
            </p14:nvContentPartPr>
            <p14:xfrm>
              <a:off x="2867553" y="1704240"/>
              <a:ext cx="505080" cy="1877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E391650-2840-F526-5E67-6852EEED4AB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849913" y="1686240"/>
                <a:ext cx="540720" cy="19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3D7BB92-8489-B75E-A261-AB3E44A7992E}"/>
                  </a:ext>
                </a:extLst>
              </p14:cNvPr>
              <p14:cNvContentPartPr/>
              <p14:nvPr/>
            </p14:nvContentPartPr>
            <p14:xfrm>
              <a:off x="2864673" y="785520"/>
              <a:ext cx="2520" cy="28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3D7BB92-8489-B75E-A261-AB3E44A7992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847033" y="767520"/>
                <a:ext cx="381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0A571F23-EBC0-7208-5944-F093D534B3C7}"/>
              </a:ext>
            </a:extLst>
          </p:cNvPr>
          <p:cNvGrpSpPr/>
          <p:nvPr/>
        </p:nvGrpSpPr>
        <p:grpSpPr>
          <a:xfrm>
            <a:off x="5368833" y="1209240"/>
            <a:ext cx="785520" cy="293400"/>
            <a:chOff x="5368833" y="1209240"/>
            <a:chExt cx="78552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7A5911-4F80-B81D-EB58-08E17AB3C246}"/>
                    </a:ext>
                  </a:extLst>
                </p14:cNvPr>
                <p14:cNvContentPartPr/>
                <p14:nvPr/>
              </p14:nvContentPartPr>
              <p14:xfrm>
                <a:off x="5368833" y="1246320"/>
                <a:ext cx="339480" cy="189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7A5911-4F80-B81D-EB58-08E17AB3C24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51193" y="1228680"/>
                  <a:ext cx="3751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F32DBA0-10E5-A1BD-27D2-06FCEDC253FE}"/>
                    </a:ext>
                  </a:extLst>
                </p14:cNvPr>
                <p14:cNvContentPartPr/>
                <p14:nvPr/>
              </p14:nvContentPartPr>
              <p14:xfrm>
                <a:off x="5777433" y="1243080"/>
                <a:ext cx="131400" cy="160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F32DBA0-10E5-A1BD-27D2-06FCEDC253F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59793" y="1225440"/>
                  <a:ext cx="1670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073D99-6F58-CB54-0F1C-516D959B1C1C}"/>
                    </a:ext>
                  </a:extLst>
                </p14:cNvPr>
                <p14:cNvContentPartPr/>
                <p14:nvPr/>
              </p14:nvContentPartPr>
              <p14:xfrm>
                <a:off x="5773473" y="1221120"/>
                <a:ext cx="210240" cy="182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073D99-6F58-CB54-0F1C-516D959B1C1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55473" y="1203120"/>
                  <a:ext cx="245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0CF815E-0791-AC93-E7E0-5ED1C34C718C}"/>
                    </a:ext>
                  </a:extLst>
                </p14:cNvPr>
                <p14:cNvContentPartPr/>
                <p14:nvPr/>
              </p14:nvContentPartPr>
              <p14:xfrm>
                <a:off x="5943753" y="1209240"/>
                <a:ext cx="210600" cy="293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0CF815E-0791-AC93-E7E0-5ED1C34C718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26113" y="1191240"/>
                  <a:ext cx="24624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564C187-1D7A-C29D-11E8-68408CFBC092}"/>
              </a:ext>
            </a:extLst>
          </p:cNvPr>
          <p:cNvGrpSpPr/>
          <p:nvPr/>
        </p:nvGrpSpPr>
        <p:grpSpPr>
          <a:xfrm>
            <a:off x="11139273" y="1482480"/>
            <a:ext cx="764640" cy="273240"/>
            <a:chOff x="11139273" y="1482480"/>
            <a:chExt cx="76464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D1290DA-AFF7-FC22-D844-3E9B8AA49584}"/>
                    </a:ext>
                  </a:extLst>
                </p14:cNvPr>
                <p14:cNvContentPartPr/>
                <p14:nvPr/>
              </p14:nvContentPartPr>
              <p14:xfrm>
                <a:off x="11139273" y="1533240"/>
                <a:ext cx="167760" cy="208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D1290DA-AFF7-FC22-D844-3E9B8AA495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121633" y="1515600"/>
                  <a:ext cx="2034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85F0376-00B1-4753-53AD-1B80B1CD5517}"/>
                    </a:ext>
                  </a:extLst>
                </p14:cNvPr>
                <p14:cNvContentPartPr/>
                <p14:nvPr/>
              </p14:nvContentPartPr>
              <p14:xfrm>
                <a:off x="11393073" y="1572120"/>
                <a:ext cx="170640" cy="128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85F0376-00B1-4753-53AD-1B80B1CD551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375073" y="1554120"/>
                  <a:ext cx="2062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9693F2E-37F2-BFE8-1D6C-08F87E217997}"/>
                    </a:ext>
                  </a:extLst>
                </p14:cNvPr>
                <p14:cNvContentPartPr/>
                <p14:nvPr/>
              </p14:nvContentPartPr>
              <p14:xfrm>
                <a:off x="11333313" y="1523160"/>
                <a:ext cx="228600" cy="226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9693F2E-37F2-BFE8-1D6C-08F87E21799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315313" y="1505160"/>
                  <a:ext cx="2642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952B56-0FDF-C9F4-ECF8-D7B0CA78AB2D}"/>
                    </a:ext>
                  </a:extLst>
                </p14:cNvPr>
                <p14:cNvContentPartPr/>
                <p14:nvPr/>
              </p14:nvContentPartPr>
              <p14:xfrm>
                <a:off x="11686833" y="1482480"/>
                <a:ext cx="217080" cy="273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952B56-0FDF-C9F4-ECF8-D7B0CA78AB2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669193" y="1464480"/>
                  <a:ext cx="25272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CF6514B-048A-9361-628B-6B9EBEBEB1FD}"/>
              </a:ext>
            </a:extLst>
          </p:cNvPr>
          <p:cNvGrpSpPr/>
          <p:nvPr/>
        </p:nvGrpSpPr>
        <p:grpSpPr>
          <a:xfrm>
            <a:off x="680913" y="1946160"/>
            <a:ext cx="995760" cy="514800"/>
            <a:chOff x="680913" y="1946160"/>
            <a:chExt cx="995760" cy="51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284BD72-871B-6501-B0AE-CE95D7135254}"/>
                    </a:ext>
                  </a:extLst>
                </p14:cNvPr>
                <p14:cNvContentPartPr/>
                <p14:nvPr/>
              </p14:nvContentPartPr>
              <p14:xfrm>
                <a:off x="680913" y="1946160"/>
                <a:ext cx="310680" cy="514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284BD72-871B-6501-B0AE-CE95D713525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2913" y="1928520"/>
                  <a:ext cx="34632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1AF61A-850B-3027-972E-741854418213}"/>
                    </a:ext>
                  </a:extLst>
                </p14:cNvPr>
                <p14:cNvContentPartPr/>
                <p14:nvPr/>
              </p14:nvContentPartPr>
              <p14:xfrm>
                <a:off x="1156113" y="2229480"/>
                <a:ext cx="164520" cy="27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1AF61A-850B-3027-972E-74185441821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38473" y="2211480"/>
                  <a:ext cx="200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0A0B83C-04C1-A142-68E3-89319E319BB1}"/>
                    </a:ext>
                  </a:extLst>
                </p14:cNvPr>
                <p14:cNvContentPartPr/>
                <p14:nvPr/>
              </p14:nvContentPartPr>
              <p14:xfrm>
                <a:off x="1158273" y="2133360"/>
                <a:ext cx="93960" cy="269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0A0B83C-04C1-A142-68E3-89319E319BB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0633" y="2115720"/>
                  <a:ext cx="1296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D8476A5-C29E-F44A-ACBF-BC9C07A82BAA}"/>
                    </a:ext>
                  </a:extLst>
                </p14:cNvPr>
                <p14:cNvContentPartPr/>
                <p14:nvPr/>
              </p14:nvContentPartPr>
              <p14:xfrm>
                <a:off x="1407393" y="2091600"/>
                <a:ext cx="65520" cy="323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D8476A5-C29E-F44A-ACBF-BC9C07A82BA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89393" y="2073600"/>
                  <a:ext cx="1011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5E4074-C61C-4B77-128B-E2AD23607F38}"/>
                    </a:ext>
                  </a:extLst>
                </p14:cNvPr>
                <p14:cNvContentPartPr/>
                <p14:nvPr/>
              </p14:nvContentPartPr>
              <p14:xfrm>
                <a:off x="1438353" y="2010600"/>
                <a:ext cx="238320" cy="430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55E4074-C61C-4B77-128B-E2AD23607F3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20353" y="1992960"/>
                  <a:ext cx="2739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75671C-0021-C8A3-AE3C-1AB00E5B0FB4}"/>
                    </a:ext>
                  </a:extLst>
                </p14:cNvPr>
                <p14:cNvContentPartPr/>
                <p14:nvPr/>
              </p14:nvContentPartPr>
              <p14:xfrm>
                <a:off x="1048833" y="2229840"/>
                <a:ext cx="217440" cy="25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75671C-0021-C8A3-AE3C-1AB00E5B0F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1193" y="2212200"/>
                  <a:ext cx="25308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93C3CFC-CE34-5A40-5C46-6619C758F30F}"/>
                  </a:ext>
                </a:extLst>
              </p14:cNvPr>
              <p14:cNvContentPartPr/>
              <p14:nvPr/>
            </p14:nvContentPartPr>
            <p14:xfrm>
              <a:off x="2962233" y="710640"/>
              <a:ext cx="6480" cy="3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93C3CFC-CE34-5A40-5C46-6619C758F30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44593" y="693000"/>
                <a:ext cx="421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00F7FE4F-3E55-ECDF-70D4-EFACC69451B4}"/>
              </a:ext>
            </a:extLst>
          </p:cNvPr>
          <p:cNvGrpSpPr/>
          <p:nvPr/>
        </p:nvGrpSpPr>
        <p:grpSpPr>
          <a:xfrm>
            <a:off x="3349593" y="2025360"/>
            <a:ext cx="386640" cy="421920"/>
            <a:chOff x="3349593" y="2025360"/>
            <a:chExt cx="386640" cy="42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C3E24D-9B84-D27D-9BB5-8C56805311F3}"/>
                    </a:ext>
                  </a:extLst>
                </p14:cNvPr>
                <p14:cNvContentPartPr/>
                <p14:nvPr/>
              </p14:nvContentPartPr>
              <p14:xfrm>
                <a:off x="3527793" y="2025360"/>
                <a:ext cx="208440" cy="65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C3E24D-9B84-D27D-9BB5-8C56805311F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09793" y="2007360"/>
                  <a:ext cx="244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8B1BDAE-94A3-C9D1-AAFD-549EB5C8F912}"/>
                    </a:ext>
                  </a:extLst>
                </p14:cNvPr>
                <p14:cNvContentPartPr/>
                <p14:nvPr/>
              </p14:nvContentPartPr>
              <p14:xfrm>
                <a:off x="3349593" y="2062800"/>
                <a:ext cx="231480" cy="384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8B1BDAE-94A3-C9D1-AAFD-549EB5C8F91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31593" y="2044800"/>
                  <a:ext cx="267120" cy="42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5FD79E9-E360-EBBC-9397-CFC76293297A}"/>
                  </a:ext>
                </a:extLst>
              </p14:cNvPr>
              <p14:cNvContentPartPr/>
              <p14:nvPr/>
            </p14:nvContentPartPr>
            <p14:xfrm>
              <a:off x="4417713" y="2059560"/>
              <a:ext cx="317880" cy="3564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5FD79E9-E360-EBBC-9397-CFC76293297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399713" y="2041920"/>
                <a:ext cx="35352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30CC14A-BB19-8F7B-940B-365C39EBF0EB}"/>
                  </a:ext>
                </a:extLst>
              </p14:cNvPr>
              <p14:cNvContentPartPr/>
              <p14:nvPr/>
            </p14:nvContentPartPr>
            <p14:xfrm>
              <a:off x="5494113" y="2012040"/>
              <a:ext cx="263520" cy="3682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30CC14A-BB19-8F7B-940B-365C39EBF0E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476113" y="1994040"/>
                <a:ext cx="29916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EBAAE15-97B0-F71C-1282-5B66A784BD93}"/>
                  </a:ext>
                </a:extLst>
              </p14:cNvPr>
              <p14:cNvContentPartPr/>
              <p14:nvPr/>
            </p14:nvContentPartPr>
            <p14:xfrm>
              <a:off x="2893473" y="1302120"/>
              <a:ext cx="11520" cy="72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EBAAE15-97B0-F71C-1282-5B66A784BD9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875833" y="1284120"/>
                <a:ext cx="471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4A91DAE-B1A0-C9B8-7CDA-6186DBE8E8B8}"/>
                  </a:ext>
                </a:extLst>
              </p14:cNvPr>
              <p14:cNvContentPartPr/>
              <p14:nvPr/>
            </p14:nvContentPartPr>
            <p14:xfrm>
              <a:off x="8502273" y="1374480"/>
              <a:ext cx="2880" cy="21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4A91DAE-B1A0-C9B8-7CDA-6186DBE8E8B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484273" y="1356480"/>
                <a:ext cx="3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42CED56-259D-D700-7220-2F5E754788F7}"/>
                  </a:ext>
                </a:extLst>
              </p14:cNvPr>
              <p14:cNvContentPartPr/>
              <p14:nvPr/>
            </p14:nvContentPartPr>
            <p14:xfrm>
              <a:off x="3321873" y="2814840"/>
              <a:ext cx="226080" cy="4114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42CED56-259D-D700-7220-2F5E754788F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303873" y="2797200"/>
                <a:ext cx="26172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469B4D6-8097-A0FF-465A-EA6BC6F31F09}"/>
                  </a:ext>
                </a:extLst>
              </p14:cNvPr>
              <p14:cNvContentPartPr/>
              <p14:nvPr/>
            </p14:nvContentPartPr>
            <p14:xfrm>
              <a:off x="3947913" y="1348200"/>
              <a:ext cx="18360" cy="39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469B4D6-8097-A0FF-465A-EA6BC6F31F0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930273" y="1330200"/>
                <a:ext cx="540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887F453-22EE-C5BB-1188-58A424B234E6}"/>
                  </a:ext>
                </a:extLst>
              </p14:cNvPr>
              <p14:cNvContentPartPr/>
              <p14:nvPr/>
            </p14:nvContentPartPr>
            <p14:xfrm>
              <a:off x="9606033" y="1377000"/>
              <a:ext cx="5760" cy="50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887F453-22EE-C5BB-1188-58A424B234E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588033" y="1359000"/>
                <a:ext cx="414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EE1AA18-885A-1D66-9DF5-27D3B11AB93F}"/>
                  </a:ext>
                </a:extLst>
              </p14:cNvPr>
              <p14:cNvContentPartPr/>
              <p14:nvPr/>
            </p14:nvContentPartPr>
            <p14:xfrm>
              <a:off x="4359753" y="2806200"/>
              <a:ext cx="241920" cy="4921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EE1AA18-885A-1D66-9DF5-27D3B11AB93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341753" y="2788560"/>
                <a:ext cx="277560" cy="52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FDB8E3AE-F407-FBA8-A942-848043A0387D}"/>
              </a:ext>
            </a:extLst>
          </p:cNvPr>
          <p:cNvGrpSpPr/>
          <p:nvPr/>
        </p:nvGrpSpPr>
        <p:grpSpPr>
          <a:xfrm>
            <a:off x="4427793" y="282960"/>
            <a:ext cx="948600" cy="1150920"/>
            <a:chOff x="4427793" y="282960"/>
            <a:chExt cx="948600" cy="11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9270660-457C-E844-FE85-E3676D073910}"/>
                    </a:ext>
                  </a:extLst>
                </p14:cNvPr>
                <p14:cNvContentPartPr/>
                <p14:nvPr/>
              </p14:nvContentPartPr>
              <p14:xfrm>
                <a:off x="4634793" y="370440"/>
                <a:ext cx="153000" cy="64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9270660-457C-E844-FE85-E3676D07391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16793" y="352800"/>
                  <a:ext cx="1886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A309949-D11E-81AE-AE5F-2FD7F8500DDF}"/>
                    </a:ext>
                  </a:extLst>
                </p14:cNvPr>
                <p14:cNvContentPartPr/>
                <p14:nvPr/>
              </p14:nvContentPartPr>
              <p14:xfrm>
                <a:off x="4541553" y="378360"/>
                <a:ext cx="214920" cy="296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A309949-D11E-81AE-AE5F-2FD7F8500DD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23553" y="360360"/>
                  <a:ext cx="2505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06F4B2-7CBE-8793-C722-B2337649622E}"/>
                    </a:ext>
                  </a:extLst>
                </p14:cNvPr>
                <p14:cNvContentPartPr/>
                <p14:nvPr/>
              </p14:nvContentPartPr>
              <p14:xfrm>
                <a:off x="4427793" y="1141920"/>
                <a:ext cx="198000" cy="5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06F4B2-7CBE-8793-C722-B233764962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10153" y="1124280"/>
                  <a:ext cx="233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7BCDF9A-309B-0B31-7C0E-644CB44EDD4A}"/>
                    </a:ext>
                  </a:extLst>
                </p14:cNvPr>
                <p14:cNvContentPartPr/>
                <p14:nvPr/>
              </p14:nvContentPartPr>
              <p14:xfrm>
                <a:off x="4751793" y="988200"/>
                <a:ext cx="129960" cy="275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7BCDF9A-309B-0B31-7C0E-644CB44EDD4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34153" y="970200"/>
                  <a:ext cx="1656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1D3810-BCA5-9393-3F9C-42E27EA6CE11}"/>
                    </a:ext>
                  </a:extLst>
                </p14:cNvPr>
                <p14:cNvContentPartPr/>
                <p14:nvPr/>
              </p14:nvContentPartPr>
              <p14:xfrm>
                <a:off x="4795713" y="282960"/>
                <a:ext cx="580680" cy="1150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1D3810-BCA5-9393-3F9C-42E27EA6CE1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77713" y="264960"/>
                  <a:ext cx="616320" cy="11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1BECA40-5483-90EC-DE87-3A9046554C3D}"/>
                    </a:ext>
                  </a:extLst>
                </p14:cNvPr>
                <p14:cNvContentPartPr/>
                <p14:nvPr/>
              </p14:nvContentPartPr>
              <p14:xfrm>
                <a:off x="4604553" y="1280160"/>
                <a:ext cx="5760" cy="1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1BECA40-5483-90EC-DE87-3A9046554C3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86553" y="1262520"/>
                  <a:ext cx="4140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625AFE5-3253-6314-6C49-95A523561DDE}"/>
              </a:ext>
            </a:extLst>
          </p:cNvPr>
          <p:cNvGrpSpPr/>
          <p:nvPr/>
        </p:nvGrpSpPr>
        <p:grpSpPr>
          <a:xfrm>
            <a:off x="5357313" y="1801080"/>
            <a:ext cx="1097280" cy="1623960"/>
            <a:chOff x="5357313" y="1801080"/>
            <a:chExt cx="1097280" cy="162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B3FED37-3647-7024-E8BB-5DE88DA2C4C9}"/>
                    </a:ext>
                  </a:extLst>
                </p14:cNvPr>
                <p14:cNvContentPartPr/>
                <p14:nvPr/>
              </p14:nvContentPartPr>
              <p14:xfrm>
                <a:off x="5357313" y="3004200"/>
                <a:ext cx="137880" cy="27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B3FED37-3647-7024-E8BB-5DE88DA2C4C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39673" y="2986200"/>
                  <a:ext cx="173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BE2DAB9-AB5B-67C5-8F60-1AE4DEC918A4}"/>
                    </a:ext>
                  </a:extLst>
                </p14:cNvPr>
                <p14:cNvContentPartPr/>
                <p14:nvPr/>
              </p14:nvContentPartPr>
              <p14:xfrm>
                <a:off x="5616153" y="2871720"/>
                <a:ext cx="239040" cy="287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BE2DAB9-AB5B-67C5-8F60-1AE4DEC918A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98153" y="2853720"/>
                  <a:ext cx="274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B9A880B-D97B-C523-8388-4A8C49362C79}"/>
                    </a:ext>
                  </a:extLst>
                </p14:cNvPr>
                <p14:cNvContentPartPr/>
                <p14:nvPr/>
              </p14:nvContentPartPr>
              <p14:xfrm>
                <a:off x="5530113" y="1801080"/>
                <a:ext cx="924480" cy="1623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B9A880B-D97B-C523-8388-4A8C49362C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12113" y="1783080"/>
                  <a:ext cx="960120" cy="165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1727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F78B36F-BB9E-1EC5-5B86-56B980059F00}"/>
              </a:ext>
            </a:extLst>
          </p:cNvPr>
          <p:cNvGrpSpPr/>
          <p:nvPr/>
        </p:nvGrpSpPr>
        <p:grpSpPr>
          <a:xfrm>
            <a:off x="227673" y="263880"/>
            <a:ext cx="2293920" cy="834480"/>
            <a:chOff x="227673" y="263880"/>
            <a:chExt cx="2293920" cy="83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1471132-D2C9-6A93-3F1A-BFBD664561C5}"/>
                    </a:ext>
                  </a:extLst>
                </p14:cNvPr>
                <p14:cNvContentPartPr/>
                <p14:nvPr/>
              </p14:nvContentPartPr>
              <p14:xfrm>
                <a:off x="227673" y="263880"/>
                <a:ext cx="363960" cy="552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1471132-D2C9-6A93-3F1A-BFBD664561C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673" y="245880"/>
                  <a:ext cx="39960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CE24BA-362B-2EDB-CC03-8E6C7751C5DD}"/>
                    </a:ext>
                  </a:extLst>
                </p14:cNvPr>
                <p14:cNvContentPartPr/>
                <p14:nvPr/>
              </p14:nvContentPartPr>
              <p14:xfrm>
                <a:off x="493353" y="577440"/>
                <a:ext cx="311400" cy="205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CE24BA-362B-2EDB-CC03-8E6C7751C5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5353" y="559440"/>
                  <a:ext cx="347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D613613-FA70-139E-CA5C-FEDA897DE81D}"/>
                    </a:ext>
                  </a:extLst>
                </p14:cNvPr>
                <p14:cNvContentPartPr/>
                <p14:nvPr/>
              </p14:nvContentPartPr>
              <p14:xfrm>
                <a:off x="862353" y="407880"/>
                <a:ext cx="262800" cy="690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D613613-FA70-139E-CA5C-FEDA897DE8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4713" y="389880"/>
                  <a:ext cx="298440" cy="7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002CAC-A285-C756-CDDD-8A47209EF5EC}"/>
                    </a:ext>
                  </a:extLst>
                </p14:cNvPr>
                <p14:cNvContentPartPr/>
                <p14:nvPr/>
              </p14:nvContentPartPr>
              <p14:xfrm>
                <a:off x="1164033" y="304200"/>
                <a:ext cx="905760" cy="524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002CAC-A285-C756-CDDD-8A47209EF5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6393" y="286200"/>
                  <a:ext cx="94140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6CD0C79-C2FA-733B-86DD-77FC22055A45}"/>
                    </a:ext>
                  </a:extLst>
                </p14:cNvPr>
                <p14:cNvContentPartPr/>
                <p14:nvPr/>
              </p14:nvContentPartPr>
              <p14:xfrm>
                <a:off x="2079153" y="430200"/>
                <a:ext cx="38160" cy="70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6CD0C79-C2FA-733B-86DD-77FC22055A4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61513" y="412560"/>
                  <a:ext cx="738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28760F5-7C2F-6E9A-249A-726B395ACF37}"/>
                    </a:ext>
                  </a:extLst>
                </p14:cNvPr>
                <p14:cNvContentPartPr/>
                <p14:nvPr/>
              </p14:nvContentPartPr>
              <p14:xfrm>
                <a:off x="1755153" y="465120"/>
                <a:ext cx="198360" cy="15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28760F5-7C2F-6E9A-249A-726B395ACF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37513" y="447480"/>
                  <a:ext cx="234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F72A94-4DDC-A14F-787B-A2BDE5A2463E}"/>
                    </a:ext>
                  </a:extLst>
                </p14:cNvPr>
                <p14:cNvContentPartPr/>
                <p14:nvPr/>
              </p14:nvContentPartPr>
              <p14:xfrm>
                <a:off x="2111193" y="616320"/>
                <a:ext cx="183600" cy="214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F72A94-4DDC-A14F-787B-A2BDE5A2463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93553" y="598320"/>
                  <a:ext cx="219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549252-DDE3-B02C-20D9-2DA5C6740B0D}"/>
                    </a:ext>
                  </a:extLst>
                </p14:cNvPr>
                <p14:cNvContentPartPr/>
                <p14:nvPr/>
              </p14:nvContentPartPr>
              <p14:xfrm>
                <a:off x="2296953" y="600480"/>
                <a:ext cx="224640" cy="234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549252-DDE3-B02C-20D9-2DA5C6740B0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79313" y="582480"/>
                  <a:ext cx="260280" cy="26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C87565A-383B-9FF7-A2D5-A93159E97638}"/>
                  </a:ext>
                </a:extLst>
              </p14:cNvPr>
              <p14:cNvContentPartPr/>
              <p14:nvPr/>
            </p14:nvContentPartPr>
            <p14:xfrm>
              <a:off x="3237273" y="402480"/>
              <a:ext cx="428040" cy="974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C87565A-383B-9FF7-A2D5-A93159E9763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19273" y="384480"/>
                <a:ext cx="463680" cy="101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21C5692A-323B-77E0-2FA4-620D99D02D40}"/>
              </a:ext>
            </a:extLst>
          </p:cNvPr>
          <p:cNvGrpSpPr/>
          <p:nvPr/>
        </p:nvGrpSpPr>
        <p:grpSpPr>
          <a:xfrm>
            <a:off x="4279113" y="245520"/>
            <a:ext cx="1760040" cy="562680"/>
            <a:chOff x="4279113" y="245520"/>
            <a:chExt cx="1760040" cy="56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965F124-37FC-911E-4C4D-38A490CAEAFD}"/>
                    </a:ext>
                  </a:extLst>
                </p14:cNvPr>
                <p14:cNvContentPartPr/>
                <p14:nvPr/>
              </p14:nvContentPartPr>
              <p14:xfrm>
                <a:off x="4279113" y="398160"/>
                <a:ext cx="549360" cy="410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965F124-37FC-911E-4C4D-38A490CAEA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61473" y="380160"/>
                  <a:ext cx="5850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38CA600-0452-7CE9-8C1E-7E3EA3354BBD}"/>
                    </a:ext>
                  </a:extLst>
                </p14:cNvPr>
                <p14:cNvContentPartPr/>
                <p14:nvPr/>
              </p14:nvContentPartPr>
              <p14:xfrm>
                <a:off x="4838553" y="245520"/>
                <a:ext cx="863640" cy="527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38CA600-0452-7CE9-8C1E-7E3EA3354BB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20553" y="227520"/>
                  <a:ext cx="89928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6B9B257-FD3D-1199-856F-7E6FC14671F8}"/>
                    </a:ext>
                  </a:extLst>
                </p14:cNvPr>
                <p14:cNvContentPartPr/>
                <p14:nvPr/>
              </p14:nvContentPartPr>
              <p14:xfrm>
                <a:off x="5845833" y="507600"/>
                <a:ext cx="160920" cy="221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6B9B257-FD3D-1199-856F-7E6FC14671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28193" y="489960"/>
                  <a:ext cx="1965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4C1B053-F956-2A93-F5F0-9F92EC5462B0}"/>
                    </a:ext>
                  </a:extLst>
                </p14:cNvPr>
                <p14:cNvContentPartPr/>
                <p14:nvPr/>
              </p14:nvContentPartPr>
              <p14:xfrm>
                <a:off x="5771313" y="474840"/>
                <a:ext cx="267840" cy="287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4C1B053-F956-2A93-F5F0-9F92EC5462B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53313" y="457200"/>
                  <a:ext cx="3034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A1DFEB-258F-0879-421C-4E7975FED414}"/>
                    </a:ext>
                  </a:extLst>
                </p14:cNvPr>
                <p14:cNvContentPartPr/>
                <p14:nvPr/>
              </p14:nvContentPartPr>
              <p14:xfrm>
                <a:off x="5664393" y="266400"/>
                <a:ext cx="39600" cy="1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A1DFEB-258F-0879-421C-4E7975FED41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46393" y="248760"/>
                  <a:ext cx="75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441E03-983D-74DB-291F-46AB4F2B22EE}"/>
                    </a:ext>
                  </a:extLst>
                </p14:cNvPr>
                <p14:cNvContentPartPr/>
                <p14:nvPr/>
              </p14:nvContentPartPr>
              <p14:xfrm>
                <a:off x="4923153" y="321480"/>
                <a:ext cx="468000" cy="25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441E03-983D-74DB-291F-46AB4F2B22E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05513" y="303840"/>
                  <a:ext cx="5036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A467BCD-8E61-D93E-4706-F7E62C088152}"/>
              </a:ext>
            </a:extLst>
          </p:cNvPr>
          <p:cNvGrpSpPr/>
          <p:nvPr/>
        </p:nvGrpSpPr>
        <p:grpSpPr>
          <a:xfrm>
            <a:off x="6850233" y="293400"/>
            <a:ext cx="2301840" cy="582480"/>
            <a:chOff x="6850233" y="293400"/>
            <a:chExt cx="2301840" cy="58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9C42876-15B1-6F08-14A2-9E388BB6DFD5}"/>
                    </a:ext>
                  </a:extLst>
                </p14:cNvPr>
                <p14:cNvContentPartPr/>
                <p14:nvPr/>
              </p14:nvContentPartPr>
              <p14:xfrm>
                <a:off x="6850233" y="305640"/>
                <a:ext cx="393840" cy="570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9C42876-15B1-6F08-14A2-9E388BB6DFD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32593" y="288000"/>
                  <a:ext cx="42948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938D823-B6F8-F588-14AA-0A582DB03F6B}"/>
                    </a:ext>
                  </a:extLst>
                </p14:cNvPr>
                <p14:cNvContentPartPr/>
                <p14:nvPr/>
              </p14:nvContentPartPr>
              <p14:xfrm>
                <a:off x="7297713" y="366480"/>
                <a:ext cx="334440" cy="45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938D823-B6F8-F588-14AA-0A582DB03F6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80073" y="348480"/>
                  <a:ext cx="37008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7A628A-163C-86D3-AFF0-465AD73A1BAD}"/>
                    </a:ext>
                  </a:extLst>
                </p14:cNvPr>
                <p14:cNvContentPartPr/>
                <p14:nvPr/>
              </p14:nvContentPartPr>
              <p14:xfrm>
                <a:off x="7635033" y="315720"/>
                <a:ext cx="496440" cy="499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7A628A-163C-86D3-AFF0-465AD73A1BA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17393" y="297720"/>
                  <a:ext cx="53208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E1FF831-89AC-0D01-8D96-35BCA53F27C3}"/>
                    </a:ext>
                  </a:extLst>
                </p14:cNvPr>
                <p14:cNvContentPartPr/>
                <p14:nvPr/>
              </p14:nvContentPartPr>
              <p14:xfrm>
                <a:off x="8169993" y="412200"/>
                <a:ext cx="45720" cy="62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E1FF831-89AC-0D01-8D96-35BCA53F27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51993" y="394560"/>
                  <a:ext cx="81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DD5363-4F08-736E-88FA-D6871C24C305}"/>
                    </a:ext>
                  </a:extLst>
                </p14:cNvPr>
                <p14:cNvContentPartPr/>
                <p14:nvPr/>
              </p14:nvContentPartPr>
              <p14:xfrm>
                <a:off x="8284833" y="334440"/>
                <a:ext cx="122400" cy="426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DD5363-4F08-736E-88FA-D6871C24C3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67193" y="316800"/>
                  <a:ext cx="15804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428A96-A668-A338-AF36-4EF18B6BF274}"/>
                    </a:ext>
                  </a:extLst>
                </p14:cNvPr>
                <p14:cNvContentPartPr/>
                <p14:nvPr/>
              </p14:nvContentPartPr>
              <p14:xfrm>
                <a:off x="8491833" y="551880"/>
                <a:ext cx="33840" cy="188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428A96-A668-A338-AF36-4EF18B6BF2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73833" y="534240"/>
                  <a:ext cx="69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833E4C1-1F6F-FB48-4711-D10A3085EBF7}"/>
                    </a:ext>
                  </a:extLst>
                </p14:cNvPr>
                <p14:cNvContentPartPr/>
                <p14:nvPr/>
              </p14:nvContentPartPr>
              <p14:xfrm>
                <a:off x="8705313" y="534240"/>
                <a:ext cx="446760" cy="217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833E4C1-1F6F-FB48-4711-D10A3085EBF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87673" y="516600"/>
                  <a:ext cx="482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4E0ACE-B23E-CF26-42DA-7A8B9BF705FD}"/>
                    </a:ext>
                  </a:extLst>
                </p14:cNvPr>
                <p14:cNvContentPartPr/>
                <p14:nvPr/>
              </p14:nvContentPartPr>
              <p14:xfrm>
                <a:off x="8268993" y="293400"/>
                <a:ext cx="785160" cy="82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4E0ACE-B23E-CF26-42DA-7A8B9BF705F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50993" y="275400"/>
                  <a:ext cx="82080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E34DC42-6F1C-C622-4491-5FF26051D6D1}"/>
                  </a:ext>
                </a:extLst>
              </p14:cNvPr>
              <p14:cNvContentPartPr/>
              <p14:nvPr/>
            </p14:nvContentPartPr>
            <p14:xfrm>
              <a:off x="252153" y="1689480"/>
              <a:ext cx="123480" cy="2019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E34DC42-6F1C-C622-4491-5FF26051D6D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34153" y="1671840"/>
                <a:ext cx="15912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E2996D4-5226-939F-EF22-7E894FDB394C}"/>
              </a:ext>
            </a:extLst>
          </p:cNvPr>
          <p:cNvGrpSpPr/>
          <p:nvPr/>
        </p:nvGrpSpPr>
        <p:grpSpPr>
          <a:xfrm>
            <a:off x="316233" y="1402560"/>
            <a:ext cx="201240" cy="90360"/>
            <a:chOff x="316233" y="1402560"/>
            <a:chExt cx="20124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A1A70A-ECDA-D374-B51F-10BD4CED6F19}"/>
                    </a:ext>
                  </a:extLst>
                </p14:cNvPr>
                <p14:cNvContentPartPr/>
                <p14:nvPr/>
              </p14:nvContentPartPr>
              <p14:xfrm>
                <a:off x="316233" y="1406520"/>
                <a:ext cx="7920" cy="86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9A1A70A-ECDA-D374-B51F-10BD4CED6F1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8233" y="1388880"/>
                  <a:ext cx="43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EA8C93A-5B35-9D61-C4E0-A0E7B93BFD02}"/>
                    </a:ext>
                  </a:extLst>
                </p14:cNvPr>
                <p14:cNvContentPartPr/>
                <p14:nvPr/>
              </p14:nvContentPartPr>
              <p14:xfrm>
                <a:off x="453753" y="1402560"/>
                <a:ext cx="63720" cy="73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EA8C93A-5B35-9D61-C4E0-A0E7B93BFD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5753" y="1384920"/>
                  <a:ext cx="9936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8F56A8C-2289-BD08-20BF-83DD18707823}"/>
                  </a:ext>
                </a:extLst>
              </p14:cNvPr>
              <p14:cNvContentPartPr/>
              <p14:nvPr/>
            </p14:nvContentPartPr>
            <p14:xfrm>
              <a:off x="287073" y="1445400"/>
              <a:ext cx="267840" cy="7779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8F56A8C-2289-BD08-20BF-83DD1870782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9433" y="1427760"/>
                <a:ext cx="303480" cy="81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1E8830E-4FA5-E010-72DB-949420A56FFA}"/>
                  </a:ext>
                </a:extLst>
              </p14:cNvPr>
              <p14:cNvContentPartPr/>
              <p14:nvPr/>
            </p14:nvContentPartPr>
            <p14:xfrm>
              <a:off x="795033" y="1510560"/>
              <a:ext cx="369720" cy="528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1E8830E-4FA5-E010-72DB-949420A56FF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77033" y="1492920"/>
                <a:ext cx="40536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862DE6A-2D49-5D6C-263D-535E38F3BA3A}"/>
                  </a:ext>
                </a:extLst>
              </p14:cNvPr>
              <p14:cNvContentPartPr/>
              <p14:nvPr/>
            </p14:nvContentPartPr>
            <p14:xfrm>
              <a:off x="1214433" y="1839240"/>
              <a:ext cx="262080" cy="2044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862DE6A-2D49-5D6C-263D-535E38F3BA3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96433" y="1821240"/>
                <a:ext cx="2977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0F9DEDE-7185-128E-F26D-1204D3988A49}"/>
                  </a:ext>
                </a:extLst>
              </p14:cNvPr>
              <p14:cNvContentPartPr/>
              <p14:nvPr/>
            </p14:nvContentPartPr>
            <p14:xfrm>
              <a:off x="1536273" y="1893600"/>
              <a:ext cx="300240" cy="1785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0F9DEDE-7185-128E-F26D-1204D3988A4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518273" y="1875600"/>
                <a:ext cx="3358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ED77176-0EAD-DB70-89DF-4CFCCC2F8FFD}"/>
                  </a:ext>
                </a:extLst>
              </p14:cNvPr>
              <p14:cNvContentPartPr/>
              <p14:nvPr/>
            </p14:nvContentPartPr>
            <p14:xfrm>
              <a:off x="1903113" y="1860480"/>
              <a:ext cx="289800" cy="158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ED77176-0EAD-DB70-89DF-4CFCCC2F8FF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885473" y="1842480"/>
                <a:ext cx="3254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6825FBA-B683-01D5-E079-1F6DF6778A1D}"/>
                  </a:ext>
                </a:extLst>
              </p14:cNvPr>
              <p14:cNvContentPartPr/>
              <p14:nvPr/>
            </p14:nvContentPartPr>
            <p14:xfrm>
              <a:off x="2238993" y="1478160"/>
              <a:ext cx="84960" cy="5713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6825FBA-B683-01D5-E079-1F6DF6778A1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21353" y="1460160"/>
                <a:ext cx="120600" cy="6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A804D5C-2BDB-5EB0-38CA-D375326D7189}"/>
                  </a:ext>
                </a:extLst>
              </p14:cNvPr>
              <p14:cNvContentPartPr/>
              <p14:nvPr/>
            </p14:nvContentPartPr>
            <p14:xfrm>
              <a:off x="2370393" y="1834200"/>
              <a:ext cx="257400" cy="228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A804D5C-2BDB-5EB0-38CA-D375326D718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352753" y="1816560"/>
                <a:ext cx="2930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14D42A3-8AF6-B2D4-F802-55BD1B77189A}"/>
                  </a:ext>
                </a:extLst>
              </p14:cNvPr>
              <p14:cNvContentPartPr/>
              <p14:nvPr/>
            </p14:nvContentPartPr>
            <p14:xfrm>
              <a:off x="2743353" y="1500120"/>
              <a:ext cx="673200" cy="576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14D42A3-8AF6-B2D4-F802-55BD1B77189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725353" y="1482120"/>
                <a:ext cx="708840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121C5D7-2171-7DED-34B4-673671497EFB}"/>
                  </a:ext>
                </a:extLst>
              </p14:cNvPr>
              <p14:cNvContentPartPr/>
              <p14:nvPr/>
            </p14:nvContentPartPr>
            <p14:xfrm>
              <a:off x="2552193" y="1622880"/>
              <a:ext cx="523800" cy="572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121C5D7-2171-7DED-34B4-673671497EF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534193" y="1604880"/>
                <a:ext cx="5594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35560B5-6746-16B9-4BEA-5AEF27CFD49B}"/>
                  </a:ext>
                </a:extLst>
              </p14:cNvPr>
              <p14:cNvContentPartPr/>
              <p14:nvPr/>
            </p14:nvContentPartPr>
            <p14:xfrm>
              <a:off x="2140353" y="1635840"/>
              <a:ext cx="115200" cy="5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35560B5-6746-16B9-4BEA-5AEF27CFD49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122713" y="1618200"/>
                <a:ext cx="1508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53A7F5B-4A0A-45C8-C4AD-2BE3CAA1CF42}"/>
                  </a:ext>
                </a:extLst>
              </p14:cNvPr>
              <p14:cNvContentPartPr/>
              <p14:nvPr/>
            </p14:nvContentPartPr>
            <p14:xfrm>
              <a:off x="3922713" y="1608840"/>
              <a:ext cx="414720" cy="5029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53A7F5B-4A0A-45C8-C4AD-2BE3CAA1CF4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904713" y="1590840"/>
                <a:ext cx="450360" cy="53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D13A24C8-FA52-675D-9F4E-AE7BA1C71AE7}"/>
              </a:ext>
            </a:extLst>
          </p:cNvPr>
          <p:cNvGrpSpPr/>
          <p:nvPr/>
        </p:nvGrpSpPr>
        <p:grpSpPr>
          <a:xfrm>
            <a:off x="4355073" y="1830960"/>
            <a:ext cx="1218240" cy="317520"/>
            <a:chOff x="4355073" y="1830960"/>
            <a:chExt cx="121824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4DD553-BF38-2909-1FC8-115586D1B97D}"/>
                    </a:ext>
                  </a:extLst>
                </p14:cNvPr>
                <p14:cNvContentPartPr/>
                <p14:nvPr/>
              </p14:nvContentPartPr>
              <p14:xfrm>
                <a:off x="4355073" y="1886760"/>
                <a:ext cx="241560" cy="217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4DD553-BF38-2909-1FC8-115586D1B97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37433" y="1869120"/>
                  <a:ext cx="277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1774525-150F-D193-9E00-25AA90F3CF24}"/>
                    </a:ext>
                  </a:extLst>
                </p14:cNvPr>
                <p14:cNvContentPartPr/>
                <p14:nvPr/>
              </p14:nvContentPartPr>
              <p14:xfrm>
                <a:off x="4691313" y="1830960"/>
                <a:ext cx="507240" cy="228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1774525-150F-D193-9E00-25AA90F3CF2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73673" y="1812960"/>
                  <a:ext cx="5428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146E97-30EC-8115-6894-69E54860E19B}"/>
                    </a:ext>
                  </a:extLst>
                </p14:cNvPr>
                <p14:cNvContentPartPr/>
                <p14:nvPr/>
              </p14:nvContentPartPr>
              <p14:xfrm>
                <a:off x="5550273" y="1904760"/>
                <a:ext cx="23040" cy="8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146E97-30EC-8115-6894-69E54860E1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32273" y="1887120"/>
                  <a:ext cx="58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368D52E-0AD4-B7F5-EF37-E3DB62758DD0}"/>
                    </a:ext>
                  </a:extLst>
                </p14:cNvPr>
                <p14:cNvContentPartPr/>
                <p14:nvPr/>
              </p14:nvContentPartPr>
              <p14:xfrm>
                <a:off x="5514993" y="2124720"/>
                <a:ext cx="720" cy="23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368D52E-0AD4-B7F5-EF37-E3DB62758D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97353" y="2106720"/>
                  <a:ext cx="3636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19D3A7B-B0F3-949E-28EC-2FD95D103273}"/>
                  </a:ext>
                </a:extLst>
              </p14:cNvPr>
              <p14:cNvContentPartPr/>
              <p14:nvPr/>
            </p14:nvContentPartPr>
            <p14:xfrm>
              <a:off x="6328233" y="1499040"/>
              <a:ext cx="433080" cy="5331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19D3A7B-B0F3-949E-28EC-2FD95D10327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310593" y="1481040"/>
                <a:ext cx="468720" cy="56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405E2E4-4548-A682-49F3-F6DC839E155F}"/>
                  </a:ext>
                </a:extLst>
              </p14:cNvPr>
              <p14:cNvContentPartPr/>
              <p14:nvPr/>
            </p14:nvContentPartPr>
            <p14:xfrm>
              <a:off x="6927993" y="1803960"/>
              <a:ext cx="253080" cy="295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405E2E4-4548-A682-49F3-F6DC839E155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910353" y="1785960"/>
                <a:ext cx="2887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641EFDE-E0BF-8F6A-FCB8-2424AAAAB272}"/>
                  </a:ext>
                </a:extLst>
              </p14:cNvPr>
              <p14:cNvContentPartPr/>
              <p14:nvPr/>
            </p14:nvContentPartPr>
            <p14:xfrm>
              <a:off x="7017633" y="1735560"/>
              <a:ext cx="95040" cy="2725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641EFDE-E0BF-8F6A-FCB8-2424AAAAB27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999993" y="1717560"/>
                <a:ext cx="13068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69CCA3A-184C-1915-BFB9-DD9F0CD8482D}"/>
                  </a:ext>
                </a:extLst>
              </p14:cNvPr>
              <p14:cNvContentPartPr/>
              <p14:nvPr/>
            </p14:nvContentPartPr>
            <p14:xfrm>
              <a:off x="7333713" y="1636920"/>
              <a:ext cx="73080" cy="3427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69CCA3A-184C-1915-BFB9-DD9F0CD8482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315713" y="1618920"/>
                <a:ext cx="10872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5C32DBE-F3F0-0A58-961F-87A80050FD1B}"/>
                  </a:ext>
                </a:extLst>
              </p14:cNvPr>
              <p14:cNvContentPartPr/>
              <p14:nvPr/>
            </p14:nvContentPartPr>
            <p14:xfrm>
              <a:off x="7282953" y="1564560"/>
              <a:ext cx="410400" cy="4114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5C32DBE-F3F0-0A58-961F-87A80050FD1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265313" y="1546920"/>
                <a:ext cx="44604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F91011A-C17F-D742-BFE3-20DADFE2D608}"/>
                  </a:ext>
                </a:extLst>
              </p14:cNvPr>
              <p14:cNvContentPartPr/>
              <p14:nvPr/>
            </p14:nvContentPartPr>
            <p14:xfrm>
              <a:off x="9117873" y="1510200"/>
              <a:ext cx="44640" cy="4766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F91011A-C17F-D742-BFE3-20DADFE2D60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100233" y="1492200"/>
                <a:ext cx="80280" cy="5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70081EA-711C-F6EB-61FC-5E0843007297}"/>
                  </a:ext>
                </a:extLst>
              </p14:cNvPr>
              <p14:cNvContentPartPr/>
              <p14:nvPr/>
            </p14:nvContentPartPr>
            <p14:xfrm>
              <a:off x="9150633" y="1514880"/>
              <a:ext cx="299520" cy="454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70081EA-711C-F6EB-61FC-5E084300729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132633" y="1497240"/>
                <a:ext cx="33516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D4A0A1F-4A82-AD82-B736-D5DC4258E09A}"/>
                  </a:ext>
                </a:extLst>
              </p14:cNvPr>
              <p14:cNvContentPartPr/>
              <p14:nvPr/>
            </p14:nvContentPartPr>
            <p14:xfrm>
              <a:off x="9639873" y="1617840"/>
              <a:ext cx="234000" cy="2347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D4A0A1F-4A82-AD82-B736-D5DC4258E09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621873" y="1600200"/>
                <a:ext cx="2696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1BBF429-99ED-A84D-2434-90689D2F0184}"/>
                  </a:ext>
                </a:extLst>
              </p14:cNvPr>
              <p14:cNvContentPartPr/>
              <p14:nvPr/>
            </p14:nvContentPartPr>
            <p14:xfrm>
              <a:off x="10142433" y="1415520"/>
              <a:ext cx="345240" cy="5004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1BBF429-99ED-A84D-2434-90689D2F018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124793" y="1397880"/>
                <a:ext cx="380880" cy="5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6E3A35D-560E-1CE9-2BA8-38DF0B629417}"/>
                  </a:ext>
                </a:extLst>
              </p14:cNvPr>
              <p14:cNvContentPartPr/>
              <p14:nvPr/>
            </p14:nvContentPartPr>
            <p14:xfrm>
              <a:off x="6444513" y="1712160"/>
              <a:ext cx="3987360" cy="5954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6E3A35D-560E-1CE9-2BA8-38DF0B62941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426873" y="1694520"/>
                <a:ext cx="4023000" cy="63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8D85FD3-9F50-6DE2-6B4B-A5E4A1E8B75C}"/>
                  </a:ext>
                </a:extLst>
              </p14:cNvPr>
              <p14:cNvContentPartPr/>
              <p14:nvPr/>
            </p14:nvContentPartPr>
            <p14:xfrm>
              <a:off x="10138473" y="1971360"/>
              <a:ext cx="8640" cy="50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8D85FD3-9F50-6DE2-6B4B-A5E4A1E8B75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120473" y="1953720"/>
                <a:ext cx="442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1070E3A-3D50-449D-8E0D-A4C01517848E}"/>
                  </a:ext>
                </a:extLst>
              </p14:cNvPr>
              <p14:cNvContentPartPr/>
              <p14:nvPr/>
            </p14:nvContentPartPr>
            <p14:xfrm>
              <a:off x="6401673" y="2201040"/>
              <a:ext cx="10800" cy="57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1070E3A-3D50-449D-8E0D-A4C01517848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383673" y="2183040"/>
                <a:ext cx="464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AA431F2-DD79-3D5F-9977-3AA242410E47}"/>
                  </a:ext>
                </a:extLst>
              </p14:cNvPr>
              <p14:cNvContentPartPr/>
              <p14:nvPr/>
            </p14:nvContentPartPr>
            <p14:xfrm>
              <a:off x="7348833" y="2084400"/>
              <a:ext cx="8280" cy="25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AA431F2-DD79-3D5F-9977-3AA242410E4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30833" y="2066400"/>
                <a:ext cx="4392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F9FC5C65-D071-A99E-64AA-EB8AEE93370F}"/>
              </a:ext>
            </a:extLst>
          </p:cNvPr>
          <p:cNvGrpSpPr/>
          <p:nvPr/>
        </p:nvGrpSpPr>
        <p:grpSpPr>
          <a:xfrm>
            <a:off x="8036793" y="1729800"/>
            <a:ext cx="384120" cy="174240"/>
            <a:chOff x="8036793" y="1729800"/>
            <a:chExt cx="384120" cy="1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5AEEF1C-D23B-9522-C0B9-C870B1046C56}"/>
                    </a:ext>
                  </a:extLst>
                </p14:cNvPr>
                <p14:cNvContentPartPr/>
                <p14:nvPr/>
              </p14:nvContentPartPr>
              <p14:xfrm>
                <a:off x="8159553" y="1729800"/>
                <a:ext cx="217440" cy="14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5AEEF1C-D23B-9522-C0B9-C870B1046C5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141913" y="1711800"/>
                  <a:ext cx="253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51955A6-7DEA-9E86-B690-334638BFCE0F}"/>
                    </a:ext>
                  </a:extLst>
                </p14:cNvPr>
                <p14:cNvContentPartPr/>
                <p14:nvPr/>
              </p14:nvContentPartPr>
              <p14:xfrm>
                <a:off x="8036793" y="1861920"/>
                <a:ext cx="384120" cy="42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51955A6-7DEA-9E86-B690-334638BFCE0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19153" y="1843920"/>
                  <a:ext cx="419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AA3ECE5-29D1-ED49-69AE-71A7C98B00DC}"/>
                    </a:ext>
                  </a:extLst>
                </p14:cNvPr>
                <p14:cNvContentPartPr/>
                <p14:nvPr/>
              </p14:nvContentPartPr>
              <p14:xfrm>
                <a:off x="8066313" y="1734840"/>
                <a:ext cx="258840" cy="9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AA3ECE5-29D1-ED49-69AE-71A7C98B00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48673" y="1717200"/>
                  <a:ext cx="2944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41B156F-FD8F-A289-B612-01C625F99235}"/>
              </a:ext>
            </a:extLst>
          </p:cNvPr>
          <p:cNvGrpSpPr/>
          <p:nvPr/>
        </p:nvGrpSpPr>
        <p:grpSpPr>
          <a:xfrm>
            <a:off x="185553" y="2401920"/>
            <a:ext cx="400320" cy="909720"/>
            <a:chOff x="185553" y="2401920"/>
            <a:chExt cx="400320" cy="90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FE0841F-5615-4019-9D90-912C610372B5}"/>
                    </a:ext>
                  </a:extLst>
                </p14:cNvPr>
                <p14:cNvContentPartPr/>
                <p14:nvPr/>
              </p14:nvContentPartPr>
              <p14:xfrm>
                <a:off x="185553" y="2712240"/>
                <a:ext cx="23040" cy="187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FE0841F-5615-4019-9D90-912C610372B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7913" y="2694240"/>
                  <a:ext cx="58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BB5D7A6-9B57-5A30-EA06-2D150EFEB0A1}"/>
                    </a:ext>
                  </a:extLst>
                </p14:cNvPr>
                <p14:cNvContentPartPr/>
                <p14:nvPr/>
              </p14:nvContentPartPr>
              <p14:xfrm>
                <a:off x="341793" y="2720880"/>
                <a:ext cx="17640" cy="133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BB5D7A6-9B57-5A30-EA06-2D150EFEB0A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4153" y="2702880"/>
                  <a:ext cx="53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D30E27F-3FB5-A7DF-8A58-C0EDD47F2E5D}"/>
                    </a:ext>
                  </a:extLst>
                </p14:cNvPr>
                <p14:cNvContentPartPr/>
                <p14:nvPr/>
              </p14:nvContentPartPr>
              <p14:xfrm>
                <a:off x="420273" y="2401920"/>
                <a:ext cx="165600" cy="909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D30E27F-3FB5-A7DF-8A58-C0EDD47F2E5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2633" y="2384280"/>
                  <a:ext cx="201240" cy="9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7A77479-74EA-3D80-D9C7-49898FC8CBBD}"/>
              </a:ext>
            </a:extLst>
          </p:cNvPr>
          <p:cNvGrpSpPr/>
          <p:nvPr/>
        </p:nvGrpSpPr>
        <p:grpSpPr>
          <a:xfrm>
            <a:off x="1208673" y="2497320"/>
            <a:ext cx="3067560" cy="602640"/>
            <a:chOff x="1208673" y="2497320"/>
            <a:chExt cx="3067560" cy="60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427564D-8410-F306-86DB-DD9C5942D52A}"/>
                    </a:ext>
                  </a:extLst>
                </p14:cNvPr>
                <p14:cNvContentPartPr/>
                <p14:nvPr/>
              </p14:nvContentPartPr>
              <p14:xfrm>
                <a:off x="1208673" y="2529360"/>
                <a:ext cx="313200" cy="473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427564D-8410-F306-86DB-DD9C5942D52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91033" y="2511360"/>
                  <a:ext cx="34884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06A1BAD-40E4-83B6-F174-5EDD8681FE3E}"/>
                    </a:ext>
                  </a:extLst>
                </p14:cNvPr>
                <p14:cNvContentPartPr/>
                <p14:nvPr/>
              </p14:nvContentPartPr>
              <p14:xfrm>
                <a:off x="1335753" y="2719440"/>
                <a:ext cx="483480" cy="270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06A1BAD-40E4-83B6-F174-5EDD8681FE3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18113" y="2701800"/>
                  <a:ext cx="5191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4B1913A-CE73-B3FC-9B10-88716AED3F88}"/>
                    </a:ext>
                  </a:extLst>
                </p14:cNvPr>
                <p14:cNvContentPartPr/>
                <p14:nvPr/>
              </p14:nvContentPartPr>
              <p14:xfrm>
                <a:off x="1952433" y="2742840"/>
                <a:ext cx="453960" cy="250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4B1913A-CE73-B3FC-9B10-88716AED3F8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934433" y="2724840"/>
                  <a:ext cx="4896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054F8E-BC3F-3E36-C270-FCEB9874D7C1}"/>
                    </a:ext>
                  </a:extLst>
                </p14:cNvPr>
                <p14:cNvContentPartPr/>
                <p14:nvPr/>
              </p14:nvContentPartPr>
              <p14:xfrm>
                <a:off x="2477673" y="2643480"/>
                <a:ext cx="716760" cy="433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054F8E-BC3F-3E36-C270-FCEB9874D7C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60033" y="2625480"/>
                  <a:ext cx="75240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3B0BFF6-FE42-FFA8-B8CC-DB0AF4ED27FC}"/>
                    </a:ext>
                  </a:extLst>
                </p14:cNvPr>
                <p14:cNvContentPartPr/>
                <p14:nvPr/>
              </p14:nvContentPartPr>
              <p14:xfrm>
                <a:off x="3252393" y="2497320"/>
                <a:ext cx="566280" cy="602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3B0BFF6-FE42-FFA8-B8CC-DB0AF4ED27F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234393" y="2479680"/>
                  <a:ext cx="60192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B35D1EA-F4B7-4FB8-9FCE-01A9EAD95979}"/>
                    </a:ext>
                  </a:extLst>
                </p14:cNvPr>
                <p14:cNvContentPartPr/>
                <p14:nvPr/>
              </p14:nvContentPartPr>
              <p14:xfrm>
                <a:off x="3471273" y="2631600"/>
                <a:ext cx="804960" cy="441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B35D1EA-F4B7-4FB8-9FCE-01A9EAD9597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453633" y="2613600"/>
                  <a:ext cx="840600" cy="47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4BA4681-7326-44CE-D285-2ACEF2B33F53}"/>
              </a:ext>
            </a:extLst>
          </p:cNvPr>
          <p:cNvGrpSpPr/>
          <p:nvPr/>
        </p:nvGrpSpPr>
        <p:grpSpPr>
          <a:xfrm>
            <a:off x="4806873" y="2624040"/>
            <a:ext cx="1604520" cy="494640"/>
            <a:chOff x="4806873" y="2624040"/>
            <a:chExt cx="1604520" cy="49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E5B5F0-3C15-B61F-B091-FF73E64965C0}"/>
                    </a:ext>
                  </a:extLst>
                </p14:cNvPr>
                <p14:cNvContentPartPr/>
                <p14:nvPr/>
              </p14:nvContentPartPr>
              <p14:xfrm>
                <a:off x="4806873" y="2624040"/>
                <a:ext cx="302040" cy="494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E5B5F0-3C15-B61F-B091-FF73E64965C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788873" y="2606040"/>
                  <a:ext cx="33768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71EA384-5E5C-BA6D-AE12-597D864F465F}"/>
                    </a:ext>
                  </a:extLst>
                </p14:cNvPr>
                <p14:cNvContentPartPr/>
                <p14:nvPr/>
              </p14:nvContentPartPr>
              <p14:xfrm>
                <a:off x="5191713" y="2787840"/>
                <a:ext cx="983880" cy="297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71EA384-5E5C-BA6D-AE12-597D864F465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73713" y="2770200"/>
                  <a:ext cx="10195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2563E98-9B58-F80D-60BB-8BDCF99C02A2}"/>
                    </a:ext>
                  </a:extLst>
                </p14:cNvPr>
                <p14:cNvContentPartPr/>
                <p14:nvPr/>
              </p14:nvContentPartPr>
              <p14:xfrm>
                <a:off x="6406713" y="3071520"/>
                <a:ext cx="4680" cy="1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2563E98-9B58-F80D-60BB-8BDCF99C02A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89073" y="3053880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706BB56-2335-0B41-52A6-871C9E9F0D52}"/>
              </a:ext>
            </a:extLst>
          </p:cNvPr>
          <p:cNvGrpSpPr/>
          <p:nvPr/>
        </p:nvGrpSpPr>
        <p:grpSpPr>
          <a:xfrm>
            <a:off x="1801953" y="3403440"/>
            <a:ext cx="2156760" cy="1006560"/>
            <a:chOff x="1801953" y="3403440"/>
            <a:chExt cx="2156760" cy="100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7566A7B-3A7B-203E-C7A7-13E0FCFF00F6}"/>
                    </a:ext>
                  </a:extLst>
                </p14:cNvPr>
                <p14:cNvContentPartPr/>
                <p14:nvPr/>
              </p14:nvContentPartPr>
              <p14:xfrm>
                <a:off x="1801953" y="3591000"/>
                <a:ext cx="239040" cy="477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7566A7B-3A7B-203E-C7A7-13E0FCFF00F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83953" y="3573000"/>
                  <a:ext cx="27468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8962BF8-B2F3-6F51-845B-E881B607646A}"/>
                    </a:ext>
                  </a:extLst>
                </p14:cNvPr>
                <p14:cNvContentPartPr/>
                <p14:nvPr/>
              </p14:nvContentPartPr>
              <p14:xfrm>
                <a:off x="1809513" y="3830400"/>
                <a:ext cx="267840" cy="23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8962BF8-B2F3-6F51-845B-E881B607646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791873" y="3812400"/>
                  <a:ext cx="303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F8AC80A-9785-CD76-542D-6C537B5224B0}"/>
                    </a:ext>
                  </a:extLst>
                </p14:cNvPr>
                <p14:cNvContentPartPr/>
                <p14:nvPr/>
              </p14:nvContentPartPr>
              <p14:xfrm>
                <a:off x="2304153" y="3818880"/>
                <a:ext cx="173520" cy="32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F8AC80A-9785-CD76-542D-6C537B5224B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286513" y="3800880"/>
                  <a:ext cx="209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E63A107-1113-1192-92C0-5EBD03DFDA38}"/>
                    </a:ext>
                  </a:extLst>
                </p14:cNvPr>
                <p14:cNvContentPartPr/>
                <p14:nvPr/>
              </p14:nvContentPartPr>
              <p14:xfrm>
                <a:off x="2360313" y="3714120"/>
                <a:ext cx="320400" cy="321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E63A107-1113-1192-92C0-5EBD03DFDA3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42313" y="3696120"/>
                  <a:ext cx="3560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9217CEE-304E-2967-7DCF-D54E0E9416BF}"/>
                    </a:ext>
                  </a:extLst>
                </p14:cNvPr>
                <p14:cNvContentPartPr/>
                <p14:nvPr/>
              </p14:nvContentPartPr>
              <p14:xfrm>
                <a:off x="2651913" y="3643200"/>
                <a:ext cx="666720" cy="419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9217CEE-304E-2967-7DCF-D54E0E9416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34273" y="3625560"/>
                  <a:ext cx="70236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3A5612D-E023-86D0-F6EC-425E6E45AAD3}"/>
                    </a:ext>
                  </a:extLst>
                </p14:cNvPr>
                <p14:cNvContentPartPr/>
                <p14:nvPr/>
              </p14:nvContentPartPr>
              <p14:xfrm>
                <a:off x="2545353" y="3690360"/>
                <a:ext cx="1144080" cy="507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3A5612D-E023-86D0-F6EC-425E6E45AAD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527353" y="3672360"/>
                  <a:ext cx="117972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E39395B-31EF-9BDA-1B6E-6285365010F4}"/>
                    </a:ext>
                  </a:extLst>
                </p14:cNvPr>
                <p14:cNvContentPartPr/>
                <p14:nvPr/>
              </p14:nvContentPartPr>
              <p14:xfrm>
                <a:off x="3480633" y="3515040"/>
                <a:ext cx="478080" cy="894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E39395B-31EF-9BDA-1B6E-6285365010F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62633" y="3497040"/>
                  <a:ext cx="513720" cy="9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320AF58-7F70-9EC3-722E-2D67A9E0DA08}"/>
                    </a:ext>
                  </a:extLst>
                </p14:cNvPr>
                <p14:cNvContentPartPr/>
                <p14:nvPr/>
              </p14:nvContentPartPr>
              <p14:xfrm>
                <a:off x="2526633" y="3403440"/>
                <a:ext cx="204840" cy="793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320AF58-7F70-9EC3-722E-2D67A9E0DA0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508993" y="3385800"/>
                  <a:ext cx="24048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4643CF5-8468-E532-0AF7-D0F657C038EF}"/>
                    </a:ext>
                  </a:extLst>
                </p14:cNvPr>
                <p14:cNvContentPartPr/>
                <p14:nvPr/>
              </p14:nvContentPartPr>
              <p14:xfrm>
                <a:off x="2724993" y="3996360"/>
                <a:ext cx="1800" cy="8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4643CF5-8468-E532-0AF7-D0F657C038E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07353" y="3978720"/>
                  <a:ext cx="37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37C19B7-4383-1E67-AE20-DF39ABB443CF}"/>
                    </a:ext>
                  </a:extLst>
                </p14:cNvPr>
                <p14:cNvContentPartPr/>
                <p14:nvPr/>
              </p14:nvContentPartPr>
              <p14:xfrm>
                <a:off x="3572793" y="4093920"/>
                <a:ext cx="27720" cy="5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37C19B7-4383-1E67-AE20-DF39ABB443C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554793" y="4076280"/>
                  <a:ext cx="63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A9F6B4E-8FA0-EC73-0709-7AB8A5F55995}"/>
                    </a:ext>
                  </a:extLst>
                </p14:cNvPr>
                <p14:cNvContentPartPr/>
                <p14:nvPr/>
              </p14:nvContentPartPr>
              <p14:xfrm>
                <a:off x="2559753" y="4075560"/>
                <a:ext cx="1238760" cy="24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A9F6B4E-8FA0-EC73-0709-7AB8A5F5599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41753" y="4057920"/>
                  <a:ext cx="127440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09BC3C1-FDB4-5D15-EF59-A02E864E28B2}"/>
              </a:ext>
            </a:extLst>
          </p:cNvPr>
          <p:cNvGrpSpPr/>
          <p:nvPr/>
        </p:nvGrpSpPr>
        <p:grpSpPr>
          <a:xfrm>
            <a:off x="4309353" y="3893040"/>
            <a:ext cx="370440" cy="251280"/>
            <a:chOff x="4309353" y="3893040"/>
            <a:chExt cx="37044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8695618-3BCF-EFCD-90E2-2E5446804860}"/>
                    </a:ext>
                  </a:extLst>
                </p14:cNvPr>
                <p14:cNvContentPartPr/>
                <p14:nvPr/>
              </p14:nvContentPartPr>
              <p14:xfrm>
                <a:off x="4368033" y="3893040"/>
                <a:ext cx="221400" cy="46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8695618-3BCF-EFCD-90E2-2E544680486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350033" y="3875040"/>
                  <a:ext cx="257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CB9F7AC-0FCC-DDC7-F6E0-E28141E181E6}"/>
                    </a:ext>
                  </a:extLst>
                </p14:cNvPr>
                <p14:cNvContentPartPr/>
                <p14:nvPr/>
              </p14:nvContentPartPr>
              <p14:xfrm>
                <a:off x="4309353" y="4084920"/>
                <a:ext cx="370440" cy="59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CB9F7AC-0FCC-DDC7-F6E0-E28141E181E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91353" y="4066920"/>
                  <a:ext cx="40608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3AE28C7-1D31-FE3B-C9F7-5F49E52B0917}"/>
              </a:ext>
            </a:extLst>
          </p:cNvPr>
          <p:cNvGrpSpPr/>
          <p:nvPr/>
        </p:nvGrpSpPr>
        <p:grpSpPr>
          <a:xfrm>
            <a:off x="5305473" y="3392280"/>
            <a:ext cx="2577960" cy="953640"/>
            <a:chOff x="5305473" y="3392280"/>
            <a:chExt cx="2577960" cy="95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AFB9BAE-4E64-97D2-8256-BF565155CAAE}"/>
                    </a:ext>
                  </a:extLst>
                </p14:cNvPr>
                <p14:cNvContentPartPr/>
                <p14:nvPr/>
              </p14:nvContentPartPr>
              <p14:xfrm>
                <a:off x="5635593" y="3627360"/>
                <a:ext cx="640080" cy="506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AFB9BAE-4E64-97D2-8256-BF565155CAA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17593" y="3609720"/>
                  <a:ext cx="6757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99B4E66-4368-96F7-0085-948C42C3FDC6}"/>
                    </a:ext>
                  </a:extLst>
                </p14:cNvPr>
                <p14:cNvContentPartPr/>
                <p14:nvPr/>
              </p14:nvContentPartPr>
              <p14:xfrm>
                <a:off x="6515433" y="3392280"/>
                <a:ext cx="488160" cy="897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99B4E66-4368-96F7-0085-948C42C3FDC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97793" y="3374280"/>
                  <a:ext cx="52380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59066B5-C41E-C0A7-4C9A-A3A40878CD90}"/>
                    </a:ext>
                  </a:extLst>
                </p14:cNvPr>
                <p14:cNvContentPartPr/>
                <p14:nvPr/>
              </p14:nvContentPartPr>
              <p14:xfrm>
                <a:off x="5305473" y="3464640"/>
                <a:ext cx="2005920" cy="881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59066B5-C41E-C0A7-4C9A-A3A40878CD9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87473" y="3446640"/>
                  <a:ext cx="2041560" cy="9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66798E-1534-CE65-A09F-27E0DB320F9D}"/>
                    </a:ext>
                  </a:extLst>
                </p14:cNvPr>
                <p14:cNvContentPartPr/>
                <p14:nvPr/>
              </p14:nvContentPartPr>
              <p14:xfrm>
                <a:off x="7590753" y="3660120"/>
                <a:ext cx="292680" cy="413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66798E-1534-CE65-A09F-27E0DB320F9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73113" y="3642120"/>
                  <a:ext cx="328320" cy="44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6070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52B4CA9-CEC9-D97F-83B2-86D8ECCEED93}"/>
              </a:ext>
            </a:extLst>
          </p:cNvPr>
          <p:cNvGrpSpPr/>
          <p:nvPr/>
        </p:nvGrpSpPr>
        <p:grpSpPr>
          <a:xfrm>
            <a:off x="165033" y="261360"/>
            <a:ext cx="2558880" cy="517680"/>
            <a:chOff x="165033" y="261360"/>
            <a:chExt cx="2558880" cy="51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C99FD73-057D-DCA1-0F96-D1C48831A69E}"/>
                    </a:ext>
                  </a:extLst>
                </p14:cNvPr>
                <p14:cNvContentPartPr/>
                <p14:nvPr/>
              </p14:nvContentPartPr>
              <p14:xfrm>
                <a:off x="165033" y="325080"/>
                <a:ext cx="355320" cy="441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C99FD73-057D-DCA1-0F96-D1C48831A69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7033" y="307440"/>
                  <a:ext cx="3909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7F18A13-3B56-54ED-BFF2-5AE280A225EB}"/>
                    </a:ext>
                  </a:extLst>
                </p14:cNvPr>
                <p14:cNvContentPartPr/>
                <p14:nvPr/>
              </p14:nvContentPartPr>
              <p14:xfrm>
                <a:off x="550233" y="552960"/>
                <a:ext cx="196920" cy="187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7F18A13-3B56-54ED-BFF2-5AE280A225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2593" y="534960"/>
                  <a:ext cx="232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6A72C1B-B848-8A26-1F1F-A53222B57388}"/>
                    </a:ext>
                  </a:extLst>
                </p14:cNvPr>
                <p14:cNvContentPartPr/>
                <p14:nvPr/>
              </p14:nvContentPartPr>
              <p14:xfrm>
                <a:off x="840753" y="335160"/>
                <a:ext cx="182520" cy="387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6A72C1B-B848-8A26-1F1F-A53222B573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3113" y="317520"/>
                  <a:ext cx="21816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AF3706E-5F75-78F5-8B68-C22977111C36}"/>
                    </a:ext>
                  </a:extLst>
                </p14:cNvPr>
                <p14:cNvContentPartPr/>
                <p14:nvPr/>
              </p14:nvContentPartPr>
              <p14:xfrm>
                <a:off x="1174473" y="345960"/>
                <a:ext cx="122760" cy="433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AF3706E-5F75-78F5-8B68-C22977111C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6473" y="328320"/>
                  <a:ext cx="15840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CDF01D-5FAD-B9AD-2F40-6C9DA12772EB}"/>
                    </a:ext>
                  </a:extLst>
                </p14:cNvPr>
                <p14:cNvContentPartPr/>
                <p14:nvPr/>
              </p14:nvContentPartPr>
              <p14:xfrm>
                <a:off x="1127313" y="460800"/>
                <a:ext cx="213480" cy="37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BCDF01D-5FAD-B9AD-2F40-6C9DA12772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9673" y="442800"/>
                  <a:ext cx="249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AAA329D-2F2A-C899-ABF0-41D02A280C15}"/>
                    </a:ext>
                  </a:extLst>
                </p14:cNvPr>
                <p14:cNvContentPartPr/>
                <p14:nvPr/>
              </p14:nvContentPartPr>
              <p14:xfrm>
                <a:off x="1353393" y="502200"/>
                <a:ext cx="120600" cy="226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AA329D-2F2A-C899-ABF0-41D02A280C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35393" y="484200"/>
                  <a:ext cx="1562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D8C35B0-AC61-BAA4-B610-5F7999967F34}"/>
                    </a:ext>
                  </a:extLst>
                </p14:cNvPr>
                <p14:cNvContentPartPr/>
                <p14:nvPr/>
              </p14:nvContentPartPr>
              <p14:xfrm>
                <a:off x="1548513" y="547560"/>
                <a:ext cx="155160" cy="190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D8C35B0-AC61-BAA4-B610-5F7999967F3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30513" y="529560"/>
                  <a:ext cx="190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02B148-1483-A3F3-6DBB-2526983DE8E7}"/>
                    </a:ext>
                  </a:extLst>
                </p14:cNvPr>
                <p14:cNvContentPartPr/>
                <p14:nvPr/>
              </p14:nvContentPartPr>
              <p14:xfrm>
                <a:off x="1766313" y="541440"/>
                <a:ext cx="136800" cy="213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02B148-1483-A3F3-6DBB-2526983DE8E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48673" y="523800"/>
                  <a:ext cx="1724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06215DF-516C-F055-EF57-EF7FE6790BB4}"/>
                    </a:ext>
                  </a:extLst>
                </p14:cNvPr>
                <p14:cNvContentPartPr/>
                <p14:nvPr/>
              </p14:nvContentPartPr>
              <p14:xfrm>
                <a:off x="2029473" y="261360"/>
                <a:ext cx="102240" cy="480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06215DF-516C-F055-EF57-EF7FE6790BB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1833" y="243360"/>
                  <a:ext cx="13788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B34A0EB-49BB-F436-461C-FDC81FD69D0F}"/>
                    </a:ext>
                  </a:extLst>
                </p14:cNvPr>
                <p14:cNvContentPartPr/>
                <p14:nvPr/>
              </p14:nvContentPartPr>
              <p14:xfrm>
                <a:off x="2188593" y="518400"/>
                <a:ext cx="32400" cy="180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B34A0EB-49BB-F436-461C-FDC81FD69D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70953" y="500400"/>
                  <a:ext cx="68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A6364D9-90B1-6D82-6F26-D9A998754CC5}"/>
                    </a:ext>
                  </a:extLst>
                </p14:cNvPr>
                <p14:cNvContentPartPr/>
                <p14:nvPr/>
              </p14:nvContentPartPr>
              <p14:xfrm>
                <a:off x="2274273" y="537840"/>
                <a:ext cx="166680" cy="200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A6364D9-90B1-6D82-6F26-D9A998754C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56273" y="520200"/>
                  <a:ext cx="2023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180F0AF-EC6B-F92F-6EB4-93EDBDD3D032}"/>
                    </a:ext>
                  </a:extLst>
                </p14:cNvPr>
                <p14:cNvContentPartPr/>
                <p14:nvPr/>
              </p14:nvContentPartPr>
              <p14:xfrm>
                <a:off x="2530593" y="570240"/>
                <a:ext cx="193320" cy="195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180F0AF-EC6B-F92F-6EB4-93EDBDD3D03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12953" y="552600"/>
                  <a:ext cx="2289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A7BE965-D801-1A0E-F47B-3F7BDF9F3A3D}"/>
                    </a:ext>
                  </a:extLst>
                </p14:cNvPr>
                <p14:cNvContentPartPr/>
                <p14:nvPr/>
              </p14:nvContentPartPr>
              <p14:xfrm>
                <a:off x="2346993" y="356400"/>
                <a:ext cx="103320" cy="19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A7BE965-D801-1A0E-F47B-3F7BDF9F3A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29353" y="338760"/>
                  <a:ext cx="138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D138F5-D310-6A51-E330-7FD41C97DF00}"/>
                    </a:ext>
                  </a:extLst>
                </p14:cNvPr>
                <p14:cNvContentPartPr/>
                <p14:nvPr/>
              </p14:nvContentPartPr>
              <p14:xfrm>
                <a:off x="1918953" y="416880"/>
                <a:ext cx="182520" cy="12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0D138F5-D310-6A51-E330-7FD41C97DF0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01313" y="398880"/>
                  <a:ext cx="21816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C57DBB6-EF3C-0A16-D00F-3FDE35DFD2D3}"/>
                  </a:ext>
                </a:extLst>
              </p14:cNvPr>
              <p14:cNvContentPartPr/>
              <p14:nvPr/>
            </p14:nvContentPartPr>
            <p14:xfrm>
              <a:off x="3239073" y="342000"/>
              <a:ext cx="477720" cy="10562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C57DBB6-EF3C-0A16-D00F-3FDE35DFD2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21073" y="324000"/>
                <a:ext cx="513360" cy="10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AA3DC35-0CB9-78BA-07F4-0033E0ACF5CA}"/>
              </a:ext>
            </a:extLst>
          </p:cNvPr>
          <p:cNvGrpSpPr/>
          <p:nvPr/>
        </p:nvGrpSpPr>
        <p:grpSpPr>
          <a:xfrm>
            <a:off x="4240593" y="216000"/>
            <a:ext cx="2523960" cy="542520"/>
            <a:chOff x="4240593" y="216000"/>
            <a:chExt cx="2523960" cy="54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26F8165-7A71-02AC-8E5D-E1B6B4169CBB}"/>
                    </a:ext>
                  </a:extLst>
                </p14:cNvPr>
                <p14:cNvContentPartPr/>
                <p14:nvPr/>
              </p14:nvContentPartPr>
              <p14:xfrm>
                <a:off x="4240593" y="428760"/>
                <a:ext cx="98280" cy="312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26F8165-7A71-02AC-8E5D-E1B6B4169CB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22953" y="411120"/>
                  <a:ext cx="1339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72D583C-846B-51E5-5BF2-E6743BC9885A}"/>
                    </a:ext>
                  </a:extLst>
                </p14:cNvPr>
                <p14:cNvContentPartPr/>
                <p14:nvPr/>
              </p14:nvContentPartPr>
              <p14:xfrm>
                <a:off x="4284873" y="381960"/>
                <a:ext cx="395640" cy="303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2D583C-846B-51E5-5BF2-E6743BC988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67233" y="364320"/>
                  <a:ext cx="4312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798CF9-74E1-D5D1-9996-43D46ABA504F}"/>
                    </a:ext>
                  </a:extLst>
                </p14:cNvPr>
                <p14:cNvContentPartPr/>
                <p14:nvPr/>
              </p14:nvContentPartPr>
              <p14:xfrm>
                <a:off x="4753953" y="216000"/>
                <a:ext cx="930240" cy="542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798CF9-74E1-D5D1-9996-43D46ABA50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35953" y="198000"/>
                  <a:ext cx="96588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505089-B604-EE12-E1F2-2A4364CDFBFF}"/>
                    </a:ext>
                  </a:extLst>
                </p14:cNvPr>
                <p14:cNvContentPartPr/>
                <p14:nvPr/>
              </p14:nvContentPartPr>
              <p14:xfrm>
                <a:off x="5721993" y="303120"/>
                <a:ext cx="34200" cy="34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505089-B604-EE12-E1F2-2A4364CDFB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04353" y="285120"/>
                  <a:ext cx="69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049C185-B0C2-562E-9255-071854B48946}"/>
                    </a:ext>
                  </a:extLst>
                </p14:cNvPr>
                <p14:cNvContentPartPr/>
                <p14:nvPr/>
              </p14:nvContentPartPr>
              <p14:xfrm>
                <a:off x="5170833" y="313200"/>
                <a:ext cx="293760" cy="66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049C185-B0C2-562E-9255-071854B489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53193" y="295560"/>
                  <a:ext cx="329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A84DC8C-CFEF-6FD7-0172-2DB98B7181B4}"/>
                    </a:ext>
                  </a:extLst>
                </p14:cNvPr>
                <p14:cNvContentPartPr/>
                <p14:nvPr/>
              </p14:nvContentPartPr>
              <p14:xfrm>
                <a:off x="5949153" y="446040"/>
                <a:ext cx="190080" cy="230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A84DC8C-CFEF-6FD7-0172-2DB98B7181B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31153" y="428400"/>
                  <a:ext cx="2257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818550D-17D8-01A4-1A2B-44622353157E}"/>
                    </a:ext>
                  </a:extLst>
                </p14:cNvPr>
                <p14:cNvContentPartPr/>
                <p14:nvPr/>
              </p14:nvContentPartPr>
              <p14:xfrm>
                <a:off x="6270993" y="414720"/>
                <a:ext cx="163080" cy="189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818550D-17D8-01A4-1A2B-44622353157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52993" y="397080"/>
                  <a:ext cx="198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A5FD173-F4F1-D572-0C2A-C44AD97B8938}"/>
                    </a:ext>
                  </a:extLst>
                </p14:cNvPr>
                <p14:cNvContentPartPr/>
                <p14:nvPr/>
              </p14:nvContentPartPr>
              <p14:xfrm>
                <a:off x="6641073" y="412560"/>
                <a:ext cx="123480" cy="214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A5FD173-F4F1-D572-0C2A-C44AD97B89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23073" y="394560"/>
                  <a:ext cx="15912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9A84B9C-9FF7-F1E4-B58D-3A3C1541E924}"/>
                  </a:ext>
                </a:extLst>
              </p14:cNvPr>
              <p14:cNvContentPartPr/>
              <p14:nvPr/>
            </p14:nvContentPartPr>
            <p14:xfrm>
              <a:off x="7466553" y="779400"/>
              <a:ext cx="22320" cy="115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9A84B9C-9FF7-F1E4-B58D-3A3C1541E92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48913" y="761760"/>
                <a:ext cx="5796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6F8DD64-961C-932C-33F5-40AD3AEE6648}"/>
                  </a:ext>
                </a:extLst>
              </p14:cNvPr>
              <p14:cNvContentPartPr/>
              <p14:nvPr/>
            </p14:nvContentPartPr>
            <p14:xfrm>
              <a:off x="296433" y="953280"/>
              <a:ext cx="7592760" cy="1242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6F8DD64-961C-932C-33F5-40AD3AEE664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8793" y="935280"/>
                <a:ext cx="76284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7E1605B-1C55-5B3F-0460-8F8934401043}"/>
                  </a:ext>
                </a:extLst>
              </p14:cNvPr>
              <p14:cNvContentPartPr/>
              <p14:nvPr/>
            </p14:nvContentPartPr>
            <p14:xfrm>
              <a:off x="282393" y="1299600"/>
              <a:ext cx="331920" cy="382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7E1605B-1C55-5B3F-0460-8F893440104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4393" y="1281960"/>
                <a:ext cx="36756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5324D69-C7B9-989D-C043-0A13E8725598}"/>
                  </a:ext>
                </a:extLst>
              </p14:cNvPr>
              <p14:cNvContentPartPr/>
              <p14:nvPr/>
            </p14:nvContentPartPr>
            <p14:xfrm>
              <a:off x="706833" y="1295640"/>
              <a:ext cx="442080" cy="3888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5324D69-C7B9-989D-C043-0A13E872559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8833" y="1278000"/>
                <a:ext cx="47772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D01B225-4339-C7D4-1879-758265123EA4}"/>
                  </a:ext>
                </a:extLst>
              </p14:cNvPr>
              <p14:cNvContentPartPr/>
              <p14:nvPr/>
            </p14:nvContentPartPr>
            <p14:xfrm>
              <a:off x="1509993" y="1285560"/>
              <a:ext cx="469080" cy="4208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D01B225-4339-C7D4-1879-758265123EA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92353" y="1267560"/>
                <a:ext cx="50472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8320834-12A4-6F0B-0B51-B1FCB30040EB}"/>
                  </a:ext>
                </a:extLst>
              </p14:cNvPr>
              <p14:cNvContentPartPr/>
              <p14:nvPr/>
            </p14:nvContentPartPr>
            <p14:xfrm>
              <a:off x="1941993" y="1365120"/>
              <a:ext cx="44640" cy="500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8320834-12A4-6F0B-0B51-B1FCB30040E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924353" y="1347120"/>
                <a:ext cx="80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31A70A3-6823-D392-4B45-4AC49814FCE4}"/>
                  </a:ext>
                </a:extLst>
              </p14:cNvPr>
              <p14:cNvContentPartPr/>
              <p14:nvPr/>
            </p14:nvContentPartPr>
            <p14:xfrm>
              <a:off x="1947753" y="1317240"/>
              <a:ext cx="379800" cy="8542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31A70A3-6823-D392-4B45-4AC49814FCE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929753" y="1299240"/>
                <a:ext cx="415440" cy="88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5DAEC87-BE79-BA39-5596-0025EB7783C2}"/>
                  </a:ext>
                </a:extLst>
              </p14:cNvPr>
              <p14:cNvContentPartPr/>
              <p14:nvPr/>
            </p14:nvContentPartPr>
            <p14:xfrm>
              <a:off x="2232153" y="1315080"/>
              <a:ext cx="793800" cy="8049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5DAEC87-BE79-BA39-5596-0025EB7783C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214513" y="1297080"/>
                <a:ext cx="829440" cy="84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CDE9A14-04B1-9000-B21F-3AEFC1CC4D4E}"/>
                  </a:ext>
                </a:extLst>
              </p14:cNvPr>
              <p14:cNvContentPartPr/>
              <p14:nvPr/>
            </p14:nvContentPartPr>
            <p14:xfrm>
              <a:off x="3180393" y="1543680"/>
              <a:ext cx="128880" cy="2160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CDE9A14-04B1-9000-B21F-3AEFC1CC4D4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162753" y="1525680"/>
                <a:ext cx="1645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99EF67D-0044-8519-8271-1468D0C502E9}"/>
                  </a:ext>
                </a:extLst>
              </p14:cNvPr>
              <p14:cNvContentPartPr/>
              <p14:nvPr/>
            </p14:nvContentPartPr>
            <p14:xfrm>
              <a:off x="3434553" y="1577520"/>
              <a:ext cx="228600" cy="160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99EF67D-0044-8519-8271-1468D0C502E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416553" y="1559520"/>
                <a:ext cx="26424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3BC56F3-E1F4-B14F-09DC-EB975732E243}"/>
                  </a:ext>
                </a:extLst>
              </p14:cNvPr>
              <p14:cNvContentPartPr/>
              <p14:nvPr/>
            </p14:nvContentPartPr>
            <p14:xfrm>
              <a:off x="3793113" y="1577160"/>
              <a:ext cx="209520" cy="217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3BC56F3-E1F4-B14F-09DC-EB975732E24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75473" y="1559520"/>
                <a:ext cx="2451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AC76437-7B95-2B6A-5D54-C16868F2E060}"/>
                  </a:ext>
                </a:extLst>
              </p14:cNvPr>
              <p14:cNvContentPartPr/>
              <p14:nvPr/>
            </p14:nvContentPartPr>
            <p14:xfrm>
              <a:off x="4023513" y="1578960"/>
              <a:ext cx="205560" cy="2080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AC76437-7B95-2B6A-5D54-C16868F2E06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05513" y="1561320"/>
                <a:ext cx="24120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4EFACE2-4411-4941-CA8D-AE0B4513BD58}"/>
                  </a:ext>
                </a:extLst>
              </p14:cNvPr>
              <p14:cNvContentPartPr/>
              <p14:nvPr/>
            </p14:nvContentPartPr>
            <p14:xfrm>
              <a:off x="4887153" y="1352520"/>
              <a:ext cx="433080" cy="9298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4EFACE2-4411-4941-CA8D-AE0B4513BD5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869153" y="1334520"/>
                <a:ext cx="468720" cy="9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7657998-BA8A-368F-C3F0-5EC784AE78B1}"/>
                  </a:ext>
                </a:extLst>
              </p14:cNvPr>
              <p14:cNvContentPartPr/>
              <p14:nvPr/>
            </p14:nvContentPartPr>
            <p14:xfrm>
              <a:off x="5924673" y="1294560"/>
              <a:ext cx="87480" cy="3952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7657998-BA8A-368F-C3F0-5EC784AE78B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906673" y="1276920"/>
                <a:ext cx="12312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96B8B8A-FC49-6398-41B9-1796669CE996}"/>
                  </a:ext>
                </a:extLst>
              </p14:cNvPr>
              <p14:cNvContentPartPr/>
              <p14:nvPr/>
            </p14:nvContentPartPr>
            <p14:xfrm>
              <a:off x="6085593" y="1461240"/>
              <a:ext cx="329040" cy="194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96B8B8A-FC49-6398-41B9-1796669CE99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067593" y="1443240"/>
                <a:ext cx="3646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69CC793-D828-98AC-3D9A-B71F45247A98}"/>
                  </a:ext>
                </a:extLst>
              </p14:cNvPr>
              <p14:cNvContentPartPr/>
              <p14:nvPr/>
            </p14:nvContentPartPr>
            <p14:xfrm>
              <a:off x="6497433" y="1421640"/>
              <a:ext cx="126720" cy="2228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69CC793-D828-98AC-3D9A-B71F45247A9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479433" y="1403640"/>
                <a:ext cx="1623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53247BD-5CFB-1409-D479-76232926433F}"/>
                  </a:ext>
                </a:extLst>
              </p14:cNvPr>
              <p14:cNvContentPartPr/>
              <p14:nvPr/>
            </p14:nvContentPartPr>
            <p14:xfrm>
              <a:off x="5820633" y="1366920"/>
              <a:ext cx="354600" cy="230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53247BD-5CFB-1409-D479-76232926433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802993" y="1349280"/>
                <a:ext cx="39024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120DD22-5921-5B05-90E4-211117D57D72}"/>
                  </a:ext>
                </a:extLst>
              </p14:cNvPr>
              <p14:cNvContentPartPr/>
              <p14:nvPr/>
            </p14:nvContentPartPr>
            <p14:xfrm>
              <a:off x="7292313" y="1515240"/>
              <a:ext cx="412920" cy="1821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120DD22-5921-5B05-90E4-211117D57D7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274313" y="1497600"/>
                <a:ext cx="4485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EBA788A-DB42-84BB-4F67-3ED660483B28}"/>
                  </a:ext>
                </a:extLst>
              </p14:cNvPr>
              <p14:cNvContentPartPr/>
              <p14:nvPr/>
            </p14:nvContentPartPr>
            <p14:xfrm>
              <a:off x="7798473" y="1518120"/>
              <a:ext cx="186840" cy="1713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EBA788A-DB42-84BB-4F67-3ED660483B2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780833" y="1500120"/>
                <a:ext cx="2224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6CD6D6C-BF13-6301-D44D-0F6219E1ACC2}"/>
                  </a:ext>
                </a:extLst>
              </p14:cNvPr>
              <p14:cNvContentPartPr/>
              <p14:nvPr/>
            </p14:nvContentPartPr>
            <p14:xfrm>
              <a:off x="8091153" y="1253160"/>
              <a:ext cx="418680" cy="4410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6CD6D6C-BF13-6301-D44D-0F6219E1ACC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073513" y="1235160"/>
                <a:ext cx="45432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2B47D8A-D7C7-F5F4-2B4C-55F2E2A59C6F}"/>
                  </a:ext>
                </a:extLst>
              </p14:cNvPr>
              <p14:cNvContentPartPr/>
              <p14:nvPr/>
            </p14:nvContentPartPr>
            <p14:xfrm>
              <a:off x="7982793" y="1363320"/>
              <a:ext cx="827640" cy="3193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2B47D8A-D7C7-F5F4-2B4C-55F2E2A59C6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965153" y="1345320"/>
                <a:ext cx="86328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8CE1FEE-AF0B-2690-6523-C79782319367}"/>
                  </a:ext>
                </a:extLst>
              </p14:cNvPr>
              <p14:cNvContentPartPr/>
              <p14:nvPr/>
            </p14:nvContentPartPr>
            <p14:xfrm>
              <a:off x="8884233" y="1447200"/>
              <a:ext cx="479880" cy="2354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8CE1FEE-AF0B-2690-6523-C7978231936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866593" y="1429560"/>
                <a:ext cx="5155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7221109-4C3C-60FB-A805-1B6D263E7DB8}"/>
                  </a:ext>
                </a:extLst>
              </p14:cNvPr>
              <p14:cNvContentPartPr/>
              <p14:nvPr/>
            </p14:nvContentPartPr>
            <p14:xfrm>
              <a:off x="10224513" y="1237320"/>
              <a:ext cx="305640" cy="4629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7221109-4C3C-60FB-A805-1B6D263E7DB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206873" y="1219320"/>
                <a:ext cx="34128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2DCB5D1-AB72-E79F-2867-D5B38BF4FFB9}"/>
                  </a:ext>
                </a:extLst>
              </p14:cNvPr>
              <p14:cNvContentPartPr/>
              <p14:nvPr/>
            </p14:nvContentPartPr>
            <p14:xfrm>
              <a:off x="264393" y="2175120"/>
              <a:ext cx="449280" cy="4406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2DCB5D1-AB72-E79F-2867-D5B38BF4FFB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46753" y="2157480"/>
                <a:ext cx="48492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DDAE29C-708C-B96F-93F0-BD72395D9852}"/>
                  </a:ext>
                </a:extLst>
              </p14:cNvPr>
              <p14:cNvContentPartPr/>
              <p14:nvPr/>
            </p14:nvContentPartPr>
            <p14:xfrm>
              <a:off x="840033" y="2205720"/>
              <a:ext cx="92160" cy="4140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DDAE29C-708C-B96F-93F0-BD72395D985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22393" y="2187720"/>
                <a:ext cx="12780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B18F6CA-EBEE-6509-E2C2-ABFE4CEAE3C3}"/>
                  </a:ext>
                </a:extLst>
              </p14:cNvPr>
              <p14:cNvContentPartPr/>
              <p14:nvPr/>
            </p14:nvContentPartPr>
            <p14:xfrm>
              <a:off x="768393" y="2302920"/>
              <a:ext cx="192240" cy="493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B18F6CA-EBEE-6509-E2C2-ABFE4CEAE3C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50753" y="2285280"/>
                <a:ext cx="2278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C207A4A-ECD0-D284-A3AE-8F7095011404}"/>
                  </a:ext>
                </a:extLst>
              </p14:cNvPr>
              <p14:cNvContentPartPr/>
              <p14:nvPr/>
            </p14:nvContentPartPr>
            <p14:xfrm>
              <a:off x="1002033" y="2420640"/>
              <a:ext cx="373320" cy="225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C207A4A-ECD0-D284-A3AE-8F709501140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84393" y="2403000"/>
                <a:ext cx="4089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7F478A9-4BD7-A688-FFCF-9152326A0986}"/>
                  </a:ext>
                </a:extLst>
              </p14:cNvPr>
              <p14:cNvContentPartPr/>
              <p14:nvPr/>
            </p14:nvContentPartPr>
            <p14:xfrm>
              <a:off x="1449873" y="2144520"/>
              <a:ext cx="756720" cy="5230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7F478A9-4BD7-A688-FFCF-9152326A098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432233" y="2126520"/>
                <a:ext cx="79236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34A7331-3FE7-9CA3-DE49-6BF40C8DFD44}"/>
                  </a:ext>
                </a:extLst>
              </p14:cNvPr>
              <p14:cNvContentPartPr/>
              <p14:nvPr/>
            </p14:nvContentPartPr>
            <p14:xfrm>
              <a:off x="2697273" y="2274840"/>
              <a:ext cx="228960" cy="4208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34A7331-3FE7-9CA3-DE49-6BF40C8DFD4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679633" y="2257200"/>
                <a:ext cx="26460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4491939-90B1-18EB-0B90-12C50EA2A1D7}"/>
                  </a:ext>
                </a:extLst>
              </p14:cNvPr>
              <p14:cNvContentPartPr/>
              <p14:nvPr/>
            </p14:nvContentPartPr>
            <p14:xfrm>
              <a:off x="2872233" y="2481840"/>
              <a:ext cx="300240" cy="6865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4491939-90B1-18EB-0B90-12C50EA2A1D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54233" y="2463840"/>
                <a:ext cx="335880" cy="72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0FDBE44-1CE0-AFC7-48ED-609E89A19E15}"/>
                  </a:ext>
                </a:extLst>
              </p14:cNvPr>
              <p14:cNvContentPartPr/>
              <p14:nvPr/>
            </p14:nvContentPartPr>
            <p14:xfrm>
              <a:off x="4130073" y="2457720"/>
              <a:ext cx="200880" cy="2624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0FDBE44-1CE0-AFC7-48ED-609E89A19E1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112433" y="2439720"/>
                <a:ext cx="23652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B6DAF8C-2956-E8C6-5313-69B70A86D336}"/>
                  </a:ext>
                </a:extLst>
              </p14:cNvPr>
              <p14:cNvContentPartPr/>
              <p14:nvPr/>
            </p14:nvContentPartPr>
            <p14:xfrm>
              <a:off x="4407993" y="2278800"/>
              <a:ext cx="541440" cy="4474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B6DAF8C-2956-E8C6-5313-69B70A86D33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390353" y="2260800"/>
                <a:ext cx="57708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B3F689F-60BF-DF2E-E0DA-D58D87FDC513}"/>
                  </a:ext>
                </a:extLst>
              </p14:cNvPr>
              <p14:cNvContentPartPr/>
              <p14:nvPr/>
            </p14:nvContentPartPr>
            <p14:xfrm>
              <a:off x="5140953" y="2276640"/>
              <a:ext cx="426960" cy="4424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B3F689F-60BF-DF2E-E0DA-D58D87FDC51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122953" y="2258640"/>
                <a:ext cx="46260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32B9233-00D1-ABE1-C164-2591E69328E1}"/>
                  </a:ext>
                </a:extLst>
              </p14:cNvPr>
              <p14:cNvContentPartPr/>
              <p14:nvPr/>
            </p14:nvContentPartPr>
            <p14:xfrm>
              <a:off x="5531553" y="2395800"/>
              <a:ext cx="668880" cy="3513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32B9233-00D1-ABE1-C164-2591E69328E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513553" y="2378160"/>
                <a:ext cx="70452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3F14F73-F839-FD35-4387-E50E54CC738D}"/>
                  </a:ext>
                </a:extLst>
              </p14:cNvPr>
              <p14:cNvContentPartPr/>
              <p14:nvPr/>
            </p14:nvContentPartPr>
            <p14:xfrm>
              <a:off x="6067233" y="2395080"/>
              <a:ext cx="631440" cy="4302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3F14F73-F839-FD35-4387-E50E54CC738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049233" y="2377440"/>
                <a:ext cx="66708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99A4A6F-D40F-BE81-46D5-40EE44A96802}"/>
                  </a:ext>
                </a:extLst>
              </p14:cNvPr>
              <p14:cNvContentPartPr/>
              <p14:nvPr/>
            </p14:nvContentPartPr>
            <p14:xfrm>
              <a:off x="6500673" y="2693520"/>
              <a:ext cx="518400" cy="612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99A4A6F-D40F-BE81-46D5-40EE44A9680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483033" y="2675520"/>
                <a:ext cx="55404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06B3024-18C9-5E17-E912-86ACCE1CB8CE}"/>
                  </a:ext>
                </a:extLst>
              </p14:cNvPr>
              <p14:cNvContentPartPr/>
              <p14:nvPr/>
            </p14:nvContentPartPr>
            <p14:xfrm>
              <a:off x="7655553" y="2234160"/>
              <a:ext cx="852480" cy="5194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06B3024-18C9-5E17-E912-86ACCE1CB8C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637553" y="2216160"/>
                <a:ext cx="888120" cy="5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6E29D0B-A67A-08C4-49B2-0DCB61466C0A}"/>
                  </a:ext>
                </a:extLst>
              </p14:cNvPr>
              <p14:cNvContentPartPr/>
              <p14:nvPr/>
            </p14:nvContentPartPr>
            <p14:xfrm>
              <a:off x="7873713" y="2448720"/>
              <a:ext cx="221760" cy="129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6E29D0B-A67A-08C4-49B2-0DCB61466C0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856073" y="2431080"/>
                <a:ext cx="25740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36C13CFF-0D6D-7856-EE0E-75970D85405C}"/>
              </a:ext>
            </a:extLst>
          </p:cNvPr>
          <p:cNvGrpSpPr/>
          <p:nvPr/>
        </p:nvGrpSpPr>
        <p:grpSpPr>
          <a:xfrm>
            <a:off x="292473" y="3134520"/>
            <a:ext cx="1503360" cy="884520"/>
            <a:chOff x="292473" y="3134520"/>
            <a:chExt cx="1503360" cy="88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7245ADC-FF33-AA20-9406-203584B9E6F8}"/>
                    </a:ext>
                  </a:extLst>
                </p14:cNvPr>
                <p14:cNvContentPartPr/>
                <p14:nvPr/>
              </p14:nvContentPartPr>
              <p14:xfrm>
                <a:off x="292473" y="3134520"/>
                <a:ext cx="478080" cy="884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7245ADC-FF33-AA20-9406-203584B9E6F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4473" y="3116880"/>
                  <a:ext cx="513720" cy="9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905018C-6F0E-6853-0736-6D3B0E09E3D2}"/>
                    </a:ext>
                  </a:extLst>
                </p14:cNvPr>
                <p14:cNvContentPartPr/>
                <p14:nvPr/>
              </p14:nvContentPartPr>
              <p14:xfrm>
                <a:off x="1148193" y="3208680"/>
                <a:ext cx="51480" cy="311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905018C-6F0E-6853-0736-6D3B0E09E3D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30193" y="3190680"/>
                  <a:ext cx="871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D150C4B-D4F3-5C8D-4F42-4E3EC0522323}"/>
                    </a:ext>
                  </a:extLst>
                </p14:cNvPr>
                <p14:cNvContentPartPr/>
                <p14:nvPr/>
              </p14:nvContentPartPr>
              <p14:xfrm>
                <a:off x="1032993" y="3183120"/>
                <a:ext cx="762840" cy="339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D150C4B-D4F3-5C8D-4F42-4E3EC052232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14993" y="3165120"/>
                  <a:ext cx="798480" cy="37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AAF6573-F327-E6D0-134A-0501B98300FB}"/>
              </a:ext>
            </a:extLst>
          </p:cNvPr>
          <p:cNvGrpSpPr/>
          <p:nvPr/>
        </p:nvGrpSpPr>
        <p:grpSpPr>
          <a:xfrm>
            <a:off x="2265633" y="3126240"/>
            <a:ext cx="1862640" cy="514440"/>
            <a:chOff x="2265633" y="3126240"/>
            <a:chExt cx="1862640" cy="51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2BA8F7F-C573-D2DD-8640-48BAA15206B8}"/>
                    </a:ext>
                  </a:extLst>
                </p14:cNvPr>
                <p14:cNvContentPartPr/>
                <p14:nvPr/>
              </p14:nvContentPartPr>
              <p14:xfrm>
                <a:off x="2265633" y="3375720"/>
                <a:ext cx="248400" cy="224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2BA8F7F-C573-D2DD-8640-48BAA15206B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47633" y="3358080"/>
                  <a:ext cx="2840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6BCEA4B-870D-C887-CFC0-79ED3CD84B32}"/>
                    </a:ext>
                  </a:extLst>
                </p14:cNvPr>
                <p14:cNvContentPartPr/>
                <p14:nvPr/>
              </p14:nvContentPartPr>
              <p14:xfrm>
                <a:off x="2552193" y="3384360"/>
                <a:ext cx="223200" cy="256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6BCEA4B-870D-C887-CFC0-79ED3CD84B3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34193" y="3366720"/>
                  <a:ext cx="2588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FAC4340-7DD5-F0B1-159B-10C0BE891FA2}"/>
                    </a:ext>
                  </a:extLst>
                </p14:cNvPr>
                <p14:cNvContentPartPr/>
                <p14:nvPr/>
              </p14:nvContentPartPr>
              <p14:xfrm>
                <a:off x="2941713" y="3393000"/>
                <a:ext cx="395280" cy="210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FAC4340-7DD5-F0B1-159B-10C0BE891FA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24073" y="3375360"/>
                  <a:ext cx="430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BF413E8-B9E0-ED1F-E537-632D23CD1FD1}"/>
                    </a:ext>
                  </a:extLst>
                </p14:cNvPr>
                <p14:cNvContentPartPr/>
                <p14:nvPr/>
              </p14:nvContentPartPr>
              <p14:xfrm>
                <a:off x="3358953" y="3126240"/>
                <a:ext cx="769320" cy="457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BF413E8-B9E0-ED1F-E537-632D23CD1F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40953" y="3108600"/>
                  <a:ext cx="804960" cy="49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5C605A7-9533-A2E1-1919-9F7D074D5B76}"/>
              </a:ext>
            </a:extLst>
          </p:cNvPr>
          <p:cNvGrpSpPr/>
          <p:nvPr/>
        </p:nvGrpSpPr>
        <p:grpSpPr>
          <a:xfrm>
            <a:off x="9328113" y="2176200"/>
            <a:ext cx="2291400" cy="537840"/>
            <a:chOff x="9328113" y="2176200"/>
            <a:chExt cx="2291400" cy="53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6E260F7-D4AF-D0F1-0AC5-108062BE00CD}"/>
                    </a:ext>
                  </a:extLst>
                </p14:cNvPr>
                <p14:cNvContentPartPr/>
                <p14:nvPr/>
              </p14:nvContentPartPr>
              <p14:xfrm>
                <a:off x="9328113" y="2215800"/>
                <a:ext cx="1122840" cy="498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6E260F7-D4AF-D0F1-0AC5-108062BE00C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10113" y="2197800"/>
                  <a:ext cx="115848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FBB7729-A72B-BFE5-084F-4D8CA0FF44BE}"/>
                    </a:ext>
                  </a:extLst>
                </p14:cNvPr>
                <p14:cNvContentPartPr/>
                <p14:nvPr/>
              </p14:nvContentPartPr>
              <p14:xfrm>
                <a:off x="10533393" y="2176200"/>
                <a:ext cx="664560" cy="506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FBB7729-A72B-BFE5-084F-4D8CA0FF44B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15753" y="2158560"/>
                  <a:ext cx="70020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DD8FE48-8A74-C1D7-3E87-F3C5DD38F2C7}"/>
                    </a:ext>
                  </a:extLst>
                </p14:cNvPr>
                <p14:cNvContentPartPr/>
                <p14:nvPr/>
              </p14:nvContentPartPr>
              <p14:xfrm>
                <a:off x="11041713" y="2353680"/>
                <a:ext cx="334080" cy="36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DD8FE48-8A74-C1D7-3E87-F3C5DD38F2C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024073" y="2335680"/>
                  <a:ext cx="369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F2EFA1C-C88A-F9D2-BED9-A71CE614D74E}"/>
                    </a:ext>
                  </a:extLst>
                </p14:cNvPr>
                <p14:cNvContentPartPr/>
                <p14:nvPr/>
              </p14:nvContentPartPr>
              <p14:xfrm>
                <a:off x="11142513" y="2402640"/>
                <a:ext cx="477000" cy="235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F2EFA1C-C88A-F9D2-BED9-A71CE614D74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24513" y="2384640"/>
                  <a:ext cx="51264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EE8A795-E5AA-6A73-1EC6-2D44B36C4F2F}"/>
              </a:ext>
            </a:extLst>
          </p:cNvPr>
          <p:cNvGrpSpPr/>
          <p:nvPr/>
        </p:nvGrpSpPr>
        <p:grpSpPr>
          <a:xfrm>
            <a:off x="4779153" y="3057480"/>
            <a:ext cx="2009520" cy="524160"/>
            <a:chOff x="4779153" y="3057480"/>
            <a:chExt cx="2009520" cy="52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217C25E-55C8-CE0D-F226-ABB2268F4076}"/>
                    </a:ext>
                  </a:extLst>
                </p14:cNvPr>
                <p14:cNvContentPartPr/>
                <p14:nvPr/>
              </p14:nvContentPartPr>
              <p14:xfrm>
                <a:off x="4779153" y="3377880"/>
                <a:ext cx="463680" cy="167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217C25E-55C8-CE0D-F226-ABB2268F407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61513" y="3360240"/>
                  <a:ext cx="499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614811B-F2BD-14A2-93D3-BAD8D618CAAB}"/>
                    </a:ext>
                  </a:extLst>
                </p14:cNvPr>
                <p14:cNvContentPartPr/>
                <p14:nvPr/>
              </p14:nvContentPartPr>
              <p14:xfrm>
                <a:off x="5291793" y="3057480"/>
                <a:ext cx="766440" cy="524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614811B-F2BD-14A2-93D3-BAD8D618CAA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73793" y="3039840"/>
                  <a:ext cx="80208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803283F-B1E8-D454-B6F7-2C5EE9F755DE}"/>
                    </a:ext>
                  </a:extLst>
                </p14:cNvPr>
                <p14:cNvContentPartPr/>
                <p14:nvPr/>
              </p14:nvContentPartPr>
              <p14:xfrm>
                <a:off x="5650713" y="3169440"/>
                <a:ext cx="330840" cy="80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803283F-B1E8-D454-B6F7-2C5EE9F755D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32713" y="3151440"/>
                  <a:ext cx="366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A36A999-7F7A-D93C-378D-E5A28578CE5E}"/>
                    </a:ext>
                  </a:extLst>
                </p14:cNvPr>
                <p14:cNvContentPartPr/>
                <p14:nvPr/>
              </p14:nvContentPartPr>
              <p14:xfrm>
                <a:off x="6206553" y="3139920"/>
                <a:ext cx="582120" cy="440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A36A999-7F7A-D93C-378D-E5A28578CE5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88553" y="3121920"/>
                  <a:ext cx="617760" cy="47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1D9D99B-43F6-CF3C-F40A-A2932EFCE7F4}"/>
              </a:ext>
            </a:extLst>
          </p:cNvPr>
          <p:cNvGrpSpPr/>
          <p:nvPr/>
        </p:nvGrpSpPr>
        <p:grpSpPr>
          <a:xfrm>
            <a:off x="7935273" y="3121920"/>
            <a:ext cx="1292400" cy="976680"/>
            <a:chOff x="7935273" y="3121920"/>
            <a:chExt cx="1292400" cy="9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1C52BDA-8F3F-4B29-F463-70A20D6B2C61}"/>
                    </a:ext>
                  </a:extLst>
                </p14:cNvPr>
                <p14:cNvContentPartPr/>
                <p14:nvPr/>
              </p14:nvContentPartPr>
              <p14:xfrm>
                <a:off x="7935273" y="3121920"/>
                <a:ext cx="718200" cy="976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1C52BDA-8F3F-4B29-F463-70A20D6B2C6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17633" y="3103920"/>
                  <a:ext cx="753840" cy="10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324923-1221-12B2-65B1-A035F2DEF5D4}"/>
                    </a:ext>
                  </a:extLst>
                </p14:cNvPr>
                <p14:cNvContentPartPr/>
                <p14:nvPr/>
              </p14:nvContentPartPr>
              <p14:xfrm>
                <a:off x="8788473" y="3327480"/>
                <a:ext cx="439200" cy="191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324923-1221-12B2-65B1-A035F2DEF5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70833" y="3309480"/>
                  <a:ext cx="474840" cy="22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BFAA92D-6BE8-B3CF-39FF-C7DCC7512AF9}"/>
                  </a:ext>
                </a:extLst>
              </p14:cNvPr>
              <p14:cNvContentPartPr/>
              <p14:nvPr/>
            </p14:nvContentPartPr>
            <p14:xfrm>
              <a:off x="9657153" y="3094560"/>
              <a:ext cx="1227240" cy="4780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BFAA92D-6BE8-B3CF-39FF-C7DCC7512AF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639513" y="3076920"/>
                <a:ext cx="126288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5B15DAD-E04E-B3B3-68C6-3130A7631752}"/>
                  </a:ext>
                </a:extLst>
              </p14:cNvPr>
              <p14:cNvContentPartPr/>
              <p14:nvPr/>
            </p14:nvContentPartPr>
            <p14:xfrm>
              <a:off x="11296233" y="4577400"/>
              <a:ext cx="32040" cy="39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5B15DAD-E04E-B3B3-68C6-3130A763175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278593" y="4559400"/>
                <a:ext cx="676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3CA3A93-FA5C-CDE3-122A-24323C932369}"/>
              </a:ext>
            </a:extLst>
          </p:cNvPr>
          <p:cNvGrpSpPr/>
          <p:nvPr/>
        </p:nvGrpSpPr>
        <p:grpSpPr>
          <a:xfrm>
            <a:off x="278793" y="4023720"/>
            <a:ext cx="10548720" cy="2406960"/>
            <a:chOff x="278793" y="4023720"/>
            <a:chExt cx="10548720" cy="240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EA67476-3525-0C84-542F-399AD5C56AA4}"/>
                    </a:ext>
                  </a:extLst>
                </p14:cNvPr>
                <p14:cNvContentPartPr/>
                <p14:nvPr/>
              </p14:nvContentPartPr>
              <p14:xfrm>
                <a:off x="278793" y="4298040"/>
                <a:ext cx="271080" cy="311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EA67476-3525-0C84-542F-399AD5C56AA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1153" y="4280040"/>
                  <a:ext cx="3067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2004800-87AA-684B-0F53-ABCDC4DA920C}"/>
                    </a:ext>
                  </a:extLst>
                </p14:cNvPr>
                <p14:cNvContentPartPr/>
                <p14:nvPr/>
              </p14:nvContentPartPr>
              <p14:xfrm>
                <a:off x="554913" y="4357080"/>
                <a:ext cx="226440" cy="196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2004800-87AA-684B-0F53-ABCDC4DA920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6913" y="4339080"/>
                  <a:ext cx="262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B6B19A5-8304-54A2-3B2A-EBF0827AE2EC}"/>
                    </a:ext>
                  </a:extLst>
                </p14:cNvPr>
                <p14:cNvContentPartPr/>
                <p14:nvPr/>
              </p14:nvContentPartPr>
              <p14:xfrm>
                <a:off x="865233" y="4300200"/>
                <a:ext cx="186840" cy="227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B6B19A5-8304-54A2-3B2A-EBF0827AE2E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7593" y="4282200"/>
                  <a:ext cx="2224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FAE68BE-13AF-DF40-C8BE-7F6E9A429D8C}"/>
                    </a:ext>
                  </a:extLst>
                </p14:cNvPr>
                <p14:cNvContentPartPr/>
                <p14:nvPr/>
              </p14:nvContentPartPr>
              <p14:xfrm>
                <a:off x="1131993" y="4304520"/>
                <a:ext cx="492840" cy="228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FAE68BE-13AF-DF40-C8BE-7F6E9A429D8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14353" y="4286520"/>
                  <a:ext cx="528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3017B7E-848B-3876-83C9-BFB671D5692E}"/>
                    </a:ext>
                  </a:extLst>
                </p14:cNvPr>
                <p14:cNvContentPartPr/>
                <p14:nvPr/>
              </p14:nvContentPartPr>
              <p14:xfrm>
                <a:off x="1596393" y="4272480"/>
                <a:ext cx="761040" cy="853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3017B7E-848B-3876-83C9-BFB671D5692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578753" y="4254480"/>
                  <a:ext cx="796680" cy="88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365AAC4-DE7F-4F82-E8C6-25BE96FAC340}"/>
                    </a:ext>
                  </a:extLst>
                </p14:cNvPr>
                <p14:cNvContentPartPr/>
                <p14:nvPr/>
              </p14:nvContentPartPr>
              <p14:xfrm>
                <a:off x="2399553" y="4140000"/>
                <a:ext cx="431640" cy="4125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365AAC4-DE7F-4F82-E8C6-25BE96FAC3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81553" y="4122360"/>
                  <a:ext cx="46728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995BBE2-C534-63AB-B358-8A1B70D986FA}"/>
                    </a:ext>
                  </a:extLst>
                </p14:cNvPr>
                <p14:cNvContentPartPr/>
                <p14:nvPr/>
              </p14:nvContentPartPr>
              <p14:xfrm>
                <a:off x="2875473" y="4339440"/>
                <a:ext cx="609120" cy="663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995BBE2-C534-63AB-B358-8A1B70D986F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857473" y="4321440"/>
                  <a:ext cx="64476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1C01EC6-B493-952F-47AF-2C521264A62B}"/>
                    </a:ext>
                  </a:extLst>
                </p14:cNvPr>
                <p14:cNvContentPartPr/>
                <p14:nvPr/>
              </p14:nvContentPartPr>
              <p14:xfrm>
                <a:off x="4305753" y="4081680"/>
                <a:ext cx="998640" cy="499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1C01EC6-B493-952F-47AF-2C521264A62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287753" y="4064040"/>
                  <a:ext cx="103428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663F74C-03B6-235B-955D-63866E6E20E7}"/>
                    </a:ext>
                  </a:extLst>
                </p14:cNvPr>
                <p14:cNvContentPartPr/>
                <p14:nvPr/>
              </p14:nvContentPartPr>
              <p14:xfrm>
                <a:off x="5395833" y="4023720"/>
                <a:ext cx="866520" cy="523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663F74C-03B6-235B-955D-63866E6E20E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78193" y="4005720"/>
                  <a:ext cx="90216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C5C9BE1-6D0C-4952-2FB6-2ACFFC888C8F}"/>
                    </a:ext>
                  </a:extLst>
                </p14:cNvPr>
                <p14:cNvContentPartPr/>
                <p14:nvPr/>
              </p14:nvContentPartPr>
              <p14:xfrm>
                <a:off x="7034913" y="4212000"/>
                <a:ext cx="543240" cy="815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C5C9BE1-6D0C-4952-2FB6-2ACFFC888C8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16913" y="4194000"/>
                  <a:ext cx="57888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0EC3734-EF5D-B26B-6108-B839DBE4D103}"/>
                    </a:ext>
                  </a:extLst>
                </p14:cNvPr>
                <p14:cNvContentPartPr/>
                <p14:nvPr/>
              </p14:nvContentPartPr>
              <p14:xfrm>
                <a:off x="8195913" y="4153680"/>
                <a:ext cx="885960" cy="466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0EC3734-EF5D-B26B-6108-B839DBE4D10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177913" y="4136040"/>
                  <a:ext cx="92160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3F9C289-1885-5DC2-7D03-3E2B13140F97}"/>
                    </a:ext>
                  </a:extLst>
                </p14:cNvPr>
                <p14:cNvContentPartPr/>
                <p14:nvPr/>
              </p14:nvContentPartPr>
              <p14:xfrm>
                <a:off x="9502353" y="4053240"/>
                <a:ext cx="1325160" cy="929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3F9C289-1885-5DC2-7D03-3E2B13140F9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484713" y="4035600"/>
                  <a:ext cx="1360800" cy="9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2024201-1536-E0D2-11B4-F69F25E8978C}"/>
                    </a:ext>
                  </a:extLst>
                </p14:cNvPr>
                <p14:cNvContentPartPr/>
                <p14:nvPr/>
              </p14:nvContentPartPr>
              <p14:xfrm>
                <a:off x="3586113" y="5233680"/>
                <a:ext cx="373680" cy="502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2024201-1536-E0D2-11B4-F69F25E8978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568473" y="5216040"/>
                  <a:ext cx="40932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F89CA4D-4B2E-1AD6-F4A6-622690026DB4}"/>
                    </a:ext>
                  </a:extLst>
                </p14:cNvPr>
                <p14:cNvContentPartPr/>
                <p14:nvPr/>
              </p14:nvContentPartPr>
              <p14:xfrm>
                <a:off x="3674673" y="5405400"/>
                <a:ext cx="916560" cy="339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F89CA4D-4B2E-1AD6-F4A6-622690026DB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56673" y="5387400"/>
                  <a:ext cx="9522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01DF1AC-2CB8-2CDD-274B-F80AF7AE29AD}"/>
                    </a:ext>
                  </a:extLst>
                </p14:cNvPr>
                <p14:cNvContentPartPr/>
                <p14:nvPr/>
              </p14:nvContentPartPr>
              <p14:xfrm>
                <a:off x="4582593" y="5338800"/>
                <a:ext cx="890280" cy="434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01DF1AC-2CB8-2CDD-274B-F80AF7AE29A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64593" y="5320800"/>
                  <a:ext cx="9259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CABDED4-A05D-EEB0-7531-C5AD5C6A4524}"/>
                    </a:ext>
                  </a:extLst>
                </p14:cNvPr>
                <p14:cNvContentPartPr/>
                <p14:nvPr/>
              </p14:nvContentPartPr>
              <p14:xfrm>
                <a:off x="5959233" y="5058000"/>
                <a:ext cx="1256760" cy="1072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CABDED4-A05D-EEB0-7531-C5AD5C6A452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941593" y="5040000"/>
                  <a:ext cx="1292400" cy="11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817A409-687E-D11C-21E2-E0FF19940AFF}"/>
                    </a:ext>
                  </a:extLst>
                </p14:cNvPr>
                <p14:cNvContentPartPr/>
                <p14:nvPr/>
              </p14:nvContentPartPr>
              <p14:xfrm>
                <a:off x="7578873" y="5441400"/>
                <a:ext cx="963360" cy="494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817A409-687E-D11C-21E2-E0FF19940AF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61233" y="5423760"/>
                  <a:ext cx="99900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692A35B-312F-1BC3-DEB7-92E0AFCFB607}"/>
                    </a:ext>
                  </a:extLst>
                </p14:cNvPr>
                <p14:cNvContentPartPr/>
                <p14:nvPr/>
              </p14:nvContentPartPr>
              <p14:xfrm>
                <a:off x="8586513" y="5058720"/>
                <a:ext cx="1008720" cy="1371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692A35B-312F-1BC3-DEB7-92E0AFCFB60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68873" y="5040720"/>
                  <a:ext cx="1044360" cy="140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804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C44852F-5665-214F-74C5-5650ECD1C6B9}"/>
              </a:ext>
            </a:extLst>
          </p:cNvPr>
          <p:cNvGrpSpPr/>
          <p:nvPr/>
        </p:nvGrpSpPr>
        <p:grpSpPr>
          <a:xfrm>
            <a:off x="1015713" y="315360"/>
            <a:ext cx="747360" cy="473400"/>
            <a:chOff x="1015713" y="315360"/>
            <a:chExt cx="74736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F9D31BF-F4B9-34E1-5AF5-EAC0F3C90D12}"/>
                    </a:ext>
                  </a:extLst>
                </p14:cNvPr>
                <p14:cNvContentPartPr/>
                <p14:nvPr/>
              </p14:nvContentPartPr>
              <p14:xfrm>
                <a:off x="1015713" y="315360"/>
                <a:ext cx="249480" cy="473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F9D31BF-F4B9-34E1-5AF5-EAC0F3C90D1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7713" y="297360"/>
                  <a:ext cx="28512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91A242-2795-4718-1214-F4571E69F829}"/>
                    </a:ext>
                  </a:extLst>
                </p14:cNvPr>
                <p14:cNvContentPartPr/>
                <p14:nvPr/>
              </p14:nvContentPartPr>
              <p14:xfrm>
                <a:off x="1076913" y="561960"/>
                <a:ext cx="241920" cy="34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91A242-2795-4718-1214-F4571E69F82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8913" y="543960"/>
                  <a:ext cx="277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84037FA-68AB-6162-4760-BEE66C8CD210}"/>
                    </a:ext>
                  </a:extLst>
                </p14:cNvPr>
                <p14:cNvContentPartPr/>
                <p14:nvPr/>
              </p14:nvContentPartPr>
              <p14:xfrm>
                <a:off x="1535553" y="584640"/>
                <a:ext cx="119880" cy="16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84037FA-68AB-6162-4760-BEE66C8CD2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7553" y="566640"/>
                  <a:ext cx="155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1967B17-6C40-99BD-2F18-DF64ACE68D95}"/>
                    </a:ext>
                  </a:extLst>
                </p14:cNvPr>
                <p14:cNvContentPartPr/>
                <p14:nvPr/>
              </p14:nvContentPartPr>
              <p14:xfrm>
                <a:off x="1525473" y="716040"/>
                <a:ext cx="237600" cy="41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1967B17-6C40-99BD-2F18-DF64ACE68D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7833" y="698040"/>
                  <a:ext cx="2732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681759-E966-9694-5068-EECE9763D018}"/>
              </a:ext>
            </a:extLst>
          </p:cNvPr>
          <p:cNvGrpSpPr/>
          <p:nvPr/>
        </p:nvGrpSpPr>
        <p:grpSpPr>
          <a:xfrm>
            <a:off x="2435913" y="377280"/>
            <a:ext cx="876600" cy="1212480"/>
            <a:chOff x="2435913" y="377280"/>
            <a:chExt cx="876600" cy="12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1D04DE3-029F-A5B1-A12B-B00719E38E02}"/>
                    </a:ext>
                  </a:extLst>
                </p14:cNvPr>
                <p14:cNvContentPartPr/>
                <p14:nvPr/>
              </p14:nvContentPartPr>
              <p14:xfrm>
                <a:off x="2435913" y="377280"/>
                <a:ext cx="393480" cy="1212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1D04DE3-029F-A5B1-A12B-B00719E38E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18273" y="359640"/>
                  <a:ext cx="429120" cy="12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C8FCBB3-AE4A-6AF0-826B-DCAAAAAD0A38}"/>
                    </a:ext>
                  </a:extLst>
                </p14:cNvPr>
                <p14:cNvContentPartPr/>
                <p14:nvPr/>
              </p14:nvContentPartPr>
              <p14:xfrm>
                <a:off x="3076713" y="495360"/>
                <a:ext cx="235800" cy="342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C8FCBB3-AE4A-6AF0-826B-DCAAAAAD0A3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58713" y="477720"/>
                  <a:ext cx="271440" cy="37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259FA2D-5CF7-AA7F-4B60-2E78B00E5370}"/>
                  </a:ext>
                </a:extLst>
              </p14:cNvPr>
              <p14:cNvContentPartPr/>
              <p14:nvPr/>
            </p14:nvContentPartPr>
            <p14:xfrm>
              <a:off x="3774753" y="568800"/>
              <a:ext cx="171720" cy="297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259FA2D-5CF7-AA7F-4B60-2E78B00E537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57113" y="551160"/>
                <a:ext cx="20736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93B4319-283C-B8BA-8B68-5C97ACB92A3D}"/>
                  </a:ext>
                </a:extLst>
              </p14:cNvPr>
              <p14:cNvContentPartPr/>
              <p14:nvPr/>
            </p14:nvContentPartPr>
            <p14:xfrm>
              <a:off x="3054033" y="1256040"/>
              <a:ext cx="39600" cy="244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93B4319-283C-B8BA-8B68-5C97ACB92A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36393" y="1238400"/>
                <a:ext cx="752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F367D69-08C0-5459-13D3-76CAF436D62A}"/>
                  </a:ext>
                </a:extLst>
              </p14:cNvPr>
              <p14:cNvContentPartPr/>
              <p14:nvPr/>
            </p14:nvContentPartPr>
            <p14:xfrm>
              <a:off x="3727593" y="1251360"/>
              <a:ext cx="305280" cy="216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F367D69-08C0-5459-13D3-76CAF436D62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09593" y="1233720"/>
                <a:ext cx="34092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742EA572-AB6C-19BA-5E08-7A47D7B64E73}"/>
              </a:ext>
            </a:extLst>
          </p:cNvPr>
          <p:cNvGrpSpPr/>
          <p:nvPr/>
        </p:nvGrpSpPr>
        <p:grpSpPr>
          <a:xfrm>
            <a:off x="4413393" y="407880"/>
            <a:ext cx="840600" cy="1200960"/>
            <a:chOff x="4413393" y="407880"/>
            <a:chExt cx="840600" cy="12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4B9EDE-CDEF-FA9D-78C3-0A90897CCD17}"/>
                    </a:ext>
                  </a:extLst>
                </p14:cNvPr>
                <p14:cNvContentPartPr/>
                <p14:nvPr/>
              </p14:nvContentPartPr>
              <p14:xfrm>
                <a:off x="4413393" y="507960"/>
                <a:ext cx="229680" cy="309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4B9EDE-CDEF-FA9D-78C3-0A90897CCD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95393" y="489960"/>
                  <a:ext cx="2653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C4BD556-A9FF-7EDC-CC60-400EA3A5276A}"/>
                    </a:ext>
                  </a:extLst>
                </p14:cNvPr>
                <p14:cNvContentPartPr/>
                <p14:nvPr/>
              </p14:nvContentPartPr>
              <p14:xfrm>
                <a:off x="4445433" y="1229400"/>
                <a:ext cx="193680" cy="209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C4BD556-A9FF-7EDC-CC60-400EA3A5276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27433" y="1211400"/>
                  <a:ext cx="229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ECFB60-C5CF-FA65-0DB7-60FF9851C127}"/>
                    </a:ext>
                  </a:extLst>
                </p14:cNvPr>
                <p14:cNvContentPartPr/>
                <p14:nvPr/>
              </p14:nvContentPartPr>
              <p14:xfrm>
                <a:off x="4753593" y="407880"/>
                <a:ext cx="500400" cy="1200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ECFB60-C5CF-FA65-0DB7-60FF9851C12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35953" y="389880"/>
                  <a:ext cx="536040" cy="123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FA8DE89-584C-D377-23D8-0395F8A2FD47}"/>
                  </a:ext>
                </a:extLst>
              </p14:cNvPr>
              <p14:cNvContentPartPr/>
              <p14:nvPr/>
            </p14:nvContentPartPr>
            <p14:xfrm>
              <a:off x="6535233" y="1053720"/>
              <a:ext cx="107640" cy="145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FA8DE89-584C-D377-23D8-0395F8A2FD4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17593" y="1035720"/>
                <a:ext cx="14328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CD7155DC-45EC-D933-45D2-5E0AB31755C9}"/>
              </a:ext>
            </a:extLst>
          </p:cNvPr>
          <p:cNvGrpSpPr/>
          <p:nvPr/>
        </p:nvGrpSpPr>
        <p:grpSpPr>
          <a:xfrm>
            <a:off x="7412193" y="398160"/>
            <a:ext cx="242640" cy="351000"/>
            <a:chOff x="7412193" y="398160"/>
            <a:chExt cx="24264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CACADC-F77B-0D1F-107B-906649187218}"/>
                    </a:ext>
                  </a:extLst>
                </p14:cNvPr>
                <p14:cNvContentPartPr/>
                <p14:nvPr/>
              </p14:nvContentPartPr>
              <p14:xfrm>
                <a:off x="7412193" y="445680"/>
                <a:ext cx="29160" cy="303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CACADC-F77B-0D1F-107B-9066491872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94553" y="427680"/>
                  <a:ext cx="648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010EDC-62B0-232E-A911-392614A250CF}"/>
                    </a:ext>
                  </a:extLst>
                </p14:cNvPr>
                <p14:cNvContentPartPr/>
                <p14:nvPr/>
              </p14:nvContentPartPr>
              <p14:xfrm>
                <a:off x="7437753" y="398160"/>
                <a:ext cx="217080" cy="310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7010EDC-62B0-232E-A911-392614A250C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20113" y="380160"/>
                  <a:ext cx="25272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3A2E86-FF09-99D4-46E7-18FB4A1B97B6}"/>
              </a:ext>
            </a:extLst>
          </p:cNvPr>
          <p:cNvGrpSpPr/>
          <p:nvPr/>
        </p:nvGrpSpPr>
        <p:grpSpPr>
          <a:xfrm>
            <a:off x="7995393" y="471600"/>
            <a:ext cx="216720" cy="166320"/>
            <a:chOff x="7995393" y="471600"/>
            <a:chExt cx="21672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CD449B5-C15C-D577-5437-C9E8A1E599AE}"/>
                    </a:ext>
                  </a:extLst>
                </p14:cNvPr>
                <p14:cNvContentPartPr/>
                <p14:nvPr/>
              </p14:nvContentPartPr>
              <p14:xfrm>
                <a:off x="7995393" y="471600"/>
                <a:ext cx="177120" cy="35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CD449B5-C15C-D577-5437-C9E8A1E599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77753" y="453600"/>
                  <a:ext cx="212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F719198-7318-424B-5C5F-40FE58E9E214}"/>
                    </a:ext>
                  </a:extLst>
                </p14:cNvPr>
                <p14:cNvContentPartPr/>
                <p14:nvPr/>
              </p14:nvContentPartPr>
              <p14:xfrm>
                <a:off x="8042553" y="584640"/>
                <a:ext cx="169560" cy="53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F719198-7318-424B-5C5F-40FE58E9E21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24553" y="566640"/>
                  <a:ext cx="20520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48A82F7-08DA-2329-E74A-E708E05D6566}"/>
                  </a:ext>
                </a:extLst>
              </p14:cNvPr>
              <p14:cNvContentPartPr/>
              <p14:nvPr/>
            </p14:nvContentPartPr>
            <p14:xfrm>
              <a:off x="8666793" y="136800"/>
              <a:ext cx="398160" cy="1507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48A82F7-08DA-2329-E74A-E708E05D656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649153" y="119160"/>
                <a:ext cx="433800" cy="154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8498C03-1535-6434-0DF4-CA361D6FC81F}"/>
                  </a:ext>
                </a:extLst>
              </p14:cNvPr>
              <p14:cNvContentPartPr/>
              <p14:nvPr/>
            </p14:nvContentPartPr>
            <p14:xfrm>
              <a:off x="9013473" y="385920"/>
              <a:ext cx="221400" cy="2966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8498C03-1535-6434-0DF4-CA361D6FC81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95833" y="367920"/>
                <a:ext cx="25704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31CFAAB-F202-EFD4-37E1-EEA20F4832FF}"/>
                  </a:ext>
                </a:extLst>
              </p14:cNvPr>
              <p14:cNvContentPartPr/>
              <p14:nvPr/>
            </p14:nvContentPartPr>
            <p14:xfrm>
              <a:off x="10038753" y="363960"/>
              <a:ext cx="161280" cy="73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31CFAAB-F202-EFD4-37E1-EEA20F4832F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021113" y="346320"/>
                <a:ext cx="1969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708EA9C-4360-FE9E-9731-447645354988}"/>
                  </a:ext>
                </a:extLst>
              </p14:cNvPr>
              <p14:cNvContentPartPr/>
              <p14:nvPr/>
            </p14:nvContentPartPr>
            <p14:xfrm>
              <a:off x="9994833" y="385920"/>
              <a:ext cx="167760" cy="2656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708EA9C-4360-FE9E-9731-44764535498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977193" y="367920"/>
                <a:ext cx="20340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E34A091-AE71-64CD-2315-14F8791068B3}"/>
                  </a:ext>
                </a:extLst>
              </p14:cNvPr>
              <p14:cNvContentPartPr/>
              <p14:nvPr/>
            </p14:nvContentPartPr>
            <p14:xfrm>
              <a:off x="10945233" y="317520"/>
              <a:ext cx="37080" cy="275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E34A091-AE71-64CD-2315-14F8791068B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927593" y="299520"/>
                <a:ext cx="727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6B2E451-61B3-CC6B-09CC-768E787B62A5}"/>
                  </a:ext>
                </a:extLst>
              </p14:cNvPr>
              <p14:cNvContentPartPr/>
              <p14:nvPr/>
            </p14:nvContentPartPr>
            <p14:xfrm>
              <a:off x="9141993" y="1068840"/>
              <a:ext cx="250560" cy="3448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6B2E451-61B3-CC6B-09CC-768E787B62A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123993" y="1050840"/>
                <a:ext cx="28620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381006A-414B-4B66-1497-787F28F1A6CC}"/>
                  </a:ext>
                </a:extLst>
              </p14:cNvPr>
              <p14:cNvContentPartPr/>
              <p14:nvPr/>
            </p14:nvContentPartPr>
            <p14:xfrm>
              <a:off x="9987273" y="1058400"/>
              <a:ext cx="238680" cy="351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381006A-414B-4B66-1497-787F28F1A6C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969273" y="1040760"/>
                <a:ext cx="27432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5EDF688-B437-0148-C6FF-3B4ABC221174}"/>
                  </a:ext>
                </a:extLst>
              </p14:cNvPr>
              <p14:cNvContentPartPr/>
              <p14:nvPr/>
            </p14:nvContentPartPr>
            <p14:xfrm>
              <a:off x="10638513" y="1100160"/>
              <a:ext cx="312120" cy="2700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5EDF688-B437-0148-C6FF-3B4ABC22117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620513" y="1082160"/>
                <a:ext cx="34776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94C14B2-0776-0C35-1B63-C24BE6859AC5}"/>
                  </a:ext>
                </a:extLst>
              </p14:cNvPr>
              <p14:cNvContentPartPr/>
              <p14:nvPr/>
            </p14:nvContentPartPr>
            <p14:xfrm>
              <a:off x="10739673" y="210600"/>
              <a:ext cx="736920" cy="1613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94C14B2-0776-0C35-1B63-C24BE6859AC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722033" y="192960"/>
                <a:ext cx="772560" cy="164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E80E768E-3135-57F8-A027-C134585D9FFB}"/>
              </a:ext>
            </a:extLst>
          </p:cNvPr>
          <p:cNvGrpSpPr/>
          <p:nvPr/>
        </p:nvGrpSpPr>
        <p:grpSpPr>
          <a:xfrm>
            <a:off x="5112873" y="1490400"/>
            <a:ext cx="816840" cy="303840"/>
            <a:chOff x="5112873" y="1490400"/>
            <a:chExt cx="81684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A7CFF7-45CB-2863-3BFD-C2EB1D5D9FE9}"/>
                    </a:ext>
                  </a:extLst>
                </p14:cNvPr>
                <p14:cNvContentPartPr/>
                <p14:nvPr/>
              </p14:nvContentPartPr>
              <p14:xfrm>
                <a:off x="5112873" y="1528200"/>
                <a:ext cx="221040" cy="266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A7CFF7-45CB-2863-3BFD-C2EB1D5D9FE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94873" y="1510200"/>
                  <a:ext cx="256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8E7E5E-F212-B710-07E2-2412DA751CF1}"/>
                    </a:ext>
                  </a:extLst>
                </p14:cNvPr>
                <p14:cNvContentPartPr/>
                <p14:nvPr/>
              </p14:nvContentPartPr>
              <p14:xfrm>
                <a:off x="5450553" y="1554480"/>
                <a:ext cx="166680" cy="173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8E7E5E-F212-B710-07E2-2412DA751CF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32553" y="1536480"/>
                  <a:ext cx="2023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8EFABD2-B8DE-870C-4D49-B385D7644DBF}"/>
                    </a:ext>
                  </a:extLst>
                </p14:cNvPr>
                <p14:cNvContentPartPr/>
                <p14:nvPr/>
              </p14:nvContentPartPr>
              <p14:xfrm>
                <a:off x="5436153" y="1542240"/>
                <a:ext cx="193680" cy="249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8EFABD2-B8DE-870C-4D49-B385D7644D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18513" y="1524240"/>
                  <a:ext cx="2293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A687DF-4DC0-94FF-53D0-2FCBF8C75075}"/>
                    </a:ext>
                  </a:extLst>
                </p14:cNvPr>
                <p14:cNvContentPartPr/>
                <p14:nvPr/>
              </p14:nvContentPartPr>
              <p14:xfrm>
                <a:off x="5706513" y="1490400"/>
                <a:ext cx="223200" cy="291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A687DF-4DC0-94FF-53D0-2FCBF8C7507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88873" y="1472400"/>
                  <a:ext cx="258840" cy="32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71AB8DA-C723-9341-968E-489D83DB083C}"/>
              </a:ext>
            </a:extLst>
          </p:cNvPr>
          <p:cNvGrpSpPr/>
          <p:nvPr/>
        </p:nvGrpSpPr>
        <p:grpSpPr>
          <a:xfrm>
            <a:off x="11375433" y="1660320"/>
            <a:ext cx="628200" cy="276840"/>
            <a:chOff x="11375433" y="1660320"/>
            <a:chExt cx="62820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02146BF-5F20-8474-E582-1E0577FAE17F}"/>
                    </a:ext>
                  </a:extLst>
                </p14:cNvPr>
                <p14:cNvContentPartPr/>
                <p14:nvPr/>
              </p14:nvContentPartPr>
              <p14:xfrm>
                <a:off x="11375433" y="1688400"/>
                <a:ext cx="216720" cy="24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02146BF-5F20-8474-E582-1E0577FAE1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357793" y="1670400"/>
                  <a:ext cx="2523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3A3AC18-92F6-A41D-3853-AC88F65B707C}"/>
                    </a:ext>
                  </a:extLst>
                </p14:cNvPr>
                <p14:cNvContentPartPr/>
                <p14:nvPr/>
              </p14:nvContentPartPr>
              <p14:xfrm>
                <a:off x="11652993" y="1712880"/>
                <a:ext cx="112320" cy="184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3A3AC18-92F6-A41D-3853-AC88F65B707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634993" y="1695240"/>
                  <a:ext cx="1479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BD761E3-7DB6-4736-D092-70EA206872E8}"/>
                    </a:ext>
                  </a:extLst>
                </p14:cNvPr>
                <p14:cNvContentPartPr/>
                <p14:nvPr/>
              </p14:nvContentPartPr>
              <p14:xfrm>
                <a:off x="11633913" y="1660320"/>
                <a:ext cx="155520" cy="221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BD761E3-7DB6-4736-D092-70EA206872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615913" y="1642320"/>
                  <a:ext cx="1911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5D42126-63E4-0986-9062-8A670950E21C}"/>
                    </a:ext>
                  </a:extLst>
                </p14:cNvPr>
                <p14:cNvContentPartPr/>
                <p14:nvPr/>
              </p14:nvContentPartPr>
              <p14:xfrm>
                <a:off x="11704473" y="1677240"/>
                <a:ext cx="299160" cy="233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5D42126-63E4-0986-9062-8A670950E2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686473" y="1659240"/>
                  <a:ext cx="33480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A683EB5-7C80-37B3-50AA-DAAB38E2C645}"/>
              </a:ext>
            </a:extLst>
          </p:cNvPr>
          <p:cNvGrpSpPr/>
          <p:nvPr/>
        </p:nvGrpSpPr>
        <p:grpSpPr>
          <a:xfrm>
            <a:off x="307233" y="2503800"/>
            <a:ext cx="1552320" cy="516600"/>
            <a:chOff x="307233" y="2503800"/>
            <a:chExt cx="1552320" cy="51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1CDEB89-0A21-7318-D4FC-4FECBF4926E4}"/>
                    </a:ext>
                  </a:extLst>
                </p14:cNvPr>
                <p14:cNvContentPartPr/>
                <p14:nvPr/>
              </p14:nvContentPartPr>
              <p14:xfrm>
                <a:off x="307233" y="2503800"/>
                <a:ext cx="281520" cy="483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1CDEB89-0A21-7318-D4FC-4FECBF4926E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9593" y="2486160"/>
                  <a:ext cx="3171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C5ED64-A2EF-E249-FD91-AB3857097D18}"/>
                    </a:ext>
                  </a:extLst>
                </p14:cNvPr>
                <p14:cNvContentPartPr/>
                <p14:nvPr/>
              </p14:nvContentPartPr>
              <p14:xfrm>
                <a:off x="357633" y="2816640"/>
                <a:ext cx="196920" cy="25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C5ED64-A2EF-E249-FD91-AB3857097D1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9633" y="2798640"/>
                  <a:ext cx="232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8AE0D0-9AB4-1415-5CCA-2A4F6837A04D}"/>
                    </a:ext>
                  </a:extLst>
                </p14:cNvPr>
                <p14:cNvContentPartPr/>
                <p14:nvPr/>
              </p14:nvContentPartPr>
              <p14:xfrm>
                <a:off x="741753" y="2808360"/>
                <a:ext cx="114840" cy="23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8AE0D0-9AB4-1415-5CCA-2A4F6837A04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4113" y="2790360"/>
                  <a:ext cx="150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89B88BB-F5DB-6EA2-C246-1D835E8A76B5}"/>
                    </a:ext>
                  </a:extLst>
                </p14:cNvPr>
                <p14:cNvContentPartPr/>
                <p14:nvPr/>
              </p14:nvContentPartPr>
              <p14:xfrm>
                <a:off x="1111833" y="2647440"/>
                <a:ext cx="98280" cy="362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89B88BB-F5DB-6EA2-C246-1D835E8A76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4193" y="2629440"/>
                  <a:ext cx="1339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B8DD906-8100-93FA-285E-340F6A22AA74}"/>
                    </a:ext>
                  </a:extLst>
                </p14:cNvPr>
                <p14:cNvContentPartPr/>
                <p14:nvPr/>
              </p14:nvContentPartPr>
              <p14:xfrm>
                <a:off x="1115433" y="2612160"/>
                <a:ext cx="252360" cy="408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B8DD906-8100-93FA-285E-340F6A22AA7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97793" y="2594520"/>
                  <a:ext cx="2880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FC9D8BE-DB79-918D-3F21-4E68BB2BE7E7}"/>
                    </a:ext>
                  </a:extLst>
                </p14:cNvPr>
                <p14:cNvContentPartPr/>
                <p14:nvPr/>
              </p14:nvContentPartPr>
              <p14:xfrm>
                <a:off x="1625553" y="2796840"/>
                <a:ext cx="234000" cy="151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FC9D8BE-DB79-918D-3F21-4E68BB2BE7E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07913" y="2779200"/>
                  <a:ext cx="26964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3929D40-1EA9-CE9D-5946-2ED859912759}"/>
                  </a:ext>
                </a:extLst>
              </p14:cNvPr>
              <p14:cNvContentPartPr/>
              <p14:nvPr/>
            </p14:nvContentPartPr>
            <p14:xfrm>
              <a:off x="2323953" y="2282040"/>
              <a:ext cx="354600" cy="20516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3929D40-1EA9-CE9D-5946-2ED85991275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06313" y="2264400"/>
                <a:ext cx="390240" cy="20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9316340-0D01-9A8B-45B3-C5F0E9890873}"/>
                  </a:ext>
                </a:extLst>
              </p14:cNvPr>
              <p14:cNvContentPartPr/>
              <p14:nvPr/>
            </p14:nvContentPartPr>
            <p14:xfrm>
              <a:off x="3158433" y="751320"/>
              <a:ext cx="7200" cy="18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9316340-0D01-9A8B-45B3-C5F0E989087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140793" y="733680"/>
                <a:ext cx="428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167AB71-7592-1D86-FA40-0D5D202933CA}"/>
                  </a:ext>
                </a:extLst>
              </p14:cNvPr>
              <p14:cNvContentPartPr/>
              <p14:nvPr/>
            </p14:nvContentPartPr>
            <p14:xfrm>
              <a:off x="9402273" y="609480"/>
              <a:ext cx="12960" cy="108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167AB71-7592-1D86-FA40-0D5D202933C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384633" y="591480"/>
                <a:ext cx="4860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328CA78B-0CD6-CCDD-3683-16F409F20EC8}"/>
              </a:ext>
            </a:extLst>
          </p:cNvPr>
          <p:cNvGrpSpPr/>
          <p:nvPr/>
        </p:nvGrpSpPr>
        <p:grpSpPr>
          <a:xfrm>
            <a:off x="2857113" y="2559960"/>
            <a:ext cx="256320" cy="295200"/>
            <a:chOff x="2857113" y="2559960"/>
            <a:chExt cx="25632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8686008-0830-DF1B-ABD1-7F65AA8D2D4F}"/>
                    </a:ext>
                  </a:extLst>
                </p14:cNvPr>
                <p14:cNvContentPartPr/>
                <p14:nvPr/>
              </p14:nvContentPartPr>
              <p14:xfrm>
                <a:off x="2926953" y="2559960"/>
                <a:ext cx="186480" cy="31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8686008-0830-DF1B-ABD1-7F65AA8D2D4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908953" y="2541960"/>
                  <a:ext cx="222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77860CB-33C6-7026-DC01-ED7E49967DC7}"/>
                    </a:ext>
                  </a:extLst>
                </p14:cNvPr>
                <p14:cNvContentPartPr/>
                <p14:nvPr/>
              </p14:nvContentPartPr>
              <p14:xfrm>
                <a:off x="2857113" y="2577240"/>
                <a:ext cx="196560" cy="277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77860CB-33C6-7026-DC01-ED7E49967DC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39113" y="2559240"/>
                  <a:ext cx="232200" cy="31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2F11C27-D192-A1B2-FE21-6CA1F562901A}"/>
                  </a:ext>
                </a:extLst>
              </p14:cNvPr>
              <p14:cNvContentPartPr/>
              <p14:nvPr/>
            </p14:nvContentPartPr>
            <p14:xfrm>
              <a:off x="4009113" y="798120"/>
              <a:ext cx="13320" cy="18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2F11C27-D192-A1B2-FE21-6CA1F562901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991473" y="780480"/>
                <a:ext cx="489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D5D0AA6-0E6A-EA8A-F625-5BE9D1751F5D}"/>
                  </a:ext>
                </a:extLst>
              </p14:cNvPr>
              <p14:cNvContentPartPr/>
              <p14:nvPr/>
            </p14:nvContentPartPr>
            <p14:xfrm>
              <a:off x="10450233" y="504360"/>
              <a:ext cx="360" cy="3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D5D0AA6-0E6A-EA8A-F625-5BE9D1751F5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432593" y="48672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47C8BBE-CE01-9A31-BF13-419ADEF929DA}"/>
                  </a:ext>
                </a:extLst>
              </p14:cNvPr>
              <p14:cNvContentPartPr/>
              <p14:nvPr/>
            </p14:nvContentPartPr>
            <p14:xfrm>
              <a:off x="3837753" y="2555280"/>
              <a:ext cx="16920" cy="2628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47C8BBE-CE01-9A31-BF13-419ADEF929D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820113" y="2537280"/>
                <a:ext cx="5256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FD29048-5B7E-9828-BFE0-AB7F69C0858D}"/>
                  </a:ext>
                </a:extLst>
              </p14:cNvPr>
              <p14:cNvContentPartPr/>
              <p14:nvPr/>
            </p14:nvContentPartPr>
            <p14:xfrm>
              <a:off x="4674753" y="738000"/>
              <a:ext cx="7200" cy="180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FD29048-5B7E-9828-BFE0-AB7F69C0858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656753" y="720000"/>
                <a:ext cx="428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F1BDBAB-7929-7751-965E-AE3B53649D2C}"/>
                  </a:ext>
                </a:extLst>
              </p14:cNvPr>
              <p14:cNvContentPartPr/>
              <p14:nvPr/>
            </p14:nvContentPartPr>
            <p14:xfrm>
              <a:off x="10922553" y="711360"/>
              <a:ext cx="360" cy="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F1BDBAB-7929-7751-965E-AE3B53649D2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904553" y="69372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50FC83B-B829-BC2F-B366-8C88F4BB95B4}"/>
                  </a:ext>
                </a:extLst>
              </p14:cNvPr>
              <p14:cNvContentPartPr/>
              <p14:nvPr/>
            </p14:nvContentPartPr>
            <p14:xfrm>
              <a:off x="4570353" y="2577960"/>
              <a:ext cx="256320" cy="3556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50FC83B-B829-BC2F-B366-8C88F4BB95B4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552713" y="2559960"/>
                <a:ext cx="29196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A70EAE1-E4EA-A4E5-987A-7BBF7E8B82F1}"/>
                  </a:ext>
                </a:extLst>
              </p14:cNvPr>
              <p14:cNvContentPartPr/>
              <p14:nvPr/>
            </p14:nvContentPartPr>
            <p14:xfrm>
              <a:off x="3030993" y="1456920"/>
              <a:ext cx="15480" cy="21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A70EAE1-E4EA-A4E5-987A-7BBF7E8B82F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013353" y="1439280"/>
                <a:ext cx="511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75F384E-2136-60C0-F854-CCFF4034505C}"/>
                  </a:ext>
                </a:extLst>
              </p14:cNvPr>
              <p14:cNvContentPartPr/>
              <p14:nvPr/>
            </p14:nvContentPartPr>
            <p14:xfrm>
              <a:off x="2778633" y="3377880"/>
              <a:ext cx="205200" cy="3517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75F384E-2136-60C0-F854-CCFF4034505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760993" y="3359880"/>
                <a:ext cx="240840" cy="38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34D68DF7-0EE2-CC23-FF0F-E339F8C7E473}"/>
              </a:ext>
            </a:extLst>
          </p:cNvPr>
          <p:cNvGrpSpPr/>
          <p:nvPr/>
        </p:nvGrpSpPr>
        <p:grpSpPr>
          <a:xfrm>
            <a:off x="3512313" y="3352320"/>
            <a:ext cx="414000" cy="501120"/>
            <a:chOff x="3512313" y="3352320"/>
            <a:chExt cx="41400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D5225A3-D06B-53F0-BBCF-B85B13E2ECAF}"/>
                    </a:ext>
                  </a:extLst>
                </p14:cNvPr>
                <p14:cNvContentPartPr/>
                <p14:nvPr/>
              </p14:nvContentPartPr>
              <p14:xfrm>
                <a:off x="3512313" y="3468600"/>
                <a:ext cx="149760" cy="35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D5225A3-D06B-53F0-BBCF-B85B13E2ECA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494313" y="3450600"/>
                  <a:ext cx="185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5ED8BC3-2975-C4C7-D187-2D72B189C68A}"/>
                    </a:ext>
                  </a:extLst>
                </p14:cNvPr>
                <p14:cNvContentPartPr/>
                <p14:nvPr/>
              </p14:nvContentPartPr>
              <p14:xfrm>
                <a:off x="3763953" y="3352320"/>
                <a:ext cx="162360" cy="501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5ED8BC3-2975-C4C7-D187-2D72B189C68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745953" y="3334320"/>
                  <a:ext cx="198000" cy="53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E12E002-702E-6E3C-18F2-C6D0D2D90469}"/>
              </a:ext>
            </a:extLst>
          </p:cNvPr>
          <p:cNvGrpSpPr/>
          <p:nvPr/>
        </p:nvGrpSpPr>
        <p:grpSpPr>
          <a:xfrm>
            <a:off x="4439673" y="2260800"/>
            <a:ext cx="913680" cy="1933920"/>
            <a:chOff x="4439673" y="2260800"/>
            <a:chExt cx="913680" cy="19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8FE8232-B2B0-399C-CAE7-90C8C5805D79}"/>
                    </a:ext>
                  </a:extLst>
                </p14:cNvPr>
                <p14:cNvContentPartPr/>
                <p14:nvPr/>
              </p14:nvContentPartPr>
              <p14:xfrm>
                <a:off x="4439673" y="3596040"/>
                <a:ext cx="123840" cy="6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8FE8232-B2B0-399C-CAE7-90C8C5805D7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22033" y="3578040"/>
                  <a:ext cx="159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EC3C5B1-9CC8-A7B1-E21E-4FED1436A233}"/>
                    </a:ext>
                  </a:extLst>
                </p14:cNvPr>
                <p14:cNvContentPartPr/>
                <p14:nvPr/>
              </p14:nvContentPartPr>
              <p14:xfrm>
                <a:off x="4684833" y="3496320"/>
                <a:ext cx="216000" cy="232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EC3C5B1-9CC8-A7B1-E21E-4FED1436A23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667193" y="3478680"/>
                  <a:ext cx="251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1428248-E22B-813E-29F7-52C6F059E353}"/>
                    </a:ext>
                  </a:extLst>
                </p14:cNvPr>
                <p14:cNvContentPartPr/>
                <p14:nvPr/>
              </p14:nvContentPartPr>
              <p14:xfrm>
                <a:off x="4742793" y="2260800"/>
                <a:ext cx="610560" cy="1933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1428248-E22B-813E-29F7-52C6F059E35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24793" y="2242800"/>
                  <a:ext cx="646200" cy="19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0A779A3-3413-39F0-D331-4ADE977FF2A0}"/>
              </a:ext>
            </a:extLst>
          </p:cNvPr>
          <p:cNvGrpSpPr/>
          <p:nvPr/>
        </p:nvGrpSpPr>
        <p:grpSpPr>
          <a:xfrm>
            <a:off x="411273" y="4697280"/>
            <a:ext cx="1521000" cy="441360"/>
            <a:chOff x="411273" y="4697280"/>
            <a:chExt cx="1521000" cy="44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547E23C-B524-D874-B664-1752DBB078D0}"/>
                    </a:ext>
                  </a:extLst>
                </p14:cNvPr>
                <p14:cNvContentPartPr/>
                <p14:nvPr/>
              </p14:nvContentPartPr>
              <p14:xfrm>
                <a:off x="432873" y="4790520"/>
                <a:ext cx="43920" cy="305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547E23C-B524-D874-B664-1752DBB078D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14873" y="4772520"/>
                  <a:ext cx="795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A07E164-751F-8F48-CEAC-71DD737E66F0}"/>
                    </a:ext>
                  </a:extLst>
                </p14:cNvPr>
                <p14:cNvContentPartPr/>
                <p14:nvPr/>
              </p14:nvContentPartPr>
              <p14:xfrm>
                <a:off x="411273" y="4697280"/>
                <a:ext cx="227160" cy="405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A07E164-751F-8F48-CEAC-71DD737E66F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93273" y="4679280"/>
                  <a:ext cx="262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9AB1110-1983-B4B3-3D0B-9C14FBCDCF00}"/>
                    </a:ext>
                  </a:extLst>
                </p14:cNvPr>
                <p14:cNvContentPartPr/>
                <p14:nvPr/>
              </p14:nvContentPartPr>
              <p14:xfrm>
                <a:off x="788553" y="5011560"/>
                <a:ext cx="172800" cy="34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9AB1110-1983-B4B3-3D0B-9C14FBCDCF0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0913" y="4993560"/>
                  <a:ext cx="208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69C0A3-CA27-65D3-655D-01DCD5668385}"/>
                    </a:ext>
                  </a:extLst>
                </p14:cNvPr>
                <p14:cNvContentPartPr/>
                <p14:nvPr/>
              </p14:nvContentPartPr>
              <p14:xfrm>
                <a:off x="1190313" y="4778640"/>
                <a:ext cx="216720" cy="360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69C0A3-CA27-65D3-655D-01DCD566838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72673" y="4760640"/>
                  <a:ext cx="2523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F3C1BD3-AC1D-BF67-290A-078E248C64C3}"/>
                    </a:ext>
                  </a:extLst>
                </p14:cNvPr>
                <p14:cNvContentPartPr/>
                <p14:nvPr/>
              </p14:nvContentPartPr>
              <p14:xfrm>
                <a:off x="1216953" y="4946040"/>
                <a:ext cx="715320" cy="153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F3C1BD3-AC1D-BF67-290A-078E248C64C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98953" y="4928040"/>
                  <a:ext cx="7509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B0932E7-19FF-AE97-DC0C-1788BE54F30B}"/>
              </a:ext>
            </a:extLst>
          </p:cNvPr>
          <p:cNvGrpSpPr/>
          <p:nvPr/>
        </p:nvGrpSpPr>
        <p:grpSpPr>
          <a:xfrm>
            <a:off x="2407113" y="4649760"/>
            <a:ext cx="526320" cy="1775880"/>
            <a:chOff x="2407113" y="4649760"/>
            <a:chExt cx="526320" cy="177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8110CA0-03D4-08A4-9C29-75CF3656DAF6}"/>
                    </a:ext>
                  </a:extLst>
                </p14:cNvPr>
                <p14:cNvContentPartPr/>
                <p14:nvPr/>
              </p14:nvContentPartPr>
              <p14:xfrm>
                <a:off x="2407113" y="4649760"/>
                <a:ext cx="526320" cy="1775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8110CA0-03D4-08A4-9C29-75CF3656DAF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89473" y="4631760"/>
                  <a:ext cx="561960" cy="18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0005ECA-0F55-BAF5-1F8D-30A3CB5C6B16}"/>
                    </a:ext>
                  </a:extLst>
                </p14:cNvPr>
                <p14:cNvContentPartPr/>
                <p14:nvPr/>
              </p14:nvContentPartPr>
              <p14:xfrm>
                <a:off x="2523393" y="4676040"/>
                <a:ext cx="266760" cy="55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0005ECA-0F55-BAF5-1F8D-30A3CB5C6B1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505393" y="4658400"/>
                  <a:ext cx="30240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2288D23-EE64-1DD4-0B5F-61D7D7526FA6}"/>
              </a:ext>
            </a:extLst>
          </p:cNvPr>
          <p:cNvGrpSpPr/>
          <p:nvPr/>
        </p:nvGrpSpPr>
        <p:grpSpPr>
          <a:xfrm>
            <a:off x="2678913" y="4973760"/>
            <a:ext cx="574560" cy="285480"/>
            <a:chOff x="2678913" y="4973760"/>
            <a:chExt cx="57456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D85E062-75D2-F803-0E58-A53BFB132648}"/>
                    </a:ext>
                  </a:extLst>
                </p14:cNvPr>
                <p14:cNvContentPartPr/>
                <p14:nvPr/>
              </p14:nvContentPartPr>
              <p14:xfrm>
                <a:off x="2678913" y="5123160"/>
                <a:ext cx="242640" cy="18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D85E062-75D2-F803-0E58-A53BFB13264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661273" y="5105520"/>
                  <a:ext cx="278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23D2D32-5C25-0DF6-CD6D-5718C4C7897E}"/>
                    </a:ext>
                  </a:extLst>
                </p14:cNvPr>
                <p14:cNvContentPartPr/>
                <p14:nvPr/>
              </p14:nvContentPartPr>
              <p14:xfrm>
                <a:off x="3134673" y="4973760"/>
                <a:ext cx="118800" cy="37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23D2D32-5C25-0DF6-CD6D-5718C4C7897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116673" y="4956120"/>
                  <a:ext cx="154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EF91202-771B-3555-C72F-06E1781EE6C3}"/>
                    </a:ext>
                  </a:extLst>
                </p14:cNvPr>
                <p14:cNvContentPartPr/>
                <p14:nvPr/>
              </p14:nvContentPartPr>
              <p14:xfrm>
                <a:off x="3006153" y="5014800"/>
                <a:ext cx="195840" cy="244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EF91202-771B-3555-C72F-06E1781EE6C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988513" y="4996800"/>
                  <a:ext cx="23148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F75F1EA-7B0A-8255-D3B3-EF918D956B33}"/>
              </a:ext>
            </a:extLst>
          </p:cNvPr>
          <p:cNvGrpSpPr/>
          <p:nvPr/>
        </p:nvGrpSpPr>
        <p:grpSpPr>
          <a:xfrm>
            <a:off x="3836673" y="4977000"/>
            <a:ext cx="421920" cy="329040"/>
            <a:chOff x="3836673" y="4977000"/>
            <a:chExt cx="42192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0DDC618-6328-66C5-D928-B8E1725FE829}"/>
                    </a:ext>
                  </a:extLst>
                </p14:cNvPr>
                <p14:cNvContentPartPr/>
                <p14:nvPr/>
              </p14:nvContentPartPr>
              <p14:xfrm>
                <a:off x="3836673" y="5146920"/>
                <a:ext cx="246600" cy="28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0DDC618-6328-66C5-D928-B8E1725FE82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818673" y="5128920"/>
                  <a:ext cx="2822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1192BC-0326-63B3-33DB-F0F5C717C136}"/>
                    </a:ext>
                  </a:extLst>
                </p14:cNvPr>
                <p14:cNvContentPartPr/>
                <p14:nvPr/>
              </p14:nvContentPartPr>
              <p14:xfrm>
                <a:off x="4235913" y="4977000"/>
                <a:ext cx="22680" cy="329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1192BC-0326-63B3-33DB-F0F5C717C1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17913" y="4959000"/>
                  <a:ext cx="58320" cy="36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DF57A76-7689-7854-1E0D-36AC65C761FB}"/>
                  </a:ext>
                </a:extLst>
              </p14:cNvPr>
              <p14:cNvContentPartPr/>
              <p14:nvPr/>
            </p14:nvContentPartPr>
            <p14:xfrm>
              <a:off x="3008313" y="5760360"/>
              <a:ext cx="9360" cy="252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DF57A76-7689-7854-1E0D-36AC65C761FB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2990673" y="5742720"/>
                <a:ext cx="450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2FB6285E-973B-EC8F-B658-DFB21B221AB6}"/>
                  </a:ext>
                </a:extLst>
              </p14:cNvPr>
              <p14:cNvContentPartPr/>
              <p14:nvPr/>
            </p14:nvContentPartPr>
            <p14:xfrm>
              <a:off x="3036393" y="1419840"/>
              <a:ext cx="3960" cy="32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2FB6285E-973B-EC8F-B658-DFB21B221AB6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3018393" y="1402200"/>
                <a:ext cx="396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503B24F-FA7A-3346-026F-E1D9F820082D}"/>
                  </a:ext>
                </a:extLst>
              </p14:cNvPr>
              <p14:cNvContentPartPr/>
              <p14:nvPr/>
            </p14:nvContentPartPr>
            <p14:xfrm>
              <a:off x="9994113" y="1467720"/>
              <a:ext cx="5760" cy="18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503B24F-FA7A-3346-026F-E1D9F820082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976473" y="1449720"/>
                <a:ext cx="414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8A6B131-D811-9269-625F-00B6B86521A5}"/>
                  </a:ext>
                </a:extLst>
              </p14:cNvPr>
              <p14:cNvContentPartPr/>
              <p14:nvPr/>
            </p14:nvContentPartPr>
            <p14:xfrm>
              <a:off x="2616993" y="3582720"/>
              <a:ext cx="178560" cy="352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8A6B131-D811-9269-625F-00B6B86521A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599353" y="3564720"/>
                <a:ext cx="21420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2127D08-D495-FCE0-602C-E06D95F51F74}"/>
                  </a:ext>
                </a:extLst>
              </p14:cNvPr>
              <p14:cNvContentPartPr/>
              <p14:nvPr/>
            </p14:nvContentPartPr>
            <p14:xfrm>
              <a:off x="2842713" y="5729040"/>
              <a:ext cx="199080" cy="3585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2127D08-D495-FCE0-602C-E06D95F51F7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825073" y="5711040"/>
                <a:ext cx="23472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3E9B5D2E-7B80-A9F9-2260-CC8B7293CFBC}"/>
                  </a:ext>
                </a:extLst>
              </p14:cNvPr>
              <p14:cNvContentPartPr/>
              <p14:nvPr/>
            </p14:nvContentPartPr>
            <p14:xfrm>
              <a:off x="3843873" y="5503680"/>
              <a:ext cx="180720" cy="3754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3E9B5D2E-7B80-A9F9-2260-CC8B7293CFB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825873" y="5485680"/>
                <a:ext cx="216360" cy="41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31CF001-F82B-EF4A-2012-183A160CCDE7}"/>
              </a:ext>
            </a:extLst>
          </p:cNvPr>
          <p:cNvGrpSpPr/>
          <p:nvPr/>
        </p:nvGrpSpPr>
        <p:grpSpPr>
          <a:xfrm>
            <a:off x="4829193" y="4664160"/>
            <a:ext cx="950040" cy="1721160"/>
            <a:chOff x="4829193" y="4664160"/>
            <a:chExt cx="950040" cy="172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47A6D37-0935-A0C2-04AA-DB42D071A4B8}"/>
                    </a:ext>
                  </a:extLst>
                </p14:cNvPr>
                <p14:cNvContentPartPr/>
                <p14:nvPr/>
              </p14:nvContentPartPr>
              <p14:xfrm>
                <a:off x="4829193" y="4981320"/>
                <a:ext cx="212040" cy="33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47A6D37-0935-A0C2-04AA-DB42D071A4B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11553" y="4963680"/>
                  <a:ext cx="2476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13A0590-4DF5-D514-A274-79F519121D4C}"/>
                    </a:ext>
                  </a:extLst>
                </p14:cNvPr>
                <p14:cNvContentPartPr/>
                <p14:nvPr/>
              </p14:nvContentPartPr>
              <p14:xfrm>
                <a:off x="5166873" y="4897440"/>
                <a:ext cx="212400" cy="347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13A0590-4DF5-D514-A274-79F519121D4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48873" y="4879800"/>
                  <a:ext cx="2480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AEB3664-9EC8-36E6-AA20-936283DEEB11}"/>
                    </a:ext>
                  </a:extLst>
                </p14:cNvPr>
                <p14:cNvContentPartPr/>
                <p14:nvPr/>
              </p14:nvContentPartPr>
              <p14:xfrm>
                <a:off x="4984353" y="5736960"/>
                <a:ext cx="262800" cy="291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AEB3664-9EC8-36E6-AA20-936283DEEB1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66353" y="5718960"/>
                  <a:ext cx="2984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0DF1A56-074F-23B2-1EC0-78AAEF2C72DF}"/>
                    </a:ext>
                  </a:extLst>
                </p14:cNvPr>
                <p14:cNvContentPartPr/>
                <p14:nvPr/>
              </p14:nvContentPartPr>
              <p14:xfrm>
                <a:off x="5341113" y="4664160"/>
                <a:ext cx="438120" cy="1721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0DF1A56-074F-23B2-1EC0-78AAEF2C72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23113" y="4646160"/>
                  <a:ext cx="473760" cy="175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0728A1D-915B-FF64-BF5D-4587C9843AA9}"/>
              </a:ext>
            </a:extLst>
          </p:cNvPr>
          <p:cNvGrpSpPr/>
          <p:nvPr/>
        </p:nvGrpSpPr>
        <p:grpSpPr>
          <a:xfrm>
            <a:off x="7675353" y="3214440"/>
            <a:ext cx="1044000" cy="412200"/>
            <a:chOff x="7675353" y="3214440"/>
            <a:chExt cx="1044000" cy="4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4B637CB-D697-85C3-1D18-9D862E31330E}"/>
                    </a:ext>
                  </a:extLst>
                </p14:cNvPr>
                <p14:cNvContentPartPr/>
                <p14:nvPr/>
              </p14:nvContentPartPr>
              <p14:xfrm>
                <a:off x="7675353" y="3233160"/>
                <a:ext cx="218160" cy="393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4B637CB-D697-85C3-1D18-9D862E31330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57713" y="3215520"/>
                  <a:ext cx="25380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3DF7D06-7144-8514-5246-D5AED6C9F2BD}"/>
                    </a:ext>
                  </a:extLst>
                </p14:cNvPr>
                <p14:cNvContentPartPr/>
                <p14:nvPr/>
              </p14:nvContentPartPr>
              <p14:xfrm>
                <a:off x="7706313" y="3445920"/>
                <a:ext cx="186480" cy="93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3DF7D06-7144-8514-5246-D5AED6C9F2B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88673" y="3427920"/>
                  <a:ext cx="222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8CECB86-5FD5-8CCE-0B86-49D9EB8DF68F}"/>
                    </a:ext>
                  </a:extLst>
                </p14:cNvPr>
                <p14:cNvContentPartPr/>
                <p14:nvPr/>
              </p14:nvContentPartPr>
              <p14:xfrm>
                <a:off x="8070993" y="3396600"/>
                <a:ext cx="130320" cy="35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8CECB86-5FD5-8CCE-0B86-49D9EB8DF68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52993" y="3378960"/>
                  <a:ext cx="165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17061B3-7BF1-AD84-03AB-9DD08EAB708C}"/>
                    </a:ext>
                  </a:extLst>
                </p14:cNvPr>
                <p14:cNvContentPartPr/>
                <p14:nvPr/>
              </p14:nvContentPartPr>
              <p14:xfrm>
                <a:off x="8420193" y="3214440"/>
                <a:ext cx="299160" cy="362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17061B3-7BF1-AD84-03AB-9DD08EAB708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02553" y="3196440"/>
                  <a:ext cx="334800" cy="39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741F1BA-8BDB-9780-D4A1-20F4952D7EEB}"/>
              </a:ext>
            </a:extLst>
          </p:cNvPr>
          <p:cNvGrpSpPr/>
          <p:nvPr/>
        </p:nvGrpSpPr>
        <p:grpSpPr>
          <a:xfrm>
            <a:off x="9087993" y="3054600"/>
            <a:ext cx="2806560" cy="924120"/>
            <a:chOff x="9087993" y="3054600"/>
            <a:chExt cx="2806560" cy="92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BA63795-A11A-DD22-90E4-C2A3666FC3EE}"/>
                    </a:ext>
                  </a:extLst>
                </p14:cNvPr>
                <p14:cNvContentPartPr/>
                <p14:nvPr/>
              </p14:nvContentPartPr>
              <p14:xfrm>
                <a:off x="9087993" y="3054600"/>
                <a:ext cx="1694160" cy="797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BA63795-A11A-DD22-90E4-C2A3666FC3E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070353" y="3036600"/>
                  <a:ext cx="1729800" cy="83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8E049D-981D-ED86-322E-0394A095AEB1}"/>
                    </a:ext>
                  </a:extLst>
                </p14:cNvPr>
                <p14:cNvContentPartPr/>
                <p14:nvPr/>
              </p14:nvContentPartPr>
              <p14:xfrm>
                <a:off x="10715553" y="3149640"/>
                <a:ext cx="1179000" cy="829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8E049D-981D-ED86-322E-0394A095AEB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97913" y="3132000"/>
                  <a:ext cx="1214640" cy="86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B20CFE4-3CB9-E462-C0C7-65E3701289E5}"/>
                  </a:ext>
                </a:extLst>
              </p14:cNvPr>
              <p14:cNvContentPartPr/>
              <p14:nvPr/>
            </p14:nvContentPartPr>
            <p14:xfrm>
              <a:off x="10448073" y="4475520"/>
              <a:ext cx="26640" cy="201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B20CFE4-3CB9-E462-C0C7-65E3701289E5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0430433" y="4457520"/>
                <a:ext cx="62280" cy="5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566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FA68931-922A-59BB-F9F2-A656A8FDCA48}"/>
              </a:ext>
            </a:extLst>
          </p:cNvPr>
          <p:cNvGrpSpPr/>
          <p:nvPr/>
        </p:nvGrpSpPr>
        <p:grpSpPr>
          <a:xfrm>
            <a:off x="260433" y="324000"/>
            <a:ext cx="8439840" cy="980640"/>
            <a:chOff x="260433" y="324000"/>
            <a:chExt cx="8439840" cy="9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49C7743-EF6A-C094-0C6D-6D0E50F2FCC3}"/>
                    </a:ext>
                  </a:extLst>
                </p14:cNvPr>
                <p14:cNvContentPartPr/>
                <p14:nvPr/>
              </p14:nvContentPartPr>
              <p14:xfrm>
                <a:off x="463113" y="324000"/>
                <a:ext cx="300960" cy="399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49C7743-EF6A-C094-0C6D-6D0E50F2FCC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5113" y="306360"/>
                  <a:ext cx="3366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F4800E1-9CC0-DB27-B884-58E6E4B46F92}"/>
                    </a:ext>
                  </a:extLst>
                </p14:cNvPr>
                <p14:cNvContentPartPr/>
                <p14:nvPr/>
              </p14:nvContentPartPr>
              <p14:xfrm>
                <a:off x="821673" y="502560"/>
                <a:ext cx="162360" cy="245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F4800E1-9CC0-DB27-B884-58E6E4B46F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4033" y="484920"/>
                  <a:ext cx="198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9235CD4-763B-D6B0-23E6-DE403F06E1CE}"/>
                    </a:ext>
                  </a:extLst>
                </p14:cNvPr>
                <p14:cNvContentPartPr/>
                <p14:nvPr/>
              </p14:nvContentPartPr>
              <p14:xfrm>
                <a:off x="1032633" y="550080"/>
                <a:ext cx="217440" cy="218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9235CD4-763B-D6B0-23E6-DE403F06E1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4993" y="532440"/>
                  <a:ext cx="253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ADDE14-B286-0B8D-076F-B088666EFDF9}"/>
                    </a:ext>
                  </a:extLst>
                </p14:cNvPr>
                <p14:cNvContentPartPr/>
                <p14:nvPr/>
              </p14:nvContentPartPr>
              <p14:xfrm>
                <a:off x="1459593" y="324720"/>
                <a:ext cx="27000" cy="389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ADDE14-B286-0B8D-076F-B088666EFDF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1953" y="306720"/>
                  <a:ext cx="6264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C1B6B56-7B98-E959-649B-E701D28E2127}"/>
                    </a:ext>
                  </a:extLst>
                </p14:cNvPr>
                <p14:cNvContentPartPr/>
                <p14:nvPr/>
              </p14:nvContentPartPr>
              <p14:xfrm>
                <a:off x="1496673" y="487440"/>
                <a:ext cx="218520" cy="228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C1B6B56-7B98-E959-649B-E701D28E21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9033" y="469800"/>
                  <a:ext cx="254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211B924-DF4C-F540-4037-6D4D44D62348}"/>
                    </a:ext>
                  </a:extLst>
                </p14:cNvPr>
                <p14:cNvContentPartPr/>
                <p14:nvPr/>
              </p14:nvContentPartPr>
              <p14:xfrm>
                <a:off x="1778553" y="509400"/>
                <a:ext cx="270000" cy="186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211B924-DF4C-F540-4037-6D4D44D623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60913" y="491760"/>
                  <a:ext cx="305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2BF30D-E95C-E1F4-3EA7-37AEF5211F77}"/>
                    </a:ext>
                  </a:extLst>
                </p14:cNvPr>
                <p14:cNvContentPartPr/>
                <p14:nvPr/>
              </p14:nvContentPartPr>
              <p14:xfrm>
                <a:off x="2659113" y="411480"/>
                <a:ext cx="87480" cy="332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2BF30D-E95C-E1F4-3EA7-37AEF5211F7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41473" y="393840"/>
                  <a:ext cx="1231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AAC761-1F1C-1FC0-F943-E39A7C76D214}"/>
                    </a:ext>
                  </a:extLst>
                </p14:cNvPr>
                <p14:cNvContentPartPr/>
                <p14:nvPr/>
              </p14:nvContentPartPr>
              <p14:xfrm>
                <a:off x="2697273" y="365400"/>
                <a:ext cx="402120" cy="355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AAC761-1F1C-1FC0-F943-E39A7C76D2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79273" y="347400"/>
                  <a:ext cx="4377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A824912-E86D-1FD4-E3B6-0805B5FD110C}"/>
                    </a:ext>
                  </a:extLst>
                </p14:cNvPr>
                <p14:cNvContentPartPr/>
                <p14:nvPr/>
              </p14:nvContentPartPr>
              <p14:xfrm>
                <a:off x="3206673" y="563400"/>
                <a:ext cx="253800" cy="224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A824912-E86D-1FD4-E3B6-0805B5FD110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89033" y="545400"/>
                  <a:ext cx="2894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87B806-8F24-2EBB-EDA7-6AE11A46E072}"/>
                    </a:ext>
                  </a:extLst>
                </p14:cNvPr>
                <p14:cNvContentPartPr/>
                <p14:nvPr/>
              </p14:nvContentPartPr>
              <p14:xfrm>
                <a:off x="3604473" y="331560"/>
                <a:ext cx="77760" cy="457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87B806-8F24-2EBB-EDA7-6AE11A46E0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86833" y="313560"/>
                  <a:ext cx="11340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2F69930-7B4C-962B-3202-79B41A32E759}"/>
                    </a:ext>
                  </a:extLst>
                </p14:cNvPr>
                <p14:cNvContentPartPr/>
                <p14:nvPr/>
              </p14:nvContentPartPr>
              <p14:xfrm>
                <a:off x="3813273" y="397800"/>
                <a:ext cx="137520" cy="398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2F69930-7B4C-962B-3202-79B41A32E75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95633" y="380160"/>
                  <a:ext cx="1731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EF5A707-8DD4-31BC-935D-7E98528C2156}"/>
                    </a:ext>
                  </a:extLst>
                </p14:cNvPr>
                <p14:cNvContentPartPr/>
                <p14:nvPr/>
              </p14:nvContentPartPr>
              <p14:xfrm>
                <a:off x="3762873" y="546120"/>
                <a:ext cx="174960" cy="27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EF5A707-8DD4-31BC-935D-7E98528C21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45233" y="528120"/>
                  <a:ext cx="210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5E05D4D-557F-36D2-4596-0252F3BDC7E2}"/>
                    </a:ext>
                  </a:extLst>
                </p14:cNvPr>
                <p14:cNvContentPartPr/>
                <p14:nvPr/>
              </p14:nvContentPartPr>
              <p14:xfrm>
                <a:off x="3987153" y="540720"/>
                <a:ext cx="62640" cy="272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5E05D4D-557F-36D2-4596-0252F3BDC7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69513" y="522720"/>
                  <a:ext cx="982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815080F-7EB6-0CE9-6D04-50F95A507333}"/>
                    </a:ext>
                  </a:extLst>
                </p14:cNvPr>
                <p14:cNvContentPartPr/>
                <p14:nvPr/>
              </p14:nvContentPartPr>
              <p14:xfrm>
                <a:off x="4147353" y="350280"/>
                <a:ext cx="22320" cy="74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815080F-7EB6-0CE9-6D04-50F95A50733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29713" y="332640"/>
                  <a:ext cx="57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A055299-4F0D-8B81-AFE3-515E4A224A2A}"/>
                    </a:ext>
                  </a:extLst>
                </p14:cNvPr>
                <p14:cNvContentPartPr/>
                <p14:nvPr/>
              </p14:nvContentPartPr>
              <p14:xfrm>
                <a:off x="4114233" y="634680"/>
                <a:ext cx="192240" cy="668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A055299-4F0D-8B81-AFE3-515E4A224A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96593" y="617040"/>
                  <a:ext cx="22788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D308A2-9217-46C5-55A3-646C79D40272}"/>
                    </a:ext>
                  </a:extLst>
                </p14:cNvPr>
                <p14:cNvContentPartPr/>
                <p14:nvPr/>
              </p14:nvContentPartPr>
              <p14:xfrm>
                <a:off x="4171833" y="454320"/>
                <a:ext cx="745200" cy="350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D308A2-9217-46C5-55A3-646C79D402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53833" y="436680"/>
                  <a:ext cx="7808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F76AB4-920F-B6B6-A710-D0F83DE383AD}"/>
                    </a:ext>
                  </a:extLst>
                </p14:cNvPr>
                <p14:cNvContentPartPr/>
                <p14:nvPr/>
              </p14:nvContentPartPr>
              <p14:xfrm>
                <a:off x="5446593" y="444600"/>
                <a:ext cx="469440" cy="860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F76AB4-920F-B6B6-A710-D0F83DE383A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28953" y="426600"/>
                  <a:ext cx="505080" cy="8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E89A286-C005-8B53-5FA1-0F2FE776985B}"/>
                    </a:ext>
                  </a:extLst>
                </p14:cNvPr>
                <p14:cNvContentPartPr/>
                <p14:nvPr/>
              </p14:nvContentPartPr>
              <p14:xfrm>
                <a:off x="6364593" y="438120"/>
                <a:ext cx="122040" cy="385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E89A286-C005-8B53-5FA1-0F2FE776985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46593" y="420120"/>
                  <a:ext cx="1576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1A3AED4-2441-956C-5477-EE629E27AA66}"/>
                    </a:ext>
                  </a:extLst>
                </p14:cNvPr>
                <p14:cNvContentPartPr/>
                <p14:nvPr/>
              </p14:nvContentPartPr>
              <p14:xfrm>
                <a:off x="6466473" y="479520"/>
                <a:ext cx="367560" cy="351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1A3AED4-2441-956C-5477-EE629E27AA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48833" y="461880"/>
                  <a:ext cx="4032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6CA2F72-66EC-1836-2620-892394743EE7}"/>
                    </a:ext>
                  </a:extLst>
                </p14:cNvPr>
                <p14:cNvContentPartPr/>
                <p14:nvPr/>
              </p14:nvContentPartPr>
              <p14:xfrm>
                <a:off x="6852033" y="393480"/>
                <a:ext cx="819720" cy="461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6CA2F72-66EC-1836-2620-892394743E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34033" y="375480"/>
                  <a:ext cx="8553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3C7B03C-4E70-B19D-F51F-32CA1274E374}"/>
                    </a:ext>
                  </a:extLst>
                </p14:cNvPr>
                <p14:cNvContentPartPr/>
                <p14:nvPr/>
              </p14:nvContentPartPr>
              <p14:xfrm>
                <a:off x="7801353" y="671040"/>
                <a:ext cx="118440" cy="15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3C7B03C-4E70-B19D-F51F-32CA1274E3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3353" y="653040"/>
                  <a:ext cx="154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D3779D1-E8DB-C446-080D-3232AB367607}"/>
                    </a:ext>
                  </a:extLst>
                </p14:cNvPr>
                <p14:cNvContentPartPr/>
                <p14:nvPr/>
              </p14:nvContentPartPr>
              <p14:xfrm>
                <a:off x="7697673" y="615600"/>
                <a:ext cx="298080" cy="253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D3779D1-E8DB-C446-080D-3232AB3676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79673" y="597960"/>
                  <a:ext cx="3337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451CA37-B895-1710-C6B0-B8ED35F2958B}"/>
                    </a:ext>
                  </a:extLst>
                </p14:cNvPr>
                <p14:cNvContentPartPr/>
                <p14:nvPr/>
              </p14:nvContentPartPr>
              <p14:xfrm>
                <a:off x="7726113" y="418320"/>
                <a:ext cx="11880" cy="30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451CA37-B895-1710-C6B0-B8ED35F295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08473" y="400680"/>
                  <a:ext cx="47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C2055C-7BFE-5C2C-D9CE-7B67C0EAEE1D}"/>
                    </a:ext>
                  </a:extLst>
                </p14:cNvPr>
                <p14:cNvContentPartPr/>
                <p14:nvPr/>
              </p14:nvContentPartPr>
              <p14:xfrm>
                <a:off x="7042473" y="428040"/>
                <a:ext cx="441720" cy="6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C2055C-7BFE-5C2C-D9CE-7B67C0EAEE1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24833" y="410400"/>
                  <a:ext cx="477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742B59D-D39F-0779-8CE5-A2B0FC5E114E}"/>
                    </a:ext>
                  </a:extLst>
                </p14:cNvPr>
                <p14:cNvContentPartPr/>
                <p14:nvPr/>
              </p14:nvContentPartPr>
              <p14:xfrm>
                <a:off x="260433" y="1017360"/>
                <a:ext cx="8439840" cy="199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742B59D-D39F-0779-8CE5-A2B0FC5E114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2433" y="999360"/>
                  <a:ext cx="847548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5A2C0F-40A1-9E22-7C57-136D674F534D}"/>
              </a:ext>
            </a:extLst>
          </p:cNvPr>
          <p:cNvGrpSpPr/>
          <p:nvPr/>
        </p:nvGrpSpPr>
        <p:grpSpPr>
          <a:xfrm>
            <a:off x="388953" y="1348560"/>
            <a:ext cx="554760" cy="836640"/>
            <a:chOff x="388953" y="1348560"/>
            <a:chExt cx="554760" cy="83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DAB25D2-AFB1-1ADA-851E-AD5EDE57CDB2}"/>
                    </a:ext>
                  </a:extLst>
                </p14:cNvPr>
                <p14:cNvContentPartPr/>
                <p14:nvPr/>
              </p14:nvContentPartPr>
              <p14:xfrm>
                <a:off x="388953" y="1348560"/>
                <a:ext cx="314280" cy="464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DAB25D2-AFB1-1ADA-851E-AD5EDE57CDB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1313" y="1330920"/>
                  <a:ext cx="34992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006EA03-1EF9-032E-3898-5EFD9D4A6784}"/>
                    </a:ext>
                  </a:extLst>
                </p14:cNvPr>
                <p14:cNvContentPartPr/>
                <p14:nvPr/>
              </p14:nvContentPartPr>
              <p14:xfrm>
                <a:off x="693873" y="1388160"/>
                <a:ext cx="249840" cy="797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006EA03-1EF9-032E-3898-5EFD9D4A678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5873" y="1370520"/>
                  <a:ext cx="285480" cy="83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4935291-34CF-3265-A362-413849B4AC2D}"/>
                  </a:ext>
                </a:extLst>
              </p14:cNvPr>
              <p14:cNvContentPartPr/>
              <p14:nvPr/>
            </p14:nvContentPartPr>
            <p14:xfrm>
              <a:off x="1291473" y="1636920"/>
              <a:ext cx="200160" cy="2048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4935291-34CF-3265-A362-413849B4AC2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73833" y="1619280"/>
                <a:ext cx="235800" cy="24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49C9534-AECE-168B-D739-12F908AEEAC7}"/>
              </a:ext>
            </a:extLst>
          </p:cNvPr>
          <p:cNvGrpSpPr/>
          <p:nvPr/>
        </p:nvGrpSpPr>
        <p:grpSpPr>
          <a:xfrm>
            <a:off x="1914273" y="1422720"/>
            <a:ext cx="1581120" cy="538560"/>
            <a:chOff x="1914273" y="1422720"/>
            <a:chExt cx="158112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2D0BBC8-B099-A928-B059-9A99740E734D}"/>
                    </a:ext>
                  </a:extLst>
                </p14:cNvPr>
                <p14:cNvContentPartPr/>
                <p14:nvPr/>
              </p14:nvContentPartPr>
              <p14:xfrm>
                <a:off x="1914273" y="1694880"/>
                <a:ext cx="411480" cy="153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2D0BBC8-B099-A928-B059-9A99740E73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96273" y="1677240"/>
                  <a:ext cx="4471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770FE4D-73C9-0989-730B-66E80389A3B4}"/>
                    </a:ext>
                  </a:extLst>
                </p14:cNvPr>
                <p14:cNvContentPartPr/>
                <p14:nvPr/>
              </p14:nvContentPartPr>
              <p14:xfrm>
                <a:off x="2398113" y="1422720"/>
                <a:ext cx="742320" cy="538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770FE4D-73C9-0989-730B-66E80389A3B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80113" y="1404720"/>
                  <a:ext cx="77796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D88D8EC-7E9F-D82C-ED95-DAF221997BFB}"/>
                    </a:ext>
                  </a:extLst>
                </p14:cNvPr>
                <p14:cNvContentPartPr/>
                <p14:nvPr/>
              </p14:nvContentPartPr>
              <p14:xfrm>
                <a:off x="3299193" y="1769040"/>
                <a:ext cx="141840" cy="177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D88D8EC-7E9F-D82C-ED95-DAF221997BF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81553" y="1751040"/>
                  <a:ext cx="177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21CA99E-A578-4CB9-5FF0-65CE9E37ED8E}"/>
                    </a:ext>
                  </a:extLst>
                </p14:cNvPr>
                <p14:cNvContentPartPr/>
                <p14:nvPr/>
              </p14:nvContentPartPr>
              <p14:xfrm>
                <a:off x="3299553" y="1749960"/>
                <a:ext cx="195840" cy="204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21CA99E-A578-4CB9-5FF0-65CE9E37ED8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81553" y="1732320"/>
                  <a:ext cx="23148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FDFA4DE-F464-1615-90F6-E81373472835}"/>
                  </a:ext>
                </a:extLst>
              </p14:cNvPr>
              <p14:cNvContentPartPr/>
              <p14:nvPr/>
            </p14:nvContentPartPr>
            <p14:xfrm>
              <a:off x="3166727" y="1548022"/>
              <a:ext cx="5040" cy="374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FDFA4DE-F464-1615-90F6-E8137347283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148727" y="1530022"/>
                <a:ext cx="406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1027131-381F-892A-8768-5CA48C9A9356}"/>
                  </a:ext>
                </a:extLst>
              </p14:cNvPr>
              <p14:cNvContentPartPr/>
              <p14:nvPr/>
            </p14:nvContentPartPr>
            <p14:xfrm>
              <a:off x="2655887" y="1468102"/>
              <a:ext cx="318240" cy="5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1027131-381F-892A-8768-5CA48C9A935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38247" y="1450462"/>
                <a:ext cx="3538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E1CC526-B304-9631-767C-59AD9A3DFF50}"/>
                  </a:ext>
                </a:extLst>
              </p14:cNvPr>
              <p14:cNvContentPartPr/>
              <p14:nvPr/>
            </p14:nvContentPartPr>
            <p14:xfrm>
              <a:off x="4189847" y="1749622"/>
              <a:ext cx="52560" cy="1540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E1CC526-B304-9631-767C-59AD9A3DFF5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171847" y="1731622"/>
                <a:ext cx="882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7D9716E-B665-D685-0592-4500FA894514}"/>
                  </a:ext>
                </a:extLst>
              </p14:cNvPr>
              <p14:cNvContentPartPr/>
              <p14:nvPr/>
            </p14:nvContentPartPr>
            <p14:xfrm>
              <a:off x="4304327" y="1695622"/>
              <a:ext cx="115560" cy="1760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7D9716E-B665-D685-0592-4500FA89451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86327" y="1677982"/>
                <a:ext cx="15120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3F9FD83-3B7E-74CC-4314-EF388C1B9926}"/>
                  </a:ext>
                </a:extLst>
              </p14:cNvPr>
              <p14:cNvContentPartPr/>
              <p14:nvPr/>
            </p14:nvContentPartPr>
            <p14:xfrm>
              <a:off x="4298567" y="1525702"/>
              <a:ext cx="360" cy="28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3F9FD83-3B7E-74CC-4314-EF388C1B992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280927" y="1508062"/>
                <a:ext cx="360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42C0D93-943F-5485-B57A-C551C8B30EEA}"/>
                  </a:ext>
                </a:extLst>
              </p14:cNvPr>
              <p14:cNvContentPartPr/>
              <p14:nvPr/>
            </p14:nvContentPartPr>
            <p14:xfrm>
              <a:off x="5153927" y="1748902"/>
              <a:ext cx="699840" cy="1558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42C0D93-943F-5485-B57A-C551C8B30EE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136287" y="1731262"/>
                <a:ext cx="7354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E07AC6B-088E-EFD4-F103-B4EAC6D25E01}"/>
                  </a:ext>
                </a:extLst>
              </p14:cNvPr>
              <p14:cNvContentPartPr/>
              <p14:nvPr/>
            </p14:nvContentPartPr>
            <p14:xfrm>
              <a:off x="5901287" y="1469902"/>
              <a:ext cx="112680" cy="4024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E07AC6B-088E-EFD4-F103-B4EAC6D25E0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883287" y="1451902"/>
                <a:ext cx="14832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6A211C8-F491-4DEE-F0F0-5ECB9DE0FDB3}"/>
                  </a:ext>
                </a:extLst>
              </p14:cNvPr>
              <p14:cNvContentPartPr/>
              <p14:nvPr/>
            </p14:nvContentPartPr>
            <p14:xfrm>
              <a:off x="6074447" y="1510942"/>
              <a:ext cx="122400" cy="4042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6A211C8-F491-4DEE-F0F0-5ECB9DE0FDB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056807" y="1493302"/>
                <a:ext cx="15804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03C09D6-3C84-EB0D-1BF0-7DC891916B15}"/>
                  </a:ext>
                </a:extLst>
              </p14:cNvPr>
              <p14:cNvContentPartPr/>
              <p14:nvPr/>
            </p14:nvContentPartPr>
            <p14:xfrm>
              <a:off x="6077327" y="1690222"/>
              <a:ext cx="137520" cy="140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03C09D6-3C84-EB0D-1BF0-7DC891916B1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059687" y="1672582"/>
                <a:ext cx="1731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0CD4959-B68C-33E0-4C80-88BA8A8D01C8}"/>
                  </a:ext>
                </a:extLst>
              </p14:cNvPr>
              <p14:cNvContentPartPr/>
              <p14:nvPr/>
            </p14:nvContentPartPr>
            <p14:xfrm>
              <a:off x="6286847" y="1720102"/>
              <a:ext cx="55080" cy="1674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0CD4959-B68C-33E0-4C80-88BA8A8D01C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269207" y="1702102"/>
                <a:ext cx="907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65821BB-FCE1-B712-0377-EA9CFE807E7D}"/>
                  </a:ext>
                </a:extLst>
              </p14:cNvPr>
              <p14:cNvContentPartPr/>
              <p14:nvPr/>
            </p14:nvContentPartPr>
            <p14:xfrm>
              <a:off x="6345887" y="1526422"/>
              <a:ext cx="50400" cy="417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65821BB-FCE1-B712-0377-EA9CFE807E7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327887" y="1508422"/>
                <a:ext cx="8604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D41B79E-3A73-4C6D-5DD7-CAF43A65F639}"/>
                  </a:ext>
                </a:extLst>
              </p14:cNvPr>
              <p14:cNvContentPartPr/>
              <p14:nvPr/>
            </p14:nvContentPartPr>
            <p14:xfrm>
              <a:off x="6296567" y="1708942"/>
              <a:ext cx="139680" cy="4996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D41B79E-3A73-4C6D-5DD7-CAF43A65F63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278567" y="1690942"/>
                <a:ext cx="17532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36A6E3F-B6C9-ED7D-B8FA-4D9526AC8A9C}"/>
                  </a:ext>
                </a:extLst>
              </p14:cNvPr>
              <p14:cNvContentPartPr/>
              <p14:nvPr/>
            </p14:nvContentPartPr>
            <p14:xfrm>
              <a:off x="6290087" y="1451902"/>
              <a:ext cx="826200" cy="4222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36A6E3F-B6C9-ED7D-B8FA-4D9526AC8A9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272447" y="1433902"/>
                <a:ext cx="86184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B2CF78B-0C2A-7874-12EB-5F063E4EF708}"/>
                  </a:ext>
                </a:extLst>
              </p14:cNvPr>
              <p14:cNvContentPartPr/>
              <p14:nvPr/>
            </p14:nvContentPartPr>
            <p14:xfrm>
              <a:off x="7187927" y="1468462"/>
              <a:ext cx="292680" cy="3834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B2CF78B-0C2A-7874-12EB-5F063E4EF70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170287" y="1450462"/>
                <a:ext cx="32832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91B0FAA-B7BC-00FE-DD08-F2273AB464D5}"/>
                  </a:ext>
                </a:extLst>
              </p14:cNvPr>
              <p14:cNvContentPartPr/>
              <p14:nvPr/>
            </p14:nvContentPartPr>
            <p14:xfrm>
              <a:off x="6979127" y="1425982"/>
              <a:ext cx="109080" cy="208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91B0FAA-B7BC-00FE-DD08-F2273AB464D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961487" y="1408342"/>
                <a:ext cx="14472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C8959E4-A674-FC4B-57C4-B354FD767D43}"/>
                  </a:ext>
                </a:extLst>
              </p14:cNvPr>
              <p14:cNvContentPartPr/>
              <p14:nvPr/>
            </p14:nvContentPartPr>
            <p14:xfrm>
              <a:off x="8029247" y="1398982"/>
              <a:ext cx="181800" cy="424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C8959E4-A674-FC4B-57C4-B354FD767D4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011607" y="1380982"/>
                <a:ext cx="21744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478402B-6378-96A4-183F-B8939653E1BD}"/>
                  </a:ext>
                </a:extLst>
              </p14:cNvPr>
              <p14:cNvContentPartPr/>
              <p14:nvPr/>
            </p14:nvContentPartPr>
            <p14:xfrm>
              <a:off x="8247407" y="1636582"/>
              <a:ext cx="349560" cy="5731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478402B-6378-96A4-183F-B8939653E1B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229407" y="1618582"/>
                <a:ext cx="385200" cy="60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FB8F52EF-4F6B-0296-404A-4CC5FFA9E9C1}"/>
              </a:ext>
            </a:extLst>
          </p:cNvPr>
          <p:cNvGrpSpPr/>
          <p:nvPr/>
        </p:nvGrpSpPr>
        <p:grpSpPr>
          <a:xfrm>
            <a:off x="8938247" y="1379902"/>
            <a:ext cx="1290960" cy="434520"/>
            <a:chOff x="8938247" y="1379902"/>
            <a:chExt cx="129096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3825CD0-DB14-454C-9F35-49F16B599BA7}"/>
                    </a:ext>
                  </a:extLst>
                </p14:cNvPr>
                <p14:cNvContentPartPr/>
                <p14:nvPr/>
              </p14:nvContentPartPr>
              <p14:xfrm>
                <a:off x="8938247" y="1585822"/>
                <a:ext cx="234360" cy="211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3825CD0-DB14-454C-9F35-49F16B599BA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20607" y="1568182"/>
                  <a:ext cx="270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CAB4CCF-913A-2DB3-55AE-8501121AA581}"/>
                    </a:ext>
                  </a:extLst>
                </p14:cNvPr>
                <p14:cNvContentPartPr/>
                <p14:nvPr/>
              </p14:nvContentPartPr>
              <p14:xfrm>
                <a:off x="9226247" y="1598782"/>
                <a:ext cx="136080" cy="168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CAB4CCF-913A-2DB3-55AE-8501121AA5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08247" y="1581142"/>
                  <a:ext cx="171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40D7E59-5C4B-C07C-61A7-3EC33C20C87A}"/>
                    </a:ext>
                  </a:extLst>
                </p14:cNvPr>
                <p14:cNvContentPartPr/>
                <p14:nvPr/>
              </p14:nvContentPartPr>
              <p14:xfrm>
                <a:off x="9409127" y="1379902"/>
                <a:ext cx="549720" cy="408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40D7E59-5C4B-C07C-61A7-3EC33C20C87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91487" y="1361902"/>
                  <a:ext cx="5853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4462989-55E5-0D29-8598-22F1EB39CD52}"/>
                    </a:ext>
                  </a:extLst>
                </p14:cNvPr>
                <p14:cNvContentPartPr/>
                <p14:nvPr/>
              </p14:nvContentPartPr>
              <p14:xfrm>
                <a:off x="10047047" y="1633342"/>
                <a:ext cx="182160" cy="181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4462989-55E5-0D29-8598-22F1EB39CD5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29047" y="1615702"/>
                  <a:ext cx="21780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410A865-212B-5E61-2BC7-B3211AA6EFF0}"/>
              </a:ext>
            </a:extLst>
          </p:cNvPr>
          <p:cNvGrpSpPr/>
          <p:nvPr/>
        </p:nvGrpSpPr>
        <p:grpSpPr>
          <a:xfrm>
            <a:off x="10500287" y="1384582"/>
            <a:ext cx="1544400" cy="745200"/>
            <a:chOff x="10500287" y="1384582"/>
            <a:chExt cx="1544400" cy="74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70911B-94B6-07B5-CBF4-8F75779AE4D2}"/>
                    </a:ext>
                  </a:extLst>
                </p14:cNvPr>
                <p14:cNvContentPartPr/>
                <p14:nvPr/>
              </p14:nvContentPartPr>
              <p14:xfrm>
                <a:off x="10500287" y="1603102"/>
                <a:ext cx="227520" cy="526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70911B-94B6-07B5-CBF4-8F75779AE4D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82287" y="1585102"/>
                  <a:ext cx="26316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8DB2AE2-21C5-2001-5A4A-F7FA8F359F5E}"/>
                    </a:ext>
                  </a:extLst>
                </p14:cNvPr>
                <p14:cNvContentPartPr/>
                <p14:nvPr/>
              </p14:nvContentPartPr>
              <p14:xfrm>
                <a:off x="10795847" y="1550902"/>
                <a:ext cx="192600" cy="217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8DB2AE2-21C5-2001-5A4A-F7FA8F359F5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778207" y="1533262"/>
                  <a:ext cx="2282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EAE6FF2-7F0D-7D54-8D22-9D86F46D9DBB}"/>
                    </a:ext>
                  </a:extLst>
                </p14:cNvPr>
                <p14:cNvContentPartPr/>
                <p14:nvPr/>
              </p14:nvContentPartPr>
              <p14:xfrm>
                <a:off x="11026607" y="1591582"/>
                <a:ext cx="158400" cy="183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EAE6FF2-7F0D-7D54-8D22-9D86F46D9DB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008967" y="1573582"/>
                  <a:ext cx="1940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43582E9-CD4D-9B53-840B-57A8B20FEE0A}"/>
                    </a:ext>
                  </a:extLst>
                </p14:cNvPr>
                <p14:cNvContentPartPr/>
                <p14:nvPr/>
              </p14:nvContentPartPr>
              <p14:xfrm>
                <a:off x="11252327" y="1609222"/>
                <a:ext cx="142200" cy="163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43582E9-CD4D-9B53-840B-57A8B20FEE0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234687" y="1591222"/>
                  <a:ext cx="177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4D55AD2-BF3B-9288-791D-2D618420A162}"/>
                    </a:ext>
                  </a:extLst>
                </p14:cNvPr>
                <p14:cNvContentPartPr/>
                <p14:nvPr/>
              </p14:nvContentPartPr>
              <p14:xfrm>
                <a:off x="11514767" y="1384582"/>
                <a:ext cx="67320" cy="365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4D55AD2-BF3B-9288-791D-2D618420A16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496767" y="1366942"/>
                  <a:ext cx="1029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BF28EC-3AFA-D333-A9E3-818CA9CA8055}"/>
                    </a:ext>
                  </a:extLst>
                </p14:cNvPr>
                <p14:cNvContentPartPr/>
                <p14:nvPr/>
              </p14:nvContentPartPr>
              <p14:xfrm>
                <a:off x="11623127" y="1589422"/>
                <a:ext cx="55800" cy="136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2BF28EC-3AFA-D333-A9E3-818CA9CA805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605487" y="1571782"/>
                  <a:ext cx="91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E457CBE-6278-66FC-ADB4-3B2C32165DA7}"/>
                    </a:ext>
                  </a:extLst>
                </p14:cNvPr>
                <p14:cNvContentPartPr/>
                <p14:nvPr/>
              </p14:nvContentPartPr>
              <p14:xfrm>
                <a:off x="11775767" y="1431022"/>
                <a:ext cx="12600" cy="61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E457CBE-6278-66FC-ADB4-3B2C32165DA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758127" y="1413022"/>
                  <a:ext cx="48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24D7E9-69E4-279F-5801-AAB71541CE2A}"/>
                    </a:ext>
                  </a:extLst>
                </p14:cNvPr>
                <p14:cNvContentPartPr/>
                <p14:nvPr/>
              </p14:nvContentPartPr>
              <p14:xfrm>
                <a:off x="11446007" y="1456942"/>
                <a:ext cx="200880" cy="19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24D7E9-69E4-279F-5801-AAB71541CE2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428367" y="1439302"/>
                  <a:ext cx="236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D50958F-DC09-7C3D-AE26-E5A86CA25139}"/>
                    </a:ext>
                  </a:extLst>
                </p14:cNvPr>
                <p14:cNvContentPartPr/>
                <p14:nvPr/>
              </p14:nvContentPartPr>
              <p14:xfrm>
                <a:off x="11818607" y="1398622"/>
                <a:ext cx="90000" cy="329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D50958F-DC09-7C3D-AE26-E5A86CA2513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800607" y="1380982"/>
                  <a:ext cx="1256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8C01D2B-83F7-0F75-0647-C786813D1BFD}"/>
                    </a:ext>
                  </a:extLst>
                </p14:cNvPr>
                <p14:cNvContentPartPr/>
                <p14:nvPr/>
              </p14:nvContentPartPr>
              <p14:xfrm>
                <a:off x="11727527" y="1596982"/>
                <a:ext cx="317160" cy="443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8C01D2B-83F7-0F75-0647-C786813D1BF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709527" y="1579342"/>
                  <a:ext cx="352800" cy="47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F069275-87F2-EB4E-A693-88804C3C52B2}"/>
              </a:ext>
            </a:extLst>
          </p:cNvPr>
          <p:cNvGrpSpPr/>
          <p:nvPr/>
        </p:nvGrpSpPr>
        <p:grpSpPr>
          <a:xfrm>
            <a:off x="111047" y="2147062"/>
            <a:ext cx="575280" cy="653040"/>
            <a:chOff x="111047" y="2147062"/>
            <a:chExt cx="575280" cy="65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DF22A56-A5EA-C632-FCB5-DAF31411AECB}"/>
                    </a:ext>
                  </a:extLst>
                </p14:cNvPr>
                <p14:cNvContentPartPr/>
                <p14:nvPr/>
              </p14:nvContentPartPr>
              <p14:xfrm>
                <a:off x="111047" y="2147062"/>
                <a:ext cx="374760" cy="601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DF22A56-A5EA-C632-FCB5-DAF31411AEC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3407" y="2129062"/>
                  <a:ext cx="41040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9DFD252-1D52-F691-432E-094E24D14A76}"/>
                    </a:ext>
                  </a:extLst>
                </p14:cNvPr>
                <p14:cNvContentPartPr/>
                <p14:nvPr/>
              </p14:nvContentPartPr>
              <p14:xfrm>
                <a:off x="622247" y="2671582"/>
                <a:ext cx="64080" cy="128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9DFD252-1D52-F691-432E-094E24D14A7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4607" y="2653582"/>
                  <a:ext cx="9972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6A39C64-09F5-CCB3-90AC-E0AA8753F49D}"/>
              </a:ext>
            </a:extLst>
          </p:cNvPr>
          <p:cNvGrpSpPr/>
          <p:nvPr/>
        </p:nvGrpSpPr>
        <p:grpSpPr>
          <a:xfrm>
            <a:off x="1070447" y="2308702"/>
            <a:ext cx="1035360" cy="411480"/>
            <a:chOff x="1070447" y="2308702"/>
            <a:chExt cx="103536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E7E13A8-A53B-A876-5A1F-A7EFF6C2D7CF}"/>
                    </a:ext>
                  </a:extLst>
                </p14:cNvPr>
                <p14:cNvContentPartPr/>
                <p14:nvPr/>
              </p14:nvContentPartPr>
              <p14:xfrm>
                <a:off x="1070447" y="2308702"/>
                <a:ext cx="598680" cy="411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E7E13A8-A53B-A876-5A1F-A7EFF6C2D7C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52807" y="2291062"/>
                  <a:ext cx="63432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DC471A5-6B6D-5901-05E6-EB0A0D572D24}"/>
                    </a:ext>
                  </a:extLst>
                </p14:cNvPr>
                <p14:cNvContentPartPr/>
                <p14:nvPr/>
              </p14:nvContentPartPr>
              <p14:xfrm>
                <a:off x="1204367" y="2455222"/>
                <a:ext cx="162360" cy="16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DC471A5-6B6D-5901-05E6-EB0A0D572D2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86367" y="2437582"/>
                  <a:ext cx="198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C5A0700-B346-0FAB-D6FA-6F776B09F9FB}"/>
                    </a:ext>
                  </a:extLst>
                </p14:cNvPr>
                <p14:cNvContentPartPr/>
                <p14:nvPr/>
              </p14:nvContentPartPr>
              <p14:xfrm>
                <a:off x="1804127" y="2499502"/>
                <a:ext cx="301680" cy="168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C5A0700-B346-0FAB-D6FA-6F776B09F9F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786487" y="2481862"/>
                  <a:ext cx="33732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B4C12B9-FDCE-AD3F-50AF-B1D4A32C5E74}"/>
              </a:ext>
            </a:extLst>
          </p:cNvPr>
          <p:cNvGrpSpPr/>
          <p:nvPr/>
        </p:nvGrpSpPr>
        <p:grpSpPr>
          <a:xfrm>
            <a:off x="2642567" y="2348662"/>
            <a:ext cx="991440" cy="416160"/>
            <a:chOff x="2642567" y="2348662"/>
            <a:chExt cx="99144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94A9F66-754E-FFF4-EA22-AA82D8C04867}"/>
                    </a:ext>
                  </a:extLst>
                </p14:cNvPr>
                <p14:cNvContentPartPr/>
                <p14:nvPr/>
              </p14:nvContentPartPr>
              <p14:xfrm>
                <a:off x="2642567" y="2509222"/>
                <a:ext cx="220680" cy="244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94A9F66-754E-FFF4-EA22-AA82D8C0486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24927" y="2491582"/>
                  <a:ext cx="2563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8D951AA-85E7-C22E-C4D2-7D45CEC79684}"/>
                    </a:ext>
                  </a:extLst>
                </p14:cNvPr>
                <p14:cNvContentPartPr/>
                <p14:nvPr/>
              </p14:nvContentPartPr>
              <p14:xfrm>
                <a:off x="2866127" y="2537662"/>
                <a:ext cx="209160" cy="227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8D951AA-85E7-C22E-C4D2-7D45CEC7968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48487" y="2519662"/>
                  <a:ext cx="2448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9B6C6AA-9203-C809-DA3E-678E5869E5AE}"/>
                    </a:ext>
                  </a:extLst>
                </p14:cNvPr>
                <p14:cNvContentPartPr/>
                <p14:nvPr/>
              </p14:nvContentPartPr>
              <p14:xfrm>
                <a:off x="3118487" y="2553862"/>
                <a:ext cx="217800" cy="207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9B6C6AA-9203-C809-DA3E-678E5869E5A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00487" y="2536222"/>
                  <a:ext cx="253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A8B81D5-8B16-1945-3F9C-5080317C6698}"/>
                    </a:ext>
                  </a:extLst>
                </p14:cNvPr>
                <p14:cNvContentPartPr/>
                <p14:nvPr/>
              </p14:nvContentPartPr>
              <p14:xfrm>
                <a:off x="3398567" y="2348662"/>
                <a:ext cx="235440" cy="330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A8B81D5-8B16-1945-3F9C-5080317C66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80927" y="2331022"/>
                  <a:ext cx="271080" cy="36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9B498CC-8DC0-3116-7E5C-84DD814572C2}"/>
              </a:ext>
            </a:extLst>
          </p:cNvPr>
          <p:cNvGrpSpPr/>
          <p:nvPr/>
        </p:nvGrpSpPr>
        <p:grpSpPr>
          <a:xfrm>
            <a:off x="4046567" y="2343262"/>
            <a:ext cx="1794960" cy="394560"/>
            <a:chOff x="4046567" y="2343262"/>
            <a:chExt cx="179496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34E568-BDB6-3736-E106-F0C6F095CCB9}"/>
                    </a:ext>
                  </a:extLst>
                </p14:cNvPr>
                <p14:cNvContentPartPr/>
                <p14:nvPr/>
              </p14:nvContentPartPr>
              <p14:xfrm>
                <a:off x="4046567" y="2343262"/>
                <a:ext cx="1744200" cy="394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34E568-BDB6-3736-E106-F0C6F095CCB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28567" y="2325262"/>
                  <a:ext cx="17798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C6B210F-E050-0121-E0B3-EF8693318988}"/>
                    </a:ext>
                  </a:extLst>
                </p14:cNvPr>
                <p14:cNvContentPartPr/>
                <p14:nvPr/>
              </p14:nvContentPartPr>
              <p14:xfrm>
                <a:off x="5614727" y="2452342"/>
                <a:ext cx="226800" cy="17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C6B210F-E050-0121-E0B3-EF869331898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97087" y="2434342"/>
                  <a:ext cx="2624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DB8A1EA-0D13-4DE3-790C-A8A7C9E1C468}"/>
              </a:ext>
            </a:extLst>
          </p:cNvPr>
          <p:cNvGrpSpPr/>
          <p:nvPr/>
        </p:nvGrpSpPr>
        <p:grpSpPr>
          <a:xfrm>
            <a:off x="6267407" y="2349382"/>
            <a:ext cx="209160" cy="338040"/>
            <a:chOff x="6267407" y="2349382"/>
            <a:chExt cx="20916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3E10F62-0316-5FB6-A537-75EA605FF15A}"/>
                    </a:ext>
                  </a:extLst>
                </p14:cNvPr>
                <p14:cNvContentPartPr/>
                <p14:nvPr/>
              </p14:nvContentPartPr>
              <p14:xfrm>
                <a:off x="6267407" y="2456302"/>
                <a:ext cx="83880" cy="231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3E10F62-0316-5FB6-A537-75EA605FF15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49767" y="2438662"/>
                  <a:ext cx="1195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6D1C372-EBA1-3B05-F3E0-47372625A3CB}"/>
                    </a:ext>
                  </a:extLst>
                </p14:cNvPr>
                <p14:cNvContentPartPr/>
                <p14:nvPr/>
              </p14:nvContentPartPr>
              <p14:xfrm>
                <a:off x="6379727" y="2500582"/>
                <a:ext cx="96840" cy="167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6D1C372-EBA1-3B05-F3E0-47372625A3C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362087" y="2482942"/>
                  <a:ext cx="132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3A14FA-14C4-0607-3C6E-BD1D7EFC518A}"/>
                    </a:ext>
                  </a:extLst>
                </p14:cNvPr>
                <p14:cNvContentPartPr/>
                <p14:nvPr/>
              </p14:nvContentPartPr>
              <p14:xfrm>
                <a:off x="6368567" y="2349382"/>
                <a:ext cx="16200" cy="37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3A14FA-14C4-0607-3C6E-BD1D7EFC518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50567" y="2331742"/>
                  <a:ext cx="5184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EFAFCB3-DB0C-BCF2-4C48-5C49EEFFA58C}"/>
              </a:ext>
            </a:extLst>
          </p:cNvPr>
          <p:cNvGrpSpPr/>
          <p:nvPr/>
        </p:nvGrpSpPr>
        <p:grpSpPr>
          <a:xfrm>
            <a:off x="7001087" y="2210782"/>
            <a:ext cx="2198160" cy="822960"/>
            <a:chOff x="7001087" y="2210782"/>
            <a:chExt cx="2198160" cy="82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576F506-63D4-9A0A-597B-EBC79EBE24D8}"/>
                    </a:ext>
                  </a:extLst>
                </p14:cNvPr>
                <p14:cNvContentPartPr/>
                <p14:nvPr/>
              </p14:nvContentPartPr>
              <p14:xfrm>
                <a:off x="7001087" y="2225542"/>
                <a:ext cx="1074600" cy="473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576F506-63D4-9A0A-597B-EBC79EBE24D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983087" y="2207542"/>
                  <a:ext cx="111024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D639D99-1EEE-7317-3C24-2A3208A53199}"/>
                    </a:ext>
                  </a:extLst>
                </p14:cNvPr>
                <p14:cNvContentPartPr/>
                <p14:nvPr/>
              </p14:nvContentPartPr>
              <p14:xfrm>
                <a:off x="7895687" y="2440462"/>
                <a:ext cx="195120" cy="25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D639D99-1EEE-7317-3C24-2A3208A5319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878047" y="2422822"/>
                  <a:ext cx="230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28FFDF4-A029-71E8-59A1-3A24311EC98B}"/>
                    </a:ext>
                  </a:extLst>
                </p14:cNvPr>
                <p14:cNvContentPartPr/>
                <p14:nvPr/>
              </p14:nvContentPartPr>
              <p14:xfrm>
                <a:off x="8093687" y="2448022"/>
                <a:ext cx="70920" cy="213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28FFDF4-A029-71E8-59A1-3A24311EC98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75687" y="2430022"/>
                  <a:ext cx="106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CCA3FB1-EADD-A6F9-FE80-6938A0F12AF0}"/>
                    </a:ext>
                  </a:extLst>
                </p14:cNvPr>
                <p14:cNvContentPartPr/>
                <p14:nvPr/>
              </p14:nvContentPartPr>
              <p14:xfrm>
                <a:off x="8207087" y="2284582"/>
                <a:ext cx="34920" cy="53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CCA3FB1-EADD-A6F9-FE80-6938A0F12AF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89087" y="2266942"/>
                  <a:ext cx="70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BB6E2EE-3A53-EBB1-3C55-7D6025718A93}"/>
                    </a:ext>
                  </a:extLst>
                </p14:cNvPr>
                <p14:cNvContentPartPr/>
                <p14:nvPr/>
              </p14:nvContentPartPr>
              <p14:xfrm>
                <a:off x="8038607" y="2453782"/>
                <a:ext cx="195120" cy="579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BB6E2EE-3A53-EBB1-3C55-7D6025718A9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20967" y="2436142"/>
                  <a:ext cx="23076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23F2CD4-17E9-53F5-F263-5752C4045B56}"/>
                    </a:ext>
                  </a:extLst>
                </p14:cNvPr>
                <p14:cNvContentPartPr/>
                <p14:nvPr/>
              </p14:nvContentPartPr>
              <p14:xfrm>
                <a:off x="8136527" y="2210782"/>
                <a:ext cx="592200" cy="412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23F2CD4-17E9-53F5-F263-5752C4045B5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18527" y="2192782"/>
                  <a:ext cx="62784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5F235BC-91D5-BD08-3A5B-ED5C742A48FA}"/>
                    </a:ext>
                  </a:extLst>
                </p14:cNvPr>
                <p14:cNvContentPartPr/>
                <p14:nvPr/>
              </p14:nvContentPartPr>
              <p14:xfrm>
                <a:off x="8696687" y="2287102"/>
                <a:ext cx="43200" cy="457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5F235BC-91D5-BD08-3A5B-ED5C742A48F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78687" y="2269102"/>
                  <a:ext cx="78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52CA444-06A3-9C11-AB91-A7AC95F983B2}"/>
                    </a:ext>
                  </a:extLst>
                </p14:cNvPr>
                <p14:cNvContentPartPr/>
                <p14:nvPr/>
              </p14:nvContentPartPr>
              <p14:xfrm>
                <a:off x="8736287" y="2225542"/>
                <a:ext cx="462960" cy="376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52CA444-06A3-9C11-AB91-A7AC95F983B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18287" y="2207902"/>
                  <a:ext cx="498600" cy="41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1247376-6454-2CCD-E3D6-BED48C38D45E}"/>
                  </a:ext>
                </a:extLst>
              </p14:cNvPr>
              <p14:cNvContentPartPr/>
              <p14:nvPr/>
            </p14:nvContentPartPr>
            <p14:xfrm>
              <a:off x="9588047" y="2252902"/>
              <a:ext cx="192960" cy="3675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1247376-6454-2CCD-E3D6-BED48C38D45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570407" y="2235262"/>
                <a:ext cx="22860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6BD18E3-6F37-FDA5-1AD7-C6D083E2DFAA}"/>
                  </a:ext>
                </a:extLst>
              </p14:cNvPr>
              <p14:cNvContentPartPr/>
              <p14:nvPr/>
            </p14:nvContentPartPr>
            <p14:xfrm>
              <a:off x="9684167" y="2458462"/>
              <a:ext cx="332640" cy="5522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6BD18E3-6F37-FDA5-1AD7-C6D083E2DFAA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666527" y="2440462"/>
                <a:ext cx="368280" cy="58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9B28CB5-7584-2135-0C9C-EF341FD862C7}"/>
              </a:ext>
            </a:extLst>
          </p:cNvPr>
          <p:cNvGrpSpPr/>
          <p:nvPr/>
        </p:nvGrpSpPr>
        <p:grpSpPr>
          <a:xfrm>
            <a:off x="10308767" y="2231302"/>
            <a:ext cx="614520" cy="609120"/>
            <a:chOff x="10308767" y="2231302"/>
            <a:chExt cx="614520" cy="60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DC0BF0C-C0BD-13F1-057E-686BA11906B0}"/>
                    </a:ext>
                  </a:extLst>
                </p14:cNvPr>
                <p14:cNvContentPartPr/>
                <p14:nvPr/>
              </p14:nvContentPartPr>
              <p14:xfrm>
                <a:off x="10308767" y="2231302"/>
                <a:ext cx="271440" cy="410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DC0BF0C-C0BD-13F1-057E-686BA11906B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90767" y="2213302"/>
                  <a:ext cx="30708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A302F9F-CA35-504D-2E5F-0D69B33CDA16}"/>
                    </a:ext>
                  </a:extLst>
                </p14:cNvPr>
                <p14:cNvContentPartPr/>
                <p14:nvPr/>
              </p14:nvContentPartPr>
              <p14:xfrm>
                <a:off x="10787927" y="2696422"/>
                <a:ext cx="135360" cy="144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A302F9F-CA35-504D-2E5F-0D69B33CDA1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770287" y="2678422"/>
                  <a:ext cx="17100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A2705E1-4B95-F30B-B658-E88E245B2185}"/>
              </a:ext>
            </a:extLst>
          </p:cNvPr>
          <p:cNvGrpSpPr/>
          <p:nvPr/>
        </p:nvGrpSpPr>
        <p:grpSpPr>
          <a:xfrm>
            <a:off x="11254847" y="2362342"/>
            <a:ext cx="532800" cy="351000"/>
            <a:chOff x="11254847" y="2362342"/>
            <a:chExt cx="53280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8C0ABDE-8CBB-BC17-FF3F-117806E945CF}"/>
                    </a:ext>
                  </a:extLst>
                </p14:cNvPr>
                <p14:cNvContentPartPr/>
                <p14:nvPr/>
              </p14:nvContentPartPr>
              <p14:xfrm>
                <a:off x="11254847" y="2468182"/>
                <a:ext cx="32400" cy="219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8C0ABDE-8CBB-BC17-FF3F-117806E945C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237207" y="2450542"/>
                  <a:ext cx="68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2438297-EEFF-1ECD-ADD9-DE1E53A6EF44}"/>
                    </a:ext>
                  </a:extLst>
                </p14:cNvPr>
                <p14:cNvContentPartPr/>
                <p14:nvPr/>
              </p14:nvContentPartPr>
              <p14:xfrm>
                <a:off x="11302367" y="2362342"/>
                <a:ext cx="11520" cy="40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2438297-EEFF-1ECD-ADD9-DE1E53A6EF4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284727" y="2344702"/>
                  <a:ext cx="471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37286D1-9528-9C48-776E-A5B453607B52}"/>
                    </a:ext>
                  </a:extLst>
                </p14:cNvPr>
                <p14:cNvContentPartPr/>
                <p14:nvPr/>
              </p14:nvContentPartPr>
              <p14:xfrm>
                <a:off x="11375807" y="2687782"/>
                <a:ext cx="15480" cy="25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37286D1-9528-9C48-776E-A5B453607B5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58167" y="2670142"/>
                  <a:ext cx="511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7A2FF03-0FDA-E74A-5C5F-27DD052E609B}"/>
                    </a:ext>
                  </a:extLst>
                </p14:cNvPr>
                <p14:cNvContentPartPr/>
                <p14:nvPr/>
              </p14:nvContentPartPr>
              <p14:xfrm>
                <a:off x="11497487" y="2458822"/>
                <a:ext cx="140760" cy="232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7A2FF03-0FDA-E74A-5C5F-27DD052E609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479847" y="2441182"/>
                  <a:ext cx="1764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E85AD74-705E-B62C-F116-01DCBCD61402}"/>
                    </a:ext>
                  </a:extLst>
                </p14:cNvPr>
                <p14:cNvContentPartPr/>
                <p14:nvPr/>
              </p14:nvContentPartPr>
              <p14:xfrm>
                <a:off x="11771447" y="2656822"/>
                <a:ext cx="16200" cy="4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E85AD74-705E-B62C-F116-01DCBCD6140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753447" y="2638822"/>
                  <a:ext cx="5184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50DF53B-5CA3-68D1-CFCB-5CE871C46685}"/>
                  </a:ext>
                </a:extLst>
              </p14:cNvPr>
              <p14:cNvContentPartPr/>
              <p14:nvPr/>
            </p14:nvContentPartPr>
            <p14:xfrm>
              <a:off x="1418567" y="3367822"/>
              <a:ext cx="318600" cy="4842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50DF53B-5CA3-68D1-CFCB-5CE871C46685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400567" y="3349822"/>
                <a:ext cx="354240" cy="51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3F1F571-CB8D-F5F9-0BD5-9614CDBB6568}"/>
              </a:ext>
            </a:extLst>
          </p:cNvPr>
          <p:cNvGrpSpPr/>
          <p:nvPr/>
        </p:nvGrpSpPr>
        <p:grpSpPr>
          <a:xfrm>
            <a:off x="2060447" y="3272782"/>
            <a:ext cx="2904480" cy="1522800"/>
            <a:chOff x="2060447" y="3272782"/>
            <a:chExt cx="2904480" cy="152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8A3AD4-EC9D-E854-106E-32720F812C6F}"/>
                    </a:ext>
                  </a:extLst>
                </p14:cNvPr>
                <p14:cNvContentPartPr/>
                <p14:nvPr/>
              </p14:nvContentPartPr>
              <p14:xfrm>
                <a:off x="2083127" y="3585622"/>
                <a:ext cx="174600" cy="7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18A3AD4-EC9D-E854-106E-32720F812C6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065487" y="3567622"/>
                  <a:ext cx="210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B3FD290-9321-D182-0070-21BFB93EBBB0}"/>
                    </a:ext>
                  </a:extLst>
                </p14:cNvPr>
                <p14:cNvContentPartPr/>
                <p14:nvPr/>
              </p14:nvContentPartPr>
              <p14:xfrm>
                <a:off x="2060447" y="3681742"/>
                <a:ext cx="212760" cy="27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B3FD290-9321-D182-0070-21BFB93EBBB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42807" y="3664102"/>
                  <a:ext cx="248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7D67505-9C00-6070-0631-49CFFF397821}"/>
                    </a:ext>
                  </a:extLst>
                </p14:cNvPr>
                <p14:cNvContentPartPr/>
                <p14:nvPr/>
              </p14:nvContentPartPr>
              <p14:xfrm>
                <a:off x="2466887" y="3272782"/>
                <a:ext cx="409680" cy="1505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7D67505-9C00-6070-0631-49CFFF39782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448887" y="3254782"/>
                  <a:ext cx="445320" cy="154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2CD323B-802D-1BC8-C707-81B508698729}"/>
                    </a:ext>
                  </a:extLst>
                </p14:cNvPr>
                <p14:cNvContentPartPr/>
                <p14:nvPr/>
              </p14:nvContentPartPr>
              <p14:xfrm>
                <a:off x="3134327" y="3403462"/>
                <a:ext cx="235440" cy="1821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2CD323B-802D-1BC8-C707-81B50869872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116687" y="3385462"/>
                  <a:ext cx="271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9B344D3-224F-14EA-1E1D-7E34D5B1090D}"/>
                    </a:ext>
                  </a:extLst>
                </p14:cNvPr>
                <p14:cNvContentPartPr/>
                <p14:nvPr/>
              </p14:nvContentPartPr>
              <p14:xfrm>
                <a:off x="3618887" y="3349462"/>
                <a:ext cx="183600" cy="239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9B344D3-224F-14EA-1E1D-7E34D5B1090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00887" y="3331822"/>
                  <a:ext cx="219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4CC8DE1-E2BC-7781-E9BC-7DCCD806DAF4}"/>
                    </a:ext>
                  </a:extLst>
                </p14:cNvPr>
                <p14:cNvContentPartPr/>
                <p14:nvPr/>
              </p14:nvContentPartPr>
              <p14:xfrm>
                <a:off x="4094807" y="3348382"/>
                <a:ext cx="203400" cy="350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4CC8DE1-E2BC-7781-E9BC-7DCCD806DAF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76807" y="3330742"/>
                  <a:ext cx="2390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59B5779-0DB9-B8F0-51D5-55CC85704AB2}"/>
                    </a:ext>
                  </a:extLst>
                </p14:cNvPr>
                <p14:cNvContentPartPr/>
                <p14:nvPr/>
              </p14:nvContentPartPr>
              <p14:xfrm>
                <a:off x="3095087" y="3898102"/>
                <a:ext cx="138600" cy="290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59B5779-0DB9-B8F0-51D5-55CC85704AB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077447" y="3880462"/>
                  <a:ext cx="1742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1B06367-2206-938A-E2B1-D4DD9D46633A}"/>
                    </a:ext>
                  </a:extLst>
                </p14:cNvPr>
                <p14:cNvContentPartPr/>
                <p14:nvPr/>
              </p14:nvContentPartPr>
              <p14:xfrm>
                <a:off x="3526727" y="3951382"/>
                <a:ext cx="173520" cy="70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1B06367-2206-938A-E2B1-D4DD9D46633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509087" y="3933382"/>
                  <a:ext cx="209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D30C104-7D55-AB3C-AB54-431D80A55020}"/>
                    </a:ext>
                  </a:extLst>
                </p14:cNvPr>
                <p14:cNvContentPartPr/>
                <p14:nvPr/>
              </p14:nvContentPartPr>
              <p14:xfrm>
                <a:off x="3500807" y="3957142"/>
                <a:ext cx="184680" cy="1983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D30C104-7D55-AB3C-AB54-431D80A5502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482807" y="3939142"/>
                  <a:ext cx="220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9856A5E-E7C0-5034-35C6-04B12C0980DD}"/>
                    </a:ext>
                  </a:extLst>
                </p14:cNvPr>
                <p14:cNvContentPartPr/>
                <p14:nvPr/>
              </p14:nvContentPartPr>
              <p14:xfrm>
                <a:off x="3968447" y="3966502"/>
                <a:ext cx="231840" cy="244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9856A5E-E7C0-5034-35C6-04B12C0980D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50447" y="3948862"/>
                  <a:ext cx="2674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75D2DC2-2E7B-8FB7-5B7A-A6D718356D74}"/>
                    </a:ext>
                  </a:extLst>
                </p14:cNvPr>
                <p14:cNvContentPartPr/>
                <p14:nvPr/>
              </p14:nvContentPartPr>
              <p14:xfrm>
                <a:off x="2913647" y="4468702"/>
                <a:ext cx="212400" cy="253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75D2DC2-2E7B-8FB7-5B7A-A6D718356D7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96007" y="4450702"/>
                  <a:ext cx="2480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8DBA774-F8AA-29FE-B2F5-67904C19E981}"/>
                    </a:ext>
                  </a:extLst>
                </p14:cNvPr>
                <p14:cNvContentPartPr/>
                <p14:nvPr/>
              </p14:nvContentPartPr>
              <p14:xfrm>
                <a:off x="3522407" y="4440262"/>
                <a:ext cx="168840" cy="232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8DBA774-F8AA-29FE-B2F5-67904C19E98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504407" y="4422622"/>
                  <a:ext cx="2044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47DD9EC-E753-22E0-07F6-CE0FEFFF51ED}"/>
                    </a:ext>
                  </a:extLst>
                </p14:cNvPr>
                <p14:cNvContentPartPr/>
                <p14:nvPr/>
              </p14:nvContentPartPr>
              <p14:xfrm>
                <a:off x="3964127" y="4443502"/>
                <a:ext cx="137880" cy="245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47DD9EC-E753-22E0-07F6-CE0FEFFF51E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946487" y="4425862"/>
                  <a:ext cx="173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59518E7-8C25-BFEC-1630-2D8F1A6337FF}"/>
                    </a:ext>
                  </a:extLst>
                </p14:cNvPr>
                <p14:cNvContentPartPr/>
                <p14:nvPr/>
              </p14:nvContentPartPr>
              <p14:xfrm>
                <a:off x="4114247" y="3292222"/>
                <a:ext cx="850680" cy="1503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59518E7-8C25-BFEC-1630-2D8F1A6337F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096607" y="3274222"/>
                  <a:ext cx="886320" cy="153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063F22D-9875-C6A1-63FB-718A532445DA}"/>
              </a:ext>
            </a:extLst>
          </p:cNvPr>
          <p:cNvGrpSpPr/>
          <p:nvPr/>
        </p:nvGrpSpPr>
        <p:grpSpPr>
          <a:xfrm>
            <a:off x="570767" y="5192662"/>
            <a:ext cx="664560" cy="384120"/>
            <a:chOff x="570767" y="5192662"/>
            <a:chExt cx="66456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571132F-0550-7A01-5D63-AE241C3F9F84}"/>
                    </a:ext>
                  </a:extLst>
                </p14:cNvPr>
                <p14:cNvContentPartPr/>
                <p14:nvPr/>
              </p14:nvContentPartPr>
              <p14:xfrm>
                <a:off x="570767" y="5192662"/>
                <a:ext cx="306360" cy="300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571132F-0550-7A01-5D63-AE241C3F9F8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3127" y="5174662"/>
                  <a:ext cx="3420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6EF6C2B-DB74-4D0C-0E3A-7524F4A93975}"/>
                    </a:ext>
                  </a:extLst>
                </p14:cNvPr>
                <p14:cNvContentPartPr/>
                <p14:nvPr/>
              </p14:nvContentPartPr>
              <p14:xfrm>
                <a:off x="975047" y="5212822"/>
                <a:ext cx="232200" cy="363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6EF6C2B-DB74-4D0C-0E3A-7524F4A9397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57407" y="5194822"/>
                  <a:ext cx="26784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7A4A24A-5B1A-3D46-6EEF-DA16438CED52}"/>
                    </a:ext>
                  </a:extLst>
                </p14:cNvPr>
                <p14:cNvContentPartPr/>
                <p14:nvPr/>
              </p14:nvContentPartPr>
              <p14:xfrm>
                <a:off x="995207" y="5378782"/>
                <a:ext cx="240120" cy="33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7A4A24A-5B1A-3D46-6EEF-DA16438CED5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77207" y="5361142"/>
                  <a:ext cx="2757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7619A2E-8DC3-6B1D-106B-ECC7B27E4E2C}"/>
              </a:ext>
            </a:extLst>
          </p:cNvPr>
          <p:cNvGrpSpPr/>
          <p:nvPr/>
        </p:nvGrpSpPr>
        <p:grpSpPr>
          <a:xfrm>
            <a:off x="1544567" y="5388862"/>
            <a:ext cx="280800" cy="170280"/>
            <a:chOff x="1544567" y="5388862"/>
            <a:chExt cx="28080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6E45931-8725-1914-14FC-BD0703490E4B}"/>
                    </a:ext>
                  </a:extLst>
                </p14:cNvPr>
                <p14:cNvContentPartPr/>
                <p14:nvPr/>
              </p14:nvContentPartPr>
              <p14:xfrm>
                <a:off x="1590287" y="5388862"/>
                <a:ext cx="134640" cy="45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6E45931-8725-1914-14FC-BD0703490E4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572287" y="5370862"/>
                  <a:ext cx="170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2BB075B-4822-AE7C-220F-D47587650B4C}"/>
                    </a:ext>
                  </a:extLst>
                </p14:cNvPr>
                <p14:cNvContentPartPr/>
                <p14:nvPr/>
              </p14:nvContentPartPr>
              <p14:xfrm>
                <a:off x="1544567" y="5512342"/>
                <a:ext cx="280800" cy="46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2BB075B-4822-AE7C-220F-D47587650B4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526927" y="5494702"/>
                  <a:ext cx="31644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EFA43D0-0135-56BE-4226-AC0EC66B7451}"/>
                  </a:ext>
                </a:extLst>
              </p14:cNvPr>
              <p14:cNvContentPartPr/>
              <p14:nvPr/>
            </p14:nvContentPartPr>
            <p14:xfrm>
              <a:off x="2415047" y="5137582"/>
              <a:ext cx="295560" cy="15620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EFA43D0-0135-56BE-4226-AC0EC66B745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397407" y="5119582"/>
                <a:ext cx="331200" cy="15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8853D8BF-867D-309B-3A59-8C52E1098612}"/>
                  </a:ext>
                </a:extLst>
              </p14:cNvPr>
              <p14:cNvContentPartPr/>
              <p14:nvPr/>
            </p14:nvContentPartPr>
            <p14:xfrm>
              <a:off x="2881247" y="5290582"/>
              <a:ext cx="163440" cy="2714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8853D8BF-867D-309B-3A59-8C52E1098612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863607" y="5272582"/>
                <a:ext cx="199080" cy="30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EB34F12C-EED1-2047-C4BE-B0C7189808B9}"/>
              </a:ext>
            </a:extLst>
          </p:cNvPr>
          <p:cNvGrpSpPr/>
          <p:nvPr/>
        </p:nvGrpSpPr>
        <p:grpSpPr>
          <a:xfrm>
            <a:off x="2807447" y="5873062"/>
            <a:ext cx="380160" cy="232200"/>
            <a:chOff x="2807447" y="5873062"/>
            <a:chExt cx="38016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A2A58F0-EBB4-0F7C-B8A6-299397712918}"/>
                    </a:ext>
                  </a:extLst>
                </p14:cNvPr>
                <p14:cNvContentPartPr/>
                <p14:nvPr/>
              </p14:nvContentPartPr>
              <p14:xfrm>
                <a:off x="2807447" y="5873062"/>
                <a:ext cx="38160" cy="232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A2A58F0-EBB4-0F7C-B8A6-29939771291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789447" y="5855062"/>
                  <a:ext cx="73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7F56E41-69E9-13CC-4276-9A33BD174DD5}"/>
                    </a:ext>
                  </a:extLst>
                </p14:cNvPr>
                <p14:cNvContentPartPr/>
                <p14:nvPr/>
              </p14:nvContentPartPr>
              <p14:xfrm>
                <a:off x="2969447" y="5896102"/>
                <a:ext cx="218160" cy="171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7F56E41-69E9-13CC-4276-9A33BD174DD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951807" y="5878462"/>
                  <a:ext cx="25380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9D955AA-2519-2633-66F9-D8DC43CA5DB2}"/>
              </a:ext>
            </a:extLst>
          </p:cNvPr>
          <p:cNvGrpSpPr/>
          <p:nvPr/>
        </p:nvGrpSpPr>
        <p:grpSpPr>
          <a:xfrm>
            <a:off x="2678927" y="6356902"/>
            <a:ext cx="258840" cy="172440"/>
            <a:chOff x="2678927" y="6356902"/>
            <a:chExt cx="258840" cy="1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FD9EA34-DD65-8440-5BD9-14BBC34F2895}"/>
                    </a:ext>
                  </a:extLst>
                </p14:cNvPr>
                <p14:cNvContentPartPr/>
                <p14:nvPr/>
              </p14:nvContentPartPr>
              <p14:xfrm>
                <a:off x="2678927" y="6356902"/>
                <a:ext cx="124920" cy="1695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FD9EA34-DD65-8440-5BD9-14BBC34F289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61287" y="6338902"/>
                  <a:ext cx="160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56F1FC3-75C1-041A-5885-2B3BFE07DA99}"/>
                    </a:ext>
                  </a:extLst>
                </p14:cNvPr>
                <p14:cNvContentPartPr/>
                <p14:nvPr/>
              </p14:nvContentPartPr>
              <p14:xfrm>
                <a:off x="2915087" y="6363742"/>
                <a:ext cx="22680" cy="165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56F1FC3-75C1-041A-5885-2B3BFE07DA9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97447" y="6346102"/>
                  <a:ext cx="5832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6A5929C-858B-512F-2F03-4B19B99604FE}"/>
              </a:ext>
            </a:extLst>
          </p:cNvPr>
          <p:cNvGrpSpPr/>
          <p:nvPr/>
        </p:nvGrpSpPr>
        <p:grpSpPr>
          <a:xfrm>
            <a:off x="3510527" y="5029222"/>
            <a:ext cx="1773720" cy="1771200"/>
            <a:chOff x="3510527" y="5029222"/>
            <a:chExt cx="1773720" cy="177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19445A2-4672-B39B-325D-C3DA4E85980B}"/>
                    </a:ext>
                  </a:extLst>
                </p14:cNvPr>
                <p14:cNvContentPartPr/>
                <p14:nvPr/>
              </p14:nvContentPartPr>
              <p14:xfrm>
                <a:off x="3535007" y="5262502"/>
                <a:ext cx="138240" cy="323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19445A2-4672-B39B-325D-C3DA4E85980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517367" y="5244862"/>
                  <a:ext cx="1738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2239A70-BC91-0961-632C-73F456A0A109}"/>
                    </a:ext>
                  </a:extLst>
                </p14:cNvPr>
                <p14:cNvContentPartPr/>
                <p14:nvPr/>
              </p14:nvContentPartPr>
              <p14:xfrm>
                <a:off x="4211807" y="5260702"/>
                <a:ext cx="47160" cy="261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2239A70-BC91-0961-632C-73F456A0A10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93807" y="5243062"/>
                  <a:ext cx="828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0C68902-2DAC-6F70-7E09-772C690B9DEB}"/>
                    </a:ext>
                  </a:extLst>
                </p14:cNvPr>
                <p14:cNvContentPartPr/>
                <p14:nvPr/>
              </p14:nvContentPartPr>
              <p14:xfrm>
                <a:off x="4408007" y="5288782"/>
                <a:ext cx="346320" cy="257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0C68902-2DAC-6F70-7E09-772C690B9DE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390367" y="5271142"/>
                  <a:ext cx="381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E31C4BE-0934-BE4A-38D7-26D17CAB6096}"/>
                    </a:ext>
                  </a:extLst>
                </p14:cNvPr>
                <p14:cNvContentPartPr/>
                <p14:nvPr/>
              </p14:nvContentPartPr>
              <p14:xfrm>
                <a:off x="3550847" y="5885302"/>
                <a:ext cx="46800" cy="178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E31C4BE-0934-BE4A-38D7-26D17CAB609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533207" y="5867662"/>
                  <a:ext cx="82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6981E8A-E166-4880-8F16-469DFF3015BC}"/>
                    </a:ext>
                  </a:extLst>
                </p14:cNvPr>
                <p14:cNvContentPartPr/>
                <p14:nvPr/>
              </p14:nvContentPartPr>
              <p14:xfrm>
                <a:off x="3643367" y="5895382"/>
                <a:ext cx="95400" cy="171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6981E8A-E166-4880-8F16-469DFF3015B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25727" y="5877382"/>
                  <a:ext cx="131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253EB8E-0B38-AB78-9493-CFDC8270447B}"/>
                    </a:ext>
                  </a:extLst>
                </p14:cNvPr>
                <p14:cNvContentPartPr/>
                <p14:nvPr/>
              </p14:nvContentPartPr>
              <p14:xfrm>
                <a:off x="3778007" y="5832742"/>
                <a:ext cx="180720" cy="363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253EB8E-0B38-AB78-9493-CFDC8270447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60007" y="5814742"/>
                  <a:ext cx="216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0B50AC4-68FE-FDC0-54C9-BB0D2DFCC1AC}"/>
                    </a:ext>
                  </a:extLst>
                </p14:cNvPr>
                <p14:cNvContentPartPr/>
                <p14:nvPr/>
              </p14:nvContentPartPr>
              <p14:xfrm>
                <a:off x="4285247" y="5845702"/>
                <a:ext cx="53280" cy="175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0B50AC4-68FE-FDC0-54C9-BB0D2DFCC1A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267247" y="5828062"/>
                  <a:ext cx="88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9A69550-3708-C86F-C40E-8CE85DA3724D}"/>
                    </a:ext>
                  </a:extLst>
                </p14:cNvPr>
                <p14:cNvContentPartPr/>
                <p14:nvPr/>
              </p14:nvContentPartPr>
              <p14:xfrm>
                <a:off x="4367327" y="5803222"/>
                <a:ext cx="201960" cy="240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9A69550-3708-C86F-C40E-8CE85DA3724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349327" y="5785222"/>
                  <a:ext cx="2376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5CC0EC3-C114-E86F-B866-A512AD492103}"/>
                    </a:ext>
                  </a:extLst>
                </p14:cNvPr>
                <p14:cNvContentPartPr/>
                <p14:nvPr/>
              </p14:nvContentPartPr>
              <p14:xfrm>
                <a:off x="3510527" y="6365902"/>
                <a:ext cx="203400" cy="190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5CC0EC3-C114-E86F-B866-A512AD49210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492887" y="6348262"/>
                  <a:ext cx="239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9E6DAEB-48E0-10F9-785C-2E4C6FBF35CD}"/>
                    </a:ext>
                  </a:extLst>
                </p14:cNvPr>
                <p14:cNvContentPartPr/>
                <p14:nvPr/>
              </p14:nvContentPartPr>
              <p14:xfrm>
                <a:off x="3854687" y="6349342"/>
                <a:ext cx="102960" cy="215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9E6DAEB-48E0-10F9-785C-2E4C6FBF35C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837047" y="6331342"/>
                  <a:ext cx="1386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3D6BFDC-DB13-C8AB-2B4B-D46A6D88E7E1}"/>
                    </a:ext>
                  </a:extLst>
                </p14:cNvPr>
                <p14:cNvContentPartPr/>
                <p14:nvPr/>
              </p14:nvContentPartPr>
              <p14:xfrm>
                <a:off x="4256807" y="6370222"/>
                <a:ext cx="145080" cy="192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3D6BFDC-DB13-C8AB-2B4B-D46A6D88E7E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38807" y="6352222"/>
                  <a:ext cx="180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2CC51CF-DE0C-F95C-ED1D-0733B0205A9F}"/>
                    </a:ext>
                  </a:extLst>
                </p14:cNvPr>
                <p14:cNvContentPartPr/>
                <p14:nvPr/>
              </p14:nvContentPartPr>
              <p14:xfrm>
                <a:off x="4500527" y="6274102"/>
                <a:ext cx="163440" cy="2678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2CC51CF-DE0C-F95C-ED1D-0733B0205A9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482527" y="6256102"/>
                  <a:ext cx="1990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369EEF1-787C-D6C4-5960-1946FCEDE81F}"/>
                    </a:ext>
                  </a:extLst>
                </p14:cNvPr>
                <p14:cNvContentPartPr/>
                <p14:nvPr/>
              </p14:nvContentPartPr>
              <p14:xfrm>
                <a:off x="4881407" y="5029222"/>
                <a:ext cx="402840" cy="1771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369EEF1-787C-D6C4-5960-1946FCEDE81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63407" y="5011582"/>
                  <a:ext cx="438480" cy="180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7DD859D8-19C9-8CBF-EFA4-2FA0105645B8}"/>
                  </a:ext>
                </a:extLst>
              </p14:cNvPr>
              <p14:cNvContentPartPr/>
              <p14:nvPr/>
            </p14:nvContentPartPr>
            <p14:xfrm>
              <a:off x="2362847" y="6028942"/>
              <a:ext cx="6480" cy="39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7DD859D8-19C9-8CBF-EFA4-2FA0105645B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2344847" y="6010942"/>
                <a:ext cx="42120" cy="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128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A669B1-FAA5-13A2-CDE9-39B1746AFBEB}"/>
              </a:ext>
            </a:extLst>
          </p:cNvPr>
          <p:cNvGrpSpPr/>
          <p:nvPr/>
        </p:nvGrpSpPr>
        <p:grpSpPr>
          <a:xfrm>
            <a:off x="251087" y="208462"/>
            <a:ext cx="3270960" cy="681840"/>
            <a:chOff x="251087" y="208462"/>
            <a:chExt cx="3270960" cy="68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31FE644-26EB-BE2C-54E6-A112A1932611}"/>
                    </a:ext>
                  </a:extLst>
                </p14:cNvPr>
                <p14:cNvContentPartPr/>
                <p14:nvPr/>
              </p14:nvContentPartPr>
              <p14:xfrm>
                <a:off x="251087" y="225382"/>
                <a:ext cx="848880" cy="374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31FE644-26EB-BE2C-54E6-A112A193261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3447" y="207742"/>
                  <a:ext cx="8845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E6DAE8-05F1-E9B1-4158-30FAE56FE695}"/>
                    </a:ext>
                  </a:extLst>
                </p14:cNvPr>
                <p14:cNvContentPartPr/>
                <p14:nvPr/>
              </p14:nvContentPartPr>
              <p14:xfrm>
                <a:off x="1117247" y="244102"/>
                <a:ext cx="96120" cy="303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E6DAE8-05F1-E9B1-4158-30FAE56FE6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9607" y="226462"/>
                  <a:ext cx="1317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69EB1EF-AD33-7524-51A7-3B01D04B5F9C}"/>
                    </a:ext>
                  </a:extLst>
                </p14:cNvPr>
                <p14:cNvContentPartPr/>
                <p14:nvPr/>
              </p14:nvContentPartPr>
              <p14:xfrm>
                <a:off x="1279967" y="239422"/>
                <a:ext cx="186840" cy="340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69EB1EF-AD33-7524-51A7-3B01D04B5F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2327" y="221422"/>
                  <a:ext cx="2224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3705701-2305-7075-52CB-BCA9F13F089B}"/>
                    </a:ext>
                  </a:extLst>
                </p14:cNvPr>
                <p14:cNvContentPartPr/>
                <p14:nvPr/>
              </p14:nvContentPartPr>
              <p14:xfrm>
                <a:off x="1279607" y="295942"/>
                <a:ext cx="179640" cy="38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3705701-2305-7075-52CB-BCA9F13F089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61967" y="277942"/>
                  <a:ext cx="215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9AF526F-F679-02F4-AE1E-553316473658}"/>
                    </a:ext>
                  </a:extLst>
                </p14:cNvPr>
                <p14:cNvContentPartPr/>
                <p14:nvPr/>
              </p14:nvContentPartPr>
              <p14:xfrm>
                <a:off x="1530167" y="321862"/>
                <a:ext cx="10080" cy="4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9AF526F-F679-02F4-AE1E-5533164736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12527" y="303862"/>
                  <a:ext cx="45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E968F8-F194-9BB4-8B2A-CD0F84559E07}"/>
                    </a:ext>
                  </a:extLst>
                </p14:cNvPr>
                <p14:cNvContentPartPr/>
                <p14:nvPr/>
              </p14:nvContentPartPr>
              <p14:xfrm>
                <a:off x="1524047" y="433102"/>
                <a:ext cx="138240" cy="457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E968F8-F194-9BB4-8B2A-CD0F84559E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06407" y="415102"/>
                  <a:ext cx="17388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D48734-809D-6650-3CE2-380143742FDF}"/>
                    </a:ext>
                  </a:extLst>
                </p14:cNvPr>
                <p14:cNvContentPartPr/>
                <p14:nvPr/>
              </p14:nvContentPartPr>
              <p14:xfrm>
                <a:off x="1533407" y="230062"/>
                <a:ext cx="617040" cy="352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D48734-809D-6650-3CE2-380143742FD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15407" y="212422"/>
                  <a:ext cx="6526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D8AF381-1C48-1777-CD98-6B45730E8469}"/>
                    </a:ext>
                  </a:extLst>
                </p14:cNvPr>
                <p14:cNvContentPartPr/>
                <p14:nvPr/>
              </p14:nvContentPartPr>
              <p14:xfrm>
                <a:off x="2097527" y="280822"/>
                <a:ext cx="37440" cy="32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D8AF381-1C48-1777-CD98-6B45730E846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79527" y="262822"/>
                  <a:ext cx="73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31BB14-D8FD-65FD-3150-206DC8EDA614}"/>
                    </a:ext>
                  </a:extLst>
                </p14:cNvPr>
                <p14:cNvContentPartPr/>
                <p14:nvPr/>
              </p14:nvContentPartPr>
              <p14:xfrm>
                <a:off x="2156207" y="424822"/>
                <a:ext cx="170640" cy="127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31BB14-D8FD-65FD-3150-206DC8EDA61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38207" y="407182"/>
                  <a:ext cx="206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12945B-4FB4-FA2F-E7DD-4C61F252E039}"/>
                    </a:ext>
                  </a:extLst>
                </p14:cNvPr>
                <p14:cNvContentPartPr/>
                <p14:nvPr/>
              </p14:nvContentPartPr>
              <p14:xfrm>
                <a:off x="2321087" y="437422"/>
                <a:ext cx="182520" cy="138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12945B-4FB4-FA2F-E7DD-4C61F252E0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03087" y="419422"/>
                  <a:ext cx="218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C212D02-A1C6-ECFD-99F6-BF906D42CA91}"/>
                    </a:ext>
                  </a:extLst>
                </p14:cNvPr>
                <p14:cNvContentPartPr/>
                <p14:nvPr/>
              </p14:nvContentPartPr>
              <p14:xfrm>
                <a:off x="2651567" y="208462"/>
                <a:ext cx="92520" cy="351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C212D02-A1C6-ECFD-99F6-BF906D42CA9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33927" y="190462"/>
                  <a:ext cx="1281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7A4CEC4-70E0-9EEB-66AF-865E6B8E97E7}"/>
                    </a:ext>
                  </a:extLst>
                </p14:cNvPr>
                <p14:cNvContentPartPr/>
                <p14:nvPr/>
              </p14:nvContentPartPr>
              <p14:xfrm>
                <a:off x="2585327" y="406102"/>
                <a:ext cx="261720" cy="158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7A4CEC4-70E0-9EEB-66AF-865E6B8E97E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67687" y="388102"/>
                  <a:ext cx="297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461FD3-4099-32D5-2B14-E0FC31568E6F}"/>
                    </a:ext>
                  </a:extLst>
                </p14:cNvPr>
                <p14:cNvContentPartPr/>
                <p14:nvPr/>
              </p14:nvContentPartPr>
              <p14:xfrm>
                <a:off x="2902127" y="238342"/>
                <a:ext cx="35640" cy="30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461FD3-4099-32D5-2B14-E0FC31568E6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84127" y="220702"/>
                  <a:ext cx="71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8970F3-BF03-9BFD-CDB2-A1AF507103C6}"/>
                    </a:ext>
                  </a:extLst>
                </p14:cNvPr>
                <p14:cNvContentPartPr/>
                <p14:nvPr/>
              </p14:nvContentPartPr>
              <p14:xfrm>
                <a:off x="3029207" y="367942"/>
                <a:ext cx="492840" cy="197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8970F3-BF03-9BFD-CDB2-A1AF507103C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11567" y="350302"/>
                  <a:ext cx="528480" cy="23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ABD7BFE-E0BD-0659-0235-C5EDEC0984F1}"/>
                  </a:ext>
                </a:extLst>
              </p14:cNvPr>
              <p14:cNvContentPartPr/>
              <p14:nvPr/>
            </p14:nvContentPartPr>
            <p14:xfrm>
              <a:off x="477527" y="723622"/>
              <a:ext cx="3316320" cy="106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ABD7BFE-E0BD-0659-0235-C5EDEC0984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9527" y="705622"/>
                <a:ext cx="3351960" cy="14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DB9BD275-1A66-AAFF-3210-D85BD49C122F}"/>
              </a:ext>
            </a:extLst>
          </p:cNvPr>
          <p:cNvGrpSpPr/>
          <p:nvPr/>
        </p:nvGrpSpPr>
        <p:grpSpPr>
          <a:xfrm>
            <a:off x="508847" y="1031422"/>
            <a:ext cx="3670200" cy="904320"/>
            <a:chOff x="508847" y="1031422"/>
            <a:chExt cx="3670200" cy="90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9EA726-669D-DBD9-DB89-68D94CCCD8FE}"/>
                    </a:ext>
                  </a:extLst>
                </p14:cNvPr>
                <p14:cNvContentPartPr/>
                <p14:nvPr/>
              </p14:nvContentPartPr>
              <p14:xfrm>
                <a:off x="508847" y="1031422"/>
                <a:ext cx="354600" cy="394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9EA726-669D-DBD9-DB89-68D94CCCD8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0847" y="1013782"/>
                  <a:ext cx="3902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E2205F-06BD-354F-9EBF-535BEFC3F258}"/>
                    </a:ext>
                  </a:extLst>
                </p14:cNvPr>
                <p14:cNvContentPartPr/>
                <p14:nvPr/>
              </p14:nvContentPartPr>
              <p14:xfrm>
                <a:off x="939407" y="1053022"/>
                <a:ext cx="500400" cy="357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E2205F-06BD-354F-9EBF-535BEFC3F25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1407" y="1035382"/>
                  <a:ext cx="5360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2DF8022-43DE-F573-8604-88BE5A3B0601}"/>
                    </a:ext>
                  </a:extLst>
                </p14:cNvPr>
                <p14:cNvContentPartPr/>
                <p14:nvPr/>
              </p14:nvContentPartPr>
              <p14:xfrm>
                <a:off x="1809167" y="1136182"/>
                <a:ext cx="168480" cy="799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2DF8022-43DE-F573-8604-88BE5A3B060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91527" y="1118182"/>
                  <a:ext cx="20412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EDA2059-0F11-6CAB-CCEE-6DC292A8EF7C}"/>
                    </a:ext>
                  </a:extLst>
                </p14:cNvPr>
                <p14:cNvContentPartPr/>
                <p14:nvPr/>
              </p14:nvContentPartPr>
              <p14:xfrm>
                <a:off x="1810247" y="1337062"/>
                <a:ext cx="217080" cy="117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EDA2059-0F11-6CAB-CCEE-6DC292A8EF7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92607" y="1319422"/>
                  <a:ext cx="2527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241FD5A-01B9-F181-7DF3-34161B838803}"/>
                    </a:ext>
                  </a:extLst>
                </p14:cNvPr>
                <p14:cNvContentPartPr/>
                <p14:nvPr/>
              </p14:nvContentPartPr>
              <p14:xfrm>
                <a:off x="2091767" y="1294942"/>
                <a:ext cx="240480" cy="142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241FD5A-01B9-F181-7DF3-34161B83880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74127" y="1277302"/>
                  <a:ext cx="2761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8B0879-9F86-39C9-0CFD-C68ABC80B8D9}"/>
                    </a:ext>
                  </a:extLst>
                </p14:cNvPr>
                <p14:cNvContentPartPr/>
                <p14:nvPr/>
              </p14:nvContentPartPr>
              <p14:xfrm>
                <a:off x="2399207" y="1132222"/>
                <a:ext cx="270720" cy="311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8B0879-9F86-39C9-0CFD-C68ABC80B8D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81567" y="1114582"/>
                  <a:ext cx="3063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9C3A8C-7FB8-CABF-57B2-CE4D4930F2B6}"/>
                    </a:ext>
                  </a:extLst>
                </p14:cNvPr>
                <p14:cNvContentPartPr/>
                <p14:nvPr/>
              </p14:nvContentPartPr>
              <p14:xfrm>
                <a:off x="2706647" y="1310062"/>
                <a:ext cx="191520" cy="143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9C3A8C-7FB8-CABF-57B2-CE4D4930F2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89007" y="1292422"/>
                  <a:ext cx="2271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C2407DF-FC1D-DD11-E02D-3966D294A394}"/>
                    </a:ext>
                  </a:extLst>
                </p14:cNvPr>
                <p14:cNvContentPartPr/>
                <p14:nvPr/>
              </p14:nvContentPartPr>
              <p14:xfrm>
                <a:off x="3016967" y="1296382"/>
                <a:ext cx="154080" cy="162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C2407DF-FC1D-DD11-E02D-3966D294A39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98967" y="1278382"/>
                  <a:ext cx="1897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BCF0F0B-DDFB-B9F8-4873-4D4A0653FACF}"/>
                    </a:ext>
                  </a:extLst>
                </p14:cNvPr>
                <p14:cNvContentPartPr/>
                <p14:nvPr/>
              </p14:nvContentPartPr>
              <p14:xfrm>
                <a:off x="3261407" y="1132942"/>
                <a:ext cx="101880" cy="329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BCF0F0B-DDFB-B9F8-4873-4D4A0653FA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43767" y="1115302"/>
                  <a:ext cx="1375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5D41A9-30F9-46FB-821F-FFFE1917AC63}"/>
                    </a:ext>
                  </a:extLst>
                </p14:cNvPr>
                <p14:cNvContentPartPr/>
                <p14:nvPr/>
              </p14:nvContentPartPr>
              <p14:xfrm>
                <a:off x="3302807" y="1160302"/>
                <a:ext cx="203400" cy="19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5D41A9-30F9-46FB-821F-FFFE1917AC6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85167" y="1142302"/>
                  <a:ext cx="239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A578AF3-63AE-888D-9C39-D47D6B474360}"/>
                    </a:ext>
                  </a:extLst>
                </p14:cNvPr>
                <p14:cNvContentPartPr/>
                <p14:nvPr/>
              </p14:nvContentPartPr>
              <p14:xfrm>
                <a:off x="3843887" y="1130782"/>
                <a:ext cx="335160" cy="651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A578AF3-63AE-888D-9C39-D47D6B4743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26247" y="1113142"/>
                  <a:ext cx="370800" cy="68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75F9D87-0339-411F-4F1A-36A473FF59FD}"/>
              </a:ext>
            </a:extLst>
          </p:cNvPr>
          <p:cNvGrpSpPr/>
          <p:nvPr/>
        </p:nvGrpSpPr>
        <p:grpSpPr>
          <a:xfrm>
            <a:off x="4660367" y="1049422"/>
            <a:ext cx="792360" cy="366480"/>
            <a:chOff x="4660367" y="1049422"/>
            <a:chExt cx="79236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3EF4DD9-4348-123F-6F62-4DE27CED7656}"/>
                    </a:ext>
                  </a:extLst>
                </p14:cNvPr>
                <p14:cNvContentPartPr/>
                <p14:nvPr/>
              </p14:nvContentPartPr>
              <p14:xfrm>
                <a:off x="4660367" y="1049422"/>
                <a:ext cx="792360" cy="366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3EF4DD9-4348-123F-6F62-4DE27CED765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42727" y="1031782"/>
                  <a:ext cx="8280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C32E682-455E-83FD-805F-27FA190AABFB}"/>
                    </a:ext>
                  </a:extLst>
                </p14:cNvPr>
                <p14:cNvContentPartPr/>
                <p14:nvPr/>
              </p14:nvContentPartPr>
              <p14:xfrm>
                <a:off x="4727327" y="1095142"/>
                <a:ext cx="418320" cy="20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C32E682-455E-83FD-805F-27FA190AABF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09687" y="1077502"/>
                  <a:ext cx="4539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DD1236A-2391-DCC4-FC4A-13327812320C}"/>
              </a:ext>
            </a:extLst>
          </p:cNvPr>
          <p:cNvGrpSpPr/>
          <p:nvPr/>
        </p:nvGrpSpPr>
        <p:grpSpPr>
          <a:xfrm>
            <a:off x="6034487" y="923062"/>
            <a:ext cx="1905840" cy="429120"/>
            <a:chOff x="6034487" y="923062"/>
            <a:chExt cx="190584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C0143C-35A3-29C4-9637-4BCE9D1395AC}"/>
                    </a:ext>
                  </a:extLst>
                </p14:cNvPr>
                <p14:cNvContentPartPr/>
                <p14:nvPr/>
              </p14:nvContentPartPr>
              <p14:xfrm>
                <a:off x="6034487" y="1220782"/>
                <a:ext cx="386640" cy="131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C0143C-35A3-29C4-9637-4BCE9D1395A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16847" y="1203142"/>
                  <a:ext cx="422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10C2D51-B4FB-B036-A6C9-6B699E5AB496}"/>
                    </a:ext>
                  </a:extLst>
                </p14:cNvPr>
                <p14:cNvContentPartPr/>
                <p14:nvPr/>
              </p14:nvContentPartPr>
              <p14:xfrm>
                <a:off x="6478007" y="923062"/>
                <a:ext cx="783720" cy="426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10C2D51-B4FB-B036-A6C9-6B699E5AB49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60367" y="905062"/>
                  <a:ext cx="8193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15F19EA-4211-88B0-CB1A-D22363236360}"/>
                    </a:ext>
                  </a:extLst>
                </p14:cNvPr>
                <p14:cNvContentPartPr/>
                <p14:nvPr/>
              </p14:nvContentPartPr>
              <p14:xfrm>
                <a:off x="7378367" y="1165702"/>
                <a:ext cx="68040" cy="167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15F19EA-4211-88B0-CB1A-D2236323636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60727" y="1148062"/>
                  <a:ext cx="1036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B7E24A-CB6E-B366-4380-E011C29DAA67}"/>
                    </a:ext>
                  </a:extLst>
                </p14:cNvPr>
                <p14:cNvContentPartPr/>
                <p14:nvPr/>
              </p14:nvContentPartPr>
              <p14:xfrm>
                <a:off x="7448207" y="986782"/>
                <a:ext cx="15840" cy="18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B7E24A-CB6E-B366-4380-E011C29DAA6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30207" y="968782"/>
                  <a:ext cx="51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C4A9EC7-E8C4-ACE2-DE6A-94F69711F18A}"/>
                    </a:ext>
                  </a:extLst>
                </p14:cNvPr>
                <p14:cNvContentPartPr/>
                <p14:nvPr/>
              </p14:nvContentPartPr>
              <p14:xfrm>
                <a:off x="6768527" y="980662"/>
                <a:ext cx="256320" cy="19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C4A9EC7-E8C4-ACE2-DE6A-94F69711F18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50527" y="962662"/>
                  <a:ext cx="291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62B748-F7E0-FB8B-F8E8-37D9079F2EB7}"/>
                    </a:ext>
                  </a:extLst>
                </p14:cNvPr>
                <p14:cNvContentPartPr/>
                <p14:nvPr/>
              </p14:nvContentPartPr>
              <p14:xfrm>
                <a:off x="7276847" y="1035382"/>
                <a:ext cx="21240" cy="24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62B748-F7E0-FB8B-F8E8-37D9079F2EB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58847" y="1017742"/>
                  <a:ext cx="568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53502D5-9A04-43DB-A226-6796CD3384EB}"/>
                    </a:ext>
                  </a:extLst>
                </p14:cNvPr>
                <p14:cNvContentPartPr/>
                <p14:nvPr/>
              </p14:nvContentPartPr>
              <p14:xfrm>
                <a:off x="7366487" y="1114222"/>
                <a:ext cx="208800" cy="218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53502D5-9A04-43DB-A226-6796CD3384E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48487" y="1096582"/>
                  <a:ext cx="244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A9431F7-EB66-B0EC-C9AB-64D229ED3468}"/>
                    </a:ext>
                  </a:extLst>
                </p14:cNvPr>
                <p14:cNvContentPartPr/>
                <p14:nvPr/>
              </p14:nvContentPartPr>
              <p14:xfrm>
                <a:off x="7576367" y="1124302"/>
                <a:ext cx="192960" cy="174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A9431F7-EB66-B0EC-C9AB-64D229ED346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58367" y="1106662"/>
                  <a:ext cx="228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1AEADA9-B6BE-B0B4-A518-EB14D5050F5A}"/>
                    </a:ext>
                  </a:extLst>
                </p14:cNvPr>
                <p14:cNvContentPartPr/>
                <p14:nvPr/>
              </p14:nvContentPartPr>
              <p14:xfrm>
                <a:off x="7769687" y="1129342"/>
                <a:ext cx="170640" cy="175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1AEADA9-B6BE-B0B4-A518-EB14D5050F5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51687" y="1111342"/>
                  <a:ext cx="20628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AE6DD1F-D623-AD7D-FC0A-73A094C65F04}"/>
                  </a:ext>
                </a:extLst>
              </p14:cNvPr>
              <p14:cNvContentPartPr/>
              <p14:nvPr/>
            </p14:nvContentPartPr>
            <p14:xfrm>
              <a:off x="8534687" y="879142"/>
              <a:ext cx="318240" cy="360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AE6DD1F-D623-AD7D-FC0A-73A094C65F0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516687" y="861502"/>
                <a:ext cx="353880" cy="39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25D2A13D-342F-9058-5F97-C5F3C0536607}"/>
              </a:ext>
            </a:extLst>
          </p:cNvPr>
          <p:cNvGrpSpPr/>
          <p:nvPr/>
        </p:nvGrpSpPr>
        <p:grpSpPr>
          <a:xfrm>
            <a:off x="9129047" y="970942"/>
            <a:ext cx="856440" cy="275040"/>
            <a:chOff x="9129047" y="970942"/>
            <a:chExt cx="85644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39B3A5C-6730-D00B-2978-C9FB0C08D938}"/>
                    </a:ext>
                  </a:extLst>
                </p14:cNvPr>
                <p14:cNvContentPartPr/>
                <p14:nvPr/>
              </p14:nvContentPartPr>
              <p14:xfrm>
                <a:off x="9129047" y="1090462"/>
                <a:ext cx="207720" cy="155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39B3A5C-6730-D00B-2978-C9FB0C08D9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11047" y="1072462"/>
                  <a:ext cx="243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2316390-D5C6-741B-F001-5C71AB0E1EE4}"/>
                    </a:ext>
                  </a:extLst>
                </p14:cNvPr>
                <p14:cNvContentPartPr/>
                <p14:nvPr/>
              </p14:nvContentPartPr>
              <p14:xfrm>
                <a:off x="9394367" y="1096222"/>
                <a:ext cx="238320" cy="140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2316390-D5C6-741B-F001-5C71AB0E1E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76727" y="1078582"/>
                  <a:ext cx="273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7EC6BEA-9213-9454-25EB-5176B2AA403E}"/>
                    </a:ext>
                  </a:extLst>
                </p14:cNvPr>
                <p14:cNvContentPartPr/>
                <p14:nvPr/>
              </p14:nvContentPartPr>
              <p14:xfrm>
                <a:off x="9746807" y="970942"/>
                <a:ext cx="238680" cy="247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7EC6BEA-9213-9454-25EB-5176B2AA403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29167" y="952942"/>
                  <a:ext cx="27432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75ED8DF-60A0-4E75-55AF-67F1235187CA}"/>
              </a:ext>
            </a:extLst>
          </p:cNvPr>
          <p:cNvGrpSpPr/>
          <p:nvPr/>
        </p:nvGrpSpPr>
        <p:grpSpPr>
          <a:xfrm>
            <a:off x="10274567" y="983182"/>
            <a:ext cx="179280" cy="263880"/>
            <a:chOff x="10274567" y="983182"/>
            <a:chExt cx="17928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0C66017-AE8D-AB39-EDBA-88865B8FD163}"/>
                    </a:ext>
                  </a:extLst>
                </p14:cNvPr>
                <p14:cNvContentPartPr/>
                <p14:nvPr/>
              </p14:nvContentPartPr>
              <p14:xfrm>
                <a:off x="10274567" y="986422"/>
                <a:ext cx="82800" cy="238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0C66017-AE8D-AB39-EDBA-88865B8FD16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56567" y="968422"/>
                  <a:ext cx="1184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C09A52B-C70D-8D9A-06B5-8F7FBFA503FB}"/>
                    </a:ext>
                  </a:extLst>
                </p14:cNvPr>
                <p14:cNvContentPartPr/>
                <p14:nvPr/>
              </p14:nvContentPartPr>
              <p14:xfrm>
                <a:off x="10290047" y="983182"/>
                <a:ext cx="163800" cy="263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C09A52B-C70D-8D9A-06B5-8F7FBFA503F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72047" y="965542"/>
                  <a:ext cx="19944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242472-C7D6-F015-54B4-1100713604EF}"/>
              </a:ext>
            </a:extLst>
          </p:cNvPr>
          <p:cNvGrpSpPr/>
          <p:nvPr/>
        </p:nvGrpSpPr>
        <p:grpSpPr>
          <a:xfrm>
            <a:off x="11164127" y="1105222"/>
            <a:ext cx="212400" cy="201960"/>
            <a:chOff x="11164127" y="1105222"/>
            <a:chExt cx="21240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E954AFD-EEF3-E45D-3421-F1C71D723A1D}"/>
                    </a:ext>
                  </a:extLst>
                </p14:cNvPr>
                <p14:cNvContentPartPr/>
                <p14:nvPr/>
              </p14:nvContentPartPr>
              <p14:xfrm>
                <a:off x="11164127" y="1105222"/>
                <a:ext cx="74520" cy="175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E954AFD-EEF3-E45D-3421-F1C71D723A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146127" y="1087222"/>
                  <a:ext cx="1101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CE67398-30A1-024E-B2EF-80C8D26DC52B}"/>
                    </a:ext>
                  </a:extLst>
                </p14:cNvPr>
                <p14:cNvContentPartPr/>
                <p14:nvPr/>
              </p14:nvContentPartPr>
              <p14:xfrm>
                <a:off x="11247647" y="1150942"/>
                <a:ext cx="128880" cy="156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CE67398-30A1-024E-B2EF-80C8D26DC52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229647" y="1132942"/>
                  <a:ext cx="16452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E584FC6-2BD2-FBEC-FACC-5354B29E761B}"/>
                  </a:ext>
                </a:extLst>
              </p14:cNvPr>
              <p14:cNvContentPartPr/>
              <p14:nvPr/>
            </p14:nvContentPartPr>
            <p14:xfrm>
              <a:off x="11302007" y="917302"/>
              <a:ext cx="5760" cy="277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E584FC6-2BD2-FBEC-FACC-5354B29E761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284007" y="899302"/>
                <a:ext cx="41400" cy="6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5A93030D-FFD5-742B-906D-68ECA35D8760}"/>
              </a:ext>
            </a:extLst>
          </p:cNvPr>
          <p:cNvGrpSpPr/>
          <p:nvPr/>
        </p:nvGrpSpPr>
        <p:grpSpPr>
          <a:xfrm>
            <a:off x="479327" y="1713622"/>
            <a:ext cx="835560" cy="851760"/>
            <a:chOff x="479327" y="1713622"/>
            <a:chExt cx="835560" cy="85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BDE7735-A8D9-EFCD-D904-9FD2F8980970}"/>
                    </a:ext>
                  </a:extLst>
                </p14:cNvPr>
                <p14:cNvContentPartPr/>
                <p14:nvPr/>
              </p14:nvContentPartPr>
              <p14:xfrm>
                <a:off x="479327" y="1871302"/>
                <a:ext cx="505800" cy="230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BDE7735-A8D9-EFCD-D904-9FD2F898097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1327" y="1853662"/>
                  <a:ext cx="5414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EDEE4E-7B5E-4347-F3E6-E7F3CE586498}"/>
                    </a:ext>
                  </a:extLst>
                </p14:cNvPr>
                <p14:cNvContentPartPr/>
                <p14:nvPr/>
              </p14:nvContentPartPr>
              <p14:xfrm>
                <a:off x="955967" y="1713622"/>
                <a:ext cx="358920" cy="851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EDEE4E-7B5E-4347-F3E6-E7F3CE58649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8327" y="1695982"/>
                  <a:ext cx="394560" cy="88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8D4E578-A8E4-AAF0-6361-2E51539C488B}"/>
              </a:ext>
            </a:extLst>
          </p:cNvPr>
          <p:cNvGrpSpPr/>
          <p:nvPr/>
        </p:nvGrpSpPr>
        <p:grpSpPr>
          <a:xfrm>
            <a:off x="2006447" y="1728742"/>
            <a:ext cx="1572120" cy="826920"/>
            <a:chOff x="2006447" y="1728742"/>
            <a:chExt cx="1572120" cy="82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29D6686-5F50-7AC2-DEE7-D2B679E4CDB2}"/>
                    </a:ext>
                  </a:extLst>
                </p14:cNvPr>
                <p14:cNvContentPartPr/>
                <p14:nvPr/>
              </p14:nvContentPartPr>
              <p14:xfrm>
                <a:off x="2006447" y="1728742"/>
                <a:ext cx="326880" cy="826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29D6686-5F50-7AC2-DEE7-D2B679E4CDB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88807" y="1711102"/>
                  <a:ext cx="36252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AFC5DFF-5694-A372-4227-4FBAD217CD0A}"/>
                    </a:ext>
                  </a:extLst>
                </p14:cNvPr>
                <p14:cNvContentPartPr/>
                <p14:nvPr/>
              </p14:nvContentPartPr>
              <p14:xfrm>
                <a:off x="2389847" y="1947622"/>
                <a:ext cx="455040" cy="189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AFC5DFF-5694-A372-4227-4FBAD217CD0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71847" y="1929982"/>
                  <a:ext cx="490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638FE3E-16F5-D746-EE99-5E58138331E7}"/>
                    </a:ext>
                  </a:extLst>
                </p14:cNvPr>
                <p14:cNvContentPartPr/>
                <p14:nvPr/>
              </p14:nvContentPartPr>
              <p14:xfrm>
                <a:off x="2915087" y="1998742"/>
                <a:ext cx="72000" cy="124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638FE3E-16F5-D746-EE99-5E58138331E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97087" y="1981102"/>
                  <a:ext cx="1076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27EBAFD-CB8F-69A1-806F-5155A709C042}"/>
                    </a:ext>
                  </a:extLst>
                </p14:cNvPr>
                <p14:cNvContentPartPr/>
                <p14:nvPr/>
              </p14:nvContentPartPr>
              <p14:xfrm>
                <a:off x="2962247" y="1841062"/>
                <a:ext cx="42480" cy="36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27EBAFD-CB8F-69A1-806F-5155A709C04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44247" y="1823062"/>
                  <a:ext cx="78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05893E4-6478-D141-1185-AF6686BCF917}"/>
                    </a:ext>
                  </a:extLst>
                </p14:cNvPr>
                <p14:cNvContentPartPr/>
                <p14:nvPr/>
              </p14:nvContentPartPr>
              <p14:xfrm>
                <a:off x="3021647" y="1763662"/>
                <a:ext cx="556920" cy="373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05893E4-6478-D141-1185-AF6686BCF91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03647" y="1746022"/>
                  <a:ext cx="592560" cy="40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ABA45CF-3386-71E4-D8D4-885A60529718}"/>
              </a:ext>
            </a:extLst>
          </p:cNvPr>
          <p:cNvGrpSpPr/>
          <p:nvPr/>
        </p:nvGrpSpPr>
        <p:grpSpPr>
          <a:xfrm>
            <a:off x="4100207" y="1790302"/>
            <a:ext cx="316800" cy="761760"/>
            <a:chOff x="4100207" y="1790302"/>
            <a:chExt cx="316800" cy="76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A8D7D56-3C7C-9309-2707-7D21475F8B54}"/>
                    </a:ext>
                  </a:extLst>
                </p14:cNvPr>
                <p14:cNvContentPartPr/>
                <p14:nvPr/>
              </p14:nvContentPartPr>
              <p14:xfrm>
                <a:off x="4100207" y="1932142"/>
                <a:ext cx="222480" cy="185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A8D7D56-3C7C-9309-2707-7D21475F8B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82207" y="1914142"/>
                  <a:ext cx="258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3053C2-65DB-A4C0-0BE2-F0B6323ED459}"/>
                    </a:ext>
                  </a:extLst>
                </p14:cNvPr>
                <p14:cNvContentPartPr/>
                <p14:nvPr/>
              </p14:nvContentPartPr>
              <p14:xfrm>
                <a:off x="4264367" y="1792462"/>
                <a:ext cx="47520" cy="19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3053C2-65DB-A4C0-0BE2-F0B6323ED4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46727" y="1774462"/>
                  <a:ext cx="83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737F270-CA2A-4683-1966-3ED121E3BBEE}"/>
                    </a:ext>
                  </a:extLst>
                </p14:cNvPr>
                <p14:cNvContentPartPr/>
                <p14:nvPr/>
              </p14:nvContentPartPr>
              <p14:xfrm>
                <a:off x="4234847" y="1790302"/>
                <a:ext cx="182160" cy="761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737F270-CA2A-4683-1966-3ED121E3BBE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16847" y="1772662"/>
                  <a:ext cx="217800" cy="79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EA2041B-2293-6828-100C-122A4F4DC8BC}"/>
              </a:ext>
            </a:extLst>
          </p:cNvPr>
          <p:cNvGrpSpPr/>
          <p:nvPr/>
        </p:nvGrpSpPr>
        <p:grpSpPr>
          <a:xfrm>
            <a:off x="4818767" y="1846822"/>
            <a:ext cx="540360" cy="380880"/>
            <a:chOff x="4818767" y="1846822"/>
            <a:chExt cx="54036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9CCAFF7-C11E-D67D-6DA5-B6AAD99A9088}"/>
                    </a:ext>
                  </a:extLst>
                </p14:cNvPr>
                <p14:cNvContentPartPr/>
                <p14:nvPr/>
              </p14:nvContentPartPr>
              <p14:xfrm>
                <a:off x="4818767" y="1846822"/>
                <a:ext cx="540360" cy="380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9CCAFF7-C11E-D67D-6DA5-B6AAD99A908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00767" y="1828822"/>
                  <a:ext cx="5760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85ED44C-90E5-6B7B-C1FC-15DFCD9D8FFC}"/>
                    </a:ext>
                  </a:extLst>
                </p14:cNvPr>
                <p14:cNvContentPartPr/>
                <p14:nvPr/>
              </p14:nvContentPartPr>
              <p14:xfrm>
                <a:off x="4865927" y="2020342"/>
                <a:ext cx="207720" cy="8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85ED44C-90E5-6B7B-C1FC-15DFCD9D8FF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47927" y="2002702"/>
                  <a:ext cx="2433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C8CEEF2-0668-9B6C-C68F-4B356DE35BEA}"/>
              </a:ext>
            </a:extLst>
          </p:cNvPr>
          <p:cNvGrpSpPr/>
          <p:nvPr/>
        </p:nvGrpSpPr>
        <p:grpSpPr>
          <a:xfrm>
            <a:off x="5989487" y="1798222"/>
            <a:ext cx="1456920" cy="394920"/>
            <a:chOff x="5989487" y="1798222"/>
            <a:chExt cx="145692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A0CA76C-3F5F-8C96-EA52-26F5407A5727}"/>
                    </a:ext>
                  </a:extLst>
                </p14:cNvPr>
                <p14:cNvContentPartPr/>
                <p14:nvPr/>
              </p14:nvContentPartPr>
              <p14:xfrm>
                <a:off x="5989487" y="2035102"/>
                <a:ext cx="485280" cy="158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A0CA76C-3F5F-8C96-EA52-26F5407A572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71487" y="2017102"/>
                  <a:ext cx="520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AAF53F5-3B14-6C54-8A35-D81B5C817E58}"/>
                    </a:ext>
                  </a:extLst>
                </p14:cNvPr>
                <p14:cNvContentPartPr/>
                <p14:nvPr/>
              </p14:nvContentPartPr>
              <p14:xfrm>
                <a:off x="6544607" y="2027182"/>
                <a:ext cx="252720" cy="119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AAF53F5-3B14-6C54-8A35-D81B5C817E5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26607" y="2009182"/>
                  <a:ext cx="288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BBCE571-4EE1-599E-467F-62B3FEFFCE1F}"/>
                    </a:ext>
                  </a:extLst>
                </p14:cNvPr>
                <p14:cNvContentPartPr/>
                <p14:nvPr/>
              </p14:nvContentPartPr>
              <p14:xfrm>
                <a:off x="6862487" y="1798222"/>
                <a:ext cx="168480" cy="354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BBCE571-4EE1-599E-467F-62B3FEFFCE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44487" y="1780222"/>
                  <a:ext cx="2041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099E4E-52CE-3889-4913-FF996DAA5087}"/>
                    </a:ext>
                  </a:extLst>
                </p14:cNvPr>
                <p14:cNvContentPartPr/>
                <p14:nvPr/>
              </p14:nvContentPartPr>
              <p14:xfrm>
                <a:off x="7070567" y="1948702"/>
                <a:ext cx="375840" cy="187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099E4E-52CE-3889-4913-FF996DAA508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52927" y="1930702"/>
                  <a:ext cx="41148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4FDB066-53FC-4F5C-2C8A-2AD25B7E7E88}"/>
                  </a:ext>
                </a:extLst>
              </p14:cNvPr>
              <p14:cNvContentPartPr/>
              <p14:nvPr/>
            </p14:nvContentPartPr>
            <p14:xfrm>
              <a:off x="8004407" y="1821982"/>
              <a:ext cx="419040" cy="7524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4FDB066-53FC-4F5C-2C8A-2AD25B7E7E8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986407" y="1803982"/>
                <a:ext cx="454680" cy="78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028DE9EB-B439-9836-B0EC-B2ED18A3F81B}"/>
              </a:ext>
            </a:extLst>
          </p:cNvPr>
          <p:cNvGrpSpPr/>
          <p:nvPr/>
        </p:nvGrpSpPr>
        <p:grpSpPr>
          <a:xfrm>
            <a:off x="9067127" y="1762582"/>
            <a:ext cx="1760400" cy="333720"/>
            <a:chOff x="9067127" y="1762582"/>
            <a:chExt cx="176040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DA61EC3-A140-7416-899F-0B8C24B13536}"/>
                    </a:ext>
                  </a:extLst>
                </p14:cNvPr>
                <p14:cNvContentPartPr/>
                <p14:nvPr/>
              </p14:nvContentPartPr>
              <p14:xfrm>
                <a:off x="9067127" y="1762582"/>
                <a:ext cx="916560" cy="333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DA61EC3-A140-7416-899F-0B8C24B135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49487" y="1744582"/>
                  <a:ext cx="9522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C238167-EAE3-5871-4FAA-D37F465A7AC8}"/>
                    </a:ext>
                  </a:extLst>
                </p14:cNvPr>
                <p14:cNvContentPartPr/>
                <p14:nvPr/>
              </p14:nvContentPartPr>
              <p14:xfrm>
                <a:off x="10097087" y="1911262"/>
                <a:ext cx="238680" cy="161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C238167-EAE3-5871-4FAA-D37F465A7AC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79087" y="1893262"/>
                  <a:ext cx="274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2DD9B23-47F6-6081-3A65-1D8D04B03294}"/>
                    </a:ext>
                  </a:extLst>
                </p14:cNvPr>
                <p14:cNvContentPartPr/>
                <p14:nvPr/>
              </p14:nvContentPartPr>
              <p14:xfrm>
                <a:off x="10457087" y="1918102"/>
                <a:ext cx="194040" cy="140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2DD9B23-47F6-6081-3A65-1D8D04B0329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39087" y="1900462"/>
                  <a:ext cx="229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A1781F7-B3C5-69FC-1D8C-5E8D3C6356BA}"/>
                    </a:ext>
                  </a:extLst>
                </p14:cNvPr>
                <p14:cNvContentPartPr/>
                <p14:nvPr/>
              </p14:nvContentPartPr>
              <p14:xfrm>
                <a:off x="10728887" y="1899382"/>
                <a:ext cx="98640" cy="148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A1781F7-B3C5-69FC-1D8C-5E8D3C6356B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710887" y="1881382"/>
                  <a:ext cx="1342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E521149-064D-7847-8D3D-814CC2A32209}"/>
              </a:ext>
            </a:extLst>
          </p:cNvPr>
          <p:cNvGrpSpPr/>
          <p:nvPr/>
        </p:nvGrpSpPr>
        <p:grpSpPr>
          <a:xfrm>
            <a:off x="11177807" y="1878142"/>
            <a:ext cx="316440" cy="151560"/>
            <a:chOff x="11177807" y="1878142"/>
            <a:chExt cx="316440" cy="15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ED6D5C-DDB8-0846-0D0D-7C227C2C4490}"/>
                    </a:ext>
                  </a:extLst>
                </p14:cNvPr>
                <p14:cNvContentPartPr/>
                <p14:nvPr/>
              </p14:nvContentPartPr>
              <p14:xfrm>
                <a:off x="11177807" y="1878142"/>
                <a:ext cx="52200" cy="151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ED6D5C-DDB8-0846-0D0D-7C227C2C449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59807" y="1860502"/>
                  <a:ext cx="87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CCA5309-321B-361E-EF7B-4EDFFA7B3062}"/>
                    </a:ext>
                  </a:extLst>
                </p14:cNvPr>
                <p14:cNvContentPartPr/>
                <p14:nvPr/>
              </p14:nvContentPartPr>
              <p14:xfrm>
                <a:off x="11304527" y="1884982"/>
                <a:ext cx="189720" cy="142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CCA5309-321B-361E-EF7B-4EDFFA7B30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86527" y="1866982"/>
                  <a:ext cx="22536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E3D475E-D43B-E905-05B8-791A5E7D52C2}"/>
                  </a:ext>
                </a:extLst>
              </p14:cNvPr>
              <p14:cNvContentPartPr/>
              <p14:nvPr/>
            </p14:nvContentPartPr>
            <p14:xfrm>
              <a:off x="11329007" y="1636582"/>
              <a:ext cx="74880" cy="244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E3D475E-D43B-E905-05B8-791A5E7D52C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311007" y="1618942"/>
                <a:ext cx="1105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EB91A4E-CEFF-9DE9-6A14-B42ECAE7E194}"/>
                  </a:ext>
                </a:extLst>
              </p14:cNvPr>
              <p14:cNvContentPartPr/>
              <p14:nvPr/>
            </p14:nvContentPartPr>
            <p14:xfrm>
              <a:off x="311207" y="2558902"/>
              <a:ext cx="357480" cy="3805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EB91A4E-CEFF-9DE9-6A14-B42ECAE7E19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93207" y="2540902"/>
                <a:ext cx="39312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7B24983-B7E7-5A56-9B37-184002F72626}"/>
                  </a:ext>
                </a:extLst>
              </p14:cNvPr>
              <p14:cNvContentPartPr/>
              <p14:nvPr/>
            </p14:nvContentPartPr>
            <p14:xfrm>
              <a:off x="1376087" y="2900542"/>
              <a:ext cx="88200" cy="1728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7B24983-B7E7-5A56-9B37-184002F72626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358447" y="2882902"/>
                <a:ext cx="1238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F9985D6-B648-AF30-719C-8C7E3C46CA02}"/>
                  </a:ext>
                </a:extLst>
              </p14:cNvPr>
              <p14:cNvContentPartPr/>
              <p14:nvPr/>
            </p14:nvContentPartPr>
            <p14:xfrm>
              <a:off x="1557527" y="2871382"/>
              <a:ext cx="127080" cy="1645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F9985D6-B648-AF30-719C-8C7E3C46CA0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539527" y="2853742"/>
                <a:ext cx="1627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AB1ED9A-DEEF-3EE6-90B9-C2319BF94592}"/>
                  </a:ext>
                </a:extLst>
              </p14:cNvPr>
              <p14:cNvContentPartPr/>
              <p14:nvPr/>
            </p14:nvContentPartPr>
            <p14:xfrm>
              <a:off x="1592807" y="2661862"/>
              <a:ext cx="5760" cy="306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DAB1ED9A-DEEF-3EE6-90B9-C2319BF9459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574807" y="2644222"/>
                <a:ext cx="414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FB6CEE9-1CB3-6552-B6C6-B0879385C8D1}"/>
                  </a:ext>
                </a:extLst>
              </p14:cNvPr>
              <p14:cNvContentPartPr/>
              <p14:nvPr/>
            </p14:nvContentPartPr>
            <p14:xfrm>
              <a:off x="2291567" y="2916022"/>
              <a:ext cx="244080" cy="1944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FB6CEE9-1CB3-6552-B6C6-B0879385C8D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273567" y="2898022"/>
                <a:ext cx="2797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D8B11B52-9740-8B14-7E2B-A02E4D0F4B94}"/>
                  </a:ext>
                </a:extLst>
              </p14:cNvPr>
              <p14:cNvContentPartPr/>
              <p14:nvPr/>
            </p14:nvContentPartPr>
            <p14:xfrm>
              <a:off x="2623487" y="2932942"/>
              <a:ext cx="210960" cy="4410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D8B11B52-9740-8B14-7E2B-A02E4D0F4B9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605487" y="2915302"/>
                <a:ext cx="24660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6576B02-A96A-2F5C-0E97-8DA23038CC38}"/>
                  </a:ext>
                </a:extLst>
              </p14:cNvPr>
              <p14:cNvContentPartPr/>
              <p14:nvPr/>
            </p14:nvContentPartPr>
            <p14:xfrm>
              <a:off x="2962967" y="2873902"/>
              <a:ext cx="280800" cy="2037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6576B02-A96A-2F5C-0E97-8DA23038CC38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945327" y="2856262"/>
                <a:ext cx="31644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D0DB0F0-5982-DECA-0077-4157E63172EF}"/>
                  </a:ext>
                </a:extLst>
              </p14:cNvPr>
              <p14:cNvContentPartPr/>
              <p14:nvPr/>
            </p14:nvContentPartPr>
            <p14:xfrm>
              <a:off x="3315047" y="2707222"/>
              <a:ext cx="546480" cy="3819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D0DB0F0-5982-DECA-0077-4157E63172E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297407" y="2689222"/>
                <a:ext cx="58212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2715766-2CB2-05EB-3AA7-AD3AD6B7E1C5}"/>
                  </a:ext>
                </a:extLst>
              </p14:cNvPr>
              <p14:cNvContentPartPr/>
              <p14:nvPr/>
            </p14:nvContentPartPr>
            <p14:xfrm>
              <a:off x="4452647" y="2760142"/>
              <a:ext cx="493560" cy="3744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2715766-2CB2-05EB-3AA7-AD3AD6B7E1C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434647" y="2742142"/>
                <a:ext cx="52920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B9017C0-6702-3487-F1B1-23E8538346D3}"/>
                  </a:ext>
                </a:extLst>
              </p14:cNvPr>
              <p14:cNvContentPartPr/>
              <p14:nvPr/>
            </p14:nvContentPartPr>
            <p14:xfrm>
              <a:off x="4554527" y="2885782"/>
              <a:ext cx="219240" cy="306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B9017C0-6702-3487-F1B1-23E8538346D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536887" y="2867782"/>
                <a:ext cx="2548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1286C77-B20C-8C85-CC6A-98262E17951C}"/>
                  </a:ext>
                </a:extLst>
              </p14:cNvPr>
              <p14:cNvContentPartPr/>
              <p14:nvPr/>
            </p14:nvContentPartPr>
            <p14:xfrm>
              <a:off x="5758367" y="2854102"/>
              <a:ext cx="76320" cy="2415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1286C77-B20C-8C85-CC6A-98262E17951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740727" y="2836102"/>
                <a:ext cx="11196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82B542B-5739-8423-9F5F-D08150403F0D}"/>
                  </a:ext>
                </a:extLst>
              </p14:cNvPr>
              <p14:cNvContentPartPr/>
              <p14:nvPr/>
            </p14:nvContentPartPr>
            <p14:xfrm>
              <a:off x="5655407" y="2811982"/>
              <a:ext cx="652680" cy="3027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82B542B-5739-8423-9F5F-D08150403F0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637407" y="2794342"/>
                <a:ext cx="6883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4E701B51-9FB4-D37A-9F56-020CD6953BD5}"/>
                  </a:ext>
                </a:extLst>
              </p14:cNvPr>
              <p14:cNvContentPartPr/>
              <p14:nvPr/>
            </p14:nvContentPartPr>
            <p14:xfrm>
              <a:off x="7064087" y="2895142"/>
              <a:ext cx="283680" cy="1854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4E701B51-9FB4-D37A-9F56-020CD6953BD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046087" y="2877142"/>
                <a:ext cx="319320" cy="22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B50D159-49E5-05EF-E4B9-62829B342359}"/>
              </a:ext>
            </a:extLst>
          </p:cNvPr>
          <p:cNvGrpSpPr/>
          <p:nvPr/>
        </p:nvGrpSpPr>
        <p:grpSpPr>
          <a:xfrm>
            <a:off x="7401407" y="2736022"/>
            <a:ext cx="1275120" cy="355680"/>
            <a:chOff x="7401407" y="2736022"/>
            <a:chExt cx="127512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AE92ACA-8F7E-8C1F-985E-2C24F2CD71AB}"/>
                    </a:ext>
                  </a:extLst>
                </p14:cNvPr>
                <p14:cNvContentPartPr/>
                <p14:nvPr/>
              </p14:nvContentPartPr>
              <p14:xfrm>
                <a:off x="7401407" y="2922502"/>
                <a:ext cx="149400" cy="169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AE92ACA-8F7E-8C1F-985E-2C24F2CD71A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83767" y="2904502"/>
                  <a:ext cx="1850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3F52149-A86E-BFA5-D4A6-767C93C584CB}"/>
                    </a:ext>
                  </a:extLst>
                </p14:cNvPr>
                <p14:cNvContentPartPr/>
                <p14:nvPr/>
              </p14:nvContentPartPr>
              <p14:xfrm>
                <a:off x="7604447" y="2896222"/>
                <a:ext cx="253800" cy="172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3F52149-A86E-BFA5-D4A6-767C93C584C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86807" y="2878582"/>
                  <a:ext cx="289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671B75A-462E-5DA0-854F-E0770B83AE81}"/>
                    </a:ext>
                  </a:extLst>
                </p14:cNvPr>
                <p14:cNvContentPartPr/>
                <p14:nvPr/>
              </p14:nvContentPartPr>
              <p14:xfrm>
                <a:off x="7979927" y="2736022"/>
                <a:ext cx="139320" cy="332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671B75A-462E-5DA0-854F-E0770B83AE8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62287" y="2718382"/>
                  <a:ext cx="1749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4A389A5-BF03-7588-FE41-1BEE77C8F25A}"/>
                    </a:ext>
                  </a:extLst>
                </p14:cNvPr>
                <p14:cNvContentPartPr/>
                <p14:nvPr/>
              </p14:nvContentPartPr>
              <p14:xfrm>
                <a:off x="8236607" y="2849782"/>
                <a:ext cx="439920" cy="201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4A389A5-BF03-7588-FE41-1BEE77C8F25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18967" y="2831782"/>
                  <a:ext cx="475560" cy="23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64A2D58-4F22-0AE8-A7AA-C7C8B7BF67D1}"/>
                  </a:ext>
                </a:extLst>
              </p14:cNvPr>
              <p14:cNvContentPartPr/>
              <p14:nvPr/>
            </p14:nvContentPartPr>
            <p14:xfrm>
              <a:off x="9190247" y="2728462"/>
              <a:ext cx="407520" cy="6919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64A2D58-4F22-0AE8-A7AA-C7C8B7BF67D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172607" y="2710822"/>
                <a:ext cx="443160" cy="72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1685CBD-2479-1555-9643-C6B63355FD6F}"/>
              </a:ext>
            </a:extLst>
          </p:cNvPr>
          <p:cNvGrpSpPr/>
          <p:nvPr/>
        </p:nvGrpSpPr>
        <p:grpSpPr>
          <a:xfrm>
            <a:off x="9996287" y="2713342"/>
            <a:ext cx="1020960" cy="264960"/>
            <a:chOff x="9996287" y="2713342"/>
            <a:chExt cx="102096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F720C8C-BF11-1DCB-380A-FECDD15DB6F9}"/>
                    </a:ext>
                  </a:extLst>
                </p14:cNvPr>
                <p14:cNvContentPartPr/>
                <p14:nvPr/>
              </p14:nvContentPartPr>
              <p14:xfrm>
                <a:off x="9996287" y="2761942"/>
                <a:ext cx="398520" cy="216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F720C8C-BF11-1DCB-380A-FECDD15DB6F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978287" y="2743942"/>
                  <a:ext cx="434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256788E-F59D-EA6A-7F26-92A7887ED1E0}"/>
                    </a:ext>
                  </a:extLst>
                </p14:cNvPr>
                <p14:cNvContentPartPr/>
                <p14:nvPr/>
              </p14:nvContentPartPr>
              <p14:xfrm>
                <a:off x="10455647" y="2729902"/>
                <a:ext cx="430920" cy="190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256788E-F59D-EA6A-7F26-92A7887ED1E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437647" y="2712262"/>
                  <a:ext cx="4665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B83E0F4-D49C-B33F-DC67-C6E6E59FA412}"/>
                    </a:ext>
                  </a:extLst>
                </p14:cNvPr>
                <p14:cNvContentPartPr/>
                <p14:nvPr/>
              </p14:nvContentPartPr>
              <p14:xfrm>
                <a:off x="10849127" y="2713342"/>
                <a:ext cx="168120" cy="181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B83E0F4-D49C-B33F-DC67-C6E6E59FA41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31127" y="2695342"/>
                  <a:ext cx="20376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EB6FE1A-0B1C-191B-2541-F0B1D02B37E9}"/>
              </a:ext>
            </a:extLst>
          </p:cNvPr>
          <p:cNvGrpSpPr/>
          <p:nvPr/>
        </p:nvGrpSpPr>
        <p:grpSpPr>
          <a:xfrm>
            <a:off x="11403527" y="2549182"/>
            <a:ext cx="619560" cy="497880"/>
            <a:chOff x="11403527" y="2549182"/>
            <a:chExt cx="619560" cy="49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DB183A2-4F92-9670-A5ED-9F4137DC895C}"/>
                    </a:ext>
                  </a:extLst>
                </p14:cNvPr>
                <p14:cNvContentPartPr/>
                <p14:nvPr/>
              </p14:nvContentPartPr>
              <p14:xfrm>
                <a:off x="11592887" y="2549182"/>
                <a:ext cx="59400" cy="39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DB183A2-4F92-9670-A5ED-9F4137DC895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575247" y="2531542"/>
                  <a:ext cx="95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BEB8E54-FFE8-91CF-F6DC-7CA871D43B88}"/>
                    </a:ext>
                  </a:extLst>
                </p14:cNvPr>
                <p14:cNvContentPartPr/>
                <p14:nvPr/>
              </p14:nvContentPartPr>
              <p14:xfrm>
                <a:off x="11403527" y="2760502"/>
                <a:ext cx="64080" cy="143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BEB8E54-FFE8-91CF-F6DC-7CA871D43B8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385887" y="2742862"/>
                  <a:ext cx="997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B5DFE79-AE76-1984-E345-461B0FFDEE47}"/>
                    </a:ext>
                  </a:extLst>
                </p14:cNvPr>
                <p14:cNvContentPartPr/>
                <p14:nvPr/>
              </p14:nvContentPartPr>
              <p14:xfrm>
                <a:off x="11512967" y="2767702"/>
                <a:ext cx="145800" cy="150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B5DFE79-AE76-1984-E345-461B0FFDEE4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495327" y="2749702"/>
                  <a:ext cx="1814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89EEC1A-BC29-8A43-C38D-9C08A8E140E8}"/>
                    </a:ext>
                  </a:extLst>
                </p14:cNvPr>
                <p14:cNvContentPartPr/>
                <p14:nvPr/>
              </p14:nvContentPartPr>
              <p14:xfrm>
                <a:off x="11794847" y="2758342"/>
                <a:ext cx="106560" cy="252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89EEC1A-BC29-8A43-C38D-9C08A8E140E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777207" y="2740702"/>
                  <a:ext cx="1422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338617A-C3F1-FF4D-E9EF-616E83D57E5C}"/>
                    </a:ext>
                  </a:extLst>
                </p14:cNvPr>
                <p14:cNvContentPartPr/>
                <p14:nvPr/>
              </p14:nvContentPartPr>
              <p14:xfrm>
                <a:off x="11718167" y="2717302"/>
                <a:ext cx="304920" cy="3297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338617A-C3F1-FF4D-E9EF-616E83D57E5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700527" y="2699302"/>
                  <a:ext cx="34056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4DBFB97-A597-E7F4-5C2B-6BE9AB36E0A8}"/>
                  </a:ext>
                </a:extLst>
              </p14:cNvPr>
              <p14:cNvContentPartPr/>
              <p14:nvPr/>
            </p14:nvContentPartPr>
            <p14:xfrm>
              <a:off x="6169127" y="2306542"/>
              <a:ext cx="5262840" cy="1260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4DBFB97-A597-E7F4-5C2B-6BE9AB36E0A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160127" y="2297902"/>
                <a:ext cx="52804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76AB4DE-9295-519D-9E8E-F3EA3D106F6B}"/>
                  </a:ext>
                </a:extLst>
              </p14:cNvPr>
              <p14:cNvContentPartPr/>
              <p14:nvPr/>
            </p14:nvContentPartPr>
            <p14:xfrm>
              <a:off x="235607" y="3270262"/>
              <a:ext cx="298440" cy="230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76AB4DE-9295-519D-9E8E-F3EA3D106F6B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26607" y="3261622"/>
                <a:ext cx="3160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5EA6FE0-7CC7-A359-BC8D-D4F8703EC06F}"/>
                  </a:ext>
                </a:extLst>
              </p14:cNvPr>
              <p14:cNvContentPartPr/>
              <p14:nvPr/>
            </p14:nvContentPartPr>
            <p14:xfrm>
              <a:off x="7777247" y="2514622"/>
              <a:ext cx="1440" cy="28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5EA6FE0-7CC7-A359-BC8D-D4F8703EC06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768247" y="2505982"/>
                <a:ext cx="190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C7F8E827-8033-7823-6BB9-981E1208E9C4}"/>
                  </a:ext>
                </a:extLst>
              </p14:cNvPr>
              <p14:cNvContentPartPr/>
              <p14:nvPr/>
            </p14:nvContentPartPr>
            <p14:xfrm>
              <a:off x="507767" y="3092422"/>
              <a:ext cx="5760" cy="28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C7F8E827-8033-7823-6BB9-981E1208E9C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99127" y="3083422"/>
                <a:ext cx="2340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E86ABF6-553B-915F-EC2D-F1F8157A7ADE}"/>
              </a:ext>
            </a:extLst>
          </p:cNvPr>
          <p:cNvGrpSpPr/>
          <p:nvPr/>
        </p:nvGrpSpPr>
        <p:grpSpPr>
          <a:xfrm>
            <a:off x="1144247" y="3288262"/>
            <a:ext cx="10769760" cy="146880"/>
            <a:chOff x="1144247" y="3288262"/>
            <a:chExt cx="1076976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14450D6-59BD-68E2-7713-762E855E150A}"/>
                    </a:ext>
                  </a:extLst>
                </p14:cNvPr>
                <p14:cNvContentPartPr/>
                <p14:nvPr/>
              </p14:nvContentPartPr>
              <p14:xfrm>
                <a:off x="1144247" y="3294742"/>
                <a:ext cx="3627000" cy="109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14450D6-59BD-68E2-7713-762E855E150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35607" y="3285742"/>
                  <a:ext cx="3644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811A2F4-7CED-38DA-A58A-4AB9393B0935}"/>
                    </a:ext>
                  </a:extLst>
                </p14:cNvPr>
                <p14:cNvContentPartPr/>
                <p14:nvPr/>
              </p14:nvContentPartPr>
              <p14:xfrm>
                <a:off x="4724807" y="3288262"/>
                <a:ext cx="7189200" cy="146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811A2F4-7CED-38DA-A58A-4AB9393B093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15807" y="3279622"/>
                  <a:ext cx="720684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107840C-868C-579A-4720-1AFCD0FAA6EB}"/>
                  </a:ext>
                </a:extLst>
              </p14:cNvPr>
              <p14:cNvContentPartPr/>
              <p14:nvPr/>
            </p14:nvContentPartPr>
            <p14:xfrm>
              <a:off x="7369367" y="2076862"/>
              <a:ext cx="14040" cy="28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107840C-868C-579A-4720-1AFCD0FAA6EB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360727" y="2067862"/>
                <a:ext cx="316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DF29C31-2597-1A5E-34C1-0802DC193CCF}"/>
                  </a:ext>
                </a:extLst>
              </p14:cNvPr>
              <p14:cNvContentPartPr/>
              <p14:nvPr/>
            </p14:nvContentPartPr>
            <p14:xfrm>
              <a:off x="11627807" y="3220942"/>
              <a:ext cx="8280" cy="21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DF29C31-2597-1A5E-34C1-0802DC193CCF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1619167" y="3212302"/>
                <a:ext cx="2592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519A4CF-3055-0E1B-E4DF-B718BABF9A17}"/>
                  </a:ext>
                </a:extLst>
              </p14:cNvPr>
              <p14:cNvContentPartPr/>
              <p14:nvPr/>
            </p14:nvContentPartPr>
            <p14:xfrm>
              <a:off x="9099527" y="2213302"/>
              <a:ext cx="35640" cy="115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519A4CF-3055-0E1B-E4DF-B718BABF9A1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090527" y="2204662"/>
                <a:ext cx="532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42CC158-20B6-8474-C76E-9BB6539FB74B}"/>
                  </a:ext>
                </a:extLst>
              </p14:cNvPr>
              <p14:cNvContentPartPr/>
              <p14:nvPr/>
            </p14:nvContentPartPr>
            <p14:xfrm>
              <a:off x="10913927" y="3073702"/>
              <a:ext cx="7920" cy="201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42CC158-20B6-8474-C76E-9BB6539FB74B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905287" y="3065062"/>
                <a:ext cx="2556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9A7B98C-3858-A388-7320-920A01659554}"/>
              </a:ext>
            </a:extLst>
          </p:cNvPr>
          <p:cNvGrpSpPr/>
          <p:nvPr/>
        </p:nvGrpSpPr>
        <p:grpSpPr>
          <a:xfrm>
            <a:off x="293567" y="4106182"/>
            <a:ext cx="1441800" cy="488160"/>
            <a:chOff x="293567" y="4106182"/>
            <a:chExt cx="1441800" cy="48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5387021-6A24-ED3D-47F5-80EB45A7785E}"/>
                    </a:ext>
                  </a:extLst>
                </p14:cNvPr>
                <p14:cNvContentPartPr/>
                <p14:nvPr/>
              </p14:nvContentPartPr>
              <p14:xfrm>
                <a:off x="293567" y="4106182"/>
                <a:ext cx="226440" cy="441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5387021-6A24-ED3D-47F5-80EB45A7785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4567" y="4097182"/>
                  <a:ext cx="2440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EBB43A5-C372-9839-E2C0-ACEF8FDC4194}"/>
                    </a:ext>
                  </a:extLst>
                </p14:cNvPr>
                <p14:cNvContentPartPr/>
                <p14:nvPr/>
              </p14:nvContentPartPr>
              <p14:xfrm>
                <a:off x="304367" y="4352062"/>
                <a:ext cx="213840" cy="57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EBB43A5-C372-9839-E2C0-ACEF8FDC419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5727" y="4343422"/>
                  <a:ext cx="231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569D54E-B274-85C7-7887-DD1A9D966B59}"/>
                    </a:ext>
                  </a:extLst>
                </p14:cNvPr>
                <p14:cNvContentPartPr/>
                <p14:nvPr/>
              </p14:nvContentPartPr>
              <p14:xfrm>
                <a:off x="634127" y="4294822"/>
                <a:ext cx="127800" cy="198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569D54E-B274-85C7-7887-DD1A9D966B5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25127" y="4286182"/>
                  <a:ext cx="1454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E268C6A-7DA0-9E8A-C32A-072DD7CEB4DD}"/>
                    </a:ext>
                  </a:extLst>
                </p14:cNvPr>
                <p14:cNvContentPartPr/>
                <p14:nvPr/>
              </p14:nvContentPartPr>
              <p14:xfrm>
                <a:off x="620807" y="4309942"/>
                <a:ext cx="187560" cy="231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E268C6A-7DA0-9E8A-C32A-072DD7CEB4D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1807" y="4301302"/>
                  <a:ext cx="2052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BD8893F-A2CA-45BC-0B78-6293D9CDE4A1}"/>
                    </a:ext>
                  </a:extLst>
                </p14:cNvPr>
                <p14:cNvContentPartPr/>
                <p14:nvPr/>
              </p14:nvContentPartPr>
              <p14:xfrm>
                <a:off x="881447" y="4294822"/>
                <a:ext cx="33120" cy="247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BD8893F-A2CA-45BC-0B78-6293D9CDE4A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72807" y="4285822"/>
                  <a:ext cx="50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8C725F9-E787-98BF-7E80-2FC44843BDD5}"/>
                    </a:ext>
                  </a:extLst>
                </p14:cNvPr>
                <p14:cNvContentPartPr/>
                <p14:nvPr/>
              </p14:nvContentPartPr>
              <p14:xfrm>
                <a:off x="909167" y="4240822"/>
                <a:ext cx="191160" cy="343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8C725F9-E787-98BF-7E80-2FC44843BDD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00527" y="4231822"/>
                  <a:ext cx="2088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D8AACE7-378D-5F83-FC35-181BC63EE860}"/>
                    </a:ext>
                  </a:extLst>
                </p14:cNvPr>
                <p14:cNvContentPartPr/>
                <p14:nvPr/>
              </p14:nvContentPartPr>
              <p14:xfrm>
                <a:off x="1276367" y="4441342"/>
                <a:ext cx="123480" cy="20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D8AACE7-378D-5F83-FC35-181BC63EE86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267367" y="4432702"/>
                  <a:ext cx="141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F45EC3C-4944-2107-A502-62D8B9969480}"/>
                    </a:ext>
                  </a:extLst>
                </p14:cNvPr>
                <p14:cNvContentPartPr/>
                <p14:nvPr/>
              </p14:nvContentPartPr>
              <p14:xfrm>
                <a:off x="1250447" y="4542862"/>
                <a:ext cx="142200" cy="15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F45EC3C-4944-2107-A502-62D8B996948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241447" y="4533862"/>
                  <a:ext cx="159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E9C97CF-27BD-FEF7-E0A6-42EA161D5539}"/>
                    </a:ext>
                  </a:extLst>
                </p14:cNvPr>
                <p14:cNvContentPartPr/>
                <p14:nvPr/>
              </p14:nvContentPartPr>
              <p14:xfrm>
                <a:off x="1528367" y="4344502"/>
                <a:ext cx="207000" cy="249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E9C97CF-27BD-FEF7-E0A6-42EA161D553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519727" y="4335862"/>
                  <a:ext cx="22464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3F1EC0C0-DA39-6E57-60C3-91C2F4B9246D}"/>
              </a:ext>
            </a:extLst>
          </p:cNvPr>
          <p:cNvGrpSpPr/>
          <p:nvPr/>
        </p:nvGrpSpPr>
        <p:grpSpPr>
          <a:xfrm>
            <a:off x="139487" y="4906822"/>
            <a:ext cx="311760" cy="373320"/>
            <a:chOff x="139487" y="4906822"/>
            <a:chExt cx="31176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FCE43E5-F2C7-B59E-D8DC-FF8AA92B7D4B}"/>
                    </a:ext>
                  </a:extLst>
                </p14:cNvPr>
                <p14:cNvContentPartPr/>
                <p14:nvPr/>
              </p14:nvContentPartPr>
              <p14:xfrm>
                <a:off x="139487" y="4906822"/>
                <a:ext cx="127080" cy="200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FCE43E5-F2C7-B59E-D8DC-FF8AA92B7D4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30487" y="4898182"/>
                  <a:ext cx="144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919804F-8CD6-365D-169B-F778ED6FBA77}"/>
                    </a:ext>
                  </a:extLst>
                </p14:cNvPr>
                <p14:cNvContentPartPr/>
                <p14:nvPr/>
              </p14:nvContentPartPr>
              <p14:xfrm>
                <a:off x="316607" y="5036422"/>
                <a:ext cx="14040" cy="118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919804F-8CD6-365D-169B-F778ED6FBA7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07967" y="5027782"/>
                  <a:ext cx="31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908B63E-69FC-43B3-A7AC-51B49EC19F74}"/>
                    </a:ext>
                  </a:extLst>
                </p14:cNvPr>
                <p14:cNvContentPartPr/>
                <p14:nvPr/>
              </p14:nvContentPartPr>
              <p14:xfrm>
                <a:off x="374207" y="5039302"/>
                <a:ext cx="64440" cy="240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908B63E-69FC-43B3-A7AC-51B49EC19F7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65207" y="5030302"/>
                  <a:ext cx="82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4DD112F-37A3-FE3F-764B-2F6CDDDC57BB}"/>
                    </a:ext>
                  </a:extLst>
                </p14:cNvPr>
                <p14:cNvContentPartPr/>
                <p14:nvPr/>
              </p14:nvContentPartPr>
              <p14:xfrm>
                <a:off x="448367" y="4921942"/>
                <a:ext cx="2880" cy="19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4DD112F-37A3-FE3F-764B-2F6CDDDC57B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39727" y="4912942"/>
                  <a:ext cx="20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5B020CC-990D-88D8-B867-0DCA1EA30826}"/>
                    </a:ext>
                  </a:extLst>
                </p14:cNvPr>
                <p14:cNvContentPartPr/>
                <p14:nvPr/>
              </p14:nvContentPartPr>
              <p14:xfrm>
                <a:off x="286727" y="4946782"/>
                <a:ext cx="13680" cy="4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5B020CC-990D-88D8-B867-0DCA1EA3082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78087" y="4938142"/>
                  <a:ext cx="3132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B9EDD4E-612A-C2A8-C055-89B7A3F0ECD6}"/>
              </a:ext>
            </a:extLst>
          </p:cNvPr>
          <p:cNvGrpSpPr/>
          <p:nvPr/>
        </p:nvGrpSpPr>
        <p:grpSpPr>
          <a:xfrm>
            <a:off x="765167" y="4860742"/>
            <a:ext cx="1451160" cy="435600"/>
            <a:chOff x="765167" y="4860742"/>
            <a:chExt cx="145116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DF4F9D3-68A1-2F5F-335D-16A43FFAAB1A}"/>
                    </a:ext>
                  </a:extLst>
                </p14:cNvPr>
                <p14:cNvContentPartPr/>
                <p14:nvPr/>
              </p14:nvContentPartPr>
              <p14:xfrm>
                <a:off x="765167" y="4860742"/>
                <a:ext cx="150840" cy="216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DF4F9D3-68A1-2F5F-335D-16A43FFAAB1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6167" y="4851742"/>
                  <a:ext cx="168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B3EEE2C-78A8-34DE-4AC1-2EE370446F4D}"/>
                    </a:ext>
                  </a:extLst>
                </p14:cNvPr>
                <p14:cNvContentPartPr/>
                <p14:nvPr/>
              </p14:nvContentPartPr>
              <p14:xfrm>
                <a:off x="987287" y="5014822"/>
                <a:ext cx="8640" cy="1170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B3EEE2C-78A8-34DE-4AC1-2EE370446F4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78287" y="5006182"/>
                  <a:ext cx="262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9B04DBD-EBB7-851F-C624-11A897D4164D}"/>
                    </a:ext>
                  </a:extLst>
                </p14:cNvPr>
                <p14:cNvContentPartPr/>
                <p14:nvPr/>
              </p14:nvContentPartPr>
              <p14:xfrm>
                <a:off x="970007" y="4871542"/>
                <a:ext cx="17640" cy="43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9B04DBD-EBB7-851F-C624-11A897D4164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1007" y="4862902"/>
                  <a:ext cx="35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083BF5B-277E-8C6B-725A-CC2315993FBD}"/>
                    </a:ext>
                  </a:extLst>
                </p14:cNvPr>
                <p14:cNvContentPartPr/>
                <p14:nvPr/>
              </p14:nvContentPartPr>
              <p14:xfrm>
                <a:off x="1045247" y="5041102"/>
                <a:ext cx="87120" cy="250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083BF5B-277E-8C6B-725A-CC2315993FB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36607" y="5032462"/>
                  <a:ext cx="1047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A97E316-DEC0-3382-E800-25576E504BC5}"/>
                    </a:ext>
                  </a:extLst>
                </p14:cNvPr>
                <p14:cNvContentPartPr/>
                <p14:nvPr/>
              </p14:nvContentPartPr>
              <p14:xfrm>
                <a:off x="1084127" y="4915102"/>
                <a:ext cx="3960" cy="40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A97E316-DEC0-3382-E800-25576E504BC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75487" y="4906102"/>
                  <a:ext cx="21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0B6FFB6-4B39-984F-C6C5-A041A181242E}"/>
                    </a:ext>
                  </a:extLst>
                </p14:cNvPr>
                <p14:cNvContentPartPr/>
                <p14:nvPr/>
              </p14:nvContentPartPr>
              <p14:xfrm>
                <a:off x="1413167" y="4992862"/>
                <a:ext cx="81360" cy="14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0B6FFB6-4B39-984F-C6C5-A041A181242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404527" y="4984222"/>
                  <a:ext cx="99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5E56EDB-5935-ECD6-AF73-8E8DB79EDA56}"/>
                    </a:ext>
                  </a:extLst>
                </p14:cNvPr>
                <p14:cNvContentPartPr/>
                <p14:nvPr/>
              </p14:nvContentPartPr>
              <p14:xfrm>
                <a:off x="1394447" y="5067022"/>
                <a:ext cx="102600" cy="24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5E56EDB-5935-ECD6-AF73-8E8DB79EDA5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385447" y="5058382"/>
                  <a:ext cx="120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519968B-621D-E661-2C1C-05FFD2A1FB3C}"/>
                    </a:ext>
                  </a:extLst>
                </p14:cNvPr>
                <p14:cNvContentPartPr/>
                <p14:nvPr/>
              </p14:nvContentPartPr>
              <p14:xfrm>
                <a:off x="1763087" y="4881622"/>
                <a:ext cx="124560" cy="230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519968B-621D-E661-2C1C-05FFD2A1FB3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754087" y="4872982"/>
                  <a:ext cx="142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ABB6D19-71EF-8004-9407-37AAA85B0A28}"/>
                    </a:ext>
                  </a:extLst>
                </p14:cNvPr>
                <p14:cNvContentPartPr/>
                <p14:nvPr/>
              </p14:nvContentPartPr>
              <p14:xfrm>
                <a:off x="1969367" y="5055862"/>
                <a:ext cx="12960" cy="117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ABB6D19-71EF-8004-9407-37AAA85B0A2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60727" y="5047222"/>
                  <a:ext cx="30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FF914D1-78C2-EEB5-4D13-90AEB7540773}"/>
                    </a:ext>
                  </a:extLst>
                </p14:cNvPr>
                <p14:cNvContentPartPr/>
                <p14:nvPr/>
              </p14:nvContentPartPr>
              <p14:xfrm>
                <a:off x="1992767" y="4948942"/>
                <a:ext cx="5400" cy="39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FF914D1-78C2-EEB5-4D13-90AEB754077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984127" y="4940302"/>
                  <a:ext cx="23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FBFA351-CDAE-FC66-4652-F82FE58A73CD}"/>
                    </a:ext>
                  </a:extLst>
                </p14:cNvPr>
                <p14:cNvContentPartPr/>
                <p14:nvPr/>
              </p14:nvContentPartPr>
              <p14:xfrm>
                <a:off x="2060807" y="5095102"/>
                <a:ext cx="71640" cy="2012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FBFA351-CDAE-FC66-4652-F82FE58A73C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052167" y="5086102"/>
                  <a:ext cx="892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363E7E7-3B77-D038-74E5-FD7A6CC57285}"/>
                    </a:ext>
                  </a:extLst>
                </p14:cNvPr>
                <p14:cNvContentPartPr/>
                <p14:nvPr/>
              </p14:nvContentPartPr>
              <p14:xfrm>
                <a:off x="2192207" y="4931662"/>
                <a:ext cx="24120" cy="374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363E7E7-3B77-D038-74E5-FD7A6CC5728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183207" y="4923022"/>
                  <a:ext cx="4176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A76C2A7-1EA1-5212-2B4F-3958A950BFED}"/>
              </a:ext>
            </a:extLst>
          </p:cNvPr>
          <p:cNvGrpSpPr/>
          <p:nvPr/>
        </p:nvGrpSpPr>
        <p:grpSpPr>
          <a:xfrm>
            <a:off x="3077447" y="4002142"/>
            <a:ext cx="1004400" cy="650520"/>
            <a:chOff x="3077447" y="4002142"/>
            <a:chExt cx="1004400" cy="65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D71E81E-3B9F-C43D-B630-EE37FD0C3B61}"/>
                    </a:ext>
                  </a:extLst>
                </p14:cNvPr>
                <p14:cNvContentPartPr/>
                <p14:nvPr/>
              </p14:nvContentPartPr>
              <p14:xfrm>
                <a:off x="3077447" y="4002142"/>
                <a:ext cx="267840" cy="345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D71E81E-3B9F-C43D-B630-EE37FD0C3B6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068447" y="3993142"/>
                  <a:ext cx="2854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E2CC019-FF4E-222E-A41E-B12678422B15}"/>
                    </a:ext>
                  </a:extLst>
                </p14:cNvPr>
                <p14:cNvContentPartPr/>
                <p14:nvPr/>
              </p14:nvContentPartPr>
              <p14:xfrm>
                <a:off x="3439607" y="4274302"/>
                <a:ext cx="33840" cy="170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E2CC019-FF4E-222E-A41E-B12678422B1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430607" y="4265302"/>
                  <a:ext cx="51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09E6716-7D3A-1BD0-7C00-7FB78105E897}"/>
                    </a:ext>
                  </a:extLst>
                </p14:cNvPr>
                <p14:cNvContentPartPr/>
                <p14:nvPr/>
              </p14:nvContentPartPr>
              <p14:xfrm>
                <a:off x="3505847" y="4179622"/>
                <a:ext cx="3960" cy="47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09E6716-7D3A-1BD0-7C00-7FB78105E89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496847" y="4170982"/>
                  <a:ext cx="21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F777A4A-A95E-8767-44DD-2CA2D254EE24}"/>
                    </a:ext>
                  </a:extLst>
                </p14:cNvPr>
                <p14:cNvContentPartPr/>
                <p14:nvPr/>
              </p14:nvContentPartPr>
              <p14:xfrm>
                <a:off x="3474167" y="4381942"/>
                <a:ext cx="136440" cy="270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F777A4A-A95E-8767-44DD-2CA2D254EE2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465167" y="4372942"/>
                  <a:ext cx="154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13D580C-A878-A495-EF57-408DD24552DA}"/>
                    </a:ext>
                  </a:extLst>
                </p14:cNvPr>
                <p14:cNvContentPartPr/>
                <p14:nvPr/>
              </p14:nvContentPartPr>
              <p14:xfrm>
                <a:off x="3662087" y="4207342"/>
                <a:ext cx="23400" cy="74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13D580C-A878-A495-EF57-408DD24552D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653447" y="4198702"/>
                  <a:ext cx="41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0CFA5A1-25BB-5B96-2500-20770DD7214C}"/>
                    </a:ext>
                  </a:extLst>
                </p14:cNvPr>
                <p14:cNvContentPartPr/>
                <p14:nvPr/>
              </p14:nvContentPartPr>
              <p14:xfrm>
                <a:off x="3884207" y="4267102"/>
                <a:ext cx="138960" cy="19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0CFA5A1-25BB-5B96-2500-20770DD7214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875207" y="4258462"/>
                  <a:ext cx="156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52BC65E-A129-6FFB-A1BB-3336334CC880}"/>
                    </a:ext>
                  </a:extLst>
                </p14:cNvPr>
                <p14:cNvContentPartPr/>
                <p14:nvPr/>
              </p14:nvContentPartPr>
              <p14:xfrm>
                <a:off x="3866207" y="4380142"/>
                <a:ext cx="215640" cy="273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52BC65E-A129-6FFB-A1BB-3336334CC88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857567" y="4371142"/>
                  <a:ext cx="23328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CB003AE-D91C-3B5B-456E-CD97C28E7D46}"/>
                  </a:ext>
                </a:extLst>
              </p14:cNvPr>
              <p14:cNvContentPartPr/>
              <p14:nvPr/>
            </p14:nvContentPartPr>
            <p14:xfrm>
              <a:off x="5424647" y="4218862"/>
              <a:ext cx="57240" cy="2581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CB003AE-D91C-3B5B-456E-CD97C28E7D46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416007" y="4209862"/>
                <a:ext cx="7488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18CFB82-DDA8-CA8D-09DE-E327FB5264BF}"/>
              </a:ext>
            </a:extLst>
          </p:cNvPr>
          <p:cNvGrpSpPr/>
          <p:nvPr/>
        </p:nvGrpSpPr>
        <p:grpSpPr>
          <a:xfrm>
            <a:off x="4434287" y="4149022"/>
            <a:ext cx="523440" cy="338400"/>
            <a:chOff x="4434287" y="4149022"/>
            <a:chExt cx="52344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FC47162-2F3D-B891-0D82-63447D6B4C70}"/>
                    </a:ext>
                  </a:extLst>
                </p14:cNvPr>
                <p14:cNvContentPartPr/>
                <p14:nvPr/>
              </p14:nvContentPartPr>
              <p14:xfrm>
                <a:off x="4434287" y="4149022"/>
                <a:ext cx="204840" cy="243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FC47162-2F3D-B891-0D82-63447D6B4C7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425287" y="4140382"/>
                  <a:ext cx="2224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1EC2D68-62BA-F362-CCE1-C7CF405B1A76}"/>
                    </a:ext>
                  </a:extLst>
                </p14:cNvPr>
                <p14:cNvContentPartPr/>
                <p14:nvPr/>
              </p14:nvContentPartPr>
              <p14:xfrm>
                <a:off x="4741367" y="4309222"/>
                <a:ext cx="18720" cy="125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1EC2D68-62BA-F362-CCE1-C7CF405B1A7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32727" y="4300222"/>
                  <a:ext cx="36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43C30D8-2A45-F909-A524-813C73667C57}"/>
                    </a:ext>
                  </a:extLst>
                </p14:cNvPr>
                <p14:cNvContentPartPr/>
                <p14:nvPr/>
              </p14:nvContentPartPr>
              <p14:xfrm>
                <a:off x="4806527" y="4215622"/>
                <a:ext cx="10440" cy="52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43C30D8-2A45-F909-A524-813C73667C5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797527" y="4206982"/>
                  <a:ext cx="28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63E663B-1781-9274-BC1D-9794991060F3}"/>
                    </a:ext>
                  </a:extLst>
                </p14:cNvPr>
                <p14:cNvContentPartPr/>
                <p14:nvPr/>
              </p14:nvContentPartPr>
              <p14:xfrm>
                <a:off x="4937927" y="4323262"/>
                <a:ext cx="19800" cy="143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63E663B-1781-9274-BC1D-9794991060F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929287" y="4314262"/>
                  <a:ext cx="37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47208E9-7AEB-41FB-F57D-8795AC1DDFC1}"/>
                    </a:ext>
                  </a:extLst>
                </p14:cNvPr>
                <p14:cNvContentPartPr/>
                <p14:nvPr/>
              </p14:nvContentPartPr>
              <p14:xfrm>
                <a:off x="4924967" y="4314622"/>
                <a:ext cx="29160" cy="172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47208E9-7AEB-41FB-F57D-8795AC1DDFC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15967" y="4305622"/>
                  <a:ext cx="4680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D3D43AAF-2887-8545-0B6E-96FCD230B1C0}"/>
                  </a:ext>
                </a:extLst>
              </p14:cNvPr>
              <p14:cNvContentPartPr/>
              <p14:nvPr/>
            </p14:nvContentPartPr>
            <p14:xfrm>
              <a:off x="5957807" y="4289782"/>
              <a:ext cx="228960" cy="518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D3D43AAF-2887-8545-0B6E-96FCD230B1C0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948807" y="4280782"/>
                <a:ext cx="2466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51852DC9-6761-C2D7-EF9F-7C622B3105AD}"/>
                  </a:ext>
                </a:extLst>
              </p14:cNvPr>
              <p14:cNvContentPartPr/>
              <p14:nvPr/>
            </p14:nvContentPartPr>
            <p14:xfrm>
              <a:off x="6077687" y="4172782"/>
              <a:ext cx="23760" cy="2311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51852DC9-6761-C2D7-EF9F-7C622B3105AD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068687" y="4164142"/>
                <a:ext cx="4140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D2F1ACB1-CB4F-DA5D-9D13-14C01E9C2460}"/>
              </a:ext>
            </a:extLst>
          </p:cNvPr>
          <p:cNvGrpSpPr/>
          <p:nvPr/>
        </p:nvGrpSpPr>
        <p:grpSpPr>
          <a:xfrm>
            <a:off x="9383207" y="4205902"/>
            <a:ext cx="471240" cy="221040"/>
            <a:chOff x="9383207" y="4205902"/>
            <a:chExt cx="47124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3F63F06-8D56-A883-E0F4-E2DC04F108A7}"/>
                    </a:ext>
                  </a:extLst>
                </p14:cNvPr>
                <p14:cNvContentPartPr/>
                <p14:nvPr/>
              </p14:nvContentPartPr>
              <p14:xfrm>
                <a:off x="9383207" y="4302022"/>
                <a:ext cx="173520" cy="165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3F63F06-8D56-A883-E0F4-E2DC04F108A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374567" y="4293382"/>
                  <a:ext cx="191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47A6DDC-BDB3-33E4-7761-75F94C1B4B60}"/>
                    </a:ext>
                  </a:extLst>
                </p14:cNvPr>
                <p14:cNvContentPartPr/>
                <p14:nvPr/>
              </p14:nvContentPartPr>
              <p14:xfrm>
                <a:off x="9475367" y="4205902"/>
                <a:ext cx="38880" cy="2210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47A6DDC-BDB3-33E4-7761-75F94C1B4B6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466367" y="4196902"/>
                  <a:ext cx="56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5F45665-9062-AE3E-2746-956D651B0CFA}"/>
                    </a:ext>
                  </a:extLst>
                </p14:cNvPr>
                <p14:cNvContentPartPr/>
                <p14:nvPr/>
              </p14:nvContentPartPr>
              <p14:xfrm>
                <a:off x="9801887" y="4332982"/>
                <a:ext cx="52560" cy="20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5F45665-9062-AE3E-2746-956D651B0CF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93247" y="4324342"/>
                  <a:ext cx="702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D7BF15E1-D66D-02F1-D014-341441F4F17E}"/>
                  </a:ext>
                </a:extLst>
              </p14:cNvPr>
              <p14:cNvContentPartPr/>
              <p14:nvPr/>
            </p14:nvContentPartPr>
            <p14:xfrm>
              <a:off x="10133447" y="4374022"/>
              <a:ext cx="33120" cy="540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D7BF15E1-D66D-02F1-D014-341441F4F17E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124807" y="4365022"/>
                <a:ext cx="5076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F58D2DEE-45E9-63CD-85A0-6B73FA9E09EE}"/>
                  </a:ext>
                </a:extLst>
              </p14:cNvPr>
              <p14:cNvContentPartPr/>
              <p14:nvPr/>
            </p14:nvContentPartPr>
            <p14:xfrm>
              <a:off x="10435847" y="4323262"/>
              <a:ext cx="36360" cy="111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F58D2DEE-45E9-63CD-85A0-6B73FA9E09EE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427207" y="4314622"/>
                <a:ext cx="5400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Group 232">
            <a:extLst>
              <a:ext uri="{FF2B5EF4-FFF2-40B4-BE49-F238E27FC236}">
                <a16:creationId xmlns:a16="http://schemas.microsoft.com/office/drawing/2014/main" id="{F504D12D-7BAA-5334-2562-6C5F96CF404C}"/>
              </a:ext>
            </a:extLst>
          </p:cNvPr>
          <p:cNvGrpSpPr/>
          <p:nvPr/>
        </p:nvGrpSpPr>
        <p:grpSpPr>
          <a:xfrm>
            <a:off x="10778207" y="4073422"/>
            <a:ext cx="1279800" cy="720000"/>
            <a:chOff x="10778207" y="4073422"/>
            <a:chExt cx="1279800" cy="72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8D2434D-7D0B-9131-0764-D49BAE190575}"/>
                    </a:ext>
                  </a:extLst>
                </p14:cNvPr>
                <p14:cNvContentPartPr/>
                <p14:nvPr/>
              </p14:nvContentPartPr>
              <p14:xfrm>
                <a:off x="10778207" y="4302022"/>
                <a:ext cx="139320" cy="122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8D2434D-7D0B-9131-0764-D49BAE19057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769567" y="4293382"/>
                  <a:ext cx="156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D0D40B2-E838-2299-B954-20FEF23DD966}"/>
                    </a:ext>
                  </a:extLst>
                </p14:cNvPr>
                <p14:cNvContentPartPr/>
                <p14:nvPr/>
              </p14:nvContentPartPr>
              <p14:xfrm>
                <a:off x="10822487" y="4206262"/>
                <a:ext cx="39600" cy="1969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D0D40B2-E838-2299-B954-20FEF23DD96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813487" y="4197262"/>
                  <a:ext cx="57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6DC0CCA-4463-6886-66A9-EAD9CEAB7B2E}"/>
                    </a:ext>
                  </a:extLst>
                </p14:cNvPr>
                <p14:cNvContentPartPr/>
                <p14:nvPr/>
              </p14:nvContentPartPr>
              <p14:xfrm>
                <a:off x="11058287" y="4173862"/>
                <a:ext cx="146160" cy="2365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6DC0CCA-4463-6886-66A9-EAD9CEAB7B2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049287" y="4165222"/>
                  <a:ext cx="1638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36CD4A7-354E-4C74-F53A-96EE6E774669}"/>
                    </a:ext>
                  </a:extLst>
                </p14:cNvPr>
                <p14:cNvContentPartPr/>
                <p14:nvPr/>
              </p14:nvContentPartPr>
              <p14:xfrm>
                <a:off x="11261687" y="4326862"/>
                <a:ext cx="39600" cy="132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36CD4A7-354E-4C74-F53A-96EE6E77466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252687" y="4317862"/>
                  <a:ext cx="57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4E4DBD9-759D-CD5E-3AA6-C0ECF39FB5AD}"/>
                    </a:ext>
                  </a:extLst>
                </p14:cNvPr>
                <p14:cNvContentPartPr/>
                <p14:nvPr/>
              </p14:nvContentPartPr>
              <p14:xfrm>
                <a:off x="11397047" y="4359622"/>
                <a:ext cx="139320" cy="1476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4E4DBD9-759D-CD5E-3AA6-C0ECF39FB5A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388407" y="4350982"/>
                  <a:ext cx="156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A71DA18-213F-6B33-4575-6777C0F77375}"/>
                    </a:ext>
                  </a:extLst>
                </p14:cNvPr>
                <p14:cNvContentPartPr/>
                <p14:nvPr/>
              </p14:nvContentPartPr>
              <p14:xfrm>
                <a:off x="11656967" y="4073422"/>
                <a:ext cx="129600" cy="339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A71DA18-213F-6B33-4575-6777C0F7737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647967" y="4064422"/>
                  <a:ext cx="1472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92EE7A7-06E9-6609-3B2C-5C2FF585A0EB}"/>
                    </a:ext>
                  </a:extLst>
                </p14:cNvPr>
                <p14:cNvContentPartPr/>
                <p14:nvPr/>
              </p14:nvContentPartPr>
              <p14:xfrm>
                <a:off x="11342687" y="4255222"/>
                <a:ext cx="14040" cy="12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92EE7A7-06E9-6609-3B2C-5C2FF585A0E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334047" y="4246222"/>
                  <a:ext cx="31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B9D5A61-3598-729D-5F06-E69EF8E1EB53}"/>
                    </a:ext>
                  </a:extLst>
                </p14:cNvPr>
                <p14:cNvContentPartPr/>
                <p14:nvPr/>
              </p14:nvContentPartPr>
              <p14:xfrm>
                <a:off x="11835167" y="4408582"/>
                <a:ext cx="111960" cy="1148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B9D5A61-3598-729D-5F06-E69EF8E1EB5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826167" y="4399582"/>
                  <a:ext cx="1296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7A225AE-F5E5-EBC3-183A-3F815A31377F}"/>
                    </a:ext>
                  </a:extLst>
                </p14:cNvPr>
                <p14:cNvContentPartPr/>
                <p14:nvPr/>
              </p14:nvContentPartPr>
              <p14:xfrm>
                <a:off x="11838767" y="4454302"/>
                <a:ext cx="196920" cy="3391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7A225AE-F5E5-EBC3-183A-3F815A31377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829767" y="4445662"/>
                  <a:ext cx="2145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E03D8B7-264A-6C0D-459E-C2F2329125ED}"/>
                    </a:ext>
                  </a:extLst>
                </p14:cNvPr>
                <p14:cNvContentPartPr/>
                <p14:nvPr/>
              </p14:nvContentPartPr>
              <p14:xfrm>
                <a:off x="12034247" y="4315702"/>
                <a:ext cx="23760" cy="658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E03D8B7-264A-6C0D-459E-C2F2329125E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2025247" y="4306702"/>
                  <a:ext cx="41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8F6093C-A5CF-387C-1046-D1DC38C23F4F}"/>
                    </a:ext>
                  </a:extLst>
                </p14:cNvPr>
                <p14:cNvContentPartPr/>
                <p14:nvPr/>
              </p14:nvContentPartPr>
              <p14:xfrm>
                <a:off x="11141447" y="4261702"/>
                <a:ext cx="7200" cy="23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8F6093C-A5CF-387C-1046-D1DC38C23F4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132447" y="4253062"/>
                  <a:ext cx="24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704BD91-5671-DD1C-60D8-0CDB73517044}"/>
                    </a:ext>
                  </a:extLst>
                </p14:cNvPr>
                <p14:cNvContentPartPr/>
                <p14:nvPr/>
              </p14:nvContentPartPr>
              <p14:xfrm>
                <a:off x="11341967" y="4251262"/>
                <a:ext cx="39240" cy="288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704BD91-5671-DD1C-60D8-0CDB7351704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332967" y="4242622"/>
                  <a:ext cx="5688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CAD1AF2A-8E0A-6845-AC5D-A0D6B459C120}"/>
              </a:ext>
            </a:extLst>
          </p:cNvPr>
          <p:cNvGrpSpPr/>
          <p:nvPr/>
        </p:nvGrpSpPr>
        <p:grpSpPr>
          <a:xfrm>
            <a:off x="2859287" y="4892422"/>
            <a:ext cx="425880" cy="466920"/>
            <a:chOff x="2859287" y="4892422"/>
            <a:chExt cx="425880" cy="4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4E19260-FE8E-89B3-F542-380F7AAB7600}"/>
                    </a:ext>
                  </a:extLst>
                </p14:cNvPr>
                <p14:cNvContentPartPr/>
                <p14:nvPr/>
              </p14:nvContentPartPr>
              <p14:xfrm>
                <a:off x="2859287" y="4892422"/>
                <a:ext cx="229680" cy="273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4E19260-FE8E-89B3-F542-380F7AAB760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850647" y="4883422"/>
                  <a:ext cx="2473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5E40F03-6E35-FEB0-1C11-186C7927F4FF}"/>
                    </a:ext>
                  </a:extLst>
                </p14:cNvPr>
                <p14:cNvContentPartPr/>
                <p14:nvPr/>
              </p14:nvContentPartPr>
              <p14:xfrm>
                <a:off x="3122087" y="5117062"/>
                <a:ext cx="32040" cy="1825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5E40F03-6E35-FEB0-1C11-186C7927F4F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113447" y="5108062"/>
                  <a:ext cx="49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DE1CB6A-49C7-1B93-FF2C-6D6839F266EB}"/>
                    </a:ext>
                  </a:extLst>
                </p14:cNvPr>
                <p14:cNvContentPartPr/>
                <p14:nvPr/>
              </p14:nvContentPartPr>
              <p14:xfrm>
                <a:off x="3256007" y="5146222"/>
                <a:ext cx="29160" cy="213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DE1CB6A-49C7-1B93-FF2C-6D6839F266E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247007" y="5137582"/>
                  <a:ext cx="4680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2A6E697-8707-C021-F357-0FBD2335D672}"/>
              </a:ext>
            </a:extLst>
          </p:cNvPr>
          <p:cNvGrpSpPr/>
          <p:nvPr/>
        </p:nvGrpSpPr>
        <p:grpSpPr>
          <a:xfrm>
            <a:off x="3641567" y="5002582"/>
            <a:ext cx="216360" cy="158040"/>
            <a:chOff x="3641567" y="5002582"/>
            <a:chExt cx="21636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68C3CAA-B4BC-81F3-1A06-ED350CD5A8B7}"/>
                    </a:ext>
                  </a:extLst>
                </p14:cNvPr>
                <p14:cNvContentPartPr/>
                <p14:nvPr/>
              </p14:nvContentPartPr>
              <p14:xfrm>
                <a:off x="3655967" y="5002582"/>
                <a:ext cx="183600" cy="241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68C3CAA-B4BC-81F3-1A06-ED350CD5A8B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647327" y="4993582"/>
                  <a:ext cx="201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B3BA4DF-A01A-9F88-CD2A-897B5EA8FD20}"/>
                    </a:ext>
                  </a:extLst>
                </p14:cNvPr>
                <p14:cNvContentPartPr/>
                <p14:nvPr/>
              </p14:nvContentPartPr>
              <p14:xfrm>
                <a:off x="3641567" y="5126062"/>
                <a:ext cx="216360" cy="34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B3BA4DF-A01A-9F88-CD2A-897B5EA8FD2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632927" y="5117062"/>
                  <a:ext cx="2340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DA0F792-2C72-34BA-1DEB-B35030F80A86}"/>
              </a:ext>
            </a:extLst>
          </p:cNvPr>
          <p:cNvGrpSpPr/>
          <p:nvPr/>
        </p:nvGrpSpPr>
        <p:grpSpPr>
          <a:xfrm>
            <a:off x="4195247" y="4926982"/>
            <a:ext cx="1059480" cy="392400"/>
            <a:chOff x="4195247" y="4926982"/>
            <a:chExt cx="105948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A17A916-2B4E-9A26-BDAC-1B9BDC9069D0}"/>
                    </a:ext>
                  </a:extLst>
                </p14:cNvPr>
                <p14:cNvContentPartPr/>
                <p14:nvPr/>
              </p14:nvContentPartPr>
              <p14:xfrm>
                <a:off x="4195247" y="4926982"/>
                <a:ext cx="195840" cy="228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A17A916-2B4E-9A26-BDAC-1B9BDC9069D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186607" y="4917982"/>
                  <a:ext cx="213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9F22FBF-B5E2-BC50-D3C5-E3B3A15BAFCC}"/>
                    </a:ext>
                  </a:extLst>
                </p14:cNvPr>
                <p14:cNvContentPartPr/>
                <p14:nvPr/>
              </p14:nvContentPartPr>
              <p14:xfrm>
                <a:off x="4438247" y="5113102"/>
                <a:ext cx="38880" cy="1926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9F22FBF-B5E2-BC50-D3C5-E3B3A15BAFC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429607" y="5104102"/>
                  <a:ext cx="56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272E80F-F06B-49F3-6B3E-966669AAEEBB}"/>
                    </a:ext>
                  </a:extLst>
                </p14:cNvPr>
                <p14:cNvContentPartPr/>
                <p14:nvPr/>
              </p14:nvContentPartPr>
              <p14:xfrm>
                <a:off x="4599167" y="5128942"/>
                <a:ext cx="38880" cy="186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272E80F-F06B-49F3-6B3E-966669AAEEB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590527" y="5120302"/>
                  <a:ext cx="565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F6E2836-06F4-6ADD-9A16-D03F4D793D59}"/>
                    </a:ext>
                  </a:extLst>
                </p14:cNvPr>
                <p14:cNvContentPartPr/>
                <p14:nvPr/>
              </p14:nvContentPartPr>
              <p14:xfrm>
                <a:off x="4838207" y="4931662"/>
                <a:ext cx="146880" cy="2545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F6E2836-06F4-6ADD-9A16-D03F4D793D5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829567" y="4923022"/>
                  <a:ext cx="1645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51C0853-0E22-84C7-8456-2E24716C9FB5}"/>
                    </a:ext>
                  </a:extLst>
                </p14:cNvPr>
                <p14:cNvContentPartPr/>
                <p14:nvPr/>
              </p14:nvContentPartPr>
              <p14:xfrm>
                <a:off x="5097767" y="5093662"/>
                <a:ext cx="20160" cy="2062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51C0853-0E22-84C7-8456-2E24716C9FB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088767" y="5085022"/>
                  <a:ext cx="37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6A3B233-373F-9DF9-CC83-3CBC3342F8FD}"/>
                    </a:ext>
                  </a:extLst>
                </p14:cNvPr>
                <p14:cNvContentPartPr/>
                <p14:nvPr/>
              </p14:nvContentPartPr>
              <p14:xfrm>
                <a:off x="5235647" y="5136142"/>
                <a:ext cx="19080" cy="1832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6A3B233-373F-9DF9-CC83-3CBC3342F8F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227007" y="5127502"/>
                  <a:ext cx="3672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2BBCFC19-E492-5A0F-29F2-605B4D7CC6AC}"/>
              </a:ext>
            </a:extLst>
          </p:cNvPr>
          <p:cNvGrpSpPr/>
          <p:nvPr/>
        </p:nvGrpSpPr>
        <p:grpSpPr>
          <a:xfrm>
            <a:off x="5665487" y="4961542"/>
            <a:ext cx="1485000" cy="447840"/>
            <a:chOff x="5665487" y="4961542"/>
            <a:chExt cx="148500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389A76D-C7AD-42EB-052F-4B8496C1C172}"/>
                    </a:ext>
                  </a:extLst>
                </p14:cNvPr>
                <p14:cNvContentPartPr/>
                <p14:nvPr/>
              </p14:nvContentPartPr>
              <p14:xfrm>
                <a:off x="5665487" y="5024902"/>
                <a:ext cx="223200" cy="324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389A76D-C7AD-42EB-052F-4B8496C1C17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656847" y="5015902"/>
                  <a:ext cx="240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B0BA86F-4AE0-7D0A-44EF-BB59D9920EF1}"/>
                    </a:ext>
                  </a:extLst>
                </p14:cNvPr>
                <p14:cNvContentPartPr/>
                <p14:nvPr/>
              </p14:nvContentPartPr>
              <p14:xfrm>
                <a:off x="5737487" y="4961542"/>
                <a:ext cx="48960" cy="2210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B0BA86F-4AE0-7D0A-44EF-BB59D9920EF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728487" y="4952902"/>
                  <a:ext cx="666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020B818-2750-3682-0138-FF1422D7D827}"/>
                    </a:ext>
                  </a:extLst>
                </p14:cNvPr>
                <p14:cNvContentPartPr/>
                <p14:nvPr/>
              </p14:nvContentPartPr>
              <p14:xfrm>
                <a:off x="5971847" y="4985662"/>
                <a:ext cx="149400" cy="2530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020B818-2750-3682-0138-FF1422D7D82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962847" y="4977022"/>
                  <a:ext cx="1670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CB392F2-5DB9-98F6-174A-3187AD83D949}"/>
                    </a:ext>
                  </a:extLst>
                </p14:cNvPr>
                <p14:cNvContentPartPr/>
                <p14:nvPr/>
              </p14:nvContentPartPr>
              <p14:xfrm>
                <a:off x="6189647" y="5186542"/>
                <a:ext cx="27000" cy="1339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CB392F2-5DB9-98F6-174A-3187AD83D94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80647" y="5177542"/>
                  <a:ext cx="44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6B46433-0A24-F6BB-C0FB-6D1CB71820BB}"/>
                    </a:ext>
                  </a:extLst>
                </p14:cNvPr>
                <p14:cNvContentPartPr/>
                <p14:nvPr/>
              </p14:nvContentPartPr>
              <p14:xfrm>
                <a:off x="6300167" y="5189422"/>
                <a:ext cx="160200" cy="1638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6B46433-0A24-F6BB-C0FB-6D1CB71820B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91167" y="5180422"/>
                  <a:ext cx="177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7825313-7545-3913-7835-7E4CBB510A5D}"/>
                    </a:ext>
                  </a:extLst>
                </p14:cNvPr>
                <p14:cNvContentPartPr/>
                <p14:nvPr/>
              </p14:nvContentPartPr>
              <p14:xfrm>
                <a:off x="6587807" y="4982422"/>
                <a:ext cx="153360" cy="2714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7825313-7545-3913-7835-7E4CBB510A5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579167" y="4973422"/>
                  <a:ext cx="1710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AA986D2-9AF4-944F-171B-AA91E83A4D93}"/>
                    </a:ext>
                  </a:extLst>
                </p14:cNvPr>
                <p14:cNvContentPartPr/>
                <p14:nvPr/>
              </p14:nvContentPartPr>
              <p14:xfrm>
                <a:off x="6840167" y="5204542"/>
                <a:ext cx="153720" cy="1836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AA986D2-9AF4-944F-171B-AA91E83A4D9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831167" y="5195542"/>
                  <a:ext cx="1713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2D92C28-6251-E1F5-ED14-613B3024AE87}"/>
                    </a:ext>
                  </a:extLst>
                </p14:cNvPr>
                <p14:cNvContentPartPr/>
                <p14:nvPr/>
              </p14:nvContentPartPr>
              <p14:xfrm>
                <a:off x="7122047" y="5207062"/>
                <a:ext cx="28440" cy="2023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2D92C28-6251-E1F5-ED14-613B3024AE8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113407" y="5198062"/>
                  <a:ext cx="4608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A5351034-3F80-DDE1-D17B-12A9A773D646}"/>
              </a:ext>
            </a:extLst>
          </p:cNvPr>
          <p:cNvGrpSpPr/>
          <p:nvPr/>
        </p:nvGrpSpPr>
        <p:grpSpPr>
          <a:xfrm>
            <a:off x="7613087" y="4943902"/>
            <a:ext cx="1835640" cy="426600"/>
            <a:chOff x="7613087" y="4943902"/>
            <a:chExt cx="183564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DEB272E-2AC9-8F66-9570-2BFCF9D902E8}"/>
                    </a:ext>
                  </a:extLst>
                </p14:cNvPr>
                <p14:cNvContentPartPr/>
                <p14:nvPr/>
              </p14:nvContentPartPr>
              <p14:xfrm>
                <a:off x="7613087" y="5023822"/>
                <a:ext cx="181440" cy="399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DEB272E-2AC9-8F66-9570-2BFCF9D902E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604447" y="5015182"/>
                  <a:ext cx="1990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44DEEA9-1365-C155-22FC-AED1CFC48704}"/>
                    </a:ext>
                  </a:extLst>
                </p14:cNvPr>
                <p14:cNvContentPartPr/>
                <p14:nvPr/>
              </p14:nvContentPartPr>
              <p14:xfrm>
                <a:off x="7650887" y="4943902"/>
                <a:ext cx="55080" cy="2278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44DEEA9-1365-C155-22FC-AED1CFC4870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641887" y="4935262"/>
                  <a:ext cx="727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8E4F724-4011-CB2E-DE11-01E7E7108C73}"/>
                    </a:ext>
                  </a:extLst>
                </p14:cNvPr>
                <p14:cNvContentPartPr/>
                <p14:nvPr/>
              </p14:nvContentPartPr>
              <p14:xfrm>
                <a:off x="7975967" y="4954702"/>
                <a:ext cx="127080" cy="2502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8E4F724-4011-CB2E-DE11-01E7E7108C7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966967" y="4945702"/>
                  <a:ext cx="1447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369053D-7265-58FF-E49E-D7EDE033DA1C}"/>
                    </a:ext>
                  </a:extLst>
                </p14:cNvPr>
                <p14:cNvContentPartPr/>
                <p14:nvPr/>
              </p14:nvContentPartPr>
              <p14:xfrm>
                <a:off x="8186567" y="5151982"/>
                <a:ext cx="25920" cy="1321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369053D-7265-58FF-E49E-D7EDE033DA1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177567" y="5143342"/>
                  <a:ext cx="43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625DC42-0455-C0D8-BE5F-9641398FB320}"/>
                    </a:ext>
                  </a:extLst>
                </p14:cNvPr>
                <p14:cNvContentPartPr/>
                <p14:nvPr/>
              </p14:nvContentPartPr>
              <p14:xfrm>
                <a:off x="8274407" y="5140102"/>
                <a:ext cx="127440" cy="2008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625DC42-0455-C0D8-BE5F-9641398FB32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265767" y="5131462"/>
                  <a:ext cx="145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673CC8D-57D0-79F4-87AC-170DF0C9F853}"/>
                    </a:ext>
                  </a:extLst>
                </p14:cNvPr>
                <p14:cNvContentPartPr/>
                <p14:nvPr/>
              </p14:nvContentPartPr>
              <p14:xfrm>
                <a:off x="8559527" y="4965862"/>
                <a:ext cx="142560" cy="2556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673CC8D-57D0-79F4-87AC-170DF0C9F85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550527" y="4957222"/>
                  <a:ext cx="1602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9415E9C-B9DF-92EF-DCCB-CF971D4C6B1E}"/>
                    </a:ext>
                  </a:extLst>
                </p14:cNvPr>
                <p14:cNvContentPartPr/>
                <p14:nvPr/>
              </p14:nvContentPartPr>
              <p14:xfrm>
                <a:off x="8749247" y="5135062"/>
                <a:ext cx="113040" cy="2120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9415E9C-B9DF-92EF-DCCB-CF971D4C6B1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740607" y="5126062"/>
                  <a:ext cx="1306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3B13E5C-794B-4AAF-F1E9-1AFE84055836}"/>
                    </a:ext>
                  </a:extLst>
                </p14:cNvPr>
                <p14:cNvContentPartPr/>
                <p14:nvPr/>
              </p14:nvContentPartPr>
              <p14:xfrm>
                <a:off x="8980007" y="5207062"/>
                <a:ext cx="30600" cy="163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3B13E5C-794B-4AAF-F1E9-1AFE8405583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971367" y="5198062"/>
                  <a:ext cx="48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BF11287-333D-C543-1859-E5355EA36A6E}"/>
                    </a:ext>
                  </a:extLst>
                </p14:cNvPr>
                <p14:cNvContentPartPr/>
                <p14:nvPr/>
              </p14:nvContentPartPr>
              <p14:xfrm>
                <a:off x="9059927" y="5077822"/>
                <a:ext cx="111600" cy="424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BF11287-333D-C543-1859-E5355EA36A6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051287" y="5068822"/>
                  <a:ext cx="1292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80A1C47-2EC1-F9F4-0141-00D5E2102FC3}"/>
                    </a:ext>
                  </a:extLst>
                </p14:cNvPr>
                <p14:cNvContentPartPr/>
                <p14:nvPr/>
              </p14:nvContentPartPr>
              <p14:xfrm>
                <a:off x="9128327" y="5003302"/>
                <a:ext cx="26640" cy="1998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80A1C47-2EC1-F9F4-0141-00D5E2102FC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119327" y="4994302"/>
                  <a:ext cx="44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774385C-AC26-4E78-6F1E-2D70B60A1C63}"/>
                    </a:ext>
                  </a:extLst>
                </p14:cNvPr>
                <p14:cNvContentPartPr/>
                <p14:nvPr/>
              </p14:nvContentPartPr>
              <p14:xfrm>
                <a:off x="9386447" y="5133262"/>
                <a:ext cx="62280" cy="208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774385C-AC26-4E78-6F1E-2D70B60A1C6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377447" y="5124262"/>
                  <a:ext cx="7992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E5180352-7702-DE82-27A3-3F438946BCC6}"/>
                  </a:ext>
                </a:extLst>
              </p14:cNvPr>
              <p14:cNvContentPartPr/>
              <p14:nvPr/>
            </p14:nvContentPartPr>
            <p14:xfrm>
              <a:off x="9701807" y="5146222"/>
              <a:ext cx="95040" cy="828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E5180352-7702-DE82-27A3-3F438946BCC6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9693167" y="5137582"/>
                <a:ext cx="11268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51800F33-7EC4-490F-EBA9-42AE05B2B2CA}"/>
                  </a:ext>
                </a:extLst>
              </p14:cNvPr>
              <p14:cNvContentPartPr/>
              <p14:nvPr/>
            </p14:nvContentPartPr>
            <p14:xfrm>
              <a:off x="10090247" y="5163502"/>
              <a:ext cx="67320" cy="468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51800F33-7EC4-490F-EBA9-42AE05B2B2CA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10081607" y="5154862"/>
                <a:ext cx="8496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E88E154-2ED3-323F-56E6-CAF6BBED0E35}"/>
              </a:ext>
            </a:extLst>
          </p:cNvPr>
          <p:cNvGrpSpPr/>
          <p:nvPr/>
        </p:nvGrpSpPr>
        <p:grpSpPr>
          <a:xfrm>
            <a:off x="10642487" y="4989622"/>
            <a:ext cx="1312200" cy="417240"/>
            <a:chOff x="10642487" y="4989622"/>
            <a:chExt cx="131220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BEA7519-C6A9-909B-847E-E89C97E38AE4}"/>
                    </a:ext>
                  </a:extLst>
                </p14:cNvPr>
                <p14:cNvContentPartPr/>
                <p14:nvPr/>
              </p14:nvContentPartPr>
              <p14:xfrm>
                <a:off x="10642487" y="5112742"/>
                <a:ext cx="111240" cy="241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BEA7519-C6A9-909B-847E-E89C97E38AE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633847" y="5103742"/>
                  <a:ext cx="128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6955047-2BAA-022E-3135-9748803F216B}"/>
                    </a:ext>
                  </a:extLst>
                </p14:cNvPr>
                <p14:cNvContentPartPr/>
                <p14:nvPr/>
              </p14:nvContentPartPr>
              <p14:xfrm>
                <a:off x="10696487" y="5059462"/>
                <a:ext cx="28800" cy="1670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6955047-2BAA-022E-3135-9748803F216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687847" y="5050462"/>
                  <a:ext cx="46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FCE5106-1F4D-8765-C378-8881E863706A}"/>
                    </a:ext>
                  </a:extLst>
                </p14:cNvPr>
                <p14:cNvContentPartPr/>
                <p14:nvPr/>
              </p14:nvContentPartPr>
              <p14:xfrm>
                <a:off x="10898087" y="5034262"/>
                <a:ext cx="112320" cy="236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FCE5106-1F4D-8765-C378-8881E863706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889087" y="5025262"/>
                  <a:ext cx="1299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45E61DD-3AD3-531F-F762-89EA1F70A335}"/>
                    </a:ext>
                  </a:extLst>
                </p14:cNvPr>
                <p14:cNvContentPartPr/>
                <p14:nvPr/>
              </p14:nvContentPartPr>
              <p14:xfrm>
                <a:off x="11106887" y="5184742"/>
                <a:ext cx="25920" cy="1483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45E61DD-3AD3-531F-F762-89EA1F70A33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097887" y="5175742"/>
                  <a:ext cx="43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792563E-8940-96F4-1E9B-519E0CAB8161}"/>
                    </a:ext>
                  </a:extLst>
                </p14:cNvPr>
                <p14:cNvContentPartPr/>
                <p14:nvPr/>
              </p14:nvContentPartPr>
              <p14:xfrm>
                <a:off x="11247647" y="5195902"/>
                <a:ext cx="164880" cy="1418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792563E-8940-96F4-1E9B-519E0CAB816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238647" y="5186902"/>
                  <a:ext cx="182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E6A5889-93CE-372F-AD9A-4DE44DD87A4A}"/>
                    </a:ext>
                  </a:extLst>
                </p14:cNvPr>
                <p14:cNvContentPartPr/>
                <p14:nvPr/>
              </p14:nvContentPartPr>
              <p14:xfrm>
                <a:off x="11540327" y="4989622"/>
                <a:ext cx="135360" cy="2502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E6A5889-93CE-372F-AD9A-4DE44DD87A4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531327" y="4980982"/>
                  <a:ext cx="153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F6E1822B-BE3F-6A6B-012B-B5810C32562E}"/>
                    </a:ext>
                  </a:extLst>
                </p14:cNvPr>
                <p14:cNvContentPartPr/>
                <p14:nvPr/>
              </p14:nvContentPartPr>
              <p14:xfrm>
                <a:off x="11716367" y="5168902"/>
                <a:ext cx="157320" cy="1328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F6E1822B-BE3F-6A6B-012B-B5810C32562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707367" y="5160262"/>
                  <a:ext cx="1749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220FEFE-C4AE-9FB9-BEEF-359EF0880534}"/>
                    </a:ext>
                  </a:extLst>
                </p14:cNvPr>
                <p14:cNvContentPartPr/>
                <p14:nvPr/>
              </p14:nvContentPartPr>
              <p14:xfrm>
                <a:off x="11942087" y="5203102"/>
                <a:ext cx="12600" cy="2037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220FEFE-C4AE-9FB9-BEEF-359EF088053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933087" y="5194462"/>
                  <a:ext cx="3024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A8B7A346-63BF-6955-4590-959BD2F824E5}"/>
              </a:ext>
            </a:extLst>
          </p:cNvPr>
          <p:cNvGrpSpPr/>
          <p:nvPr/>
        </p:nvGrpSpPr>
        <p:grpSpPr>
          <a:xfrm>
            <a:off x="5196767" y="4084222"/>
            <a:ext cx="480240" cy="536040"/>
            <a:chOff x="5196767" y="4084222"/>
            <a:chExt cx="480240" cy="5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5A42205-5957-80D9-FF82-0F412EAFCB9E}"/>
                    </a:ext>
                  </a:extLst>
                </p14:cNvPr>
                <p14:cNvContentPartPr/>
                <p14:nvPr/>
              </p14:nvContentPartPr>
              <p14:xfrm>
                <a:off x="5196767" y="4084222"/>
                <a:ext cx="178560" cy="309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5A42205-5957-80D9-FF82-0F412EAFCB9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187767" y="4075582"/>
                  <a:ext cx="1962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EA6475A-02EC-89F8-7AD1-8ACDB3547466}"/>
                    </a:ext>
                  </a:extLst>
                </p14:cNvPr>
                <p14:cNvContentPartPr/>
                <p14:nvPr/>
              </p14:nvContentPartPr>
              <p14:xfrm>
                <a:off x="5435447" y="4314262"/>
                <a:ext cx="24120" cy="127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EA6475A-02EC-89F8-7AD1-8ACDB354746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426447" y="4305622"/>
                  <a:ext cx="41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F120BCA-C630-3A55-7E79-906755A62EAB}"/>
                    </a:ext>
                  </a:extLst>
                </p14:cNvPr>
                <p14:cNvContentPartPr/>
                <p14:nvPr/>
              </p14:nvContentPartPr>
              <p14:xfrm>
                <a:off x="5499167" y="4195102"/>
                <a:ext cx="3600" cy="59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F120BCA-C630-3A55-7E79-906755A62EA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490167" y="4186462"/>
                  <a:ext cx="21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3D3413E-4551-C890-545E-292D656C5DB7}"/>
                    </a:ext>
                  </a:extLst>
                </p14:cNvPr>
                <p14:cNvContentPartPr/>
                <p14:nvPr/>
              </p14:nvContentPartPr>
              <p14:xfrm>
                <a:off x="5459207" y="4349902"/>
                <a:ext cx="167760" cy="270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3D3413E-4551-C890-545E-292D656C5DB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450567" y="4340902"/>
                  <a:ext cx="1854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38B3B2F-25D7-DA95-50D8-A57CCFFC32A2}"/>
                    </a:ext>
                  </a:extLst>
                </p14:cNvPr>
                <p14:cNvContentPartPr/>
                <p14:nvPr/>
              </p14:nvContentPartPr>
              <p14:xfrm>
                <a:off x="5595647" y="4160182"/>
                <a:ext cx="6120" cy="57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38B3B2F-25D7-DA95-50D8-A57CCFFC32A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586647" y="4151542"/>
                  <a:ext cx="237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F31F3DA-3BEC-5530-C037-08F79AC31E28}"/>
                    </a:ext>
                  </a:extLst>
                </p14:cNvPr>
                <p14:cNvContentPartPr/>
                <p14:nvPr/>
              </p14:nvContentPartPr>
              <p14:xfrm>
                <a:off x="5625887" y="4316422"/>
                <a:ext cx="2160" cy="36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F31F3DA-3BEC-5530-C037-08F79AC31E2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617247" y="4307422"/>
                  <a:ext cx="19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015016A-1089-9A67-65CE-013679175905}"/>
                    </a:ext>
                  </a:extLst>
                </p14:cNvPr>
                <p14:cNvContentPartPr/>
                <p14:nvPr/>
              </p14:nvContentPartPr>
              <p14:xfrm>
                <a:off x="5676647" y="4431262"/>
                <a:ext cx="360" cy="3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015016A-1089-9A67-65CE-01367917590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668007" y="44226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0A5C9CC-7394-B661-5E27-35256D3C2FAD}"/>
              </a:ext>
            </a:extLst>
          </p:cNvPr>
          <p:cNvGrpSpPr/>
          <p:nvPr/>
        </p:nvGrpSpPr>
        <p:grpSpPr>
          <a:xfrm>
            <a:off x="6440207" y="4051822"/>
            <a:ext cx="2612160" cy="700560"/>
            <a:chOff x="6440207" y="4051822"/>
            <a:chExt cx="2612160" cy="70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2024727-3211-0063-6D02-1E6066804E3D}"/>
                    </a:ext>
                  </a:extLst>
                </p14:cNvPr>
                <p14:cNvContentPartPr/>
                <p14:nvPr/>
              </p14:nvContentPartPr>
              <p14:xfrm>
                <a:off x="6440207" y="4139662"/>
                <a:ext cx="222120" cy="223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2024727-3211-0063-6D02-1E6066804E3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431207" y="4131022"/>
                  <a:ext cx="239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95AF011-51BC-272A-1B4D-457F45F20D37}"/>
                    </a:ext>
                  </a:extLst>
                </p14:cNvPr>
                <p14:cNvContentPartPr/>
                <p14:nvPr/>
              </p14:nvContentPartPr>
              <p14:xfrm>
                <a:off x="6759527" y="4283302"/>
                <a:ext cx="41040" cy="155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95AF011-51BC-272A-1B4D-457F45F20D3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750887" y="4274302"/>
                  <a:ext cx="586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5673854-6822-720F-0D64-1E0E99DF5F1C}"/>
                    </a:ext>
                  </a:extLst>
                </p14:cNvPr>
                <p14:cNvContentPartPr/>
                <p14:nvPr/>
              </p14:nvContentPartPr>
              <p14:xfrm>
                <a:off x="6744767" y="4145782"/>
                <a:ext cx="34920" cy="45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5673854-6822-720F-0D64-1E0E99DF5F1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736127" y="4136782"/>
                  <a:ext cx="52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D052BF0-731D-28BB-9BDC-01A8CA27AD49}"/>
                    </a:ext>
                  </a:extLst>
                </p14:cNvPr>
                <p14:cNvContentPartPr/>
                <p14:nvPr/>
              </p14:nvContentPartPr>
              <p14:xfrm>
                <a:off x="6835847" y="4273582"/>
                <a:ext cx="174600" cy="175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D052BF0-731D-28BB-9BDC-01A8CA27AD4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827207" y="4264942"/>
                  <a:ext cx="1922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DE1B19B-83B4-FEE9-F024-4BBA0EC4A75F}"/>
                    </a:ext>
                  </a:extLst>
                </p14:cNvPr>
                <p14:cNvContentPartPr/>
                <p14:nvPr/>
              </p14:nvContentPartPr>
              <p14:xfrm>
                <a:off x="7026287" y="4051822"/>
                <a:ext cx="142560" cy="3319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DE1B19B-83B4-FEE9-F024-4BBA0EC4A75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017287" y="4042822"/>
                  <a:ext cx="1602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E01E6C3-824D-1391-5490-61A161BA5B1E}"/>
                    </a:ext>
                  </a:extLst>
                </p14:cNvPr>
                <p14:cNvContentPartPr/>
                <p14:nvPr/>
              </p14:nvContentPartPr>
              <p14:xfrm>
                <a:off x="7033127" y="4341622"/>
                <a:ext cx="360" cy="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E01E6C3-824D-1391-5490-61A161BA5B1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024127" y="433298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A8BD53B-9F42-2883-BE8F-4E677D37055F}"/>
                    </a:ext>
                  </a:extLst>
                </p14:cNvPr>
                <p14:cNvContentPartPr/>
                <p14:nvPr/>
              </p14:nvContentPartPr>
              <p14:xfrm>
                <a:off x="7218887" y="4341622"/>
                <a:ext cx="7560" cy="46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A8BD53B-9F42-2883-BE8F-4E677D37055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209887" y="4332982"/>
                  <a:ext cx="25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B4A9DB2-36CB-D82F-1F87-0CF38C149E31}"/>
                    </a:ext>
                  </a:extLst>
                </p14:cNvPr>
                <p14:cNvContentPartPr/>
                <p14:nvPr/>
              </p14:nvContentPartPr>
              <p14:xfrm>
                <a:off x="7250207" y="4302382"/>
                <a:ext cx="130680" cy="173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B4A9DB2-36CB-D82F-1F87-0CF38C149E3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241567" y="4293382"/>
                  <a:ext cx="148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4B4603F-4EEE-7A69-6C8E-3FD219553DD2}"/>
                    </a:ext>
                  </a:extLst>
                </p14:cNvPr>
                <p14:cNvContentPartPr/>
                <p14:nvPr/>
              </p14:nvContentPartPr>
              <p14:xfrm>
                <a:off x="7317527" y="4382302"/>
                <a:ext cx="165240" cy="3373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4B4603F-4EEE-7A69-6C8E-3FD219553DD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308887" y="4373662"/>
                  <a:ext cx="1828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6339C98-137A-AAA6-F2E3-A37C7FDFFB60}"/>
                    </a:ext>
                  </a:extLst>
                </p14:cNvPr>
                <p14:cNvContentPartPr/>
                <p14:nvPr/>
              </p14:nvContentPartPr>
              <p14:xfrm>
                <a:off x="7419407" y="4218502"/>
                <a:ext cx="29160" cy="914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6339C98-137A-AAA6-F2E3-A37C7FDFFB6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410767" y="4209862"/>
                  <a:ext cx="46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A2A4C87-A99C-03C9-A942-B200453852A2}"/>
                    </a:ext>
                  </a:extLst>
                </p14:cNvPr>
                <p14:cNvContentPartPr/>
                <p14:nvPr/>
              </p14:nvContentPartPr>
              <p14:xfrm>
                <a:off x="7658447" y="4330822"/>
                <a:ext cx="204120" cy="342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A2A4C87-A99C-03C9-A942-B200453852A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649447" y="4322182"/>
                  <a:ext cx="221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C685EE4-F153-0BB6-1487-C5F17255C742}"/>
                    </a:ext>
                  </a:extLst>
                </p14:cNvPr>
                <p14:cNvContentPartPr/>
                <p14:nvPr/>
              </p14:nvContentPartPr>
              <p14:xfrm>
                <a:off x="7800287" y="4241542"/>
                <a:ext cx="31680" cy="214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C685EE4-F153-0BB6-1487-C5F17255C74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791287" y="4232542"/>
                  <a:ext cx="49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EF5721C-2653-8509-4AB6-55EA3E4CD49A}"/>
                    </a:ext>
                  </a:extLst>
                </p14:cNvPr>
                <p14:cNvContentPartPr/>
                <p14:nvPr/>
              </p14:nvContentPartPr>
              <p14:xfrm>
                <a:off x="8021687" y="4195102"/>
                <a:ext cx="161640" cy="244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EF5721C-2653-8509-4AB6-55EA3E4CD49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013047" y="4186102"/>
                  <a:ext cx="1792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B35644C-C86E-A440-34B9-3EF51C609256}"/>
                    </a:ext>
                  </a:extLst>
                </p14:cNvPr>
                <p14:cNvContentPartPr/>
                <p14:nvPr/>
              </p14:nvContentPartPr>
              <p14:xfrm>
                <a:off x="8248847" y="4354222"/>
                <a:ext cx="39600" cy="1807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B35644C-C86E-A440-34B9-3EF51C609256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240207" y="4345222"/>
                  <a:ext cx="57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486B501-7CFD-15BA-784A-91FE4D9E986A}"/>
                    </a:ext>
                  </a:extLst>
                </p14:cNvPr>
                <p14:cNvContentPartPr/>
                <p14:nvPr/>
              </p14:nvContentPartPr>
              <p14:xfrm>
                <a:off x="8305727" y="4228942"/>
                <a:ext cx="9720" cy="23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486B501-7CFD-15BA-784A-91FE4D9E986A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297087" y="4220302"/>
                  <a:ext cx="273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473D3AE-0F16-24A5-B5F1-5F80F1DCD9CD}"/>
                    </a:ext>
                  </a:extLst>
                </p14:cNvPr>
                <p14:cNvContentPartPr/>
                <p14:nvPr/>
              </p14:nvContentPartPr>
              <p14:xfrm>
                <a:off x="8374487" y="4375462"/>
                <a:ext cx="94320" cy="1684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473D3AE-0F16-24A5-B5F1-5F80F1DCD9CD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365487" y="4366462"/>
                  <a:ext cx="111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ADF3C5A-5765-3095-2DBC-B76D43B885D1}"/>
                    </a:ext>
                  </a:extLst>
                </p14:cNvPr>
                <p14:cNvContentPartPr/>
                <p14:nvPr/>
              </p14:nvContentPartPr>
              <p14:xfrm>
                <a:off x="8585807" y="4107622"/>
                <a:ext cx="172440" cy="3024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ADF3C5A-5765-3095-2DBC-B76D43B885D1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576807" y="4098622"/>
                  <a:ext cx="1900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8D75BC3-4CA9-5E50-B99D-B70260E165E3}"/>
                    </a:ext>
                  </a:extLst>
                </p14:cNvPr>
                <p14:cNvContentPartPr/>
                <p14:nvPr/>
              </p14:nvContentPartPr>
              <p14:xfrm>
                <a:off x="8818007" y="4351342"/>
                <a:ext cx="108360" cy="192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8D75BC3-4CA9-5E50-B99D-B70260E165E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809367" y="4342702"/>
                  <a:ext cx="126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4BFC341-D60A-A54D-48CE-F4A28F3E42F4}"/>
                    </a:ext>
                  </a:extLst>
                </p14:cNvPr>
                <p14:cNvContentPartPr/>
                <p14:nvPr/>
              </p14:nvContentPartPr>
              <p14:xfrm>
                <a:off x="8875607" y="4443862"/>
                <a:ext cx="176760" cy="308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4BFC341-D60A-A54D-48CE-F4A28F3E42F4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866607" y="4434862"/>
                  <a:ext cx="1944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17C82DF-2778-1618-D719-EA03BAACAFDD}"/>
                    </a:ext>
                  </a:extLst>
                </p14:cNvPr>
                <p14:cNvContentPartPr/>
                <p14:nvPr/>
              </p14:nvContentPartPr>
              <p14:xfrm>
                <a:off x="8992967" y="4318222"/>
                <a:ext cx="33120" cy="453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17C82DF-2778-1618-D719-EA03BAACAFDD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984327" y="4309222"/>
                  <a:ext cx="50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1E0BF8B-8172-845F-B2F0-865FB38AC7A7}"/>
                    </a:ext>
                  </a:extLst>
                </p14:cNvPr>
                <p14:cNvContentPartPr/>
                <p14:nvPr/>
              </p14:nvContentPartPr>
              <p14:xfrm>
                <a:off x="7954007" y="4521622"/>
                <a:ext cx="5400" cy="10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1E0BF8B-8172-845F-B2F0-865FB38AC7A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945007" y="4512982"/>
                  <a:ext cx="23040" cy="1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8E965A42-1D9E-883B-77EE-B86000DB2EB3}"/>
                  </a:ext>
                </a:extLst>
              </p14:cNvPr>
              <p14:cNvContentPartPr/>
              <p14:nvPr/>
            </p14:nvContentPartPr>
            <p14:xfrm>
              <a:off x="9387167" y="4516582"/>
              <a:ext cx="360" cy="36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8E965A42-1D9E-883B-77EE-B86000DB2EB3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9378167" y="450794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1547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E6C14E-F957-2DFF-1C93-D85F3AE785B2}"/>
                  </a:ext>
                </a:extLst>
              </p14:cNvPr>
              <p14:cNvContentPartPr/>
              <p14:nvPr/>
            </p14:nvContentPartPr>
            <p14:xfrm>
              <a:off x="343607" y="260662"/>
              <a:ext cx="205920" cy="331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E6C14E-F957-2DFF-1C93-D85F3AE785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4967" y="252022"/>
                <a:ext cx="22356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3B75E9-7774-7678-8B13-F442193662B5}"/>
                  </a:ext>
                </a:extLst>
              </p14:cNvPr>
              <p14:cNvContentPartPr/>
              <p14:nvPr/>
            </p14:nvContentPartPr>
            <p14:xfrm>
              <a:off x="331007" y="257062"/>
              <a:ext cx="269640" cy="425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3B75E9-7774-7678-8B13-F442193662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367" y="239422"/>
                <a:ext cx="30528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8DFBAE2-C160-8A76-CABC-E0A162D618C6}"/>
                  </a:ext>
                </a:extLst>
              </p14:cNvPr>
              <p14:cNvContentPartPr/>
              <p14:nvPr/>
            </p14:nvContentPartPr>
            <p14:xfrm>
              <a:off x="3985007" y="291982"/>
              <a:ext cx="36720" cy="247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8DFBAE2-C160-8A76-CABC-E0A162D618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67367" y="274342"/>
                <a:ext cx="723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F12FE39-90A2-07B8-6422-0B6D349C49A4}"/>
                  </a:ext>
                </a:extLst>
              </p14:cNvPr>
              <p14:cNvContentPartPr/>
              <p14:nvPr/>
            </p14:nvContentPartPr>
            <p14:xfrm>
              <a:off x="3762527" y="812182"/>
              <a:ext cx="237240" cy="159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F12FE39-90A2-07B8-6422-0B6D349C49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44527" y="794182"/>
                <a:ext cx="2728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1628851-EFB7-9D23-B09F-480598A25AE5}"/>
                  </a:ext>
                </a:extLst>
              </p14:cNvPr>
              <p14:cNvContentPartPr/>
              <p14:nvPr/>
            </p14:nvContentPartPr>
            <p14:xfrm>
              <a:off x="3676847" y="1324822"/>
              <a:ext cx="184680" cy="200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1628851-EFB7-9D23-B09F-480598A25AE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58847" y="1307182"/>
                <a:ext cx="22032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E602CC9-3DA5-157B-F06D-36E21E425BB7}"/>
              </a:ext>
            </a:extLst>
          </p:cNvPr>
          <p:cNvGrpSpPr/>
          <p:nvPr/>
        </p:nvGrpSpPr>
        <p:grpSpPr>
          <a:xfrm>
            <a:off x="4403327" y="136102"/>
            <a:ext cx="788760" cy="1494360"/>
            <a:chOff x="4403327" y="136102"/>
            <a:chExt cx="788760" cy="149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F561AA-E210-BC11-0887-3E731DB85746}"/>
                    </a:ext>
                  </a:extLst>
                </p14:cNvPr>
                <p14:cNvContentPartPr/>
                <p14:nvPr/>
              </p14:nvContentPartPr>
              <p14:xfrm>
                <a:off x="4539767" y="330502"/>
                <a:ext cx="253440" cy="228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F561AA-E210-BC11-0887-3E731DB8574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22127" y="312502"/>
                  <a:ext cx="289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1386025-CA59-0B99-F827-3212B1B464C8}"/>
                    </a:ext>
                  </a:extLst>
                </p14:cNvPr>
                <p14:cNvContentPartPr/>
                <p14:nvPr/>
              </p14:nvContentPartPr>
              <p14:xfrm>
                <a:off x="4403327" y="793822"/>
                <a:ext cx="193680" cy="216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1386025-CA59-0B99-F827-3212B1B464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85327" y="776182"/>
                  <a:ext cx="2293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03EB571-087B-EFE1-5FC1-CA5355F60214}"/>
                    </a:ext>
                  </a:extLst>
                </p14:cNvPr>
                <p14:cNvContentPartPr/>
                <p14:nvPr/>
              </p14:nvContentPartPr>
              <p14:xfrm>
                <a:off x="4432847" y="1293862"/>
                <a:ext cx="130680" cy="329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03EB571-087B-EFE1-5FC1-CA5355F602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15207" y="1275862"/>
                  <a:ext cx="1663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235460-7C3D-A470-F49E-17A958476BEC}"/>
                    </a:ext>
                  </a:extLst>
                </p14:cNvPr>
                <p14:cNvContentPartPr/>
                <p14:nvPr/>
              </p14:nvContentPartPr>
              <p14:xfrm>
                <a:off x="4612127" y="136102"/>
                <a:ext cx="579960" cy="1494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235460-7C3D-A470-F49E-17A958476B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94487" y="118102"/>
                  <a:ext cx="615600" cy="153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306E30-61CC-5481-3DCB-CB9A663E2A43}"/>
              </a:ext>
            </a:extLst>
          </p:cNvPr>
          <p:cNvGrpSpPr/>
          <p:nvPr/>
        </p:nvGrpSpPr>
        <p:grpSpPr>
          <a:xfrm>
            <a:off x="6223487" y="387382"/>
            <a:ext cx="765000" cy="471240"/>
            <a:chOff x="6223487" y="387382"/>
            <a:chExt cx="765000" cy="47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5CA95EE-9018-0E27-6D3B-189C3DAACC59}"/>
                    </a:ext>
                  </a:extLst>
                </p14:cNvPr>
                <p14:cNvContentPartPr/>
                <p14:nvPr/>
              </p14:nvContentPartPr>
              <p14:xfrm>
                <a:off x="6223487" y="645862"/>
                <a:ext cx="187200" cy="203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CA95EE-9018-0E27-6D3B-189C3DAACC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05847" y="627862"/>
                  <a:ext cx="2228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FAD5D34-3F40-F6C6-3048-A792AA850E28}"/>
                    </a:ext>
                  </a:extLst>
                </p14:cNvPr>
                <p14:cNvContentPartPr/>
                <p14:nvPr/>
              </p14:nvContentPartPr>
              <p14:xfrm>
                <a:off x="6463247" y="676462"/>
                <a:ext cx="199440" cy="176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FAD5D34-3F40-F6C6-3048-A792AA850E2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45607" y="658822"/>
                  <a:ext cx="2350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0D966A8-CDF5-B233-44E0-C33CC46B0B4C}"/>
                    </a:ext>
                  </a:extLst>
                </p14:cNvPr>
                <p14:cNvContentPartPr/>
                <p14:nvPr/>
              </p14:nvContentPartPr>
              <p14:xfrm>
                <a:off x="6737207" y="387382"/>
                <a:ext cx="251280" cy="471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0D966A8-CDF5-B233-44E0-C33CC46B0B4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19207" y="369382"/>
                  <a:ext cx="286920" cy="50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7E9D1AE-D40F-6737-EB30-8C2E6027C5D2}"/>
              </a:ext>
            </a:extLst>
          </p:cNvPr>
          <p:cNvGrpSpPr/>
          <p:nvPr/>
        </p:nvGrpSpPr>
        <p:grpSpPr>
          <a:xfrm>
            <a:off x="8034287" y="643342"/>
            <a:ext cx="219240" cy="117720"/>
            <a:chOff x="8034287" y="643342"/>
            <a:chExt cx="21924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D59D4EA-B0D5-9A29-8C59-8CB0B218373C}"/>
                    </a:ext>
                  </a:extLst>
                </p14:cNvPr>
                <p14:cNvContentPartPr/>
                <p14:nvPr/>
              </p14:nvContentPartPr>
              <p14:xfrm>
                <a:off x="8055527" y="643342"/>
                <a:ext cx="100440" cy="8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D59D4EA-B0D5-9A29-8C59-8CB0B218373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37527" y="625702"/>
                  <a:ext cx="136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320ACD5-FC32-3645-F8DD-1787DDD6E507}"/>
                    </a:ext>
                  </a:extLst>
                </p14:cNvPr>
                <p14:cNvContentPartPr/>
                <p14:nvPr/>
              </p14:nvContentPartPr>
              <p14:xfrm>
                <a:off x="8034287" y="729742"/>
                <a:ext cx="219240" cy="31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320ACD5-FC32-3645-F8DD-1787DDD6E5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16647" y="711742"/>
                  <a:ext cx="25488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44E7538-C612-55F8-8E13-418CD6B64257}"/>
              </a:ext>
            </a:extLst>
          </p:cNvPr>
          <p:cNvGrpSpPr/>
          <p:nvPr/>
        </p:nvGrpSpPr>
        <p:grpSpPr>
          <a:xfrm>
            <a:off x="8690567" y="154822"/>
            <a:ext cx="667440" cy="1603440"/>
            <a:chOff x="8690567" y="154822"/>
            <a:chExt cx="667440" cy="160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DF5FC08-7DB0-2312-C16B-8606A042D802}"/>
                    </a:ext>
                  </a:extLst>
                </p14:cNvPr>
                <p14:cNvContentPartPr/>
                <p14:nvPr/>
              </p14:nvContentPartPr>
              <p14:xfrm>
                <a:off x="8690567" y="154822"/>
                <a:ext cx="376920" cy="1603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DF5FC08-7DB0-2312-C16B-8606A042D80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72927" y="137182"/>
                  <a:ext cx="412560" cy="16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7CD72E0-2BD7-0F34-98E6-F73E545AF170}"/>
                    </a:ext>
                  </a:extLst>
                </p14:cNvPr>
                <p14:cNvContentPartPr/>
                <p14:nvPr/>
              </p14:nvContentPartPr>
              <p14:xfrm>
                <a:off x="9316967" y="225382"/>
                <a:ext cx="41040" cy="196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7CD72E0-2BD7-0F34-98E6-F73E545AF17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99327" y="207742"/>
                  <a:ext cx="766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978D931-FA69-CF76-7F60-9F4747630390}"/>
                    </a:ext>
                  </a:extLst>
                </p14:cNvPr>
                <p14:cNvContentPartPr/>
                <p14:nvPr/>
              </p14:nvContentPartPr>
              <p14:xfrm>
                <a:off x="9090167" y="829462"/>
                <a:ext cx="131760" cy="18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978D931-FA69-CF76-7F60-9F474763039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72167" y="811822"/>
                  <a:ext cx="167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03C38D5-2396-38AC-36B8-8625CFBE3634}"/>
                    </a:ext>
                  </a:extLst>
                </p14:cNvPr>
                <p14:cNvContentPartPr/>
                <p14:nvPr/>
              </p14:nvContentPartPr>
              <p14:xfrm>
                <a:off x="9311207" y="731902"/>
                <a:ext cx="39240" cy="222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03C38D5-2396-38AC-36B8-8625CFBE36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93207" y="713902"/>
                  <a:ext cx="74880" cy="25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FAC6749-C69B-E6D9-79D2-D2CF51B6DEA8}"/>
                  </a:ext>
                </a:extLst>
              </p14:cNvPr>
              <p14:cNvContentPartPr/>
              <p14:nvPr/>
            </p14:nvContentPartPr>
            <p14:xfrm>
              <a:off x="8917727" y="1330942"/>
              <a:ext cx="327600" cy="2595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FAC6749-C69B-E6D9-79D2-D2CF51B6DEA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899727" y="1313302"/>
                <a:ext cx="363240" cy="29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D54ACE51-719B-636B-A129-E6AF3F72D081}"/>
              </a:ext>
            </a:extLst>
          </p:cNvPr>
          <p:cNvGrpSpPr/>
          <p:nvPr/>
        </p:nvGrpSpPr>
        <p:grpSpPr>
          <a:xfrm>
            <a:off x="9965687" y="90382"/>
            <a:ext cx="1090440" cy="1902240"/>
            <a:chOff x="9965687" y="90382"/>
            <a:chExt cx="1090440" cy="19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DDB7021-C910-ED5F-7F99-20EA9B565BC2}"/>
                    </a:ext>
                  </a:extLst>
                </p14:cNvPr>
                <p14:cNvContentPartPr/>
                <p14:nvPr/>
              </p14:nvContentPartPr>
              <p14:xfrm>
                <a:off x="9965687" y="330502"/>
                <a:ext cx="128520" cy="23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DDB7021-C910-ED5F-7F99-20EA9B565BC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47687" y="312502"/>
                  <a:ext cx="1641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858FC82-21EC-45C9-0C72-C0AF9F88B018}"/>
                    </a:ext>
                  </a:extLst>
                </p14:cNvPr>
                <p14:cNvContentPartPr/>
                <p14:nvPr/>
              </p14:nvContentPartPr>
              <p14:xfrm>
                <a:off x="10276367" y="205942"/>
                <a:ext cx="317160" cy="223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858FC82-21EC-45C9-0C72-C0AF9F88B0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258727" y="188302"/>
                  <a:ext cx="352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BC2FD3D-100E-63C1-D59F-35827EA4232E}"/>
                    </a:ext>
                  </a:extLst>
                </p14:cNvPr>
                <p14:cNvContentPartPr/>
                <p14:nvPr/>
              </p14:nvContentPartPr>
              <p14:xfrm>
                <a:off x="10320287" y="732622"/>
                <a:ext cx="210240" cy="200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BC2FD3D-100E-63C1-D59F-35827EA423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302647" y="714622"/>
                  <a:ext cx="245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6506FBD-3E4E-8DC5-05F0-5AB3E0155F52}"/>
                    </a:ext>
                  </a:extLst>
                </p14:cNvPr>
                <p14:cNvContentPartPr/>
                <p14:nvPr/>
              </p14:nvContentPartPr>
              <p14:xfrm>
                <a:off x="10349447" y="1470982"/>
                <a:ext cx="158040" cy="19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6506FBD-3E4E-8DC5-05F0-5AB3E0155F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31447" y="1452982"/>
                  <a:ext cx="193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0B4DC17-423C-8884-768D-DE9F10AAEB9F}"/>
                    </a:ext>
                  </a:extLst>
                </p14:cNvPr>
                <p14:cNvContentPartPr/>
                <p14:nvPr/>
              </p14:nvContentPartPr>
              <p14:xfrm>
                <a:off x="10581647" y="1329142"/>
                <a:ext cx="59040" cy="290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0B4DC17-423C-8884-768D-DE9F10AAEB9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64007" y="1311502"/>
                  <a:ext cx="946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3DDA86-789D-3F9B-B117-0F53BE836035}"/>
                    </a:ext>
                  </a:extLst>
                </p14:cNvPr>
                <p14:cNvContentPartPr/>
                <p14:nvPr/>
              </p14:nvContentPartPr>
              <p14:xfrm>
                <a:off x="10247927" y="90382"/>
                <a:ext cx="808200" cy="1902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3DDA86-789D-3F9B-B117-0F53BE83603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30287" y="72382"/>
                  <a:ext cx="843840" cy="19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C3BBE1E-E893-787D-F2AE-0E8B2D5BB5F1}"/>
              </a:ext>
            </a:extLst>
          </p:cNvPr>
          <p:cNvGrpSpPr/>
          <p:nvPr/>
        </p:nvGrpSpPr>
        <p:grpSpPr>
          <a:xfrm>
            <a:off x="216527" y="2321662"/>
            <a:ext cx="811440" cy="370440"/>
            <a:chOff x="216527" y="2321662"/>
            <a:chExt cx="81144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5A048A-5961-5F47-ACFD-2F9E9D530118}"/>
                    </a:ext>
                  </a:extLst>
                </p14:cNvPr>
                <p14:cNvContentPartPr/>
                <p14:nvPr/>
              </p14:nvContentPartPr>
              <p14:xfrm>
                <a:off x="216527" y="2343262"/>
                <a:ext cx="201600" cy="331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5A048A-5961-5F47-ACFD-2F9E9D53011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8887" y="2325622"/>
                  <a:ext cx="2372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FBCE15-835C-3859-7ACC-C618D407ED3F}"/>
                    </a:ext>
                  </a:extLst>
                </p14:cNvPr>
                <p14:cNvContentPartPr/>
                <p14:nvPr/>
              </p14:nvContentPartPr>
              <p14:xfrm>
                <a:off x="238487" y="2507782"/>
                <a:ext cx="164520" cy="37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FBCE15-835C-3859-7ACC-C618D407ED3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0847" y="2490142"/>
                  <a:ext cx="2001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568D5B2-9B59-9013-7ACD-DB12C0B2B6D6}"/>
                    </a:ext>
                  </a:extLst>
                </p14:cNvPr>
                <p14:cNvContentPartPr/>
                <p14:nvPr/>
              </p14:nvContentPartPr>
              <p14:xfrm>
                <a:off x="518927" y="2481502"/>
                <a:ext cx="90360" cy="180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568D5B2-9B59-9013-7ACD-DB12C0B2B6D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1287" y="2463862"/>
                  <a:ext cx="12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DAC50F6-3770-B323-A47F-D5C7E8778449}"/>
                    </a:ext>
                  </a:extLst>
                </p14:cNvPr>
                <p14:cNvContentPartPr/>
                <p14:nvPr/>
              </p14:nvContentPartPr>
              <p14:xfrm>
                <a:off x="487967" y="2471782"/>
                <a:ext cx="179280" cy="209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DAC50F6-3770-B323-A47F-D5C7E87784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0327" y="2453782"/>
                  <a:ext cx="214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DAF676-DAF6-3BDA-B5D1-99F95191440B}"/>
                    </a:ext>
                  </a:extLst>
                </p14:cNvPr>
                <p14:cNvContentPartPr/>
                <p14:nvPr/>
              </p14:nvContentPartPr>
              <p14:xfrm>
                <a:off x="756527" y="2410942"/>
                <a:ext cx="32400" cy="260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DAF676-DAF6-3BDA-B5D1-99F95191440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8527" y="2392942"/>
                  <a:ext cx="680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5DA639-912E-1CD2-9195-7AEED2F594CB}"/>
                    </a:ext>
                  </a:extLst>
                </p14:cNvPr>
                <p14:cNvContentPartPr/>
                <p14:nvPr/>
              </p14:nvContentPartPr>
              <p14:xfrm>
                <a:off x="819167" y="2321662"/>
                <a:ext cx="208800" cy="370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5DA639-912E-1CD2-9195-7AEED2F594C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1527" y="2303662"/>
                  <a:ext cx="244440" cy="40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A7C8EED-2934-9F6D-791A-D20D0619AAF6}"/>
                  </a:ext>
                </a:extLst>
              </p14:cNvPr>
              <p14:cNvContentPartPr/>
              <p14:nvPr/>
            </p14:nvContentPartPr>
            <p14:xfrm>
              <a:off x="5570447" y="2229502"/>
              <a:ext cx="360" cy="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A7C8EED-2934-9F6D-791A-D20D0619AAF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52447" y="221186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2A4D41FF-6703-005B-6B23-A5ADFBA1E813}"/>
              </a:ext>
            </a:extLst>
          </p:cNvPr>
          <p:cNvGrpSpPr/>
          <p:nvPr/>
        </p:nvGrpSpPr>
        <p:grpSpPr>
          <a:xfrm>
            <a:off x="1712687" y="71662"/>
            <a:ext cx="1587960" cy="1624320"/>
            <a:chOff x="1712687" y="71662"/>
            <a:chExt cx="1587960" cy="162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340775D-45F5-DC74-941A-3812FA89DEC1}"/>
                    </a:ext>
                  </a:extLst>
                </p14:cNvPr>
                <p14:cNvContentPartPr/>
                <p14:nvPr/>
              </p14:nvContentPartPr>
              <p14:xfrm>
                <a:off x="1712687" y="273622"/>
                <a:ext cx="247320" cy="379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340775D-45F5-DC74-941A-3812FA89DEC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95047" y="255622"/>
                  <a:ext cx="2829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9102BC7-D76E-C82F-7767-D204E0FC8904}"/>
                    </a:ext>
                  </a:extLst>
                </p14:cNvPr>
                <p14:cNvContentPartPr/>
                <p14:nvPr/>
              </p14:nvContentPartPr>
              <p14:xfrm>
                <a:off x="1827167" y="478462"/>
                <a:ext cx="174600" cy="8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9102BC7-D76E-C82F-7767-D204E0FC890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09167" y="460822"/>
                  <a:ext cx="210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2D827CD-AC20-C4D9-7E0C-CC580BACD93C}"/>
                    </a:ext>
                  </a:extLst>
                </p14:cNvPr>
                <p14:cNvContentPartPr/>
                <p14:nvPr/>
              </p14:nvContentPartPr>
              <p14:xfrm>
                <a:off x="2136767" y="492142"/>
                <a:ext cx="101520" cy="29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2D827CD-AC20-C4D9-7E0C-CC580BACD93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19127" y="474502"/>
                  <a:ext cx="1371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BE4DD82-E180-AEC8-A439-51E807591B12}"/>
                    </a:ext>
                  </a:extLst>
                </p14:cNvPr>
                <p14:cNvContentPartPr/>
                <p14:nvPr/>
              </p14:nvContentPartPr>
              <p14:xfrm>
                <a:off x="2103647" y="605542"/>
                <a:ext cx="155880" cy="32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BE4DD82-E180-AEC8-A439-51E807591B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86007" y="587542"/>
                  <a:ext cx="191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A0907E-21CC-78BF-BCDC-A0E96E2962F1}"/>
                    </a:ext>
                  </a:extLst>
                </p14:cNvPr>
                <p14:cNvContentPartPr/>
                <p14:nvPr/>
              </p14:nvContentPartPr>
              <p14:xfrm>
                <a:off x="2396687" y="71662"/>
                <a:ext cx="484560" cy="1624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A0907E-21CC-78BF-BCDC-A0E96E2962F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79047" y="54022"/>
                  <a:ext cx="520200" cy="165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6B6DD72-F436-95E7-7769-A04364385F10}"/>
                    </a:ext>
                  </a:extLst>
                </p14:cNvPr>
                <p14:cNvContentPartPr/>
                <p14:nvPr/>
              </p14:nvContentPartPr>
              <p14:xfrm>
                <a:off x="3065207" y="258502"/>
                <a:ext cx="235440" cy="317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6B6DD72-F436-95E7-7769-A04364385F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47567" y="240502"/>
                  <a:ext cx="2710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353C3C-9D57-92B0-A0F4-B8FDF7313BB7}"/>
                    </a:ext>
                  </a:extLst>
                </p14:cNvPr>
                <p14:cNvContentPartPr/>
                <p14:nvPr/>
              </p14:nvContentPartPr>
              <p14:xfrm>
                <a:off x="3109487" y="807862"/>
                <a:ext cx="53280" cy="176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353C3C-9D57-92B0-A0F4-B8FDF7313B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91847" y="790222"/>
                  <a:ext cx="889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8663FB-CFD8-B843-ECCB-1BAFCDCB6226}"/>
                    </a:ext>
                  </a:extLst>
                </p14:cNvPr>
                <p14:cNvContentPartPr/>
                <p14:nvPr/>
              </p14:nvContentPartPr>
              <p14:xfrm>
                <a:off x="2965127" y="1335622"/>
                <a:ext cx="267480" cy="195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8663FB-CFD8-B843-ECCB-1BAFCDCB622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47487" y="1317622"/>
                  <a:ext cx="303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DF3618B-51A4-602C-09F8-34E1BDFC8847}"/>
                    </a:ext>
                  </a:extLst>
                </p14:cNvPr>
                <p14:cNvContentPartPr/>
                <p14:nvPr/>
              </p14:nvContentPartPr>
              <p14:xfrm>
                <a:off x="1766327" y="537502"/>
                <a:ext cx="3600" cy="3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DF3618B-51A4-602C-09F8-34E1BDFC884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48687" y="519502"/>
                  <a:ext cx="392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2B64AB9-BF44-2F2A-3237-FC67CDBE3AE9}"/>
              </a:ext>
            </a:extLst>
          </p:cNvPr>
          <p:cNvGrpSpPr/>
          <p:nvPr/>
        </p:nvGrpSpPr>
        <p:grpSpPr>
          <a:xfrm>
            <a:off x="7468367" y="509062"/>
            <a:ext cx="236520" cy="345960"/>
            <a:chOff x="7468367" y="509062"/>
            <a:chExt cx="23652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5700F8-A711-1FC4-0735-5B5736D72F73}"/>
                    </a:ext>
                  </a:extLst>
                </p14:cNvPr>
                <p14:cNvContentPartPr/>
                <p14:nvPr/>
              </p14:nvContentPartPr>
              <p14:xfrm>
                <a:off x="7468367" y="517342"/>
                <a:ext cx="70560" cy="337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5700F8-A711-1FC4-0735-5B5736D72F7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50727" y="499342"/>
                  <a:ext cx="1062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FB4CA3D-B2AB-3D17-C9A7-EDB40B1724B9}"/>
                    </a:ext>
                  </a:extLst>
                </p14:cNvPr>
                <p14:cNvContentPartPr/>
                <p14:nvPr/>
              </p14:nvContentPartPr>
              <p14:xfrm>
                <a:off x="7559447" y="509062"/>
                <a:ext cx="143280" cy="320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FB4CA3D-B2AB-3D17-C9A7-EDB40B1724B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41447" y="491062"/>
                  <a:ext cx="1789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19D47B7-F4FA-B327-41C7-854F112924BD}"/>
                    </a:ext>
                  </a:extLst>
                </p14:cNvPr>
                <p14:cNvContentPartPr/>
                <p14:nvPr/>
              </p14:nvContentPartPr>
              <p14:xfrm>
                <a:off x="7698047" y="740902"/>
                <a:ext cx="6840" cy="14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19D47B7-F4FA-B327-41C7-854F112924B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80047" y="722902"/>
                  <a:ext cx="424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CFDE9A0-449F-EDCB-E985-40BEA40E58EB}"/>
              </a:ext>
            </a:extLst>
          </p:cNvPr>
          <p:cNvGrpSpPr/>
          <p:nvPr/>
        </p:nvGrpSpPr>
        <p:grpSpPr>
          <a:xfrm>
            <a:off x="4910567" y="1626862"/>
            <a:ext cx="816480" cy="593280"/>
            <a:chOff x="4910567" y="1626862"/>
            <a:chExt cx="816480" cy="59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4DB003A-5CAF-D1CF-B04C-29CFECBE8A94}"/>
                    </a:ext>
                  </a:extLst>
                </p14:cNvPr>
                <p14:cNvContentPartPr/>
                <p14:nvPr/>
              </p14:nvContentPartPr>
              <p14:xfrm>
                <a:off x="4910567" y="1626862"/>
                <a:ext cx="317520" cy="418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4DB003A-5CAF-D1CF-B04C-29CFECBE8A9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92567" y="1609222"/>
                  <a:ext cx="35316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7E32613-7276-8377-C067-96E9CE76944F}"/>
                    </a:ext>
                  </a:extLst>
                </p14:cNvPr>
                <p14:cNvContentPartPr/>
                <p14:nvPr/>
              </p14:nvContentPartPr>
              <p14:xfrm>
                <a:off x="5196767" y="1801462"/>
                <a:ext cx="130320" cy="163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7E32613-7276-8377-C067-96E9CE76944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78767" y="1783822"/>
                  <a:ext cx="165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EFB4AA3-8787-F4EE-25E7-3216936E4670}"/>
                    </a:ext>
                  </a:extLst>
                </p14:cNvPr>
                <p14:cNvContentPartPr/>
                <p14:nvPr/>
              </p14:nvContentPartPr>
              <p14:xfrm>
                <a:off x="5183087" y="1792822"/>
                <a:ext cx="171000" cy="210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EFB4AA3-8787-F4EE-25E7-3216936E467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65447" y="1775182"/>
                  <a:ext cx="2066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0BB0CCB-6D08-FB7F-1AF7-0E476F92712A}"/>
                    </a:ext>
                  </a:extLst>
                </p14:cNvPr>
                <p14:cNvContentPartPr/>
                <p14:nvPr/>
              </p14:nvContentPartPr>
              <p14:xfrm>
                <a:off x="5396207" y="1732342"/>
                <a:ext cx="273960" cy="303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0BB0CCB-6D08-FB7F-1AF7-0E476F92712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78207" y="1714702"/>
                  <a:ext cx="3096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0895F64-1FEA-5193-F0C1-454265158819}"/>
                    </a:ext>
                  </a:extLst>
                </p14:cNvPr>
                <p14:cNvContentPartPr/>
                <p14:nvPr/>
              </p14:nvContentPartPr>
              <p14:xfrm>
                <a:off x="5420687" y="2117902"/>
                <a:ext cx="288000" cy="25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0895F64-1FEA-5193-F0C1-45426515881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02687" y="2099902"/>
                  <a:ext cx="323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6A493B8-623F-3946-DA13-42BE955E117C}"/>
                    </a:ext>
                  </a:extLst>
                </p14:cNvPr>
                <p14:cNvContentPartPr/>
                <p14:nvPr/>
              </p14:nvContentPartPr>
              <p14:xfrm>
                <a:off x="5401607" y="2188822"/>
                <a:ext cx="325440" cy="27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6A493B8-623F-3946-DA13-42BE955E11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83967" y="2170822"/>
                  <a:ext cx="361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089CD86-49D4-BFBC-F459-F4F5E908A1EB}"/>
                    </a:ext>
                  </a:extLst>
                </p14:cNvPr>
                <p14:cNvContentPartPr/>
                <p14:nvPr/>
              </p14:nvContentPartPr>
              <p14:xfrm>
                <a:off x="5449487" y="2192422"/>
                <a:ext cx="216000" cy="27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089CD86-49D4-BFBC-F459-F4F5E908A1E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431487" y="2174422"/>
                  <a:ext cx="251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184A6A-60AD-D452-E3C2-1F9F43ACB7ED}"/>
                    </a:ext>
                  </a:extLst>
                </p14:cNvPr>
                <p14:cNvContentPartPr/>
                <p14:nvPr/>
              </p14:nvContentPartPr>
              <p14:xfrm>
                <a:off x="5640287" y="2191342"/>
                <a:ext cx="360" cy="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184A6A-60AD-D452-E3C2-1F9F43ACB7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22287" y="21733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E617BE4-D1C3-3C88-5617-B74E6B974368}"/>
                    </a:ext>
                  </a:extLst>
                </p14:cNvPr>
                <p14:cNvContentPartPr/>
                <p14:nvPr/>
              </p14:nvContentPartPr>
              <p14:xfrm>
                <a:off x="5674127" y="2129422"/>
                <a:ext cx="2880" cy="2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E617BE4-D1C3-3C88-5617-B74E6B97436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56487" y="2111422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CA89518-B5CE-F1AF-BD4D-84962882E6BF}"/>
                    </a:ext>
                  </a:extLst>
                </p14:cNvPr>
                <p14:cNvContentPartPr/>
                <p14:nvPr/>
              </p14:nvContentPartPr>
              <p14:xfrm>
                <a:off x="5668727" y="2133742"/>
                <a:ext cx="2160" cy="2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CA89518-B5CE-F1AF-BD4D-84962882E6B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650727" y="2115742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6955573-6E5F-1C16-3EC5-583D72B37F80}"/>
                    </a:ext>
                  </a:extLst>
                </p14:cNvPr>
                <p14:cNvContentPartPr/>
                <p14:nvPr/>
              </p14:nvContentPartPr>
              <p14:xfrm>
                <a:off x="5633447" y="2165782"/>
                <a:ext cx="8280" cy="9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6955573-6E5F-1C16-3EC5-583D72B37F8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615447" y="2148142"/>
                  <a:ext cx="43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EA08359-A4D6-D877-9F90-801381279312}"/>
                    </a:ext>
                  </a:extLst>
                </p14:cNvPr>
                <p14:cNvContentPartPr/>
                <p14:nvPr/>
              </p14:nvContentPartPr>
              <p14:xfrm>
                <a:off x="5638487" y="2194942"/>
                <a:ext cx="21960" cy="6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EA08359-A4D6-D877-9F90-80138127931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620487" y="2176942"/>
                  <a:ext cx="57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1E4363F-86A3-DBCF-EEFA-A44BC4F474CE}"/>
                    </a:ext>
                  </a:extLst>
                </p14:cNvPr>
                <p14:cNvContentPartPr/>
                <p14:nvPr/>
              </p14:nvContentPartPr>
              <p14:xfrm>
                <a:off x="5682767" y="2195662"/>
                <a:ext cx="1080" cy="3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1E4363F-86A3-DBCF-EEFA-A44BC4F474C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665127" y="2177662"/>
                  <a:ext cx="36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FC7BD0C-D011-B7A7-5827-08039C72CC59}"/>
                    </a:ext>
                  </a:extLst>
                </p14:cNvPr>
                <p14:cNvContentPartPr/>
                <p14:nvPr/>
              </p14:nvContentPartPr>
              <p14:xfrm>
                <a:off x="5674127" y="2162182"/>
                <a:ext cx="3600" cy="2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FC7BD0C-D011-B7A7-5827-08039C72CC5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656487" y="2144182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8155AF7-7DE8-10B8-EE54-29C3148E9BD9}"/>
                    </a:ext>
                  </a:extLst>
                </p14:cNvPr>
                <p14:cNvContentPartPr/>
                <p14:nvPr/>
              </p14:nvContentPartPr>
              <p14:xfrm>
                <a:off x="5680967" y="2176222"/>
                <a:ext cx="360" cy="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8155AF7-7DE8-10B8-EE54-29C3148E9BD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63327" y="21585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7B52D34-E56F-0EB4-5ABC-8DE68A9E242C}"/>
                    </a:ext>
                  </a:extLst>
                </p14:cNvPr>
                <p14:cNvContentPartPr/>
                <p14:nvPr/>
              </p14:nvContentPartPr>
              <p14:xfrm>
                <a:off x="5682047" y="2175862"/>
                <a:ext cx="10800" cy="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7B52D34-E56F-0EB4-5ABC-8DE68A9E242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64407" y="2157862"/>
                  <a:ext cx="46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7EDC6C4-69EA-A5A4-189A-6E86DF8A8987}"/>
                    </a:ext>
                  </a:extLst>
                </p14:cNvPr>
                <p14:cNvContentPartPr/>
                <p14:nvPr/>
              </p14:nvContentPartPr>
              <p14:xfrm>
                <a:off x="5602487" y="2022502"/>
                <a:ext cx="36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7EDC6C4-69EA-A5A4-189A-6E86DF8A898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4487" y="20045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283A49D-8FFF-68EF-69AC-9233746B8D16}"/>
                    </a:ext>
                  </a:extLst>
                </p14:cNvPr>
                <p14:cNvContentPartPr/>
                <p14:nvPr/>
              </p14:nvContentPartPr>
              <p14:xfrm>
                <a:off x="5596367" y="2049502"/>
                <a:ext cx="3960" cy="2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283A49D-8FFF-68EF-69AC-9233746B8D1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578367" y="2031862"/>
                  <a:ext cx="39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E25C29F-6ADE-E031-1DC0-8530DF31D327}"/>
                    </a:ext>
                  </a:extLst>
                </p14:cNvPr>
                <p14:cNvContentPartPr/>
                <p14:nvPr/>
              </p14:nvContentPartPr>
              <p14:xfrm>
                <a:off x="5589527" y="2054542"/>
                <a:ext cx="360" cy="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E25C29F-6ADE-E031-1DC0-8530DF31D32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71527" y="20365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417E92C-966B-A7E7-2DB7-852C76C94A0E}"/>
                    </a:ext>
                  </a:extLst>
                </p14:cNvPr>
                <p14:cNvContentPartPr/>
                <p14:nvPr/>
              </p14:nvContentPartPr>
              <p14:xfrm>
                <a:off x="5569007" y="2058142"/>
                <a:ext cx="36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417E92C-966B-A7E7-2DB7-852C76C94A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51367" y="20405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D4733F-7D26-DD27-5579-8C325C5A925F}"/>
                    </a:ext>
                  </a:extLst>
                </p14:cNvPr>
                <p14:cNvContentPartPr/>
                <p14:nvPr/>
              </p14:nvContentPartPr>
              <p14:xfrm>
                <a:off x="5574047" y="2045182"/>
                <a:ext cx="3600" cy="2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D4733F-7D26-DD27-5579-8C325C5A925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556047" y="2027542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8D30A30-D304-7104-8D1C-5BB179E949C6}"/>
                    </a:ext>
                  </a:extLst>
                </p14:cNvPr>
                <p14:cNvContentPartPr/>
                <p14:nvPr/>
              </p14:nvContentPartPr>
              <p14:xfrm>
                <a:off x="5563607" y="2039782"/>
                <a:ext cx="2160" cy="5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8D30A30-D304-7104-8D1C-5BB179E949C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45967" y="2021782"/>
                  <a:ext cx="3780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791B054-E64B-27AC-7255-BDB916BD24F4}"/>
              </a:ext>
            </a:extLst>
          </p:cNvPr>
          <p:cNvGrpSpPr/>
          <p:nvPr/>
        </p:nvGrpSpPr>
        <p:grpSpPr>
          <a:xfrm>
            <a:off x="10940567" y="1805422"/>
            <a:ext cx="926640" cy="473040"/>
            <a:chOff x="10940567" y="1805422"/>
            <a:chExt cx="92664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45562E1-049A-D76A-A856-16E13A0C5583}"/>
                    </a:ext>
                  </a:extLst>
                </p14:cNvPr>
                <p14:cNvContentPartPr/>
                <p14:nvPr/>
              </p14:nvContentPartPr>
              <p14:xfrm>
                <a:off x="10978007" y="1805422"/>
                <a:ext cx="143280" cy="259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45562E1-049A-D76A-A856-16E13A0C558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60367" y="1787782"/>
                  <a:ext cx="1789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5C3D957-7661-778C-DAC3-7BF589FB5FE2}"/>
                    </a:ext>
                  </a:extLst>
                </p14:cNvPr>
                <p14:cNvContentPartPr/>
                <p14:nvPr/>
              </p14:nvContentPartPr>
              <p14:xfrm>
                <a:off x="11215967" y="1881022"/>
                <a:ext cx="172800" cy="182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5C3D957-7661-778C-DAC3-7BF589FB5F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97967" y="1863022"/>
                  <a:ext cx="208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6F3C0DB-7327-AD5F-B47C-150F2FD8E291}"/>
                    </a:ext>
                  </a:extLst>
                </p14:cNvPr>
                <p14:cNvContentPartPr/>
                <p14:nvPr/>
              </p14:nvContentPartPr>
              <p14:xfrm>
                <a:off x="11248727" y="1887862"/>
                <a:ext cx="190440" cy="192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6F3C0DB-7327-AD5F-B47C-150F2FD8E29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230727" y="1869862"/>
                  <a:ext cx="2260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2A05D11-B3F7-C4E7-AE57-C6BC0E008421}"/>
                    </a:ext>
                  </a:extLst>
                </p14:cNvPr>
                <p14:cNvContentPartPr/>
                <p14:nvPr/>
              </p14:nvContentPartPr>
              <p14:xfrm>
                <a:off x="11590007" y="1852222"/>
                <a:ext cx="277200" cy="249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2A05D11-B3F7-C4E7-AE57-C6BC0E00842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572367" y="1834582"/>
                  <a:ext cx="3128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4B7E14F-9F01-1E8B-2A98-E0464414D7BB}"/>
                    </a:ext>
                  </a:extLst>
                </p14:cNvPr>
                <p14:cNvContentPartPr/>
                <p14:nvPr/>
              </p14:nvContentPartPr>
              <p14:xfrm>
                <a:off x="10957127" y="2187022"/>
                <a:ext cx="167760" cy="7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4B7E14F-9F01-1E8B-2A98-E0464414D7B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939127" y="2169022"/>
                  <a:ext cx="203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6D4AC96-C34F-B41D-81D8-13E08144EB84}"/>
                    </a:ext>
                  </a:extLst>
                </p14:cNvPr>
                <p14:cNvContentPartPr/>
                <p14:nvPr/>
              </p14:nvContentPartPr>
              <p14:xfrm>
                <a:off x="10954607" y="2236342"/>
                <a:ext cx="192600" cy="11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6D4AC96-C34F-B41D-81D8-13E08144EB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936607" y="2218702"/>
                  <a:ext cx="228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53F3946-23B1-4800-4064-82D23776280E}"/>
                    </a:ext>
                  </a:extLst>
                </p14:cNvPr>
                <p14:cNvContentPartPr/>
                <p14:nvPr/>
              </p14:nvContentPartPr>
              <p14:xfrm>
                <a:off x="10940567" y="2265502"/>
                <a:ext cx="119880" cy="12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53F3946-23B1-4800-4064-82D23776280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922927" y="2247502"/>
                  <a:ext cx="1555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612459A-CE23-E765-32EB-8F46B5C70394}"/>
                    </a:ext>
                  </a:extLst>
                </p14:cNvPr>
                <p14:cNvContentPartPr/>
                <p14:nvPr/>
              </p14:nvContentPartPr>
              <p14:xfrm>
                <a:off x="11115167" y="2132302"/>
                <a:ext cx="3600" cy="5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612459A-CE23-E765-32EB-8F46B5C7039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97167" y="2114662"/>
                  <a:ext cx="39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F5630AC-1CCE-E289-A240-23554970B910}"/>
                    </a:ext>
                  </a:extLst>
                </p14:cNvPr>
                <p14:cNvContentPartPr/>
                <p14:nvPr/>
              </p14:nvContentPartPr>
              <p14:xfrm>
                <a:off x="11082407" y="2141662"/>
                <a:ext cx="2880" cy="3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F5630AC-1CCE-E289-A240-23554970B91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064407" y="2124022"/>
                  <a:ext cx="38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39EDB50-46C3-8E7E-E130-3D2D5B91C960}"/>
                    </a:ext>
                  </a:extLst>
                </p14:cNvPr>
                <p14:cNvContentPartPr/>
                <p14:nvPr/>
              </p14:nvContentPartPr>
              <p14:xfrm>
                <a:off x="11063327" y="2147422"/>
                <a:ext cx="4680" cy="1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39EDB50-46C3-8E7E-E130-3D2D5B91C96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45327" y="2129422"/>
                  <a:ext cx="40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9081E53-FEEC-489E-2EE4-08C7831E7B52}"/>
                    </a:ext>
                  </a:extLst>
                </p14:cNvPr>
                <p14:cNvContentPartPr/>
                <p14:nvPr/>
              </p14:nvContentPartPr>
              <p14:xfrm>
                <a:off x="11066207" y="2147422"/>
                <a:ext cx="5760" cy="1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9081E53-FEEC-489E-2EE4-08C7831E7B5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048567" y="2129422"/>
                  <a:ext cx="41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D3B7BE9-FEB9-E42B-A388-D33CE25F41E0}"/>
                    </a:ext>
                  </a:extLst>
                </p14:cNvPr>
                <p14:cNvContentPartPr/>
                <p14:nvPr/>
              </p14:nvContentPartPr>
              <p14:xfrm>
                <a:off x="11068727" y="2123302"/>
                <a:ext cx="11160" cy="11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D3B7BE9-FEB9-E42B-A388-D33CE25F41E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51087" y="2105662"/>
                  <a:ext cx="46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2ECF92F-8A62-F80B-E3FC-11A753BC6D2F}"/>
                    </a:ext>
                  </a:extLst>
                </p14:cNvPr>
                <p14:cNvContentPartPr/>
                <p14:nvPr/>
              </p14:nvContentPartPr>
              <p14:xfrm>
                <a:off x="11072327" y="2125102"/>
                <a:ext cx="4320" cy="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2ECF92F-8A62-F80B-E3FC-11A753BC6D2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054687" y="2107102"/>
                  <a:ext cx="39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12E248E-9941-04A7-6497-E35E1068C407}"/>
                    </a:ext>
                  </a:extLst>
                </p14:cNvPr>
                <p14:cNvContentPartPr/>
                <p14:nvPr/>
              </p14:nvContentPartPr>
              <p14:xfrm>
                <a:off x="11084927" y="2141662"/>
                <a:ext cx="3960" cy="1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12E248E-9941-04A7-6497-E35E1068C40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066927" y="2124022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3BEB272-BF7B-4F4D-2CCA-E4E1962DBA01}"/>
                    </a:ext>
                  </a:extLst>
                </p14:cNvPr>
                <p14:cNvContentPartPr/>
                <p14:nvPr/>
              </p14:nvContentPartPr>
              <p14:xfrm>
                <a:off x="11108327" y="2113222"/>
                <a:ext cx="6480" cy="3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3BEB272-BF7B-4F4D-2CCA-E4E1962DBA0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090327" y="2095582"/>
                  <a:ext cx="42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79ABBDF-A513-6679-428A-B04EA3C6B8EB}"/>
                    </a:ext>
                  </a:extLst>
                </p14:cNvPr>
                <p14:cNvContentPartPr/>
                <p14:nvPr/>
              </p14:nvContentPartPr>
              <p14:xfrm>
                <a:off x="11110127" y="2118262"/>
                <a:ext cx="6120" cy="3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79ABBDF-A513-6679-428A-B04EA3C6B8E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092487" y="2100262"/>
                  <a:ext cx="4176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5059697-CE5F-ADE7-1249-44C02D585F04}"/>
              </a:ext>
            </a:extLst>
          </p:cNvPr>
          <p:cNvGrpSpPr/>
          <p:nvPr/>
        </p:nvGrpSpPr>
        <p:grpSpPr>
          <a:xfrm>
            <a:off x="1273127" y="2300422"/>
            <a:ext cx="803160" cy="2800080"/>
            <a:chOff x="1273127" y="2300422"/>
            <a:chExt cx="803160" cy="28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2948762-C2E2-388B-FBA4-83B4393201B9}"/>
                    </a:ext>
                  </a:extLst>
                </p14:cNvPr>
                <p14:cNvContentPartPr/>
                <p14:nvPr/>
              </p14:nvContentPartPr>
              <p14:xfrm>
                <a:off x="1361327" y="2522182"/>
                <a:ext cx="122040" cy="13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2948762-C2E2-388B-FBA4-83B4393201B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343687" y="2504182"/>
                  <a:ext cx="157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89F51A4-4233-CF50-78A7-3F562145062B}"/>
                    </a:ext>
                  </a:extLst>
                </p14:cNvPr>
                <p14:cNvContentPartPr/>
                <p14:nvPr/>
              </p14:nvContentPartPr>
              <p14:xfrm>
                <a:off x="1273127" y="2680582"/>
                <a:ext cx="102240" cy="36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89F51A4-4233-CF50-78A7-3F562145062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55487" y="2662582"/>
                  <a:ext cx="137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A553392-01C7-4955-D89C-811B179A985F}"/>
                    </a:ext>
                  </a:extLst>
                </p14:cNvPr>
                <p14:cNvContentPartPr/>
                <p14:nvPr/>
              </p14:nvContentPartPr>
              <p14:xfrm>
                <a:off x="1496327" y="2300422"/>
                <a:ext cx="579960" cy="2800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A553392-01C7-4955-D89C-811B179A985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478687" y="2282782"/>
                  <a:ext cx="615600" cy="28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105B3B3-D505-3BE3-736C-0ADD088202AF}"/>
                  </a:ext>
                </a:extLst>
              </p14:cNvPr>
              <p14:cNvContentPartPr/>
              <p14:nvPr/>
            </p14:nvContentPartPr>
            <p14:xfrm>
              <a:off x="3157727" y="628582"/>
              <a:ext cx="1717200" cy="1220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105B3B3-D505-3BE3-736C-0ADD088202A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148727" y="619942"/>
                <a:ext cx="17348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CCD87EF2-9136-FD8A-A4F2-2CFDFDD61611}"/>
                  </a:ext>
                </a:extLst>
              </p14:cNvPr>
              <p14:cNvContentPartPr/>
              <p14:nvPr/>
            </p14:nvContentPartPr>
            <p14:xfrm>
              <a:off x="9218687" y="235462"/>
              <a:ext cx="277200" cy="13816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CCD87EF2-9136-FD8A-A4F2-2CFDFDD6161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210047" y="226462"/>
                <a:ext cx="294840" cy="13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9BC6B4E-D62D-38FC-D8B9-225BFCF56122}"/>
                  </a:ext>
                </a:extLst>
              </p14:cNvPr>
              <p14:cNvContentPartPr/>
              <p14:nvPr/>
            </p14:nvContentPartPr>
            <p14:xfrm>
              <a:off x="3144047" y="489262"/>
              <a:ext cx="5040" cy="86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9BC6B4E-D62D-38FC-D8B9-225BFCF5612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135047" y="480262"/>
                <a:ext cx="2268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46E92E9-C558-8449-C240-5D959FB11A7D}"/>
                  </a:ext>
                </a:extLst>
              </p14:cNvPr>
              <p14:cNvContentPartPr/>
              <p14:nvPr/>
            </p14:nvContentPartPr>
            <p14:xfrm>
              <a:off x="9333527" y="398182"/>
              <a:ext cx="3600" cy="14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46E92E9-C558-8449-C240-5D959FB11A7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324887" y="389542"/>
                <a:ext cx="212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DF2D8E2-212A-1E13-624A-FA535A59ADEA}"/>
                  </a:ext>
                </a:extLst>
              </p14:cNvPr>
              <p14:cNvContentPartPr/>
              <p14:nvPr/>
            </p14:nvContentPartPr>
            <p14:xfrm>
              <a:off x="3159887" y="420502"/>
              <a:ext cx="6840" cy="72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DF2D8E2-212A-1E13-624A-FA535A59ADEA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151247" y="411502"/>
                <a:ext cx="244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A0B053D-A77E-45C3-553B-9024298C53DD}"/>
                  </a:ext>
                </a:extLst>
              </p14:cNvPr>
              <p14:cNvContentPartPr/>
              <p14:nvPr/>
            </p14:nvContentPartPr>
            <p14:xfrm>
              <a:off x="4717967" y="480622"/>
              <a:ext cx="5760" cy="10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A0B053D-A77E-45C3-553B-9024298C53D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700327" y="462622"/>
                <a:ext cx="4140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B1897A9-5B5F-050E-C343-2F142A15A702}"/>
              </a:ext>
            </a:extLst>
          </p:cNvPr>
          <p:cNvGrpSpPr/>
          <p:nvPr/>
        </p:nvGrpSpPr>
        <p:grpSpPr>
          <a:xfrm>
            <a:off x="2011487" y="2640982"/>
            <a:ext cx="3233520" cy="540000"/>
            <a:chOff x="2011487" y="2640982"/>
            <a:chExt cx="3233520" cy="54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3A18D72-6518-A173-3F4F-DCC9AA466626}"/>
                    </a:ext>
                  </a:extLst>
                </p14:cNvPr>
                <p14:cNvContentPartPr/>
                <p14:nvPr/>
              </p14:nvContentPartPr>
              <p14:xfrm>
                <a:off x="2059727" y="2640982"/>
                <a:ext cx="236520" cy="296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3A18D72-6518-A173-3F4F-DCC9AA46662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041727" y="2623342"/>
                  <a:ext cx="2721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A3B63A0-71C0-EEB8-DB76-D3CC4380A75F}"/>
                    </a:ext>
                  </a:extLst>
                </p14:cNvPr>
                <p14:cNvContentPartPr/>
                <p14:nvPr/>
              </p14:nvContentPartPr>
              <p14:xfrm>
                <a:off x="2462207" y="2718742"/>
                <a:ext cx="113040" cy="194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A3B63A0-71C0-EEB8-DB76-D3CC4380A75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44567" y="2700742"/>
                  <a:ext cx="1486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EF9C22D-8175-36CB-4450-34CFA891BE38}"/>
                    </a:ext>
                  </a:extLst>
                </p14:cNvPr>
                <p14:cNvContentPartPr/>
                <p14:nvPr/>
              </p14:nvContentPartPr>
              <p14:xfrm>
                <a:off x="2404247" y="2728822"/>
                <a:ext cx="187560" cy="215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EF9C22D-8175-36CB-4450-34CFA891BE3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386607" y="2710822"/>
                  <a:ext cx="223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888E9E6-1FA8-4C5E-3CA2-545C6E84272F}"/>
                    </a:ext>
                  </a:extLst>
                </p14:cNvPr>
                <p14:cNvContentPartPr/>
                <p14:nvPr/>
              </p14:nvContentPartPr>
              <p14:xfrm>
                <a:off x="2786567" y="2681662"/>
                <a:ext cx="78840" cy="3297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888E9E6-1FA8-4C5E-3CA2-545C6E8427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68567" y="2663662"/>
                  <a:ext cx="1144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0849018-C956-03B4-15E9-1E0D82AB8827}"/>
                    </a:ext>
                  </a:extLst>
                </p14:cNvPr>
                <p14:cNvContentPartPr/>
                <p14:nvPr/>
              </p14:nvContentPartPr>
              <p14:xfrm>
                <a:off x="2993207" y="2814502"/>
                <a:ext cx="192600" cy="39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849018-C956-03B4-15E9-1E0D82AB882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75207" y="2796862"/>
                  <a:ext cx="2282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039570E-57DF-6ECB-BEED-0DAF1F27F6DD}"/>
                    </a:ext>
                  </a:extLst>
                </p14:cNvPr>
                <p14:cNvContentPartPr/>
                <p14:nvPr/>
              </p14:nvContentPartPr>
              <p14:xfrm>
                <a:off x="3040727" y="2747542"/>
                <a:ext cx="53640" cy="234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039570E-57DF-6ECB-BEED-0DAF1F27F6D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22727" y="2729542"/>
                  <a:ext cx="892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DE1E894-D7A7-CB9B-6AE1-12EE7D687241}"/>
                    </a:ext>
                  </a:extLst>
                </p14:cNvPr>
                <p14:cNvContentPartPr/>
                <p14:nvPr/>
              </p14:nvContentPartPr>
              <p14:xfrm>
                <a:off x="3279767" y="2714422"/>
                <a:ext cx="72360" cy="341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DE1E894-D7A7-CB9B-6AE1-12EE7D68724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61767" y="2696782"/>
                  <a:ext cx="10800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DA2790E-0799-24F7-63A5-FDB4E2E21E1A}"/>
                    </a:ext>
                  </a:extLst>
                </p14:cNvPr>
                <p14:cNvContentPartPr/>
                <p14:nvPr/>
              </p14:nvContentPartPr>
              <p14:xfrm>
                <a:off x="3486767" y="2821342"/>
                <a:ext cx="128880" cy="172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DA2790E-0799-24F7-63A5-FDB4E2E21E1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68767" y="2803342"/>
                  <a:ext cx="164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1C9412-23F5-89CD-6B5E-B52935C8DB01}"/>
                    </a:ext>
                  </a:extLst>
                </p14:cNvPr>
                <p14:cNvContentPartPr/>
                <p14:nvPr/>
              </p14:nvContentPartPr>
              <p14:xfrm>
                <a:off x="3481367" y="2808022"/>
                <a:ext cx="158040" cy="174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1C9412-23F5-89CD-6B5E-B52935C8DB0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63367" y="2790022"/>
                  <a:ext cx="193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70D8276-7C2F-6585-AF74-0935C86B46F1}"/>
                    </a:ext>
                  </a:extLst>
                </p14:cNvPr>
                <p14:cNvContentPartPr/>
                <p14:nvPr/>
              </p14:nvContentPartPr>
              <p14:xfrm>
                <a:off x="3725447" y="2873542"/>
                <a:ext cx="191520" cy="33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70D8276-7C2F-6585-AF74-0935C86B46F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07447" y="2855542"/>
                  <a:ext cx="227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BA1C67A-5213-A366-12C2-88BE3E05A16B}"/>
                    </a:ext>
                  </a:extLst>
                </p14:cNvPr>
                <p14:cNvContentPartPr/>
                <p14:nvPr/>
              </p14:nvContentPartPr>
              <p14:xfrm>
                <a:off x="3997967" y="2760862"/>
                <a:ext cx="50760" cy="250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BA1C67A-5213-A366-12C2-88BE3E05A16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80327" y="2742862"/>
                  <a:ext cx="86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CE02800-098C-86F6-797B-BC5A1BEBF6A9}"/>
                    </a:ext>
                  </a:extLst>
                </p14:cNvPr>
                <p14:cNvContentPartPr/>
                <p14:nvPr/>
              </p14:nvContentPartPr>
              <p14:xfrm>
                <a:off x="4265807" y="2828902"/>
                <a:ext cx="124200" cy="51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CE02800-098C-86F6-797B-BC5A1BEBF6A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247807" y="2810902"/>
                  <a:ext cx="159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7A19D6B-95D7-9C9C-1D7C-C20A57AB8C33}"/>
                    </a:ext>
                  </a:extLst>
                </p14:cNvPr>
                <p14:cNvContentPartPr/>
                <p14:nvPr/>
              </p14:nvContentPartPr>
              <p14:xfrm>
                <a:off x="4318007" y="2762302"/>
                <a:ext cx="49320" cy="183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7A19D6B-95D7-9C9C-1D7C-C20A57AB8C3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00007" y="2744662"/>
                  <a:ext cx="849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D9CEEA7-FFB3-094B-FAA9-020F0A862AE4}"/>
                    </a:ext>
                  </a:extLst>
                </p14:cNvPr>
                <p14:cNvContentPartPr/>
                <p14:nvPr/>
              </p14:nvContentPartPr>
              <p14:xfrm>
                <a:off x="4421327" y="2757622"/>
                <a:ext cx="204120" cy="218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D9CEEA7-FFB3-094B-FAA9-020F0A862AE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03687" y="2739622"/>
                  <a:ext cx="239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46F1F13-BBC1-1AE9-72F6-22F150EE3F89}"/>
                    </a:ext>
                  </a:extLst>
                </p14:cNvPr>
                <p14:cNvContentPartPr/>
                <p14:nvPr/>
              </p14:nvContentPartPr>
              <p14:xfrm>
                <a:off x="4688447" y="2812342"/>
                <a:ext cx="91080" cy="216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46F1F13-BBC1-1AE9-72F6-22F150EE3F8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670447" y="2794342"/>
                  <a:ext cx="126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BC04D57-1CD6-B07A-2C90-696C17BD5057}"/>
                    </a:ext>
                  </a:extLst>
                </p14:cNvPr>
                <p14:cNvContentPartPr/>
                <p14:nvPr/>
              </p14:nvContentPartPr>
              <p14:xfrm>
                <a:off x="4620767" y="2827462"/>
                <a:ext cx="180360" cy="177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BC04D57-1CD6-B07A-2C90-696C17BD505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603127" y="2809462"/>
                  <a:ext cx="216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5A9AABB-DAE7-65F4-C2FA-CE253C92C42D}"/>
                    </a:ext>
                  </a:extLst>
                </p14:cNvPr>
                <p14:cNvContentPartPr/>
                <p14:nvPr/>
              </p14:nvContentPartPr>
              <p14:xfrm>
                <a:off x="4842167" y="2773822"/>
                <a:ext cx="383760" cy="194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5A9AABB-DAE7-65F4-C2FA-CE253C92C42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24527" y="2755822"/>
                  <a:ext cx="419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8DCD40F-1780-B093-6B53-28D2426ED2E4}"/>
                    </a:ext>
                  </a:extLst>
                </p14:cNvPr>
                <p14:cNvContentPartPr/>
                <p14:nvPr/>
              </p14:nvContentPartPr>
              <p14:xfrm>
                <a:off x="2011487" y="3156862"/>
                <a:ext cx="3233520" cy="24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8DCD40F-1780-B093-6B53-28D2426ED2E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93487" y="3139222"/>
                  <a:ext cx="326916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2B124D0-8644-91C3-3D84-DCBCAE56D594}"/>
                  </a:ext>
                </a:extLst>
              </p14:cNvPr>
              <p14:cNvContentPartPr/>
              <p14:nvPr/>
            </p14:nvContentPartPr>
            <p14:xfrm>
              <a:off x="4729847" y="691942"/>
              <a:ext cx="360" cy="3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2B124D0-8644-91C3-3D84-DCBCAE56D594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711847" y="6743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142B2CC-A075-93C4-101E-CAC8C72E3E87}"/>
                  </a:ext>
                </a:extLst>
              </p14:cNvPr>
              <p14:cNvContentPartPr/>
              <p14:nvPr/>
            </p14:nvContentPartPr>
            <p14:xfrm>
              <a:off x="10625927" y="1784182"/>
              <a:ext cx="2880" cy="28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142B2CC-A075-93C4-101E-CAC8C72E3E8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0607927" y="1766542"/>
                <a:ext cx="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A926367-56EC-FD20-A363-632A81A7658F}"/>
                  </a:ext>
                </a:extLst>
              </p14:cNvPr>
              <p14:cNvContentPartPr/>
              <p14:nvPr/>
            </p14:nvContentPartPr>
            <p14:xfrm>
              <a:off x="3063767" y="1063102"/>
              <a:ext cx="1527840" cy="684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A926367-56EC-FD20-A363-632A81A7658F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046127" y="1045102"/>
                <a:ext cx="15634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A5F5AB9-D200-3292-978B-605319BA0406}"/>
                  </a:ext>
                </a:extLst>
              </p14:cNvPr>
              <p14:cNvContentPartPr/>
              <p14:nvPr/>
            </p14:nvContentPartPr>
            <p14:xfrm>
              <a:off x="9208247" y="1668622"/>
              <a:ext cx="3960" cy="1260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A5F5AB9-D200-3292-978B-605319BA040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190607" y="1650622"/>
                <a:ext cx="396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14F97DC-3DA2-4280-9621-66EC7014DFD4}"/>
                  </a:ext>
                </a:extLst>
              </p14:cNvPr>
              <p14:cNvContentPartPr/>
              <p14:nvPr/>
            </p14:nvContentPartPr>
            <p14:xfrm>
              <a:off x="10197167" y="1598062"/>
              <a:ext cx="2880" cy="28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14F97DC-3DA2-4280-9621-66EC7014DFD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0179527" y="1580422"/>
                <a:ext cx="3852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A1F664C-A288-94A4-FDDD-632E9BF25217}"/>
              </a:ext>
            </a:extLst>
          </p:cNvPr>
          <p:cNvGrpSpPr/>
          <p:nvPr/>
        </p:nvGrpSpPr>
        <p:grpSpPr>
          <a:xfrm>
            <a:off x="2005727" y="3521542"/>
            <a:ext cx="2824200" cy="352080"/>
            <a:chOff x="2005727" y="3521542"/>
            <a:chExt cx="282420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9316655-FB3A-E6D7-7BCC-8F07FF0BC75B}"/>
                    </a:ext>
                  </a:extLst>
                </p14:cNvPr>
                <p14:cNvContentPartPr/>
                <p14:nvPr/>
              </p14:nvContentPartPr>
              <p14:xfrm>
                <a:off x="2005727" y="3521542"/>
                <a:ext cx="52560" cy="218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9316655-FB3A-E6D7-7BCC-8F07FF0BC75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987727" y="3503902"/>
                  <a:ext cx="88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C6CB501-85BF-77E5-0804-E27152B8883B}"/>
                    </a:ext>
                  </a:extLst>
                </p14:cNvPr>
                <p14:cNvContentPartPr/>
                <p14:nvPr/>
              </p14:nvContentPartPr>
              <p14:xfrm>
                <a:off x="2155487" y="3589942"/>
                <a:ext cx="138960" cy="1346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C6CB501-85BF-77E5-0804-E27152B8883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137487" y="3572302"/>
                  <a:ext cx="174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1511352-FDF8-E356-BB13-5D95DCC40F42}"/>
                    </a:ext>
                  </a:extLst>
                </p14:cNvPr>
                <p14:cNvContentPartPr/>
                <p14:nvPr/>
              </p14:nvContentPartPr>
              <p14:xfrm>
                <a:off x="2134607" y="3577702"/>
                <a:ext cx="191520" cy="173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1511352-FDF8-E356-BB13-5D95DCC40F4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116607" y="3559702"/>
                  <a:ext cx="227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12B4AA1-5DC3-8EC5-6345-82BB1F93C3C2}"/>
                    </a:ext>
                  </a:extLst>
                </p14:cNvPr>
                <p14:cNvContentPartPr/>
                <p14:nvPr/>
              </p14:nvContentPartPr>
              <p14:xfrm>
                <a:off x="2385167" y="3579142"/>
                <a:ext cx="34560" cy="1717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12B4AA1-5DC3-8EC5-6345-82BB1F93C3C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367167" y="3561142"/>
                  <a:ext cx="70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A7592E1-710E-00C7-AF51-9E167BD7296B}"/>
                    </a:ext>
                  </a:extLst>
                </p14:cNvPr>
                <p14:cNvContentPartPr/>
                <p14:nvPr/>
              </p14:nvContentPartPr>
              <p14:xfrm>
                <a:off x="2515487" y="3662662"/>
                <a:ext cx="152640" cy="36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A7592E1-710E-00C7-AF51-9E167BD7296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497847" y="3644662"/>
                  <a:ext cx="188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CC7DE06-AFAA-1C28-8C92-074CCC9014D4}"/>
                    </a:ext>
                  </a:extLst>
                </p14:cNvPr>
                <p14:cNvContentPartPr/>
                <p14:nvPr/>
              </p14:nvContentPartPr>
              <p14:xfrm>
                <a:off x="2570927" y="3606142"/>
                <a:ext cx="70560" cy="1746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CC7DE06-AFAA-1C28-8C92-074CCC9014D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553287" y="3588142"/>
                  <a:ext cx="106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6773001-F134-CD08-FE66-B09E59BEA549}"/>
                    </a:ext>
                  </a:extLst>
                </p14:cNvPr>
                <p14:cNvContentPartPr/>
                <p14:nvPr/>
              </p14:nvContentPartPr>
              <p14:xfrm>
                <a:off x="2792687" y="3614782"/>
                <a:ext cx="208080" cy="178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6773001-F134-CD08-FE66-B09E59BEA54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775047" y="3596782"/>
                  <a:ext cx="243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01F31F3-8513-EF87-1FE6-8225EEC8E576}"/>
                    </a:ext>
                  </a:extLst>
                </p14:cNvPr>
                <p14:cNvContentPartPr/>
                <p14:nvPr/>
              </p14:nvContentPartPr>
              <p14:xfrm>
                <a:off x="3092207" y="3639982"/>
                <a:ext cx="86040" cy="1760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01F31F3-8513-EF87-1FE6-8225EEC8E57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074567" y="3622342"/>
                  <a:ext cx="121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12A42C5-9333-386A-D986-3E3DA3EBCCAE}"/>
                    </a:ext>
                  </a:extLst>
                </p14:cNvPr>
                <p14:cNvContentPartPr/>
                <p14:nvPr/>
              </p14:nvContentPartPr>
              <p14:xfrm>
                <a:off x="3082847" y="3671662"/>
                <a:ext cx="156600" cy="156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12A42C5-9333-386A-D986-3E3DA3EBCCA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064847" y="3654022"/>
                  <a:ext cx="192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E3F51E0-464C-7373-97F7-0809BE72608E}"/>
                    </a:ext>
                  </a:extLst>
                </p14:cNvPr>
                <p14:cNvContentPartPr/>
                <p14:nvPr/>
              </p14:nvContentPartPr>
              <p14:xfrm>
                <a:off x="3285527" y="3754102"/>
                <a:ext cx="190080" cy="25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E3F51E0-464C-7373-97F7-0809BE72608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267887" y="3736462"/>
                  <a:ext cx="2257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7FD5BE1-B432-52BA-6CD2-9730AE4BD3D7}"/>
                    </a:ext>
                  </a:extLst>
                </p14:cNvPr>
                <p14:cNvContentPartPr/>
                <p14:nvPr/>
              </p14:nvContentPartPr>
              <p14:xfrm>
                <a:off x="3635447" y="3641422"/>
                <a:ext cx="61200" cy="226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7FD5BE1-B432-52BA-6CD2-9730AE4BD3D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617807" y="3623782"/>
                  <a:ext cx="96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391C653-E306-08A2-433F-6A042449A1E2}"/>
                    </a:ext>
                  </a:extLst>
                </p14:cNvPr>
                <p14:cNvContentPartPr/>
                <p14:nvPr/>
              </p14:nvContentPartPr>
              <p14:xfrm>
                <a:off x="3665687" y="3760222"/>
                <a:ext cx="162000" cy="21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391C653-E306-08A2-433F-6A042449A1E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648047" y="3742582"/>
                  <a:ext cx="197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3902701-24D2-B45E-E9A2-8A149B2D877F}"/>
                    </a:ext>
                  </a:extLst>
                </p14:cNvPr>
                <p14:cNvContentPartPr/>
                <p14:nvPr/>
              </p14:nvContentPartPr>
              <p14:xfrm>
                <a:off x="3715007" y="3662302"/>
                <a:ext cx="72360" cy="2113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3902701-24D2-B45E-E9A2-8A149B2D877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697007" y="3644662"/>
                  <a:ext cx="1080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9191226-E78D-0FF1-59A4-F8CEDD3E1EB6}"/>
                    </a:ext>
                  </a:extLst>
                </p14:cNvPr>
                <p14:cNvContentPartPr/>
                <p14:nvPr/>
              </p14:nvContentPartPr>
              <p14:xfrm>
                <a:off x="3966647" y="3649342"/>
                <a:ext cx="136440" cy="201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9191226-E78D-0FF1-59A4-F8CEDD3E1EB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948647" y="3631342"/>
                  <a:ext cx="172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1165513-0EFA-EFBB-94E8-ECE9A0E486B3}"/>
                    </a:ext>
                  </a:extLst>
                </p14:cNvPr>
                <p14:cNvContentPartPr/>
                <p14:nvPr/>
              </p14:nvContentPartPr>
              <p14:xfrm>
                <a:off x="4228727" y="3677422"/>
                <a:ext cx="123480" cy="145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1165513-0EFA-EFBB-94E8-ECE9A0E486B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211087" y="3659782"/>
                  <a:ext cx="159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548FF06-B23C-EA64-0EFB-8652D10B7E93}"/>
                    </a:ext>
                  </a:extLst>
                </p14:cNvPr>
                <p14:cNvContentPartPr/>
                <p14:nvPr/>
              </p14:nvContentPartPr>
              <p14:xfrm>
                <a:off x="4258607" y="3667702"/>
                <a:ext cx="172800" cy="173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548FF06-B23C-EA64-0EFB-8652D10B7E9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240607" y="3649702"/>
                  <a:ext cx="208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158373A-A3DD-A4A7-4B99-EAC1275F7CB3}"/>
                    </a:ext>
                  </a:extLst>
                </p14:cNvPr>
                <p14:cNvContentPartPr/>
                <p14:nvPr/>
              </p14:nvContentPartPr>
              <p14:xfrm>
                <a:off x="4549847" y="3677422"/>
                <a:ext cx="280080" cy="171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158373A-A3DD-A4A7-4B99-EAC1275F7CB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531847" y="3659782"/>
                  <a:ext cx="31572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52F30365-C02B-12F2-FB7B-2C48F246A7A3}"/>
              </a:ext>
            </a:extLst>
          </p:cNvPr>
          <p:cNvGrpSpPr/>
          <p:nvPr/>
        </p:nvGrpSpPr>
        <p:grpSpPr>
          <a:xfrm>
            <a:off x="6106847" y="2615062"/>
            <a:ext cx="3965760" cy="2406960"/>
            <a:chOff x="6106847" y="2615062"/>
            <a:chExt cx="3965760" cy="240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63B7756-35A8-5944-5231-13C6BD711B9A}"/>
                    </a:ext>
                  </a:extLst>
                </p14:cNvPr>
                <p14:cNvContentPartPr/>
                <p14:nvPr/>
              </p14:nvContentPartPr>
              <p14:xfrm>
                <a:off x="6307727" y="2671942"/>
                <a:ext cx="197280" cy="279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63B7756-35A8-5944-5231-13C6BD711B9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290087" y="2653942"/>
                  <a:ext cx="2329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D4CBDB1-7BAD-437D-5AE5-5AC9C82F23BA}"/>
                    </a:ext>
                  </a:extLst>
                </p14:cNvPr>
                <p14:cNvContentPartPr/>
                <p14:nvPr/>
              </p14:nvContentPartPr>
              <p14:xfrm>
                <a:off x="6640367" y="2769502"/>
                <a:ext cx="96120" cy="1454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D4CBDB1-7BAD-437D-5AE5-5AC9C82F23B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622367" y="2751862"/>
                  <a:ext cx="1317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24E7BE6-042E-4582-7382-8D03BC696A6A}"/>
                    </a:ext>
                  </a:extLst>
                </p14:cNvPr>
                <p14:cNvContentPartPr/>
                <p14:nvPr/>
              </p14:nvContentPartPr>
              <p14:xfrm>
                <a:off x="6642887" y="2749342"/>
                <a:ext cx="123120" cy="185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24E7BE6-042E-4582-7382-8D03BC696A6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625247" y="2731702"/>
                  <a:ext cx="158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758CC26-1882-984A-945C-77F42F898E31}"/>
                    </a:ext>
                  </a:extLst>
                </p14:cNvPr>
                <p14:cNvContentPartPr/>
                <p14:nvPr/>
              </p14:nvContentPartPr>
              <p14:xfrm>
                <a:off x="6817127" y="2853022"/>
                <a:ext cx="127800" cy="39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758CC26-1882-984A-945C-77F42F898E3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799487" y="2835022"/>
                  <a:ext cx="163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1416298-5249-D17E-8919-DA690BCA5215}"/>
                    </a:ext>
                  </a:extLst>
                </p14:cNvPr>
                <p14:cNvContentPartPr/>
                <p14:nvPr/>
              </p14:nvContentPartPr>
              <p14:xfrm>
                <a:off x="7099367" y="2730622"/>
                <a:ext cx="196920" cy="1987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1416298-5249-D17E-8919-DA690BCA521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081367" y="2712982"/>
                  <a:ext cx="2325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554A42B-5B98-AF32-FA99-7484F054E181}"/>
                    </a:ext>
                  </a:extLst>
                </p14:cNvPr>
                <p14:cNvContentPartPr/>
                <p14:nvPr/>
              </p14:nvContentPartPr>
              <p14:xfrm>
                <a:off x="7469087" y="2814142"/>
                <a:ext cx="151920" cy="36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554A42B-5B98-AF32-FA99-7484F054E18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451087" y="2796142"/>
                  <a:ext cx="187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BDA516B-B99C-38C5-3C4C-D3E6A83CC81D}"/>
                    </a:ext>
                  </a:extLst>
                </p14:cNvPr>
                <p14:cNvContentPartPr/>
                <p14:nvPr/>
              </p14:nvContentPartPr>
              <p14:xfrm>
                <a:off x="7529927" y="2747182"/>
                <a:ext cx="64080" cy="205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BDA516B-B99C-38C5-3C4C-D3E6A83CC81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511927" y="2729542"/>
                  <a:ext cx="997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25E8174-F426-0968-0711-8EC0DB117B78}"/>
                    </a:ext>
                  </a:extLst>
                </p14:cNvPr>
                <p14:cNvContentPartPr/>
                <p14:nvPr/>
              </p14:nvContentPartPr>
              <p14:xfrm>
                <a:off x="7714247" y="2754742"/>
                <a:ext cx="50040" cy="203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25E8174-F426-0968-0711-8EC0DB117B7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696607" y="2737102"/>
                  <a:ext cx="85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A17E2CE-48A9-9EA2-ED0D-D95B74EADDFF}"/>
                    </a:ext>
                  </a:extLst>
                </p14:cNvPr>
                <p14:cNvContentPartPr/>
                <p14:nvPr/>
              </p14:nvContentPartPr>
              <p14:xfrm>
                <a:off x="7853207" y="2810902"/>
                <a:ext cx="129600" cy="147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A17E2CE-48A9-9EA2-ED0D-D95B74EADDF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835207" y="2792902"/>
                  <a:ext cx="1652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2438336-4F9B-02DF-2619-011812D6D2B0}"/>
                    </a:ext>
                  </a:extLst>
                </p14:cNvPr>
                <p14:cNvContentPartPr/>
                <p14:nvPr/>
              </p14:nvContentPartPr>
              <p14:xfrm>
                <a:off x="7825487" y="2796502"/>
                <a:ext cx="181080" cy="171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2438336-4F9B-02DF-2619-011812D6D2B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807487" y="2778502"/>
                  <a:ext cx="216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45B988B-2B18-5B06-A121-8866A4F4E1C6}"/>
                    </a:ext>
                  </a:extLst>
                </p14:cNvPr>
                <p14:cNvContentPartPr/>
                <p14:nvPr/>
              </p14:nvContentPartPr>
              <p14:xfrm>
                <a:off x="8116727" y="2738902"/>
                <a:ext cx="160920" cy="213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45B988B-2B18-5B06-A121-8866A4F4E1C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099087" y="2720902"/>
                  <a:ext cx="196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D3A75D8-88EF-ACEF-3AE4-B1F0DB8A3AFE}"/>
                    </a:ext>
                  </a:extLst>
                </p14:cNvPr>
                <p14:cNvContentPartPr/>
                <p14:nvPr/>
              </p14:nvContentPartPr>
              <p14:xfrm>
                <a:off x="8524247" y="2808382"/>
                <a:ext cx="174240" cy="78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D3A75D8-88EF-ACEF-3AE4-B1F0DB8A3AF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506247" y="2790742"/>
                  <a:ext cx="209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A03D480-09B5-7206-896E-59581664C2BB}"/>
                    </a:ext>
                  </a:extLst>
                </p14:cNvPr>
                <p14:cNvContentPartPr/>
                <p14:nvPr/>
              </p14:nvContentPartPr>
              <p14:xfrm>
                <a:off x="8593367" y="2733502"/>
                <a:ext cx="64800" cy="204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A03D480-09B5-7206-896E-59581664C2B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75727" y="2715862"/>
                  <a:ext cx="1004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AF06A75-7B51-0C96-048C-97F5CE627491}"/>
                    </a:ext>
                  </a:extLst>
                </p14:cNvPr>
                <p14:cNvContentPartPr/>
                <p14:nvPr/>
              </p14:nvContentPartPr>
              <p14:xfrm>
                <a:off x="8774807" y="2760862"/>
                <a:ext cx="198720" cy="183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AF06A75-7B51-0C96-048C-97F5CE62749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756807" y="2743222"/>
                  <a:ext cx="2343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937C86A-1A1A-1AD9-FBAB-AC357B623232}"/>
                    </a:ext>
                  </a:extLst>
                </p14:cNvPr>
                <p14:cNvContentPartPr/>
                <p14:nvPr/>
              </p14:nvContentPartPr>
              <p14:xfrm>
                <a:off x="9020327" y="2781382"/>
                <a:ext cx="128520" cy="1800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937C86A-1A1A-1AD9-FBAB-AC357B62323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002327" y="2763382"/>
                  <a:ext cx="164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4031DD7-E903-9D2A-2E54-F2BE0191F0A6}"/>
                    </a:ext>
                  </a:extLst>
                </p14:cNvPr>
                <p14:cNvContentPartPr/>
                <p14:nvPr/>
              </p14:nvContentPartPr>
              <p14:xfrm>
                <a:off x="8977487" y="2804062"/>
                <a:ext cx="210600" cy="177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4031DD7-E903-9D2A-2E54-F2BE0191F0A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959847" y="2786062"/>
                  <a:ext cx="246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CF821FF-918C-5372-784B-9F6CA173C8F7}"/>
                    </a:ext>
                  </a:extLst>
                </p14:cNvPr>
                <p14:cNvContentPartPr/>
                <p14:nvPr/>
              </p14:nvContentPartPr>
              <p14:xfrm>
                <a:off x="9258287" y="2877862"/>
                <a:ext cx="134640" cy="31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CF821FF-918C-5372-784B-9F6CA173C8F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240647" y="2859862"/>
                  <a:ext cx="170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B9F7807-C389-60D2-481C-2A44327CCB3F}"/>
                    </a:ext>
                  </a:extLst>
                </p14:cNvPr>
                <p14:cNvContentPartPr/>
                <p14:nvPr/>
              </p14:nvContentPartPr>
              <p14:xfrm>
                <a:off x="9482207" y="2761582"/>
                <a:ext cx="56520" cy="284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B9F7807-C389-60D2-481C-2A44327CCB3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64567" y="2743942"/>
                  <a:ext cx="92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6E59BFD-CC13-AC3B-3BC7-32F736AC97AC}"/>
                    </a:ext>
                  </a:extLst>
                </p14:cNvPr>
                <p14:cNvContentPartPr/>
                <p14:nvPr/>
              </p14:nvContentPartPr>
              <p14:xfrm>
                <a:off x="6111167" y="3509662"/>
                <a:ext cx="46080" cy="290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6E59BFD-CC13-AC3B-3BC7-32F736AC97A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093527" y="3492022"/>
                  <a:ext cx="817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768A88E-F467-176D-53B4-F25743D8E608}"/>
                    </a:ext>
                  </a:extLst>
                </p14:cNvPr>
                <p14:cNvContentPartPr/>
                <p14:nvPr/>
              </p14:nvContentPartPr>
              <p14:xfrm>
                <a:off x="6316007" y="3625222"/>
                <a:ext cx="97560" cy="94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768A88E-F467-176D-53B4-F25743D8E60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298367" y="3607222"/>
                  <a:ext cx="1332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BD66E0B-E800-67A2-51CD-BB43B8126E08}"/>
                    </a:ext>
                  </a:extLst>
                </p14:cNvPr>
                <p14:cNvContentPartPr/>
                <p14:nvPr/>
              </p14:nvContentPartPr>
              <p14:xfrm>
                <a:off x="6286847" y="3589222"/>
                <a:ext cx="167040" cy="183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BD66E0B-E800-67A2-51CD-BB43B8126E0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268847" y="3571582"/>
                  <a:ext cx="202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3637D03-8CB5-8250-E099-88D986BDB808}"/>
                    </a:ext>
                  </a:extLst>
                </p14:cNvPr>
                <p14:cNvContentPartPr/>
                <p14:nvPr/>
              </p14:nvContentPartPr>
              <p14:xfrm>
                <a:off x="6587807" y="3678142"/>
                <a:ext cx="161640" cy="349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3637D03-8CB5-8250-E099-88D986BDB80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569807" y="3660142"/>
                  <a:ext cx="197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9073116-9A5F-EA9D-6761-25F6CB80E76D}"/>
                    </a:ext>
                  </a:extLst>
                </p14:cNvPr>
                <p14:cNvContentPartPr/>
                <p14:nvPr/>
              </p14:nvContentPartPr>
              <p14:xfrm>
                <a:off x="6800567" y="3572662"/>
                <a:ext cx="248040" cy="202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9073116-9A5F-EA9D-6761-25F6CB80E76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782927" y="3555022"/>
                  <a:ext cx="283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4B757F3-16E5-AD8C-E9E9-F81026FFE778}"/>
                    </a:ext>
                  </a:extLst>
                </p14:cNvPr>
                <p14:cNvContentPartPr/>
                <p14:nvPr/>
              </p14:nvContentPartPr>
              <p14:xfrm>
                <a:off x="7289447" y="3697222"/>
                <a:ext cx="118800" cy="12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4B757F3-16E5-AD8C-E9E9-F81026FFE77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271447" y="3679582"/>
                  <a:ext cx="154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EADA32D-3DDD-3FA6-D842-09008817471A}"/>
                    </a:ext>
                  </a:extLst>
                </p14:cNvPr>
                <p14:cNvContentPartPr/>
                <p14:nvPr/>
              </p14:nvContentPartPr>
              <p14:xfrm>
                <a:off x="7331207" y="3625222"/>
                <a:ext cx="61560" cy="1922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EADA32D-3DDD-3FA6-D842-09008817471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313567" y="3607582"/>
                  <a:ext cx="97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6FDF3EE-0B8F-52EA-9305-A524A4F7D631}"/>
                    </a:ext>
                  </a:extLst>
                </p14:cNvPr>
                <p14:cNvContentPartPr/>
                <p14:nvPr/>
              </p14:nvContentPartPr>
              <p14:xfrm>
                <a:off x="7549727" y="3628462"/>
                <a:ext cx="201600" cy="1868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6FDF3EE-0B8F-52EA-9305-A524A4F7D63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532087" y="3610822"/>
                  <a:ext cx="237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7608D0A-2E52-A828-9F7F-7DE91B0E3B70}"/>
                    </a:ext>
                  </a:extLst>
                </p14:cNvPr>
                <p14:cNvContentPartPr/>
                <p14:nvPr/>
              </p14:nvContentPartPr>
              <p14:xfrm>
                <a:off x="7844567" y="3695422"/>
                <a:ext cx="107280" cy="1378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7608D0A-2E52-A828-9F7F-7DE91B0E3B7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826927" y="3677422"/>
                  <a:ext cx="142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444B801-1C5C-2B16-04C5-650D84F8C9D0}"/>
                    </a:ext>
                  </a:extLst>
                </p14:cNvPr>
                <p14:cNvContentPartPr/>
                <p14:nvPr/>
              </p14:nvContentPartPr>
              <p14:xfrm>
                <a:off x="7834847" y="3695782"/>
                <a:ext cx="190080" cy="1620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444B801-1C5C-2B16-04C5-650D84F8C9D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817207" y="3677782"/>
                  <a:ext cx="225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AEF2925-05F7-32E9-AF7B-EFE0F7372512}"/>
                    </a:ext>
                  </a:extLst>
                </p14:cNvPr>
                <p14:cNvContentPartPr/>
                <p14:nvPr/>
              </p14:nvContentPartPr>
              <p14:xfrm>
                <a:off x="8105567" y="3685342"/>
                <a:ext cx="180360" cy="1764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AEF2925-05F7-32E9-AF7B-EFE0F737251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087567" y="3667702"/>
                  <a:ext cx="216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0FE7FB4-758E-A84E-9C70-E5B0FAB41974}"/>
                    </a:ext>
                  </a:extLst>
                </p14:cNvPr>
                <p14:cNvContentPartPr/>
                <p14:nvPr/>
              </p14:nvContentPartPr>
              <p14:xfrm>
                <a:off x="8512727" y="3724582"/>
                <a:ext cx="173520" cy="33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0FE7FB4-758E-A84E-9C70-E5B0FAB4197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494727" y="3706582"/>
                  <a:ext cx="209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9EBDE64-17C7-703B-4285-AB765DD07A6B}"/>
                    </a:ext>
                  </a:extLst>
                </p14:cNvPr>
                <p14:cNvContentPartPr/>
                <p14:nvPr/>
              </p14:nvContentPartPr>
              <p14:xfrm>
                <a:off x="8554487" y="3655462"/>
                <a:ext cx="77040" cy="183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9EBDE64-17C7-703B-4285-AB765DD07A6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536487" y="3637822"/>
                  <a:ext cx="112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1BB04B1-034C-3C60-A6E5-E2CEF3ED82A3}"/>
                    </a:ext>
                  </a:extLst>
                </p14:cNvPr>
                <p14:cNvContentPartPr/>
                <p14:nvPr/>
              </p14:nvContentPartPr>
              <p14:xfrm>
                <a:off x="8746007" y="3622702"/>
                <a:ext cx="140040" cy="222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1BB04B1-034C-3C60-A6E5-E2CEF3ED82A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728367" y="3605062"/>
                  <a:ext cx="1756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345D646-EB78-B89A-2D01-4434A122592A}"/>
                    </a:ext>
                  </a:extLst>
                </p14:cNvPr>
                <p14:cNvContentPartPr/>
                <p14:nvPr/>
              </p14:nvContentPartPr>
              <p14:xfrm>
                <a:off x="8974607" y="3695782"/>
                <a:ext cx="127800" cy="136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345D646-EB78-B89A-2D01-4434A122592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956607" y="3677782"/>
                  <a:ext cx="163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0819348-3E9F-EF29-B374-4F737C0C9B8D}"/>
                    </a:ext>
                  </a:extLst>
                </p14:cNvPr>
                <p14:cNvContentPartPr/>
                <p14:nvPr/>
              </p14:nvContentPartPr>
              <p14:xfrm>
                <a:off x="8955887" y="3719902"/>
                <a:ext cx="189000" cy="144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0819348-3E9F-EF29-B374-4F737C0C9B8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938247" y="3701902"/>
                  <a:ext cx="224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0788A11-F86A-6E41-73B8-F04E32F29D28}"/>
                    </a:ext>
                  </a:extLst>
                </p14:cNvPr>
                <p14:cNvContentPartPr/>
                <p14:nvPr/>
              </p14:nvContentPartPr>
              <p14:xfrm>
                <a:off x="9197087" y="3741862"/>
                <a:ext cx="187200" cy="442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0788A11-F86A-6E41-73B8-F04E32F29D2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179447" y="3723862"/>
                  <a:ext cx="222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F16D368-0055-BAD6-15B1-F060572331D9}"/>
                    </a:ext>
                  </a:extLst>
                </p14:cNvPr>
                <p14:cNvContentPartPr/>
                <p14:nvPr/>
              </p14:nvContentPartPr>
              <p14:xfrm>
                <a:off x="9430367" y="3640702"/>
                <a:ext cx="102600" cy="295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F16D368-0055-BAD6-15B1-F060572331D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412367" y="3622702"/>
                  <a:ext cx="1382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D1853A5-33FC-847C-AB8A-0F349882BFF3}"/>
                    </a:ext>
                  </a:extLst>
                </p14:cNvPr>
                <p14:cNvContentPartPr/>
                <p14:nvPr/>
              </p14:nvContentPartPr>
              <p14:xfrm>
                <a:off x="6106847" y="4409662"/>
                <a:ext cx="210960" cy="1872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D1853A5-33FC-847C-AB8A-0F349882BFF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089207" y="4392022"/>
                  <a:ext cx="246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400E389-F8A0-BC92-66AA-52C7AF16B754}"/>
                    </a:ext>
                  </a:extLst>
                </p14:cNvPr>
                <p14:cNvContentPartPr/>
                <p14:nvPr/>
              </p14:nvContentPartPr>
              <p14:xfrm>
                <a:off x="6467567" y="4438822"/>
                <a:ext cx="115560" cy="1450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400E389-F8A0-BC92-66AA-52C7AF16B75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449927" y="4421182"/>
                  <a:ext cx="151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4839AB1-1727-8ECD-C460-FCCC97EF9613}"/>
                    </a:ext>
                  </a:extLst>
                </p14:cNvPr>
                <p14:cNvContentPartPr/>
                <p14:nvPr/>
              </p14:nvContentPartPr>
              <p14:xfrm>
                <a:off x="6453167" y="4445662"/>
                <a:ext cx="171000" cy="156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4839AB1-1727-8ECD-C460-FCCC97EF961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435167" y="4427662"/>
                  <a:ext cx="206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B35DF27-844C-173A-A08A-28C480808A57}"/>
                    </a:ext>
                  </a:extLst>
                </p14:cNvPr>
                <p14:cNvContentPartPr/>
                <p14:nvPr/>
              </p14:nvContentPartPr>
              <p14:xfrm>
                <a:off x="6709487" y="4520902"/>
                <a:ext cx="160560" cy="30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B35DF27-844C-173A-A08A-28C480808A5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691847" y="4503262"/>
                  <a:ext cx="1962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16FD507-C8D1-B68D-05E4-5C8ED4AB35ED}"/>
                    </a:ext>
                  </a:extLst>
                </p14:cNvPr>
                <p14:cNvContentPartPr/>
                <p14:nvPr/>
              </p14:nvContentPartPr>
              <p14:xfrm>
                <a:off x="6960407" y="4466902"/>
                <a:ext cx="235080" cy="1929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16FD507-C8D1-B68D-05E4-5C8ED4AB35E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942767" y="4449262"/>
                  <a:ext cx="270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30FB79D-DADE-1725-77FC-BDEE383A89DF}"/>
                    </a:ext>
                  </a:extLst>
                </p14:cNvPr>
                <p14:cNvContentPartPr/>
                <p14:nvPr/>
              </p14:nvContentPartPr>
              <p14:xfrm>
                <a:off x="7456127" y="4562662"/>
                <a:ext cx="141840" cy="29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30FB79D-DADE-1725-77FC-BDEE383A89D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438127" y="4544662"/>
                  <a:ext cx="177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D5726FC-51C0-DFBF-0946-AF455FE56F26}"/>
                    </a:ext>
                  </a:extLst>
                </p14:cNvPr>
                <p14:cNvContentPartPr/>
                <p14:nvPr/>
              </p14:nvContentPartPr>
              <p14:xfrm>
                <a:off x="7474127" y="4470142"/>
                <a:ext cx="97200" cy="223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D5726FC-51C0-DFBF-0946-AF455FE56F2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456127" y="4452502"/>
                  <a:ext cx="1328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805EBBB-50E2-FF9A-ADD3-5F5473EC58F5}"/>
                    </a:ext>
                  </a:extLst>
                </p14:cNvPr>
                <p14:cNvContentPartPr/>
                <p14:nvPr/>
              </p14:nvContentPartPr>
              <p14:xfrm>
                <a:off x="7695887" y="4488142"/>
                <a:ext cx="144000" cy="1944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805EBBB-50E2-FF9A-ADD3-5F5473EC58F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677887" y="4470502"/>
                  <a:ext cx="1796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0725783-E58B-E21C-B8AB-EABF8AC06BD8}"/>
                    </a:ext>
                  </a:extLst>
                </p14:cNvPr>
                <p14:cNvContentPartPr/>
                <p14:nvPr/>
              </p14:nvContentPartPr>
              <p14:xfrm>
                <a:off x="7905047" y="4533142"/>
                <a:ext cx="143280" cy="1522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0725783-E58B-E21C-B8AB-EABF8AC06BD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887407" y="4515142"/>
                  <a:ext cx="178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7A1F90E-ED93-6ABC-0B5D-88E449898987}"/>
                    </a:ext>
                  </a:extLst>
                </p14:cNvPr>
                <p14:cNvContentPartPr/>
                <p14:nvPr/>
              </p14:nvContentPartPr>
              <p14:xfrm>
                <a:off x="7888847" y="4520182"/>
                <a:ext cx="196200" cy="1929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7A1F90E-ED93-6ABC-0B5D-88E44989898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870847" y="4502542"/>
                  <a:ext cx="231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BA46EC3-89C3-B01D-F9A3-64F8C4CA9734}"/>
                    </a:ext>
                  </a:extLst>
                </p14:cNvPr>
                <p14:cNvContentPartPr/>
                <p14:nvPr/>
              </p14:nvContentPartPr>
              <p14:xfrm>
                <a:off x="8212487" y="4542862"/>
                <a:ext cx="178560" cy="1872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BA46EC3-89C3-B01D-F9A3-64F8C4CA9734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194487" y="4524862"/>
                  <a:ext cx="2142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8A0D13A-C928-36BF-CB94-3B5088B18075}"/>
                    </a:ext>
                  </a:extLst>
                </p14:cNvPr>
                <p14:cNvContentPartPr/>
                <p14:nvPr/>
              </p14:nvContentPartPr>
              <p14:xfrm>
                <a:off x="8582207" y="4582822"/>
                <a:ext cx="136080" cy="23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8A0D13A-C928-36BF-CB94-3B5088B1807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564567" y="4565182"/>
                  <a:ext cx="171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9F2E630-3A98-F632-BFA9-03BD84B0E56A}"/>
                    </a:ext>
                  </a:extLst>
                </p14:cNvPr>
                <p14:cNvContentPartPr/>
                <p14:nvPr/>
              </p14:nvContentPartPr>
              <p14:xfrm>
                <a:off x="8598767" y="4483822"/>
                <a:ext cx="84600" cy="2257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9F2E630-3A98-F632-BFA9-03BD84B0E56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581127" y="4466182"/>
                  <a:ext cx="120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25C9763-5290-74E7-6799-4375D5069EC2}"/>
                    </a:ext>
                  </a:extLst>
                </p14:cNvPr>
                <p14:cNvContentPartPr/>
                <p14:nvPr/>
              </p14:nvContentPartPr>
              <p14:xfrm>
                <a:off x="8874527" y="4466182"/>
                <a:ext cx="136800" cy="2473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25C9763-5290-74E7-6799-4375D5069EC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856887" y="4448542"/>
                  <a:ext cx="172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57EABEA-7CD4-14E5-3DE2-712C1693975D}"/>
                    </a:ext>
                  </a:extLst>
                </p14:cNvPr>
                <p14:cNvContentPartPr/>
                <p14:nvPr/>
              </p14:nvContentPartPr>
              <p14:xfrm>
                <a:off x="9145247" y="4529542"/>
                <a:ext cx="124200" cy="1396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57EABEA-7CD4-14E5-3DE2-712C1693975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127247" y="4511902"/>
                  <a:ext cx="159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3A4336A-A79D-11C2-E279-362E190EC742}"/>
                    </a:ext>
                  </a:extLst>
                </p14:cNvPr>
                <p14:cNvContentPartPr/>
                <p14:nvPr/>
              </p14:nvContentPartPr>
              <p14:xfrm>
                <a:off x="9154247" y="4506502"/>
                <a:ext cx="140400" cy="1854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3A4336A-A79D-11C2-E279-362E190EC74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136607" y="4488862"/>
                  <a:ext cx="176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F0C09C3-7CBA-EEE9-74E4-90A8567A61DE}"/>
                    </a:ext>
                  </a:extLst>
                </p14:cNvPr>
                <p14:cNvContentPartPr/>
                <p14:nvPr/>
              </p14:nvContentPartPr>
              <p14:xfrm>
                <a:off x="9382847" y="4564462"/>
                <a:ext cx="157320" cy="46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F0C09C3-7CBA-EEE9-74E4-90A8567A61D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364847" y="4546462"/>
                  <a:ext cx="192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6CD19EF-7935-58C4-FA66-777D32984E06}"/>
                    </a:ext>
                  </a:extLst>
                </p14:cNvPr>
                <p14:cNvContentPartPr/>
                <p14:nvPr/>
              </p14:nvContentPartPr>
              <p14:xfrm>
                <a:off x="9593447" y="4487062"/>
                <a:ext cx="51120" cy="2426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6CD19EF-7935-58C4-FA66-777D32984E0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575807" y="4469422"/>
                  <a:ext cx="867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3291CB7-35BD-ADA3-E73B-CA952857AAF4}"/>
                    </a:ext>
                  </a:extLst>
                </p14:cNvPr>
                <p14:cNvContentPartPr/>
                <p14:nvPr/>
              </p14:nvContentPartPr>
              <p14:xfrm>
                <a:off x="9472847" y="2615062"/>
                <a:ext cx="599760" cy="24069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3291CB7-35BD-ADA3-E73B-CA952857AAF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455207" y="2597062"/>
                  <a:ext cx="635400" cy="244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83BF04B6-A658-55B7-2EC0-351DAF29ED40}"/>
              </a:ext>
            </a:extLst>
          </p:cNvPr>
          <p:cNvGrpSpPr/>
          <p:nvPr/>
        </p:nvGrpSpPr>
        <p:grpSpPr>
          <a:xfrm>
            <a:off x="1036607" y="5519542"/>
            <a:ext cx="223560" cy="142200"/>
            <a:chOff x="1036607" y="5519542"/>
            <a:chExt cx="223560" cy="14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4ACFDF2-B09C-3070-1427-5AD005E6B2A3}"/>
                    </a:ext>
                  </a:extLst>
                </p14:cNvPr>
                <p14:cNvContentPartPr/>
                <p14:nvPr/>
              </p14:nvContentPartPr>
              <p14:xfrm>
                <a:off x="1047767" y="5519542"/>
                <a:ext cx="162000" cy="244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4ACFDF2-B09C-3070-1427-5AD005E6B2A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29767" y="5501542"/>
                  <a:ext cx="197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B5C1DDF-414D-C983-2221-9D57DE084959}"/>
                    </a:ext>
                  </a:extLst>
                </p14:cNvPr>
                <p14:cNvContentPartPr/>
                <p14:nvPr/>
              </p14:nvContentPartPr>
              <p14:xfrm>
                <a:off x="1036607" y="5599102"/>
                <a:ext cx="223560" cy="626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B5C1DDF-414D-C983-2221-9D57DE08495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18967" y="5581102"/>
                  <a:ext cx="25920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B5EA8CC6-5194-8D64-F4E5-1C11264434F7}"/>
                  </a:ext>
                </a:extLst>
              </p14:cNvPr>
              <p14:cNvContentPartPr/>
              <p14:nvPr/>
            </p14:nvContentPartPr>
            <p14:xfrm>
              <a:off x="2972687" y="5273302"/>
              <a:ext cx="221760" cy="28080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B5EA8CC6-5194-8D64-F4E5-1C11264434F7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2954687" y="5255302"/>
                <a:ext cx="257400" cy="31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F4E8AC06-CFC0-4153-7CAE-1D692B0FD8ED}"/>
              </a:ext>
            </a:extLst>
          </p:cNvPr>
          <p:cNvGrpSpPr/>
          <p:nvPr/>
        </p:nvGrpSpPr>
        <p:grpSpPr>
          <a:xfrm>
            <a:off x="1889087" y="4384102"/>
            <a:ext cx="2725920" cy="354240"/>
            <a:chOff x="1889087" y="4384102"/>
            <a:chExt cx="2725920" cy="3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9987C8C-990E-FCD5-3516-D26B54DB0F9E}"/>
                    </a:ext>
                  </a:extLst>
                </p14:cNvPr>
                <p14:cNvContentPartPr/>
                <p14:nvPr/>
              </p14:nvContentPartPr>
              <p14:xfrm>
                <a:off x="1889087" y="4384102"/>
                <a:ext cx="171000" cy="2131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9987C8C-990E-FCD5-3516-D26B54DB0F9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871447" y="4366102"/>
                  <a:ext cx="206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E840955-10A3-7EA8-F453-CF22840DA307}"/>
                    </a:ext>
                  </a:extLst>
                </p14:cNvPr>
                <p14:cNvContentPartPr/>
                <p14:nvPr/>
              </p14:nvContentPartPr>
              <p14:xfrm>
                <a:off x="2098607" y="4453942"/>
                <a:ext cx="95040" cy="125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E840955-10A3-7EA8-F453-CF22840DA30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080967" y="4436302"/>
                  <a:ext cx="1306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B77B97A-7D01-DAF5-0D7B-CD4DA333E8B6}"/>
                    </a:ext>
                  </a:extLst>
                </p14:cNvPr>
                <p14:cNvContentPartPr/>
                <p14:nvPr/>
              </p14:nvContentPartPr>
              <p14:xfrm>
                <a:off x="2019407" y="4440982"/>
                <a:ext cx="159120" cy="1850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B77B97A-7D01-DAF5-0D7B-CD4DA333E8B6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001767" y="4423342"/>
                  <a:ext cx="194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D9D2C54-CFE8-4680-E0DF-D02C8C000B41}"/>
                    </a:ext>
                  </a:extLst>
                </p14:cNvPr>
                <p14:cNvContentPartPr/>
                <p14:nvPr/>
              </p14:nvContentPartPr>
              <p14:xfrm>
                <a:off x="2266727" y="4407502"/>
                <a:ext cx="33840" cy="186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D9D2C54-CFE8-4680-E0DF-D02C8C000B4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249087" y="4389502"/>
                  <a:ext cx="69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244D4F2-0A63-A703-49FA-2CEC9F700D18}"/>
                    </a:ext>
                  </a:extLst>
                </p14:cNvPr>
                <p14:cNvContentPartPr/>
                <p14:nvPr/>
              </p14:nvContentPartPr>
              <p14:xfrm>
                <a:off x="2485247" y="4555822"/>
                <a:ext cx="153720" cy="158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244D4F2-0A63-A703-49FA-2CEC9F700D1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467247" y="4537822"/>
                  <a:ext cx="189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E96FEB2-B4DD-E78F-8191-AB636831A42E}"/>
                    </a:ext>
                  </a:extLst>
                </p14:cNvPr>
                <p14:cNvContentPartPr/>
                <p14:nvPr/>
              </p14:nvContentPartPr>
              <p14:xfrm>
                <a:off x="2558687" y="4458622"/>
                <a:ext cx="67680" cy="178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E96FEB2-B4DD-E78F-8191-AB636831A42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541047" y="4440622"/>
                  <a:ext cx="103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4D88999-C3CF-92B1-EBA1-38AD185E5EFD}"/>
                    </a:ext>
                  </a:extLst>
                </p14:cNvPr>
                <p14:cNvContentPartPr/>
                <p14:nvPr/>
              </p14:nvContentPartPr>
              <p14:xfrm>
                <a:off x="2685047" y="4457182"/>
                <a:ext cx="138600" cy="235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4D88999-C3CF-92B1-EBA1-38AD185E5EF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667047" y="4439182"/>
                  <a:ext cx="174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B698043-27E0-334C-6810-1DC1027D776D}"/>
                    </a:ext>
                  </a:extLst>
                </p14:cNvPr>
                <p14:cNvContentPartPr/>
                <p14:nvPr/>
              </p14:nvContentPartPr>
              <p14:xfrm>
                <a:off x="2908247" y="4527382"/>
                <a:ext cx="90360" cy="136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B698043-27E0-334C-6810-1DC1027D776D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890247" y="4509742"/>
                  <a:ext cx="1260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9EC5399-209F-94AE-0E49-97D0AA8C6EB8}"/>
                    </a:ext>
                  </a:extLst>
                </p14:cNvPr>
                <p14:cNvContentPartPr/>
                <p14:nvPr/>
              </p14:nvContentPartPr>
              <p14:xfrm>
                <a:off x="2903567" y="4521622"/>
                <a:ext cx="156960" cy="1857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9EC5399-209F-94AE-0E49-97D0AA8C6EB8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885567" y="4503982"/>
                  <a:ext cx="1926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1617D95-B415-0EC5-34AA-2EC401805B52}"/>
                    </a:ext>
                  </a:extLst>
                </p14:cNvPr>
                <p14:cNvContentPartPr/>
                <p14:nvPr/>
              </p14:nvContentPartPr>
              <p14:xfrm>
                <a:off x="3107327" y="4584622"/>
                <a:ext cx="152640" cy="255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1617D95-B415-0EC5-34AA-2EC401805B52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089687" y="4566982"/>
                  <a:ext cx="1882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40C8670-0A18-ED4D-06D0-898E3521D462}"/>
                    </a:ext>
                  </a:extLst>
                </p14:cNvPr>
                <p14:cNvContentPartPr/>
                <p14:nvPr/>
              </p14:nvContentPartPr>
              <p14:xfrm>
                <a:off x="3355367" y="4476982"/>
                <a:ext cx="52560" cy="212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40C8670-0A18-ED4D-06D0-898E3521D46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337727" y="4459342"/>
                  <a:ext cx="882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6447336-A31E-7430-EB95-9DBC145B4882}"/>
                    </a:ext>
                  </a:extLst>
                </p14:cNvPr>
                <p14:cNvContentPartPr/>
                <p14:nvPr/>
              </p14:nvContentPartPr>
              <p14:xfrm>
                <a:off x="3544727" y="4576702"/>
                <a:ext cx="176040" cy="338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6447336-A31E-7430-EB95-9DBC145B488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526727" y="4559062"/>
                  <a:ext cx="211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E37225E-676F-5853-3EAC-608AFAEE3E4D}"/>
                    </a:ext>
                  </a:extLst>
                </p14:cNvPr>
                <p14:cNvContentPartPr/>
                <p14:nvPr/>
              </p14:nvContentPartPr>
              <p14:xfrm>
                <a:off x="3593687" y="4514062"/>
                <a:ext cx="92160" cy="200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E37225E-676F-5853-3EAC-608AFAEE3E4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576047" y="4496422"/>
                  <a:ext cx="127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916DBD5-F29F-C4E1-CE66-3AFB76916DA2}"/>
                    </a:ext>
                  </a:extLst>
                </p14:cNvPr>
                <p14:cNvContentPartPr/>
                <p14:nvPr/>
              </p14:nvContentPartPr>
              <p14:xfrm>
                <a:off x="3858287" y="4493902"/>
                <a:ext cx="144000" cy="2372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916DBD5-F29F-C4E1-CE66-3AFB76916DA2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840287" y="4475902"/>
                  <a:ext cx="179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3D4D370-8F9C-F960-49A7-DC67224CBD7B}"/>
                    </a:ext>
                  </a:extLst>
                </p14:cNvPr>
                <p14:cNvContentPartPr/>
                <p14:nvPr/>
              </p14:nvContentPartPr>
              <p14:xfrm>
                <a:off x="4138367" y="4549342"/>
                <a:ext cx="129600" cy="1252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3D4D370-8F9C-F960-49A7-DC67224CBD7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120727" y="4531702"/>
                  <a:ext cx="165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90D08FE-3312-DE5C-2FF2-3E3BE8182263}"/>
                    </a:ext>
                  </a:extLst>
                </p14:cNvPr>
                <p14:cNvContentPartPr/>
                <p14:nvPr/>
              </p14:nvContentPartPr>
              <p14:xfrm>
                <a:off x="4119287" y="4533862"/>
                <a:ext cx="175320" cy="2044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90D08FE-3312-DE5C-2FF2-3E3BE818226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101287" y="4516222"/>
                  <a:ext cx="210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E37AA95-99A0-6092-8823-5CD9C5B7B16D}"/>
                    </a:ext>
                  </a:extLst>
                </p14:cNvPr>
                <p14:cNvContentPartPr/>
                <p14:nvPr/>
              </p14:nvContentPartPr>
              <p14:xfrm>
                <a:off x="4367327" y="4555102"/>
                <a:ext cx="247680" cy="1695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E37AA95-99A0-6092-8823-5CD9C5B7B16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349327" y="4537102"/>
                  <a:ext cx="283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570A411-7943-C9D6-3544-B43729B1C783}"/>
                    </a:ext>
                  </a:extLst>
                </p14:cNvPr>
                <p14:cNvContentPartPr/>
                <p14:nvPr/>
              </p14:nvContentPartPr>
              <p14:xfrm>
                <a:off x="2068367" y="4571662"/>
                <a:ext cx="4680" cy="54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570A411-7943-C9D6-3544-B43729B1C78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050367" y="4554022"/>
                  <a:ext cx="4032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30B2BF0F-0B54-7AC2-5BDB-C54404319DE0}"/>
                  </a:ext>
                </a:extLst>
              </p14:cNvPr>
              <p14:cNvContentPartPr/>
              <p14:nvPr/>
            </p14:nvContentPartPr>
            <p14:xfrm>
              <a:off x="2847407" y="6435382"/>
              <a:ext cx="175680" cy="3369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30B2BF0F-0B54-7AC2-5BDB-C54404319DE0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2829767" y="6417382"/>
                <a:ext cx="211320" cy="37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94621704-8508-4223-B8A0-D6A040A33681}"/>
              </a:ext>
            </a:extLst>
          </p:cNvPr>
          <p:cNvGrpSpPr/>
          <p:nvPr/>
        </p:nvGrpSpPr>
        <p:grpSpPr>
          <a:xfrm>
            <a:off x="3991847" y="5076382"/>
            <a:ext cx="916920" cy="1748880"/>
            <a:chOff x="3991847" y="5076382"/>
            <a:chExt cx="916920" cy="174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CB6BDDA-B558-CB5E-01A2-53A240AA6851}"/>
                    </a:ext>
                  </a:extLst>
                </p14:cNvPr>
                <p14:cNvContentPartPr/>
                <p14:nvPr/>
              </p14:nvContentPartPr>
              <p14:xfrm>
                <a:off x="3991847" y="5374102"/>
                <a:ext cx="142200" cy="234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CB6BDDA-B558-CB5E-01A2-53A240AA6851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973847" y="5356102"/>
                  <a:ext cx="177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8C01985-CDBD-23FB-ECC1-FFF8C85A7B2A}"/>
                    </a:ext>
                  </a:extLst>
                </p14:cNvPr>
                <p14:cNvContentPartPr/>
                <p14:nvPr/>
              </p14:nvContentPartPr>
              <p14:xfrm>
                <a:off x="4268687" y="5225062"/>
                <a:ext cx="196200" cy="2458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8C01985-CDBD-23FB-ECC1-FFF8C85A7B2A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250687" y="5207422"/>
                  <a:ext cx="2318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BDC0F2D-CEB7-7DD7-977E-8BDF4228C33E}"/>
                    </a:ext>
                  </a:extLst>
                </p14:cNvPr>
                <p14:cNvContentPartPr/>
                <p14:nvPr/>
              </p14:nvContentPartPr>
              <p14:xfrm>
                <a:off x="4023527" y="6006622"/>
                <a:ext cx="153000" cy="241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BDC0F2D-CEB7-7DD7-977E-8BDF4228C33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005527" y="5988982"/>
                  <a:ext cx="188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9E9FECA-4A45-6A91-DA10-9142925D8AC9}"/>
                    </a:ext>
                  </a:extLst>
                </p14:cNvPr>
                <p14:cNvContentPartPr/>
                <p14:nvPr/>
              </p14:nvContentPartPr>
              <p14:xfrm>
                <a:off x="4332047" y="5866942"/>
                <a:ext cx="113760" cy="442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9E9FECA-4A45-6A91-DA10-9142925D8AC9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314047" y="5849302"/>
                  <a:ext cx="149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B78FA3D-EB41-F142-5AF5-B271FB14D78F}"/>
                    </a:ext>
                  </a:extLst>
                </p14:cNvPr>
                <p14:cNvContentPartPr/>
                <p14:nvPr/>
              </p14:nvContentPartPr>
              <p14:xfrm>
                <a:off x="4254647" y="5883502"/>
                <a:ext cx="164160" cy="2595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B78FA3D-EB41-F142-5AF5-B271FB14D78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237007" y="5865862"/>
                  <a:ext cx="199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9ACC9A4-B590-0994-8257-06287A5077B1}"/>
                    </a:ext>
                  </a:extLst>
                </p14:cNvPr>
                <p14:cNvContentPartPr/>
                <p14:nvPr/>
              </p14:nvContentPartPr>
              <p14:xfrm>
                <a:off x="4059527" y="6622582"/>
                <a:ext cx="97920" cy="262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9ACC9A4-B590-0994-8257-06287A5077B1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4041527" y="6604942"/>
                  <a:ext cx="1335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638A45A-2777-3B2E-DBF5-AB4C57FF1833}"/>
                    </a:ext>
                  </a:extLst>
                </p14:cNvPr>
                <p14:cNvContentPartPr/>
                <p14:nvPr/>
              </p14:nvContentPartPr>
              <p14:xfrm>
                <a:off x="4227287" y="6490462"/>
                <a:ext cx="158760" cy="2707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638A45A-2777-3B2E-DBF5-AB4C57FF183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209287" y="6472822"/>
                  <a:ext cx="1944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604B808-EBC3-CE4A-1BDF-D70BBEE34287}"/>
                    </a:ext>
                  </a:extLst>
                </p14:cNvPr>
                <p14:cNvContentPartPr/>
                <p14:nvPr/>
              </p14:nvContentPartPr>
              <p14:xfrm>
                <a:off x="4552367" y="5076382"/>
                <a:ext cx="356400" cy="17488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604B808-EBC3-CE4A-1BDF-D70BBEE3428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4534367" y="5058742"/>
                  <a:ext cx="392040" cy="178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D1DBA0FC-6283-39D0-58CE-CBF6E0B0E6CF}"/>
              </a:ext>
            </a:extLst>
          </p:cNvPr>
          <p:cNvGrpSpPr/>
          <p:nvPr/>
        </p:nvGrpSpPr>
        <p:grpSpPr>
          <a:xfrm>
            <a:off x="2442047" y="5105542"/>
            <a:ext cx="686160" cy="1557360"/>
            <a:chOff x="2442047" y="5105542"/>
            <a:chExt cx="686160" cy="155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482E64C-7B2A-80D8-E4AB-93EC673693E9}"/>
                    </a:ext>
                  </a:extLst>
                </p14:cNvPr>
                <p14:cNvContentPartPr/>
                <p14:nvPr/>
              </p14:nvContentPartPr>
              <p14:xfrm>
                <a:off x="2938487" y="5918062"/>
                <a:ext cx="189720" cy="561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482E64C-7B2A-80D8-E4AB-93EC673693E9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920487" y="5900062"/>
                  <a:ext cx="2253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49ADDDD-391F-B766-B982-82B9954C056E}"/>
                    </a:ext>
                  </a:extLst>
                </p14:cNvPr>
                <p14:cNvContentPartPr/>
                <p14:nvPr/>
              </p14:nvContentPartPr>
              <p14:xfrm>
                <a:off x="2853167" y="5967022"/>
                <a:ext cx="205920" cy="2034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49ADDDD-391F-B766-B982-82B9954C056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835527" y="5949022"/>
                  <a:ext cx="241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166A54C-24AB-6EF4-A114-01AE6D811E13}"/>
                    </a:ext>
                  </a:extLst>
                </p14:cNvPr>
                <p14:cNvContentPartPr/>
                <p14:nvPr/>
              </p14:nvContentPartPr>
              <p14:xfrm>
                <a:off x="2442047" y="5105542"/>
                <a:ext cx="315000" cy="15573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166A54C-24AB-6EF4-A114-01AE6D811E1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424047" y="5087902"/>
                  <a:ext cx="350640" cy="159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6838F1C7-1C20-6EB7-2674-A80FF0CF105D}"/>
              </a:ext>
            </a:extLst>
          </p:cNvPr>
          <p:cNvGrpSpPr/>
          <p:nvPr/>
        </p:nvGrpSpPr>
        <p:grpSpPr>
          <a:xfrm>
            <a:off x="380687" y="5288062"/>
            <a:ext cx="480600" cy="392040"/>
            <a:chOff x="380687" y="5288062"/>
            <a:chExt cx="480600" cy="3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782383F-5192-BBD7-FB82-63D3744C24C7}"/>
                    </a:ext>
                  </a:extLst>
                </p14:cNvPr>
                <p14:cNvContentPartPr/>
                <p14:nvPr/>
              </p14:nvContentPartPr>
              <p14:xfrm>
                <a:off x="434687" y="5288062"/>
                <a:ext cx="133560" cy="3920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782383F-5192-BBD7-FB82-63D3744C24C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17047" y="5270062"/>
                  <a:ext cx="1692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AB593C6-4CD1-F5EC-634D-E1DB498F5D1A}"/>
                    </a:ext>
                  </a:extLst>
                </p14:cNvPr>
                <p14:cNvContentPartPr/>
                <p14:nvPr/>
              </p14:nvContentPartPr>
              <p14:xfrm>
                <a:off x="380687" y="5533582"/>
                <a:ext cx="131400" cy="651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AB593C6-4CD1-F5EC-634D-E1DB498F5D1A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62687" y="5515582"/>
                  <a:ext cx="167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71AB7F1-0852-0DF5-0E4E-0087AB1FECFC}"/>
                    </a:ext>
                  </a:extLst>
                </p14:cNvPr>
                <p14:cNvContentPartPr/>
                <p14:nvPr/>
              </p14:nvContentPartPr>
              <p14:xfrm>
                <a:off x="662567" y="5322262"/>
                <a:ext cx="16920" cy="2563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71AB7F1-0852-0DF5-0E4E-0087AB1FECF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44567" y="5304262"/>
                  <a:ext cx="525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C97A831-9221-17FE-E783-99FF4B1593BC}"/>
                    </a:ext>
                  </a:extLst>
                </p14:cNvPr>
                <p14:cNvContentPartPr/>
                <p14:nvPr/>
              </p14:nvContentPartPr>
              <p14:xfrm>
                <a:off x="664007" y="5292382"/>
                <a:ext cx="197280" cy="3214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C97A831-9221-17FE-E783-99FF4B1593BC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46367" y="5274382"/>
                  <a:ext cx="232920" cy="35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5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BAE70740-BA45-866D-E880-B4EFB311F5EE}"/>
                  </a:ext>
                </a:extLst>
              </p14:cNvPr>
              <p14:cNvContentPartPr/>
              <p14:nvPr/>
            </p14:nvContentPartPr>
            <p14:xfrm>
              <a:off x="11892407" y="1971022"/>
              <a:ext cx="7920" cy="396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BAE70740-BA45-866D-E880-B4EFB311F5EE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11874767" y="1953382"/>
                <a:ext cx="4356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" name="Group 285">
            <a:extLst>
              <a:ext uri="{FF2B5EF4-FFF2-40B4-BE49-F238E27FC236}">
                <a16:creationId xmlns:a16="http://schemas.microsoft.com/office/drawing/2014/main" id="{FF6483F1-0809-0E63-887A-F2FECD65FAB5}"/>
              </a:ext>
            </a:extLst>
          </p:cNvPr>
          <p:cNvGrpSpPr/>
          <p:nvPr/>
        </p:nvGrpSpPr>
        <p:grpSpPr>
          <a:xfrm>
            <a:off x="5006327" y="2007382"/>
            <a:ext cx="95760" cy="77760"/>
            <a:chOff x="5006327" y="2007382"/>
            <a:chExt cx="95760" cy="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EC4F0AA-95CC-CBB5-F261-D5B412FC9A14}"/>
                    </a:ext>
                  </a:extLst>
                </p14:cNvPr>
                <p14:cNvContentPartPr/>
                <p14:nvPr/>
              </p14:nvContentPartPr>
              <p14:xfrm>
                <a:off x="5094167" y="2025382"/>
                <a:ext cx="7920" cy="147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EC4F0AA-95CC-CBB5-F261-D5B412FC9A1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076167" y="2007742"/>
                  <a:ext cx="43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7EC3CD7-BF69-8494-8F02-00FD31C6A611}"/>
                    </a:ext>
                  </a:extLst>
                </p14:cNvPr>
                <p14:cNvContentPartPr/>
                <p14:nvPr/>
              </p14:nvContentPartPr>
              <p14:xfrm>
                <a:off x="5006327" y="2072542"/>
                <a:ext cx="7200" cy="126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7EC3CD7-BF69-8494-8F02-00FD31C6A611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988327" y="2054542"/>
                  <a:ext cx="42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9FF69FD-CA00-C937-B7D9-9BD6D1512F03}"/>
                    </a:ext>
                  </a:extLst>
                </p14:cNvPr>
                <p14:cNvContentPartPr/>
                <p14:nvPr/>
              </p14:nvContentPartPr>
              <p14:xfrm>
                <a:off x="5034047" y="2021782"/>
                <a:ext cx="360" cy="3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9FF69FD-CA00-C937-B7D9-9BD6D1512F0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016047" y="20037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B5DCFDE-629D-CBD7-47EC-C2EBF34012EB}"/>
                    </a:ext>
                  </a:extLst>
                </p14:cNvPr>
                <p14:cNvContentPartPr/>
                <p14:nvPr/>
              </p14:nvContentPartPr>
              <p14:xfrm>
                <a:off x="5027207" y="2016742"/>
                <a:ext cx="7920" cy="28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B5DCFDE-629D-CBD7-47EC-C2EBF34012E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009567" y="1999102"/>
                  <a:ext cx="43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C4B722A-09FA-AA3E-0B4C-9551C7397C80}"/>
                    </a:ext>
                  </a:extLst>
                </p14:cNvPr>
                <p14:cNvContentPartPr/>
                <p14:nvPr/>
              </p14:nvContentPartPr>
              <p14:xfrm>
                <a:off x="5076887" y="2007382"/>
                <a:ext cx="360" cy="3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C4B722A-09FA-AA3E-0B4C-9551C7397C8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058887" y="19897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C5A8520-E6D8-C651-14B7-E4A9BB8C9CDB}"/>
                    </a:ext>
                  </a:extLst>
                </p14:cNvPr>
                <p14:cNvContentPartPr/>
                <p14:nvPr/>
              </p14:nvContentPartPr>
              <p14:xfrm>
                <a:off x="5046287" y="2022862"/>
                <a:ext cx="360" cy="3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C5A8520-E6D8-C651-14B7-E4A9BB8C9CD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028647" y="20052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4B69C35-304D-4B6C-3246-E0FADF2E050B}"/>
                    </a:ext>
                  </a:extLst>
                </p14:cNvPr>
                <p14:cNvContentPartPr/>
                <p14:nvPr/>
              </p14:nvContentPartPr>
              <p14:xfrm>
                <a:off x="5035847" y="2026822"/>
                <a:ext cx="5400" cy="10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4B69C35-304D-4B6C-3246-E0FADF2E050B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018207" y="2008822"/>
                  <a:ext cx="41040" cy="3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08857825-3241-9A5B-FC5A-194181329057}"/>
                  </a:ext>
                </a:extLst>
              </p14:cNvPr>
              <p14:cNvContentPartPr/>
              <p14:nvPr/>
            </p14:nvContentPartPr>
            <p14:xfrm>
              <a:off x="11841287" y="2133742"/>
              <a:ext cx="2880" cy="828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08857825-3241-9A5B-FC5A-194181329057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11823287" y="2115742"/>
                <a:ext cx="3852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D1411B9C-5AA9-1E7C-5C4A-7C053DBC2B2F}"/>
              </a:ext>
            </a:extLst>
          </p:cNvPr>
          <p:cNvGrpSpPr/>
          <p:nvPr/>
        </p:nvGrpSpPr>
        <p:grpSpPr>
          <a:xfrm>
            <a:off x="5118647" y="6541582"/>
            <a:ext cx="722160" cy="246960"/>
            <a:chOff x="5118647" y="6541582"/>
            <a:chExt cx="72216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28425C1-1415-6AE6-261B-ADA0E465D860}"/>
                    </a:ext>
                  </a:extLst>
                </p14:cNvPr>
                <p14:cNvContentPartPr/>
                <p14:nvPr/>
              </p14:nvContentPartPr>
              <p14:xfrm>
                <a:off x="5118647" y="6541582"/>
                <a:ext cx="162360" cy="2055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28425C1-1415-6AE6-261B-ADA0E465D86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101007" y="6523942"/>
                  <a:ext cx="198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6400C0A-9E22-BD7B-FAAF-5354C88350DF}"/>
                    </a:ext>
                  </a:extLst>
                </p14:cNvPr>
                <p14:cNvContentPartPr/>
                <p14:nvPr/>
              </p14:nvContentPartPr>
              <p14:xfrm>
                <a:off x="5408087" y="6627262"/>
                <a:ext cx="130320" cy="1188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6400C0A-9E22-BD7B-FAAF-5354C88350D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390087" y="6609622"/>
                  <a:ext cx="1659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D15D241-75D5-E1E8-FB4A-28BB840373E5}"/>
                    </a:ext>
                  </a:extLst>
                </p14:cNvPr>
                <p14:cNvContentPartPr/>
                <p14:nvPr/>
              </p14:nvContentPartPr>
              <p14:xfrm>
                <a:off x="5369927" y="6609622"/>
                <a:ext cx="146160" cy="1749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D15D241-75D5-E1E8-FB4A-28BB840373E5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351927" y="6591622"/>
                  <a:ext cx="181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E4C7D25-7D57-F5B8-C361-5BB7FF65F46B}"/>
                    </a:ext>
                  </a:extLst>
                </p14:cNvPr>
                <p14:cNvContentPartPr/>
                <p14:nvPr/>
              </p14:nvContentPartPr>
              <p14:xfrm>
                <a:off x="5607167" y="6594862"/>
                <a:ext cx="233640" cy="1936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E4C7D25-7D57-F5B8-C361-5BB7FF65F46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589527" y="6576862"/>
                  <a:ext cx="269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239838D-C3ED-29BE-C43E-F8A54E8605BA}"/>
                    </a:ext>
                  </a:extLst>
                </p14:cNvPr>
                <p14:cNvContentPartPr/>
                <p14:nvPr/>
              </p14:nvContentPartPr>
              <p14:xfrm>
                <a:off x="5625167" y="6685582"/>
                <a:ext cx="2160" cy="39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239838D-C3ED-29BE-C43E-F8A54E8605B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607527" y="6667942"/>
                  <a:ext cx="378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5D76E193-5E2F-5473-D55C-545EAD6362D2}"/>
              </a:ext>
            </a:extLst>
          </p:cNvPr>
          <p:cNvGrpSpPr/>
          <p:nvPr/>
        </p:nvGrpSpPr>
        <p:grpSpPr>
          <a:xfrm>
            <a:off x="5190647" y="1693462"/>
            <a:ext cx="15840" cy="16920"/>
            <a:chOff x="5190647" y="1693462"/>
            <a:chExt cx="15840" cy="1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79EBC99-779B-3475-7C55-B570006689F9}"/>
                    </a:ext>
                  </a:extLst>
                </p14:cNvPr>
                <p14:cNvContentPartPr/>
                <p14:nvPr/>
              </p14:nvContentPartPr>
              <p14:xfrm>
                <a:off x="5205407" y="1700302"/>
                <a:ext cx="1080" cy="39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79EBC99-779B-3475-7C55-B570006689F9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187407" y="1682302"/>
                  <a:ext cx="36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15F24F0-6B30-7CAE-98BC-EF83717699E0}"/>
                    </a:ext>
                  </a:extLst>
                </p14:cNvPr>
                <p14:cNvContentPartPr/>
                <p14:nvPr/>
              </p14:nvContentPartPr>
              <p14:xfrm>
                <a:off x="5193527" y="1705702"/>
                <a:ext cx="3600" cy="46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15F24F0-6B30-7CAE-98BC-EF83717699E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175887" y="1688062"/>
                  <a:ext cx="39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0AB4E2B1-B566-E52F-73DB-823130353641}"/>
                    </a:ext>
                  </a:extLst>
                </p14:cNvPr>
                <p14:cNvContentPartPr/>
                <p14:nvPr/>
              </p14:nvContentPartPr>
              <p14:xfrm>
                <a:off x="5190647" y="1704622"/>
                <a:ext cx="2160" cy="57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0AB4E2B1-B566-E52F-73DB-82313035364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172647" y="1686622"/>
                  <a:ext cx="37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FAC3553C-A803-9912-1C56-5A359776050F}"/>
                    </a:ext>
                  </a:extLst>
                </p14:cNvPr>
                <p14:cNvContentPartPr/>
                <p14:nvPr/>
              </p14:nvContentPartPr>
              <p14:xfrm>
                <a:off x="5191007" y="1693462"/>
                <a:ext cx="5760" cy="39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FAC3553C-A803-9912-1C56-5A359776050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173367" y="1675462"/>
                  <a:ext cx="4140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8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51404F8F-12F4-1F4C-B99A-DE4779C74973}"/>
                  </a:ext>
                </a:extLst>
              </p14:cNvPr>
              <p14:cNvContentPartPr/>
              <p14:nvPr/>
            </p14:nvContentPartPr>
            <p14:xfrm>
              <a:off x="11770727" y="1970302"/>
              <a:ext cx="1440" cy="288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51404F8F-12F4-1F4C-B99A-DE4779C74973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11752727" y="1952662"/>
                <a:ext cx="37080" cy="3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3702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26571F5-DA14-3FC9-F8B4-F3324C59698F}"/>
              </a:ext>
            </a:extLst>
          </p:cNvPr>
          <p:cNvGrpSpPr/>
          <p:nvPr/>
        </p:nvGrpSpPr>
        <p:grpSpPr>
          <a:xfrm>
            <a:off x="481487" y="1350742"/>
            <a:ext cx="942840" cy="378000"/>
            <a:chOff x="481487" y="1350742"/>
            <a:chExt cx="94284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9963874-39F3-9D83-C383-8B16D6B16986}"/>
                    </a:ext>
                  </a:extLst>
                </p14:cNvPr>
                <p14:cNvContentPartPr/>
                <p14:nvPr/>
              </p14:nvContentPartPr>
              <p14:xfrm>
                <a:off x="488687" y="1402582"/>
                <a:ext cx="84960" cy="320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9963874-39F3-9D83-C383-8B16D6B169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70687" y="1384942"/>
                  <a:ext cx="1206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A831EFB-49AB-A56D-2E85-6E8A402B39A3}"/>
                    </a:ext>
                  </a:extLst>
                </p14:cNvPr>
                <p14:cNvContentPartPr/>
                <p14:nvPr/>
              </p14:nvContentPartPr>
              <p14:xfrm>
                <a:off x="481487" y="1350742"/>
                <a:ext cx="255240" cy="378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A831EFB-49AB-A56D-2E85-6E8A402B39A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3487" y="1333102"/>
                  <a:ext cx="2908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C05F14-F5D7-278C-F14F-907D3A206EF0}"/>
                    </a:ext>
                  </a:extLst>
                </p14:cNvPr>
                <p14:cNvContentPartPr/>
                <p14:nvPr/>
              </p14:nvContentPartPr>
              <p14:xfrm>
                <a:off x="856247" y="1481062"/>
                <a:ext cx="200880" cy="198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C05F14-F5D7-278C-F14F-907D3A206E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8247" y="1463422"/>
                  <a:ext cx="2365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C16BBC7-ED64-6B84-5920-913E095DEE67}"/>
                    </a:ext>
                  </a:extLst>
                </p14:cNvPr>
                <p14:cNvContentPartPr/>
                <p14:nvPr/>
              </p14:nvContentPartPr>
              <p14:xfrm>
                <a:off x="916007" y="1462702"/>
                <a:ext cx="152640" cy="239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C16BBC7-ED64-6B84-5920-913E095DEE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8367" y="1445062"/>
                  <a:ext cx="1882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E810EC5-3DA1-AE4D-629D-E0A98F1B6D6D}"/>
                    </a:ext>
                  </a:extLst>
                </p14:cNvPr>
                <p14:cNvContentPartPr/>
                <p14:nvPr/>
              </p14:nvContentPartPr>
              <p14:xfrm>
                <a:off x="1176647" y="1398262"/>
                <a:ext cx="226440" cy="309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E810EC5-3DA1-AE4D-629D-E0A98F1B6D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9007" y="1380622"/>
                  <a:ext cx="2620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63789BB-7DF3-F145-9858-3D6C26B4643A}"/>
                    </a:ext>
                  </a:extLst>
                </p14:cNvPr>
                <p14:cNvContentPartPr/>
                <p14:nvPr/>
              </p14:nvContentPartPr>
              <p14:xfrm>
                <a:off x="1232807" y="1541902"/>
                <a:ext cx="191520" cy="52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63789BB-7DF3-F145-9858-3D6C26B4643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15167" y="1523902"/>
                  <a:ext cx="22716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169E69-762F-79CC-3BFC-70F34AF914C1}"/>
              </a:ext>
            </a:extLst>
          </p:cNvPr>
          <p:cNvGrpSpPr/>
          <p:nvPr/>
        </p:nvGrpSpPr>
        <p:grpSpPr>
          <a:xfrm>
            <a:off x="1718807" y="1353622"/>
            <a:ext cx="838800" cy="322560"/>
            <a:chOff x="1718807" y="1353622"/>
            <a:chExt cx="83880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172B45E-0DED-A5A2-494D-EDA56BCEA21A}"/>
                    </a:ext>
                  </a:extLst>
                </p14:cNvPr>
                <p14:cNvContentPartPr/>
                <p14:nvPr/>
              </p14:nvContentPartPr>
              <p14:xfrm>
                <a:off x="1718807" y="1459462"/>
                <a:ext cx="124200" cy="9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172B45E-0DED-A5A2-494D-EDA56BCEA2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00807" y="1441462"/>
                  <a:ext cx="159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2AEAA9-5247-1760-EFC3-D04FE65A2528}"/>
                    </a:ext>
                  </a:extLst>
                </p14:cNvPr>
                <p14:cNvContentPartPr/>
                <p14:nvPr/>
              </p14:nvContentPartPr>
              <p14:xfrm>
                <a:off x="1731407" y="1530742"/>
                <a:ext cx="132480" cy="31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2AEAA9-5247-1760-EFC3-D04FE65A25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13767" y="1512742"/>
                  <a:ext cx="1681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36FA36-29FD-9F83-9FC8-672E36E04983}"/>
                    </a:ext>
                  </a:extLst>
                </p14:cNvPr>
                <p14:cNvContentPartPr/>
                <p14:nvPr/>
              </p14:nvContentPartPr>
              <p14:xfrm>
                <a:off x="2040647" y="1384222"/>
                <a:ext cx="20880" cy="252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36FA36-29FD-9F83-9FC8-672E36E049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22647" y="1366222"/>
                  <a:ext cx="565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3A3D3AA-BD93-D2B8-787F-621ADA756CAE}"/>
                    </a:ext>
                  </a:extLst>
                </p14:cNvPr>
                <p14:cNvContentPartPr/>
                <p14:nvPr/>
              </p14:nvContentPartPr>
              <p14:xfrm>
                <a:off x="2047847" y="1353622"/>
                <a:ext cx="189720" cy="281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3A3D3AA-BD93-D2B8-787F-621ADA756C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30207" y="1335982"/>
                  <a:ext cx="2253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DA12113-B50D-9B8A-7280-40B47BC29336}"/>
                    </a:ext>
                  </a:extLst>
                </p14:cNvPr>
                <p14:cNvContentPartPr/>
                <p14:nvPr/>
              </p14:nvContentPartPr>
              <p14:xfrm>
                <a:off x="2416487" y="1368022"/>
                <a:ext cx="141120" cy="308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DA12113-B50D-9B8A-7280-40B47BC293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8487" y="1350022"/>
                  <a:ext cx="1767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EBD4EDB-68A9-8006-1B3A-9D6045CCAE8F}"/>
                    </a:ext>
                  </a:extLst>
                </p14:cNvPr>
                <p14:cNvContentPartPr/>
                <p14:nvPr/>
              </p14:nvContentPartPr>
              <p14:xfrm>
                <a:off x="2413247" y="1533982"/>
                <a:ext cx="136800" cy="35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EBD4EDB-68A9-8006-1B3A-9D6045CCAE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95247" y="1515982"/>
                  <a:ext cx="1724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0941E25-30EE-C857-FC99-5C933ED36D35}"/>
              </a:ext>
            </a:extLst>
          </p:cNvPr>
          <p:cNvGrpSpPr/>
          <p:nvPr/>
        </p:nvGrpSpPr>
        <p:grpSpPr>
          <a:xfrm>
            <a:off x="3896087" y="308542"/>
            <a:ext cx="607680" cy="326520"/>
            <a:chOff x="3896087" y="308542"/>
            <a:chExt cx="60768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DEC3BD-EB57-CAD0-508D-653C736376E8}"/>
                    </a:ext>
                  </a:extLst>
                </p14:cNvPr>
                <p14:cNvContentPartPr/>
                <p14:nvPr/>
              </p14:nvContentPartPr>
              <p14:xfrm>
                <a:off x="3896087" y="396382"/>
                <a:ext cx="16920" cy="238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DEC3BD-EB57-CAD0-508D-653C736376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78087" y="378382"/>
                  <a:ext cx="52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8C54236-AC7D-02E3-BF86-20BB6F581AE7}"/>
                    </a:ext>
                  </a:extLst>
                </p14:cNvPr>
                <p14:cNvContentPartPr/>
                <p14:nvPr/>
              </p14:nvContentPartPr>
              <p14:xfrm>
                <a:off x="3908327" y="308542"/>
                <a:ext cx="201240" cy="316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8C54236-AC7D-02E3-BF86-20BB6F581AE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90687" y="290902"/>
                  <a:ext cx="2368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430CACF-B2E5-C58D-2EB9-B956365A3C47}"/>
                    </a:ext>
                  </a:extLst>
                </p14:cNvPr>
                <p14:cNvContentPartPr/>
                <p14:nvPr/>
              </p14:nvContentPartPr>
              <p14:xfrm>
                <a:off x="4382087" y="439222"/>
                <a:ext cx="121680" cy="20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430CACF-B2E5-C58D-2EB9-B956365A3C4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64447" y="421222"/>
                  <a:ext cx="157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8FCAFB7-8B6D-CA92-6354-9BC82D111C87}"/>
                    </a:ext>
                  </a:extLst>
                </p14:cNvPr>
                <p14:cNvContentPartPr/>
                <p14:nvPr/>
              </p14:nvContentPartPr>
              <p14:xfrm>
                <a:off x="4310087" y="560182"/>
                <a:ext cx="173880" cy="45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8FCAFB7-8B6D-CA92-6354-9BC82D111C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92087" y="542542"/>
                  <a:ext cx="2095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1EF10F6-11EB-1F12-59AA-9AB01033DB16}"/>
              </a:ext>
            </a:extLst>
          </p:cNvPr>
          <p:cNvGrpSpPr/>
          <p:nvPr/>
        </p:nvGrpSpPr>
        <p:grpSpPr>
          <a:xfrm>
            <a:off x="4725167" y="153382"/>
            <a:ext cx="601920" cy="1662120"/>
            <a:chOff x="4725167" y="153382"/>
            <a:chExt cx="601920" cy="166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99CAF32-E191-6094-93BC-95BD90E4A904}"/>
                    </a:ext>
                  </a:extLst>
                </p14:cNvPr>
                <p14:cNvContentPartPr/>
                <p14:nvPr/>
              </p14:nvContentPartPr>
              <p14:xfrm>
                <a:off x="4725167" y="153382"/>
                <a:ext cx="303480" cy="1662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99CAF32-E191-6094-93BC-95BD90E4A9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07527" y="135742"/>
                  <a:ext cx="339120" cy="16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764542-EC42-D00E-4806-36EEF704F411}"/>
                    </a:ext>
                  </a:extLst>
                </p14:cNvPr>
                <p14:cNvContentPartPr/>
                <p14:nvPr/>
              </p14:nvContentPartPr>
              <p14:xfrm>
                <a:off x="5213327" y="319342"/>
                <a:ext cx="35640" cy="227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E764542-EC42-D00E-4806-36EEF704F41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95687" y="301342"/>
                  <a:ext cx="71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196FB4-3DD1-87DE-B958-53CEF0769143}"/>
                    </a:ext>
                  </a:extLst>
                </p14:cNvPr>
                <p14:cNvContentPartPr/>
                <p14:nvPr/>
              </p14:nvContentPartPr>
              <p14:xfrm>
                <a:off x="5056007" y="912262"/>
                <a:ext cx="131040" cy="23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196FB4-3DD1-87DE-B958-53CEF07691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38367" y="894262"/>
                  <a:ext cx="166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6C80A31-994E-1E03-61BA-DAB89210D780}"/>
                    </a:ext>
                  </a:extLst>
                </p14:cNvPr>
                <p14:cNvContentPartPr/>
                <p14:nvPr/>
              </p14:nvContentPartPr>
              <p14:xfrm>
                <a:off x="5293247" y="838822"/>
                <a:ext cx="33840" cy="228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6C80A31-994E-1E03-61BA-DAB89210D7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75607" y="820822"/>
                  <a:ext cx="69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041F05C-0E1F-419B-DF86-FEBD27B0813A}"/>
                    </a:ext>
                  </a:extLst>
                </p14:cNvPr>
                <p14:cNvContentPartPr/>
                <p14:nvPr/>
              </p14:nvContentPartPr>
              <p14:xfrm>
                <a:off x="5065727" y="1337782"/>
                <a:ext cx="247680" cy="210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041F05C-0E1F-419B-DF86-FEBD27B0813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47727" y="1320142"/>
                  <a:ext cx="28332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3BE4CC6-6632-09B4-1229-7F9ADF367C97}"/>
              </a:ext>
            </a:extLst>
          </p:cNvPr>
          <p:cNvGrpSpPr/>
          <p:nvPr/>
        </p:nvGrpSpPr>
        <p:grpSpPr>
          <a:xfrm>
            <a:off x="5775647" y="104422"/>
            <a:ext cx="1023840" cy="1620000"/>
            <a:chOff x="5775647" y="104422"/>
            <a:chExt cx="1023840" cy="162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DC0673-CA63-8C83-6442-69505AB7A442}"/>
                    </a:ext>
                  </a:extLst>
                </p14:cNvPr>
                <p14:cNvContentPartPr/>
                <p14:nvPr/>
              </p14:nvContentPartPr>
              <p14:xfrm>
                <a:off x="5809487" y="429502"/>
                <a:ext cx="181440" cy="38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DC0673-CA63-8C83-6442-69505AB7A44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91487" y="411862"/>
                  <a:ext cx="217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8AD8AA-11F3-80A0-F6F4-7811B76DBFE5}"/>
                    </a:ext>
                  </a:extLst>
                </p14:cNvPr>
                <p14:cNvContentPartPr/>
                <p14:nvPr/>
              </p14:nvContentPartPr>
              <p14:xfrm>
                <a:off x="6074807" y="300262"/>
                <a:ext cx="233280" cy="251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8AD8AA-11F3-80A0-F6F4-7811B76DBFE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57167" y="282622"/>
                  <a:ext cx="2689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9CA2843-7BE4-A058-80CC-C84313C034C2}"/>
                    </a:ext>
                  </a:extLst>
                </p14:cNvPr>
                <p14:cNvContentPartPr/>
                <p14:nvPr/>
              </p14:nvContentPartPr>
              <p14:xfrm>
                <a:off x="5976887" y="870862"/>
                <a:ext cx="211320" cy="202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9CA2843-7BE4-A058-80CC-C84313C034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59247" y="853222"/>
                  <a:ext cx="246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F31C089-66E1-21E6-6468-FD5A8870275A}"/>
                    </a:ext>
                  </a:extLst>
                </p14:cNvPr>
                <p14:cNvContentPartPr/>
                <p14:nvPr/>
              </p14:nvContentPartPr>
              <p14:xfrm>
                <a:off x="5775647" y="1440382"/>
                <a:ext cx="179280" cy="24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F31C089-66E1-21E6-6468-FD5A8870275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57647" y="1422382"/>
                  <a:ext cx="214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4A21A8E-1FE7-832E-735A-5849EDB184CC}"/>
                    </a:ext>
                  </a:extLst>
                </p14:cNvPr>
                <p14:cNvContentPartPr/>
                <p14:nvPr/>
              </p14:nvContentPartPr>
              <p14:xfrm>
                <a:off x="6031607" y="1341022"/>
                <a:ext cx="34200" cy="233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4A21A8E-1FE7-832E-735A-5849EDB184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13967" y="1323382"/>
                  <a:ext cx="698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6605EF4-B2DC-925D-D071-389F52B111A4}"/>
                    </a:ext>
                  </a:extLst>
                </p14:cNvPr>
                <p14:cNvContentPartPr/>
                <p14:nvPr/>
              </p14:nvContentPartPr>
              <p14:xfrm>
                <a:off x="6193607" y="104422"/>
                <a:ext cx="605880" cy="1620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6605EF4-B2DC-925D-D071-389F52B111A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75967" y="86782"/>
                  <a:ext cx="641520" cy="165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411ABB6-BE45-F2DE-AD31-4DA005BBC21D}"/>
              </a:ext>
            </a:extLst>
          </p:cNvPr>
          <p:cNvGrpSpPr/>
          <p:nvPr/>
        </p:nvGrpSpPr>
        <p:grpSpPr>
          <a:xfrm>
            <a:off x="8166407" y="420142"/>
            <a:ext cx="291960" cy="344520"/>
            <a:chOff x="8166407" y="420142"/>
            <a:chExt cx="29196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C87DFE-4839-B9F9-FEA5-3F050A4FE9BF}"/>
                    </a:ext>
                  </a:extLst>
                </p14:cNvPr>
                <p14:cNvContentPartPr/>
                <p14:nvPr/>
              </p14:nvContentPartPr>
              <p14:xfrm>
                <a:off x="8166407" y="420142"/>
                <a:ext cx="276480" cy="344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C87DFE-4839-B9F9-FEA5-3F050A4FE9B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48407" y="402502"/>
                  <a:ext cx="3121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70492B6-0F8C-4B86-8F94-6B77D92028E6}"/>
                    </a:ext>
                  </a:extLst>
                </p14:cNvPr>
                <p14:cNvContentPartPr/>
                <p14:nvPr/>
              </p14:nvContentPartPr>
              <p14:xfrm>
                <a:off x="8221127" y="612382"/>
                <a:ext cx="237240" cy="38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70492B6-0F8C-4B86-8F94-6B77D92028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03487" y="594382"/>
                  <a:ext cx="2728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CAEA054-0C37-B45F-E74E-C99001C58E1A}"/>
              </a:ext>
            </a:extLst>
          </p:cNvPr>
          <p:cNvGrpSpPr/>
          <p:nvPr/>
        </p:nvGrpSpPr>
        <p:grpSpPr>
          <a:xfrm>
            <a:off x="8799287" y="175342"/>
            <a:ext cx="2566080" cy="1830240"/>
            <a:chOff x="8799287" y="175342"/>
            <a:chExt cx="2566080" cy="183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0ABD62-40F2-CC72-940E-65BEDFB382EA}"/>
                    </a:ext>
                  </a:extLst>
                </p14:cNvPr>
                <p14:cNvContentPartPr/>
                <p14:nvPr/>
              </p14:nvContentPartPr>
              <p14:xfrm>
                <a:off x="8830247" y="567022"/>
                <a:ext cx="134640" cy="7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0ABD62-40F2-CC72-940E-65BEDFB382E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12607" y="549382"/>
                  <a:ext cx="170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A28931E-CB51-570C-9FE6-D5DF24C1916B}"/>
                    </a:ext>
                  </a:extLst>
                </p14:cNvPr>
                <p14:cNvContentPartPr/>
                <p14:nvPr/>
              </p14:nvContentPartPr>
              <p14:xfrm>
                <a:off x="8799287" y="645142"/>
                <a:ext cx="187920" cy="34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A28931E-CB51-570C-9FE6-D5DF24C1916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81287" y="627142"/>
                  <a:ext cx="223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8C80BFA-A433-6FC9-1BD7-8B5578EFA30D}"/>
                    </a:ext>
                  </a:extLst>
                </p14:cNvPr>
                <p14:cNvContentPartPr/>
                <p14:nvPr/>
              </p14:nvContentPartPr>
              <p14:xfrm>
                <a:off x="9170807" y="175342"/>
                <a:ext cx="327960" cy="1798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8C80BFA-A433-6FC9-1BD7-8B5578EFA30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52807" y="157342"/>
                  <a:ext cx="363600" cy="18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7E3D3C1-5FC6-B69A-7B8A-D6370D42DE23}"/>
                    </a:ext>
                  </a:extLst>
                </p14:cNvPr>
                <p14:cNvContentPartPr/>
                <p14:nvPr/>
              </p14:nvContentPartPr>
              <p14:xfrm>
                <a:off x="9597767" y="366142"/>
                <a:ext cx="154440" cy="186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7E3D3C1-5FC6-B69A-7B8A-D6370D42DE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80127" y="348142"/>
                  <a:ext cx="190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382321E-D261-80AA-9D29-ABB5555CB7D2}"/>
                    </a:ext>
                  </a:extLst>
                </p14:cNvPr>
                <p14:cNvContentPartPr/>
                <p14:nvPr/>
              </p14:nvContentPartPr>
              <p14:xfrm>
                <a:off x="10216607" y="319702"/>
                <a:ext cx="39240" cy="223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382321E-D261-80AA-9D29-ABB5555CB7D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98607" y="302062"/>
                  <a:ext cx="748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36ED0F-148E-1E5F-1A5A-43DAFAE700A2}"/>
                    </a:ext>
                  </a:extLst>
                </p14:cNvPr>
                <p14:cNvContentPartPr/>
                <p14:nvPr/>
              </p14:nvContentPartPr>
              <p14:xfrm>
                <a:off x="10650047" y="249862"/>
                <a:ext cx="301680" cy="282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36ED0F-148E-1E5F-1A5A-43DAFAE700A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32047" y="232222"/>
                  <a:ext cx="3373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7BBA25C-C31F-CE03-B31C-8725EA1C44A3}"/>
                    </a:ext>
                  </a:extLst>
                </p14:cNvPr>
                <p14:cNvContentPartPr/>
                <p14:nvPr/>
              </p14:nvContentPartPr>
              <p14:xfrm>
                <a:off x="9779567" y="811102"/>
                <a:ext cx="29160" cy="250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7BBA25C-C31F-CE03-B31C-8725EA1C44A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61567" y="793102"/>
                  <a:ext cx="648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0053AD6-D423-A471-6C74-25CE8B071D72}"/>
                    </a:ext>
                  </a:extLst>
                </p14:cNvPr>
                <p14:cNvContentPartPr/>
                <p14:nvPr/>
              </p14:nvContentPartPr>
              <p14:xfrm>
                <a:off x="10096367" y="875902"/>
                <a:ext cx="308880" cy="153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0053AD6-D423-A471-6C74-25CE8B071D7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078727" y="858262"/>
                  <a:ext cx="344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D10F9D4-06A8-954C-26EC-7C81A0FF25AB}"/>
                    </a:ext>
                  </a:extLst>
                </p14:cNvPr>
                <p14:cNvContentPartPr/>
                <p14:nvPr/>
              </p14:nvContentPartPr>
              <p14:xfrm>
                <a:off x="10697567" y="780502"/>
                <a:ext cx="217440" cy="264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D10F9D4-06A8-954C-26EC-7C81A0FF25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679927" y="762862"/>
                  <a:ext cx="2530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2F608A9-E954-09C1-8BF0-C1F3101BAB47}"/>
                    </a:ext>
                  </a:extLst>
                </p14:cNvPr>
                <p14:cNvContentPartPr/>
                <p14:nvPr/>
              </p14:nvContentPartPr>
              <p14:xfrm>
                <a:off x="9797207" y="1533622"/>
                <a:ext cx="272520" cy="132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2F608A9-E954-09C1-8BF0-C1F3101BAB4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79207" y="1515622"/>
                  <a:ext cx="308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984B86-CA8B-9F78-AB77-341D285C1B6B}"/>
                    </a:ext>
                  </a:extLst>
                </p14:cNvPr>
                <p14:cNvContentPartPr/>
                <p14:nvPr/>
              </p14:nvContentPartPr>
              <p14:xfrm>
                <a:off x="10263407" y="1427422"/>
                <a:ext cx="161280" cy="251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984B86-CA8B-9F78-AB77-341D285C1B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45767" y="1409782"/>
                  <a:ext cx="1969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A720955-E962-E76D-1F86-8885081B9E72}"/>
                    </a:ext>
                  </a:extLst>
                </p14:cNvPr>
                <p14:cNvContentPartPr/>
                <p14:nvPr/>
              </p14:nvContentPartPr>
              <p14:xfrm>
                <a:off x="10708007" y="1445422"/>
                <a:ext cx="175680" cy="267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A720955-E962-E76D-1F86-8885081B9E7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690367" y="1427782"/>
                  <a:ext cx="2113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F3C1FEF-2DF9-F379-1082-52A157C487C1}"/>
                    </a:ext>
                  </a:extLst>
                </p14:cNvPr>
                <p14:cNvContentPartPr/>
                <p14:nvPr/>
              </p14:nvContentPartPr>
              <p14:xfrm>
                <a:off x="10655087" y="177142"/>
                <a:ext cx="710280" cy="1828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F3C1FEF-2DF9-F379-1082-52A157C487C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37087" y="159502"/>
                  <a:ext cx="745920" cy="18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09A7F7D-E71A-FBEB-CFC2-5A0958E81950}"/>
              </a:ext>
            </a:extLst>
          </p:cNvPr>
          <p:cNvGrpSpPr/>
          <p:nvPr/>
        </p:nvGrpSpPr>
        <p:grpSpPr>
          <a:xfrm>
            <a:off x="6736487" y="1742062"/>
            <a:ext cx="836640" cy="496440"/>
            <a:chOff x="6736487" y="1742062"/>
            <a:chExt cx="836640" cy="49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266FC53-30DC-E601-E716-A70024DF3398}"/>
                    </a:ext>
                  </a:extLst>
                </p14:cNvPr>
                <p14:cNvContentPartPr/>
                <p14:nvPr/>
              </p14:nvContentPartPr>
              <p14:xfrm>
                <a:off x="6736487" y="1742062"/>
                <a:ext cx="181080" cy="260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266FC53-30DC-E601-E716-A70024DF339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18847" y="1724422"/>
                  <a:ext cx="2167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9EEC7F-5AA2-2647-D59A-49AA5503DCF0}"/>
                    </a:ext>
                  </a:extLst>
                </p14:cNvPr>
                <p14:cNvContentPartPr/>
                <p14:nvPr/>
              </p14:nvContentPartPr>
              <p14:xfrm>
                <a:off x="6995327" y="1862302"/>
                <a:ext cx="141840" cy="122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9EEC7F-5AA2-2647-D59A-49AA5503DCF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77327" y="1844302"/>
                  <a:ext cx="177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E6D4C5-952A-BDAF-FCFC-AE4FFEFF0AAB}"/>
                    </a:ext>
                  </a:extLst>
                </p14:cNvPr>
                <p14:cNvContentPartPr/>
                <p14:nvPr/>
              </p14:nvContentPartPr>
              <p14:xfrm>
                <a:off x="7027727" y="1810102"/>
                <a:ext cx="131040" cy="181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E6D4C5-952A-BDAF-FCFC-AE4FFEFF0AA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10087" y="1792462"/>
                  <a:ext cx="1666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2807F16-169B-B2D3-E8D3-461F1EB720F4}"/>
                    </a:ext>
                  </a:extLst>
                </p14:cNvPr>
                <p14:cNvContentPartPr/>
                <p14:nvPr/>
              </p14:nvContentPartPr>
              <p14:xfrm>
                <a:off x="7244447" y="1809022"/>
                <a:ext cx="328680" cy="198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2807F16-169B-B2D3-E8D3-461F1EB720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26807" y="1791022"/>
                  <a:ext cx="3643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BC439E7-DE82-0192-0A46-9D5B2BE91659}"/>
                    </a:ext>
                  </a:extLst>
                </p14:cNvPr>
                <p14:cNvContentPartPr/>
                <p14:nvPr/>
              </p14:nvContentPartPr>
              <p14:xfrm>
                <a:off x="7216007" y="2123662"/>
                <a:ext cx="354240" cy="23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BC439E7-DE82-0192-0A46-9D5B2BE9165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98367" y="2106022"/>
                  <a:ext cx="389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A6CCF3A-B9AB-F2B6-F521-FF7F03AEF41A}"/>
                    </a:ext>
                  </a:extLst>
                </p14:cNvPr>
                <p14:cNvContentPartPr/>
                <p14:nvPr/>
              </p14:nvContentPartPr>
              <p14:xfrm>
                <a:off x="7132127" y="2207182"/>
                <a:ext cx="385200" cy="31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A6CCF3A-B9AB-F2B6-F521-FF7F03AEF41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14127" y="2189542"/>
                  <a:ext cx="42084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E1BAE74-96AF-7124-B5CE-25F47B740D5D}"/>
              </a:ext>
            </a:extLst>
          </p:cNvPr>
          <p:cNvGrpSpPr/>
          <p:nvPr/>
        </p:nvGrpSpPr>
        <p:grpSpPr>
          <a:xfrm>
            <a:off x="11177087" y="1890022"/>
            <a:ext cx="745200" cy="493920"/>
            <a:chOff x="11177087" y="1890022"/>
            <a:chExt cx="745200" cy="49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72797A8-E7F3-C7C9-D7CE-CF79B8A2BEBD}"/>
                    </a:ext>
                  </a:extLst>
                </p14:cNvPr>
                <p14:cNvContentPartPr/>
                <p14:nvPr/>
              </p14:nvContentPartPr>
              <p14:xfrm>
                <a:off x="11246207" y="1890022"/>
                <a:ext cx="184320" cy="251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72797A8-E7F3-C7C9-D7CE-CF79B8A2BEB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228207" y="1872022"/>
                  <a:ext cx="2199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23D40C8-824B-9F26-C709-52B5F4EB3730}"/>
                    </a:ext>
                  </a:extLst>
                </p14:cNvPr>
                <p14:cNvContentPartPr/>
                <p14:nvPr/>
              </p14:nvContentPartPr>
              <p14:xfrm>
                <a:off x="11506487" y="1990462"/>
                <a:ext cx="118080" cy="177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23D40C8-824B-9F26-C709-52B5F4EB373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488847" y="1972822"/>
                  <a:ext cx="153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DB66CAB-585E-B97E-C3F8-60099BF26DAD}"/>
                    </a:ext>
                  </a:extLst>
                </p14:cNvPr>
                <p14:cNvContentPartPr/>
                <p14:nvPr/>
              </p14:nvContentPartPr>
              <p14:xfrm>
                <a:off x="11509727" y="1993342"/>
                <a:ext cx="138240" cy="168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DB66CAB-585E-B97E-C3F8-60099BF26DA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492087" y="1975702"/>
                  <a:ext cx="1738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39088CE-9658-B24C-B6C2-EEE6CAE49A80}"/>
                    </a:ext>
                  </a:extLst>
                </p14:cNvPr>
                <p14:cNvContentPartPr/>
                <p14:nvPr/>
              </p14:nvContentPartPr>
              <p14:xfrm>
                <a:off x="11662727" y="1955182"/>
                <a:ext cx="259560" cy="286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39088CE-9658-B24C-B6C2-EEE6CAE49A8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644727" y="1937542"/>
                  <a:ext cx="2952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38C3E67-C614-E9B2-3972-FE89F825B3F0}"/>
                    </a:ext>
                  </a:extLst>
                </p14:cNvPr>
                <p14:cNvContentPartPr/>
                <p14:nvPr/>
              </p14:nvContentPartPr>
              <p14:xfrm>
                <a:off x="11272847" y="2271622"/>
                <a:ext cx="185040" cy="17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38C3E67-C614-E9B2-3972-FE89F825B3F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54847" y="2253622"/>
                  <a:ext cx="220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55BE936-58E2-D1EB-65CC-E47120B79C40}"/>
                    </a:ext>
                  </a:extLst>
                </p14:cNvPr>
                <p14:cNvContentPartPr/>
                <p14:nvPr/>
              </p14:nvContentPartPr>
              <p14:xfrm>
                <a:off x="11177087" y="2348302"/>
                <a:ext cx="259920" cy="35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55BE936-58E2-D1EB-65CC-E47120B79C4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159447" y="2330662"/>
                  <a:ext cx="29556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F7A1D0F-4654-32FF-7DA7-4EB58549CACD}"/>
                  </a:ext>
                </a:extLst>
              </p14:cNvPr>
              <p14:cNvContentPartPr/>
              <p14:nvPr/>
            </p14:nvContentPartPr>
            <p14:xfrm>
              <a:off x="7801367" y="2687782"/>
              <a:ext cx="353520" cy="3405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F7A1D0F-4654-32FF-7DA7-4EB58549CAC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783367" y="2670142"/>
                <a:ext cx="389160" cy="37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DFB3FF08-7D0D-C99C-8DC5-C63FDF43DB1E}"/>
              </a:ext>
            </a:extLst>
          </p:cNvPr>
          <p:cNvGrpSpPr/>
          <p:nvPr/>
        </p:nvGrpSpPr>
        <p:grpSpPr>
          <a:xfrm>
            <a:off x="8461967" y="2652862"/>
            <a:ext cx="937440" cy="564480"/>
            <a:chOff x="8461967" y="2652862"/>
            <a:chExt cx="937440" cy="56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D62317C-2F89-AA4A-BBB5-53869C55D6C5}"/>
                    </a:ext>
                  </a:extLst>
                </p14:cNvPr>
                <p14:cNvContentPartPr/>
                <p14:nvPr/>
              </p14:nvContentPartPr>
              <p14:xfrm>
                <a:off x="8604527" y="2833222"/>
                <a:ext cx="192240" cy="32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D62317C-2F89-AA4A-BBB5-53869C55D6C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586887" y="2815222"/>
                  <a:ext cx="2278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0153179-71AC-3FAF-13A9-275C0F331823}"/>
                    </a:ext>
                  </a:extLst>
                </p14:cNvPr>
                <p14:cNvContentPartPr/>
                <p14:nvPr/>
              </p14:nvContentPartPr>
              <p14:xfrm>
                <a:off x="8461967" y="2961742"/>
                <a:ext cx="345240" cy="42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0153179-71AC-3FAF-13A9-275C0F33182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44327" y="2944102"/>
                  <a:ext cx="380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8248A3D-CDE1-6429-4E55-B47BE37BF939}"/>
                    </a:ext>
                  </a:extLst>
                </p14:cNvPr>
                <p14:cNvContentPartPr/>
                <p14:nvPr/>
              </p14:nvContentPartPr>
              <p14:xfrm>
                <a:off x="8593727" y="2652862"/>
                <a:ext cx="117360" cy="564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8248A3D-CDE1-6429-4E55-B47BE37BF93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76087" y="2635222"/>
                  <a:ext cx="15300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F6D3265-8867-29DF-FD43-378E3223BCB0}"/>
                    </a:ext>
                  </a:extLst>
                </p14:cNvPr>
                <p14:cNvContentPartPr/>
                <p14:nvPr/>
              </p14:nvContentPartPr>
              <p14:xfrm>
                <a:off x="8955167" y="2660782"/>
                <a:ext cx="444240" cy="383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F6D3265-8867-29DF-FD43-378E3223BCB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37527" y="2642782"/>
                  <a:ext cx="479880" cy="41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BBB5D35-C37A-AF31-585F-80A1EC215018}"/>
              </a:ext>
            </a:extLst>
          </p:cNvPr>
          <p:cNvGrpSpPr/>
          <p:nvPr/>
        </p:nvGrpSpPr>
        <p:grpSpPr>
          <a:xfrm>
            <a:off x="889367" y="4012582"/>
            <a:ext cx="655560" cy="410040"/>
            <a:chOff x="889367" y="4012582"/>
            <a:chExt cx="65556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6F4DFEB-AE05-5F68-82E8-B53F624EAEFF}"/>
                    </a:ext>
                  </a:extLst>
                </p14:cNvPr>
                <p14:cNvContentPartPr/>
                <p14:nvPr/>
              </p14:nvContentPartPr>
              <p14:xfrm>
                <a:off x="889367" y="4030582"/>
                <a:ext cx="58680" cy="328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6F4DFEB-AE05-5F68-82E8-B53F624EAEF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71367" y="4012942"/>
                  <a:ext cx="943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8ABC8BF-5975-1249-6FBF-6D605E41E263}"/>
                    </a:ext>
                  </a:extLst>
                </p14:cNvPr>
                <p14:cNvContentPartPr/>
                <p14:nvPr/>
              </p14:nvContentPartPr>
              <p14:xfrm>
                <a:off x="917447" y="4012582"/>
                <a:ext cx="234000" cy="384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8ABC8BF-5975-1249-6FBF-6D605E41E26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9447" y="3994942"/>
                  <a:ext cx="2696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5065CEE-3D25-D7C8-BAFF-C9D559BB7ADB}"/>
                    </a:ext>
                  </a:extLst>
                </p14:cNvPr>
                <p14:cNvContentPartPr/>
                <p14:nvPr/>
              </p14:nvContentPartPr>
              <p14:xfrm>
                <a:off x="1315607" y="4034182"/>
                <a:ext cx="228960" cy="388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5065CEE-3D25-D7C8-BAFF-C9D559BB7AD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97607" y="4016182"/>
                  <a:ext cx="2646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3D9CBF2-CA73-07C2-A104-DB1531C7A205}"/>
                    </a:ext>
                  </a:extLst>
                </p14:cNvPr>
                <p14:cNvContentPartPr/>
                <p14:nvPr/>
              </p14:nvContentPartPr>
              <p14:xfrm>
                <a:off x="1292567" y="4251262"/>
                <a:ext cx="252360" cy="32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3D9CBF2-CA73-07C2-A104-DB1531C7A20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74927" y="4233622"/>
                  <a:ext cx="2880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75116E6-B0B0-72D8-5492-57A8989DCBD9}"/>
              </a:ext>
            </a:extLst>
          </p:cNvPr>
          <p:cNvGrpSpPr/>
          <p:nvPr/>
        </p:nvGrpSpPr>
        <p:grpSpPr>
          <a:xfrm>
            <a:off x="2046047" y="4081702"/>
            <a:ext cx="361440" cy="357480"/>
            <a:chOff x="2046047" y="4081702"/>
            <a:chExt cx="36144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CA2F892-5DEE-C73E-3C62-C38DF00737E7}"/>
                    </a:ext>
                  </a:extLst>
                </p14:cNvPr>
                <p14:cNvContentPartPr/>
                <p14:nvPr/>
              </p14:nvContentPartPr>
              <p14:xfrm>
                <a:off x="2046047" y="4250182"/>
                <a:ext cx="10800" cy="183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CA2F892-5DEE-C73E-3C62-C38DF00737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028407" y="4232182"/>
                  <a:ext cx="464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1077BC9-A51E-4747-2E3B-36E753C2DAAE}"/>
                    </a:ext>
                  </a:extLst>
                </p14:cNvPr>
                <p14:cNvContentPartPr/>
                <p14:nvPr/>
              </p14:nvContentPartPr>
              <p14:xfrm>
                <a:off x="2283287" y="4230742"/>
                <a:ext cx="124200" cy="208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1077BC9-A51E-4747-2E3B-36E753C2DAA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65647" y="4212742"/>
                  <a:ext cx="1598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81DC061-5AEA-8E36-E944-96B2BF1E7B37}"/>
                    </a:ext>
                  </a:extLst>
                </p14:cNvPr>
                <p14:cNvContentPartPr/>
                <p14:nvPr/>
              </p14:nvContentPartPr>
              <p14:xfrm>
                <a:off x="2196887" y="4081702"/>
                <a:ext cx="42480" cy="48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81DC061-5AEA-8E36-E944-96B2BF1E7B3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78887" y="4064062"/>
                  <a:ext cx="7812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56FE269-2010-6844-59FE-874C4A307DC5}"/>
              </a:ext>
            </a:extLst>
          </p:cNvPr>
          <p:cNvGrpSpPr/>
          <p:nvPr/>
        </p:nvGrpSpPr>
        <p:grpSpPr>
          <a:xfrm>
            <a:off x="2914727" y="4099342"/>
            <a:ext cx="776160" cy="401400"/>
            <a:chOff x="2914727" y="4099342"/>
            <a:chExt cx="77616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3861DE9-259E-FBF5-6D3F-0E98177AFC6F}"/>
                    </a:ext>
                  </a:extLst>
                </p14:cNvPr>
                <p14:cNvContentPartPr/>
                <p14:nvPr/>
              </p14:nvContentPartPr>
              <p14:xfrm>
                <a:off x="2914727" y="4299502"/>
                <a:ext cx="251280" cy="173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3861DE9-259E-FBF5-6D3F-0E98177AFC6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897087" y="4281862"/>
                  <a:ext cx="2869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4AD426D-0759-D59D-7276-05654498B489}"/>
                    </a:ext>
                  </a:extLst>
                </p14:cNvPr>
                <p14:cNvContentPartPr/>
                <p14:nvPr/>
              </p14:nvContentPartPr>
              <p14:xfrm>
                <a:off x="3243407" y="4287982"/>
                <a:ext cx="164160" cy="198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4AD426D-0759-D59D-7276-05654498B48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25767" y="4269982"/>
                  <a:ext cx="199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5DEC57E-4BC7-EFC0-BEA5-3DDD31C1D89D}"/>
                    </a:ext>
                  </a:extLst>
                </p14:cNvPr>
                <p14:cNvContentPartPr/>
                <p14:nvPr/>
              </p14:nvContentPartPr>
              <p14:xfrm>
                <a:off x="3533207" y="4099342"/>
                <a:ext cx="157680" cy="401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5DEC57E-4BC7-EFC0-BEA5-3DDD31C1D89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515567" y="4081702"/>
                  <a:ext cx="1933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6404E50-37B4-C435-B07F-4130DFDB34FB}"/>
                    </a:ext>
                  </a:extLst>
                </p14:cNvPr>
                <p14:cNvContentPartPr/>
                <p14:nvPr/>
              </p14:nvContentPartPr>
              <p14:xfrm>
                <a:off x="3464447" y="4211662"/>
                <a:ext cx="225360" cy="23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6404E50-37B4-C435-B07F-4130DFDB34F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46447" y="4194022"/>
                  <a:ext cx="26100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059AF0E-8FDF-AAD6-319A-92DFDF25B4ED}"/>
              </a:ext>
            </a:extLst>
          </p:cNvPr>
          <p:cNvGrpSpPr/>
          <p:nvPr/>
        </p:nvGrpSpPr>
        <p:grpSpPr>
          <a:xfrm>
            <a:off x="4084727" y="4056502"/>
            <a:ext cx="1838520" cy="988560"/>
            <a:chOff x="4084727" y="4056502"/>
            <a:chExt cx="1838520" cy="98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3972A1-CB5C-64A4-660C-2238F2FE408F}"/>
                    </a:ext>
                  </a:extLst>
                </p14:cNvPr>
                <p14:cNvContentPartPr/>
                <p14:nvPr/>
              </p14:nvContentPartPr>
              <p14:xfrm>
                <a:off x="4084727" y="4056502"/>
                <a:ext cx="907560" cy="988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3972A1-CB5C-64A4-660C-2238F2FE408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66727" y="4038862"/>
                  <a:ext cx="943200" cy="10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3B514B-4D24-5DBA-71EB-60018BA1C553}"/>
                    </a:ext>
                  </a:extLst>
                </p14:cNvPr>
                <p14:cNvContentPartPr/>
                <p14:nvPr/>
              </p14:nvContentPartPr>
              <p14:xfrm>
                <a:off x="5119727" y="4331902"/>
                <a:ext cx="443880" cy="190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3B514B-4D24-5DBA-71EB-60018BA1C55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02087" y="4313902"/>
                  <a:ext cx="479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77F6810-9510-97A1-4819-7CF4737A6A4B}"/>
                    </a:ext>
                  </a:extLst>
                </p14:cNvPr>
                <p14:cNvContentPartPr/>
                <p14:nvPr/>
              </p14:nvContentPartPr>
              <p14:xfrm>
                <a:off x="5612927" y="4136782"/>
                <a:ext cx="310320" cy="380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77F6810-9510-97A1-4819-7CF4737A6A4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95287" y="4118782"/>
                  <a:ext cx="3459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3F36C91-DE2B-0707-8234-EE1C7570F45B}"/>
                    </a:ext>
                  </a:extLst>
                </p14:cNvPr>
                <p14:cNvContentPartPr/>
                <p14:nvPr/>
              </p14:nvContentPartPr>
              <p14:xfrm>
                <a:off x="4478207" y="4159822"/>
                <a:ext cx="514080" cy="27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3F36C91-DE2B-0707-8234-EE1C7570F45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60567" y="4142182"/>
                  <a:ext cx="549720" cy="63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9776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740311-14FA-9A04-148D-B35018E82FF1}"/>
                  </a:ext>
                </a:extLst>
              </p14:cNvPr>
              <p14:cNvContentPartPr/>
              <p14:nvPr/>
            </p14:nvContentPartPr>
            <p14:xfrm>
              <a:off x="392567" y="235102"/>
              <a:ext cx="255960" cy="414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740311-14FA-9A04-148D-B35018E82F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567" y="217462"/>
                <a:ext cx="291600" cy="45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A24ED21-7F83-7576-BCA1-D652DC5B5606}"/>
              </a:ext>
            </a:extLst>
          </p:cNvPr>
          <p:cNvGrpSpPr/>
          <p:nvPr/>
        </p:nvGrpSpPr>
        <p:grpSpPr>
          <a:xfrm>
            <a:off x="890807" y="241222"/>
            <a:ext cx="627480" cy="740880"/>
            <a:chOff x="890807" y="241222"/>
            <a:chExt cx="627480" cy="74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0A8EFF7-0CFC-6627-34A0-3AFA29BF74BD}"/>
                    </a:ext>
                  </a:extLst>
                </p14:cNvPr>
                <p14:cNvContentPartPr/>
                <p14:nvPr/>
              </p14:nvContentPartPr>
              <p14:xfrm>
                <a:off x="890807" y="467302"/>
                <a:ext cx="6840" cy="12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0A8EFF7-0CFC-6627-34A0-3AFA29BF74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2807" y="449662"/>
                  <a:ext cx="424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D9A75B6-916E-73CE-C877-B82DCA83C0B2}"/>
                    </a:ext>
                  </a:extLst>
                </p14:cNvPr>
                <p14:cNvContentPartPr/>
                <p14:nvPr/>
              </p14:nvContentPartPr>
              <p14:xfrm>
                <a:off x="1126247" y="255262"/>
                <a:ext cx="233640" cy="375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D9A75B6-916E-73CE-C877-B82DCA83C0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8247" y="237262"/>
                  <a:ext cx="2692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BAD62FC-D24C-0484-EA9D-489E0A6852BC}"/>
                    </a:ext>
                  </a:extLst>
                </p14:cNvPr>
                <p14:cNvContentPartPr/>
                <p14:nvPr/>
              </p14:nvContentPartPr>
              <p14:xfrm>
                <a:off x="1372847" y="241222"/>
                <a:ext cx="145440" cy="740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BAD62FC-D24C-0484-EA9D-489E0A6852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55207" y="223222"/>
                  <a:ext cx="181080" cy="77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5F1582-C295-EEAF-1B73-0670998F79CC}"/>
                  </a:ext>
                </a:extLst>
              </p14:cNvPr>
              <p14:cNvContentPartPr/>
              <p14:nvPr/>
            </p14:nvContentPartPr>
            <p14:xfrm>
              <a:off x="1906367" y="202702"/>
              <a:ext cx="240840" cy="408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5F1582-C295-EEAF-1B73-0670998F79C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88367" y="184702"/>
                <a:ext cx="276480" cy="44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56A047B4-F4A3-D675-8576-813BD3074BE5}"/>
              </a:ext>
            </a:extLst>
          </p:cNvPr>
          <p:cNvGrpSpPr/>
          <p:nvPr/>
        </p:nvGrpSpPr>
        <p:grpSpPr>
          <a:xfrm>
            <a:off x="2424407" y="457582"/>
            <a:ext cx="172800" cy="107280"/>
            <a:chOff x="2424407" y="457582"/>
            <a:chExt cx="172800" cy="1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CA03354-790F-54A6-36D2-3216A05D1F31}"/>
                    </a:ext>
                  </a:extLst>
                </p14:cNvPr>
                <p14:cNvContentPartPr/>
                <p14:nvPr/>
              </p14:nvContentPartPr>
              <p14:xfrm>
                <a:off x="2438807" y="457582"/>
                <a:ext cx="96120" cy="9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CA03354-790F-54A6-36D2-3216A05D1F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21167" y="439582"/>
                  <a:ext cx="131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906AFA3-4E0D-8ECC-E3FD-AFB84AED1A79}"/>
                    </a:ext>
                  </a:extLst>
                </p14:cNvPr>
                <p14:cNvContentPartPr/>
                <p14:nvPr/>
              </p14:nvContentPartPr>
              <p14:xfrm>
                <a:off x="2424407" y="533542"/>
                <a:ext cx="172800" cy="31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906AFA3-4E0D-8ECC-E3FD-AFB84AED1A7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06767" y="515902"/>
                  <a:ext cx="20844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C5B31B9-3B1F-F3AF-48BC-FECAFEBD492E}"/>
                  </a:ext>
                </a:extLst>
              </p14:cNvPr>
              <p14:cNvContentPartPr/>
              <p14:nvPr/>
            </p14:nvContentPartPr>
            <p14:xfrm>
              <a:off x="2860727" y="168862"/>
              <a:ext cx="442080" cy="1880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C5B31B9-3B1F-F3AF-48BC-FECAFEBD492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43087" y="150862"/>
                <a:ext cx="477720" cy="19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08061CD-1C3A-9291-DD6A-3C4DE646067E}"/>
                  </a:ext>
                </a:extLst>
              </p14:cNvPr>
              <p14:cNvContentPartPr/>
              <p14:nvPr/>
            </p14:nvContentPartPr>
            <p14:xfrm>
              <a:off x="3667847" y="342022"/>
              <a:ext cx="15120" cy="242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08061CD-1C3A-9291-DD6A-3C4DE646067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49847" y="324022"/>
                <a:ext cx="50760" cy="2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26EACA5-3989-24A9-61A7-4D9DBB40B6E4}"/>
              </a:ext>
            </a:extLst>
          </p:cNvPr>
          <p:cNvGrpSpPr/>
          <p:nvPr/>
        </p:nvGrpSpPr>
        <p:grpSpPr>
          <a:xfrm>
            <a:off x="4308647" y="336262"/>
            <a:ext cx="528120" cy="219960"/>
            <a:chOff x="4308647" y="336262"/>
            <a:chExt cx="52812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8F2BF44-2619-7A60-523E-30BCF7B25C2E}"/>
                    </a:ext>
                  </a:extLst>
                </p14:cNvPr>
                <p14:cNvContentPartPr/>
                <p14:nvPr/>
              </p14:nvContentPartPr>
              <p14:xfrm>
                <a:off x="4308647" y="420502"/>
                <a:ext cx="155880" cy="22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8F2BF44-2619-7A60-523E-30BCF7B25C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0647" y="402862"/>
                  <a:ext cx="191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0F1AE6-9679-C308-C03C-F8CAD14D5F36}"/>
                    </a:ext>
                  </a:extLst>
                </p14:cNvPr>
                <p14:cNvContentPartPr/>
                <p14:nvPr/>
              </p14:nvContentPartPr>
              <p14:xfrm>
                <a:off x="4570007" y="336262"/>
                <a:ext cx="266760" cy="219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0F1AE6-9679-C308-C03C-F8CAD14D5F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52367" y="318622"/>
                  <a:ext cx="302400" cy="25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A0A7280-E7DB-055A-9C0D-7F6C2783C439}"/>
                  </a:ext>
                </a:extLst>
              </p14:cNvPr>
              <p14:cNvContentPartPr/>
              <p14:nvPr/>
            </p14:nvContentPartPr>
            <p14:xfrm>
              <a:off x="3763607" y="944302"/>
              <a:ext cx="372240" cy="213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A0A7280-E7DB-055A-9C0D-7F6C2783C43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45967" y="926662"/>
                <a:ext cx="4078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C4AA174-DF11-7F84-F060-7B1ADD0AEA34}"/>
                  </a:ext>
                </a:extLst>
              </p14:cNvPr>
              <p14:cNvContentPartPr/>
              <p14:nvPr/>
            </p14:nvContentPartPr>
            <p14:xfrm>
              <a:off x="4749287" y="915142"/>
              <a:ext cx="132840" cy="2390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C4AA174-DF11-7F84-F060-7B1ADD0AEA3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31287" y="897502"/>
                <a:ext cx="168480" cy="27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0F7FDBB8-E821-9B65-E6F9-AE9165A5307B}"/>
              </a:ext>
            </a:extLst>
          </p:cNvPr>
          <p:cNvGrpSpPr/>
          <p:nvPr/>
        </p:nvGrpSpPr>
        <p:grpSpPr>
          <a:xfrm>
            <a:off x="3401807" y="1571782"/>
            <a:ext cx="432360" cy="268200"/>
            <a:chOff x="3401807" y="1571782"/>
            <a:chExt cx="43236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2E85E15-697B-7766-C0FF-1C53E1F8F1F3}"/>
                    </a:ext>
                  </a:extLst>
                </p14:cNvPr>
                <p14:cNvContentPartPr/>
                <p14:nvPr/>
              </p14:nvContentPartPr>
              <p14:xfrm>
                <a:off x="3401807" y="1653142"/>
                <a:ext cx="147960" cy="14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2E85E15-697B-7766-C0FF-1C53E1F8F1F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84167" y="1635142"/>
                  <a:ext cx="183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BF25911-78B1-7CDE-77A4-F1AEE3F88D3D}"/>
                    </a:ext>
                  </a:extLst>
                </p14:cNvPr>
                <p14:cNvContentPartPr/>
                <p14:nvPr/>
              </p14:nvContentPartPr>
              <p14:xfrm>
                <a:off x="3597647" y="1571782"/>
                <a:ext cx="236520" cy="268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BF25911-78B1-7CDE-77A4-F1AEE3F88D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79647" y="1554142"/>
                  <a:ext cx="272160" cy="30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A805043-52D9-E9FA-6A8D-1D12815FE67B}"/>
                  </a:ext>
                </a:extLst>
              </p14:cNvPr>
              <p14:cNvContentPartPr/>
              <p14:nvPr/>
            </p14:nvContentPartPr>
            <p14:xfrm>
              <a:off x="4854767" y="1617862"/>
              <a:ext cx="27000" cy="1980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A805043-52D9-E9FA-6A8D-1D12815FE67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37127" y="1599862"/>
                <a:ext cx="6264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7F355451-D22B-7D76-28F7-B21A6F750771}"/>
              </a:ext>
            </a:extLst>
          </p:cNvPr>
          <p:cNvGrpSpPr/>
          <p:nvPr/>
        </p:nvGrpSpPr>
        <p:grpSpPr>
          <a:xfrm>
            <a:off x="5408087" y="199462"/>
            <a:ext cx="733320" cy="1996200"/>
            <a:chOff x="5408087" y="199462"/>
            <a:chExt cx="733320" cy="19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A87FBE5-A120-FEAF-A824-4487B2A5A982}"/>
                    </a:ext>
                  </a:extLst>
                </p14:cNvPr>
                <p14:cNvContentPartPr/>
                <p14:nvPr/>
              </p14:nvContentPartPr>
              <p14:xfrm>
                <a:off x="5572607" y="312502"/>
                <a:ext cx="215640" cy="266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A87FBE5-A120-FEAF-A824-4487B2A5A98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54967" y="294502"/>
                  <a:ext cx="2512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FEC6C4F-18B1-3AE7-248B-158CA220A77E}"/>
                    </a:ext>
                  </a:extLst>
                </p14:cNvPr>
                <p14:cNvContentPartPr/>
                <p14:nvPr/>
              </p14:nvContentPartPr>
              <p14:xfrm>
                <a:off x="5408087" y="1004782"/>
                <a:ext cx="162000" cy="22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FEC6C4F-18B1-3AE7-248B-158CA220A77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90087" y="986782"/>
                  <a:ext cx="197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FA8AC3-53BA-0056-EAC3-F49D18B4009F}"/>
                    </a:ext>
                  </a:extLst>
                </p14:cNvPr>
                <p14:cNvContentPartPr/>
                <p14:nvPr/>
              </p14:nvContentPartPr>
              <p14:xfrm>
                <a:off x="5684927" y="903262"/>
                <a:ext cx="36000" cy="249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FA8AC3-53BA-0056-EAC3-F49D18B4009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66927" y="885622"/>
                  <a:ext cx="71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B092256-9B1C-4F60-F8E4-1630A4029B01}"/>
                    </a:ext>
                  </a:extLst>
                </p14:cNvPr>
                <p14:cNvContentPartPr/>
                <p14:nvPr/>
              </p14:nvContentPartPr>
              <p14:xfrm>
                <a:off x="5603567" y="1575022"/>
                <a:ext cx="297000" cy="176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B092256-9B1C-4F60-F8E4-1630A4029B0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85927" y="1557022"/>
                  <a:ext cx="332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13D51E7-BB5B-BDD9-AEE9-A60EA931650F}"/>
                    </a:ext>
                  </a:extLst>
                </p14:cNvPr>
                <p14:cNvContentPartPr/>
                <p14:nvPr/>
              </p14:nvContentPartPr>
              <p14:xfrm>
                <a:off x="5791847" y="199462"/>
                <a:ext cx="349560" cy="1996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13D51E7-BB5B-BDD9-AEE9-A60EA931650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73847" y="181462"/>
                  <a:ext cx="385200" cy="20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11031D6-DEA5-1F2D-2EE1-808E3214C8E1}"/>
              </a:ext>
            </a:extLst>
          </p:cNvPr>
          <p:cNvGrpSpPr/>
          <p:nvPr/>
        </p:nvGrpSpPr>
        <p:grpSpPr>
          <a:xfrm>
            <a:off x="6525167" y="776182"/>
            <a:ext cx="646560" cy="432360"/>
            <a:chOff x="6525167" y="776182"/>
            <a:chExt cx="64656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6E6D096-32DB-9827-C427-64BF475D16BE}"/>
                    </a:ext>
                  </a:extLst>
                </p14:cNvPr>
                <p14:cNvContentPartPr/>
                <p14:nvPr/>
              </p14:nvContentPartPr>
              <p14:xfrm>
                <a:off x="6525167" y="981382"/>
                <a:ext cx="201600" cy="227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6E6D096-32DB-9827-C427-64BF475D16B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07527" y="963742"/>
                  <a:ext cx="2372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85EE40-6165-0818-88DA-77FEF5721908}"/>
                    </a:ext>
                  </a:extLst>
                </p14:cNvPr>
                <p14:cNvContentPartPr/>
                <p14:nvPr/>
              </p14:nvContentPartPr>
              <p14:xfrm>
                <a:off x="6770327" y="1023862"/>
                <a:ext cx="138600" cy="149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85EE40-6165-0818-88DA-77FEF57219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52327" y="1006222"/>
                  <a:ext cx="174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98854A1-2415-91A9-A5A8-9D149A0B71DC}"/>
                    </a:ext>
                  </a:extLst>
                </p14:cNvPr>
                <p14:cNvContentPartPr/>
                <p14:nvPr/>
              </p14:nvContentPartPr>
              <p14:xfrm>
                <a:off x="6966527" y="776182"/>
                <a:ext cx="205200" cy="411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98854A1-2415-91A9-A5A8-9D149A0B71D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48887" y="758182"/>
                  <a:ext cx="240840" cy="44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523D361-4251-118E-F6F8-E5E7AF82A5B5}"/>
              </a:ext>
            </a:extLst>
          </p:cNvPr>
          <p:cNvGrpSpPr/>
          <p:nvPr/>
        </p:nvGrpSpPr>
        <p:grpSpPr>
          <a:xfrm>
            <a:off x="7584647" y="853582"/>
            <a:ext cx="223200" cy="309240"/>
            <a:chOff x="7584647" y="853582"/>
            <a:chExt cx="22320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9E471C-DDD8-EA03-7C81-036DA4C56A21}"/>
                    </a:ext>
                  </a:extLst>
                </p14:cNvPr>
                <p14:cNvContentPartPr/>
                <p14:nvPr/>
              </p14:nvContentPartPr>
              <p14:xfrm>
                <a:off x="7584647" y="886702"/>
                <a:ext cx="51480" cy="271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9E471C-DDD8-EA03-7C81-036DA4C56A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67007" y="869062"/>
                  <a:ext cx="871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E0E1385-AAB5-4233-B85D-44B42C1B1AC0}"/>
                    </a:ext>
                  </a:extLst>
                </p14:cNvPr>
                <p14:cNvContentPartPr/>
                <p14:nvPr/>
              </p14:nvContentPartPr>
              <p14:xfrm>
                <a:off x="7617767" y="853582"/>
                <a:ext cx="190080" cy="309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E0E1385-AAB5-4233-B85D-44B42C1B1A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00127" y="835582"/>
                  <a:ext cx="225720" cy="34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0AF74AA-6B45-EEF6-2D3A-3BE0E54C84C8}"/>
              </a:ext>
            </a:extLst>
          </p:cNvPr>
          <p:cNvGrpSpPr/>
          <p:nvPr/>
        </p:nvGrpSpPr>
        <p:grpSpPr>
          <a:xfrm>
            <a:off x="8073167" y="933862"/>
            <a:ext cx="165240" cy="97200"/>
            <a:chOff x="8073167" y="933862"/>
            <a:chExt cx="165240" cy="9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CB62A0B-A714-8236-02B8-3A2175ED327E}"/>
                    </a:ext>
                  </a:extLst>
                </p14:cNvPr>
                <p14:cNvContentPartPr/>
                <p14:nvPr/>
              </p14:nvContentPartPr>
              <p14:xfrm>
                <a:off x="8132927" y="933862"/>
                <a:ext cx="105480" cy="20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CB62A0B-A714-8236-02B8-3A2175ED327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114927" y="915862"/>
                  <a:ext cx="141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16301D4-5610-E4E2-49BA-8FCE7B092D57}"/>
                    </a:ext>
                  </a:extLst>
                </p14:cNvPr>
                <p14:cNvContentPartPr/>
                <p14:nvPr/>
              </p14:nvContentPartPr>
              <p14:xfrm>
                <a:off x="8073167" y="1013782"/>
                <a:ext cx="159480" cy="17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16301D4-5610-E4E2-49BA-8FCE7B092D5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55527" y="995782"/>
                  <a:ext cx="19512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A637EEE-8B55-72D7-7D2A-5296B99A0793}"/>
              </a:ext>
            </a:extLst>
          </p:cNvPr>
          <p:cNvGrpSpPr/>
          <p:nvPr/>
        </p:nvGrpSpPr>
        <p:grpSpPr>
          <a:xfrm>
            <a:off x="8523167" y="358222"/>
            <a:ext cx="769320" cy="1901880"/>
            <a:chOff x="8523167" y="358222"/>
            <a:chExt cx="769320" cy="190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ABA86A-A39B-AAFC-ED1C-7236AD20E95E}"/>
                    </a:ext>
                  </a:extLst>
                </p14:cNvPr>
                <p14:cNvContentPartPr/>
                <p14:nvPr/>
              </p14:nvContentPartPr>
              <p14:xfrm>
                <a:off x="8523167" y="358222"/>
                <a:ext cx="576000" cy="1901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ABA86A-A39B-AAFC-ED1C-7236AD20E95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05167" y="340222"/>
                  <a:ext cx="611640" cy="19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219BDC-37DC-AE47-B990-57182491FC75}"/>
                    </a:ext>
                  </a:extLst>
                </p14:cNvPr>
                <p14:cNvContentPartPr/>
                <p14:nvPr/>
              </p14:nvContentPartPr>
              <p14:xfrm>
                <a:off x="9245327" y="573862"/>
                <a:ext cx="47160" cy="255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219BDC-37DC-AE47-B990-57182491FC7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27327" y="556222"/>
                  <a:ext cx="8280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1939C69-80AB-8FA9-99CE-B7040D505327}"/>
                  </a:ext>
                </a:extLst>
              </p14:cNvPr>
              <p14:cNvContentPartPr/>
              <p14:nvPr/>
            </p14:nvContentPartPr>
            <p14:xfrm>
              <a:off x="9883607" y="574582"/>
              <a:ext cx="193320" cy="2415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1939C69-80AB-8FA9-99CE-B7040D50532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865607" y="556582"/>
                <a:ext cx="22896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2A5DC89-EDD3-DBED-6148-07E664A93F19}"/>
                  </a:ext>
                </a:extLst>
              </p14:cNvPr>
              <p14:cNvContentPartPr/>
              <p14:nvPr/>
            </p14:nvContentPartPr>
            <p14:xfrm>
              <a:off x="9142367" y="1161742"/>
              <a:ext cx="190800" cy="223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2A5DC89-EDD3-DBED-6148-07E664A93F1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124367" y="1144102"/>
                <a:ext cx="2264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264614B-9B4B-FCA6-BA41-406EFE7ED933}"/>
                  </a:ext>
                </a:extLst>
              </p14:cNvPr>
              <p14:cNvContentPartPr/>
              <p14:nvPr/>
            </p14:nvContentPartPr>
            <p14:xfrm>
              <a:off x="9939767" y="1123582"/>
              <a:ext cx="52200" cy="2498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264614B-9B4B-FCA6-BA41-406EFE7ED93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922127" y="1105942"/>
                <a:ext cx="878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5EC3CA9-5B85-F007-847C-727D7636D0CB}"/>
                  </a:ext>
                </a:extLst>
              </p14:cNvPr>
              <p14:cNvContentPartPr/>
              <p14:nvPr/>
            </p14:nvContentPartPr>
            <p14:xfrm>
              <a:off x="9050927" y="1758982"/>
              <a:ext cx="73080" cy="2473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5EC3CA9-5B85-F007-847C-727D7636D0C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033287" y="1741342"/>
                <a:ext cx="10872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ED80C4D-0F40-95D7-D7FA-DB04A18CF2E1}"/>
                  </a:ext>
                </a:extLst>
              </p14:cNvPr>
              <p14:cNvContentPartPr/>
              <p14:nvPr/>
            </p14:nvContentPartPr>
            <p14:xfrm>
              <a:off x="9846887" y="1746382"/>
              <a:ext cx="300600" cy="2160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ED80C4D-0F40-95D7-D7FA-DB04A18CF2E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828887" y="1728742"/>
                <a:ext cx="33624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3DC64DB0-8823-E9D2-ACAE-AEC3B5EF58C1}"/>
              </a:ext>
            </a:extLst>
          </p:cNvPr>
          <p:cNvGrpSpPr/>
          <p:nvPr/>
        </p:nvGrpSpPr>
        <p:grpSpPr>
          <a:xfrm>
            <a:off x="10483007" y="435262"/>
            <a:ext cx="1071360" cy="2103120"/>
            <a:chOff x="10483007" y="435262"/>
            <a:chExt cx="1071360" cy="21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E6516F6-AD0C-9130-BA68-3038661B13AE}"/>
                    </a:ext>
                  </a:extLst>
                </p14:cNvPr>
                <p14:cNvContentPartPr/>
                <p14:nvPr/>
              </p14:nvContentPartPr>
              <p14:xfrm>
                <a:off x="10483007" y="527062"/>
                <a:ext cx="336240" cy="215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E6516F6-AD0C-9130-BA68-3038661B13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65367" y="509422"/>
                  <a:ext cx="3718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4AE0809-DD7E-D922-E521-DED2E91581A4}"/>
                    </a:ext>
                  </a:extLst>
                </p14:cNvPr>
                <p14:cNvContentPartPr/>
                <p14:nvPr/>
              </p14:nvContentPartPr>
              <p14:xfrm>
                <a:off x="10597127" y="1158142"/>
                <a:ext cx="455760" cy="177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4AE0809-DD7E-D922-E521-DED2E91581A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79487" y="1140142"/>
                  <a:ext cx="4914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12D3B6-E289-57DD-A9AB-C30E5B740ABD}"/>
                    </a:ext>
                  </a:extLst>
                </p14:cNvPr>
                <p14:cNvContentPartPr/>
                <p14:nvPr/>
              </p14:nvContentPartPr>
              <p14:xfrm>
                <a:off x="10641047" y="1747822"/>
                <a:ext cx="248760" cy="225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12D3B6-E289-57DD-A9AB-C30E5B740AB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623407" y="1730182"/>
                  <a:ext cx="2844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E963B7-3B74-0930-362B-1ABD5C361770}"/>
                    </a:ext>
                  </a:extLst>
                </p14:cNvPr>
                <p14:cNvContentPartPr/>
                <p14:nvPr/>
              </p14:nvContentPartPr>
              <p14:xfrm>
                <a:off x="10906727" y="435262"/>
                <a:ext cx="647640" cy="2103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E963B7-3B74-0930-362B-1ABD5C36177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88727" y="417622"/>
                  <a:ext cx="683280" cy="213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6013B83-A9FF-3D4D-3E35-EBCCA55D772A}"/>
              </a:ext>
            </a:extLst>
          </p:cNvPr>
          <p:cNvGrpSpPr/>
          <p:nvPr/>
        </p:nvGrpSpPr>
        <p:grpSpPr>
          <a:xfrm>
            <a:off x="294647" y="2552782"/>
            <a:ext cx="940320" cy="834480"/>
            <a:chOff x="294647" y="2552782"/>
            <a:chExt cx="940320" cy="83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392F0A5-35C8-9A83-9937-BF97B3336C66}"/>
                    </a:ext>
                  </a:extLst>
                </p14:cNvPr>
                <p14:cNvContentPartPr/>
                <p14:nvPr/>
              </p14:nvContentPartPr>
              <p14:xfrm>
                <a:off x="294647" y="2552782"/>
                <a:ext cx="374400" cy="834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392F0A5-35C8-9A83-9937-BF97B3336C6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6647" y="2534782"/>
                  <a:ext cx="410040" cy="87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CA34A9-FEF2-9E93-0D84-72B04349F2C7}"/>
                    </a:ext>
                  </a:extLst>
                </p14:cNvPr>
                <p14:cNvContentPartPr/>
                <p14:nvPr/>
              </p14:nvContentPartPr>
              <p14:xfrm>
                <a:off x="664367" y="2635222"/>
                <a:ext cx="37440" cy="47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CA34A9-FEF2-9E93-0D84-72B04349F2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6367" y="2617582"/>
                  <a:ext cx="73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2CF2C22-289A-E991-EEE3-FC1965C56791}"/>
                    </a:ext>
                  </a:extLst>
                </p14:cNvPr>
                <p14:cNvContentPartPr/>
                <p14:nvPr/>
              </p14:nvContentPartPr>
              <p14:xfrm>
                <a:off x="765167" y="2797222"/>
                <a:ext cx="137160" cy="151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2CF2C22-289A-E991-EEE3-FC1965C567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7167" y="2779582"/>
                  <a:ext cx="172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09C66CE-A250-56BC-9078-3D5A74005F2C}"/>
                    </a:ext>
                  </a:extLst>
                </p14:cNvPr>
                <p14:cNvContentPartPr/>
                <p14:nvPr/>
              </p14:nvContentPartPr>
              <p14:xfrm>
                <a:off x="931847" y="2556022"/>
                <a:ext cx="303120" cy="41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09C66CE-A250-56BC-9078-3D5A74005F2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4207" y="2538022"/>
                  <a:ext cx="338760" cy="45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B10E7F1-AD63-2008-42ED-33C969223345}"/>
              </a:ext>
            </a:extLst>
          </p:cNvPr>
          <p:cNvGrpSpPr/>
          <p:nvPr/>
        </p:nvGrpSpPr>
        <p:grpSpPr>
          <a:xfrm>
            <a:off x="1555727" y="2632702"/>
            <a:ext cx="1203840" cy="438480"/>
            <a:chOff x="1555727" y="2632702"/>
            <a:chExt cx="120384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E400C08-0DA2-DB28-FFBD-73B1AD7BF7E1}"/>
                    </a:ext>
                  </a:extLst>
                </p14:cNvPr>
                <p14:cNvContentPartPr/>
                <p14:nvPr/>
              </p14:nvContentPartPr>
              <p14:xfrm>
                <a:off x="1555727" y="2941582"/>
                <a:ext cx="9000" cy="4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E400C08-0DA2-DB28-FFBD-73B1AD7BF7E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37727" y="2923582"/>
                  <a:ext cx="44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E812BE-C28C-9C95-9A54-AED08673F95F}"/>
                    </a:ext>
                  </a:extLst>
                </p14:cNvPr>
                <p14:cNvContentPartPr/>
                <p14:nvPr/>
              </p14:nvContentPartPr>
              <p14:xfrm>
                <a:off x="1837607" y="2632702"/>
                <a:ext cx="624600" cy="438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E812BE-C28C-9C95-9A54-AED08673F95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19607" y="2615062"/>
                  <a:ext cx="66024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7FCE85E-2BB6-5ACD-7352-2A8F7C8C4FAD}"/>
                    </a:ext>
                  </a:extLst>
                </p14:cNvPr>
                <p14:cNvContentPartPr/>
                <p14:nvPr/>
              </p14:nvContentPartPr>
              <p14:xfrm>
                <a:off x="1812407" y="2868502"/>
                <a:ext cx="325440" cy="32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7FCE85E-2BB6-5ACD-7352-2A8F7C8C4FA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94767" y="2850502"/>
                  <a:ext cx="3610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6CF5C84-B9F2-7CE0-419F-60AAFC95013B}"/>
                    </a:ext>
                  </a:extLst>
                </p14:cNvPr>
                <p14:cNvContentPartPr/>
                <p14:nvPr/>
              </p14:nvContentPartPr>
              <p14:xfrm>
                <a:off x="2528447" y="2883262"/>
                <a:ext cx="231120" cy="182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6CF5C84-B9F2-7CE0-419F-60AAFC95013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510807" y="2865622"/>
                  <a:ext cx="26676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96E69FE-227D-B31F-263C-7F7232907B54}"/>
              </a:ext>
            </a:extLst>
          </p:cNvPr>
          <p:cNvGrpSpPr/>
          <p:nvPr/>
        </p:nvGrpSpPr>
        <p:grpSpPr>
          <a:xfrm>
            <a:off x="3044327" y="2628382"/>
            <a:ext cx="2128320" cy="951840"/>
            <a:chOff x="3044327" y="2628382"/>
            <a:chExt cx="2128320" cy="95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B679C9A-09AB-7883-212F-F2A8BF544AEC}"/>
                    </a:ext>
                  </a:extLst>
                </p14:cNvPr>
                <p14:cNvContentPartPr/>
                <p14:nvPr/>
              </p14:nvContentPartPr>
              <p14:xfrm>
                <a:off x="3044327" y="2706502"/>
                <a:ext cx="271800" cy="873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B679C9A-09AB-7883-212F-F2A8BF544AE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26327" y="2688502"/>
                  <a:ext cx="307440" cy="90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96FDD7D-D42B-4D4C-F96A-F467CE014F5B}"/>
                    </a:ext>
                  </a:extLst>
                </p14:cNvPr>
                <p14:cNvContentPartPr/>
                <p14:nvPr/>
              </p14:nvContentPartPr>
              <p14:xfrm>
                <a:off x="3135767" y="2849782"/>
                <a:ext cx="232560" cy="158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96FDD7D-D42B-4D4C-F96A-F467CE014F5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18127" y="2832142"/>
                  <a:ext cx="268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FD52D92-6F58-52C4-8A2D-266DB88DC50E}"/>
                    </a:ext>
                  </a:extLst>
                </p14:cNvPr>
                <p14:cNvContentPartPr/>
                <p14:nvPr/>
              </p14:nvContentPartPr>
              <p14:xfrm>
                <a:off x="3389927" y="2840062"/>
                <a:ext cx="293400" cy="168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FD52D92-6F58-52C4-8A2D-266DB88DC50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72287" y="2822422"/>
                  <a:ext cx="3290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CECAA0E-CF2E-9F50-A5E0-A3860F5FC3AF}"/>
                    </a:ext>
                  </a:extLst>
                </p14:cNvPr>
                <p14:cNvContentPartPr/>
                <p14:nvPr/>
              </p14:nvContentPartPr>
              <p14:xfrm>
                <a:off x="3780167" y="2644222"/>
                <a:ext cx="297360" cy="414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CECAA0E-CF2E-9F50-A5E0-A3860F5FC3A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62527" y="2626222"/>
                  <a:ext cx="3330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5AF29FF-8912-192D-11B2-3683B128449D}"/>
                    </a:ext>
                  </a:extLst>
                </p14:cNvPr>
                <p14:cNvContentPartPr/>
                <p14:nvPr/>
              </p14:nvContentPartPr>
              <p14:xfrm>
                <a:off x="4153127" y="2872822"/>
                <a:ext cx="279720" cy="215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5AF29FF-8912-192D-11B2-3683B128449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35127" y="2854822"/>
                  <a:ext cx="3153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04F2A66-7F33-FF0F-4036-A27B52C8333C}"/>
                    </a:ext>
                  </a:extLst>
                </p14:cNvPr>
                <p14:cNvContentPartPr/>
                <p14:nvPr/>
              </p14:nvContentPartPr>
              <p14:xfrm>
                <a:off x="4561727" y="2921782"/>
                <a:ext cx="196200" cy="194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04F2A66-7F33-FF0F-4036-A27B52C8333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44087" y="2904142"/>
                  <a:ext cx="231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A5C79DE-B44C-042A-0A7E-8E08EEE7D2B2}"/>
                    </a:ext>
                  </a:extLst>
                </p14:cNvPr>
                <p14:cNvContentPartPr/>
                <p14:nvPr/>
              </p14:nvContentPartPr>
              <p14:xfrm>
                <a:off x="4891487" y="2628382"/>
                <a:ext cx="281160" cy="481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A5C79DE-B44C-042A-0A7E-8E08EEE7D2B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73847" y="2610742"/>
                  <a:ext cx="31680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704B6EC-D732-7543-90AA-9FA1C8FA7BA6}"/>
                    </a:ext>
                  </a:extLst>
                </p14:cNvPr>
                <p14:cNvContentPartPr/>
                <p14:nvPr/>
              </p14:nvContentPartPr>
              <p14:xfrm>
                <a:off x="4798247" y="2796142"/>
                <a:ext cx="267120" cy="34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704B6EC-D732-7543-90AA-9FA1C8FA7BA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780247" y="2778502"/>
                  <a:ext cx="30276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48530B8-FF6E-8C6F-32F6-A5F9AFBCA241}"/>
              </a:ext>
            </a:extLst>
          </p:cNvPr>
          <p:cNvGrpSpPr/>
          <p:nvPr/>
        </p:nvGrpSpPr>
        <p:grpSpPr>
          <a:xfrm>
            <a:off x="5820647" y="2790382"/>
            <a:ext cx="586440" cy="385200"/>
            <a:chOff x="5820647" y="2790382"/>
            <a:chExt cx="586440" cy="38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5D4A423-C01F-2B11-EA99-79CEBC745791}"/>
                    </a:ext>
                  </a:extLst>
                </p14:cNvPr>
                <p14:cNvContentPartPr/>
                <p14:nvPr/>
              </p14:nvContentPartPr>
              <p14:xfrm>
                <a:off x="5820647" y="2790382"/>
                <a:ext cx="281160" cy="385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5D4A423-C01F-2B11-EA99-79CEBC74579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03007" y="2772742"/>
                  <a:ext cx="31680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16E03F1-C8E5-008E-703F-D1D1E6DB3663}"/>
                    </a:ext>
                  </a:extLst>
                </p14:cNvPr>
                <p14:cNvContentPartPr/>
                <p14:nvPr/>
              </p14:nvContentPartPr>
              <p14:xfrm>
                <a:off x="6204047" y="2856622"/>
                <a:ext cx="84960" cy="266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16E03F1-C8E5-008E-703F-D1D1E6DB366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86047" y="2838982"/>
                  <a:ext cx="1206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ED05A81-D49B-D5F7-F0E1-4CFE0F5435F0}"/>
                    </a:ext>
                  </a:extLst>
                </p14:cNvPr>
                <p14:cNvContentPartPr/>
                <p14:nvPr/>
              </p14:nvContentPartPr>
              <p14:xfrm>
                <a:off x="6220967" y="2851222"/>
                <a:ext cx="186120" cy="290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ED05A81-D49B-D5F7-F0E1-4CFE0F5435F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03327" y="2833222"/>
                  <a:ext cx="22176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184FD17-A764-D02E-E27B-AB6C9C4AC3EE}"/>
              </a:ext>
            </a:extLst>
          </p:cNvPr>
          <p:cNvGrpSpPr/>
          <p:nvPr/>
        </p:nvGrpSpPr>
        <p:grpSpPr>
          <a:xfrm>
            <a:off x="6747647" y="2662942"/>
            <a:ext cx="946800" cy="508680"/>
            <a:chOff x="6747647" y="2662942"/>
            <a:chExt cx="946800" cy="50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D73CF5E-B94A-8703-BE83-ADD3A3746BCF}"/>
                    </a:ext>
                  </a:extLst>
                </p14:cNvPr>
                <p14:cNvContentPartPr/>
                <p14:nvPr/>
              </p14:nvContentPartPr>
              <p14:xfrm>
                <a:off x="6747647" y="2981542"/>
                <a:ext cx="495360" cy="190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D73CF5E-B94A-8703-BE83-ADD3A3746BC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30007" y="2963902"/>
                  <a:ext cx="531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3FD7E2F-972B-7FA2-3786-3A5501B6C464}"/>
                    </a:ext>
                  </a:extLst>
                </p14:cNvPr>
                <p14:cNvContentPartPr/>
                <p14:nvPr/>
              </p14:nvContentPartPr>
              <p14:xfrm>
                <a:off x="7327607" y="2662942"/>
                <a:ext cx="366840" cy="48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3FD7E2F-972B-7FA2-3786-3A5501B6C46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09607" y="2645302"/>
                  <a:ext cx="402480" cy="52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FDB7310-862B-8993-208C-5980801E3B90}"/>
              </a:ext>
            </a:extLst>
          </p:cNvPr>
          <p:cNvGrpSpPr/>
          <p:nvPr/>
        </p:nvGrpSpPr>
        <p:grpSpPr>
          <a:xfrm>
            <a:off x="8125007" y="2770222"/>
            <a:ext cx="725400" cy="441360"/>
            <a:chOff x="8125007" y="2770222"/>
            <a:chExt cx="725400" cy="44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7DB1156-03C8-1577-3031-5D78F5C83A1B}"/>
                    </a:ext>
                  </a:extLst>
                </p14:cNvPr>
                <p14:cNvContentPartPr/>
                <p14:nvPr/>
              </p14:nvContentPartPr>
              <p14:xfrm>
                <a:off x="8125007" y="2848342"/>
                <a:ext cx="265680" cy="345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7DB1156-03C8-1577-3031-5D78F5C83A1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07367" y="2830342"/>
                  <a:ext cx="3013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D11F868-6230-6E2D-1B4B-6FFF554F9EE9}"/>
                    </a:ext>
                  </a:extLst>
                </p14:cNvPr>
                <p14:cNvContentPartPr/>
                <p14:nvPr/>
              </p14:nvContentPartPr>
              <p14:xfrm>
                <a:off x="8575727" y="2770222"/>
                <a:ext cx="274680" cy="441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D11F868-6230-6E2D-1B4B-6FFF554F9EE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57727" y="2752582"/>
                  <a:ext cx="310320" cy="47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2DAA460-AC2E-8161-D044-FDA4D220D424}"/>
              </a:ext>
            </a:extLst>
          </p:cNvPr>
          <p:cNvGrpSpPr/>
          <p:nvPr/>
        </p:nvGrpSpPr>
        <p:grpSpPr>
          <a:xfrm>
            <a:off x="9365927" y="2773102"/>
            <a:ext cx="1452240" cy="542160"/>
            <a:chOff x="9365927" y="2773102"/>
            <a:chExt cx="1452240" cy="54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07669AA-E6A4-E012-466F-7CC412B70EC0}"/>
                    </a:ext>
                  </a:extLst>
                </p14:cNvPr>
                <p14:cNvContentPartPr/>
                <p14:nvPr/>
              </p14:nvContentPartPr>
              <p14:xfrm>
                <a:off x="9365927" y="3156502"/>
                <a:ext cx="157680" cy="158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07669AA-E6A4-E012-466F-7CC412B70EC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348287" y="3138862"/>
                  <a:ext cx="193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EDC77A1-9ADE-9656-CDEB-21E4E7A661F6}"/>
                    </a:ext>
                  </a:extLst>
                </p14:cNvPr>
                <p14:cNvContentPartPr/>
                <p14:nvPr/>
              </p14:nvContentPartPr>
              <p14:xfrm>
                <a:off x="9812687" y="2773102"/>
                <a:ext cx="635400" cy="448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EDC77A1-9ADE-9656-CDEB-21E4E7A661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795047" y="2755102"/>
                  <a:ext cx="67104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2DAE306-16DB-1B15-445D-D9FF65759386}"/>
                    </a:ext>
                  </a:extLst>
                </p14:cNvPr>
                <p14:cNvContentPartPr/>
                <p14:nvPr/>
              </p14:nvContentPartPr>
              <p14:xfrm>
                <a:off x="10431167" y="2969302"/>
                <a:ext cx="387000" cy="225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2DAE306-16DB-1B15-445D-D9FF6575938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413167" y="2951662"/>
                  <a:ext cx="422640" cy="26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4BD6838-B02B-EB56-C887-3608F18479A2}"/>
                  </a:ext>
                </a:extLst>
              </p14:cNvPr>
              <p14:cNvContentPartPr/>
              <p14:nvPr/>
            </p14:nvContentPartPr>
            <p14:xfrm>
              <a:off x="477887" y="3367462"/>
              <a:ext cx="1446840" cy="5976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4BD6838-B02B-EB56-C887-3608F18479A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59887" y="3349822"/>
                <a:ext cx="1482480" cy="63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152088EA-F01D-BB80-87C3-48D3F06AC204}"/>
              </a:ext>
            </a:extLst>
          </p:cNvPr>
          <p:cNvGrpSpPr/>
          <p:nvPr/>
        </p:nvGrpSpPr>
        <p:grpSpPr>
          <a:xfrm>
            <a:off x="3260687" y="3776062"/>
            <a:ext cx="1168200" cy="703440"/>
            <a:chOff x="3260687" y="3776062"/>
            <a:chExt cx="1168200" cy="70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A99E09-347B-E405-2164-5129C3A51D28}"/>
                    </a:ext>
                  </a:extLst>
                </p14:cNvPr>
                <p14:cNvContentPartPr/>
                <p14:nvPr/>
              </p14:nvContentPartPr>
              <p14:xfrm>
                <a:off x="3260687" y="3776062"/>
                <a:ext cx="255240" cy="353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A99E09-347B-E405-2164-5129C3A51D2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43047" y="3758422"/>
                  <a:ext cx="2908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54DA78D-8901-1789-1733-2C87627D1C8D}"/>
                    </a:ext>
                  </a:extLst>
                </p14:cNvPr>
                <p14:cNvContentPartPr/>
                <p14:nvPr/>
              </p14:nvContentPartPr>
              <p14:xfrm>
                <a:off x="3346727" y="3979102"/>
                <a:ext cx="179640" cy="17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54DA78D-8901-1789-1733-2C87627D1C8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29087" y="3961462"/>
                  <a:ext cx="2152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F03C2CC-1AAD-D4CA-BEFC-AED919838534}"/>
                    </a:ext>
                  </a:extLst>
                </p14:cNvPr>
                <p14:cNvContentPartPr/>
                <p14:nvPr/>
              </p14:nvContentPartPr>
              <p14:xfrm>
                <a:off x="3685127" y="3839422"/>
                <a:ext cx="70200" cy="294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F03C2CC-1AAD-D4CA-BEFC-AED91983853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67487" y="3821782"/>
                  <a:ext cx="1058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73DEB9A-4DF5-B665-ECD7-3256B426BF47}"/>
                    </a:ext>
                  </a:extLst>
                </p14:cNvPr>
                <p14:cNvContentPartPr/>
                <p14:nvPr/>
              </p14:nvContentPartPr>
              <p14:xfrm>
                <a:off x="3652727" y="3829702"/>
                <a:ext cx="241200" cy="335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73DEB9A-4DF5-B665-ECD7-3256B426BF4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635087" y="3812062"/>
                  <a:ext cx="2768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01B4DA7-5275-6ECD-D028-733544BAA8D9}"/>
                    </a:ext>
                  </a:extLst>
                </p14:cNvPr>
                <p14:cNvContentPartPr/>
                <p14:nvPr/>
              </p14:nvContentPartPr>
              <p14:xfrm>
                <a:off x="4143407" y="4014742"/>
                <a:ext cx="285480" cy="28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01B4DA7-5275-6ECD-D028-733544BAA8D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25407" y="3996742"/>
                  <a:ext cx="321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98EDDE0-DD39-5AD3-E7A0-5D96A1FA47F3}"/>
                    </a:ext>
                  </a:extLst>
                </p14:cNvPr>
                <p14:cNvContentPartPr/>
                <p14:nvPr/>
              </p14:nvContentPartPr>
              <p14:xfrm>
                <a:off x="4126847" y="4115902"/>
                <a:ext cx="296280" cy="58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98EDDE0-DD39-5AD3-E7A0-5D96A1FA47F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08847" y="4098262"/>
                  <a:ext cx="3319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70EF87B-90C4-542E-4F5F-C8E6F1ADC1A0}"/>
                    </a:ext>
                  </a:extLst>
                </p14:cNvPr>
                <p14:cNvContentPartPr/>
                <p14:nvPr/>
              </p14:nvContentPartPr>
              <p14:xfrm>
                <a:off x="4207487" y="3915382"/>
                <a:ext cx="211680" cy="564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70EF87B-90C4-542E-4F5F-C8E6F1ADC1A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189487" y="3897742"/>
                  <a:ext cx="247320" cy="59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EC62333-0BB5-204F-F608-FF3A1D66FD50}"/>
              </a:ext>
            </a:extLst>
          </p:cNvPr>
          <p:cNvGrpSpPr/>
          <p:nvPr/>
        </p:nvGrpSpPr>
        <p:grpSpPr>
          <a:xfrm>
            <a:off x="4922447" y="3876142"/>
            <a:ext cx="807840" cy="382320"/>
            <a:chOff x="4922447" y="3876142"/>
            <a:chExt cx="80784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BC300F5-1D7E-D926-EA81-A427E66EF25D}"/>
                    </a:ext>
                  </a:extLst>
                </p14:cNvPr>
                <p14:cNvContentPartPr/>
                <p14:nvPr/>
              </p14:nvContentPartPr>
              <p14:xfrm>
                <a:off x="4922447" y="3926542"/>
                <a:ext cx="93240" cy="265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BC300F5-1D7E-D926-EA81-A427E66EF25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904807" y="3908902"/>
                  <a:ext cx="1288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BBAF415-0B9E-B34C-17CD-D0025E22C24F}"/>
                    </a:ext>
                  </a:extLst>
                </p14:cNvPr>
                <p14:cNvContentPartPr/>
                <p14:nvPr/>
              </p14:nvContentPartPr>
              <p14:xfrm>
                <a:off x="4961327" y="3876142"/>
                <a:ext cx="217080" cy="353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BBAF415-0B9E-B34C-17CD-D0025E22C24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943327" y="3858502"/>
                  <a:ext cx="2527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F248DD0-7B92-4716-806D-B8B5C9F475B2}"/>
                    </a:ext>
                  </a:extLst>
                </p14:cNvPr>
                <p14:cNvContentPartPr/>
                <p14:nvPr/>
              </p14:nvContentPartPr>
              <p14:xfrm>
                <a:off x="5318087" y="3890902"/>
                <a:ext cx="412200" cy="367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F248DD0-7B92-4716-806D-B8B5C9F475B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00087" y="3872902"/>
                  <a:ext cx="447840" cy="40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05999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3CB8A80-45C1-B674-901B-0D9C484C7992}"/>
              </a:ext>
            </a:extLst>
          </p:cNvPr>
          <p:cNvGrpSpPr/>
          <p:nvPr/>
        </p:nvGrpSpPr>
        <p:grpSpPr>
          <a:xfrm>
            <a:off x="88367" y="28102"/>
            <a:ext cx="4913280" cy="1146240"/>
            <a:chOff x="88367" y="28102"/>
            <a:chExt cx="4913280" cy="11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515CC67-28A7-11BC-3143-5B56D838D6E9}"/>
                    </a:ext>
                  </a:extLst>
                </p14:cNvPr>
                <p14:cNvContentPartPr/>
                <p14:nvPr/>
              </p14:nvContentPartPr>
              <p14:xfrm>
                <a:off x="867407" y="436342"/>
                <a:ext cx="191520" cy="406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515CC67-28A7-11BC-3143-5B56D838D6E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49767" y="418342"/>
                  <a:ext cx="22716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CB73DD4-3658-668F-6DB4-29BCE63DEA30}"/>
                    </a:ext>
                  </a:extLst>
                </p14:cNvPr>
                <p14:cNvContentPartPr/>
                <p14:nvPr/>
              </p14:nvContentPartPr>
              <p14:xfrm>
                <a:off x="892607" y="678262"/>
                <a:ext cx="124560" cy="36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CB73DD4-3658-668F-6DB4-29BCE63DEA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4607" y="660622"/>
                  <a:ext cx="1602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2BBCFE-DE5D-87DC-4271-DAD9948DE8C6}"/>
                    </a:ext>
                  </a:extLst>
                </p14:cNvPr>
                <p14:cNvContentPartPr/>
                <p14:nvPr/>
              </p14:nvContentPartPr>
              <p14:xfrm>
                <a:off x="1192127" y="570622"/>
                <a:ext cx="47160" cy="223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2BBCFE-DE5D-87DC-4271-DAD9948DE8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4127" y="552982"/>
                  <a:ext cx="82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EA1E19-D370-8D80-151F-FB0C9954345E}"/>
                    </a:ext>
                  </a:extLst>
                </p14:cNvPr>
                <p14:cNvContentPartPr/>
                <p14:nvPr/>
              </p14:nvContentPartPr>
              <p14:xfrm>
                <a:off x="1206167" y="505822"/>
                <a:ext cx="264960" cy="293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EA1E19-D370-8D80-151F-FB0C995434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8167" y="487822"/>
                  <a:ext cx="3006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D757F33-3B2A-9B23-C66A-22A9268DAB9E}"/>
                    </a:ext>
                  </a:extLst>
                </p14:cNvPr>
                <p14:cNvContentPartPr/>
                <p14:nvPr/>
              </p14:nvContentPartPr>
              <p14:xfrm>
                <a:off x="1490207" y="364702"/>
                <a:ext cx="293040" cy="580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757F33-3B2A-9B23-C66A-22A9268DAB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2207" y="347062"/>
                  <a:ext cx="32868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D3409C4-B386-60C0-4460-4C0A3B930A1E}"/>
                    </a:ext>
                  </a:extLst>
                </p14:cNvPr>
                <p14:cNvContentPartPr/>
                <p14:nvPr/>
              </p14:nvContentPartPr>
              <p14:xfrm>
                <a:off x="564647" y="210262"/>
                <a:ext cx="410040" cy="688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D3409C4-B386-60C0-4460-4C0A3B930A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6647" y="192262"/>
                  <a:ext cx="445680" cy="72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AF407C-1069-0430-7535-95D76488AC59}"/>
                    </a:ext>
                  </a:extLst>
                </p14:cNvPr>
                <p14:cNvContentPartPr/>
                <p14:nvPr/>
              </p14:nvContentPartPr>
              <p14:xfrm>
                <a:off x="1926527" y="118822"/>
                <a:ext cx="136800" cy="268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AF407C-1069-0430-7535-95D76488AC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08887" y="101182"/>
                  <a:ext cx="172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F5CD40-921E-34C4-3971-79C101E52EE4}"/>
                    </a:ext>
                  </a:extLst>
                </p14:cNvPr>
                <p14:cNvContentPartPr/>
                <p14:nvPr/>
              </p14:nvContentPartPr>
              <p14:xfrm>
                <a:off x="817007" y="915142"/>
                <a:ext cx="36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F5CD40-921E-34C4-3971-79C101E52EE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9367" y="8975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C487F9-2671-936A-9F68-BC2C34092431}"/>
                    </a:ext>
                  </a:extLst>
                </p14:cNvPr>
                <p14:cNvContentPartPr/>
                <p14:nvPr/>
              </p14:nvContentPartPr>
              <p14:xfrm>
                <a:off x="1349807" y="842782"/>
                <a:ext cx="12240" cy="1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C487F9-2671-936A-9F68-BC2C3409243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31807" y="824782"/>
                  <a:ext cx="478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6303965-9B23-B50A-D347-9E8512B7ADFE}"/>
                    </a:ext>
                  </a:extLst>
                </p14:cNvPr>
                <p14:cNvContentPartPr/>
                <p14:nvPr/>
              </p14:nvContentPartPr>
              <p14:xfrm>
                <a:off x="2109767" y="188662"/>
                <a:ext cx="57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6303965-9B23-B50A-D347-9E8512B7ADF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92127" y="170662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6148739-B354-7F46-6B5B-2B8F40D50C31}"/>
                    </a:ext>
                  </a:extLst>
                </p14:cNvPr>
                <p14:cNvContentPartPr/>
                <p14:nvPr/>
              </p14:nvContentPartPr>
              <p14:xfrm>
                <a:off x="2109767" y="232582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148739-B354-7F46-6B5B-2B8F40D50C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92127" y="2145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9FBE2D0-C35B-FFDD-BB60-B9423CC6B6B5}"/>
                    </a:ext>
                  </a:extLst>
                </p14:cNvPr>
                <p14:cNvContentPartPr/>
                <p14:nvPr/>
              </p14:nvContentPartPr>
              <p14:xfrm>
                <a:off x="2118407" y="245542"/>
                <a:ext cx="17640" cy="2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9FBE2D0-C35B-FFDD-BB60-B9423CC6B6B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00767" y="227542"/>
                  <a:ext cx="53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03C516-55DE-B7EC-0381-2E76435D04BE}"/>
                    </a:ext>
                  </a:extLst>
                </p14:cNvPr>
                <p14:cNvContentPartPr/>
                <p14:nvPr/>
              </p14:nvContentPartPr>
              <p14:xfrm>
                <a:off x="1052087" y="793462"/>
                <a:ext cx="3240" cy="2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03C516-55DE-B7EC-0381-2E76435D04B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4447" y="775462"/>
                  <a:ext cx="38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36A318-7B01-D6A1-D18A-CF803182DA37}"/>
                    </a:ext>
                  </a:extLst>
                </p14:cNvPr>
                <p14:cNvContentPartPr/>
                <p14:nvPr/>
              </p14:nvContentPartPr>
              <p14:xfrm>
                <a:off x="1411367" y="871222"/>
                <a:ext cx="3600" cy="2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36A318-7B01-D6A1-D18A-CF803182DA3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93727" y="853582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BED633-BF08-FC6D-DE91-B2EE00320455}"/>
                    </a:ext>
                  </a:extLst>
                </p14:cNvPr>
                <p14:cNvContentPartPr/>
                <p14:nvPr/>
              </p14:nvContentPartPr>
              <p14:xfrm>
                <a:off x="2421527" y="662782"/>
                <a:ext cx="130320" cy="8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BED633-BF08-FC6D-DE91-B2EE003204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03887" y="645142"/>
                  <a:ext cx="165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8A805D9-0086-9648-EF83-4AC4404905DE}"/>
                    </a:ext>
                  </a:extLst>
                </p14:cNvPr>
                <p14:cNvContentPartPr/>
                <p14:nvPr/>
              </p14:nvContentPartPr>
              <p14:xfrm>
                <a:off x="2373287" y="772942"/>
                <a:ext cx="205200" cy="42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8A805D9-0086-9648-EF83-4AC4404905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55287" y="755302"/>
                  <a:ext cx="240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553616-AEB8-9D69-1FDD-BDE4811CB9EA}"/>
                    </a:ext>
                  </a:extLst>
                </p14:cNvPr>
                <p14:cNvContentPartPr/>
                <p14:nvPr/>
              </p14:nvContentPartPr>
              <p14:xfrm>
                <a:off x="3027767" y="551902"/>
                <a:ext cx="92520" cy="305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553616-AEB8-9D69-1FDD-BDE4811CB9E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09767" y="534262"/>
                  <a:ext cx="1281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818C475-FE16-7E49-8928-F723EF21D0B6}"/>
                    </a:ext>
                  </a:extLst>
                </p14:cNvPr>
                <p14:cNvContentPartPr/>
                <p14:nvPr/>
              </p14:nvContentPartPr>
              <p14:xfrm>
                <a:off x="3045767" y="500422"/>
                <a:ext cx="257400" cy="358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818C475-FE16-7E49-8928-F723EF21D0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28127" y="482422"/>
                  <a:ext cx="2930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A8782F-4E05-72FD-AA2C-20A31715D728}"/>
                    </a:ext>
                  </a:extLst>
                </p14:cNvPr>
                <p14:cNvContentPartPr/>
                <p14:nvPr/>
              </p14:nvContentPartPr>
              <p14:xfrm>
                <a:off x="3448247" y="202702"/>
                <a:ext cx="108360" cy="22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A8782F-4E05-72FD-AA2C-20A31715D7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30607" y="184702"/>
                  <a:ext cx="1440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C6598C-1FBE-9CCA-9BC5-64E2631D8639}"/>
                    </a:ext>
                  </a:extLst>
                </p14:cNvPr>
                <p14:cNvContentPartPr/>
                <p14:nvPr/>
              </p14:nvContentPartPr>
              <p14:xfrm>
                <a:off x="3585047" y="470902"/>
                <a:ext cx="295920" cy="373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C6598C-1FBE-9CCA-9BC5-64E2631D86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67047" y="453262"/>
                  <a:ext cx="3315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1CCEEC5-413A-D2E1-5D72-7EBE9FD14D69}"/>
                    </a:ext>
                  </a:extLst>
                </p14:cNvPr>
                <p14:cNvContentPartPr/>
                <p14:nvPr/>
              </p14:nvContentPartPr>
              <p14:xfrm>
                <a:off x="3662807" y="630742"/>
                <a:ext cx="213120" cy="57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1CCEEC5-413A-D2E1-5D72-7EBE9FD14D6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45167" y="613102"/>
                  <a:ext cx="248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9268C6D-3BB9-5E25-F01B-BAD166C6C76E}"/>
                    </a:ext>
                  </a:extLst>
                </p14:cNvPr>
                <p14:cNvContentPartPr/>
                <p14:nvPr/>
              </p14:nvContentPartPr>
              <p14:xfrm>
                <a:off x="4159967" y="201262"/>
                <a:ext cx="115560" cy="303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9268C6D-3BB9-5E25-F01B-BAD166C6C7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42327" y="183622"/>
                  <a:ext cx="151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7FC3792-E7CC-E289-8C81-E19D9DE3C7D6}"/>
                    </a:ext>
                  </a:extLst>
                </p14:cNvPr>
                <p14:cNvContentPartPr/>
                <p14:nvPr/>
              </p14:nvContentPartPr>
              <p14:xfrm>
                <a:off x="119687" y="56902"/>
                <a:ext cx="283320" cy="1048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7FC3792-E7CC-E289-8C81-E19D9DE3C7D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687" y="38902"/>
                  <a:ext cx="31896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996834B-ECDC-BEF1-163E-76C4A7467166}"/>
                    </a:ext>
                  </a:extLst>
                </p14:cNvPr>
                <p14:cNvContentPartPr/>
                <p14:nvPr/>
              </p14:nvContentPartPr>
              <p14:xfrm>
                <a:off x="396527" y="28102"/>
                <a:ext cx="4577400" cy="75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996834B-ECDC-BEF1-163E-76C4A74671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8527" y="10462"/>
                  <a:ext cx="4613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62DA8C7-61D7-1615-3CDE-748DB82D2749}"/>
                    </a:ext>
                  </a:extLst>
                </p14:cNvPr>
                <p14:cNvContentPartPr/>
                <p14:nvPr/>
              </p14:nvContentPartPr>
              <p14:xfrm>
                <a:off x="88367" y="992542"/>
                <a:ext cx="4771440" cy="181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62DA8C7-61D7-1615-3CDE-748DB82D27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727" y="974902"/>
                  <a:ext cx="48070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207D4CF-0587-33A4-92CF-E97E5ACE85FA}"/>
                    </a:ext>
                  </a:extLst>
                </p14:cNvPr>
                <p14:cNvContentPartPr/>
                <p14:nvPr/>
              </p14:nvContentPartPr>
              <p14:xfrm>
                <a:off x="4735247" y="41422"/>
                <a:ext cx="266400" cy="988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207D4CF-0587-33A4-92CF-E97E5ACE85F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17607" y="23422"/>
                  <a:ext cx="302040" cy="10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B2BB603-1C42-F91E-4F46-9ABF1310BBBE}"/>
              </a:ext>
            </a:extLst>
          </p:cNvPr>
          <p:cNvGrpSpPr/>
          <p:nvPr/>
        </p:nvGrpSpPr>
        <p:grpSpPr>
          <a:xfrm>
            <a:off x="286367" y="1521742"/>
            <a:ext cx="3236400" cy="1116720"/>
            <a:chOff x="286367" y="1521742"/>
            <a:chExt cx="3236400" cy="11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31AA3B8-DC9B-BC51-09EB-0ED8932D1EE5}"/>
                    </a:ext>
                  </a:extLst>
                </p14:cNvPr>
                <p14:cNvContentPartPr/>
                <p14:nvPr/>
              </p14:nvContentPartPr>
              <p14:xfrm>
                <a:off x="286367" y="1521742"/>
                <a:ext cx="376920" cy="677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31AA3B8-DC9B-BC51-09EB-0ED8932D1EE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8727" y="1504102"/>
                  <a:ext cx="41256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08D923D-8F49-C963-6A8C-BFE730D5612B}"/>
                    </a:ext>
                  </a:extLst>
                </p14:cNvPr>
                <p14:cNvContentPartPr/>
                <p14:nvPr/>
              </p14:nvContentPartPr>
              <p14:xfrm>
                <a:off x="590927" y="1649542"/>
                <a:ext cx="518400" cy="755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08D923D-8F49-C963-6A8C-BFE730D5612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3287" y="1631542"/>
                  <a:ext cx="55404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901F834-5EEC-348C-40F4-700DE6EA791B}"/>
                    </a:ext>
                  </a:extLst>
                </p14:cNvPr>
                <p14:cNvContentPartPr/>
                <p14:nvPr/>
              </p14:nvContentPartPr>
              <p14:xfrm>
                <a:off x="1162607" y="1605262"/>
                <a:ext cx="935640" cy="481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901F834-5EEC-348C-40F4-700DE6EA791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4967" y="1587262"/>
                  <a:ext cx="9712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A21ADDB-30F6-88B6-1EF1-7EEB8D455324}"/>
                    </a:ext>
                  </a:extLst>
                </p14:cNvPr>
                <p14:cNvContentPartPr/>
                <p14:nvPr/>
              </p14:nvContentPartPr>
              <p14:xfrm>
                <a:off x="2090327" y="1693462"/>
                <a:ext cx="46440" cy="52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A21ADDB-30F6-88B6-1EF1-7EEB8D45532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72687" y="1675462"/>
                  <a:ext cx="820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792B9D4-2F3A-88C8-362B-1B284C4AE4E1}"/>
                    </a:ext>
                  </a:extLst>
                </p14:cNvPr>
                <p14:cNvContentPartPr/>
                <p14:nvPr/>
              </p14:nvContentPartPr>
              <p14:xfrm>
                <a:off x="1728887" y="1747822"/>
                <a:ext cx="269280" cy="63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792B9D4-2F3A-88C8-362B-1B284C4AE4E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11247" y="1729822"/>
                  <a:ext cx="304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A5EA87C-2AB8-C02B-CC76-85CFD49B1D5D}"/>
                    </a:ext>
                  </a:extLst>
                </p14:cNvPr>
                <p14:cNvContentPartPr/>
                <p14:nvPr/>
              </p14:nvContentPartPr>
              <p14:xfrm>
                <a:off x="2213447" y="1902262"/>
                <a:ext cx="145440" cy="181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A5EA87C-2AB8-C02B-CC76-85CFD49B1D5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95807" y="1884262"/>
                  <a:ext cx="1810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654F64-1E1A-0F66-2C56-9FE5FCD3DFD5}"/>
                    </a:ext>
                  </a:extLst>
                </p14:cNvPr>
                <p14:cNvContentPartPr/>
                <p14:nvPr/>
              </p14:nvContentPartPr>
              <p14:xfrm>
                <a:off x="2377607" y="1898302"/>
                <a:ext cx="190440" cy="182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654F64-1E1A-0F66-2C56-9FE5FCD3DFD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59607" y="1880662"/>
                  <a:ext cx="226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4E01C2B-1989-3042-B6FF-A8E262A0D0D8}"/>
                    </a:ext>
                  </a:extLst>
                </p14:cNvPr>
                <p14:cNvContentPartPr/>
                <p14:nvPr/>
              </p14:nvContentPartPr>
              <p14:xfrm>
                <a:off x="3022727" y="1791742"/>
                <a:ext cx="500040" cy="846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4E01C2B-1989-3042-B6FF-A8E262A0D0D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05087" y="1773742"/>
                  <a:ext cx="535680" cy="88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034DC39-2E51-C57F-D989-0EA78652A704}"/>
              </a:ext>
            </a:extLst>
          </p:cNvPr>
          <p:cNvGrpSpPr/>
          <p:nvPr/>
        </p:nvGrpSpPr>
        <p:grpSpPr>
          <a:xfrm>
            <a:off x="4157447" y="1671142"/>
            <a:ext cx="1406160" cy="439560"/>
            <a:chOff x="4157447" y="1671142"/>
            <a:chExt cx="1406160" cy="43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0D0B75F-ADD1-5E1A-3ED8-4807FCCBC3A2}"/>
                    </a:ext>
                  </a:extLst>
                </p14:cNvPr>
                <p14:cNvContentPartPr/>
                <p14:nvPr/>
              </p14:nvContentPartPr>
              <p14:xfrm>
                <a:off x="4157447" y="1766182"/>
                <a:ext cx="105840" cy="344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0D0B75F-ADD1-5E1A-3ED8-4807FCCBC3A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39447" y="1748542"/>
                  <a:ext cx="1414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F081C2E-81B0-6CB4-A3D0-9902F6CE7E7E}"/>
                    </a:ext>
                  </a:extLst>
                </p14:cNvPr>
                <p14:cNvContentPartPr/>
                <p14:nvPr/>
              </p14:nvContentPartPr>
              <p14:xfrm>
                <a:off x="4229447" y="1778422"/>
                <a:ext cx="319320" cy="31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F081C2E-81B0-6CB4-A3D0-9902F6CE7E7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11447" y="1760422"/>
                  <a:ext cx="3549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478995A-53E6-128C-B4FA-436CC068CDF3}"/>
                    </a:ext>
                  </a:extLst>
                </p14:cNvPr>
                <p14:cNvContentPartPr/>
                <p14:nvPr/>
              </p14:nvContentPartPr>
              <p14:xfrm>
                <a:off x="4561727" y="1890382"/>
                <a:ext cx="190440" cy="202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478995A-53E6-128C-B4FA-436CC068CDF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44087" y="1872742"/>
                  <a:ext cx="2260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12CC1BF-3621-B8F0-0373-5DCF91739FF1}"/>
                    </a:ext>
                  </a:extLst>
                </p14:cNvPr>
                <p14:cNvContentPartPr/>
                <p14:nvPr/>
              </p14:nvContentPartPr>
              <p14:xfrm>
                <a:off x="4860167" y="1671142"/>
                <a:ext cx="59400" cy="392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12CC1BF-3621-B8F0-0373-5DCF91739FF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42527" y="1653142"/>
                  <a:ext cx="950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103A2ED-2891-5DD2-21C3-96E997426A83}"/>
                    </a:ext>
                  </a:extLst>
                </p14:cNvPr>
                <p14:cNvContentPartPr/>
                <p14:nvPr/>
              </p14:nvContentPartPr>
              <p14:xfrm>
                <a:off x="4940087" y="1897582"/>
                <a:ext cx="297360" cy="173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103A2ED-2891-5DD2-21C3-96E997426A8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22087" y="1879942"/>
                  <a:ext cx="3330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03890E8-C998-FDDE-5D17-E5148A35A0C8}"/>
                    </a:ext>
                  </a:extLst>
                </p14:cNvPr>
                <p14:cNvContentPartPr/>
                <p14:nvPr/>
              </p14:nvContentPartPr>
              <p14:xfrm>
                <a:off x="5390807" y="1917382"/>
                <a:ext cx="113400" cy="131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03890E8-C998-FDDE-5D17-E5148A35A0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73167" y="1899382"/>
                  <a:ext cx="149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94DF8C1-B3F3-73D5-C8AB-5227991EC4E8}"/>
                    </a:ext>
                  </a:extLst>
                </p14:cNvPr>
                <p14:cNvContentPartPr/>
                <p14:nvPr/>
              </p14:nvContentPartPr>
              <p14:xfrm>
                <a:off x="5394767" y="1889302"/>
                <a:ext cx="168840" cy="189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94DF8C1-B3F3-73D5-C8AB-5227991EC4E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77127" y="1871662"/>
                  <a:ext cx="2044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599C020-74E4-D629-D075-F899E73AF374}"/>
                    </a:ext>
                  </a:extLst>
                </p14:cNvPr>
                <p14:cNvContentPartPr/>
                <p14:nvPr/>
              </p14:nvContentPartPr>
              <p14:xfrm>
                <a:off x="5350127" y="1704622"/>
                <a:ext cx="36360" cy="60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599C020-74E4-D629-D075-F899E73AF3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32127" y="1686622"/>
                  <a:ext cx="72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37DB2E8-01F5-06D8-7D76-37E1FD87B39E}"/>
                    </a:ext>
                  </a:extLst>
                </p14:cNvPr>
                <p14:cNvContentPartPr/>
                <p14:nvPr/>
              </p14:nvContentPartPr>
              <p14:xfrm>
                <a:off x="4837127" y="1739182"/>
                <a:ext cx="289440" cy="68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37DB2E8-01F5-06D8-7D76-37E1FD87B3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19127" y="1721182"/>
                  <a:ext cx="32508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B87EDF6-BDFE-A3DA-7F4F-F8081ED232DD}"/>
              </a:ext>
            </a:extLst>
          </p:cNvPr>
          <p:cNvGrpSpPr/>
          <p:nvPr/>
        </p:nvGrpSpPr>
        <p:grpSpPr>
          <a:xfrm>
            <a:off x="6208367" y="1348582"/>
            <a:ext cx="3251880" cy="1010520"/>
            <a:chOff x="6208367" y="1348582"/>
            <a:chExt cx="3251880" cy="10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518F109-4511-A420-08B7-699CD3E43788}"/>
                    </a:ext>
                  </a:extLst>
                </p14:cNvPr>
                <p14:cNvContentPartPr/>
                <p14:nvPr/>
              </p14:nvContentPartPr>
              <p14:xfrm>
                <a:off x="6208367" y="1659262"/>
                <a:ext cx="92160" cy="339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518F109-4511-A420-08B7-699CD3E4378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90727" y="1641622"/>
                  <a:ext cx="1278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A86F591-FC20-ACF6-2AD9-3C41B10F3FD5}"/>
                    </a:ext>
                  </a:extLst>
                </p14:cNvPr>
                <p14:cNvContentPartPr/>
                <p14:nvPr/>
              </p14:nvContentPartPr>
              <p14:xfrm>
                <a:off x="6257327" y="1670062"/>
                <a:ext cx="335520" cy="288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A86F591-FC20-ACF6-2AD9-3C41B10F3F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39687" y="1652422"/>
                  <a:ext cx="3711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E937B2-04AC-A993-500F-084BDDFAF4C6}"/>
                    </a:ext>
                  </a:extLst>
                </p14:cNvPr>
                <p14:cNvContentPartPr/>
                <p14:nvPr/>
              </p14:nvContentPartPr>
              <p14:xfrm>
                <a:off x="6674207" y="1773742"/>
                <a:ext cx="213840" cy="211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E937B2-04AC-A993-500F-084BDDFAF4C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56207" y="1755742"/>
                  <a:ext cx="249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464B4EA-9C27-0487-EF31-1C26F660186B}"/>
                    </a:ext>
                  </a:extLst>
                </p14:cNvPr>
                <p14:cNvContentPartPr/>
                <p14:nvPr/>
              </p14:nvContentPartPr>
              <p14:xfrm>
                <a:off x="6979127" y="1557742"/>
                <a:ext cx="105120" cy="414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464B4EA-9C27-0487-EF31-1C26F660186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61487" y="1540102"/>
                  <a:ext cx="1407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169B491-0A35-845A-E608-27A200445CA4}"/>
                    </a:ext>
                  </a:extLst>
                </p14:cNvPr>
                <p14:cNvContentPartPr/>
                <p14:nvPr/>
              </p14:nvContentPartPr>
              <p14:xfrm>
                <a:off x="7168127" y="1636582"/>
                <a:ext cx="129240" cy="331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169B491-0A35-845A-E608-27A200445CA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50487" y="1618582"/>
                  <a:ext cx="1648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C9E4DEB-35B4-03AC-40BF-35EEE53ABBE9}"/>
                    </a:ext>
                  </a:extLst>
                </p14:cNvPr>
                <p14:cNvContentPartPr/>
                <p14:nvPr/>
              </p14:nvContentPartPr>
              <p14:xfrm>
                <a:off x="7107287" y="1762582"/>
                <a:ext cx="190080" cy="41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C9E4DEB-35B4-03AC-40BF-35EEE53ABBE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89287" y="1744942"/>
                  <a:ext cx="225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2ABCE2A-859E-2D35-064C-B048F094D95B}"/>
                    </a:ext>
                  </a:extLst>
                </p14:cNvPr>
                <p14:cNvContentPartPr/>
                <p14:nvPr/>
              </p14:nvContentPartPr>
              <p14:xfrm>
                <a:off x="7339847" y="1740982"/>
                <a:ext cx="34920" cy="193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2ABCE2A-859E-2D35-064C-B048F094D95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21847" y="1722982"/>
                  <a:ext cx="70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79A7B07-A947-157B-54F5-BF33B159F5F8}"/>
                    </a:ext>
                  </a:extLst>
                </p14:cNvPr>
                <p14:cNvContentPartPr/>
                <p14:nvPr/>
              </p14:nvContentPartPr>
              <p14:xfrm>
                <a:off x="7397447" y="1572142"/>
                <a:ext cx="51840" cy="56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79A7B07-A947-157B-54F5-BF33B159F5F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79447" y="1554142"/>
                  <a:ext cx="874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B5EB87B-A504-0DD1-820A-494F91C062A6}"/>
                    </a:ext>
                  </a:extLst>
                </p14:cNvPr>
                <p14:cNvContentPartPr/>
                <p14:nvPr/>
              </p14:nvContentPartPr>
              <p14:xfrm>
                <a:off x="7427327" y="1734142"/>
                <a:ext cx="68760" cy="624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B5EB87B-A504-0DD1-820A-494F91C062A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09687" y="1716142"/>
                  <a:ext cx="10440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0574D1A-BDA1-6AF9-25BD-9F5A2F375120}"/>
                    </a:ext>
                  </a:extLst>
                </p14:cNvPr>
                <p14:cNvContentPartPr/>
                <p14:nvPr/>
              </p14:nvContentPartPr>
              <p14:xfrm>
                <a:off x="7385927" y="1526782"/>
                <a:ext cx="724320" cy="450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0574D1A-BDA1-6AF9-25BD-9F5A2F37512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67927" y="1509142"/>
                  <a:ext cx="75996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1F37CB8-F9AD-E613-B93D-55FB87FA0639}"/>
                    </a:ext>
                  </a:extLst>
                </p14:cNvPr>
                <p14:cNvContentPartPr/>
                <p14:nvPr/>
              </p14:nvContentPartPr>
              <p14:xfrm>
                <a:off x="8043647" y="1533982"/>
                <a:ext cx="51840" cy="59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1F37CB8-F9AD-E613-B93D-55FB87FA063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26007" y="1515982"/>
                  <a:ext cx="87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C65B11E-6CDC-4DC9-A142-0F20BC127CD7}"/>
                    </a:ext>
                  </a:extLst>
                </p14:cNvPr>
                <p14:cNvContentPartPr/>
                <p14:nvPr/>
              </p14:nvContentPartPr>
              <p14:xfrm>
                <a:off x="8168207" y="1693102"/>
                <a:ext cx="445320" cy="204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C65B11E-6CDC-4DC9-A142-0F20BC127CD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50207" y="1675462"/>
                  <a:ext cx="480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FFFF71B-E197-64DC-CD7F-30157CF229C1}"/>
                    </a:ext>
                  </a:extLst>
                </p14:cNvPr>
                <p14:cNvContentPartPr/>
                <p14:nvPr/>
              </p14:nvContentPartPr>
              <p14:xfrm>
                <a:off x="8783447" y="1348582"/>
                <a:ext cx="72360" cy="517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FFFF71B-E197-64DC-CD7F-30157CF229C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65807" y="1330942"/>
                  <a:ext cx="10800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5FD786D-9007-DF62-5734-7D78B9F50AFD}"/>
                    </a:ext>
                  </a:extLst>
                </p14:cNvPr>
                <p14:cNvContentPartPr/>
                <p14:nvPr/>
              </p14:nvContentPartPr>
              <p14:xfrm>
                <a:off x="8909087" y="1699942"/>
                <a:ext cx="41040" cy="148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5FD786D-9007-DF62-5734-7D78B9F50AF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91087" y="1682302"/>
                  <a:ext cx="76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1C977DE-FD60-E516-4FE9-4EDF502984BF}"/>
                    </a:ext>
                  </a:extLst>
                </p14:cNvPr>
                <p14:cNvContentPartPr/>
                <p14:nvPr/>
              </p14:nvContentPartPr>
              <p14:xfrm>
                <a:off x="9047327" y="1676542"/>
                <a:ext cx="412920" cy="191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1C977DE-FD60-E516-4FE9-4EDF502984B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29327" y="1658542"/>
                  <a:ext cx="4485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22DB7A4-B3C9-11B0-0088-E7834CA659B2}"/>
                    </a:ext>
                  </a:extLst>
                </p14:cNvPr>
                <p14:cNvContentPartPr/>
                <p14:nvPr/>
              </p14:nvContentPartPr>
              <p14:xfrm>
                <a:off x="9079007" y="1504462"/>
                <a:ext cx="109800" cy="58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22DB7A4-B3C9-11B0-0088-E7834CA659B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61367" y="1486822"/>
                  <a:ext cx="1454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378CADF-F1C6-2A12-CF03-58D11BD95857}"/>
                    </a:ext>
                  </a:extLst>
                </p14:cNvPr>
                <p14:cNvContentPartPr/>
                <p14:nvPr/>
              </p14:nvContentPartPr>
              <p14:xfrm>
                <a:off x="8537207" y="1496182"/>
                <a:ext cx="293760" cy="48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378CADF-F1C6-2A12-CF03-58D11BD9585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19207" y="1478182"/>
                  <a:ext cx="32940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D4D55C4-6072-FC29-B18F-10E002C871F8}"/>
                  </a:ext>
                </a:extLst>
              </p14:cNvPr>
              <p14:cNvContentPartPr/>
              <p14:nvPr/>
            </p14:nvContentPartPr>
            <p14:xfrm>
              <a:off x="11043167" y="2188822"/>
              <a:ext cx="37800" cy="583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D4D55C4-6072-FC29-B18F-10E002C871F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025167" y="2170822"/>
                <a:ext cx="7344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0BD7E72-F3AA-10B7-3F4A-4F10069FA859}"/>
              </a:ext>
            </a:extLst>
          </p:cNvPr>
          <p:cNvGrpSpPr/>
          <p:nvPr/>
        </p:nvGrpSpPr>
        <p:grpSpPr>
          <a:xfrm>
            <a:off x="267287" y="2511382"/>
            <a:ext cx="238320" cy="663480"/>
            <a:chOff x="267287" y="2511382"/>
            <a:chExt cx="238320" cy="66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8E09300-F4FA-BD2E-D114-F3ACC8BE878D}"/>
                    </a:ext>
                  </a:extLst>
                </p14:cNvPr>
                <p14:cNvContentPartPr/>
                <p14:nvPr/>
              </p14:nvContentPartPr>
              <p14:xfrm>
                <a:off x="269447" y="2728822"/>
                <a:ext cx="29160" cy="160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8E09300-F4FA-BD2E-D114-F3ACC8BE878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1447" y="2710822"/>
                  <a:ext cx="64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744BDD8-7BD2-6F74-E100-47D5CEFED670}"/>
                    </a:ext>
                  </a:extLst>
                </p14:cNvPr>
                <p14:cNvContentPartPr/>
                <p14:nvPr/>
              </p14:nvContentPartPr>
              <p14:xfrm>
                <a:off x="282407" y="2550262"/>
                <a:ext cx="14400" cy="25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744BDD8-7BD2-6F74-E100-47D5CEFED67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4767" y="2532262"/>
                  <a:ext cx="50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E7E1C2A-6DAD-B16C-21C5-B80745D95FD7}"/>
                    </a:ext>
                  </a:extLst>
                </p14:cNvPr>
                <p14:cNvContentPartPr/>
                <p14:nvPr/>
              </p14:nvContentPartPr>
              <p14:xfrm>
                <a:off x="267287" y="2511382"/>
                <a:ext cx="238320" cy="663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E7E1C2A-6DAD-B16C-21C5-B80745D95FD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9287" y="2493382"/>
                  <a:ext cx="273960" cy="69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D64A594-8B81-370F-A86B-CA808C65AD26}"/>
              </a:ext>
            </a:extLst>
          </p:cNvPr>
          <p:cNvGrpSpPr/>
          <p:nvPr/>
        </p:nvGrpSpPr>
        <p:grpSpPr>
          <a:xfrm>
            <a:off x="972527" y="2572582"/>
            <a:ext cx="3217320" cy="824040"/>
            <a:chOff x="972527" y="2572582"/>
            <a:chExt cx="3217320" cy="82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6FFBC54-8299-3B8F-C596-F6AF23DDB986}"/>
                    </a:ext>
                  </a:extLst>
                </p14:cNvPr>
                <p14:cNvContentPartPr/>
                <p14:nvPr/>
              </p14:nvContentPartPr>
              <p14:xfrm>
                <a:off x="972527" y="2750062"/>
                <a:ext cx="60840" cy="240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6FFBC54-8299-3B8F-C596-F6AF23DDB98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54527" y="2732422"/>
                  <a:ext cx="964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741F09D-5BC8-A3A9-C134-E7245C1ADACC}"/>
                    </a:ext>
                  </a:extLst>
                </p14:cNvPr>
                <p14:cNvContentPartPr/>
                <p14:nvPr/>
              </p14:nvContentPartPr>
              <p14:xfrm>
                <a:off x="1071167" y="2592742"/>
                <a:ext cx="560160" cy="420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741F09D-5BC8-A3A9-C134-E7245C1ADAC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3527" y="2574742"/>
                  <a:ext cx="5958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5D32BAD-DF79-D7BC-87E2-628D347E2F01}"/>
                    </a:ext>
                  </a:extLst>
                </p14:cNvPr>
                <p14:cNvContentPartPr/>
                <p14:nvPr/>
              </p14:nvContentPartPr>
              <p14:xfrm>
                <a:off x="1723847" y="2638462"/>
                <a:ext cx="83160" cy="419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5D32BAD-DF79-D7BC-87E2-628D347E2F0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05847" y="2620462"/>
                  <a:ext cx="11880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D1A7219-7296-C5CA-6D00-A440F93CCA39}"/>
                    </a:ext>
                  </a:extLst>
                </p14:cNvPr>
                <p14:cNvContentPartPr/>
                <p14:nvPr/>
              </p14:nvContentPartPr>
              <p14:xfrm>
                <a:off x="1929047" y="2632702"/>
                <a:ext cx="98640" cy="460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D1A7219-7296-C5CA-6D00-A440F93CCA3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11407" y="2615062"/>
                  <a:ext cx="1342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EB74ECF-578B-FEA1-45A9-96F6E40B139F}"/>
                    </a:ext>
                  </a:extLst>
                </p14:cNvPr>
                <p14:cNvContentPartPr/>
                <p14:nvPr/>
              </p14:nvContentPartPr>
              <p14:xfrm>
                <a:off x="1879727" y="2883982"/>
                <a:ext cx="146160" cy="15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EB74ECF-578B-FEA1-45A9-96F6E40B139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61727" y="2865982"/>
                  <a:ext cx="181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4164CA0-9765-CE39-14F8-00B146DD9040}"/>
                    </a:ext>
                  </a:extLst>
                </p14:cNvPr>
                <p14:cNvContentPartPr/>
                <p14:nvPr/>
              </p14:nvContentPartPr>
              <p14:xfrm>
                <a:off x="2129567" y="2865262"/>
                <a:ext cx="143640" cy="195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4164CA0-9765-CE39-14F8-00B146DD904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11927" y="2847622"/>
                  <a:ext cx="1792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D39983F-F8C1-1CBB-8154-F4EF637719AB}"/>
                    </a:ext>
                  </a:extLst>
                </p14:cNvPr>
                <p14:cNvContentPartPr/>
                <p14:nvPr/>
              </p14:nvContentPartPr>
              <p14:xfrm>
                <a:off x="2186447" y="2667262"/>
                <a:ext cx="60840" cy="66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D39983F-F8C1-1CBB-8154-F4EF637719A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168807" y="2649262"/>
                  <a:ext cx="96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F7F81F6-DA3F-89F9-7506-C66B5A2A313D}"/>
                    </a:ext>
                  </a:extLst>
                </p14:cNvPr>
                <p14:cNvContentPartPr/>
                <p14:nvPr/>
              </p14:nvContentPartPr>
              <p14:xfrm>
                <a:off x="2225327" y="2901982"/>
                <a:ext cx="97920" cy="494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F7F81F6-DA3F-89F9-7506-C66B5A2A31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07687" y="2883982"/>
                  <a:ext cx="1335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E4665A9-72BB-2172-2A80-4E042E5127C7}"/>
                    </a:ext>
                  </a:extLst>
                </p14:cNvPr>
                <p14:cNvContentPartPr/>
                <p14:nvPr/>
              </p14:nvContentPartPr>
              <p14:xfrm>
                <a:off x="2204807" y="2871382"/>
                <a:ext cx="203760" cy="170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E4665A9-72BB-2172-2A80-4E042E5127C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87167" y="2853382"/>
                  <a:ext cx="239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4C3B18C-9382-FA11-A936-ADE3591EE7E8}"/>
                    </a:ext>
                  </a:extLst>
                </p14:cNvPr>
                <p14:cNvContentPartPr/>
                <p14:nvPr/>
              </p14:nvContentPartPr>
              <p14:xfrm>
                <a:off x="2521247" y="2686702"/>
                <a:ext cx="37440" cy="348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4C3B18C-9382-FA11-A936-ADE3591EE7E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03247" y="2668702"/>
                  <a:ext cx="730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40CC7A2-3D6A-93A8-1D87-FA59C1EDF0F5}"/>
                    </a:ext>
                  </a:extLst>
                </p14:cNvPr>
                <p14:cNvContentPartPr/>
                <p14:nvPr/>
              </p14:nvContentPartPr>
              <p14:xfrm>
                <a:off x="2665607" y="2875342"/>
                <a:ext cx="33120" cy="166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40CC7A2-3D6A-93A8-1D87-FA59C1EDF0F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47967" y="2857342"/>
                  <a:ext cx="68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6E5CDAE-FF10-A421-788B-64B403AC7D93}"/>
                    </a:ext>
                  </a:extLst>
                </p14:cNvPr>
                <p14:cNvContentPartPr/>
                <p14:nvPr/>
              </p14:nvContentPartPr>
              <p14:xfrm>
                <a:off x="2763527" y="2692822"/>
                <a:ext cx="25560" cy="54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6E5CDAE-FF10-A421-788B-64B403AC7D9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745527" y="2674822"/>
                  <a:ext cx="61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1D36E73-514D-CB14-63D8-1F028328F768}"/>
                    </a:ext>
                  </a:extLst>
                </p14:cNvPr>
                <p14:cNvContentPartPr/>
                <p14:nvPr/>
              </p14:nvContentPartPr>
              <p14:xfrm>
                <a:off x="2835527" y="2890102"/>
                <a:ext cx="209160" cy="194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1D36E73-514D-CB14-63D8-1F028328F76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17887" y="2872102"/>
                  <a:ext cx="244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D26F493-2023-5680-63B2-3CA37F080209}"/>
                    </a:ext>
                  </a:extLst>
                </p14:cNvPr>
                <p14:cNvContentPartPr/>
                <p14:nvPr/>
              </p14:nvContentPartPr>
              <p14:xfrm>
                <a:off x="3090047" y="2910262"/>
                <a:ext cx="194040" cy="176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D26F493-2023-5680-63B2-3CA37F08020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72407" y="2892622"/>
                  <a:ext cx="2296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24B0657-B66F-1938-660D-07D86B736D1E}"/>
                    </a:ext>
                  </a:extLst>
                </p14:cNvPr>
                <p14:cNvContentPartPr/>
                <p14:nvPr/>
              </p14:nvContentPartPr>
              <p14:xfrm>
                <a:off x="3514487" y="2572582"/>
                <a:ext cx="26640" cy="461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24B0657-B66F-1938-660D-07D86B736D1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96487" y="2554582"/>
                  <a:ext cx="6228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B531718-0AC9-0B4D-EA64-AB64D56C931B}"/>
                    </a:ext>
                  </a:extLst>
                </p14:cNvPr>
                <p14:cNvContentPartPr/>
                <p14:nvPr/>
              </p14:nvContentPartPr>
              <p14:xfrm>
                <a:off x="3673247" y="2875342"/>
                <a:ext cx="16200" cy="147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B531718-0AC9-0B4D-EA64-AB64D56C931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55607" y="2857702"/>
                  <a:ext cx="51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5F01F2-D69D-87AE-ADAF-7F179CB562BE}"/>
                    </a:ext>
                  </a:extLst>
                </p14:cNvPr>
                <p14:cNvContentPartPr/>
                <p14:nvPr/>
              </p14:nvContentPartPr>
              <p14:xfrm>
                <a:off x="3806447" y="2885782"/>
                <a:ext cx="119520" cy="167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5F01F2-D69D-87AE-ADAF-7F179CB562B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88807" y="2867782"/>
                  <a:ext cx="155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95982BE-E438-338C-B43D-9EE92B4A2F34}"/>
                    </a:ext>
                  </a:extLst>
                </p14:cNvPr>
                <p14:cNvContentPartPr/>
                <p14:nvPr/>
              </p14:nvContentPartPr>
              <p14:xfrm>
                <a:off x="4021727" y="2880742"/>
                <a:ext cx="168120" cy="169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95982BE-E438-338C-B43D-9EE92B4A2F3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003727" y="2863102"/>
                  <a:ext cx="203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DBD21ED-0CEC-6936-521D-D05BCAD877F6}"/>
                    </a:ext>
                  </a:extLst>
                </p14:cNvPr>
                <p14:cNvContentPartPr/>
                <p14:nvPr/>
              </p14:nvContentPartPr>
              <p14:xfrm>
                <a:off x="3644087" y="2649982"/>
                <a:ext cx="140400" cy="33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DBD21ED-0CEC-6936-521D-D05BCAD877F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26087" y="2632342"/>
                  <a:ext cx="176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A3FF224-464C-9865-D8DD-A148B746F21C}"/>
                    </a:ext>
                  </a:extLst>
                </p14:cNvPr>
                <p14:cNvContentPartPr/>
                <p14:nvPr/>
              </p14:nvContentPartPr>
              <p14:xfrm>
                <a:off x="3389927" y="2734942"/>
                <a:ext cx="257760" cy="29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A3FF224-464C-9865-D8DD-A148B746F21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72287" y="2716942"/>
                  <a:ext cx="29340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AFD51B9-07BE-9CDD-3C0A-C1924E69B8D4}"/>
                  </a:ext>
                </a:extLst>
              </p14:cNvPr>
              <p14:cNvContentPartPr/>
              <p14:nvPr/>
            </p14:nvContentPartPr>
            <p14:xfrm>
              <a:off x="4556327" y="2716222"/>
              <a:ext cx="484200" cy="8776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AFD51B9-07BE-9CDD-3C0A-C1924E69B8D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538327" y="2698582"/>
                <a:ext cx="519840" cy="9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B41B426-AA10-E03F-75A2-57283D3D7337}"/>
              </a:ext>
            </a:extLst>
          </p:cNvPr>
          <p:cNvGrpSpPr/>
          <p:nvPr/>
        </p:nvGrpSpPr>
        <p:grpSpPr>
          <a:xfrm>
            <a:off x="5570807" y="2568982"/>
            <a:ext cx="1878840" cy="508320"/>
            <a:chOff x="5570807" y="2568982"/>
            <a:chExt cx="1878840" cy="5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1F4B3E0-4D11-A65A-D1A2-E5DC9737EEC1}"/>
                    </a:ext>
                  </a:extLst>
                </p14:cNvPr>
                <p14:cNvContentPartPr/>
                <p14:nvPr/>
              </p14:nvContentPartPr>
              <p14:xfrm>
                <a:off x="5570807" y="2882182"/>
                <a:ext cx="388080" cy="195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1F4B3E0-4D11-A65A-D1A2-E5DC9737EEC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53167" y="2864542"/>
                  <a:ext cx="4237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9804919-B442-7842-41E2-3E62377C001D}"/>
                    </a:ext>
                  </a:extLst>
                </p14:cNvPr>
                <p14:cNvContentPartPr/>
                <p14:nvPr/>
              </p14:nvContentPartPr>
              <p14:xfrm>
                <a:off x="6047807" y="2890102"/>
                <a:ext cx="158040" cy="169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9804919-B442-7842-41E2-3E62377C001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29807" y="2872462"/>
                  <a:ext cx="193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7BEE29C-83F9-F20E-1C89-BDD7FF3ABA58}"/>
                    </a:ext>
                  </a:extLst>
                </p14:cNvPr>
                <p14:cNvContentPartPr/>
                <p14:nvPr/>
              </p14:nvContentPartPr>
              <p14:xfrm>
                <a:off x="6378287" y="2568982"/>
                <a:ext cx="34560" cy="444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7BEE29C-83F9-F20E-1C89-BDD7FF3ABA5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360287" y="2550982"/>
                  <a:ext cx="7020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5CADD92-BC3F-F58F-7725-31E6710A5506}"/>
                    </a:ext>
                  </a:extLst>
                </p14:cNvPr>
                <p14:cNvContentPartPr/>
                <p14:nvPr/>
              </p14:nvContentPartPr>
              <p14:xfrm>
                <a:off x="6461447" y="2862022"/>
                <a:ext cx="357840" cy="149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5CADD92-BC3F-F58F-7725-31E6710A550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43807" y="2844022"/>
                  <a:ext cx="393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7ABE857-AA39-94C3-0746-CFDDFD428CB3}"/>
                    </a:ext>
                  </a:extLst>
                </p14:cNvPr>
                <p14:cNvContentPartPr/>
                <p14:nvPr/>
              </p14:nvContentPartPr>
              <p14:xfrm>
                <a:off x="6778607" y="2619382"/>
                <a:ext cx="66600" cy="73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7ABE857-AA39-94C3-0746-CFDDFD428CB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60967" y="2601742"/>
                  <a:ext cx="102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6C4B340-45F7-E200-CDB8-28A88EB050AC}"/>
                    </a:ext>
                  </a:extLst>
                </p14:cNvPr>
                <p14:cNvContentPartPr/>
                <p14:nvPr/>
              </p14:nvContentPartPr>
              <p14:xfrm>
                <a:off x="6340487" y="2657542"/>
                <a:ext cx="258120" cy="54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6C4B340-45F7-E200-CDB8-28A88EB050A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22487" y="2639902"/>
                  <a:ext cx="293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2CFC550-E37B-0830-B74F-7E61D50BD697}"/>
                    </a:ext>
                  </a:extLst>
                </p14:cNvPr>
                <p14:cNvContentPartPr/>
                <p14:nvPr/>
              </p14:nvContentPartPr>
              <p14:xfrm>
                <a:off x="6965807" y="2881462"/>
                <a:ext cx="120600" cy="130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2CFC550-E37B-0830-B74F-7E61D50BD69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947807" y="2863462"/>
                  <a:ext cx="156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2C6D8F4-EF38-C27C-1C58-86F403DCD4E4}"/>
                    </a:ext>
                  </a:extLst>
                </p14:cNvPr>
                <p14:cNvContentPartPr/>
                <p14:nvPr/>
              </p14:nvContentPartPr>
              <p14:xfrm>
                <a:off x="7113407" y="2839702"/>
                <a:ext cx="154800" cy="153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2C6D8F4-EF38-C27C-1C58-86F403DCD4E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095767" y="2821702"/>
                  <a:ext cx="1904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B1CC355-1852-B957-D0F2-9CDBEF999B5C}"/>
                    </a:ext>
                  </a:extLst>
                </p14:cNvPr>
                <p14:cNvContentPartPr/>
                <p14:nvPr/>
              </p14:nvContentPartPr>
              <p14:xfrm>
                <a:off x="7257047" y="2846182"/>
                <a:ext cx="192600" cy="173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B1CC355-1852-B957-D0F2-9CDBEF999B5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39047" y="2828542"/>
                  <a:ext cx="22824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EF26787-5093-EBE3-C515-4D53B9F81343}"/>
              </a:ext>
            </a:extLst>
          </p:cNvPr>
          <p:cNvGrpSpPr/>
          <p:nvPr/>
        </p:nvGrpSpPr>
        <p:grpSpPr>
          <a:xfrm>
            <a:off x="7913327" y="2630182"/>
            <a:ext cx="309240" cy="351360"/>
            <a:chOff x="7913327" y="2630182"/>
            <a:chExt cx="30924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AFB03C3-48B5-D725-EB06-034CEA815F8D}"/>
                    </a:ext>
                  </a:extLst>
                </p14:cNvPr>
                <p14:cNvContentPartPr/>
                <p14:nvPr/>
              </p14:nvContentPartPr>
              <p14:xfrm>
                <a:off x="7913327" y="2813422"/>
                <a:ext cx="30960" cy="168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AFB03C3-48B5-D725-EB06-034CEA815F8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895327" y="2795422"/>
                  <a:ext cx="66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37D747C-DF70-371E-7CB8-8F6B605DE219}"/>
                    </a:ext>
                  </a:extLst>
                </p14:cNvPr>
                <p14:cNvContentPartPr/>
                <p14:nvPr/>
              </p14:nvContentPartPr>
              <p14:xfrm>
                <a:off x="8075687" y="2806942"/>
                <a:ext cx="146880" cy="173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37D747C-DF70-371E-7CB8-8F6B605DE21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58047" y="2788942"/>
                  <a:ext cx="182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A30BD20-C27B-8475-B2F1-93160947F480}"/>
                    </a:ext>
                  </a:extLst>
                </p14:cNvPr>
                <p14:cNvContentPartPr/>
                <p14:nvPr/>
              </p14:nvContentPartPr>
              <p14:xfrm>
                <a:off x="7999727" y="2630182"/>
                <a:ext cx="10080" cy="47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A30BD20-C27B-8475-B2F1-93160947F48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82087" y="2612542"/>
                  <a:ext cx="4572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C0F8949-0DD9-FFB1-4782-877E0271A5C5}"/>
              </a:ext>
            </a:extLst>
          </p:cNvPr>
          <p:cNvGrpSpPr/>
          <p:nvPr/>
        </p:nvGrpSpPr>
        <p:grpSpPr>
          <a:xfrm>
            <a:off x="8614967" y="2464582"/>
            <a:ext cx="3398040" cy="585720"/>
            <a:chOff x="8614967" y="2464582"/>
            <a:chExt cx="3398040" cy="58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FC6F6C3-DA44-226C-CE8D-0F300FFFE141}"/>
                    </a:ext>
                  </a:extLst>
                </p14:cNvPr>
                <p14:cNvContentPartPr/>
                <p14:nvPr/>
              </p14:nvContentPartPr>
              <p14:xfrm>
                <a:off x="8614967" y="2815942"/>
                <a:ext cx="226080" cy="204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FC6F6C3-DA44-226C-CE8D-0F300FFFE14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597327" y="2798302"/>
                  <a:ext cx="261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9BFD506-36E9-9CEA-5DC9-D7B122CFFD52}"/>
                    </a:ext>
                  </a:extLst>
                </p14:cNvPr>
                <p14:cNvContentPartPr/>
                <p14:nvPr/>
              </p14:nvContentPartPr>
              <p14:xfrm>
                <a:off x="8918447" y="2577262"/>
                <a:ext cx="511560" cy="473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9BFD506-36E9-9CEA-5DC9-D7B122CFFD5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00447" y="2559262"/>
                  <a:ext cx="54720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EA728F1-677C-55DA-2081-611BCD663286}"/>
                    </a:ext>
                  </a:extLst>
                </p14:cNvPr>
                <p14:cNvContentPartPr/>
                <p14:nvPr/>
              </p14:nvContentPartPr>
              <p14:xfrm>
                <a:off x="9115367" y="2711902"/>
                <a:ext cx="291240" cy="40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EA728F1-677C-55DA-2081-611BCD66328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097367" y="2694262"/>
                  <a:ext cx="326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A4F7DEF-8726-87C8-0504-8CD06FD66471}"/>
                    </a:ext>
                  </a:extLst>
                </p14:cNvPr>
                <p14:cNvContentPartPr/>
                <p14:nvPr/>
              </p14:nvContentPartPr>
              <p14:xfrm>
                <a:off x="9635207" y="2736382"/>
                <a:ext cx="340560" cy="232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A4F7DEF-8726-87C8-0504-8CD06FD6647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17207" y="2718742"/>
                  <a:ext cx="3762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D0448FA-095E-C4DF-7F7B-F4C6EA0A91E3}"/>
                    </a:ext>
                  </a:extLst>
                </p14:cNvPr>
                <p14:cNvContentPartPr/>
                <p14:nvPr/>
              </p14:nvContentPartPr>
              <p14:xfrm>
                <a:off x="10054247" y="2772022"/>
                <a:ext cx="245520" cy="168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D0448FA-095E-C4DF-7F7B-F4C6EA0A91E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036607" y="2754022"/>
                  <a:ext cx="281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D8BF952-C990-D900-7A35-0942678F9D0E}"/>
                    </a:ext>
                  </a:extLst>
                </p14:cNvPr>
                <p14:cNvContentPartPr/>
                <p14:nvPr/>
              </p14:nvContentPartPr>
              <p14:xfrm>
                <a:off x="10366007" y="2808382"/>
                <a:ext cx="271080" cy="147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D8BF952-C990-D900-7A35-0942678F9D0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348367" y="2790742"/>
                  <a:ext cx="306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5E20E55-F516-5D36-E254-48173C3E9A6C}"/>
                    </a:ext>
                  </a:extLst>
                </p14:cNvPr>
                <p14:cNvContentPartPr/>
                <p14:nvPr/>
              </p14:nvContentPartPr>
              <p14:xfrm>
                <a:off x="10726727" y="2791822"/>
                <a:ext cx="249840" cy="136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5E20E55-F516-5D36-E254-48173C3E9A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08727" y="2773822"/>
                  <a:ext cx="285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D663CD1-F9E2-5CAD-8392-69636386E257}"/>
                    </a:ext>
                  </a:extLst>
                </p14:cNvPr>
                <p14:cNvContentPartPr/>
                <p14:nvPr/>
              </p14:nvContentPartPr>
              <p14:xfrm>
                <a:off x="11030567" y="2464582"/>
                <a:ext cx="101520" cy="466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D663CD1-F9E2-5CAD-8392-69636386E25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012927" y="2446942"/>
                  <a:ext cx="1371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04A8317-D6F1-8F62-017E-727C28D7195E}"/>
                    </a:ext>
                  </a:extLst>
                </p14:cNvPr>
                <p14:cNvContentPartPr/>
                <p14:nvPr/>
              </p14:nvContentPartPr>
              <p14:xfrm>
                <a:off x="11133167" y="2761222"/>
                <a:ext cx="180720" cy="172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04A8317-D6F1-8F62-017E-727C28D7195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115527" y="2743582"/>
                  <a:ext cx="2163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22378E5-52B6-1608-2BF5-333BDBEF5BD6}"/>
                    </a:ext>
                  </a:extLst>
                </p14:cNvPr>
                <p14:cNvContentPartPr/>
                <p14:nvPr/>
              </p14:nvContentPartPr>
              <p14:xfrm>
                <a:off x="11490287" y="2500942"/>
                <a:ext cx="70200" cy="440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22378E5-52B6-1608-2BF5-333BDBEF5BD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472287" y="2483302"/>
                  <a:ext cx="1058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65775E8-27C8-51DB-DFDC-5D2C8B2C09C0}"/>
                    </a:ext>
                  </a:extLst>
                </p14:cNvPr>
                <p14:cNvContentPartPr/>
                <p14:nvPr/>
              </p14:nvContentPartPr>
              <p14:xfrm>
                <a:off x="11564087" y="2796142"/>
                <a:ext cx="24480" cy="140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65775E8-27C8-51DB-DFDC-5D2C8B2C09C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546447" y="2778142"/>
                  <a:ext cx="601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21E003F-20A0-8021-3B0B-6605B986648C}"/>
                    </a:ext>
                  </a:extLst>
                </p14:cNvPr>
                <p14:cNvContentPartPr/>
                <p14:nvPr/>
              </p14:nvContentPartPr>
              <p14:xfrm>
                <a:off x="11696567" y="2796862"/>
                <a:ext cx="316440" cy="152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21E003F-20A0-8021-3B0B-6605B986648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678567" y="2779222"/>
                  <a:ext cx="352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DCCB3AB-26A7-16A9-612A-35A31B44B18B}"/>
                    </a:ext>
                  </a:extLst>
                </p14:cNvPr>
                <p14:cNvContentPartPr/>
                <p14:nvPr/>
              </p14:nvContentPartPr>
              <p14:xfrm>
                <a:off x="11694407" y="2550982"/>
                <a:ext cx="83520" cy="63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DCCB3AB-26A7-16A9-612A-35A31B44B18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676407" y="2532982"/>
                  <a:ext cx="1191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4468BEF-F96C-00A8-2786-844A984EB53B}"/>
                    </a:ext>
                  </a:extLst>
                </p14:cNvPr>
                <p14:cNvContentPartPr/>
                <p14:nvPr/>
              </p14:nvContentPartPr>
              <p14:xfrm>
                <a:off x="11071967" y="2510302"/>
                <a:ext cx="260640" cy="15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4468BEF-F96C-00A8-2786-844A984EB53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053967" y="2492662"/>
                  <a:ext cx="29628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B805CCE-7D89-0620-DE66-A978C12D11A3}"/>
              </a:ext>
            </a:extLst>
          </p:cNvPr>
          <p:cNvGrpSpPr/>
          <p:nvPr/>
        </p:nvGrpSpPr>
        <p:grpSpPr>
          <a:xfrm>
            <a:off x="176207" y="4231462"/>
            <a:ext cx="335160" cy="824400"/>
            <a:chOff x="176207" y="4231462"/>
            <a:chExt cx="335160" cy="82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32C6180-9908-EBBD-62E5-A8F95FC7D3E8}"/>
                    </a:ext>
                  </a:extLst>
                </p14:cNvPr>
                <p14:cNvContentPartPr/>
                <p14:nvPr/>
              </p14:nvContentPartPr>
              <p14:xfrm>
                <a:off x="176207" y="4510462"/>
                <a:ext cx="82800" cy="273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32C6180-9908-EBBD-62E5-A8F95FC7D3E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58567" y="4492462"/>
                  <a:ext cx="1184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3EA328D-6EF5-3DE2-A60F-7088BC2CB9B7}"/>
                    </a:ext>
                  </a:extLst>
                </p14:cNvPr>
                <p14:cNvContentPartPr/>
                <p14:nvPr/>
              </p14:nvContentPartPr>
              <p14:xfrm>
                <a:off x="240647" y="4635022"/>
                <a:ext cx="14400" cy="137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3EA328D-6EF5-3DE2-A60F-7088BC2CB9B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23007" y="4617022"/>
                  <a:ext cx="500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52EAE40-F5A1-71C9-037D-6CF32238292E}"/>
                    </a:ext>
                  </a:extLst>
                </p14:cNvPr>
                <p14:cNvContentPartPr/>
                <p14:nvPr/>
              </p14:nvContentPartPr>
              <p14:xfrm>
                <a:off x="274127" y="4231462"/>
                <a:ext cx="237240" cy="824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52EAE40-F5A1-71C9-037D-6CF32238292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6127" y="4213822"/>
                  <a:ext cx="272880" cy="86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507F082-C71D-788D-8D73-347F76C2D24D}"/>
              </a:ext>
            </a:extLst>
          </p:cNvPr>
          <p:cNvGrpSpPr/>
          <p:nvPr/>
        </p:nvGrpSpPr>
        <p:grpSpPr>
          <a:xfrm>
            <a:off x="1139207" y="4420102"/>
            <a:ext cx="3052440" cy="498240"/>
            <a:chOff x="1139207" y="4420102"/>
            <a:chExt cx="3052440" cy="49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B2D1BAD-BDF9-F63A-A55E-7DFA597AF8AA}"/>
                    </a:ext>
                  </a:extLst>
                </p14:cNvPr>
                <p14:cNvContentPartPr/>
                <p14:nvPr/>
              </p14:nvContentPartPr>
              <p14:xfrm>
                <a:off x="1139207" y="4420102"/>
                <a:ext cx="312840" cy="487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B2D1BAD-BDF9-F63A-A55E-7DFA597AF8A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21567" y="4402102"/>
                  <a:ext cx="34848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023F5F9-69FE-6119-0360-36E06584485B}"/>
                    </a:ext>
                  </a:extLst>
                </p14:cNvPr>
                <p14:cNvContentPartPr/>
                <p14:nvPr/>
              </p14:nvContentPartPr>
              <p14:xfrm>
                <a:off x="1213367" y="4665622"/>
                <a:ext cx="245160" cy="46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023F5F9-69FE-6119-0360-36E06584485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95367" y="4647982"/>
                  <a:ext cx="280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FE88297-911B-15CB-6F27-F678E0CF413B}"/>
                    </a:ext>
                  </a:extLst>
                </p14:cNvPr>
                <p14:cNvContentPartPr/>
                <p14:nvPr/>
              </p14:nvContentPartPr>
              <p14:xfrm>
                <a:off x="1495607" y="4625662"/>
                <a:ext cx="195120" cy="230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FE88297-911B-15CB-6F27-F678E0CF413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477607" y="4608022"/>
                  <a:ext cx="230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6099093-F031-004B-6E2D-39C98099894D}"/>
                    </a:ext>
                  </a:extLst>
                </p14:cNvPr>
                <p14:cNvContentPartPr/>
                <p14:nvPr/>
              </p14:nvContentPartPr>
              <p14:xfrm>
                <a:off x="1710887" y="4620982"/>
                <a:ext cx="184320" cy="293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6099093-F031-004B-6E2D-39C98099894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692887" y="4603342"/>
                  <a:ext cx="2199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BC6918D-CA09-C387-FCE9-BDFD8797582E}"/>
                    </a:ext>
                  </a:extLst>
                </p14:cNvPr>
                <p14:cNvContentPartPr/>
                <p14:nvPr/>
              </p14:nvContentPartPr>
              <p14:xfrm>
                <a:off x="2015087" y="4691182"/>
                <a:ext cx="165600" cy="2257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BC6918D-CA09-C387-FCE9-BDFD8797582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997087" y="4673182"/>
                  <a:ext cx="201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B861464-A1B4-B09E-ED83-487638D8999F}"/>
                    </a:ext>
                  </a:extLst>
                </p14:cNvPr>
                <p14:cNvContentPartPr/>
                <p14:nvPr/>
              </p14:nvContentPartPr>
              <p14:xfrm>
                <a:off x="2324687" y="4703062"/>
                <a:ext cx="131040" cy="2048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B861464-A1B4-B09E-ED83-487638D8999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307047" y="4685422"/>
                  <a:ext cx="166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EBBB6B1-6592-7A59-24B8-9F04F6A13801}"/>
                    </a:ext>
                  </a:extLst>
                </p14:cNvPr>
                <p14:cNvContentPartPr/>
                <p14:nvPr/>
              </p14:nvContentPartPr>
              <p14:xfrm>
                <a:off x="2556167" y="4705582"/>
                <a:ext cx="131040" cy="204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EBBB6B1-6592-7A59-24B8-9F04F6A1380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538167" y="4687582"/>
                  <a:ext cx="166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3FCDADC-C96C-0494-723D-A53FDDF4723B}"/>
                    </a:ext>
                  </a:extLst>
                </p14:cNvPr>
                <p14:cNvContentPartPr/>
                <p14:nvPr/>
              </p14:nvContentPartPr>
              <p14:xfrm>
                <a:off x="2815727" y="4743742"/>
                <a:ext cx="91080" cy="1544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3FCDADC-C96C-0494-723D-A53FDDF4723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797727" y="4725742"/>
                  <a:ext cx="126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93581BA-618C-9738-386C-48B88F7B68D6}"/>
                    </a:ext>
                  </a:extLst>
                </p14:cNvPr>
                <p14:cNvContentPartPr/>
                <p14:nvPr/>
              </p14:nvContentPartPr>
              <p14:xfrm>
                <a:off x="2875487" y="4548982"/>
                <a:ext cx="51840" cy="51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93581BA-618C-9738-386C-48B88F7B68D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57487" y="4530982"/>
                  <a:ext cx="874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DB19E46-093F-C0DD-48D3-30946AE3FC2F}"/>
                    </a:ext>
                  </a:extLst>
                </p14:cNvPr>
                <p14:cNvContentPartPr/>
                <p14:nvPr/>
              </p14:nvContentPartPr>
              <p14:xfrm>
                <a:off x="2975567" y="4724662"/>
                <a:ext cx="302040" cy="192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DB19E46-093F-C0DD-48D3-30946AE3FC2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57927" y="4706662"/>
                  <a:ext cx="337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3DB2A67-F7E0-5284-0893-5733286E9125}"/>
                    </a:ext>
                  </a:extLst>
                </p14:cNvPr>
                <p14:cNvContentPartPr/>
                <p14:nvPr/>
              </p14:nvContentPartPr>
              <p14:xfrm>
                <a:off x="3379127" y="4457542"/>
                <a:ext cx="89640" cy="459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3DB2A67-F7E0-5284-0893-5733286E912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361127" y="4439542"/>
                  <a:ext cx="125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7B307E9-FF5F-B8B6-8F7A-2FEE93DC8BBC}"/>
                    </a:ext>
                  </a:extLst>
                </p14:cNvPr>
                <p14:cNvContentPartPr/>
                <p14:nvPr/>
              </p14:nvContentPartPr>
              <p14:xfrm>
                <a:off x="3325847" y="4718542"/>
                <a:ext cx="323640" cy="179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7B307E9-FF5F-B8B6-8F7A-2FEE93DC8BB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308207" y="4700902"/>
                  <a:ext cx="359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E8CF49D-69C8-3617-4BC2-1D488BD1652E}"/>
                    </a:ext>
                  </a:extLst>
                </p14:cNvPr>
                <p14:cNvContentPartPr/>
                <p14:nvPr/>
              </p14:nvContentPartPr>
              <p14:xfrm>
                <a:off x="3614567" y="4558342"/>
                <a:ext cx="43200" cy="37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E8CF49D-69C8-3617-4BC2-1D488BD1652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596927" y="4540702"/>
                  <a:ext cx="788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DE97CFF-F192-FBB0-C643-805E2FF2E13B}"/>
                    </a:ext>
                  </a:extLst>
                </p14:cNvPr>
                <p14:cNvContentPartPr/>
                <p14:nvPr/>
              </p14:nvContentPartPr>
              <p14:xfrm>
                <a:off x="3766847" y="4725022"/>
                <a:ext cx="424800" cy="193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DE97CFF-F192-FBB0-C643-805E2FF2E1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748847" y="4707382"/>
                  <a:ext cx="460440" cy="22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CAD2E775-1721-3B8C-6EA9-636C9A3C62EF}"/>
                  </a:ext>
                </a:extLst>
              </p14:cNvPr>
              <p14:cNvContentPartPr/>
              <p14:nvPr/>
            </p14:nvContentPartPr>
            <p14:xfrm>
              <a:off x="9671567" y="4609822"/>
              <a:ext cx="238320" cy="2988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CAD2E775-1721-3B8C-6EA9-636C9A3C62EF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653927" y="4591822"/>
                <a:ext cx="273960" cy="33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B2603656-AE95-9912-3AB9-AD9ED5754F5D}"/>
              </a:ext>
            </a:extLst>
          </p:cNvPr>
          <p:cNvGrpSpPr/>
          <p:nvPr/>
        </p:nvGrpSpPr>
        <p:grpSpPr>
          <a:xfrm>
            <a:off x="120767" y="5208502"/>
            <a:ext cx="453600" cy="665640"/>
            <a:chOff x="120767" y="5208502"/>
            <a:chExt cx="453600" cy="66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F2383B6-DB7E-7B65-40B9-5E391D8EA2B2}"/>
                    </a:ext>
                  </a:extLst>
                </p14:cNvPr>
                <p14:cNvContentPartPr/>
                <p14:nvPr/>
              </p14:nvContentPartPr>
              <p14:xfrm>
                <a:off x="120767" y="5437102"/>
                <a:ext cx="28800" cy="188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F2383B6-DB7E-7B65-40B9-5E391D8EA2B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2767" y="5419462"/>
                  <a:ext cx="64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04C7C5F-26A8-05E9-E7D3-79055EB4A907}"/>
                    </a:ext>
                  </a:extLst>
                </p14:cNvPr>
                <p14:cNvContentPartPr/>
                <p14:nvPr/>
              </p14:nvContentPartPr>
              <p14:xfrm>
                <a:off x="236687" y="5431702"/>
                <a:ext cx="36720" cy="1976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04C7C5F-26A8-05E9-E7D3-79055EB4A90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18687" y="5414062"/>
                  <a:ext cx="723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F983001-C46E-DB04-2836-65E4478D7EA5}"/>
                    </a:ext>
                  </a:extLst>
                </p14:cNvPr>
                <p14:cNvContentPartPr/>
                <p14:nvPr/>
              </p14:nvContentPartPr>
              <p14:xfrm>
                <a:off x="338567" y="5443222"/>
                <a:ext cx="24120" cy="1656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F983001-C46E-DB04-2836-65E4478D7EA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20567" y="5425222"/>
                  <a:ext cx="59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8F92D66-568F-A723-AD66-F95E88F53F98}"/>
                    </a:ext>
                  </a:extLst>
                </p14:cNvPr>
                <p14:cNvContentPartPr/>
                <p14:nvPr/>
              </p14:nvContentPartPr>
              <p14:xfrm>
                <a:off x="309767" y="5208502"/>
                <a:ext cx="264600" cy="665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8F92D66-568F-A723-AD66-F95E88F53F9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92127" y="5190862"/>
                  <a:ext cx="300240" cy="70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57E7C80-976D-25A8-46A4-AAFB51D61ACC}"/>
              </a:ext>
            </a:extLst>
          </p:cNvPr>
          <p:cNvGrpSpPr/>
          <p:nvPr/>
        </p:nvGrpSpPr>
        <p:grpSpPr>
          <a:xfrm>
            <a:off x="1103927" y="5347102"/>
            <a:ext cx="2807280" cy="430200"/>
            <a:chOff x="1103927" y="5347102"/>
            <a:chExt cx="2807280" cy="43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2F23CD1-DE61-DBE9-0027-95E77EFB8B69}"/>
                    </a:ext>
                  </a:extLst>
                </p14:cNvPr>
                <p14:cNvContentPartPr/>
                <p14:nvPr/>
              </p14:nvContentPartPr>
              <p14:xfrm>
                <a:off x="1103927" y="5347102"/>
                <a:ext cx="387720" cy="394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2F23CD1-DE61-DBE9-0027-95E77EFB8B6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86287" y="5329102"/>
                  <a:ext cx="4233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55DF025-68E7-54E5-CF56-5C6FC7244AAE}"/>
                    </a:ext>
                  </a:extLst>
                </p14:cNvPr>
                <p14:cNvContentPartPr/>
                <p14:nvPr/>
              </p14:nvContentPartPr>
              <p14:xfrm>
                <a:off x="1634207" y="5542222"/>
                <a:ext cx="17640" cy="1677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55DF025-68E7-54E5-CF56-5C6FC7244AA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616207" y="5524222"/>
                  <a:ext cx="53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BBC76EC-6AE3-58E4-F888-6CE6F2BD8701}"/>
                    </a:ext>
                  </a:extLst>
                </p14:cNvPr>
                <p14:cNvContentPartPr/>
                <p14:nvPr/>
              </p14:nvContentPartPr>
              <p14:xfrm>
                <a:off x="1672007" y="5378062"/>
                <a:ext cx="31680" cy="630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BBC76EC-6AE3-58E4-F888-6CE6F2BD870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54007" y="5360422"/>
                  <a:ext cx="67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A497C20-9364-3091-52AF-B715CC6ECCD4}"/>
                    </a:ext>
                  </a:extLst>
                </p14:cNvPr>
                <p14:cNvContentPartPr/>
                <p14:nvPr/>
              </p14:nvContentPartPr>
              <p14:xfrm>
                <a:off x="1749767" y="5551582"/>
                <a:ext cx="137520" cy="1832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A497C20-9364-3091-52AF-B715CC6ECCD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731767" y="5533582"/>
                  <a:ext cx="173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3868751-8B1D-D3D4-5BF2-847EEED6C017}"/>
                    </a:ext>
                  </a:extLst>
                </p14:cNvPr>
                <p14:cNvContentPartPr/>
                <p14:nvPr/>
              </p14:nvContentPartPr>
              <p14:xfrm>
                <a:off x="2069447" y="5402902"/>
                <a:ext cx="46080" cy="3596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3868751-8B1D-D3D4-5BF2-847EEED6C01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051807" y="5385262"/>
                  <a:ext cx="817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CFB5E13-2597-DCC8-39D7-ABF262946AE9}"/>
                    </a:ext>
                  </a:extLst>
                </p14:cNvPr>
                <p14:cNvContentPartPr/>
                <p14:nvPr/>
              </p14:nvContentPartPr>
              <p14:xfrm>
                <a:off x="1979087" y="5599462"/>
                <a:ext cx="425520" cy="1764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CFB5E13-2597-DCC8-39D7-ABF262946AE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961447" y="5581462"/>
                  <a:ext cx="4611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35289F6-5B76-08AD-A2A8-814FB8CDAD89}"/>
                    </a:ext>
                  </a:extLst>
                </p14:cNvPr>
                <p14:cNvContentPartPr/>
                <p14:nvPr/>
              </p14:nvContentPartPr>
              <p14:xfrm>
                <a:off x="2413967" y="5408662"/>
                <a:ext cx="27720" cy="496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35289F6-5B76-08AD-A2A8-814FB8CDAD8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396327" y="5390662"/>
                  <a:ext cx="63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0453328-554F-A6B9-C51C-EA8B73821E13}"/>
                    </a:ext>
                  </a:extLst>
                </p14:cNvPr>
                <p14:cNvContentPartPr/>
                <p14:nvPr/>
              </p14:nvContentPartPr>
              <p14:xfrm>
                <a:off x="2603327" y="5393902"/>
                <a:ext cx="198000" cy="383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0453328-554F-A6B9-C51C-EA8B73821E1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585687" y="5375902"/>
                  <a:ext cx="23364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E5994AD-B525-5CFC-FE96-02DFD52AAB3D}"/>
                    </a:ext>
                  </a:extLst>
                </p14:cNvPr>
                <p14:cNvContentPartPr/>
                <p14:nvPr/>
              </p14:nvContentPartPr>
              <p14:xfrm>
                <a:off x="2876567" y="5527822"/>
                <a:ext cx="244080" cy="208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E5994AD-B525-5CFC-FE96-02DFD52AAB3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858927" y="5510182"/>
                  <a:ext cx="2797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E649E75-4D9C-1CEA-C395-DDF54ABD2B0B}"/>
                    </a:ext>
                  </a:extLst>
                </p14:cNvPr>
                <p14:cNvContentPartPr/>
                <p14:nvPr/>
              </p14:nvContentPartPr>
              <p14:xfrm>
                <a:off x="3239087" y="5382742"/>
                <a:ext cx="109440" cy="3146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E649E75-4D9C-1CEA-C395-DDF54ABD2B0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221447" y="5364742"/>
                  <a:ext cx="1450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A4055D6-837A-2E19-C5D7-71145B75ABFF}"/>
                    </a:ext>
                  </a:extLst>
                </p14:cNvPr>
                <p14:cNvContentPartPr/>
                <p14:nvPr/>
              </p14:nvContentPartPr>
              <p14:xfrm>
                <a:off x="3157007" y="5537542"/>
                <a:ext cx="246600" cy="196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A4055D6-837A-2E19-C5D7-71145B75ABF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139007" y="5519542"/>
                  <a:ext cx="282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F7A1B71-4C34-E355-9D28-B6ED3A4F3894}"/>
                    </a:ext>
                  </a:extLst>
                </p14:cNvPr>
                <p14:cNvContentPartPr/>
                <p14:nvPr/>
              </p14:nvContentPartPr>
              <p14:xfrm>
                <a:off x="3383087" y="5409022"/>
                <a:ext cx="48600" cy="49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F7A1B71-4C34-E355-9D28-B6ED3A4F389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365447" y="5391382"/>
                  <a:ext cx="84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AF71A53-C663-B9BC-4815-2C2FB12E330F}"/>
                    </a:ext>
                  </a:extLst>
                </p14:cNvPr>
                <p14:cNvContentPartPr/>
                <p14:nvPr/>
              </p14:nvContentPartPr>
              <p14:xfrm>
                <a:off x="3474167" y="5589022"/>
                <a:ext cx="437040" cy="1623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AF71A53-C663-B9BC-4815-2C2FB12E330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456527" y="5571022"/>
                  <a:ext cx="47268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62A41B64-8BCD-140E-CBB3-C18E7C9DCC9B}"/>
              </a:ext>
            </a:extLst>
          </p:cNvPr>
          <p:cNvGrpSpPr/>
          <p:nvPr/>
        </p:nvGrpSpPr>
        <p:grpSpPr>
          <a:xfrm>
            <a:off x="4440767" y="5432422"/>
            <a:ext cx="800280" cy="379080"/>
            <a:chOff x="4440767" y="5432422"/>
            <a:chExt cx="80028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C388955-CCBF-1E6F-79C8-B2E5233768CC}"/>
                    </a:ext>
                  </a:extLst>
                </p14:cNvPr>
                <p14:cNvContentPartPr/>
                <p14:nvPr/>
              </p14:nvContentPartPr>
              <p14:xfrm>
                <a:off x="4440767" y="5432422"/>
                <a:ext cx="771120" cy="379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C388955-CCBF-1E6F-79C8-B2E5233768C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423127" y="5414422"/>
                  <a:ext cx="8067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4F0EE64-0E98-C472-A490-269290866B79}"/>
                    </a:ext>
                  </a:extLst>
                </p14:cNvPr>
                <p14:cNvContentPartPr/>
                <p14:nvPr/>
              </p14:nvContentPartPr>
              <p14:xfrm>
                <a:off x="5017487" y="5455102"/>
                <a:ext cx="223560" cy="367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4F0EE64-0E98-C472-A490-269290866B7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99487" y="5437102"/>
                  <a:ext cx="25920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80A0D23-7228-23F0-F81F-5404551B9A95}"/>
              </a:ext>
            </a:extLst>
          </p:cNvPr>
          <p:cNvGrpSpPr/>
          <p:nvPr/>
        </p:nvGrpSpPr>
        <p:grpSpPr>
          <a:xfrm>
            <a:off x="5595647" y="5416222"/>
            <a:ext cx="405720" cy="344880"/>
            <a:chOff x="5595647" y="5416222"/>
            <a:chExt cx="405720" cy="34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F14C7E4-642E-605D-67D6-C1940FFAA9DB}"/>
                    </a:ext>
                  </a:extLst>
                </p14:cNvPr>
                <p14:cNvContentPartPr/>
                <p14:nvPr/>
              </p14:nvContentPartPr>
              <p14:xfrm>
                <a:off x="5720927" y="5416222"/>
                <a:ext cx="87120" cy="329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F14C7E4-642E-605D-67D6-C1940FFAA9D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702927" y="5398222"/>
                  <a:ext cx="1227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2344481-E8C8-DE2A-1DB3-78BDDE1209B2}"/>
                    </a:ext>
                  </a:extLst>
                </p14:cNvPr>
                <p14:cNvContentPartPr/>
                <p14:nvPr/>
              </p14:nvContentPartPr>
              <p14:xfrm>
                <a:off x="5879687" y="5597302"/>
                <a:ext cx="121680" cy="1638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2344481-E8C8-DE2A-1DB3-78BDDE1209B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861687" y="5579302"/>
                  <a:ext cx="157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56C7284-6AF6-2829-E78F-375981760C74}"/>
                    </a:ext>
                  </a:extLst>
                </p14:cNvPr>
                <p14:cNvContentPartPr/>
                <p14:nvPr/>
              </p14:nvContentPartPr>
              <p14:xfrm>
                <a:off x="5595647" y="5536102"/>
                <a:ext cx="354240" cy="53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56C7284-6AF6-2829-E78F-375981760C7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77647" y="5518102"/>
                  <a:ext cx="38988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C7AEB2A5-0A1C-E589-404C-00F95BB11F31}"/>
              </a:ext>
            </a:extLst>
          </p:cNvPr>
          <p:cNvGrpSpPr/>
          <p:nvPr/>
        </p:nvGrpSpPr>
        <p:grpSpPr>
          <a:xfrm>
            <a:off x="6376847" y="5331262"/>
            <a:ext cx="2015280" cy="488520"/>
            <a:chOff x="6376847" y="5331262"/>
            <a:chExt cx="2015280" cy="48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C46FB48-8433-7F57-B0D0-E9BA83D11195}"/>
                    </a:ext>
                  </a:extLst>
                </p14:cNvPr>
                <p14:cNvContentPartPr/>
                <p14:nvPr/>
              </p14:nvContentPartPr>
              <p14:xfrm>
                <a:off x="6376847" y="5595862"/>
                <a:ext cx="244080" cy="2239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C46FB48-8433-7F57-B0D0-E9BA83D1119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59207" y="5577862"/>
                  <a:ext cx="2797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54F2700-68C0-0B21-EBCC-6C76E7205722}"/>
                    </a:ext>
                  </a:extLst>
                </p14:cNvPr>
                <p14:cNvContentPartPr/>
                <p14:nvPr/>
              </p14:nvContentPartPr>
              <p14:xfrm>
                <a:off x="6715607" y="5374102"/>
                <a:ext cx="262440" cy="432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54F2700-68C0-0B21-EBCC-6C76E720572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697607" y="5356102"/>
                  <a:ext cx="29808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7F2C23D-7F87-4A5B-ECA1-9369E7B9B72A}"/>
                    </a:ext>
                  </a:extLst>
                </p14:cNvPr>
                <p14:cNvContentPartPr/>
                <p14:nvPr/>
              </p14:nvContentPartPr>
              <p14:xfrm>
                <a:off x="6990647" y="5395342"/>
                <a:ext cx="265320" cy="4165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7F2C23D-7F87-4A5B-ECA1-9369E7B9B72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973007" y="5377342"/>
                  <a:ext cx="3009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FA752DE-8250-3117-84E6-CE3A5A53553A}"/>
                    </a:ext>
                  </a:extLst>
                </p14:cNvPr>
                <p14:cNvContentPartPr/>
                <p14:nvPr/>
              </p14:nvContentPartPr>
              <p14:xfrm>
                <a:off x="7314287" y="5609182"/>
                <a:ext cx="126000" cy="1447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FA752DE-8250-3117-84E6-CE3A5A53553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296647" y="5591182"/>
                  <a:ext cx="1616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EFBD897-ED34-7619-28E5-2EFFEC958E20}"/>
                    </a:ext>
                  </a:extLst>
                </p14:cNvPr>
                <p14:cNvContentPartPr/>
                <p14:nvPr/>
              </p14:nvContentPartPr>
              <p14:xfrm>
                <a:off x="7381967" y="5419462"/>
                <a:ext cx="70200" cy="586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EFBD897-ED34-7619-28E5-2EFFEC958E2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363967" y="5401822"/>
                  <a:ext cx="105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5E96E0B-1160-990B-A43F-9ACDA19F8994}"/>
                    </a:ext>
                  </a:extLst>
                </p14:cNvPr>
                <p14:cNvContentPartPr/>
                <p14:nvPr/>
              </p14:nvContentPartPr>
              <p14:xfrm>
                <a:off x="7546847" y="5331262"/>
                <a:ext cx="93240" cy="4453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5E96E0B-1160-990B-A43F-9ACDA19F899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528847" y="5313262"/>
                  <a:ext cx="12888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03CC18B-D2FA-7670-8EB8-549A052C287D}"/>
                    </a:ext>
                  </a:extLst>
                </p14:cNvPr>
                <p14:cNvContentPartPr/>
                <p14:nvPr/>
              </p14:nvContentPartPr>
              <p14:xfrm>
                <a:off x="7743047" y="5554822"/>
                <a:ext cx="44640" cy="174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03CC18B-D2FA-7670-8EB8-549A052C287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725407" y="5536822"/>
                  <a:ext cx="80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AB35A93-DD0D-6A06-B3B5-6EA044E05110}"/>
                    </a:ext>
                  </a:extLst>
                </p14:cNvPr>
                <p14:cNvContentPartPr/>
                <p14:nvPr/>
              </p14:nvContentPartPr>
              <p14:xfrm>
                <a:off x="7884527" y="5558422"/>
                <a:ext cx="164160" cy="174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AB35A93-DD0D-6A06-B3B5-6EA044E0511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866887" y="5540422"/>
                  <a:ext cx="199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AD072BF-9F91-AD1B-0590-6B6E03F2630B}"/>
                    </a:ext>
                  </a:extLst>
                </p14:cNvPr>
                <p14:cNvContentPartPr/>
                <p14:nvPr/>
              </p14:nvContentPartPr>
              <p14:xfrm>
                <a:off x="8168567" y="5541142"/>
                <a:ext cx="223560" cy="1544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AD072BF-9F91-AD1B-0590-6B6E03F2630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150927" y="5523502"/>
                  <a:ext cx="259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FC79182-3649-272F-D579-AE62ED907879}"/>
                    </a:ext>
                  </a:extLst>
                </p14:cNvPr>
                <p14:cNvContentPartPr/>
                <p14:nvPr/>
              </p14:nvContentPartPr>
              <p14:xfrm>
                <a:off x="8042207" y="5377342"/>
                <a:ext cx="87840" cy="327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FC79182-3649-272F-D579-AE62ED90787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024567" y="5359342"/>
                  <a:ext cx="123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FDBF915-2D0B-3675-E1A4-F08878CBC9F8}"/>
                    </a:ext>
                  </a:extLst>
                </p14:cNvPr>
                <p14:cNvContentPartPr/>
                <p14:nvPr/>
              </p14:nvContentPartPr>
              <p14:xfrm>
                <a:off x="7471607" y="5489302"/>
                <a:ext cx="277920" cy="20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FDBF915-2D0B-3675-E1A4-F08878CBC9F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453607" y="5471662"/>
                  <a:ext cx="3135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67662EB-E548-64BA-5FC2-CF5B481BEB43}"/>
              </a:ext>
            </a:extLst>
          </p:cNvPr>
          <p:cNvGrpSpPr/>
          <p:nvPr/>
        </p:nvGrpSpPr>
        <p:grpSpPr>
          <a:xfrm>
            <a:off x="5372087" y="6348622"/>
            <a:ext cx="334800" cy="136440"/>
            <a:chOff x="5372087" y="6348622"/>
            <a:chExt cx="334800" cy="13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1CF6460-85BF-F5A0-5DBD-E405FAA1EB7F}"/>
                    </a:ext>
                  </a:extLst>
                </p14:cNvPr>
                <p14:cNvContentPartPr/>
                <p14:nvPr/>
              </p14:nvContentPartPr>
              <p14:xfrm>
                <a:off x="5414927" y="6348622"/>
                <a:ext cx="122400" cy="356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1CF6460-85BF-F5A0-5DBD-E405FAA1EB7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397287" y="6330982"/>
                  <a:ext cx="158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94958E0-84FF-B2B5-5F63-B7DA1635AD38}"/>
                    </a:ext>
                  </a:extLst>
                </p14:cNvPr>
                <p14:cNvContentPartPr/>
                <p14:nvPr/>
              </p14:nvContentPartPr>
              <p14:xfrm>
                <a:off x="5372087" y="6433222"/>
                <a:ext cx="334800" cy="518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94958E0-84FF-B2B5-5F63-B7DA1635AD3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354087" y="6415582"/>
                  <a:ext cx="37044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584F6490-03CA-C609-6A08-C82281B8E6FB}"/>
              </a:ext>
            </a:extLst>
          </p:cNvPr>
          <p:cNvGrpSpPr/>
          <p:nvPr/>
        </p:nvGrpSpPr>
        <p:grpSpPr>
          <a:xfrm>
            <a:off x="6332207" y="6137302"/>
            <a:ext cx="598320" cy="369720"/>
            <a:chOff x="6332207" y="6137302"/>
            <a:chExt cx="59832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0DE0EDB-9C7C-A390-FC46-40A9DAFB93A4}"/>
                    </a:ext>
                  </a:extLst>
                </p14:cNvPr>
                <p14:cNvContentPartPr/>
                <p14:nvPr/>
              </p14:nvContentPartPr>
              <p14:xfrm>
                <a:off x="6332207" y="6137302"/>
                <a:ext cx="212400" cy="3596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0DE0EDB-9C7C-A390-FC46-40A9DAFB93A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314207" y="6119302"/>
                  <a:ext cx="2480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434C193-F14E-112A-C048-3AB97D7C7F81}"/>
                    </a:ext>
                  </a:extLst>
                </p14:cNvPr>
                <p14:cNvContentPartPr/>
                <p14:nvPr/>
              </p14:nvContentPartPr>
              <p14:xfrm>
                <a:off x="6338687" y="6326302"/>
                <a:ext cx="241920" cy="468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434C193-F14E-112A-C048-3AB97D7C7F8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320687" y="6308662"/>
                  <a:ext cx="277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6BE6967-5D16-870F-649D-90009B8F5884}"/>
                    </a:ext>
                  </a:extLst>
                </p14:cNvPr>
                <p14:cNvContentPartPr/>
                <p14:nvPr/>
              </p14:nvContentPartPr>
              <p14:xfrm>
                <a:off x="6715967" y="6189862"/>
                <a:ext cx="73440" cy="2984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6BE6967-5D16-870F-649D-90009B8F588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698327" y="6172222"/>
                  <a:ext cx="1090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5C565E4-26DF-C351-C5EE-2CF3D389AE8D}"/>
                    </a:ext>
                  </a:extLst>
                </p14:cNvPr>
                <p14:cNvContentPartPr/>
                <p14:nvPr/>
              </p14:nvContentPartPr>
              <p14:xfrm>
                <a:off x="6761687" y="6159982"/>
                <a:ext cx="168840" cy="3470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5C565E4-26DF-C351-C5EE-2CF3D389AE8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743687" y="6142342"/>
                  <a:ext cx="204480" cy="38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85BA472C-B12E-03F5-4DB8-4563AEE7876B}"/>
                  </a:ext>
                </a:extLst>
              </p14:cNvPr>
              <p14:cNvContentPartPr/>
              <p14:nvPr/>
            </p14:nvContentPartPr>
            <p14:xfrm>
              <a:off x="10146407" y="3210502"/>
              <a:ext cx="25560" cy="97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85BA472C-B12E-03F5-4DB8-4563AEE7876B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0128767" y="3192502"/>
                <a:ext cx="612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5DD1E1ED-C3B1-F9D4-EDAD-0A717C418FF3}"/>
                  </a:ext>
                </a:extLst>
              </p14:cNvPr>
              <p14:cNvContentPartPr/>
              <p14:nvPr/>
            </p14:nvContentPartPr>
            <p14:xfrm>
              <a:off x="11822207" y="3071542"/>
              <a:ext cx="25200" cy="57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5DD1E1ED-C3B1-F9D4-EDAD-0A717C418FF3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1804207" y="3053902"/>
                <a:ext cx="6084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3C59882-045B-C1B9-DFA1-4A6786EDD05C}"/>
              </a:ext>
            </a:extLst>
          </p:cNvPr>
          <p:cNvGrpSpPr/>
          <p:nvPr/>
        </p:nvGrpSpPr>
        <p:grpSpPr>
          <a:xfrm>
            <a:off x="2678207" y="3653662"/>
            <a:ext cx="1781640" cy="586080"/>
            <a:chOff x="2678207" y="3653662"/>
            <a:chExt cx="1781640" cy="58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559FD80-CBFA-2161-449D-FB61AB372A27}"/>
                    </a:ext>
                  </a:extLst>
                </p14:cNvPr>
                <p14:cNvContentPartPr/>
                <p14:nvPr/>
              </p14:nvContentPartPr>
              <p14:xfrm>
                <a:off x="2678207" y="3653662"/>
                <a:ext cx="249840" cy="458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559FD80-CBFA-2161-449D-FB61AB372A2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660207" y="3635662"/>
                  <a:ext cx="2854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A533BF2-E5A1-41DF-CBD8-F8F9EAAC4ACC}"/>
                    </a:ext>
                  </a:extLst>
                </p14:cNvPr>
                <p14:cNvContentPartPr/>
                <p14:nvPr/>
              </p14:nvContentPartPr>
              <p14:xfrm>
                <a:off x="2711687" y="3864262"/>
                <a:ext cx="188280" cy="63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A533BF2-E5A1-41DF-CBD8-F8F9EAAC4AC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693687" y="3846262"/>
                  <a:ext cx="223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345A6A2-E67B-ED2B-CC24-68A5F1EC658E}"/>
                    </a:ext>
                  </a:extLst>
                </p14:cNvPr>
                <p14:cNvContentPartPr/>
                <p14:nvPr/>
              </p14:nvContentPartPr>
              <p14:xfrm>
                <a:off x="3010847" y="3745822"/>
                <a:ext cx="62280" cy="284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345A6A2-E67B-ED2B-CC24-68A5F1EC658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993207" y="3727822"/>
                  <a:ext cx="979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3CA8837-6F57-F359-7A15-931596AF88FE}"/>
                    </a:ext>
                  </a:extLst>
                </p14:cNvPr>
                <p14:cNvContentPartPr/>
                <p14:nvPr/>
              </p14:nvContentPartPr>
              <p14:xfrm>
                <a:off x="2969447" y="3733582"/>
                <a:ext cx="216000" cy="346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3CA8837-6F57-F359-7A15-931596AF88F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951447" y="3715582"/>
                  <a:ext cx="2516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C63A92D-08DE-45EA-E33F-7A2F63080B86}"/>
                    </a:ext>
                  </a:extLst>
                </p14:cNvPr>
                <p14:cNvContentPartPr/>
                <p14:nvPr/>
              </p14:nvContentPartPr>
              <p14:xfrm>
                <a:off x="3401447" y="3963622"/>
                <a:ext cx="244080" cy="20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C63A92D-08DE-45EA-E33F-7A2F63080B8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383447" y="3945982"/>
                  <a:ext cx="279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37B1D29-37C9-1107-C804-BACDF19A8C2D}"/>
                    </a:ext>
                  </a:extLst>
                </p14:cNvPr>
                <p14:cNvContentPartPr/>
                <p14:nvPr/>
              </p14:nvContentPartPr>
              <p14:xfrm>
                <a:off x="3378047" y="4088902"/>
                <a:ext cx="240120" cy="46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37B1D29-37C9-1107-C804-BACDF19A8C2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360407" y="4070902"/>
                  <a:ext cx="275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66294F2-F700-B71F-43C9-9D126665FC94}"/>
                    </a:ext>
                  </a:extLst>
                </p14:cNvPr>
                <p14:cNvContentPartPr/>
                <p14:nvPr/>
              </p14:nvContentPartPr>
              <p14:xfrm>
                <a:off x="3535007" y="3796942"/>
                <a:ext cx="96840" cy="442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66294F2-F700-B71F-43C9-9D126665FC9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17007" y="3779302"/>
                  <a:ext cx="13248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F9D4300-3DD7-663B-9F02-240166B3AFCE}"/>
                    </a:ext>
                  </a:extLst>
                </p14:cNvPr>
                <p14:cNvContentPartPr/>
                <p14:nvPr/>
              </p14:nvContentPartPr>
              <p14:xfrm>
                <a:off x="3870167" y="3857422"/>
                <a:ext cx="63360" cy="291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F9D4300-3DD7-663B-9F02-240166B3AFC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852167" y="3839422"/>
                  <a:ext cx="990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16907AC-C334-ADD9-C5FF-9A5CF714E92C}"/>
                    </a:ext>
                  </a:extLst>
                </p14:cNvPr>
                <p14:cNvContentPartPr/>
                <p14:nvPr/>
              </p14:nvContentPartPr>
              <p14:xfrm>
                <a:off x="3854687" y="3823582"/>
                <a:ext cx="228240" cy="329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16907AC-C334-ADD9-C5FF-9A5CF714E92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836687" y="3805942"/>
                  <a:ext cx="2638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ABC82CF-2150-3864-A519-514877EBC2E4}"/>
                    </a:ext>
                  </a:extLst>
                </p14:cNvPr>
                <p14:cNvContentPartPr/>
                <p14:nvPr/>
              </p14:nvContentPartPr>
              <p14:xfrm>
                <a:off x="4209647" y="3869302"/>
                <a:ext cx="96840" cy="3218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ABC82CF-2150-3864-A519-514877EBC2E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191647" y="3851302"/>
                  <a:ext cx="1324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7A5FC1A-8E8F-11AC-847B-90F02971E8A2}"/>
                    </a:ext>
                  </a:extLst>
                </p14:cNvPr>
                <p14:cNvContentPartPr/>
                <p14:nvPr/>
              </p14:nvContentPartPr>
              <p14:xfrm>
                <a:off x="4304327" y="3811702"/>
                <a:ext cx="155520" cy="350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7A5FC1A-8E8F-11AC-847B-90F02971E8A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286327" y="3793702"/>
                  <a:ext cx="1911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6C01153-57B8-8911-9C70-590B3D9ED672}"/>
                    </a:ext>
                  </a:extLst>
                </p14:cNvPr>
                <p14:cNvContentPartPr/>
                <p14:nvPr/>
              </p14:nvContentPartPr>
              <p14:xfrm>
                <a:off x="4230167" y="3998542"/>
                <a:ext cx="174240" cy="27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6C01153-57B8-8911-9C70-590B3D9ED67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212167" y="3980542"/>
                  <a:ext cx="209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D176D83-D31B-64D7-6092-0F5D90843EEE}"/>
                    </a:ext>
                  </a:extLst>
                </p14:cNvPr>
                <p14:cNvContentPartPr/>
                <p14:nvPr/>
              </p14:nvContentPartPr>
              <p14:xfrm>
                <a:off x="4448327" y="4231102"/>
                <a:ext cx="4320" cy="39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D176D83-D31B-64D7-6092-0F5D90843EE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430327" y="4213102"/>
                  <a:ext cx="39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65A9F1D-EA92-2899-4532-B99D485A02BF}"/>
                    </a:ext>
                  </a:extLst>
                </p14:cNvPr>
                <p14:cNvContentPartPr/>
                <p14:nvPr/>
              </p14:nvContentPartPr>
              <p14:xfrm>
                <a:off x="3524567" y="3999622"/>
                <a:ext cx="121320" cy="201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65A9F1D-EA92-2899-4532-B99D485A02B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506567" y="3981982"/>
                  <a:ext cx="156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5214E10-FBDF-419E-6FE7-D573F1F62B30}"/>
                    </a:ext>
                  </a:extLst>
                </p14:cNvPr>
                <p14:cNvContentPartPr/>
                <p14:nvPr/>
              </p14:nvContentPartPr>
              <p14:xfrm>
                <a:off x="3456887" y="4138222"/>
                <a:ext cx="270000" cy="522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5214E10-FBDF-419E-6FE7-D573F1F62B3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438887" y="4120222"/>
                  <a:ext cx="3056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1206A12-A218-2AD6-B47C-241AD9182EE6}"/>
                    </a:ext>
                  </a:extLst>
                </p14:cNvPr>
                <p14:cNvContentPartPr/>
                <p14:nvPr/>
              </p14:nvContentPartPr>
              <p14:xfrm>
                <a:off x="3574967" y="3966142"/>
                <a:ext cx="28080" cy="133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1206A12-A218-2AD6-B47C-241AD9182EE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557327" y="3948502"/>
                  <a:ext cx="6372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C5C1D4D1-4621-4182-7341-082DF8AD4DED}"/>
              </a:ext>
            </a:extLst>
          </p:cNvPr>
          <p:cNvGrpSpPr/>
          <p:nvPr/>
        </p:nvGrpSpPr>
        <p:grpSpPr>
          <a:xfrm>
            <a:off x="5445887" y="4408582"/>
            <a:ext cx="2053440" cy="780840"/>
            <a:chOff x="5445887" y="4408582"/>
            <a:chExt cx="2053440" cy="78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171E51B-1B6B-9F55-587E-B38E0E2F51F5}"/>
                    </a:ext>
                  </a:extLst>
                </p14:cNvPr>
                <p14:cNvContentPartPr/>
                <p14:nvPr/>
              </p14:nvContentPartPr>
              <p14:xfrm>
                <a:off x="5445887" y="4534222"/>
                <a:ext cx="261720" cy="365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171E51B-1B6B-9F55-587E-B38E0E2F51F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428247" y="4516582"/>
                  <a:ext cx="2973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A77F368-A7D8-9F5C-792C-08C1157133BB}"/>
                    </a:ext>
                  </a:extLst>
                </p14:cNvPr>
                <p14:cNvContentPartPr/>
                <p14:nvPr/>
              </p14:nvContentPartPr>
              <p14:xfrm>
                <a:off x="5538767" y="4714942"/>
                <a:ext cx="226800" cy="26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A77F368-A7D8-9F5C-792C-08C1157133B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520767" y="4696942"/>
                  <a:ext cx="262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3A5364A-B6FE-1148-A737-3BCB38CA86C2}"/>
                    </a:ext>
                  </a:extLst>
                </p14:cNvPr>
                <p14:cNvContentPartPr/>
                <p14:nvPr/>
              </p14:nvContentPartPr>
              <p14:xfrm>
                <a:off x="5859887" y="4435942"/>
                <a:ext cx="198720" cy="649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3A5364A-B6FE-1148-A737-3BCB38CA86C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841887" y="4417942"/>
                  <a:ext cx="23436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358A524-D47A-48D3-4123-BA2DEB0207AD}"/>
                    </a:ext>
                  </a:extLst>
                </p14:cNvPr>
                <p14:cNvContentPartPr/>
                <p14:nvPr/>
              </p14:nvContentPartPr>
              <p14:xfrm>
                <a:off x="6187487" y="4596502"/>
                <a:ext cx="77760" cy="327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358A524-D47A-48D3-4123-BA2DEB0207A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169487" y="4578502"/>
                  <a:ext cx="1134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02F0A63-435A-6B7F-7127-0350D609EA1F}"/>
                    </a:ext>
                  </a:extLst>
                </p14:cNvPr>
                <p14:cNvContentPartPr/>
                <p14:nvPr/>
              </p14:nvContentPartPr>
              <p14:xfrm>
                <a:off x="6208367" y="4552222"/>
                <a:ext cx="255240" cy="3535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02F0A63-435A-6B7F-7127-0350D609EA1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190727" y="4534582"/>
                  <a:ext cx="2908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BB4A3F5-6FEF-5A91-75DD-899C6FE67966}"/>
                    </a:ext>
                  </a:extLst>
                </p14:cNvPr>
                <p14:cNvContentPartPr/>
                <p14:nvPr/>
              </p14:nvContentPartPr>
              <p14:xfrm>
                <a:off x="6623807" y="4638262"/>
                <a:ext cx="137520" cy="237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BB4A3F5-6FEF-5A91-75DD-899C6FE6796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605807" y="4620622"/>
                  <a:ext cx="1731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467262D-5004-8C58-745A-81915E4A4C36}"/>
                    </a:ext>
                  </a:extLst>
                </p14:cNvPr>
                <p14:cNvContentPartPr/>
                <p14:nvPr/>
              </p14:nvContentPartPr>
              <p14:xfrm>
                <a:off x="6738647" y="4408582"/>
                <a:ext cx="233280" cy="7808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467262D-5004-8C58-745A-81915E4A4C3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720647" y="4390582"/>
                  <a:ext cx="268920" cy="8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BB1FFDD-AA73-9B07-2C24-90E8C75F8756}"/>
                    </a:ext>
                  </a:extLst>
                </p14:cNvPr>
                <p14:cNvContentPartPr/>
                <p14:nvPr/>
              </p14:nvContentPartPr>
              <p14:xfrm>
                <a:off x="6276047" y="4968382"/>
                <a:ext cx="37440" cy="3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BB1FFDD-AA73-9B07-2C24-90E8C75F8756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258047" y="4950382"/>
                  <a:ext cx="73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3161F66-5D9F-ABA4-5AB5-3ACBD0673417}"/>
                    </a:ext>
                  </a:extLst>
                </p14:cNvPr>
                <p14:cNvContentPartPr/>
                <p14:nvPr/>
              </p14:nvContentPartPr>
              <p14:xfrm>
                <a:off x="7178927" y="4698382"/>
                <a:ext cx="304920" cy="100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3161F66-5D9F-ABA4-5AB5-3ACBD067341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161287" y="4680742"/>
                  <a:ext cx="340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75C5B21-D994-1136-1567-22373D1787B0}"/>
                    </a:ext>
                  </a:extLst>
                </p14:cNvPr>
                <p14:cNvContentPartPr/>
                <p14:nvPr/>
              </p14:nvContentPartPr>
              <p14:xfrm>
                <a:off x="7253087" y="4806022"/>
                <a:ext cx="246240" cy="41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75C5B21-D994-1136-1567-22373D1787B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235087" y="4788382"/>
                  <a:ext cx="2818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918C69A-26EE-C2FA-FE5C-DBC50B7D27D7}"/>
                    </a:ext>
                  </a:extLst>
                </p14:cNvPr>
                <p14:cNvContentPartPr/>
                <p14:nvPr/>
              </p14:nvContentPartPr>
              <p14:xfrm>
                <a:off x="5712647" y="4737622"/>
                <a:ext cx="21960" cy="1288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918C69A-26EE-C2FA-FE5C-DBC50B7D27D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694647" y="4719622"/>
                  <a:ext cx="576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0429560-A2A1-BD4D-F650-2ACC2AA86BB6}"/>
                    </a:ext>
                  </a:extLst>
                </p14:cNvPr>
                <p14:cNvContentPartPr/>
                <p14:nvPr/>
              </p14:nvContentPartPr>
              <p14:xfrm>
                <a:off x="5711927" y="4866862"/>
                <a:ext cx="18360" cy="33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0429560-A2A1-BD4D-F650-2ACC2AA86BB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693927" y="4848862"/>
                  <a:ext cx="54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1BBF0DF-2063-9164-0810-C08F1CF5CB0E}"/>
                    </a:ext>
                  </a:extLst>
                </p14:cNvPr>
                <p14:cNvContentPartPr/>
                <p14:nvPr/>
              </p14:nvContentPartPr>
              <p14:xfrm>
                <a:off x="6336527" y="4721422"/>
                <a:ext cx="14040" cy="72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1BBF0DF-2063-9164-0810-C08F1CF5CB0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318887" y="4703782"/>
                  <a:ext cx="49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B71D027-0763-3959-0B98-4FC15FF7B176}"/>
                    </a:ext>
                  </a:extLst>
                </p14:cNvPr>
                <p14:cNvContentPartPr/>
                <p14:nvPr/>
              </p14:nvContentPartPr>
              <p14:xfrm>
                <a:off x="5640287" y="4865062"/>
                <a:ext cx="360" cy="79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B71D027-0763-3959-0B98-4FC15FF7B17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622287" y="4847062"/>
                  <a:ext cx="3600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667E25B2-1B6F-8FFE-BC46-F8063FA3488C}"/>
              </a:ext>
            </a:extLst>
          </p:cNvPr>
          <p:cNvGrpSpPr/>
          <p:nvPr/>
        </p:nvGrpSpPr>
        <p:grpSpPr>
          <a:xfrm>
            <a:off x="8140487" y="4318942"/>
            <a:ext cx="1209240" cy="765360"/>
            <a:chOff x="8140487" y="4318942"/>
            <a:chExt cx="1209240" cy="76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DDCC31D-13CD-6C87-B552-DB797BAA22A7}"/>
                    </a:ext>
                  </a:extLst>
                </p14:cNvPr>
                <p14:cNvContentPartPr/>
                <p14:nvPr/>
              </p14:nvContentPartPr>
              <p14:xfrm>
                <a:off x="8312567" y="4546822"/>
                <a:ext cx="253080" cy="343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DDCC31D-13CD-6C87-B552-DB797BAA22A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294567" y="4528822"/>
                  <a:ext cx="2887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5293D19-7FD2-2D1D-195B-2FDF3ACEA69A}"/>
                    </a:ext>
                  </a:extLst>
                </p14:cNvPr>
                <p14:cNvContentPartPr/>
                <p14:nvPr/>
              </p14:nvContentPartPr>
              <p14:xfrm>
                <a:off x="8398967" y="4725742"/>
                <a:ext cx="199080" cy="30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5293D19-7FD2-2D1D-195B-2FDF3ACEA69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381327" y="4707742"/>
                  <a:ext cx="2347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265FDE2-6625-4D5D-23DE-D31CEAEF4609}"/>
                    </a:ext>
                  </a:extLst>
                </p14:cNvPr>
                <p14:cNvContentPartPr/>
                <p14:nvPr/>
              </p14:nvContentPartPr>
              <p14:xfrm>
                <a:off x="8774447" y="4591102"/>
                <a:ext cx="41760" cy="3074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265FDE2-6625-4D5D-23DE-D31CEAEF460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756447" y="4573102"/>
                  <a:ext cx="7740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7DAFCC3-FB47-0EDB-F3AF-A37A604918C2}"/>
                    </a:ext>
                  </a:extLst>
                </p14:cNvPr>
                <p14:cNvContentPartPr/>
                <p14:nvPr/>
              </p14:nvContentPartPr>
              <p14:xfrm>
                <a:off x="8783447" y="4599022"/>
                <a:ext cx="214920" cy="3171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7DAFCC3-FB47-0EDB-F3AF-A37A604918C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765807" y="4581382"/>
                  <a:ext cx="2505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97197A8-0BFD-C2C1-D0F2-362A755829AF}"/>
                    </a:ext>
                  </a:extLst>
                </p14:cNvPr>
                <p14:cNvContentPartPr/>
                <p14:nvPr/>
              </p14:nvContentPartPr>
              <p14:xfrm>
                <a:off x="9079727" y="4318942"/>
                <a:ext cx="270000" cy="750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97197A8-0BFD-C2C1-D0F2-362A755829A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061727" y="4301302"/>
                  <a:ext cx="305640" cy="7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9AD0468-503E-70B9-920F-0BCD37D23141}"/>
                    </a:ext>
                  </a:extLst>
                </p14:cNvPr>
                <p14:cNvContentPartPr/>
                <p14:nvPr/>
              </p14:nvContentPartPr>
              <p14:xfrm>
                <a:off x="8140487" y="4346302"/>
                <a:ext cx="314280" cy="738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9AD0468-503E-70B9-920F-0BCD37D2314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122487" y="4328302"/>
                  <a:ext cx="34992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6CEAD92-6617-1A50-7C28-47688241E2AD}"/>
                    </a:ext>
                  </a:extLst>
                </p14:cNvPr>
                <p14:cNvContentPartPr/>
                <p14:nvPr/>
              </p14:nvContentPartPr>
              <p14:xfrm>
                <a:off x="9196007" y="4599022"/>
                <a:ext cx="15120" cy="496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6CEAD92-6617-1A50-7C28-47688241E2A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178007" y="4581022"/>
                  <a:ext cx="5076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4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99751C8F-F466-1208-2179-217E1046756A}"/>
                  </a:ext>
                </a:extLst>
              </p14:cNvPr>
              <p14:cNvContentPartPr/>
              <p14:nvPr/>
            </p14:nvContentPartPr>
            <p14:xfrm>
              <a:off x="10244327" y="5036782"/>
              <a:ext cx="360" cy="36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99751C8F-F466-1208-2179-217E104675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26327" y="501914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E96E1054-3D43-97C4-B6B8-F2EEA6C6F1F0}"/>
                  </a:ext>
                </a:extLst>
              </p14:cNvPr>
              <p14:cNvContentPartPr/>
              <p14:nvPr/>
            </p14:nvContentPartPr>
            <p14:xfrm>
              <a:off x="4063127" y="5114182"/>
              <a:ext cx="360" cy="36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E96E1054-3D43-97C4-B6B8-F2EEA6C6F1F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45127" y="50961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154ED701-1D0B-5A66-F50C-FC5815BB24F7}"/>
                  </a:ext>
                </a:extLst>
              </p14:cNvPr>
              <p14:cNvContentPartPr/>
              <p14:nvPr/>
            </p14:nvContentPartPr>
            <p14:xfrm>
              <a:off x="4549127" y="5931022"/>
              <a:ext cx="3799800" cy="72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154ED701-1D0B-5A66-F50C-FC5815BB24F7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4531127" y="5895022"/>
                <a:ext cx="38354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B9CD91A7-4644-95E6-5FF1-8F8412760578}"/>
                  </a:ext>
                </a:extLst>
              </p14:cNvPr>
              <p14:cNvContentPartPr/>
              <p14:nvPr/>
            </p14:nvContentPartPr>
            <p14:xfrm>
              <a:off x="3302807" y="6563902"/>
              <a:ext cx="5040" cy="1584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B9CD91A7-4644-95E6-5FF1-8F8412760578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3285167" y="6545902"/>
                <a:ext cx="4068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16F2F908-B332-5FAD-FDAE-62DFD9C1BC14}"/>
              </a:ext>
            </a:extLst>
          </p:cNvPr>
          <p:cNvGrpSpPr/>
          <p:nvPr/>
        </p:nvGrpSpPr>
        <p:grpSpPr>
          <a:xfrm>
            <a:off x="4064567" y="6056302"/>
            <a:ext cx="1066680" cy="518760"/>
            <a:chOff x="4064567" y="6056302"/>
            <a:chExt cx="1066680" cy="51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C6F4608-C974-82D7-F802-807C3296C66C}"/>
                    </a:ext>
                  </a:extLst>
                </p14:cNvPr>
                <p14:cNvContentPartPr/>
                <p14:nvPr/>
              </p14:nvContentPartPr>
              <p14:xfrm>
                <a:off x="4066367" y="6291742"/>
                <a:ext cx="77040" cy="2710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C6F4608-C974-82D7-F802-807C3296C66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048367" y="6274102"/>
                  <a:ext cx="1126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C9EE742-FBBB-392E-A857-3E98CD47CB82}"/>
                    </a:ext>
                  </a:extLst>
                </p14:cNvPr>
                <p14:cNvContentPartPr/>
                <p14:nvPr/>
              </p14:nvContentPartPr>
              <p14:xfrm>
                <a:off x="4064567" y="6262582"/>
                <a:ext cx="218160" cy="306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C9EE742-FBBB-392E-A857-3E98CD47CB8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046927" y="6244942"/>
                  <a:ext cx="2538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11D8617-3A3C-6F02-101F-F934F1CFDCC6}"/>
                    </a:ext>
                  </a:extLst>
                </p14:cNvPr>
                <p14:cNvContentPartPr/>
                <p14:nvPr/>
              </p14:nvContentPartPr>
              <p14:xfrm>
                <a:off x="4392167" y="6396142"/>
                <a:ext cx="253800" cy="59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11D8617-3A3C-6F02-101F-F934F1CFDCC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374167" y="6378502"/>
                  <a:ext cx="2894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65F924D-C5C8-E187-230D-70A12ACA8656}"/>
                    </a:ext>
                  </a:extLst>
                </p14:cNvPr>
                <p14:cNvContentPartPr/>
                <p14:nvPr/>
              </p14:nvContentPartPr>
              <p14:xfrm>
                <a:off x="4510247" y="6269782"/>
                <a:ext cx="84240" cy="241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65F924D-C5C8-E187-230D-70A12ACA865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492607" y="6251782"/>
                  <a:ext cx="1198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F2D52D3-2EC3-0682-B181-4A30F803D79D}"/>
                    </a:ext>
                  </a:extLst>
                </p14:cNvPr>
                <p14:cNvContentPartPr/>
                <p14:nvPr/>
              </p14:nvContentPartPr>
              <p14:xfrm>
                <a:off x="4836407" y="6256102"/>
                <a:ext cx="115200" cy="2692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F2D52D3-2EC3-0682-B181-4A30F803D79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818407" y="6238102"/>
                  <a:ext cx="1508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8A95847-DD19-E674-37C2-4FD2BD05FCEA}"/>
                    </a:ext>
                  </a:extLst>
                </p14:cNvPr>
                <p14:cNvContentPartPr/>
                <p14:nvPr/>
              </p14:nvContentPartPr>
              <p14:xfrm>
                <a:off x="4953767" y="6056302"/>
                <a:ext cx="177480" cy="518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8A95847-DD19-E674-37C2-4FD2BD05FCE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935767" y="6038302"/>
                  <a:ext cx="21312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B356831-86D2-3F65-D7BB-A9ABFCB74F40}"/>
                    </a:ext>
                  </a:extLst>
                </p14:cNvPr>
                <p14:cNvContentPartPr/>
                <p14:nvPr/>
              </p14:nvContentPartPr>
              <p14:xfrm>
                <a:off x="5106407" y="6524302"/>
                <a:ext cx="360" cy="3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B356831-86D2-3F65-D7BB-A9ABFCB74F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88407" y="65066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E73D4D0-EE9A-7D53-89AB-B7AC4EA02FA6}"/>
                    </a:ext>
                  </a:extLst>
                </p14:cNvPr>
                <p14:cNvContentPartPr/>
                <p14:nvPr/>
              </p14:nvContentPartPr>
              <p14:xfrm>
                <a:off x="4962767" y="6280582"/>
                <a:ext cx="10080" cy="21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E73D4D0-EE9A-7D53-89AB-B7AC4EA02FA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945127" y="6262942"/>
                  <a:ext cx="4572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216E2D19-E6D0-AFA6-1A6B-22E2A995471C}"/>
              </a:ext>
            </a:extLst>
          </p:cNvPr>
          <p:cNvGrpSpPr/>
          <p:nvPr/>
        </p:nvGrpSpPr>
        <p:grpSpPr>
          <a:xfrm>
            <a:off x="3203447" y="6128662"/>
            <a:ext cx="627840" cy="505800"/>
            <a:chOff x="3203447" y="6128662"/>
            <a:chExt cx="627840" cy="5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2FF079B-139A-0BB3-F629-3674B874B010}"/>
                    </a:ext>
                  </a:extLst>
                </p14:cNvPr>
                <p14:cNvContentPartPr/>
                <p14:nvPr/>
              </p14:nvContentPartPr>
              <p14:xfrm>
                <a:off x="3203447" y="6233422"/>
                <a:ext cx="278640" cy="3808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2FF079B-139A-0BB3-F629-3674B874B01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185447" y="6215782"/>
                  <a:ext cx="31428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490195E-5271-5FA4-CDCA-5D0F70583771}"/>
                    </a:ext>
                  </a:extLst>
                </p14:cNvPr>
                <p14:cNvContentPartPr/>
                <p14:nvPr/>
              </p14:nvContentPartPr>
              <p14:xfrm>
                <a:off x="3243407" y="6398302"/>
                <a:ext cx="317520" cy="95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490195E-5271-5FA4-CDCA-5D0F7058377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225767" y="6380302"/>
                  <a:ext cx="353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2772EB6-5078-3F75-A1F0-696CBFF3F60A}"/>
                    </a:ext>
                  </a:extLst>
                </p14:cNvPr>
                <p14:cNvContentPartPr/>
                <p14:nvPr/>
              </p14:nvContentPartPr>
              <p14:xfrm>
                <a:off x="3670367" y="6128662"/>
                <a:ext cx="160920" cy="5058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2772EB6-5078-3F75-A1F0-696CBFF3F60A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652727" y="6110662"/>
                  <a:ext cx="19656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836CA38-25E2-4A51-E8B3-EDCFCEFB2732}"/>
                    </a:ext>
                  </a:extLst>
                </p14:cNvPr>
                <p14:cNvContentPartPr/>
                <p14:nvPr/>
              </p14:nvContentPartPr>
              <p14:xfrm>
                <a:off x="3305327" y="6518542"/>
                <a:ext cx="29520" cy="500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836CA38-25E2-4A51-E8B3-EDCFCEFB273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287687" y="6500542"/>
                  <a:ext cx="65160" cy="8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9D15F75A-F619-E604-2877-E08FD15F5D99}"/>
                  </a:ext>
                </a:extLst>
              </p14:cNvPr>
              <p14:cNvContentPartPr/>
              <p14:nvPr/>
            </p14:nvContentPartPr>
            <p14:xfrm rot="-2606351">
              <a:off x="6957141" y="6506594"/>
              <a:ext cx="79972" cy="69976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9D15F75A-F619-E604-2877-E08FD15F5D99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 rot="-2606351">
                <a:off x="6938026" y="6487222"/>
                <a:ext cx="118593" cy="109115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3635D65-C2AF-9ED6-209A-37BC46670140}"/>
              </a:ext>
            </a:extLst>
          </p:cNvPr>
          <p:cNvGrpSpPr/>
          <p:nvPr/>
        </p:nvGrpSpPr>
        <p:grpSpPr>
          <a:xfrm>
            <a:off x="7141127" y="6136582"/>
            <a:ext cx="1204200" cy="371160"/>
            <a:chOff x="7141127" y="6136582"/>
            <a:chExt cx="120420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F8AEA39-EA20-A0B6-4EEE-E9C9D8A9A272}"/>
                    </a:ext>
                  </a:extLst>
                </p14:cNvPr>
                <p14:cNvContentPartPr/>
                <p14:nvPr/>
              </p14:nvContentPartPr>
              <p14:xfrm>
                <a:off x="7198727" y="6340342"/>
                <a:ext cx="191520" cy="414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F8AEA39-EA20-A0B6-4EEE-E9C9D8A9A27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181087" y="6322702"/>
                  <a:ext cx="227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CF071DA-22C2-62A3-F394-E66E1F2DF66E}"/>
                    </a:ext>
                  </a:extLst>
                </p14:cNvPr>
                <p14:cNvContentPartPr/>
                <p14:nvPr/>
              </p14:nvContentPartPr>
              <p14:xfrm>
                <a:off x="7216367" y="6219382"/>
                <a:ext cx="103320" cy="2714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CF071DA-22C2-62A3-F394-E66E1F2DF66E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198367" y="6201742"/>
                  <a:ext cx="1389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53B11A5-9911-3FA5-14EF-9E649DEB102C}"/>
                    </a:ext>
                  </a:extLst>
                </p14:cNvPr>
                <p14:cNvContentPartPr/>
                <p14:nvPr/>
              </p14:nvContentPartPr>
              <p14:xfrm>
                <a:off x="7595087" y="6147742"/>
                <a:ext cx="243720" cy="360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53B11A5-9911-3FA5-14EF-9E649DEB102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577087" y="6130102"/>
                  <a:ext cx="2793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F5AD86F-1184-C57E-64F8-A494CD3EC3FE}"/>
                    </a:ext>
                  </a:extLst>
                </p14:cNvPr>
                <p14:cNvContentPartPr/>
                <p14:nvPr/>
              </p14:nvContentPartPr>
              <p14:xfrm>
                <a:off x="7606967" y="6337462"/>
                <a:ext cx="176040" cy="374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F5AD86F-1184-C57E-64F8-A494CD3EC3FE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588967" y="6319822"/>
                  <a:ext cx="211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6F635F0-2441-3B60-9D5C-C7539E5301C6}"/>
                    </a:ext>
                  </a:extLst>
                </p14:cNvPr>
                <p14:cNvContentPartPr/>
                <p14:nvPr/>
              </p14:nvContentPartPr>
              <p14:xfrm>
                <a:off x="8015207" y="6136582"/>
                <a:ext cx="169920" cy="302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6F635F0-2441-3B60-9D5C-C7539E5301C6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997207" y="6118942"/>
                  <a:ext cx="2055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C4AF760-E582-9EAD-F024-A2FD1896E213}"/>
                    </a:ext>
                  </a:extLst>
                </p14:cNvPr>
                <p14:cNvContentPartPr/>
                <p14:nvPr/>
              </p14:nvContentPartPr>
              <p14:xfrm>
                <a:off x="8339927" y="6490462"/>
                <a:ext cx="5400" cy="79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C4AF760-E582-9EAD-F024-A2FD1896E213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321927" y="6472462"/>
                  <a:ext cx="41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82940C8-5E41-B145-EDA1-2DE3923EB849}"/>
                    </a:ext>
                  </a:extLst>
                </p14:cNvPr>
                <p14:cNvContentPartPr/>
                <p14:nvPr/>
              </p14:nvContentPartPr>
              <p14:xfrm>
                <a:off x="7141127" y="6473542"/>
                <a:ext cx="1440" cy="72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82940C8-5E41-B145-EDA1-2DE3923EB849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123487" y="6455902"/>
                  <a:ext cx="37080" cy="4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21439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B0C8F5D-FAD4-2D61-5B8E-1A79751356EE}"/>
              </a:ext>
            </a:extLst>
          </p:cNvPr>
          <p:cNvGrpSpPr/>
          <p:nvPr/>
        </p:nvGrpSpPr>
        <p:grpSpPr>
          <a:xfrm>
            <a:off x="1177007" y="251302"/>
            <a:ext cx="2644560" cy="831960"/>
            <a:chOff x="1177007" y="251302"/>
            <a:chExt cx="2644560" cy="83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918A51-49CC-535D-2BEC-F6AC5A481AFC}"/>
                    </a:ext>
                  </a:extLst>
                </p14:cNvPr>
                <p14:cNvContentPartPr/>
                <p14:nvPr/>
              </p14:nvContentPartPr>
              <p14:xfrm>
                <a:off x="1177007" y="470542"/>
                <a:ext cx="84960" cy="300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918A51-49CC-535D-2BEC-F6AC5A481AF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9367" y="452902"/>
                  <a:ext cx="1206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3E8B50-525D-ABCF-3FA5-FFE670844881}"/>
                    </a:ext>
                  </a:extLst>
                </p14:cNvPr>
                <p14:cNvContentPartPr/>
                <p14:nvPr/>
              </p14:nvContentPartPr>
              <p14:xfrm>
                <a:off x="1219127" y="403582"/>
                <a:ext cx="282960" cy="307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3E8B50-525D-ABCF-3FA5-FFE67084488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01487" y="385582"/>
                  <a:ext cx="31860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67735C-360D-784D-5A3E-0B9EEC9FD288}"/>
                    </a:ext>
                  </a:extLst>
                </p14:cNvPr>
                <p14:cNvContentPartPr/>
                <p14:nvPr/>
              </p14:nvContentPartPr>
              <p14:xfrm>
                <a:off x="1613687" y="540742"/>
                <a:ext cx="159840" cy="169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67735C-360D-784D-5A3E-0B9EEC9FD2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95687" y="522742"/>
                  <a:ext cx="195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3E0B14-9BCF-9312-6074-9C7253452AA3}"/>
                    </a:ext>
                  </a:extLst>
                </p14:cNvPr>
                <p14:cNvContentPartPr/>
                <p14:nvPr/>
              </p14:nvContentPartPr>
              <p14:xfrm>
                <a:off x="1949207" y="334462"/>
                <a:ext cx="37440" cy="345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3E0B14-9BCF-9312-6074-9C7253452A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31207" y="316822"/>
                  <a:ext cx="730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3C3CD8-A156-DCEE-6950-4FDE5A3A2A6E}"/>
                    </a:ext>
                  </a:extLst>
                </p14:cNvPr>
                <p14:cNvContentPartPr/>
                <p14:nvPr/>
              </p14:nvContentPartPr>
              <p14:xfrm>
                <a:off x="2201207" y="367222"/>
                <a:ext cx="77760" cy="336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3C3CD8-A156-DCEE-6950-4FDE5A3A2A6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83207" y="349582"/>
                  <a:ext cx="1134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021936-9858-3F01-8537-D1E929104A5A}"/>
                    </a:ext>
                  </a:extLst>
                </p14:cNvPr>
                <p14:cNvContentPartPr/>
                <p14:nvPr/>
              </p14:nvContentPartPr>
              <p14:xfrm>
                <a:off x="2115167" y="522022"/>
                <a:ext cx="217440" cy="21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021936-9858-3F01-8537-D1E929104A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97527" y="504022"/>
                  <a:ext cx="253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1186CF-F590-D8C9-8B41-20743913EBED}"/>
                    </a:ext>
                  </a:extLst>
                </p14:cNvPr>
                <p14:cNvContentPartPr/>
                <p14:nvPr/>
              </p14:nvContentPartPr>
              <p14:xfrm>
                <a:off x="2409287" y="509422"/>
                <a:ext cx="70200" cy="18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1186CF-F590-D8C9-8B41-20743913EB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91287" y="491782"/>
                  <a:ext cx="105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140DEE0-A12D-09C2-9B09-FD2AA5578137}"/>
                    </a:ext>
                  </a:extLst>
                </p14:cNvPr>
                <p14:cNvContentPartPr/>
                <p14:nvPr/>
              </p14:nvContentPartPr>
              <p14:xfrm>
                <a:off x="2447087" y="325822"/>
                <a:ext cx="59040" cy="65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140DEE0-A12D-09C2-9B09-FD2AA557813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29087" y="308182"/>
                  <a:ext cx="946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60E9BD9-E626-6D45-E3D3-CF8C225347B7}"/>
                    </a:ext>
                  </a:extLst>
                </p14:cNvPr>
                <p14:cNvContentPartPr/>
                <p14:nvPr/>
              </p14:nvContentPartPr>
              <p14:xfrm>
                <a:off x="2537087" y="512662"/>
                <a:ext cx="55440" cy="570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60E9BD9-E626-6D45-E3D3-CF8C225347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19447" y="494662"/>
                  <a:ext cx="9108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6ECA02-764A-FB5C-59FE-C31E1C3CF44A}"/>
                    </a:ext>
                  </a:extLst>
                </p14:cNvPr>
                <p14:cNvContentPartPr/>
                <p14:nvPr/>
              </p14:nvContentPartPr>
              <p14:xfrm>
                <a:off x="2488127" y="545782"/>
                <a:ext cx="236520" cy="155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6ECA02-764A-FB5C-59FE-C31E1C3CF4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70127" y="528142"/>
                  <a:ext cx="272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D7B515-E148-127B-8909-39175DFDFDF2}"/>
                    </a:ext>
                  </a:extLst>
                </p14:cNvPr>
                <p14:cNvContentPartPr/>
                <p14:nvPr/>
              </p14:nvContentPartPr>
              <p14:xfrm>
                <a:off x="2824007" y="290182"/>
                <a:ext cx="24480" cy="388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D7B515-E148-127B-8909-39175DFDFD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06367" y="272542"/>
                  <a:ext cx="601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CD150C-57A4-5289-A182-B115A1C41AB6}"/>
                    </a:ext>
                  </a:extLst>
                </p14:cNvPr>
                <p14:cNvContentPartPr/>
                <p14:nvPr/>
              </p14:nvContentPartPr>
              <p14:xfrm>
                <a:off x="2931287" y="510862"/>
                <a:ext cx="43920" cy="154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CD150C-57A4-5289-A182-B115A1C41A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13287" y="492862"/>
                  <a:ext cx="795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1DF5FB2-6436-CE7D-C3D6-D58BBD3E0CF6}"/>
                    </a:ext>
                  </a:extLst>
                </p14:cNvPr>
                <p14:cNvContentPartPr/>
                <p14:nvPr/>
              </p14:nvContentPartPr>
              <p14:xfrm>
                <a:off x="3025607" y="347782"/>
                <a:ext cx="36360" cy="48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1DF5FB2-6436-CE7D-C3D6-D58BBD3E0CF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07967" y="330142"/>
                  <a:ext cx="72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C1FAE14-EFAA-6878-0EE4-F7CB48DDDA6D}"/>
                    </a:ext>
                  </a:extLst>
                </p14:cNvPr>
                <p14:cNvContentPartPr/>
                <p14:nvPr/>
              </p14:nvContentPartPr>
              <p14:xfrm>
                <a:off x="3132527" y="520582"/>
                <a:ext cx="137520" cy="172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C1FAE14-EFAA-6878-0EE4-F7CB48DDDA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14527" y="502582"/>
                  <a:ext cx="1731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32C1809-3019-8387-0D3E-28C8B283DFB2}"/>
                    </a:ext>
                  </a:extLst>
                </p14:cNvPr>
                <p14:cNvContentPartPr/>
                <p14:nvPr/>
              </p14:nvContentPartPr>
              <p14:xfrm>
                <a:off x="3392807" y="523462"/>
                <a:ext cx="185760" cy="129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32C1809-3019-8387-0D3E-28C8B283DF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74807" y="505462"/>
                  <a:ext cx="221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9205108-7F2A-B280-0738-33051368C391}"/>
                    </a:ext>
                  </a:extLst>
                </p14:cNvPr>
                <p14:cNvContentPartPr/>
                <p14:nvPr/>
              </p14:nvContentPartPr>
              <p14:xfrm>
                <a:off x="3788807" y="251302"/>
                <a:ext cx="15120" cy="421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9205108-7F2A-B280-0738-33051368C3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71167" y="233302"/>
                  <a:ext cx="5076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04A5180-7B46-2D1C-7FCE-C30C3F5C5064}"/>
                    </a:ext>
                  </a:extLst>
                </p14:cNvPr>
                <p14:cNvContentPartPr/>
                <p14:nvPr/>
              </p14:nvContentPartPr>
              <p14:xfrm>
                <a:off x="3689807" y="513382"/>
                <a:ext cx="131760" cy="41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04A5180-7B46-2D1C-7FCE-C30C3F5C50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2167" y="495382"/>
                  <a:ext cx="16740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12A48C-091A-4308-3E03-6FB7984AE00D}"/>
              </a:ext>
            </a:extLst>
          </p:cNvPr>
          <p:cNvGrpSpPr/>
          <p:nvPr/>
        </p:nvGrpSpPr>
        <p:grpSpPr>
          <a:xfrm>
            <a:off x="244247" y="259222"/>
            <a:ext cx="484560" cy="664560"/>
            <a:chOff x="244247" y="259222"/>
            <a:chExt cx="484560" cy="66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8DBCA8-77C3-CB7D-FF96-FF68DE166647}"/>
                    </a:ext>
                  </a:extLst>
                </p14:cNvPr>
                <p14:cNvContentPartPr/>
                <p14:nvPr/>
              </p14:nvContentPartPr>
              <p14:xfrm>
                <a:off x="244247" y="525622"/>
                <a:ext cx="48960" cy="207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8DBCA8-77C3-CB7D-FF96-FF68DE16664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6607" y="507622"/>
                  <a:ext cx="846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597121-11A1-8201-500D-C568E0DA0012}"/>
                    </a:ext>
                  </a:extLst>
                </p14:cNvPr>
                <p14:cNvContentPartPr/>
                <p14:nvPr/>
              </p14:nvContentPartPr>
              <p14:xfrm>
                <a:off x="377447" y="448222"/>
                <a:ext cx="119880" cy="198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597121-11A1-8201-500D-C568E0DA001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9807" y="430222"/>
                  <a:ext cx="155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34798EA-E075-0C53-5C8A-93EF9B6AE9AC}"/>
                    </a:ext>
                  </a:extLst>
                </p14:cNvPr>
                <p14:cNvContentPartPr/>
                <p14:nvPr/>
              </p14:nvContentPartPr>
              <p14:xfrm>
                <a:off x="527567" y="259222"/>
                <a:ext cx="201240" cy="664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34798EA-E075-0C53-5C8A-93EF9B6AE9A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9927" y="241222"/>
                  <a:ext cx="236880" cy="70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92CC42F-2C2C-5C3F-F399-26887AC696E8}"/>
              </a:ext>
            </a:extLst>
          </p:cNvPr>
          <p:cNvGrpSpPr/>
          <p:nvPr/>
        </p:nvGrpSpPr>
        <p:grpSpPr>
          <a:xfrm>
            <a:off x="4029287" y="455422"/>
            <a:ext cx="538920" cy="212400"/>
            <a:chOff x="4029287" y="455422"/>
            <a:chExt cx="53892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3C23BA-E824-00F8-9A79-2099A1EDC654}"/>
                    </a:ext>
                  </a:extLst>
                </p14:cNvPr>
                <p14:cNvContentPartPr/>
                <p14:nvPr/>
              </p14:nvContentPartPr>
              <p14:xfrm>
                <a:off x="4029287" y="501502"/>
                <a:ext cx="11160" cy="15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3C23BA-E824-00F8-9A79-2099A1EDC65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11647" y="483862"/>
                  <a:ext cx="46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BC9117-D7DB-7C7E-CCEA-2427D126C9EB}"/>
                    </a:ext>
                  </a:extLst>
                </p14:cNvPr>
                <p14:cNvContentPartPr/>
                <p14:nvPr/>
              </p14:nvContentPartPr>
              <p14:xfrm>
                <a:off x="4131527" y="478462"/>
                <a:ext cx="146880" cy="189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BC9117-D7DB-7C7E-CCEA-2427D126C9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13527" y="460462"/>
                  <a:ext cx="1825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F215A79-BB3B-4F3D-2EA8-A9DD844EE7E1}"/>
                    </a:ext>
                  </a:extLst>
                </p14:cNvPr>
                <p14:cNvContentPartPr/>
                <p14:nvPr/>
              </p14:nvContentPartPr>
              <p14:xfrm>
                <a:off x="4371647" y="455422"/>
                <a:ext cx="196560" cy="178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F215A79-BB3B-4F3D-2EA8-A9DD844EE7E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53647" y="437422"/>
                  <a:ext cx="232200" cy="2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427C151-B2BF-63B3-3A1F-59D743E8E512}"/>
                  </a:ext>
                </a:extLst>
              </p14:cNvPr>
              <p14:cNvContentPartPr/>
              <p14:nvPr/>
            </p14:nvContentPartPr>
            <p14:xfrm>
              <a:off x="4074647" y="285142"/>
              <a:ext cx="57240" cy="176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427C151-B2BF-63B3-3A1F-59D743E8E51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57007" y="267142"/>
                <a:ext cx="9288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AD1BCBFA-9C42-763B-E1D3-730D91068D09}"/>
              </a:ext>
            </a:extLst>
          </p:cNvPr>
          <p:cNvGrpSpPr/>
          <p:nvPr/>
        </p:nvGrpSpPr>
        <p:grpSpPr>
          <a:xfrm>
            <a:off x="5283167" y="320782"/>
            <a:ext cx="549000" cy="889200"/>
            <a:chOff x="5283167" y="320782"/>
            <a:chExt cx="549000" cy="88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2A1946F-A58F-179A-3828-0CFBDBF83543}"/>
                    </a:ext>
                  </a:extLst>
                </p14:cNvPr>
                <p14:cNvContentPartPr/>
                <p14:nvPr/>
              </p14:nvContentPartPr>
              <p14:xfrm>
                <a:off x="5283167" y="320782"/>
                <a:ext cx="198000" cy="378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2A1946F-A58F-179A-3828-0CFBDBF8354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65167" y="303142"/>
                  <a:ext cx="2336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22ED529-4AC9-5D96-8382-5EB45C4F1699}"/>
                    </a:ext>
                  </a:extLst>
                </p14:cNvPr>
                <p14:cNvContentPartPr/>
                <p14:nvPr/>
              </p14:nvContentPartPr>
              <p14:xfrm>
                <a:off x="5471447" y="433822"/>
                <a:ext cx="360720" cy="776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22ED529-4AC9-5D96-8382-5EB45C4F169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53447" y="416182"/>
                  <a:ext cx="396360" cy="81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A0D4BEB-47A1-6272-9772-96D990F7C946}"/>
              </a:ext>
            </a:extLst>
          </p:cNvPr>
          <p:cNvGrpSpPr/>
          <p:nvPr/>
        </p:nvGrpSpPr>
        <p:grpSpPr>
          <a:xfrm>
            <a:off x="6308087" y="187222"/>
            <a:ext cx="3674880" cy="735120"/>
            <a:chOff x="6308087" y="187222"/>
            <a:chExt cx="3674880" cy="73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95B4E0B-6E80-B386-F2E1-6E620B8DABF9}"/>
                    </a:ext>
                  </a:extLst>
                </p14:cNvPr>
                <p14:cNvContentPartPr/>
                <p14:nvPr/>
              </p14:nvContentPartPr>
              <p14:xfrm>
                <a:off x="6421487" y="349222"/>
                <a:ext cx="21240" cy="357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95B4E0B-6E80-B386-F2E1-6E620B8DABF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03487" y="331582"/>
                  <a:ext cx="568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5E1B3B-FC2B-2395-B212-14918F3DD9D1}"/>
                    </a:ext>
                  </a:extLst>
                </p14:cNvPr>
                <p14:cNvContentPartPr/>
                <p14:nvPr/>
              </p14:nvContentPartPr>
              <p14:xfrm>
                <a:off x="6376127" y="371542"/>
                <a:ext cx="187560" cy="119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5E1B3B-FC2B-2395-B212-14918F3DD9D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58127" y="353542"/>
                  <a:ext cx="223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BBB2E14-4CFA-9AF2-0A71-CD227B44C486}"/>
                    </a:ext>
                  </a:extLst>
                </p14:cNvPr>
                <p14:cNvContentPartPr/>
                <p14:nvPr/>
              </p14:nvContentPartPr>
              <p14:xfrm>
                <a:off x="6308087" y="702022"/>
                <a:ext cx="225360" cy="83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BBB2E14-4CFA-9AF2-0A71-CD227B44C4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90447" y="684022"/>
                  <a:ext cx="2610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48BEE7C-4006-3A04-1D18-376B8CC99AA7}"/>
                    </a:ext>
                  </a:extLst>
                </p14:cNvPr>
                <p14:cNvContentPartPr/>
                <p14:nvPr/>
              </p14:nvContentPartPr>
              <p14:xfrm>
                <a:off x="6580247" y="361462"/>
                <a:ext cx="683280" cy="37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8BEE7C-4006-3A04-1D18-376B8CC99A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62247" y="343462"/>
                  <a:ext cx="7189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2598A4-4968-2684-8C69-7E79C8AB11AB}"/>
                    </a:ext>
                  </a:extLst>
                </p14:cNvPr>
                <p14:cNvContentPartPr/>
                <p14:nvPr/>
              </p14:nvContentPartPr>
              <p14:xfrm>
                <a:off x="7413287" y="246622"/>
                <a:ext cx="188640" cy="424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2598A4-4968-2684-8C69-7E79C8AB11A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95647" y="228982"/>
                  <a:ext cx="2242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984A2C8-E8E8-0F23-0007-86BEAEB9D241}"/>
                    </a:ext>
                  </a:extLst>
                </p14:cNvPr>
                <p14:cNvContentPartPr/>
                <p14:nvPr/>
              </p14:nvContentPartPr>
              <p14:xfrm>
                <a:off x="7659887" y="372982"/>
                <a:ext cx="17280" cy="50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984A2C8-E8E8-0F23-0007-86BEAEB9D24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42247" y="354982"/>
                  <a:ext cx="52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7770621-2A16-975A-B28E-548622E2813C}"/>
                    </a:ext>
                  </a:extLst>
                </p14:cNvPr>
                <p14:cNvContentPartPr/>
                <p14:nvPr/>
              </p14:nvContentPartPr>
              <p14:xfrm>
                <a:off x="7334807" y="402502"/>
                <a:ext cx="189000" cy="20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7770621-2A16-975A-B28E-548622E281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17167" y="384862"/>
                  <a:ext cx="224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2E0F75E-0606-EC71-3FFF-D644A9EB1075}"/>
                    </a:ext>
                  </a:extLst>
                </p14:cNvPr>
                <p14:cNvContentPartPr/>
                <p14:nvPr/>
              </p14:nvContentPartPr>
              <p14:xfrm>
                <a:off x="7860407" y="230062"/>
                <a:ext cx="41400" cy="429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2E0F75E-0606-EC71-3FFF-D644A9EB10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42407" y="212062"/>
                  <a:ext cx="7704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F3DC3E-1B3F-4BE2-19A2-E7C438689869}"/>
                    </a:ext>
                  </a:extLst>
                </p14:cNvPr>
                <p14:cNvContentPartPr/>
                <p14:nvPr/>
              </p14:nvContentPartPr>
              <p14:xfrm>
                <a:off x="7731887" y="433822"/>
                <a:ext cx="430560" cy="488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F3DC3E-1B3F-4BE2-19A2-E7C4386898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14247" y="415822"/>
                  <a:ext cx="46620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3FDADE-39C3-D5E2-9FEB-BA3A6857E104}"/>
                    </a:ext>
                  </a:extLst>
                </p14:cNvPr>
                <p14:cNvContentPartPr/>
                <p14:nvPr/>
              </p14:nvContentPartPr>
              <p14:xfrm>
                <a:off x="8389247" y="453982"/>
                <a:ext cx="310320" cy="241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3FDADE-39C3-D5E2-9FEB-BA3A6857E10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71607" y="436342"/>
                  <a:ext cx="3459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9EC7B7-997E-2CDE-73E5-86FAEFC917FC}"/>
                    </a:ext>
                  </a:extLst>
                </p14:cNvPr>
                <p14:cNvContentPartPr/>
                <p14:nvPr/>
              </p14:nvContentPartPr>
              <p14:xfrm>
                <a:off x="8773367" y="471982"/>
                <a:ext cx="201960" cy="242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9EC7B7-997E-2CDE-73E5-86FAEFC917F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55727" y="454342"/>
                  <a:ext cx="2376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807EA0-667C-4B55-826C-9F74141BB86B}"/>
                    </a:ext>
                  </a:extLst>
                </p14:cNvPr>
                <p14:cNvContentPartPr/>
                <p14:nvPr/>
              </p14:nvContentPartPr>
              <p14:xfrm>
                <a:off x="9159287" y="238702"/>
                <a:ext cx="24120" cy="418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807EA0-667C-4B55-826C-9F74141BB8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41287" y="220702"/>
                  <a:ext cx="5976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D961850-32E1-6D60-AD14-50A8F4A2B6EA}"/>
                    </a:ext>
                  </a:extLst>
                </p14:cNvPr>
                <p14:cNvContentPartPr/>
                <p14:nvPr/>
              </p14:nvContentPartPr>
              <p14:xfrm>
                <a:off x="9266567" y="496462"/>
                <a:ext cx="273240" cy="178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D961850-32E1-6D60-AD14-50A8F4A2B6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48567" y="478822"/>
                  <a:ext cx="3088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53C0F7F-C619-B299-3A92-BC5FFFE8F029}"/>
                    </a:ext>
                  </a:extLst>
                </p14:cNvPr>
                <p14:cNvContentPartPr/>
                <p14:nvPr/>
              </p14:nvContentPartPr>
              <p14:xfrm>
                <a:off x="9500207" y="187222"/>
                <a:ext cx="59040" cy="79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53C0F7F-C619-B299-3A92-BC5FFFE8F0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82567" y="169582"/>
                  <a:ext cx="94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2735FDD-915D-BB71-0AD4-FD3AA868DE22}"/>
                    </a:ext>
                  </a:extLst>
                </p14:cNvPr>
                <p14:cNvContentPartPr/>
                <p14:nvPr/>
              </p14:nvContentPartPr>
              <p14:xfrm>
                <a:off x="8964527" y="318982"/>
                <a:ext cx="352440" cy="67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2735FDD-915D-BB71-0AD4-FD3AA868DE2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46887" y="301342"/>
                  <a:ext cx="388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989B536-F15A-A593-D364-1239755BC669}"/>
                    </a:ext>
                  </a:extLst>
                </p14:cNvPr>
                <p14:cNvContentPartPr/>
                <p14:nvPr/>
              </p14:nvContentPartPr>
              <p14:xfrm>
                <a:off x="9777767" y="447862"/>
                <a:ext cx="122040" cy="240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989B536-F15A-A593-D364-1239755BC6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59767" y="430222"/>
                  <a:ext cx="1576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7611BA9-9AE5-0F3D-F22E-6D3D8594CBFA}"/>
                    </a:ext>
                  </a:extLst>
                </p14:cNvPr>
                <p14:cNvContentPartPr/>
                <p14:nvPr/>
              </p14:nvContentPartPr>
              <p14:xfrm>
                <a:off x="9670847" y="448582"/>
                <a:ext cx="312120" cy="187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7611BA9-9AE5-0F3D-F22E-6D3D8594CB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53207" y="430582"/>
                  <a:ext cx="34776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A7C9C39-332A-2728-7A64-881CA2AFCC29}"/>
              </a:ext>
            </a:extLst>
          </p:cNvPr>
          <p:cNvGrpSpPr/>
          <p:nvPr/>
        </p:nvGrpSpPr>
        <p:grpSpPr>
          <a:xfrm>
            <a:off x="3083207" y="1503742"/>
            <a:ext cx="213480" cy="142560"/>
            <a:chOff x="3083207" y="1503742"/>
            <a:chExt cx="213480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732913-FB5A-E58D-79E5-B50528FEF46D}"/>
                    </a:ext>
                  </a:extLst>
                </p14:cNvPr>
                <p14:cNvContentPartPr/>
                <p14:nvPr/>
              </p14:nvContentPartPr>
              <p14:xfrm>
                <a:off x="3157007" y="1503742"/>
                <a:ext cx="118080" cy="18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732913-FB5A-E58D-79E5-B50528FEF46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39007" y="1485742"/>
                  <a:ext cx="153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43DFE2B-3438-4516-6FCB-72349357774A}"/>
                    </a:ext>
                  </a:extLst>
                </p14:cNvPr>
                <p14:cNvContentPartPr/>
                <p14:nvPr/>
              </p14:nvContentPartPr>
              <p14:xfrm>
                <a:off x="3083207" y="1599502"/>
                <a:ext cx="213480" cy="46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43DFE2B-3438-4516-6FCB-72349357774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65567" y="1581502"/>
                  <a:ext cx="24912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7BA5C81-1A1B-51C0-8DCC-EBF40FBB34A5}"/>
              </a:ext>
            </a:extLst>
          </p:cNvPr>
          <p:cNvGrpSpPr/>
          <p:nvPr/>
        </p:nvGrpSpPr>
        <p:grpSpPr>
          <a:xfrm>
            <a:off x="3736967" y="1267582"/>
            <a:ext cx="263520" cy="397800"/>
            <a:chOff x="3736967" y="1267582"/>
            <a:chExt cx="26352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B6A3DDB-53D6-A5A0-4F29-0414BF5D2040}"/>
                    </a:ext>
                  </a:extLst>
                </p14:cNvPr>
                <p14:cNvContentPartPr/>
                <p14:nvPr/>
              </p14:nvContentPartPr>
              <p14:xfrm>
                <a:off x="3736967" y="1267582"/>
                <a:ext cx="246600" cy="397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B6A3DDB-53D6-A5A0-4F29-0414BF5D204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719327" y="1249942"/>
                  <a:ext cx="2822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1842A26-EA18-6EFC-B396-CB2A99EEABC2}"/>
                    </a:ext>
                  </a:extLst>
                </p14:cNvPr>
                <p14:cNvContentPartPr/>
                <p14:nvPr/>
              </p14:nvContentPartPr>
              <p14:xfrm>
                <a:off x="3754967" y="1502302"/>
                <a:ext cx="245520" cy="26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1842A26-EA18-6EFC-B396-CB2A99EEABC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37327" y="1484662"/>
                  <a:ext cx="28116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AD89648-D298-E737-BC20-CDBDD640E648}"/>
              </a:ext>
            </a:extLst>
          </p:cNvPr>
          <p:cNvGrpSpPr/>
          <p:nvPr/>
        </p:nvGrpSpPr>
        <p:grpSpPr>
          <a:xfrm>
            <a:off x="315167" y="1999462"/>
            <a:ext cx="413280" cy="1025280"/>
            <a:chOff x="315167" y="1999462"/>
            <a:chExt cx="413280" cy="10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A42CC75-AC92-65E3-EE5B-3262822AC22E}"/>
                    </a:ext>
                  </a:extLst>
                </p14:cNvPr>
                <p14:cNvContentPartPr/>
                <p14:nvPr/>
              </p14:nvContentPartPr>
              <p14:xfrm>
                <a:off x="315167" y="2344342"/>
                <a:ext cx="139320" cy="190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A42CC75-AC92-65E3-EE5B-3262822AC22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7167" y="2326342"/>
                  <a:ext cx="174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EAD0265-BB6C-CDFC-D875-2A80CD5C4F0F}"/>
                    </a:ext>
                  </a:extLst>
                </p14:cNvPr>
                <p14:cNvContentPartPr/>
                <p14:nvPr/>
              </p14:nvContentPartPr>
              <p14:xfrm>
                <a:off x="558527" y="1999462"/>
                <a:ext cx="169920" cy="1025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EAD0265-BB6C-CDFC-D875-2A80CD5C4F0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0887" y="1981822"/>
                  <a:ext cx="205560" cy="10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085E496-90DD-5B25-5E29-F13412B7570E}"/>
              </a:ext>
            </a:extLst>
          </p:cNvPr>
          <p:cNvGrpSpPr/>
          <p:nvPr/>
        </p:nvGrpSpPr>
        <p:grpSpPr>
          <a:xfrm>
            <a:off x="1315607" y="2225182"/>
            <a:ext cx="3944160" cy="977040"/>
            <a:chOff x="1315607" y="2225182"/>
            <a:chExt cx="3944160" cy="97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CEA1C9E-140E-A0B9-4FFF-F4803E4FC6CB}"/>
                    </a:ext>
                  </a:extLst>
                </p14:cNvPr>
                <p14:cNvContentPartPr/>
                <p14:nvPr/>
              </p14:nvContentPartPr>
              <p14:xfrm>
                <a:off x="1315607" y="2343262"/>
                <a:ext cx="122760" cy="384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CEA1C9E-140E-A0B9-4FFF-F4803E4FC6C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97607" y="2325262"/>
                  <a:ext cx="1584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1E5C41A-0A25-78D6-665F-F3248BA4F32F}"/>
                    </a:ext>
                  </a:extLst>
                </p14:cNvPr>
                <p14:cNvContentPartPr/>
                <p14:nvPr/>
              </p14:nvContentPartPr>
              <p14:xfrm>
                <a:off x="1359527" y="2349382"/>
                <a:ext cx="336600" cy="359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1E5C41A-0A25-78D6-665F-F3248BA4F32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41887" y="2331742"/>
                  <a:ext cx="3722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840A175-0C78-CF81-353B-85B2132E0BE2}"/>
                    </a:ext>
                  </a:extLst>
                </p14:cNvPr>
                <p14:cNvContentPartPr/>
                <p14:nvPr/>
              </p14:nvContentPartPr>
              <p14:xfrm>
                <a:off x="1799087" y="2548102"/>
                <a:ext cx="239400" cy="208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840A175-0C78-CF81-353B-85B2132E0BE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81087" y="2530102"/>
                  <a:ext cx="275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2C42E5A-B8D4-2732-DD55-647B391B2905}"/>
                    </a:ext>
                  </a:extLst>
                </p14:cNvPr>
                <p14:cNvContentPartPr/>
                <p14:nvPr/>
              </p14:nvContentPartPr>
              <p14:xfrm>
                <a:off x="2123447" y="2353702"/>
                <a:ext cx="115200" cy="423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2C42E5A-B8D4-2732-DD55-647B391B290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105807" y="2336062"/>
                  <a:ext cx="15084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8E8B9E4-DCD2-1938-ADB2-CEF3820744C3}"/>
                    </a:ext>
                  </a:extLst>
                </p14:cNvPr>
                <p14:cNvContentPartPr/>
                <p14:nvPr/>
              </p14:nvContentPartPr>
              <p14:xfrm>
                <a:off x="2344127" y="2381782"/>
                <a:ext cx="116280" cy="393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8E8B9E4-DCD2-1938-ADB2-CEF3820744C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26127" y="2363782"/>
                  <a:ext cx="15192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2968B96-DBB5-F0EC-31F9-39E552681977}"/>
                    </a:ext>
                  </a:extLst>
                </p14:cNvPr>
                <p14:cNvContentPartPr/>
                <p14:nvPr/>
              </p14:nvContentPartPr>
              <p14:xfrm>
                <a:off x="2304527" y="2556742"/>
                <a:ext cx="425160" cy="213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2968B96-DBB5-F0EC-31F9-39E55268197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86887" y="2538742"/>
                  <a:ext cx="4608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588E328-CBA9-797D-F063-B4C51A53EC75}"/>
                    </a:ext>
                  </a:extLst>
                </p14:cNvPr>
                <p14:cNvContentPartPr/>
                <p14:nvPr/>
              </p14:nvContentPartPr>
              <p14:xfrm>
                <a:off x="2747687" y="2353342"/>
                <a:ext cx="44280" cy="59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588E328-CBA9-797D-F063-B4C51A53EC7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729687" y="2335342"/>
                  <a:ext cx="79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D2EB543-CA01-BF36-7276-553BDFE7FACD}"/>
                    </a:ext>
                  </a:extLst>
                </p14:cNvPr>
                <p14:cNvContentPartPr/>
                <p14:nvPr/>
              </p14:nvContentPartPr>
              <p14:xfrm>
                <a:off x="2834087" y="2586982"/>
                <a:ext cx="158040" cy="615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D2EB543-CA01-BF36-7276-553BDFE7FAC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16087" y="2568982"/>
                  <a:ext cx="19368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69E275-AF39-4CC0-E2FB-233DDB511D27}"/>
                    </a:ext>
                  </a:extLst>
                </p14:cNvPr>
                <p14:cNvContentPartPr/>
                <p14:nvPr/>
              </p14:nvContentPartPr>
              <p14:xfrm>
                <a:off x="2832647" y="2557102"/>
                <a:ext cx="315720" cy="210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69E275-AF39-4CC0-E2FB-233DDB511D2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15007" y="2539462"/>
                  <a:ext cx="351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1E89F2D-3720-6A14-5C5D-A41CEC290DE5}"/>
                    </a:ext>
                  </a:extLst>
                </p14:cNvPr>
                <p14:cNvContentPartPr/>
                <p14:nvPr/>
              </p14:nvContentPartPr>
              <p14:xfrm>
                <a:off x="3247367" y="2279902"/>
                <a:ext cx="288720" cy="501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1E89F2D-3720-6A14-5C5D-A41CEC290DE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29727" y="2262262"/>
                  <a:ext cx="32436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706CE80-2CB1-E8E4-5BA5-927ED0614FF3}"/>
                    </a:ext>
                  </a:extLst>
                </p14:cNvPr>
                <p14:cNvContentPartPr/>
                <p14:nvPr/>
              </p14:nvContentPartPr>
              <p14:xfrm>
                <a:off x="3542927" y="2345422"/>
                <a:ext cx="34920" cy="37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706CE80-2CB1-E8E4-5BA5-927ED0614FF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24927" y="2327422"/>
                  <a:ext cx="705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8CC7E11-1B1F-E4DB-C906-DA6A7500DDCB}"/>
                    </a:ext>
                  </a:extLst>
                </p14:cNvPr>
                <p14:cNvContentPartPr/>
                <p14:nvPr/>
              </p14:nvContentPartPr>
              <p14:xfrm>
                <a:off x="3595487" y="2571862"/>
                <a:ext cx="243720" cy="214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8CC7E11-1B1F-E4DB-C906-DA6A7500DDC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77847" y="2554222"/>
                  <a:ext cx="2793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A6FD334-050B-D806-E426-089B3B4F3E11}"/>
                    </a:ext>
                  </a:extLst>
                </p14:cNvPr>
                <p14:cNvContentPartPr/>
                <p14:nvPr/>
              </p14:nvContentPartPr>
              <p14:xfrm>
                <a:off x="3859727" y="2598142"/>
                <a:ext cx="280080" cy="211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A6FD334-050B-D806-E426-089B3B4F3E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42087" y="2580142"/>
                  <a:ext cx="3157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0F4387-D7D7-2A42-1BCB-751D8FBD291A}"/>
                    </a:ext>
                  </a:extLst>
                </p14:cNvPr>
                <p14:cNvContentPartPr/>
                <p14:nvPr/>
              </p14:nvContentPartPr>
              <p14:xfrm>
                <a:off x="4364807" y="2225182"/>
                <a:ext cx="92520" cy="598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0F4387-D7D7-2A42-1BCB-751D8FBD291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46807" y="2207182"/>
                  <a:ext cx="12816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D8EA233-59A8-E691-EA97-E97D6CEDE071}"/>
                    </a:ext>
                  </a:extLst>
                </p14:cNvPr>
                <p14:cNvContentPartPr/>
                <p14:nvPr/>
              </p14:nvContentPartPr>
              <p14:xfrm>
                <a:off x="4688807" y="2553862"/>
                <a:ext cx="47160" cy="189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D8EA233-59A8-E691-EA97-E97D6CEDE07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70807" y="2536222"/>
                  <a:ext cx="82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E020B56-888E-C7DA-DFB4-651BD96E795F}"/>
                    </a:ext>
                  </a:extLst>
                </p14:cNvPr>
                <p14:cNvContentPartPr/>
                <p14:nvPr/>
              </p14:nvContentPartPr>
              <p14:xfrm>
                <a:off x="4841807" y="2553502"/>
                <a:ext cx="179280" cy="216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E020B56-888E-C7DA-DFB4-651BD96E795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23807" y="2535862"/>
                  <a:ext cx="2149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464FBD3-B910-0FC8-BFE0-FE1D6F65432A}"/>
                    </a:ext>
                  </a:extLst>
                </p14:cNvPr>
                <p14:cNvContentPartPr/>
                <p14:nvPr/>
              </p14:nvContentPartPr>
              <p14:xfrm>
                <a:off x="5092007" y="2580862"/>
                <a:ext cx="167760" cy="190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464FBD3-B910-0FC8-BFE0-FE1D6F65432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74007" y="2562862"/>
                  <a:ext cx="2034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D7014A3-6BEF-0EA1-CEAD-A7755BD90B50}"/>
                    </a:ext>
                  </a:extLst>
                </p14:cNvPr>
                <p14:cNvContentPartPr/>
                <p14:nvPr/>
              </p14:nvContentPartPr>
              <p14:xfrm>
                <a:off x="4872047" y="2274862"/>
                <a:ext cx="83880" cy="49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D7014A3-6BEF-0EA1-CEAD-A7755BD90B5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854047" y="2256862"/>
                  <a:ext cx="1195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165B2CE-561B-6E88-270B-12131155AA64}"/>
                    </a:ext>
                  </a:extLst>
                </p14:cNvPr>
                <p14:cNvContentPartPr/>
                <p14:nvPr/>
              </p14:nvContentPartPr>
              <p14:xfrm>
                <a:off x="4129007" y="2357662"/>
                <a:ext cx="370440" cy="44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65B2CE-561B-6E88-270B-12131155AA6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11367" y="2339662"/>
                  <a:ext cx="40608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DBA2613-2696-0638-BEB7-F0788A303F3A}"/>
              </a:ext>
            </a:extLst>
          </p:cNvPr>
          <p:cNvGrpSpPr/>
          <p:nvPr/>
        </p:nvGrpSpPr>
        <p:grpSpPr>
          <a:xfrm>
            <a:off x="6109727" y="2419942"/>
            <a:ext cx="1575000" cy="370080"/>
            <a:chOff x="6109727" y="2419942"/>
            <a:chExt cx="157500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F85A5BB-55C7-5EE0-5523-D7BAF7423094}"/>
                    </a:ext>
                  </a:extLst>
                </p14:cNvPr>
                <p14:cNvContentPartPr/>
                <p14:nvPr/>
              </p14:nvContentPartPr>
              <p14:xfrm>
                <a:off x="6109727" y="2531902"/>
                <a:ext cx="38880" cy="254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F85A5BB-55C7-5EE0-5523-D7BAF742309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91727" y="2514262"/>
                  <a:ext cx="745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E92E049-D0B6-2940-F192-5AF08A388B94}"/>
                    </a:ext>
                  </a:extLst>
                </p14:cNvPr>
                <p14:cNvContentPartPr/>
                <p14:nvPr/>
              </p14:nvContentPartPr>
              <p14:xfrm>
                <a:off x="6157247" y="2419942"/>
                <a:ext cx="1800" cy="66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E92E049-D0B6-2940-F192-5AF08A388B9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39247" y="2402302"/>
                  <a:ext cx="37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82F8C18-85EB-9E15-78CC-DA01108EBF74}"/>
                    </a:ext>
                  </a:extLst>
                </p14:cNvPr>
                <p14:cNvContentPartPr/>
                <p14:nvPr/>
              </p14:nvContentPartPr>
              <p14:xfrm>
                <a:off x="6245807" y="2531902"/>
                <a:ext cx="175680" cy="258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82F8C18-85EB-9E15-78CC-DA01108EBF7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27807" y="2514262"/>
                  <a:ext cx="2113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509054C-477A-5F82-71F3-2CD0479BC32F}"/>
                    </a:ext>
                  </a:extLst>
                </p14:cNvPr>
                <p14:cNvContentPartPr/>
                <p14:nvPr/>
              </p14:nvContentPartPr>
              <p14:xfrm>
                <a:off x="6533807" y="2531902"/>
                <a:ext cx="663480" cy="252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509054C-477A-5F82-71F3-2CD0479BC32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16167" y="2514262"/>
                  <a:ext cx="699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D7DF00-9C1D-A103-0FF2-E7BC10894924}"/>
                    </a:ext>
                  </a:extLst>
                </p14:cNvPr>
                <p14:cNvContentPartPr/>
                <p14:nvPr/>
              </p14:nvContentPartPr>
              <p14:xfrm>
                <a:off x="7234367" y="2540182"/>
                <a:ext cx="143280" cy="167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D7DF00-9C1D-A103-0FF2-E7BC1089492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216367" y="2522182"/>
                  <a:ext cx="178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091AFD-D063-2761-E0D4-379245E4FEB8}"/>
                    </a:ext>
                  </a:extLst>
                </p14:cNvPr>
                <p14:cNvContentPartPr/>
                <p14:nvPr/>
              </p14:nvContentPartPr>
              <p14:xfrm>
                <a:off x="7468367" y="2482222"/>
                <a:ext cx="216360" cy="228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091AFD-D063-2761-E0D4-379245E4FEB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450727" y="2464222"/>
                  <a:ext cx="252000" cy="26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D98E9FC-8AEE-1A5C-6F9B-85B53B845882}"/>
                  </a:ext>
                </a:extLst>
              </p14:cNvPr>
              <p14:cNvContentPartPr/>
              <p14:nvPr/>
            </p14:nvContentPartPr>
            <p14:xfrm>
              <a:off x="8414447" y="2307262"/>
              <a:ext cx="418320" cy="8694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D98E9FC-8AEE-1A5C-6F9B-85B53B84588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396447" y="2289622"/>
                <a:ext cx="453960" cy="9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2C9918C-04F1-6902-08D4-7C74B41995D2}"/>
                  </a:ext>
                </a:extLst>
              </p14:cNvPr>
              <p14:cNvContentPartPr/>
              <p14:nvPr/>
            </p14:nvContentPartPr>
            <p14:xfrm>
              <a:off x="9279527" y="2508142"/>
              <a:ext cx="231480" cy="2149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2C9918C-04F1-6902-08D4-7C74B41995D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261527" y="2490502"/>
                <a:ext cx="267120" cy="25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FF5EFC0-218A-DCFC-043E-4BD8513A3891}"/>
              </a:ext>
            </a:extLst>
          </p:cNvPr>
          <p:cNvGrpSpPr/>
          <p:nvPr/>
        </p:nvGrpSpPr>
        <p:grpSpPr>
          <a:xfrm>
            <a:off x="9880367" y="2164342"/>
            <a:ext cx="1518480" cy="536400"/>
            <a:chOff x="9880367" y="2164342"/>
            <a:chExt cx="1518480" cy="53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C4D86A1-E54F-C949-1364-8E7B29169349}"/>
                    </a:ext>
                  </a:extLst>
                </p14:cNvPr>
                <p14:cNvContentPartPr/>
                <p14:nvPr/>
              </p14:nvContentPartPr>
              <p14:xfrm>
                <a:off x="9880367" y="2502382"/>
                <a:ext cx="344160" cy="184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C4D86A1-E54F-C949-1364-8E7B291693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862367" y="2484742"/>
                  <a:ext cx="3798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CD3659B-AD25-177A-2A25-52F18BF42DC3}"/>
                    </a:ext>
                  </a:extLst>
                </p14:cNvPr>
                <p14:cNvContentPartPr/>
                <p14:nvPr/>
              </p14:nvContentPartPr>
              <p14:xfrm>
                <a:off x="10298327" y="2511022"/>
                <a:ext cx="233280" cy="187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CD3659B-AD25-177A-2A25-52F18BF42DC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80327" y="2493022"/>
                  <a:ext cx="268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75FF5DE-02BE-DEB1-729C-F93AD22A164B}"/>
                    </a:ext>
                  </a:extLst>
                </p14:cNvPr>
                <p14:cNvContentPartPr/>
                <p14:nvPr/>
              </p14:nvContentPartPr>
              <p14:xfrm>
                <a:off x="10670927" y="2164342"/>
                <a:ext cx="54000" cy="527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75FF5DE-02BE-DEB1-729C-F93AD22A164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53287" y="2146702"/>
                  <a:ext cx="8964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A857F13-8056-4AC3-D19D-AD56D63BD0E8}"/>
                    </a:ext>
                  </a:extLst>
                </p14:cNvPr>
                <p14:cNvContentPartPr/>
                <p14:nvPr/>
              </p14:nvContentPartPr>
              <p14:xfrm>
                <a:off x="10762727" y="2481502"/>
                <a:ext cx="329400" cy="219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A857F13-8056-4AC3-D19D-AD56D63BD0E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44727" y="2463862"/>
                  <a:ext cx="365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BE47519-6FF0-7752-9C20-F8006BF5C71C}"/>
                    </a:ext>
                  </a:extLst>
                </p14:cNvPr>
                <p14:cNvContentPartPr/>
                <p14:nvPr/>
              </p14:nvContentPartPr>
              <p14:xfrm>
                <a:off x="11221007" y="2442982"/>
                <a:ext cx="104400" cy="163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BE47519-6FF0-7752-9C20-F8006BF5C7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203007" y="2424982"/>
                  <a:ext cx="140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DE1D440-EE3F-788B-7B70-F5DAA80534EF}"/>
                    </a:ext>
                  </a:extLst>
                </p14:cNvPr>
                <p14:cNvContentPartPr/>
                <p14:nvPr/>
              </p14:nvContentPartPr>
              <p14:xfrm>
                <a:off x="11385527" y="2445502"/>
                <a:ext cx="10800" cy="32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DE1D440-EE3F-788B-7B70-F5DAA80534E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367527" y="2427502"/>
                  <a:ext cx="46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8F600D9-1CFC-9878-1809-64D80042664F}"/>
                    </a:ext>
                  </a:extLst>
                </p14:cNvPr>
                <p14:cNvContentPartPr/>
                <p14:nvPr/>
              </p14:nvContentPartPr>
              <p14:xfrm>
                <a:off x="11150087" y="2212942"/>
                <a:ext cx="31680" cy="64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8F600D9-1CFC-9878-1809-64D80042664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132087" y="2194942"/>
                  <a:ext cx="673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EAA76A7-D4FA-B4F2-B40C-E15E3EA2DFD0}"/>
                    </a:ext>
                  </a:extLst>
                </p14:cNvPr>
                <p14:cNvContentPartPr/>
                <p14:nvPr/>
              </p14:nvContentPartPr>
              <p14:xfrm>
                <a:off x="10441967" y="2292502"/>
                <a:ext cx="447840" cy="58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EAA76A7-D4FA-B4F2-B40C-E15E3EA2DFD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423967" y="2274862"/>
                  <a:ext cx="483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14E854-E8B1-964B-4AE9-B81A96A2332F}"/>
                    </a:ext>
                  </a:extLst>
                </p14:cNvPr>
                <p14:cNvContentPartPr/>
                <p14:nvPr/>
              </p14:nvContentPartPr>
              <p14:xfrm>
                <a:off x="11087447" y="2449822"/>
                <a:ext cx="311400" cy="230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14E854-E8B1-964B-4AE9-B81A96A2332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069447" y="2431822"/>
                  <a:ext cx="34704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E8A8760-8D3B-6A5D-D364-C54A731B2F4F}"/>
              </a:ext>
            </a:extLst>
          </p:cNvPr>
          <p:cNvGrpSpPr/>
          <p:nvPr/>
        </p:nvGrpSpPr>
        <p:grpSpPr>
          <a:xfrm>
            <a:off x="1391567" y="3185302"/>
            <a:ext cx="1499040" cy="429120"/>
            <a:chOff x="1391567" y="3185302"/>
            <a:chExt cx="149904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65C5DAA-9D06-D4DA-9D71-88AEE307F428}"/>
                    </a:ext>
                  </a:extLst>
                </p14:cNvPr>
                <p14:cNvContentPartPr/>
                <p14:nvPr/>
              </p14:nvContentPartPr>
              <p14:xfrm>
                <a:off x="1391567" y="3327142"/>
                <a:ext cx="273960" cy="232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65C5DAA-9D06-D4DA-9D71-88AEE307F42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73927" y="3309502"/>
                  <a:ext cx="3096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6A9F64D-F97B-396A-0779-9B55899252F9}"/>
                    </a:ext>
                  </a:extLst>
                </p14:cNvPr>
                <p14:cNvContentPartPr/>
                <p14:nvPr/>
              </p14:nvContentPartPr>
              <p14:xfrm>
                <a:off x="1676687" y="3348022"/>
                <a:ext cx="493560" cy="266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6A9F64D-F97B-396A-0779-9B55899252F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58687" y="3330022"/>
                  <a:ext cx="529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3152BFF-D9CD-EAE5-A0DD-74CDCB1CCE6C}"/>
                    </a:ext>
                  </a:extLst>
                </p14:cNvPr>
                <p14:cNvContentPartPr/>
                <p14:nvPr/>
              </p14:nvContentPartPr>
              <p14:xfrm>
                <a:off x="2185727" y="3185302"/>
                <a:ext cx="45720" cy="482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3152BFF-D9CD-EAE5-A0DD-74CDCB1CCE6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67727" y="3167662"/>
                  <a:ext cx="813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8507A22-56B8-7AD9-DCC7-A2C3CB3E8574}"/>
                    </a:ext>
                  </a:extLst>
                </p14:cNvPr>
                <p14:cNvContentPartPr/>
                <p14:nvPr/>
              </p14:nvContentPartPr>
              <p14:xfrm>
                <a:off x="2300207" y="3330022"/>
                <a:ext cx="129600" cy="199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8507A22-56B8-7AD9-DCC7-A2C3CB3E857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282207" y="3312382"/>
                  <a:ext cx="165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7180057-F1F5-3FD2-BE34-404E11DDEF7F}"/>
                    </a:ext>
                  </a:extLst>
                </p14:cNvPr>
                <p14:cNvContentPartPr/>
                <p14:nvPr/>
              </p14:nvContentPartPr>
              <p14:xfrm>
                <a:off x="2591807" y="3208702"/>
                <a:ext cx="82080" cy="336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7180057-F1F5-3FD2-BE34-404E11DDEF7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573807" y="3190702"/>
                  <a:ext cx="117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7BF31A1-25DA-5B1B-9C20-B006F669EDF4}"/>
                    </a:ext>
                  </a:extLst>
                </p14:cNvPr>
                <p14:cNvContentPartPr/>
                <p14:nvPr/>
              </p14:nvContentPartPr>
              <p14:xfrm>
                <a:off x="2525927" y="3333622"/>
                <a:ext cx="364680" cy="192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7BF31A1-25DA-5B1B-9C20-B006F669EDF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08287" y="3315622"/>
                  <a:ext cx="40032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850DC35-0084-D57C-6E6F-FF89BD755938}"/>
              </a:ext>
            </a:extLst>
          </p:cNvPr>
          <p:cNvGrpSpPr/>
          <p:nvPr/>
        </p:nvGrpSpPr>
        <p:grpSpPr>
          <a:xfrm>
            <a:off x="3616007" y="3192502"/>
            <a:ext cx="311760" cy="714240"/>
            <a:chOff x="3616007" y="3192502"/>
            <a:chExt cx="311760" cy="71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1701D3A-9788-E50D-55F8-78D8D555D764}"/>
                    </a:ext>
                  </a:extLst>
                </p14:cNvPr>
                <p14:cNvContentPartPr/>
                <p14:nvPr/>
              </p14:nvContentPartPr>
              <p14:xfrm>
                <a:off x="3616007" y="3362782"/>
                <a:ext cx="43200" cy="207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1701D3A-9788-E50D-55F8-78D8D555D76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98367" y="3345142"/>
                  <a:ext cx="788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3894712-4027-0400-C53C-B13D1F0CD58A}"/>
                    </a:ext>
                  </a:extLst>
                </p14:cNvPr>
                <p14:cNvContentPartPr/>
                <p14:nvPr/>
              </p14:nvContentPartPr>
              <p14:xfrm>
                <a:off x="3647327" y="3229942"/>
                <a:ext cx="39960" cy="92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3894712-4027-0400-C53C-B13D1F0CD58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29327" y="3211942"/>
                  <a:ext cx="756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60FDD25-05EC-EF8A-6A3A-C7D78F180BAA}"/>
                    </a:ext>
                  </a:extLst>
                </p14:cNvPr>
                <p14:cNvContentPartPr/>
                <p14:nvPr/>
              </p14:nvContentPartPr>
              <p14:xfrm>
                <a:off x="3740207" y="3192502"/>
                <a:ext cx="180720" cy="714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60FDD25-05EC-EF8A-6A3A-C7D78F180BA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722207" y="3174862"/>
                  <a:ext cx="216360" cy="7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19D4A7A-A5D3-57B0-5655-7B4553F36C30}"/>
                    </a:ext>
                  </a:extLst>
                </p14:cNvPr>
                <p14:cNvContentPartPr/>
                <p14:nvPr/>
              </p14:nvContentPartPr>
              <p14:xfrm>
                <a:off x="3708167" y="3468982"/>
                <a:ext cx="219600" cy="189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19D4A7A-A5D3-57B0-5655-7B4553F36C3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90527" y="3451342"/>
                  <a:ext cx="25524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8253DCA-2377-E5E4-2B2C-BA7917CAE676}"/>
              </a:ext>
            </a:extLst>
          </p:cNvPr>
          <p:cNvGrpSpPr/>
          <p:nvPr/>
        </p:nvGrpSpPr>
        <p:grpSpPr>
          <a:xfrm>
            <a:off x="4718687" y="3143182"/>
            <a:ext cx="702000" cy="508320"/>
            <a:chOff x="4718687" y="3143182"/>
            <a:chExt cx="702000" cy="5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67CAB0B-55FD-1CE0-3608-A22221292285}"/>
                    </a:ext>
                  </a:extLst>
                </p14:cNvPr>
                <p14:cNvContentPartPr/>
                <p14:nvPr/>
              </p14:nvContentPartPr>
              <p14:xfrm>
                <a:off x="4718687" y="3164062"/>
                <a:ext cx="82080" cy="461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67CAB0B-55FD-1CE0-3608-A2222129228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700687" y="3146422"/>
                  <a:ext cx="11772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767B67-A3CC-E7F7-1720-D0EB99AD0835}"/>
                    </a:ext>
                  </a:extLst>
                </p14:cNvPr>
                <p14:cNvContentPartPr/>
                <p14:nvPr/>
              </p14:nvContentPartPr>
              <p14:xfrm>
                <a:off x="4948367" y="3235702"/>
                <a:ext cx="212400" cy="395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767B67-A3CC-E7F7-1720-D0EB99AD083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930367" y="3217702"/>
                  <a:ext cx="2480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5920718-8ACB-D4B3-103F-473974665A20}"/>
                    </a:ext>
                  </a:extLst>
                </p14:cNvPr>
                <p14:cNvContentPartPr/>
                <p14:nvPr/>
              </p14:nvContentPartPr>
              <p14:xfrm>
                <a:off x="4984007" y="3405262"/>
                <a:ext cx="205560" cy="77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5920718-8ACB-D4B3-103F-473974665A2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966367" y="3387622"/>
                  <a:ext cx="241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CDA6A04-2E7D-A366-50C9-96878822A901}"/>
                    </a:ext>
                  </a:extLst>
                </p14:cNvPr>
                <p14:cNvContentPartPr/>
                <p14:nvPr/>
              </p14:nvContentPartPr>
              <p14:xfrm>
                <a:off x="5338247" y="3143182"/>
                <a:ext cx="82440" cy="508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CDA6A04-2E7D-A366-50C9-96878822A90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320607" y="3125182"/>
                  <a:ext cx="118080" cy="54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47D40B9-B0FA-895A-1841-22B8DC2F46C8}"/>
              </a:ext>
            </a:extLst>
          </p:cNvPr>
          <p:cNvGrpSpPr/>
          <p:nvPr/>
        </p:nvGrpSpPr>
        <p:grpSpPr>
          <a:xfrm>
            <a:off x="5746487" y="3180622"/>
            <a:ext cx="972360" cy="579600"/>
            <a:chOff x="5746487" y="3180622"/>
            <a:chExt cx="972360" cy="57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7366ACE-49CE-35F1-CE6E-C6A2683DD2BE}"/>
                    </a:ext>
                  </a:extLst>
                </p14:cNvPr>
                <p14:cNvContentPartPr/>
                <p14:nvPr/>
              </p14:nvContentPartPr>
              <p14:xfrm>
                <a:off x="5852327" y="3371782"/>
                <a:ext cx="270000" cy="50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7366ACE-49CE-35F1-CE6E-C6A2683DD2B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34327" y="3353782"/>
                  <a:ext cx="305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FC1AFD2-65AB-4F32-AFE8-A98B833A180E}"/>
                    </a:ext>
                  </a:extLst>
                </p14:cNvPr>
                <p14:cNvContentPartPr/>
                <p14:nvPr/>
              </p14:nvContentPartPr>
              <p14:xfrm>
                <a:off x="5746487" y="3499222"/>
                <a:ext cx="383400" cy="43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FC1AFD2-65AB-4F32-AFE8-A98B833A180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728487" y="3481582"/>
                  <a:ext cx="419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B2608F6-BD2B-DD0E-E280-C46030419739}"/>
                    </a:ext>
                  </a:extLst>
                </p14:cNvPr>
                <p14:cNvContentPartPr/>
                <p14:nvPr/>
              </p14:nvContentPartPr>
              <p14:xfrm>
                <a:off x="5947727" y="3180622"/>
                <a:ext cx="152640" cy="513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B2608F6-BD2B-DD0E-E280-C4603041973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929727" y="3162622"/>
                  <a:ext cx="18828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54CF76F-C746-93DE-F716-159BF4041256}"/>
                    </a:ext>
                  </a:extLst>
                </p14:cNvPr>
                <p14:cNvContentPartPr/>
                <p14:nvPr/>
              </p14:nvContentPartPr>
              <p14:xfrm>
                <a:off x="6368207" y="3223102"/>
                <a:ext cx="234720" cy="389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54CF76F-C746-93DE-F716-159BF404125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50207" y="3205102"/>
                  <a:ext cx="2703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C420912-89E8-E4C3-EA04-12454B58EB95}"/>
                    </a:ext>
                  </a:extLst>
                </p14:cNvPr>
                <p14:cNvContentPartPr/>
                <p14:nvPr/>
              </p14:nvContentPartPr>
              <p14:xfrm>
                <a:off x="6697247" y="3753382"/>
                <a:ext cx="21600" cy="6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C420912-89E8-E4C3-EA04-12454B58EB9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679247" y="3735742"/>
                  <a:ext cx="5724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D0FEDE6-A249-F22F-CDA5-3119102E8334}"/>
              </a:ext>
            </a:extLst>
          </p:cNvPr>
          <p:cNvGrpSpPr/>
          <p:nvPr/>
        </p:nvGrpSpPr>
        <p:grpSpPr>
          <a:xfrm>
            <a:off x="4724807" y="3854902"/>
            <a:ext cx="150120" cy="44280"/>
            <a:chOff x="4724807" y="3854902"/>
            <a:chExt cx="150120" cy="4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9E44357-2EE5-66AA-AD0E-99652122819F}"/>
                    </a:ext>
                  </a:extLst>
                </p14:cNvPr>
                <p14:cNvContentPartPr/>
                <p14:nvPr/>
              </p14:nvContentPartPr>
              <p14:xfrm>
                <a:off x="4724807" y="3894862"/>
                <a:ext cx="14040" cy="4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9E44357-2EE5-66AA-AD0E-99652122819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707167" y="3877222"/>
                  <a:ext cx="49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02712A6-1F02-BEF7-CE11-50C0874DA848}"/>
                    </a:ext>
                  </a:extLst>
                </p14:cNvPr>
                <p14:cNvContentPartPr/>
                <p14:nvPr/>
              </p14:nvContentPartPr>
              <p14:xfrm>
                <a:off x="4781327" y="3854902"/>
                <a:ext cx="93600" cy="16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02712A6-1F02-BEF7-CE11-50C0874DA84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763327" y="3837262"/>
                  <a:ext cx="12924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42E71B3-6916-F2B6-D725-9E2A941309BE}"/>
                  </a:ext>
                </a:extLst>
              </p14:cNvPr>
              <p14:cNvContentPartPr/>
              <p14:nvPr/>
            </p14:nvContentPartPr>
            <p14:xfrm>
              <a:off x="7041047" y="3921142"/>
              <a:ext cx="27720" cy="140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42E71B3-6916-F2B6-D725-9E2A941309BE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023407" y="3903142"/>
                <a:ext cx="6336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59D47DA-72AA-AA43-30A2-D7435B3C7168}"/>
              </a:ext>
            </a:extLst>
          </p:cNvPr>
          <p:cNvGrpSpPr/>
          <p:nvPr/>
        </p:nvGrpSpPr>
        <p:grpSpPr>
          <a:xfrm>
            <a:off x="5462447" y="4118422"/>
            <a:ext cx="838800" cy="678600"/>
            <a:chOff x="5462447" y="4118422"/>
            <a:chExt cx="838800" cy="67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F5D75DF-C013-32EC-6C6A-39526DBA8D6E}"/>
                    </a:ext>
                  </a:extLst>
                </p14:cNvPr>
                <p14:cNvContentPartPr/>
                <p14:nvPr/>
              </p14:nvContentPartPr>
              <p14:xfrm>
                <a:off x="5462447" y="4318222"/>
                <a:ext cx="246600" cy="478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F5D75DF-C013-32EC-6C6A-39526DBA8D6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44807" y="4300582"/>
                  <a:ext cx="2822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F3C2A6F-9BC1-089B-B52F-8AD6FF537155}"/>
                    </a:ext>
                  </a:extLst>
                </p14:cNvPr>
                <p14:cNvContentPartPr/>
                <p14:nvPr/>
              </p14:nvContentPartPr>
              <p14:xfrm>
                <a:off x="5537327" y="4600822"/>
                <a:ext cx="158760" cy="51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F3C2A6F-9BC1-089B-B52F-8AD6FF53715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519687" y="4583182"/>
                  <a:ext cx="194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6EAD619-5E9C-596B-A14E-59EA04E902B1}"/>
                    </a:ext>
                  </a:extLst>
                </p14:cNvPr>
                <p14:cNvContentPartPr/>
                <p14:nvPr/>
              </p14:nvContentPartPr>
              <p14:xfrm>
                <a:off x="5881127" y="4350262"/>
                <a:ext cx="177120" cy="67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6EAD619-5E9C-596B-A14E-59EA04E902B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63487" y="4332262"/>
                  <a:ext cx="212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DE96035-F139-0ABC-7652-F82B43271D5A}"/>
                    </a:ext>
                  </a:extLst>
                </p14:cNvPr>
                <p14:cNvContentPartPr/>
                <p14:nvPr/>
              </p14:nvContentPartPr>
              <p14:xfrm>
                <a:off x="6209807" y="4118422"/>
                <a:ext cx="91440" cy="280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DE96035-F139-0ABC-7652-F82B43271D5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191807" y="4100422"/>
                  <a:ext cx="12708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5B8231F-CBFD-FC39-33E9-926ADB7BD51D}"/>
              </a:ext>
            </a:extLst>
          </p:cNvPr>
          <p:cNvGrpSpPr/>
          <p:nvPr/>
        </p:nvGrpSpPr>
        <p:grpSpPr>
          <a:xfrm>
            <a:off x="6562247" y="4273222"/>
            <a:ext cx="367920" cy="484200"/>
            <a:chOff x="6562247" y="4273222"/>
            <a:chExt cx="367920" cy="48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0611723-4B2C-61A2-5D32-614FDCD94F35}"/>
                    </a:ext>
                  </a:extLst>
                </p14:cNvPr>
                <p14:cNvContentPartPr/>
                <p14:nvPr/>
              </p14:nvContentPartPr>
              <p14:xfrm>
                <a:off x="6562247" y="4273222"/>
                <a:ext cx="322560" cy="484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0611723-4B2C-61A2-5D32-614FDCD94F3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544247" y="4255582"/>
                  <a:ext cx="35820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5FF9A12-F0BA-B8C6-1D9C-9DEEFAC74AE6}"/>
                    </a:ext>
                  </a:extLst>
                </p14:cNvPr>
                <p14:cNvContentPartPr/>
                <p14:nvPr/>
              </p14:nvContentPartPr>
              <p14:xfrm>
                <a:off x="6657647" y="4591462"/>
                <a:ext cx="272520" cy="49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5FF9A12-F0BA-B8C6-1D9C-9DEEFAC74AE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39647" y="4573822"/>
                  <a:ext cx="30816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912FB3D-21F6-DE70-276C-2F6D76E4715F}"/>
              </a:ext>
            </a:extLst>
          </p:cNvPr>
          <p:cNvGrpSpPr/>
          <p:nvPr/>
        </p:nvGrpSpPr>
        <p:grpSpPr>
          <a:xfrm>
            <a:off x="7257047" y="4506862"/>
            <a:ext cx="280440" cy="147240"/>
            <a:chOff x="7257047" y="4506862"/>
            <a:chExt cx="28044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40F00F7-38F9-F793-E789-D83B4BFA307F}"/>
                    </a:ext>
                  </a:extLst>
                </p14:cNvPr>
                <p14:cNvContentPartPr/>
                <p14:nvPr/>
              </p14:nvContentPartPr>
              <p14:xfrm>
                <a:off x="7298447" y="4506862"/>
                <a:ext cx="193680" cy="212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40F00F7-38F9-F793-E789-D83B4BFA307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280447" y="4488862"/>
                  <a:ext cx="2293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A4ADAB5-95AD-9033-B374-C78A91BD523A}"/>
                    </a:ext>
                  </a:extLst>
                </p14:cNvPr>
                <p14:cNvContentPartPr/>
                <p14:nvPr/>
              </p14:nvContentPartPr>
              <p14:xfrm>
                <a:off x="7257047" y="4622422"/>
                <a:ext cx="280440" cy="31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A4ADAB5-95AD-9033-B374-C78A91BD523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39047" y="4604782"/>
                  <a:ext cx="31608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9EDBD5F-F62F-34AF-34F3-E16678654A02}"/>
                  </a:ext>
                </a:extLst>
              </p14:cNvPr>
              <p14:cNvContentPartPr/>
              <p14:nvPr/>
            </p14:nvContentPartPr>
            <p14:xfrm>
              <a:off x="7358927" y="5931022"/>
              <a:ext cx="4680" cy="133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9EDBD5F-F62F-34AF-34F3-E16678654A02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341287" y="5913382"/>
                <a:ext cx="4032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87EFA7D7-981E-992E-2C92-D6FEB233E25C}"/>
              </a:ext>
            </a:extLst>
          </p:cNvPr>
          <p:cNvGrpSpPr/>
          <p:nvPr/>
        </p:nvGrpSpPr>
        <p:grpSpPr>
          <a:xfrm>
            <a:off x="1968647" y="1298902"/>
            <a:ext cx="862200" cy="498960"/>
            <a:chOff x="1968647" y="1298902"/>
            <a:chExt cx="862200" cy="49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6C295F9-FA74-8626-62DB-7E87E138C141}"/>
                    </a:ext>
                  </a:extLst>
                </p14:cNvPr>
                <p14:cNvContentPartPr/>
                <p14:nvPr/>
              </p14:nvContentPartPr>
              <p14:xfrm>
                <a:off x="2008247" y="1317982"/>
                <a:ext cx="231120" cy="27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6C295F9-FA74-8626-62DB-7E87E138C14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90607" y="1299982"/>
                  <a:ext cx="266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F0AEED9-F2A2-6F01-94FC-0EB49FC727CE}"/>
                    </a:ext>
                  </a:extLst>
                </p14:cNvPr>
                <p14:cNvContentPartPr/>
                <p14:nvPr/>
              </p14:nvContentPartPr>
              <p14:xfrm>
                <a:off x="2119487" y="1346422"/>
                <a:ext cx="47520" cy="328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F0AEED9-F2A2-6F01-94FC-0EB49FC727C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101847" y="1328422"/>
                  <a:ext cx="831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701BA7F-C9DD-D9EF-969D-C8605EFC85B7}"/>
                    </a:ext>
                  </a:extLst>
                </p14:cNvPr>
                <p14:cNvContentPartPr/>
                <p14:nvPr/>
              </p14:nvContentPartPr>
              <p14:xfrm>
                <a:off x="1968647" y="1684102"/>
                <a:ext cx="491040" cy="18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701BA7F-C9DD-D9EF-969D-C8605EFC85B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51007" y="1666102"/>
                  <a:ext cx="526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DD20DE-1EB7-65D6-CC04-61F7DD3731EC}"/>
                    </a:ext>
                  </a:extLst>
                </p14:cNvPr>
                <p14:cNvContentPartPr/>
                <p14:nvPr/>
              </p14:nvContentPartPr>
              <p14:xfrm>
                <a:off x="2642207" y="1298902"/>
                <a:ext cx="188640" cy="389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DD20DE-1EB7-65D6-CC04-61F7DD3731E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624207" y="1281262"/>
                  <a:ext cx="2242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15C9D9-5081-FA3C-AA56-92659487AF69}"/>
                    </a:ext>
                  </a:extLst>
                </p14:cNvPr>
                <p14:cNvContentPartPr/>
                <p14:nvPr/>
              </p14:nvContentPartPr>
              <p14:xfrm>
                <a:off x="2573807" y="1543342"/>
                <a:ext cx="214920" cy="20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15C9D9-5081-FA3C-AA56-92659487AF6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555807" y="1525342"/>
                  <a:ext cx="250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5170CA9-2D12-6083-2B74-616ED05B7173}"/>
                    </a:ext>
                  </a:extLst>
                </p14:cNvPr>
                <p14:cNvContentPartPr/>
                <p14:nvPr/>
              </p14:nvContentPartPr>
              <p14:xfrm>
                <a:off x="2180327" y="1770142"/>
                <a:ext cx="360" cy="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5170CA9-2D12-6083-2B74-616ED05B717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162327" y="17521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3E770A8-EF44-6AAD-A79C-798290669B72}"/>
                    </a:ext>
                  </a:extLst>
                </p14:cNvPr>
                <p14:cNvContentPartPr/>
                <p14:nvPr/>
              </p14:nvContentPartPr>
              <p14:xfrm>
                <a:off x="2815367" y="1785622"/>
                <a:ext cx="4680" cy="12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3E770A8-EF44-6AAD-A79C-798290669B7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797727" y="1767622"/>
                  <a:ext cx="4032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C065AD9-FCB5-E1D9-E9C7-CEF6B64242F9}"/>
                  </a:ext>
                </a:extLst>
              </p14:cNvPr>
              <p14:cNvContentPartPr/>
              <p14:nvPr/>
            </p14:nvContentPartPr>
            <p14:xfrm>
              <a:off x="3829847" y="1770502"/>
              <a:ext cx="16920" cy="115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C065AD9-FCB5-E1D9-E9C7-CEF6B64242F9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812207" y="1752862"/>
                <a:ext cx="5256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605B886-331E-9FFB-CF23-07C8084A6649}"/>
              </a:ext>
            </a:extLst>
          </p:cNvPr>
          <p:cNvGrpSpPr/>
          <p:nvPr/>
        </p:nvGrpSpPr>
        <p:grpSpPr>
          <a:xfrm>
            <a:off x="2664527" y="4130662"/>
            <a:ext cx="1734120" cy="715320"/>
            <a:chOff x="2664527" y="4130662"/>
            <a:chExt cx="1734120" cy="71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03CFDFA-DCC2-B6A6-1390-08C17727D88A}"/>
                    </a:ext>
                  </a:extLst>
                </p14:cNvPr>
                <p14:cNvContentPartPr/>
                <p14:nvPr/>
              </p14:nvContentPartPr>
              <p14:xfrm>
                <a:off x="2667047" y="4276462"/>
                <a:ext cx="258840" cy="463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03CFDFA-DCC2-B6A6-1390-08C17727D88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649047" y="4258462"/>
                  <a:ext cx="29448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33F223E-D987-7685-7997-13864314FD31}"/>
                    </a:ext>
                  </a:extLst>
                </p14:cNvPr>
                <p14:cNvContentPartPr/>
                <p14:nvPr/>
              </p14:nvContentPartPr>
              <p14:xfrm>
                <a:off x="2664527" y="4550422"/>
                <a:ext cx="185760" cy="42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33F223E-D987-7685-7997-13864314FD3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646887" y="4532782"/>
                  <a:ext cx="221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6BF8CB2-B332-8D2C-A12F-32F08E3BAA62}"/>
                    </a:ext>
                  </a:extLst>
                </p14:cNvPr>
                <p14:cNvContentPartPr/>
                <p14:nvPr/>
              </p14:nvContentPartPr>
              <p14:xfrm>
                <a:off x="3038927" y="4535662"/>
                <a:ext cx="11880" cy="7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6BF8CB2-B332-8D2C-A12F-32F08E3BAA6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020927" y="4518022"/>
                  <a:ext cx="47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BC3A611-DB2A-8DA4-2B41-A758E7EE80A2}"/>
                    </a:ext>
                  </a:extLst>
                </p14:cNvPr>
                <p14:cNvContentPartPr/>
                <p14:nvPr/>
              </p14:nvContentPartPr>
              <p14:xfrm>
                <a:off x="3238007" y="4322542"/>
                <a:ext cx="260640" cy="422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BC3A611-DB2A-8DA4-2B41-A758E7EE80A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220007" y="4304542"/>
                  <a:ext cx="2962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6A4EC49-528C-12D3-8AE6-C08AE134F066}"/>
                    </a:ext>
                  </a:extLst>
                </p14:cNvPr>
                <p14:cNvContentPartPr/>
                <p14:nvPr/>
              </p14:nvContentPartPr>
              <p14:xfrm>
                <a:off x="3348167" y="4551862"/>
                <a:ext cx="145080" cy="51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6A4EC49-528C-12D3-8AE6-C08AE134F06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330167" y="4534222"/>
                  <a:ext cx="180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B1F055A-A71D-68F1-69BD-F2BD98823572}"/>
                    </a:ext>
                  </a:extLst>
                </p14:cNvPr>
                <p14:cNvContentPartPr/>
                <p14:nvPr/>
              </p14:nvContentPartPr>
              <p14:xfrm>
                <a:off x="3675407" y="4343062"/>
                <a:ext cx="159120" cy="75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B1F055A-A71D-68F1-69BD-F2BD9882357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657407" y="4325062"/>
                  <a:ext cx="1947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F0795C0-5D64-DA76-7F1B-D9332F95EBFC}"/>
                    </a:ext>
                  </a:extLst>
                </p14:cNvPr>
                <p14:cNvContentPartPr/>
                <p14:nvPr/>
              </p14:nvContentPartPr>
              <p14:xfrm>
                <a:off x="3927047" y="4152262"/>
                <a:ext cx="95040" cy="315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F0795C0-5D64-DA76-7F1B-D9332F95EBF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909047" y="4134622"/>
                  <a:ext cx="1306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F8D139A-F9EA-D3C7-2D62-8861E02253E1}"/>
                    </a:ext>
                  </a:extLst>
                </p14:cNvPr>
                <p14:cNvContentPartPr/>
                <p14:nvPr/>
              </p14:nvContentPartPr>
              <p14:xfrm>
                <a:off x="4234487" y="4684702"/>
                <a:ext cx="118440" cy="16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F8D139A-F9EA-D3C7-2D62-8861E02253E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216487" y="4667062"/>
                  <a:ext cx="154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14126AD-829F-0983-861E-5B09C9784F71}"/>
                    </a:ext>
                  </a:extLst>
                </p14:cNvPr>
                <p14:cNvContentPartPr/>
                <p14:nvPr/>
              </p14:nvContentPartPr>
              <p14:xfrm>
                <a:off x="4144487" y="4797022"/>
                <a:ext cx="254160" cy="48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14126AD-829F-0983-861E-5B09C9784F7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126847" y="4779022"/>
                  <a:ext cx="289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FEA556D-0D1F-CBF7-C86C-137D0D40AA65}"/>
                    </a:ext>
                  </a:extLst>
                </p14:cNvPr>
                <p14:cNvContentPartPr/>
                <p14:nvPr/>
              </p14:nvContentPartPr>
              <p14:xfrm>
                <a:off x="3720047" y="4355302"/>
                <a:ext cx="147600" cy="47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FEA556D-0D1F-CBF7-C86C-137D0D40AA6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702407" y="4337302"/>
                  <a:ext cx="183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BD52A08-E410-C48D-8B98-9D26250652FC}"/>
                    </a:ext>
                  </a:extLst>
                </p14:cNvPr>
                <p14:cNvContentPartPr/>
                <p14:nvPr/>
              </p14:nvContentPartPr>
              <p14:xfrm>
                <a:off x="3876647" y="4130662"/>
                <a:ext cx="120600" cy="340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BD52A08-E410-C48D-8B98-9D26250652F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858647" y="4113022"/>
                  <a:ext cx="1562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11BAF7C-8F1E-DDD8-E2EA-29C9709C2727}"/>
                    </a:ext>
                  </a:extLst>
                </p14:cNvPr>
                <p14:cNvContentPartPr/>
                <p14:nvPr/>
              </p14:nvContentPartPr>
              <p14:xfrm>
                <a:off x="3168527" y="4599742"/>
                <a:ext cx="3600" cy="2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11BAF7C-8F1E-DDD8-E2EA-29C9709C272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150887" y="4581742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71E40F24-8844-1EFC-2A5C-4EB92633F7DE}"/>
              </a:ext>
            </a:extLst>
          </p:cNvPr>
          <p:cNvGrpSpPr/>
          <p:nvPr/>
        </p:nvGrpSpPr>
        <p:grpSpPr>
          <a:xfrm>
            <a:off x="7940687" y="4296622"/>
            <a:ext cx="496440" cy="469080"/>
            <a:chOff x="7940687" y="4296622"/>
            <a:chExt cx="49644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0E16798-F895-3AB7-006B-F6F661D8EC0F}"/>
                    </a:ext>
                  </a:extLst>
                </p14:cNvPr>
                <p14:cNvContentPartPr/>
                <p14:nvPr/>
              </p14:nvContentPartPr>
              <p14:xfrm>
                <a:off x="8064167" y="4325062"/>
                <a:ext cx="335160" cy="52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0E16798-F895-3AB7-006B-F6F661D8EC0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046527" y="4307422"/>
                  <a:ext cx="370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4C011B4-4C53-2EA2-A198-A979DE2D16B2}"/>
                    </a:ext>
                  </a:extLst>
                </p14:cNvPr>
                <p14:cNvContentPartPr/>
                <p14:nvPr/>
              </p14:nvContentPartPr>
              <p14:xfrm>
                <a:off x="8170367" y="4296622"/>
                <a:ext cx="129600" cy="3967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4C011B4-4C53-2EA2-A198-A979DE2D16B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152367" y="4278622"/>
                  <a:ext cx="16524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BF40823-75B4-A5E1-CADF-7547A06770AE}"/>
                    </a:ext>
                  </a:extLst>
                </p14:cNvPr>
                <p14:cNvContentPartPr/>
                <p14:nvPr/>
              </p14:nvContentPartPr>
              <p14:xfrm>
                <a:off x="7940687" y="4716022"/>
                <a:ext cx="496440" cy="324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BF40823-75B4-A5E1-CADF-7547A06770A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23047" y="4698382"/>
                  <a:ext cx="532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00E9CB6-A6FA-6CC9-5DD3-9E1FBAECD25D}"/>
                    </a:ext>
                  </a:extLst>
                </p14:cNvPr>
                <p14:cNvContentPartPr/>
                <p14:nvPr/>
              </p14:nvContentPartPr>
              <p14:xfrm>
                <a:off x="8415527" y="4765342"/>
                <a:ext cx="360" cy="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00E9CB6-A6FA-6CC9-5DD3-9E1FBAECD25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397527" y="47477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DBB1C03-46D7-ED3C-4946-DF10C05BB3A2}"/>
                    </a:ext>
                  </a:extLst>
                </p14:cNvPr>
                <p14:cNvContentPartPr/>
                <p14:nvPr/>
              </p14:nvContentPartPr>
              <p14:xfrm>
                <a:off x="8424527" y="4736182"/>
                <a:ext cx="3600" cy="5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DBB1C03-46D7-ED3C-4946-DF10C05BB3A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406887" y="4718542"/>
                  <a:ext cx="39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283F756-85AD-DBA8-0388-AAEC63ABB291}"/>
                    </a:ext>
                  </a:extLst>
                </p14:cNvPr>
                <p14:cNvContentPartPr/>
                <p14:nvPr/>
              </p14:nvContentPartPr>
              <p14:xfrm>
                <a:off x="8427767" y="4730062"/>
                <a:ext cx="360" cy="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283F756-85AD-DBA8-0388-AAEC63ABB29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409767" y="47124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63153DC-2C78-F867-C40C-B4640A8B0AA4}"/>
                    </a:ext>
                  </a:extLst>
                </p14:cNvPr>
                <p14:cNvContentPartPr/>
                <p14:nvPr/>
              </p14:nvContentPartPr>
              <p14:xfrm>
                <a:off x="8417687" y="4721782"/>
                <a:ext cx="3600" cy="5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63153DC-2C78-F867-C40C-B4640A8B0AA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399687" y="4704142"/>
                  <a:ext cx="39240" cy="4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54660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0100634-2DD5-33AA-CE2D-4F8C5C9E114A}"/>
              </a:ext>
            </a:extLst>
          </p:cNvPr>
          <p:cNvGrpSpPr/>
          <p:nvPr/>
        </p:nvGrpSpPr>
        <p:grpSpPr>
          <a:xfrm>
            <a:off x="293927" y="296302"/>
            <a:ext cx="516600" cy="380520"/>
            <a:chOff x="293927" y="296302"/>
            <a:chExt cx="51660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023440C-1B0E-B451-C4FD-E74F3CE34DDB}"/>
                    </a:ext>
                  </a:extLst>
                </p14:cNvPr>
                <p14:cNvContentPartPr/>
                <p14:nvPr/>
              </p14:nvContentPartPr>
              <p14:xfrm>
                <a:off x="293927" y="296302"/>
                <a:ext cx="317880" cy="380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023440C-1B0E-B451-C4FD-E74F3CE34DD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6287" y="278302"/>
                  <a:ext cx="3535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CD39831-1D97-E8C1-E122-C20FD8696F4B}"/>
                    </a:ext>
                  </a:extLst>
                </p14:cNvPr>
                <p14:cNvContentPartPr/>
                <p14:nvPr/>
              </p14:nvContentPartPr>
              <p14:xfrm>
                <a:off x="801527" y="559102"/>
                <a:ext cx="9000" cy="8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CD39831-1D97-E8C1-E122-C20FD8696F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3887" y="541102"/>
                  <a:ext cx="446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6110E1F-1495-7649-5C29-3B4763A20355}"/>
              </a:ext>
            </a:extLst>
          </p:cNvPr>
          <p:cNvGrpSpPr/>
          <p:nvPr/>
        </p:nvGrpSpPr>
        <p:grpSpPr>
          <a:xfrm>
            <a:off x="1301927" y="213142"/>
            <a:ext cx="462960" cy="833040"/>
            <a:chOff x="1301927" y="213142"/>
            <a:chExt cx="462960" cy="83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C1F53C3-924C-1758-550F-FA709E8BF350}"/>
                    </a:ext>
                  </a:extLst>
                </p14:cNvPr>
                <p14:cNvContentPartPr/>
                <p14:nvPr/>
              </p14:nvContentPartPr>
              <p14:xfrm>
                <a:off x="1301927" y="251662"/>
                <a:ext cx="274320" cy="294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C1F53C3-924C-1758-550F-FA709E8BF3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4287" y="233662"/>
                  <a:ext cx="3099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C2DAA9-B926-F0A0-0C85-4C0B2B248307}"/>
                    </a:ext>
                  </a:extLst>
                </p14:cNvPr>
                <p14:cNvContentPartPr/>
                <p14:nvPr/>
              </p14:nvContentPartPr>
              <p14:xfrm>
                <a:off x="1545647" y="213142"/>
                <a:ext cx="219240" cy="833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C2DAA9-B926-F0A0-0C85-4C0B2B2483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28007" y="195502"/>
                  <a:ext cx="254880" cy="86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F4959B-8AA4-6237-5BC6-C7A3C2E2A5BA}"/>
              </a:ext>
            </a:extLst>
          </p:cNvPr>
          <p:cNvGrpSpPr/>
          <p:nvPr/>
        </p:nvGrpSpPr>
        <p:grpSpPr>
          <a:xfrm>
            <a:off x="2186807" y="300262"/>
            <a:ext cx="538920" cy="321840"/>
            <a:chOff x="2186807" y="300262"/>
            <a:chExt cx="53892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6DFEA7-852B-C6C4-EA41-648044389660}"/>
                    </a:ext>
                  </a:extLst>
                </p14:cNvPr>
                <p14:cNvContentPartPr/>
                <p14:nvPr/>
              </p14:nvContentPartPr>
              <p14:xfrm>
                <a:off x="2186807" y="300262"/>
                <a:ext cx="212040" cy="321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6DFEA7-852B-C6C4-EA41-6480443896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68807" y="282622"/>
                  <a:ext cx="2476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2EBF8C3-CF13-EFB7-06AC-5C1581886529}"/>
                    </a:ext>
                  </a:extLst>
                </p14:cNvPr>
                <p14:cNvContentPartPr/>
                <p14:nvPr/>
              </p14:nvContentPartPr>
              <p14:xfrm>
                <a:off x="2280767" y="489262"/>
                <a:ext cx="132480" cy="20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2EBF8C3-CF13-EFB7-06AC-5C158188652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62767" y="471262"/>
                  <a:ext cx="168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8CEC823-39AC-2F84-C0BA-6BE8E50FE2BE}"/>
                    </a:ext>
                  </a:extLst>
                </p14:cNvPr>
                <p14:cNvContentPartPr/>
                <p14:nvPr/>
              </p14:nvContentPartPr>
              <p14:xfrm>
                <a:off x="2604047" y="466222"/>
                <a:ext cx="80280" cy="2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8CEC823-39AC-2F84-C0BA-6BE8E50FE2B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86407" y="448582"/>
                  <a:ext cx="115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D5065E-94DA-9602-5B59-E906CBDC2699}"/>
                    </a:ext>
                  </a:extLst>
                </p14:cNvPr>
                <p14:cNvContentPartPr/>
                <p14:nvPr/>
              </p14:nvContentPartPr>
              <p14:xfrm>
                <a:off x="2595767" y="537502"/>
                <a:ext cx="129960" cy="25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D5065E-94DA-9602-5B59-E906CBDC26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77767" y="519502"/>
                  <a:ext cx="1656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E51274-62C9-B0B5-88D7-0413EE1BC22D}"/>
              </a:ext>
            </a:extLst>
          </p:cNvPr>
          <p:cNvGrpSpPr/>
          <p:nvPr/>
        </p:nvGrpSpPr>
        <p:grpSpPr>
          <a:xfrm>
            <a:off x="3109847" y="218182"/>
            <a:ext cx="705600" cy="1151280"/>
            <a:chOff x="3109847" y="218182"/>
            <a:chExt cx="705600" cy="11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26CF29E-73D4-27FB-E2C0-B031C6BB4765}"/>
                    </a:ext>
                  </a:extLst>
                </p14:cNvPr>
                <p14:cNvContentPartPr/>
                <p14:nvPr/>
              </p14:nvContentPartPr>
              <p14:xfrm>
                <a:off x="3109847" y="218182"/>
                <a:ext cx="315360" cy="1151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26CF29E-73D4-27FB-E2C0-B031C6BB476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91847" y="200542"/>
                  <a:ext cx="351000" cy="11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E1732A1-7CB5-CC33-F914-F8CE42278A03}"/>
                    </a:ext>
                  </a:extLst>
                </p14:cNvPr>
                <p14:cNvContentPartPr/>
                <p14:nvPr/>
              </p14:nvContentPartPr>
              <p14:xfrm>
                <a:off x="3679727" y="384142"/>
                <a:ext cx="31680" cy="177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E1732A1-7CB5-CC33-F914-F8CE42278A0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61727" y="366142"/>
                  <a:ext cx="673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3E99002-A178-5D73-E380-540C26857008}"/>
                    </a:ext>
                  </a:extLst>
                </p14:cNvPr>
                <p14:cNvContentPartPr/>
                <p14:nvPr/>
              </p14:nvContentPartPr>
              <p14:xfrm>
                <a:off x="3438527" y="943222"/>
                <a:ext cx="126720" cy="18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3E99002-A178-5D73-E380-540C268570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20887" y="925222"/>
                  <a:ext cx="162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A1FD7E8-66B1-3C8B-E00E-E7784ED408FF}"/>
                    </a:ext>
                  </a:extLst>
                </p14:cNvPr>
                <p14:cNvContentPartPr/>
                <p14:nvPr/>
              </p14:nvContentPartPr>
              <p14:xfrm>
                <a:off x="3614567" y="843142"/>
                <a:ext cx="200880" cy="239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A1FD7E8-66B1-3C8B-E00E-E7784ED408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96927" y="825142"/>
                  <a:ext cx="23652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8A0D24-5366-CFAE-3863-3C713DC146BC}"/>
              </a:ext>
            </a:extLst>
          </p:cNvPr>
          <p:cNvGrpSpPr/>
          <p:nvPr/>
        </p:nvGrpSpPr>
        <p:grpSpPr>
          <a:xfrm>
            <a:off x="4116767" y="227542"/>
            <a:ext cx="666720" cy="1194840"/>
            <a:chOff x="4116767" y="227542"/>
            <a:chExt cx="666720" cy="11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42F25A-8A83-B714-FC6A-7659F705299D}"/>
                    </a:ext>
                  </a:extLst>
                </p14:cNvPr>
                <p14:cNvContentPartPr/>
                <p14:nvPr/>
              </p14:nvContentPartPr>
              <p14:xfrm>
                <a:off x="4116767" y="380542"/>
                <a:ext cx="346320" cy="139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42F25A-8A83-B714-FC6A-7659F705299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99127" y="362542"/>
                  <a:ext cx="381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CDF35B7-5937-5310-C977-0676AA287058}"/>
                    </a:ext>
                  </a:extLst>
                </p14:cNvPr>
                <p14:cNvContentPartPr/>
                <p14:nvPr/>
              </p14:nvContentPartPr>
              <p14:xfrm>
                <a:off x="4238447" y="825862"/>
                <a:ext cx="172080" cy="258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CDF35B7-5937-5310-C977-0676AA2870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20447" y="807862"/>
                  <a:ext cx="2077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8FF84C7-C264-F765-1E70-EB5A6F60181F}"/>
                    </a:ext>
                  </a:extLst>
                </p14:cNvPr>
                <p14:cNvContentPartPr/>
                <p14:nvPr/>
              </p14:nvContentPartPr>
              <p14:xfrm>
                <a:off x="4342487" y="227542"/>
                <a:ext cx="441000" cy="1194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8FF84C7-C264-F765-1E70-EB5A6F60181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24847" y="209542"/>
                  <a:ext cx="476640" cy="123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F92B00F-209A-55CD-0857-61BC7AD62278}"/>
                  </a:ext>
                </a:extLst>
              </p14:cNvPr>
              <p14:cNvContentPartPr/>
              <p14:nvPr/>
            </p14:nvContentPartPr>
            <p14:xfrm>
              <a:off x="5328887" y="984982"/>
              <a:ext cx="74160" cy="135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F92B00F-209A-55CD-0857-61BC7AD6227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11247" y="966982"/>
                <a:ext cx="1098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ABBB3F3-5CAA-DB1B-800B-362101567970}"/>
                  </a:ext>
                </a:extLst>
              </p14:cNvPr>
              <p14:cNvContentPartPr/>
              <p14:nvPr/>
            </p14:nvContentPartPr>
            <p14:xfrm>
              <a:off x="8002967" y="519142"/>
              <a:ext cx="54360" cy="314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ABBB3F3-5CAA-DB1B-800B-36210156797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84967" y="501142"/>
                <a:ext cx="90000" cy="34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02798A34-1280-5C9C-B294-481ABD45DFEB}"/>
              </a:ext>
            </a:extLst>
          </p:cNvPr>
          <p:cNvGrpSpPr/>
          <p:nvPr/>
        </p:nvGrpSpPr>
        <p:grpSpPr>
          <a:xfrm>
            <a:off x="5889047" y="252382"/>
            <a:ext cx="1625040" cy="1362960"/>
            <a:chOff x="5889047" y="252382"/>
            <a:chExt cx="1625040" cy="13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D4E28E-B82A-3648-F4F6-B52E2101850E}"/>
                    </a:ext>
                  </a:extLst>
                </p14:cNvPr>
                <p14:cNvContentPartPr/>
                <p14:nvPr/>
              </p14:nvContentPartPr>
              <p14:xfrm>
                <a:off x="5889047" y="718942"/>
                <a:ext cx="65160" cy="285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D4E28E-B82A-3648-F4F6-B52E2101850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71047" y="701302"/>
                  <a:ext cx="1008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892C8E5-33CC-EF64-8692-6AA337C71E84}"/>
                    </a:ext>
                  </a:extLst>
                </p14:cNvPr>
                <p14:cNvContentPartPr/>
                <p14:nvPr/>
              </p14:nvContentPartPr>
              <p14:xfrm>
                <a:off x="5936207" y="663502"/>
                <a:ext cx="169920" cy="307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892C8E5-33CC-EF64-8692-6AA337C71E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18567" y="645862"/>
                  <a:ext cx="2055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E1C01DE-7BB4-DE68-44F7-167BC1506F10}"/>
                    </a:ext>
                  </a:extLst>
                </p14:cNvPr>
                <p14:cNvContentPartPr/>
                <p14:nvPr/>
              </p14:nvContentPartPr>
              <p14:xfrm>
                <a:off x="6314207" y="759262"/>
                <a:ext cx="116280" cy="39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E1C01DE-7BB4-DE68-44F7-167BC1506F1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96567" y="741622"/>
                  <a:ext cx="151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2D8D55-1693-750F-C63A-778BFDDCED2C}"/>
                    </a:ext>
                  </a:extLst>
                </p14:cNvPr>
                <p14:cNvContentPartPr/>
                <p14:nvPr/>
              </p14:nvContentPartPr>
              <p14:xfrm>
                <a:off x="6318167" y="838462"/>
                <a:ext cx="203400" cy="32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B2D8D55-1693-750F-C63A-778BFDDCED2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00167" y="820822"/>
                  <a:ext cx="239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42051DA-4183-67C7-B157-ACD52DB3146A}"/>
                    </a:ext>
                  </a:extLst>
                </p14:cNvPr>
                <p14:cNvContentPartPr/>
                <p14:nvPr/>
              </p14:nvContentPartPr>
              <p14:xfrm>
                <a:off x="6736487" y="252382"/>
                <a:ext cx="379440" cy="1362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42051DA-4183-67C7-B157-ACD52DB3146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18487" y="234382"/>
                  <a:ext cx="415080" cy="13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C6F1A5D-231E-69A4-1AB9-B303A9FEFEF8}"/>
                    </a:ext>
                  </a:extLst>
                </p14:cNvPr>
                <p14:cNvContentPartPr/>
                <p14:nvPr/>
              </p14:nvContentPartPr>
              <p14:xfrm>
                <a:off x="7278287" y="584662"/>
                <a:ext cx="235800" cy="207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C6F1A5D-231E-69A4-1AB9-B303A9FEFEF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60287" y="566662"/>
                  <a:ext cx="2714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43E0A8-19FC-6BC6-00D5-4524CD65E5D9}"/>
                    </a:ext>
                  </a:extLst>
                </p14:cNvPr>
                <p14:cNvContentPartPr/>
                <p14:nvPr/>
              </p14:nvContentPartPr>
              <p14:xfrm>
                <a:off x="7261007" y="1277302"/>
                <a:ext cx="229680" cy="170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43E0A8-19FC-6BC6-00D5-4524CD65E5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43007" y="1259302"/>
                  <a:ext cx="26532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5207FC4-7084-4F62-FC37-4288D5325745}"/>
                  </a:ext>
                </a:extLst>
              </p14:cNvPr>
              <p14:cNvContentPartPr/>
              <p14:nvPr/>
            </p14:nvContentPartPr>
            <p14:xfrm>
              <a:off x="7819007" y="1147702"/>
              <a:ext cx="159480" cy="2599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5207FC4-7084-4F62-FC37-4288D532574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801007" y="1130062"/>
                <a:ext cx="1951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2E3ED99-4A8E-3017-E113-4BDFE64937F0}"/>
                  </a:ext>
                </a:extLst>
              </p14:cNvPr>
              <p14:cNvContentPartPr/>
              <p14:nvPr/>
            </p14:nvContentPartPr>
            <p14:xfrm>
              <a:off x="8297087" y="326182"/>
              <a:ext cx="331560" cy="13737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2E3ED99-4A8E-3017-E113-4BDFE64937F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279447" y="308182"/>
                <a:ext cx="367200" cy="140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5F3AEB81-0A34-E519-FFCB-5AF1F86D5FAA}"/>
              </a:ext>
            </a:extLst>
          </p:cNvPr>
          <p:cNvGrpSpPr/>
          <p:nvPr/>
        </p:nvGrpSpPr>
        <p:grpSpPr>
          <a:xfrm>
            <a:off x="8974967" y="231502"/>
            <a:ext cx="3008880" cy="1403280"/>
            <a:chOff x="8974967" y="231502"/>
            <a:chExt cx="3008880" cy="14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0EED54-AAB6-1DFE-0961-167A28AD411D}"/>
                    </a:ext>
                  </a:extLst>
                </p14:cNvPr>
                <p14:cNvContentPartPr/>
                <p14:nvPr/>
              </p14:nvContentPartPr>
              <p14:xfrm>
                <a:off x="8974967" y="761782"/>
                <a:ext cx="417600" cy="182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0EED54-AAB6-1DFE-0961-167A28AD41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56967" y="744142"/>
                  <a:ext cx="453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3652BC-E6CD-53EA-9A0C-D64BB5C8491E}"/>
                    </a:ext>
                  </a:extLst>
                </p14:cNvPr>
                <p14:cNvContentPartPr/>
                <p14:nvPr/>
              </p14:nvContentPartPr>
              <p14:xfrm>
                <a:off x="9416327" y="508342"/>
                <a:ext cx="229680" cy="408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3652BC-E6CD-53EA-9A0C-D64BB5C849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98327" y="490342"/>
                  <a:ext cx="26532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6922CB9-B28A-A477-01AD-FBB140601453}"/>
                    </a:ext>
                  </a:extLst>
                </p14:cNvPr>
                <p14:cNvContentPartPr/>
                <p14:nvPr/>
              </p14:nvContentPartPr>
              <p14:xfrm>
                <a:off x="9868847" y="615982"/>
                <a:ext cx="147600" cy="272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6922CB9-B28A-A477-01AD-FBB1406014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51207" y="598342"/>
                  <a:ext cx="1832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6313B3-AE80-89B6-0D80-3B3273AF375C}"/>
                    </a:ext>
                  </a:extLst>
                </p14:cNvPr>
                <p14:cNvContentPartPr/>
                <p14:nvPr/>
              </p14:nvContentPartPr>
              <p14:xfrm>
                <a:off x="10208687" y="691942"/>
                <a:ext cx="97560" cy="36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6313B3-AE80-89B6-0D80-3B3273AF375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91047" y="674302"/>
                  <a:ext cx="133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0AF0F4F-FAB4-9AC0-A0BC-68808EAAA0E5}"/>
                    </a:ext>
                  </a:extLst>
                </p14:cNvPr>
                <p14:cNvContentPartPr/>
                <p14:nvPr/>
              </p14:nvContentPartPr>
              <p14:xfrm>
                <a:off x="10204007" y="767902"/>
                <a:ext cx="117720" cy="25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0AF0F4F-FAB4-9AC0-A0BC-68808EAAA0E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86367" y="750262"/>
                  <a:ext cx="153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1B77CCF-D742-E0B3-3FE3-FDC9AC7620A0}"/>
                    </a:ext>
                  </a:extLst>
                </p14:cNvPr>
                <p14:cNvContentPartPr/>
                <p14:nvPr/>
              </p14:nvContentPartPr>
              <p14:xfrm>
                <a:off x="10505687" y="231502"/>
                <a:ext cx="356760" cy="1323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1B77CCF-D742-E0B3-3FE3-FDC9AC7620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488047" y="213502"/>
                  <a:ext cx="392400" cy="13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2E269B-2F67-12E5-E549-76D403F174FB}"/>
                    </a:ext>
                  </a:extLst>
                </p14:cNvPr>
                <p14:cNvContentPartPr/>
                <p14:nvPr/>
              </p14:nvContentPartPr>
              <p14:xfrm>
                <a:off x="10841567" y="635062"/>
                <a:ext cx="136440" cy="18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2E269B-2F67-12E5-E549-76D403F174F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23927" y="617422"/>
                  <a:ext cx="172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DF3F96-B415-160A-D515-F71C837C2497}"/>
                    </a:ext>
                  </a:extLst>
                </p14:cNvPr>
                <p14:cNvContentPartPr/>
                <p14:nvPr/>
              </p14:nvContentPartPr>
              <p14:xfrm>
                <a:off x="11039567" y="502222"/>
                <a:ext cx="154440" cy="250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DF3F96-B415-160A-D515-F71C837C249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21927" y="484222"/>
                  <a:ext cx="1900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BDA41A-2F10-E95E-F13F-5487CA84C923}"/>
                    </a:ext>
                  </a:extLst>
                </p14:cNvPr>
                <p14:cNvContentPartPr/>
                <p14:nvPr/>
              </p14:nvContentPartPr>
              <p14:xfrm>
                <a:off x="11652647" y="469462"/>
                <a:ext cx="42480" cy="252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BDA41A-2F10-E95E-F13F-5487CA84C92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34647" y="451462"/>
                  <a:ext cx="78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54A4964-3D66-6A9D-83AB-8FB473B19C09}"/>
                    </a:ext>
                  </a:extLst>
                </p14:cNvPr>
                <p14:cNvContentPartPr/>
                <p14:nvPr/>
              </p14:nvContentPartPr>
              <p14:xfrm>
                <a:off x="10899887" y="1055542"/>
                <a:ext cx="195120" cy="201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54A4964-3D66-6A9D-83AB-8FB473B19C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81887" y="1037902"/>
                  <a:ext cx="2307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DAEC5B7-4384-ABAE-E762-466346614B87}"/>
                    </a:ext>
                  </a:extLst>
                </p14:cNvPr>
                <p14:cNvContentPartPr/>
                <p14:nvPr/>
              </p14:nvContentPartPr>
              <p14:xfrm>
                <a:off x="11432687" y="1044022"/>
                <a:ext cx="184680" cy="190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DAEC5B7-4384-ABAE-E762-466346614B8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14687" y="1026022"/>
                  <a:ext cx="220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32118F4-87AE-E609-1393-74E5F80B6A37}"/>
                    </a:ext>
                  </a:extLst>
                </p14:cNvPr>
                <p14:cNvContentPartPr/>
                <p14:nvPr/>
              </p14:nvContentPartPr>
              <p14:xfrm>
                <a:off x="11339807" y="309622"/>
                <a:ext cx="644040" cy="1325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32118F4-87AE-E609-1393-74E5F80B6A3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21807" y="291982"/>
                  <a:ext cx="679680" cy="136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6EDC46F-04F3-A23C-1040-F95DBB964B04}"/>
              </a:ext>
            </a:extLst>
          </p:cNvPr>
          <p:cNvGrpSpPr/>
          <p:nvPr/>
        </p:nvGrpSpPr>
        <p:grpSpPr>
          <a:xfrm>
            <a:off x="136247" y="1612102"/>
            <a:ext cx="1235880" cy="962640"/>
            <a:chOff x="136247" y="1612102"/>
            <a:chExt cx="1235880" cy="96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37E4B44-64C7-16AC-FF00-4D6E733D0DA5}"/>
                    </a:ext>
                  </a:extLst>
                </p14:cNvPr>
                <p14:cNvContentPartPr/>
                <p14:nvPr/>
              </p14:nvContentPartPr>
              <p14:xfrm>
                <a:off x="136247" y="1655302"/>
                <a:ext cx="396360" cy="399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37E4B44-64C7-16AC-FF00-4D6E733D0DA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8247" y="1637662"/>
                  <a:ext cx="4320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D10EA69-1D96-0A80-D495-9FCC6DA8E88D}"/>
                    </a:ext>
                  </a:extLst>
                </p14:cNvPr>
                <p14:cNvContentPartPr/>
                <p14:nvPr/>
              </p14:nvContentPartPr>
              <p14:xfrm>
                <a:off x="535487" y="1810822"/>
                <a:ext cx="474480" cy="236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D10EA69-1D96-0A80-D495-9FCC6DA8E88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7487" y="1793182"/>
                  <a:ext cx="5101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9ADD13A-AF5F-0116-48DF-1137A6983A27}"/>
                    </a:ext>
                  </a:extLst>
                </p14:cNvPr>
                <p14:cNvContentPartPr/>
                <p14:nvPr/>
              </p14:nvContentPartPr>
              <p14:xfrm>
                <a:off x="935087" y="1684822"/>
                <a:ext cx="64800" cy="34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9ADD13A-AF5F-0116-48DF-1137A6983A2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7447" y="1666822"/>
                  <a:ext cx="1004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98C8A58-8D53-C68F-636A-02177E3999B5}"/>
                    </a:ext>
                  </a:extLst>
                </p14:cNvPr>
                <p14:cNvContentPartPr/>
                <p14:nvPr/>
              </p14:nvContentPartPr>
              <p14:xfrm>
                <a:off x="936887" y="1612102"/>
                <a:ext cx="435240" cy="962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98C8A58-8D53-C68F-636A-02177E3999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9247" y="1594102"/>
                  <a:ext cx="470880" cy="9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EE4D9CA-B623-BFAB-DA69-590672A21822}"/>
              </a:ext>
            </a:extLst>
          </p:cNvPr>
          <p:cNvGrpSpPr/>
          <p:nvPr/>
        </p:nvGrpSpPr>
        <p:grpSpPr>
          <a:xfrm>
            <a:off x="1751207" y="1654582"/>
            <a:ext cx="1086840" cy="472320"/>
            <a:chOff x="1751207" y="1654582"/>
            <a:chExt cx="108684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28BA9B2-5C7E-C397-61BA-E6500CAE695D}"/>
                    </a:ext>
                  </a:extLst>
                </p14:cNvPr>
                <p14:cNvContentPartPr/>
                <p14:nvPr/>
              </p14:nvContentPartPr>
              <p14:xfrm>
                <a:off x="1791167" y="1654582"/>
                <a:ext cx="1046880" cy="472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28BA9B2-5C7E-C397-61BA-E6500CAE695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73527" y="1636942"/>
                  <a:ext cx="108252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E13309-BD1D-69BF-B45E-26FC7404585A}"/>
                    </a:ext>
                  </a:extLst>
                </p14:cNvPr>
                <p14:cNvContentPartPr/>
                <p14:nvPr/>
              </p14:nvContentPartPr>
              <p14:xfrm>
                <a:off x="2645087" y="1792462"/>
                <a:ext cx="176040" cy="14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E13309-BD1D-69BF-B45E-26FC7404585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27447" y="1774462"/>
                  <a:ext cx="211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52C680E-E7CA-F0C1-6FD8-5387213E37F9}"/>
                    </a:ext>
                  </a:extLst>
                </p14:cNvPr>
                <p14:cNvContentPartPr/>
                <p14:nvPr/>
              </p14:nvContentPartPr>
              <p14:xfrm>
                <a:off x="1751207" y="1654942"/>
                <a:ext cx="231120" cy="19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52C680E-E7CA-F0C1-6FD8-5387213E37F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33207" y="1637302"/>
                  <a:ext cx="26676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53294A9-55B8-E4F2-BD27-FAC77D290BC0}"/>
              </a:ext>
            </a:extLst>
          </p:cNvPr>
          <p:cNvGrpSpPr/>
          <p:nvPr/>
        </p:nvGrpSpPr>
        <p:grpSpPr>
          <a:xfrm>
            <a:off x="1406687" y="2413102"/>
            <a:ext cx="1798920" cy="674640"/>
            <a:chOff x="1406687" y="2413102"/>
            <a:chExt cx="1798920" cy="67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77A9DB2-4DFA-F985-A0EE-1162D7EF3C96}"/>
                    </a:ext>
                  </a:extLst>
                </p14:cNvPr>
                <p14:cNvContentPartPr/>
                <p14:nvPr/>
              </p14:nvContentPartPr>
              <p14:xfrm>
                <a:off x="1605047" y="2624422"/>
                <a:ext cx="159120" cy="273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77A9DB2-4DFA-F985-A0EE-1162D7EF3C9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87047" y="2606422"/>
                  <a:ext cx="1947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D42E7E1-AC32-0D25-6233-C9479BD355D4}"/>
                    </a:ext>
                  </a:extLst>
                </p14:cNvPr>
                <p14:cNvContentPartPr/>
                <p14:nvPr/>
              </p14:nvContentPartPr>
              <p14:xfrm>
                <a:off x="1605047" y="2796862"/>
                <a:ext cx="167040" cy="35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D42E7E1-AC32-0D25-6233-C9479BD355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87047" y="2778862"/>
                  <a:ext cx="202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484E423-ABA0-6606-B5FC-7AE00A04CB95}"/>
                    </a:ext>
                  </a:extLst>
                </p14:cNvPr>
                <p14:cNvContentPartPr/>
                <p14:nvPr/>
              </p14:nvContentPartPr>
              <p14:xfrm>
                <a:off x="1937687" y="2672302"/>
                <a:ext cx="52920" cy="209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484E423-ABA0-6606-B5FC-7AE00A04CB9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20047" y="2654662"/>
                  <a:ext cx="885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3A9F74E-20E8-F8CD-6AE8-8508A0204C4F}"/>
                    </a:ext>
                  </a:extLst>
                </p14:cNvPr>
                <p14:cNvContentPartPr/>
                <p14:nvPr/>
              </p14:nvContentPartPr>
              <p14:xfrm>
                <a:off x="1942007" y="2655022"/>
                <a:ext cx="156240" cy="272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3A9F74E-20E8-F8CD-6AE8-8508A0204C4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24007" y="2637022"/>
                  <a:ext cx="1918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1B8332B-65DE-7D8C-CEBC-4126CD28611F}"/>
                    </a:ext>
                  </a:extLst>
                </p14:cNvPr>
                <p14:cNvContentPartPr/>
                <p14:nvPr/>
              </p14:nvContentPartPr>
              <p14:xfrm>
                <a:off x="2143247" y="2463142"/>
                <a:ext cx="214920" cy="624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1B8332B-65DE-7D8C-CEBC-4126CD28611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25247" y="2445502"/>
                  <a:ext cx="25056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B9C05C6-EB14-5A06-1311-A555BF597B7C}"/>
                    </a:ext>
                  </a:extLst>
                </p14:cNvPr>
                <p14:cNvContentPartPr/>
                <p14:nvPr/>
              </p14:nvContentPartPr>
              <p14:xfrm>
                <a:off x="1406687" y="2413102"/>
                <a:ext cx="297000" cy="623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B9C05C6-EB14-5A06-1311-A555BF597B7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88687" y="2395462"/>
                  <a:ext cx="33264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D8DB30B-F6A2-4C42-3A4D-9163FEC2962F}"/>
                    </a:ext>
                  </a:extLst>
                </p14:cNvPr>
                <p14:cNvContentPartPr/>
                <p14:nvPr/>
              </p14:nvContentPartPr>
              <p14:xfrm>
                <a:off x="2591807" y="2732422"/>
                <a:ext cx="151920" cy="220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D8DB30B-F6A2-4C42-3A4D-9163FEC2962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74167" y="2714782"/>
                  <a:ext cx="1875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AC396F0-72FE-2AEC-F9C1-58A3030935C1}"/>
                    </a:ext>
                  </a:extLst>
                </p14:cNvPr>
                <p14:cNvContentPartPr/>
                <p14:nvPr/>
              </p14:nvContentPartPr>
              <p14:xfrm>
                <a:off x="3025967" y="2801182"/>
                <a:ext cx="93240" cy="30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AC396F0-72FE-2AEC-F9C1-58A3030935C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08327" y="2783182"/>
                  <a:ext cx="128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7E03273-6AD7-D6FE-D3A8-F75F108AA1D6}"/>
                    </a:ext>
                  </a:extLst>
                </p14:cNvPr>
                <p14:cNvContentPartPr/>
                <p14:nvPr/>
              </p14:nvContentPartPr>
              <p14:xfrm>
                <a:off x="2990327" y="2854102"/>
                <a:ext cx="215280" cy="42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7E03273-6AD7-D6FE-D3A8-F75F108AA1D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72687" y="2836462"/>
                  <a:ext cx="2509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3BB5DD9-2EC4-4F14-D8FD-77D2C2A7C7D5}"/>
              </a:ext>
            </a:extLst>
          </p:cNvPr>
          <p:cNvGrpSpPr/>
          <p:nvPr/>
        </p:nvGrpSpPr>
        <p:grpSpPr>
          <a:xfrm>
            <a:off x="3588647" y="2522542"/>
            <a:ext cx="1334160" cy="664560"/>
            <a:chOff x="3588647" y="2522542"/>
            <a:chExt cx="1334160" cy="66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5D4CF7C-DAEF-8062-9DC5-94AB8E407BA4}"/>
                    </a:ext>
                  </a:extLst>
                </p14:cNvPr>
                <p14:cNvContentPartPr/>
                <p14:nvPr/>
              </p14:nvContentPartPr>
              <p14:xfrm>
                <a:off x="3588647" y="2603902"/>
                <a:ext cx="189000" cy="276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5D4CF7C-DAEF-8062-9DC5-94AB8E407BA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70647" y="2586262"/>
                  <a:ext cx="224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3274C72-3E41-A643-2A85-A2A9773FFF92}"/>
                    </a:ext>
                  </a:extLst>
                </p14:cNvPr>
                <p14:cNvContentPartPr/>
                <p14:nvPr/>
              </p14:nvContentPartPr>
              <p14:xfrm>
                <a:off x="3628967" y="2760862"/>
                <a:ext cx="130320" cy="42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3274C72-3E41-A643-2A85-A2A9773FFF9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10967" y="2742862"/>
                  <a:ext cx="165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57E16BB-E516-3614-7DC4-FD279DBFFE11}"/>
                    </a:ext>
                  </a:extLst>
                </p14:cNvPr>
                <p14:cNvContentPartPr/>
                <p14:nvPr/>
              </p14:nvContentPartPr>
              <p14:xfrm>
                <a:off x="3992927" y="2522542"/>
                <a:ext cx="202680" cy="435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57E16BB-E516-3614-7DC4-FD279DBFFE1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75287" y="2504902"/>
                  <a:ext cx="23832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B178317-D202-5D05-5DD6-976916F3EF2B}"/>
                    </a:ext>
                  </a:extLst>
                </p14:cNvPr>
                <p14:cNvContentPartPr/>
                <p14:nvPr/>
              </p14:nvContentPartPr>
              <p14:xfrm>
                <a:off x="4207847" y="2702182"/>
                <a:ext cx="42840" cy="199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B178317-D202-5D05-5DD6-976916F3EF2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90207" y="2684182"/>
                  <a:ext cx="78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38DFA2-A241-0D51-99BF-E10E179E2EEC}"/>
                    </a:ext>
                  </a:extLst>
                </p14:cNvPr>
                <p14:cNvContentPartPr/>
                <p14:nvPr/>
              </p14:nvContentPartPr>
              <p14:xfrm>
                <a:off x="4226207" y="2666182"/>
                <a:ext cx="224280" cy="287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38DFA2-A241-0D51-99BF-E10E179E2E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208567" y="2648542"/>
                  <a:ext cx="259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DA48879-1D80-CA23-BB10-4863134E4DB4}"/>
                    </a:ext>
                  </a:extLst>
                </p14:cNvPr>
                <p14:cNvContentPartPr/>
                <p14:nvPr/>
              </p14:nvContentPartPr>
              <p14:xfrm>
                <a:off x="4636607" y="2738902"/>
                <a:ext cx="140400" cy="218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DA48879-1D80-CA23-BB10-4863134E4DB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18967" y="2721262"/>
                  <a:ext cx="1760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81562B0-D7D2-23A4-1BF4-9FB08691DB2C}"/>
                    </a:ext>
                  </a:extLst>
                </p14:cNvPr>
                <p14:cNvContentPartPr/>
                <p14:nvPr/>
              </p14:nvContentPartPr>
              <p14:xfrm>
                <a:off x="4624007" y="2551702"/>
                <a:ext cx="298800" cy="635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81562B0-D7D2-23A4-1BF4-9FB08691DB2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606007" y="2534062"/>
                  <a:ext cx="334440" cy="67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AA6A8B3-DDE1-335F-5C34-6E758F0277CA}"/>
                  </a:ext>
                </a:extLst>
              </p14:cNvPr>
              <p14:cNvContentPartPr/>
              <p14:nvPr/>
            </p14:nvContentPartPr>
            <p14:xfrm>
              <a:off x="893327" y="3324982"/>
              <a:ext cx="79200" cy="104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AA6A8B3-DDE1-335F-5C34-6E758F0277C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75687" y="3306982"/>
                <a:ext cx="11484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784548C-CFCD-D889-9E8F-F1609CDFF439}"/>
              </a:ext>
            </a:extLst>
          </p:cNvPr>
          <p:cNvGrpSpPr/>
          <p:nvPr/>
        </p:nvGrpSpPr>
        <p:grpSpPr>
          <a:xfrm>
            <a:off x="358367" y="3376102"/>
            <a:ext cx="963720" cy="432720"/>
            <a:chOff x="358367" y="3376102"/>
            <a:chExt cx="96372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021E24B-829D-F216-57CF-97B67E3FF6CB}"/>
                    </a:ext>
                  </a:extLst>
                </p14:cNvPr>
                <p14:cNvContentPartPr/>
                <p14:nvPr/>
              </p14:nvContentPartPr>
              <p14:xfrm>
                <a:off x="358367" y="3589942"/>
                <a:ext cx="491760" cy="187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021E24B-829D-F216-57CF-97B67E3FF6C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0727" y="3571942"/>
                  <a:ext cx="5274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77485F-0C7B-FF59-58FD-AC991F4BF545}"/>
                    </a:ext>
                  </a:extLst>
                </p14:cNvPr>
                <p14:cNvContentPartPr/>
                <p14:nvPr/>
              </p14:nvContentPartPr>
              <p14:xfrm>
                <a:off x="972167" y="3376102"/>
                <a:ext cx="349920" cy="432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77485F-0C7B-FF59-58FD-AC991F4BF54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54527" y="3358462"/>
                  <a:ext cx="385560" cy="46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ABC4E4E-8629-85E3-4FC7-90C5F91A4633}"/>
              </a:ext>
            </a:extLst>
          </p:cNvPr>
          <p:cNvGrpSpPr/>
          <p:nvPr/>
        </p:nvGrpSpPr>
        <p:grpSpPr>
          <a:xfrm>
            <a:off x="2057207" y="3559342"/>
            <a:ext cx="2352600" cy="645480"/>
            <a:chOff x="2057207" y="3559342"/>
            <a:chExt cx="235260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855C1CC-606B-235E-5B76-14B3F7070FD0}"/>
                    </a:ext>
                  </a:extLst>
                </p14:cNvPr>
                <p14:cNvContentPartPr/>
                <p14:nvPr/>
              </p14:nvContentPartPr>
              <p14:xfrm>
                <a:off x="2097167" y="3690742"/>
                <a:ext cx="178200" cy="354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855C1CC-606B-235E-5B76-14B3F7070FD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79167" y="3672742"/>
                  <a:ext cx="2138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5C77E8-4DF4-CE0A-2E84-7EE2527925FD}"/>
                    </a:ext>
                  </a:extLst>
                </p14:cNvPr>
                <p14:cNvContentPartPr/>
                <p14:nvPr/>
              </p14:nvContentPartPr>
              <p14:xfrm>
                <a:off x="2057207" y="3846982"/>
                <a:ext cx="239760" cy="73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5C77E8-4DF4-CE0A-2E84-7EE2527925F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39207" y="3828982"/>
                  <a:ext cx="2754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DD5B4FE-E53C-9140-71FC-2A0B8BD60D99}"/>
                    </a:ext>
                  </a:extLst>
                </p14:cNvPr>
                <p14:cNvContentPartPr/>
                <p14:nvPr/>
              </p14:nvContentPartPr>
              <p14:xfrm>
                <a:off x="2488487" y="3559342"/>
                <a:ext cx="240120" cy="607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DD5B4FE-E53C-9140-71FC-2A0B8BD60D9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70847" y="3541342"/>
                  <a:ext cx="27576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F2795F3-75C4-6A9E-ABF7-B07F2A68AA4F}"/>
                    </a:ext>
                  </a:extLst>
                </p14:cNvPr>
                <p14:cNvContentPartPr/>
                <p14:nvPr/>
              </p14:nvContentPartPr>
              <p14:xfrm>
                <a:off x="2853167" y="3757342"/>
                <a:ext cx="51120" cy="293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F2795F3-75C4-6A9E-ABF7-B07F2A68AA4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35527" y="3739342"/>
                  <a:ext cx="867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D233BE7-0325-8DCE-D2B1-646B332030AE}"/>
                    </a:ext>
                  </a:extLst>
                </p14:cNvPr>
                <p14:cNvContentPartPr/>
                <p14:nvPr/>
              </p14:nvContentPartPr>
              <p14:xfrm>
                <a:off x="2897087" y="3706942"/>
                <a:ext cx="222840" cy="348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D233BE7-0325-8DCE-D2B1-646B332030A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79447" y="3688942"/>
                  <a:ext cx="25848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580DF6D-5901-8637-4E2A-6B1BDFACCFB8}"/>
                    </a:ext>
                  </a:extLst>
                </p14:cNvPr>
                <p14:cNvContentPartPr/>
                <p14:nvPr/>
              </p14:nvContentPartPr>
              <p14:xfrm>
                <a:off x="3283727" y="3913222"/>
                <a:ext cx="241200" cy="10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580DF6D-5901-8637-4E2A-6B1BDFACCFB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265727" y="3895222"/>
                  <a:ext cx="276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84A3917-AAC3-0128-707D-B36958DAE77C}"/>
                    </a:ext>
                  </a:extLst>
                </p14:cNvPr>
                <p14:cNvContentPartPr/>
                <p14:nvPr/>
              </p14:nvContentPartPr>
              <p14:xfrm>
                <a:off x="3390287" y="3796942"/>
                <a:ext cx="56520" cy="262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84A3917-AAC3-0128-707D-B36958DAE77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72287" y="3778942"/>
                  <a:ext cx="921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962C6F2-3390-E1F9-CDB1-4485320FF1A8}"/>
                    </a:ext>
                  </a:extLst>
                </p14:cNvPr>
                <p14:cNvContentPartPr/>
                <p14:nvPr/>
              </p14:nvContentPartPr>
              <p14:xfrm>
                <a:off x="3680087" y="3796222"/>
                <a:ext cx="153000" cy="299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962C6F2-3390-E1F9-CDB1-4485320FF1A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62447" y="3778222"/>
                  <a:ext cx="1886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78237C6-7FAE-BA09-56CD-9DE370B24C8C}"/>
                    </a:ext>
                  </a:extLst>
                </p14:cNvPr>
                <p14:cNvContentPartPr/>
                <p14:nvPr/>
              </p14:nvContentPartPr>
              <p14:xfrm>
                <a:off x="3916247" y="3584182"/>
                <a:ext cx="181440" cy="620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78237C6-7FAE-BA09-56CD-9DE370B24C8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98607" y="3566182"/>
                  <a:ext cx="21708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9FB383E-1B82-7657-EE1F-C5B674582679}"/>
                    </a:ext>
                  </a:extLst>
                </p14:cNvPr>
                <p14:cNvContentPartPr/>
                <p14:nvPr/>
              </p14:nvContentPartPr>
              <p14:xfrm>
                <a:off x="4193447" y="3886942"/>
                <a:ext cx="168480" cy="17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9FB383E-1B82-7657-EE1F-C5B67458267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75447" y="3868942"/>
                  <a:ext cx="204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9EA085A-382F-7756-493E-6C241F499051}"/>
                    </a:ext>
                  </a:extLst>
                </p14:cNvPr>
                <p14:cNvContentPartPr/>
                <p14:nvPr/>
              </p14:nvContentPartPr>
              <p14:xfrm>
                <a:off x="4152767" y="3980542"/>
                <a:ext cx="257040" cy="43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9EA085A-382F-7756-493E-6C241F49905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35127" y="3962542"/>
                  <a:ext cx="29268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9BD1EF8-D237-4EEF-EF78-E89175982CD7}"/>
              </a:ext>
            </a:extLst>
          </p:cNvPr>
          <p:cNvGrpSpPr/>
          <p:nvPr/>
        </p:nvGrpSpPr>
        <p:grpSpPr>
          <a:xfrm>
            <a:off x="4842167" y="3678862"/>
            <a:ext cx="721080" cy="392400"/>
            <a:chOff x="4842167" y="3678862"/>
            <a:chExt cx="72108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EDDEFC8-0A1B-7491-36EF-F47C982C6973}"/>
                    </a:ext>
                  </a:extLst>
                </p14:cNvPr>
                <p14:cNvContentPartPr/>
                <p14:nvPr/>
              </p14:nvContentPartPr>
              <p14:xfrm>
                <a:off x="4842167" y="3678862"/>
                <a:ext cx="232560" cy="392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EDDEFC8-0A1B-7491-36EF-F47C982C69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24167" y="3660862"/>
                  <a:ext cx="26820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2E3C24D-AA85-72D8-E5F4-364095A1292A}"/>
                    </a:ext>
                  </a:extLst>
                </p14:cNvPr>
                <p14:cNvContentPartPr/>
                <p14:nvPr/>
              </p14:nvContentPartPr>
              <p14:xfrm>
                <a:off x="4901567" y="3868582"/>
                <a:ext cx="172800" cy="38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2E3C24D-AA85-72D8-E5F4-364095A1292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83927" y="3850582"/>
                  <a:ext cx="208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9653D49-633F-CDB5-4ED0-6345E7C36646}"/>
                    </a:ext>
                  </a:extLst>
                </p14:cNvPr>
                <p14:cNvContentPartPr/>
                <p14:nvPr/>
              </p14:nvContentPartPr>
              <p14:xfrm>
                <a:off x="5286767" y="3715942"/>
                <a:ext cx="70560" cy="333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9653D49-633F-CDB5-4ED0-6345E7C3664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268767" y="3698302"/>
                  <a:ext cx="1062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27D3E74-1A72-CED6-CBCD-6E677B0F5165}"/>
                    </a:ext>
                  </a:extLst>
                </p14:cNvPr>
                <p14:cNvContentPartPr/>
                <p14:nvPr/>
              </p14:nvContentPartPr>
              <p14:xfrm>
                <a:off x="5310527" y="3718822"/>
                <a:ext cx="252720" cy="342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27D3E74-1A72-CED6-CBCD-6E677B0F516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92527" y="3700822"/>
                  <a:ext cx="288360" cy="37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8F0712A-9994-BFF3-8B4F-C014578B8131}"/>
              </a:ext>
            </a:extLst>
          </p:cNvPr>
          <p:cNvGrpSpPr/>
          <p:nvPr/>
        </p:nvGrpSpPr>
        <p:grpSpPr>
          <a:xfrm>
            <a:off x="5843687" y="3758422"/>
            <a:ext cx="163080" cy="261000"/>
            <a:chOff x="5843687" y="3758422"/>
            <a:chExt cx="16308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5D77E8D-4827-DF9C-D2C9-2611C6D868A0}"/>
                    </a:ext>
                  </a:extLst>
                </p14:cNvPr>
                <p14:cNvContentPartPr/>
                <p14:nvPr/>
              </p14:nvContentPartPr>
              <p14:xfrm>
                <a:off x="5843687" y="3863902"/>
                <a:ext cx="163080" cy="34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5D77E8D-4827-DF9C-D2C9-2611C6D868A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825687" y="3846262"/>
                  <a:ext cx="198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37673D0-ADA4-BD30-07C3-8B1CFFD93044}"/>
                    </a:ext>
                  </a:extLst>
                </p14:cNvPr>
                <p14:cNvContentPartPr/>
                <p14:nvPr/>
              </p14:nvContentPartPr>
              <p14:xfrm>
                <a:off x="5883287" y="3758422"/>
                <a:ext cx="113400" cy="261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37673D0-ADA4-BD30-07C3-8B1CFFD9304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65647" y="3740782"/>
                  <a:ext cx="149040" cy="29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83F55D8-8BAC-A829-58EC-1DA477937DAE}"/>
                  </a:ext>
                </a:extLst>
              </p14:cNvPr>
              <p14:cNvContentPartPr/>
              <p14:nvPr/>
            </p14:nvContentPartPr>
            <p14:xfrm>
              <a:off x="6211967" y="3674542"/>
              <a:ext cx="241560" cy="3394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83F55D8-8BAC-A829-58EC-1DA477937DA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193967" y="3656902"/>
                <a:ext cx="27720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43ADFAE-5581-B895-CC18-24AE246620C1}"/>
                  </a:ext>
                </a:extLst>
              </p14:cNvPr>
              <p14:cNvContentPartPr/>
              <p14:nvPr/>
            </p14:nvContentPartPr>
            <p14:xfrm>
              <a:off x="6196127" y="3873262"/>
              <a:ext cx="189720" cy="280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43ADFAE-5581-B895-CC18-24AE246620C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178487" y="3855262"/>
                <a:ext cx="225360" cy="6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443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1</cp:revision>
  <dcterms:created xsi:type="dcterms:W3CDTF">2026-01-22T05:26:32Z</dcterms:created>
  <dcterms:modified xsi:type="dcterms:W3CDTF">2026-01-22T08:07:50Z</dcterms:modified>
</cp:coreProperties>
</file>