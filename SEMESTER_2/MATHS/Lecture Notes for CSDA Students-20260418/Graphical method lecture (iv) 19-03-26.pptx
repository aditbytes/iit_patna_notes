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7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7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37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604 203 36 0 0,'-3'-7'1470'0'0,"3"7"-1032"0"0,0-1 1 0 0,-1 1-1 0 0,1-1 0 0 0,-1 1 0 0 0,1-1 0 0 0,-1 1 1 0 0,1-1-1 0 0,-1 1 0 0 0,1-1 0 0 0,-1 1 1 0 0,1 0-1 0 0,-1-1 0 0 0,0 1 0 0 0,1 0 0 0 0,-1 0 1 0 0,1-1-1 0 0,-1 1 0 0 0,0 0 0 0 0,-1 0 0 0 0,-6 1-574 0 0,6 0 612 0 0,-17 19 252 0 0,17 1-232 0 0,2-18-360 0 0,7 22 701 0 0,-6-23-765 0 0,0-1 1 0 0,1 1-1 0 0,-1-1 1 0 0,0 1-1 0 0,1 0 1 0 0,-1-1-1 0 0,1 0 1 0 0,-1 1-1 0 0,1-1 1 0 0,-1 0-1 0 0,1 0 1 0 0,0 0 0 0 0,0 0-1 0 0,0 0 1 0 0,0 0-1 0 0,2 0 1 0 0,0 0-1 0 0,1-1 0 0 0,-1 1 0 0 0,0-1 0 0 0,1 0-1 0 0,-1 0 1 0 0,1 0 0 0 0,6-2 0 0 0,7-1-16 0 0,1-1 0 0 0,-1-1-1 0 0,0 0 1 0 0,-1-2 0 0 0,25-12 0 0 0,-36 16-47 0 0,0 0 1 0 0,0 0 0 0 0,0-1 0 0 0,0 0-1 0 0,-1 0 1 0 0,0 0 0 0 0,0-1 0 0 0,0 0 0 0 0,0 0-1 0 0,-1 0 1 0 0,0 0 0 0 0,0-1 0 0 0,0 0-1 0 0,-1 1 1 0 0,1-1 0 0 0,-2-1 0 0 0,1 1 0 0 0,3-13-1 0 0,-5 16-7 0 0,-1-1 1 0 0,1 0-1 0 0,-1 1 0 0 0,0-1 0 0 0,-1 1 0 0 0,1-1 0 0 0,0 0 0 0 0,-1 1 0 0 0,0-1 0 0 0,0 1 0 0 0,0-1 0 0 0,0 1 0 0 0,-1 0 0 0 0,1-1 0 0 0,-4-4 1 0 0,2 4-4 0 0,-1-1 1 0 0,1 1 0 0 0,-1 0 0 0 0,0 0 0 0 0,0 1 0 0 0,-1-1 0 0 0,1 1 0 0 0,-1 0 0 0 0,-6-4 0 0 0,-1 2-1 0 0,0-1-1 0 0,-1 2 1 0 0,1 0-1 0 0,-1 0 1 0 0,0 1 0 0 0,0 1-1 0 0,-24-2 1 0 0,11 5 11 0 0,0 0 0 0 0,1 1-1 0 0,-1 2 1 0 0,1 1 0 0 0,0 1 0 0 0,0 0 0 0 0,1 2 0 0 0,0 2 0 0 0,0 0 0 0 0,1 1 0 0 0,0 1-1 0 0,1 1 1 0 0,1 1 0 0 0,0 1 0 0 0,1 1 0 0 0,0 0 0 0 0,-28 33 0 0 0,44-44-19 0 0,-1 0 0 0 0,1 1 0 0 0,1 0 0 0 0,-1 0 0 0 0,1 0 0 0 0,0 0 0 0 0,1 0 0 0 0,-1 0 0 0 0,1 1 0 0 0,0-1 0 0 0,1 1 0 0 0,-1 6 0 0 0,2-8 11 0 0,0 0 0 0 0,0-1-1 0 0,0 1 1 0 0,1-1 0 0 0,0 1 0 0 0,0-1-1 0 0,0 1 1 0 0,0-1 0 0 0,1 1 0 0 0,0-1-1 0 0,-1 0 1 0 0,2 0 0 0 0,-1 0 0 0 0,0 0-1 0 0,1 0 1 0 0,0 0 0 0 0,0-1 0 0 0,5 5-1 0 0,9 7-1 0 0,1-1-1 0 0,0-1 0 0 0,2-1 0 0 0,-1 0 0 0 0,1-2 1 0 0,39 15-1 0 0,-33-14 22 0 0,-1 0 0 0 0,0 2 0 0 0,44 30-1 0 0,-53-31 20 0 0,-1 1 1 0 0,-1 0-1 0 0,0 1 0 0 0,-1 1 0 0 0,0 0 0 0 0,-1 1 0 0 0,13 22 0 0 0,-21-31-3 0 0,-1 0 1 0 0,1 0-1 0 0,-1 1 0 0 0,-1-1 0 0 0,1 1 1 0 0,-1-1-1 0 0,0 1 0 0 0,-1 0 0 0 0,0 0 1 0 0,0 0-1 0 0,-1 0 0 0 0,0 0 0 0 0,0 0 0 0 0,-1 0 1 0 0,0 0-1 0 0,0 0 0 0 0,-1-1 0 0 0,0 1 1 0 0,-1 0-1 0 0,-5 13 0 0 0,-3-2 96 0 0,1 0 1 0 0,-2-1-1 0 0,-1-1 0 0 0,0 0 0 0 0,-1 0 0 0 0,-1-1 1 0 0,0-1-1 0 0,-1-1 0 0 0,-1 0 0 0 0,-21 14 1 0 0,28-22 12 0 0,0 0 0 0 0,0 0 0 0 0,0-1 1 0 0,0-1-1 0 0,-1 0 0 0 0,0 0 1 0 0,0-1-1 0 0,0 0 0 0 0,0-1 1 0 0,-1 0-1 0 0,1-1 0 0 0,-1-1 0 0 0,1 1 1 0 0,0-2-1 0 0,-1 0 0 0 0,1 0 1 0 0,-1-1-1 0 0,1 0 0 0 0,0-1 1 0 0,-20-7-1 0 0,15 3-89 0 0,0-1 1 0 0,0 0-1 0 0,0-1 1 0 0,1-1-1 0 0,1 0 1 0 0,0-1-1 0 0,0-1 1 0 0,1 0-1 0 0,0-1 1 0 0,1 0-1 0 0,1-1 1 0 0,0 0-1 0 0,-14-25 1 0 0,21 32-79 0 0,-2-5-23 0 0,-1-1 0 0 0,-8-25 0 0 0,14 35 16 0 0,0-1 0 0 0,0 0 0 0 0,1 0 0 0 0,-1 1 0 0 0,1-1 0 0 0,0 0 0 0 0,0 0 0 0 0,0 1 0 0 0,0-1 0 0 0,1 0 0 0 0,0 0 0 0 0,-1 1 0 0 0,1-1 0 0 0,1 0 0 0 0,1-4 0 0 0,-2 7-89 0 0,-1 0 1 0 0,1 0-1 0 0,-1 0 1 0 0,1 0 0 0 0,0 0-1 0 0,0 0 1 0 0,-1 1-1 0 0,1-1 1 0 0,0 0-1 0 0,0 0 1 0 0,0 1-1 0 0,0-1 1 0 0,0 1-1 0 0,0-1 1 0 0,0 1-1 0 0,0-1 1 0 0,0 1-1 0 0,0-1 1 0 0,0 1-1 0 0,0 0 1 0 0,0 0-1 0 0,0-1 1 0 0,0 1-1 0 0,0 0 1 0 0,1 0-1 0 0,-1 0 1 0 0,0 0-1 0 0,0 1 1 0 0,0-1-1 0 0,0 0 1 0 0,0 0-1 0 0,0 1 1 0 0,0-1-1 0 0,0 0 1 0 0,0 1-1 0 0,0-1 1 0 0,0 1-1 0 0,2 0 1 0 0,2 2-1164 0 0,-1 0 0 0 0,1 0 0 0 0,0 1 0 0 0,-1-1 0 0 0,0 1 0 0 0,5 5 0 0 0,1 1-3987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41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531 215 1500 0 0,'-2'-8'15078'0'0,"29"37"-14389"0"0,-23-24-632 0 0,1 0 0 0 0,-1 0 0 0 0,1 0 1 0 0,0-1-1 0 0,0 1 0 0 0,0-1 1 0 0,12 6-1 0 0,-11-7-40 0 0,1 0 0 0 0,0-1 0 0 0,0 1 1 0 0,0-2-1 0 0,1 1 0 0 0,-1-1 0 0 0,0 0 0 0 0,1-1 0 0 0,-1 1 1 0 0,1-1-1 0 0,-1-1 0 0 0,0 0 0 0 0,1 0 0 0 0,12-3 0 0 0,-13 2-10 0 0,1-1 1 0 0,-1 1-1 0 0,0-1 0 0 0,0 0 0 0 0,0-1 0 0 0,-1 0 0 0 0,1 0 0 0 0,-1 0 0 0 0,0-1 0 0 0,0 0 0 0 0,-1 0 1 0 0,1 0-1 0 0,-1-1 0 0 0,0 0 0 0 0,0 0 0 0 0,-1 0 0 0 0,0-1 0 0 0,0 1 0 0 0,-1-1 0 0 0,1 0 0 0 0,-1 0 1 0 0,3-13-1 0 0,-4 14-6 0 0,-1 4 1 0 0,0 0 1 0 0,-1 0-1 0 0,1-1 0 0 0,-1 1 0 0 0,1 0 1 0 0,-1-1-1 0 0,0 1 0 0 0,0-1 0 0 0,0-2 1 0 0,-1 0-3 0 0,1 0 0 0 0,-1 0 0 0 0,0 1 0 0 0,0-1 1 0 0,-1 1-1 0 0,1-1 0 0 0,-1 1 0 0 0,0-1 0 0 0,0 1 1 0 0,0 0-1 0 0,-1 0 0 0 0,1 0 0 0 0,-1 0 0 0 0,0 0 1 0 0,0 1-1 0 0,-1-1 0 0 0,1 1 0 0 0,-8-5 0 0 0,2 2 0 0 0,0 2 0 0 0,0-1-1 0 0,-1 1 1 0 0,1 1 0 0 0,-1-1-1 0 0,-10-1 1 0 0,12 3 0 0 0,-19-3-5 0 0,-1 1 0 0 0,0 2 0 0 0,0 0-1 0 0,-52 4 1 0 0,63-1 5 0 0,-34 3 2 0 0,42-4 0 0 0,-35 6 18 0 0,27-3-18 0 0,0-1-6 0 0,1 1 0 0 0,-1 1 0 0 0,1 0 0 0 0,0 1 0 0 0,-28 14 0 0 0,30-12-3 0 0,-7 5-6 0 0,18-10 10 0 0,-17 21 21 0 0,5-8-18 0 0,7-8 2 0 0,1 1 1 0 0,0 0-1 0 0,0 0 0 0 0,1 1 0 0 0,0 0 1 0 0,0 0-1 0 0,1 0 0 0 0,-5 13 0 0 0,4-8-11 0 0,0 1 0 0 0,2-1-1 0 0,-1 1 1 0 0,2 0 0 0 0,0 0-1 0 0,1 1 1 0 0,-1 26 0 0 0,3-33 11 0 0,1 1 0 0 0,-1-1-1 0 0,4 13 1 0 0,-1-1 3 0 0,-1-9 6 0 0,0 0 1 0 0,0 0-1 0 0,1-1 1 0 0,1 1-1 0 0,0-1 1 0 0,8 17-1 0 0,-10-22-2 0 0,1 0 0 0 0,1 0 0 0 0,-1-1 0 0 0,1 1 0 0 0,0-1 0 0 0,0 1 0 0 0,1-1 0 0 0,-1 0 0 0 0,8 5-1 0 0,4 4 9 0 0,-11-10-6 0 0,0 0 1 0 0,1-1-1 0 0,-1 1 1 0 0,1-2 0 0 0,-1 1-1 0 0,1 0 1 0 0,0-1-1 0 0,0 0 1 0 0,0-1 0 0 0,0 1-1 0 0,8 0 1 0 0,-11-1-6 0 0,6 0 5 0 0,125 32 67 0 0,-119-28-62 0 0,-2 0 0 0 0,1 1 0 0 0,-1 1 0 0 0,0 0 0 0 0,0 1-1 0 0,-1 0 1 0 0,16 13 0 0 0,-17-10 33 0 0,1-1 0 0 0,-2 2 0 0 0,0-1 0 0 0,0 2 0 0 0,-1-1 0 0 0,-1 1 0 0 0,0 0 0 0 0,-1 1 0 0 0,0 0 0 0 0,-1 0 0 0 0,-1 1 0 0 0,5 16 0 0 0,-9-24 7 0 0,1-1 0 0 0,-2 1 0 0 0,1-1 1 0 0,-1 1-1 0 0,0-1 0 0 0,0 1 0 0 0,0-1 0 0 0,-1 1 1 0 0,0-1-1 0 0,-1 0 0 0 0,1 1 0 0 0,-5 10 0 0 0,2-8 18 0 0,-1 0 0 0 0,0 0 0 0 0,-1 0 0 0 0,1-1 0 0 0,-2 1-1 0 0,1-2 1 0 0,-12 12 0 0 0,2-5 26 0 0,0-1 0 0 0,0-1 0 0 0,-1-1 0 0 0,-1 0 0 0 0,0-1 0 0 0,0-1 0 0 0,-34 12 0 0 0,39-17-64 0 0,-1-1-1 0 0,0 0 1 0 0,0 0-1 0 0,-1-2 1 0 0,1 1 0 0 0,0-2-1 0 0,-1 0 1 0 0,-19-3-1 0 0,-12-5 7 0 0,-62-19 0 0 0,78 19-16 0 0,18 4-28 0 0,1-1 0 0 0,0 0 1 0 0,-17-10-1 0 0,21 10 12 0 0,5 4-131 0 0,0 0-1 0 0,0 0 1 0 0,0 0 0 0 0,1 0-1 0 0,-1-1 1 0 0,0 1-1 0 0,0-1 1 0 0,1 1 0 0 0,-1-1-1 0 0,1 0 1 0 0,-1 0 0 0 0,1 0-1 0 0,0 0 1 0 0,0 0 0 0 0,0 0-1 0 0,-1-2 1 0 0,2 2-407 0 0,-1 1 0 0 0,1-1 0 0 0,0 1-1 0 0,0 0 1 0 0,0-1 0 0 0,0 1 0 0 0,1-1 0 0 0,-1 1 0 0 0,0 0 0 0 0,1-1 0 0 0,-1 1-1 0 0,0 0 1 0 0,1-1 0 0 0,0 1 0 0 0,-1 0 0 0 0,1 0 0 0 0,6-7-2641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43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124 690 2148 0 0,'0'-3'1638'0'0,"-7"-48"11164"0"0,7 50-12788 0 0,0 1 1 0 0,0-1 0 0 0,0 1 0 0 0,0 0 0 0 0,0-1 0 0 0,0 1 0 0 0,0-1 0 0 0,0 1 0 0 0,0 0 0 0 0,0-1 0 0 0,-1 1 0 0 0,1 0 0 0 0,0-1 0 0 0,0 1 0 0 0,0 0 0 0 0,-1-1 0 0 0,1 1 0 0 0,0 0 0 0 0,-1-1 0 0 0,1 1 0 0 0,0 0 0 0 0,-1 0 0 0 0,1-1 0 0 0,0 1 0 0 0,-1 0 0 0 0,-7 13 5 0 0,1 1 1 0 0,0 0-1 0 0,1 1 1 0 0,1-1-1 0 0,0 1 1 0 0,1 0-1 0 0,-3 24 1 0 0,4-18-5 0 0,1 1 0 0 0,1 41 0 0 0,1-54-6 0 0,1 0-1 0 0,0 1 1 0 0,0-1-1 0 0,1 0 1 0 0,1 0 0 0 0,0 0-1 0 0,0-1 1 0 0,0 1-1 0 0,7 11 1 0 0,-8-17-4 0 0,0 0 0 0 0,0 0 0 0 0,1-1 0 0 0,-1 1 0 0 0,1 0 0 0 0,-1-1 0 0 0,1 0 0 0 0,0 0 0 0 0,0 0 0 0 0,0 0 0 0 0,0 0 0 0 0,0 0 0 0 0,1-1 0 0 0,-1 0 0 0 0,4 2 0 0 0,-1-2-2 0 0,-1 0 0 0 0,1 0 1 0 0,0-1-1 0 0,-1 1 0 0 0,1-1 1 0 0,0 0-1 0 0,0-1 0 0 0,10-2 0 0 0,-6 1 4 0 0,0-1-1 0 0,0 0 0 0 0,0-1 0 0 0,0 0 0 0 0,0-1 0 0 0,-1 0 0 0 0,0-1 1 0 0,0 1-1 0 0,14-14 0 0 0,-13 9-1 0 0,-1 0 1 0 0,-1-1 0 0 0,0 0-1 0 0,0 0 1 0 0,-1-1-1 0 0,0 0 1 0 0,-1-1-1 0 0,-1 0 1 0 0,0 1 0 0 0,0-1-1 0 0,-1-1 1 0 0,3-21-1 0 0,-5 20 2 0 0,0-1-1 0 0,-1 0 1 0 0,0 0-1 0 0,-2 1 1 0 0,1-1-1 0 0,-2 0 1 0 0,0 1-1 0 0,-1-1 1 0 0,-1 1-1 0 0,-10-28 1 0 0,11 36-11 0 0,-1-1-1 0 0,0 1 1 0 0,-1 0 0 0 0,0 0-1 0 0,0 1 1 0 0,0-1 0 0 0,-1 1-1 0 0,0 0 1 0 0,0 1 0 0 0,0-1-1 0 0,-1 1 1 0 0,0 1 0 0 0,0-1-1 0 0,0 1 1 0 0,0 0 0 0 0,-1 1-1 0 0,-12-5 1 0 0,14 6-8 0 0,-1 0 0 0 0,0 1 0 0 0,0 0 0 0 0,0 0 0 0 0,0 0 0 0 0,0 1 0 0 0,0 0 0 0 0,0 0 0 0 0,0 1 0 0 0,0 0 0 0 0,0 0 0 0 0,0 0 0 0 0,1 1 0 0 0,-1 0 0 0 0,0 1 0 0 0,1 0 0 0 0,-1 0 0 0 0,1 0 0 0 0,0 0 0 0 0,0 1 0 0 0,-6 5 0 0 0,2 0 0 0 0,0 1 0 0 0,1 0 1 0 0,0 0-1 0 0,0 1 0 0 0,1 0 0 0 0,1 1 0 0 0,0 0 1 0 0,-8 17-1 0 0,12-23 11 0 0,0 1 1 0 0,1 0 0 0 0,-1 0-1 0 0,1 0 1 0 0,1 0-1 0 0,-1 0 1 0 0,1 0-1 0 0,1 0 1 0 0,-1 0 0 0 0,1 0-1 0 0,0 1 1 0 0,1-1-1 0 0,0 0 1 0 0,0 0-1 0 0,0 0 1 0 0,1 0 0 0 0,5 13-1 0 0,-5-16-10 0 0,0 0 0 0 0,1-1 0 0 0,-1 1-1 0 0,1-1 1 0 0,0 1 0 0 0,0-1 0 0 0,0 0-1 0 0,0 0 1 0 0,0 0 0 0 0,1-1 0 0 0,-1 1-1 0 0,1-1 1 0 0,7 4 0 0 0,-4-3-63 0 0,1 0 0 0 0,0-1 0 0 0,0 0 0 0 0,-1 0 0 0 0,2-1 0 0 0,14 1 0 0 0,2-2-221 0 0,0-2 1 0 0,0 0-1 0 0,43-11 0 0 0,-27 3-18 0 0,-2-3-1 0 0,1-1 0 0 0,-2-1 1 0 0,0-3-1 0 0,-1-1 0 0 0,0-2 1 0 0,-2-1-1 0 0,-1-2 0 0 0,-1-1 0 0 0,41-40 1 0 0,-54 46 262 0 0,-1-2 0 0 0,0 0-1 0 0,-2-2 1 0 0,-1 1 0 0 0,0-2 0 0 0,-2 0 0 0 0,0-1 0 0 0,-2-1 0 0 0,-1 1 0 0 0,12-42-1 0 0,-20 52 244 0 0,0-1-1 0 0,-1 0 1 0 0,-1 1-1 0 0,-1-1 1 0 0,-1-29-1 0 0,0 36-25 0 0,-1 1-1 0 0,1-1 1 0 0,-1 0 0 0 0,-1 1-1 0 0,1-1 1 0 0,-2 1-1 0 0,1 0 1 0 0,-1 0 0 0 0,0 0-1 0 0,-1 1 1 0 0,-10-14 0 0 0,14 19-134 0 0,-1 0 0 0 0,0 0 0 0 0,-1 0 0 0 0,1 1 1 0 0,0-1-1 0 0,0 1 0 0 0,-1 0 0 0 0,1 0 0 0 0,-1-1 0 0 0,1 2 1 0 0,-1-1-1 0 0,1 0 0 0 0,-1 0 0 0 0,0 1 0 0 0,-3-1 0 0 0,5 1-20 0 0,0 0-1 0 0,0 0 0 0 0,0 1 0 0 0,0-1 1 0 0,0 0-1 0 0,-1 0 0 0 0,1 1 0 0 0,0-1 1 0 0,0 1-1 0 0,0-1 0 0 0,0 1 0 0 0,0-1 0 0 0,1 1 1 0 0,-1 0-1 0 0,0-1 0 0 0,0 1 0 0 0,0 0 1 0 0,0 0-1 0 0,0 1 0 0 0,-1-1 29 0 0,-3 4 21 0 0,1-1-1 0 0,0 1 0 0 0,-1 0 0 0 0,1 0 1 0 0,1 0-1 0 0,-1 0 0 0 0,1 1 0 0 0,0-1 0 0 0,0 1 1 0 0,-2 6-1 0 0,-2 10 200 0 0,-6 32 1 0 0,10-41-168 0 0,-14 85 620 0 0,-7 193 0 0 0,23-267-680 0 0,-2 50 95 0 0,4 0 0 0 0,16 122 0 0 0,-15-181-151 0 0,1 1 1 0 0,8 20-1 0 0,-10-32-12 0 0,1 1-1 0 0,0-1 1 0 0,0 1-1 0 0,1-1 0 0 0,-1 1 1 0 0,1-1-1 0 0,0 0 0 0 0,0 0 1 0 0,0-1-1 0 0,1 1 1 0 0,4 4-1 0 0,-7-8 15 0 0,1 1 0 0 0,-1-1 0 0 0,0 1 0 0 0,0-1 0 0 0,0 0 0 0 0,1 1 0 0 0,-1-1 0 0 0,0 0 0 0 0,0 0 0 0 0,1 0 0 0 0,-1 0 0 0 0,0 0 0 0 0,1 0-1 0 0,-1 0 1 0 0,0 0 0 0 0,0 0 0 0 0,1-1 0 0 0,-1 1 0 0 0,0-1 0 0 0,0 1 0 0 0,0-1 0 0 0,2 0 0 0 0,23-17-216 0 0,-17 9 164 0 0,0 0 0 0 0,-1-1 1 0 0,0-1-1 0 0,-1 1 0 0 0,0-1 0 0 0,8-18 0 0 0,26-73-77 0 0,-40 97 145 0 0,41-132-101 0 0,8-23 752 0 0,-49 157-622 0 0,9-29-18 0 0,6 34 98 0 0,-11 2-9 0 0,20 43 325 0 0,-3 1 0 0 0,23 71 0 0 0,6 13-167 0 0,-48-125-239 0 0,9 24 47 0 0,2-2 0 0 0,1 0 1 0 0,19 27-1 0 0,-33-55-55 0 0,0 0 1 0 0,-1 1-1 0 0,1-1 0 0 0,0 0 1 0 0,0 0-1 0 0,0 0 1 0 0,0-1-1 0 0,0 1 1 0 0,0 0-1 0 0,0 0 0 0 0,0 0 1 0 0,0-1-1 0 0,0 1 1 0 0,0-1-1 0 0,1 1 0 0 0,-1-1 1 0 0,0 1-1 0 0,0-1 1 0 0,1 1-1 0 0,-1-1 1 0 0,0 0-1 0 0,1 0 0 0 0,-1 0 1 0 0,3 0-1 0 0,-2-1-2 0 0,0 1 0 0 0,0-1-1 0 0,-1 0 1 0 0,1 0-1 0 0,0 0 1 0 0,0 0 0 0 0,0 0-1 0 0,-1-1 1 0 0,1 1 0 0 0,-1-1-1 0 0,1 1 1 0 0,-1-1-1 0 0,0 1 1 0 0,2-3 0 0 0,3-5 3 0 0,1-2 0 0 0,-2 1 0 0 0,0-1 1 0 0,6-14-1 0 0,38-126 12 0 0,-17 48-193 0 0,-31 101 160 0 0,0-1 1 0 0,0 1-1 0 0,0-1 1 0 0,1 1-1 0 0,-1 0 0 0 0,1-1 1 0 0,3-3-1 0 0,-4 5 10 0 0,0 1-1 0 0,0-1 1 0 0,0 0 0 0 0,0 0 0 0 0,0 0 0 0 0,0 1-1 0 0,0-1 1 0 0,0 1 0 0 0,0-1 0 0 0,0 1 0 0 0,0-1-1 0 0,0 1 1 0 0,0-1 0 0 0,1 1 0 0 0,-1 0 0 0 0,0 0-1 0 0,0-1 1 0 0,0 1 0 0 0,1 0 0 0 0,1 1-1 0 0,5 0 4 0 0,0 1-1 0 0,-1 0 1 0 0,1 1-1 0 0,-1 0 1 0 0,0 0 0 0 0,0 1-1 0 0,0-1 1 0 0,0 2-1 0 0,-1-1 1 0 0,11 9-1 0 0,-4-3 4 0 0,10 8 19 0 0,1-1 0 0 0,1-1 1 0 0,0-1-1 0 0,40 16 0 0 0,-53-26-9 0 0,1-1-1 0 0,0 0 1 0 0,-1-1-1 0 0,1 0 1 0 0,0-1-1 0 0,1 0 1 0 0,-1-1-1 0 0,0-1 1 0 0,0 0-1 0 0,0-1 1 0 0,1-1-1 0 0,16-3 1 0 0,-25 4-9 0 0,-1 0 1 0 0,0-1-1 0 0,1 0 1 0 0,-1 1-1 0 0,0-2 1 0 0,0 1-1 0 0,0 0 1 0 0,0-1-1 0 0,0 1 1 0 0,-1-1-1 0 0,1 0 1 0 0,-1-1-1 0 0,0 1 0 0 0,0 0 1 0 0,0-1-1 0 0,0 0 1 0 0,-1 0-1 0 0,1 0 1 0 0,-1 0-1 0 0,0 0 1 0 0,0 0-1 0 0,-1 0 1 0 0,1-1-1 0 0,-1 1 1 0 0,0-1-1 0 0,0 1 1 0 0,0-8-1 0 0,0 1-4 0 0,-1 0 0 0 0,0 0-1 0 0,-1 0 1 0 0,0 1 0 0 0,0-1-1 0 0,-2 0 1 0 0,1 1 0 0 0,-1-1-1 0 0,-1 1 1 0 0,-8-18 0 0 0,11 25 5 0 0,0 1 0 0 0,-1 0 0 0 0,1-1 0 0 0,-1 1 0 0 0,0 0 0 0 0,0 0 0 0 0,1 0 0 0 0,-1 0 0 0 0,0 1 0 0 0,-1-1 0 0 0,1 0 0 0 0,0 1 0 0 0,0-1 0 0 0,-1 1 0 0 0,1 0-1 0 0,-1 0 1 0 0,1 0 0 0 0,-1 0 0 0 0,1 0 0 0 0,-1 1 0 0 0,0-1 0 0 0,1 1 0 0 0,-1-1 0 0 0,0 1 0 0 0,0 0 0 0 0,1 0 0 0 0,-1 1 0 0 0,0-1 0 0 0,1 0 0 0 0,-1 1 0 0 0,-5 1 0 0 0,-1 1 65 0 0,0 0 1 0 0,0 1-1 0 0,0 0 0 0 0,1 0 0 0 0,-1 1 0 0 0,1 0 0 0 0,-14 12 1 0 0,11-7 36 0 0,0 1 0 0 0,1 1 1 0 0,0-1-1 0 0,1 1 0 0 0,0 1 1 0 0,1 0-1 0 0,1 0 0 0 0,0 1 1 0 0,0-1-1 0 0,1 1 0 0 0,1 1 1 0 0,1-1-1 0 0,0 1 0 0 0,-4 29 1 0 0,7-34-50 0 0,1 1 0 0 0,0-1 0 0 0,0 0 0 0 0,1 0 0 0 0,0 1 0 0 0,1-1 1 0 0,0 0-1 0 0,1 0 0 0 0,0 0 0 0 0,4 10 0 0 0,-3-12-32 0 0,0-1-1 0 0,1 0 1 0 0,-1 0-1 0 0,2 0 1 0 0,-1 0-1 0 0,0-1 1 0 0,1 1-1 0 0,1-2 1 0 0,-1 1-1 0 0,1-1 1 0 0,-1 0-1 0 0,2 0 1 0 0,9 5-1 0 0,-5-4-4 0 0,1-1-1 0 0,-1-1 1 0 0,1 0-1 0 0,-1-1 1 0 0,1 0-1 0 0,0-1 1 0 0,1-1-1 0 0,18 1 1 0 0,-7-3-290 0 0,-1 0 0 0 0,1-1-1 0 0,39-10 1 0 0,-41 6-848 0 0,28-11 0 0 0,-14-1-1957 0 0,-8-4-4138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46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23 720 1508 0 0,'-10'-6'8164'0'0,"-3"4"-6510"0"0,13 4-1360 0 0,1 4-191 0 0,-1-1-1 0 0,1 0 1 0 0,0 0-1 0 0,0 1 1 0 0,1-1-1 0 0,-1 0 1 0 0,1 0-1 0 0,0 0 1 0 0,6 9-1 0 0,-6-11-75 0 0,-1-1-1 0 0,1 1 1 0 0,0 0-1 0 0,0-1 0 0 0,0 0 1 0 0,1 1-1 0 0,-1-1 0 0 0,1 0 1 0 0,-1 0-1 0 0,1 0 0 0 0,0 0 1 0 0,0-1-1 0 0,0 1 0 0 0,0-1 1 0 0,0 0-1 0 0,0 0 0 0 0,0 0 1 0 0,0 0-1 0 0,6 1 1 0 0,3-2-16 0 0,0 0 1 0 0,0 0-1 0 0,0-1 1 0 0,0-1 0 0 0,-1 0-1 0 0,1-1 1 0 0,-1 0-1 0 0,1 0 1 0 0,-1-2 0 0 0,0 1-1 0 0,0-1 1 0 0,-1-1-1 0 0,1 0 1 0 0,-1 0 0 0 0,-1-1-1 0 0,1 0 1 0 0,-1-1 0 0 0,12-13-1 0 0,-3 0 4 0 0,0 0 0 0 0,-1-2 0 0 0,-1 0 0 0 0,-2 0 0 0 0,0-2 1 0 0,20-51-1 0 0,-17 31-8 0 0,-2-1 1 0 0,-2 0 0 0 0,-2-1 0 0 0,-2-1 0 0 0,-2 1-1 0 0,1-86 1 0 0,-8 68 22 0 0,1 54-47 0 0,-2-10-59 0 0,-4 18 45 0 0,-3 11 23 0 0,5-3 12 0 0,0 1-1 0 0,0-1 0 0 0,0 1 1 0 0,1 0-1 0 0,0 0 1 0 0,0 1-1 0 0,-1 11 0 0 0,-3 6 12 0 0,-21 85 38 0 0,-23 187 0 0 0,49-292-55 0 0,-11 133 57 0 0,12-120-37 0 0,0 0-1 0 0,1 0 1 0 0,1 0 0 0 0,0-1 0 0 0,1 1 0 0 0,6 17 0 0 0,-7-30-63 0 0,-1 1 1 0 0,1-1-1 0 0,0 0 1 0 0,0 0-1 0 0,0 0 1 0 0,1 0-1 0 0,0 0 1 0 0,-1-1 0 0 0,1 1-1 0 0,1-1 1 0 0,-1 0-1 0 0,0 0 1 0 0,1 0-1 0 0,0 0 1 0 0,-1 0-1 0 0,1-1 1 0 0,0 0 0 0 0,0 0-1 0 0,0 0 1 0 0,6 2-1 0 0,-4-3-31 0 0,-1 0-1 0 0,1 0 0 0 0,0 0 1 0 0,0-1-1 0 0,0 0 0 0 0,0 0 1 0 0,0 0-1 0 0,0-1 0 0 0,0 0 0 0 0,0 0 1 0 0,0 0-1 0 0,-1-1 0 0 0,1 0 1 0 0,10-5-1 0 0,-2-1-30 0 0,0 0 0 0 0,-1-1-1 0 0,-1 0 1 0 0,1-1 0 0 0,-1-1 0 0 0,-1 0 0 0 0,0 0-1 0 0,-1-1 1 0 0,0-1 0 0 0,14-22 0 0 0,4-14-167 0 0,35-83 0 0 0,-56 117 250 0 0,23-62 649 0 0,-3-2 0 0 0,-3-1 1 0 0,14-89-1 0 0,-37 152-289 0 0,-9 23 65 0 0,-9 24-13 0 0,7 1-98 0 0,2 0 1 0 0,2 0-1 0 0,-6 58 0 0 0,7-47-132 0 0,-16 467 1183 0 0,21-509-1337 0 0,0 3 131 0 0,6-19-69 0 0,9-38-81 0 0,-5 13 7 0 0,24-58 0 0 0,-29 86-13 0 0,1 1 0 0 0,0 1 0 0 0,1-1 0 0 0,1 1 0 0 0,-1 0 1 0 0,2 1-1 0 0,-1 0 0 0 0,20-17 0 0 0,-22 22-11 0 0,0 0 0 0 0,0 1 0 0 0,0 0 0 0 0,1 0 0 0 0,0 0 0 0 0,0 1 0 0 0,10-3 0 0 0,-15 5 28 0 0,1 0 0 0 0,-1 1 0 0 0,1-1 0 0 0,-1 1 0 0 0,1 0 0 0 0,0 0 0 0 0,-1-1-1 0 0,1 2 1 0 0,0-1 0 0 0,-1 0 0 0 0,1 1 0 0 0,0-1 0 0 0,-1 1 0 0 0,1 0 0 0 0,-1-1 0 0 0,1 1 0 0 0,-1 1 0 0 0,1-1 0 0 0,-1 0-1 0 0,0 1 1 0 0,0-1 0 0 0,0 1 0 0 0,4 2 0 0 0,-1 2 40 0 0,-1 0 0 0 0,1 0 0 0 0,-1 0 0 0 0,0 0 0 0 0,0 1 0 0 0,-1-1 0 0 0,0 1 0 0 0,0 0 0 0 0,0 0 0 0 0,-1 0 0 0 0,2 10 0 0 0,0 10 56 0 0,2 49 1 0 0,-4-40-52 0 0,-2 43-29 0 0,0-72-24 0 0,0 17 11 0 0,0-24 5 0 0,0 1 0 0 0,0 0-1 0 0,0 0 1 0 0,0 0 0 0 0,0 0-1 0 0,0-1 1 0 0,1 1-1 0 0,-1 0 1 0 0,0 0 0 0 0,1 0-1 0 0,-1-1 1 0 0,0 1-1 0 0,1 0 1 0 0,-1 0 0 0 0,1-1-1 0 0,-1 1 1 0 0,1-1-1 0 0,0 1 1 0 0,-1 0 0 0 0,1-1-1 0 0,1 1 1 0 0,1 0 5 0 0,1 0 0 0 0,0 0 0 0 0,-1-1 0 0 0,1 1 1 0 0,0-1-1 0 0,0 0 0 0 0,-1 0 0 0 0,1-1 0 0 0,0 1 0 0 0,0-1 1 0 0,-1 0-1 0 0,1 0 0 0 0,6-2 0 0 0,-1 0-2 0 0,-1-1-1 0 0,1 0 1 0 0,-1-1 0 0 0,0 1-1 0 0,9-8 1 0 0,4-4 10 0 0,0-2 0 0 0,-2 0 1 0 0,0-2-1 0 0,-1 0 0 0 0,0-1 0 0 0,-2 0 1 0 0,-1-2-1 0 0,0 1 0 0 0,-2-2 0 0 0,-1 0 1 0 0,-1-1-1 0 0,0 0 0 0 0,-2 0 0 0 0,5-28 1 0 0,-13 50-13 0 0,0-1-1 0 0,-1 0 1 0 0,1 0 0 0 0,-1 1 0 0 0,0-1 0 0 0,-1 0 0 0 0,1 0 0 0 0,-1 1 0 0 0,1-1 0 0 0,-1 0 0 0 0,0 1 0 0 0,0-1 0 0 0,-1 1 0 0 0,1-1 0 0 0,-1 1 0 0 0,1-1 0 0 0,-4-3 0 0 0,4 6-6 0 0,0 0 0 0 0,0 0-1 0 0,-1 0 1 0 0,1 1 0 0 0,0-1 0 0 0,0 0 0 0 0,-1 0 0 0 0,1 1-1 0 0,0-1 1 0 0,-1 1 0 0 0,1-1 0 0 0,-1 1 0 0 0,1 0 0 0 0,-1 0-1 0 0,1-1 1 0 0,-1 1 0 0 0,1 0 0 0 0,-1 0 0 0 0,1 0 0 0 0,-1 1-1 0 0,1-1 1 0 0,-2 1 0 0 0,-1-1 2 0 0,-1 1 0 0 0,1 0-1 0 0,0 1 1 0 0,0-1 0 0 0,0 1 0 0 0,-6 3 0 0 0,1 1 18 0 0,0 0 0 0 0,1 1 0 0 0,0 0 1 0 0,1 1-1 0 0,0 0 0 0 0,0 0 0 0 0,0 0 1 0 0,1 1-1 0 0,0 0 0 0 0,1 0 0 0 0,-6 13 1 0 0,5-7 19 0 0,0 1 0 0 0,1-1 0 0 0,0 1 0 0 0,1 0 0 0 0,1 0 0 0 0,-2 27 0 0 0,5-36-56 0 0,1 1 0 0 0,-1-1 0 0 0,1 0 0 0 0,0 1-1 0 0,1-1 1 0 0,-1 0 0 0 0,1 0 0 0 0,1 0 0 0 0,0 0-1 0 0,0-1 1 0 0,0 1 0 0 0,0-1 0 0 0,1 1 0 0 0,0-1-1 0 0,1 0 1 0 0,-1-1 0 0 0,1 1 0 0 0,0-1 0 0 0,1 0 0 0 0,-1 0-1 0 0,1 0 1 0 0,0-1 0 0 0,0 0 0 0 0,0 0 0 0 0,1-1-1 0 0,0 0 1 0 0,-1 0 0 0 0,1 0 0 0 0,0-1 0 0 0,0 0-1 0 0,0 0 1 0 0,1-1 0 0 0,-1 0 0 0 0,0 0 0 0 0,11 0 0 0 0,1-1-777 0 0,0-1 0 0 0,-1-1 0 0 0,30-6 0 0 0,-37 5-419 0 0,0 0 1 0 0,-1-1 0 0 0,1 0-1 0 0,11-7 1 0 0,7-6-4124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46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35 3092 0 0,'-222'12'9992'0'0,"217"-12"-9443"0"0,9 1-349 0 0,22-1-255 0 0,1-1 0 0 0,44-6 0 0 0,-22 1-505 0 0,137-17-5283 0 0,-119 13 982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47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10 918 480 0 0,'-7'13'4221'0'0,"7"-11"-3738"0"0,-1 0-265 0 0,1-1 1 0 0,-1 1-1 0 0,1 0 0 0 0,0 0 0 0 0,-1 0 0 0 0,1 0 0 0 0,0 0 0 0 0,0-1 0 0 0,0 1 0 0 0,1 0 1 0 0,-1 0-1 0 0,0 0 0 0 0,1 0 0 0 0,-1 0 0 0 0,1-1 0 0 0,-1 1 0 0 0,1 0 0 0 0,0 0 0 0 0,0-1 1 0 0,0 1-1 0 0,0-1 0 0 0,1 2 0 0 0,0-1 265 0 0,4-4-352 0 0,0 1 0 0 0,-1-1 0 0 0,1 0 0 0 0,0-1 0 0 0,-1 0 0 0 0,1 1 0 0 0,-1-2 1 0 0,0 1-1 0 0,0-1 0 0 0,8-7 0 0 0,0 1 3 0 0,27-22 14 0 0,-1-1 0 0 0,-2-3 0 0 0,-1-1 0 0 0,-2-1 0 0 0,-1-2 0 0 0,31-52 0 0 0,-22 22-139 0 0,-2-1-1 0 0,-4-3 1 0 0,31-87 0 0 0,-5-39 639 0 0,-53 168-438 0 0,-8 32-207 0 0,-1-1 1 0 0,0 0 0 0 0,0 1-1 0 0,0-1 1 0 0,1 1 0 0 0,-1-1-1 0 0,0 0 1 0 0,0 1 0 0 0,0-1-1 0 0,0 1 1 0 0,0-1 0 0 0,0 0-1 0 0,0 1 1 0 0,0-1 0 0 0,0 0-1 0 0,0 1 1 0 0,-1-1 0 0 0,1 1-1 0 0,0-1 1 0 0,0 0 0 0 0,-9 3 67 0 0,-11 18-1 0 0,11-5-52 0 0,1 0-1 0 0,0 0 1 0 0,2 1 0 0 0,-10 30-1 0 0,-11 69 5 0 0,25-102-14 0 0,-54 362 714 0 0,22 6 184 0 0,2-17-315 0 0,-52 303-106 0 0,45-375-319 0 0,16-68 3 0 0,22-219-112 0 0,1 0 0 0 0,0 0 0 0 0,1 0 0 0 0,-1 0 1 0 0,1 0-1 0 0,0-1 0 0 0,0 1 0 0 0,0 0 0 0 0,4 8 1 0 0,-4-12-42 0 0,-1 0 0 0 0,1-1 1 0 0,0 1-1 0 0,-1 0 1 0 0,1-1-1 0 0,0 1 0 0 0,0-1 1 0 0,0 1-1 0 0,0-1 1 0 0,0 1-1 0 0,0-1 0 0 0,0 0 1 0 0,0 1-1 0 0,0-1 0 0 0,0 0 1 0 0,0 0-1 0 0,1 1 1 0 0,-1-1 18 0 0,8 0 75 0 0,6-3-73 0 0,1-1 0 0 0,-1-1 0 0 0,-1 0 0 0 0,1-1 0 0 0,-1-1 0 0 0,0 0 0 0 0,0-1 0 0 0,-1 0 0 0 0,0-1-1 0 0,19-18 1 0 0,-1 0-17 0 0,-2-1 0 0 0,-2-2 0 0 0,27-36 0 0 0,-43 50 48 0 0,0-1-1 0 0,-1 1 0 0 0,0-2 0 0 0,-2 1 1 0 0,0-2-1 0 0,-1 1 0 0 0,0-1 0 0 0,-2 0 0 0 0,0 0 1 0 0,-1 0-1 0 0,1-22 0 0 0,-4 24-32 0 0,-1 0 0 0 0,-1-1-1 0 0,0 1 1 0 0,-1 0 0 0 0,-1 0 0 0 0,0 0 0 0 0,-2 0-1 0 0,0 1 1 0 0,-1-1 0 0 0,0 1 0 0 0,-1 1-1 0 0,-17-28 1 0 0,5 16 52 0 0,-1 0-1 0 0,-1 2 0 0 0,-1 0 1 0 0,-43-36-1 0 0,-110-72 570 0 0,41 35-209 0 0,124 90-411 0 0,-1-1 0 0 0,1 0 1 0 0,1 0-1 0 0,0-1 0 0 0,-11-16 0 0 0,17 22-34 0 0,0-1-1 0 0,1 1 1 0 0,0 0-1 0 0,0-1 1 0 0,0 0-1 0 0,0 1 1 0 0,1-1 0 0 0,0 0-1 0 0,0 0 1 0 0,0 0-1 0 0,1 0 1 0 0,-1 0-1 0 0,1 0 1 0 0,0 0 0 0 0,1 0-1 0 0,-1 0 1 0 0,3-9-1 0 0,1 1-89 0 0,1-1 0 0 0,1 1 0 0 0,0 0 0 0 0,1 1 0 0 0,0-1 0 0 0,1 1 0 0 0,14-16 0 0 0,4-2-608 0 0,44-39 1 0 0,-26 32-600 0 0,0 2 0 0 0,66-39 0 0 0,34-4-5785 0 0,-77 46 443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50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96 593 1572 0 0,'4'-16'4511'0'0,"2"-21"1443"0"0,-8 39-5861 0 0,-7 11-52 0 0,0 1 0 0 0,1 0 0 0 0,0 0 1 0 0,1 0-1 0 0,0 1 0 0 0,-6 23 0 0 0,-20 98-79 0 0,29-120 51 0 0,2 0 0 0 0,0 0 1 0 0,1 0-1 0 0,1 0 0 0 0,0 0 0 0 0,1 0 1 0 0,3 17-1 0 0,-3-31-6 0 0,0 1 0 0 0,-1-1 0 0 0,1 1 0 0 0,0-1 0 0 0,0 1 0 0 0,0-1 0 0 0,1 0-1 0 0,-1 1 1 0 0,0-1 0 0 0,1 0 0 0 0,0 0 0 0 0,-1 0 0 0 0,1 0 0 0 0,0 0 0 0 0,0 0 0 0 0,0-1 0 0 0,0 1 0 0 0,3 1 0 0 0,-2-2-1 0 0,1 1 0 0 0,0 0-1 0 0,0-1 1 0 0,0 0 0 0 0,0 0 0 0 0,0 0-1 0 0,0-1 1 0 0,0 1 0 0 0,0-1 0 0 0,7 0-1 0 0,-1-1 5 0 0,-1 0 0 0 0,1-1 0 0 0,-1 0 1 0 0,1-1-1 0 0,-1 1 0 0 0,0-2 0 0 0,0 1 0 0 0,0-2 0 0 0,9-5 0 0 0,-7 3 5 0 0,-1-2-1 0 0,0 1 1 0 0,0-1 0 0 0,-1-1-1 0 0,0 0 1 0 0,-1 0 0 0 0,0 0 0 0 0,-1-1-1 0 0,0-1 1 0 0,0 1 0 0 0,-1-1 0 0 0,-1 0-1 0 0,0 0 1 0 0,-1-1 0 0 0,0 0 0 0 0,-1 1-1 0 0,3-21 1 0 0,-4 17-5 0 0,-1 1 1 0 0,0-1-1 0 0,-1 0 0 0 0,-1 1 0 0 0,0-1 0 0 0,-1 0 1 0 0,-1 1-1 0 0,0 0 0 0 0,-1-1 0 0 0,-1 1 1 0 0,0 1-1 0 0,-1-1 0 0 0,-1 1 0 0 0,-12-20 1 0 0,14 27-16 0 0,0 1 0 0 0,-1 0 0 0 0,1 0 0 0 0,-1 0 1 0 0,-1 0-1 0 0,1 1 0 0 0,-1 0 0 0 0,0 1 0 0 0,0 0 1 0 0,0 0-1 0 0,-1 0 0 0 0,1 1 0 0 0,-1 0 0 0 0,-9-2 1 0 0,13 4-5 0 0,1 0 1 0 0,-1 0-1 0 0,0 1 1 0 0,0-1-1 0 0,0 1 1 0 0,0 0 0 0 0,0 0-1 0 0,0 1 1 0 0,0-1-1 0 0,1 1 1 0 0,-1 0-1 0 0,0 0 1 0 0,0 0 0 0 0,1 0-1 0 0,-1 1 1 0 0,-4 2-1 0 0,3-1-1 0 0,1 0-1 0 0,0 1 1 0 0,-1-1 0 0 0,2 1-1 0 0,-1 0 1 0 0,0 0-1 0 0,1 0 1 0 0,-1 1-1 0 0,1-1 1 0 0,-3 8 0 0 0,0 0-20 0 0,1-1 1 0 0,1 1-1 0 0,0 0 1 0 0,1 0 0 0 0,0 0-1 0 0,1 0 1 0 0,0 0-1 0 0,1 1 1 0 0,1 15-1 0 0,0-16 34 0 0,1 0 0 0 0,1 0-1 0 0,0 0 1 0 0,1-1 0 0 0,0 1-1 0 0,0-1 1 0 0,1 1-1 0 0,1-1 1 0 0,0 0 0 0 0,1 0-1 0 0,0-1 1 0 0,0 0-1 0 0,1 0 1 0 0,0 0 0 0 0,1-1-1 0 0,0 0 1 0 0,1-1 0 0 0,0 0-1 0 0,0 0 1 0 0,0-1-1 0 0,1 0 1 0 0,0 0 0 0 0,1-1-1 0 0,-1-1 1 0 0,1 1-1 0 0,0-2 1 0 0,1 0 0 0 0,-1 0-1 0 0,1-1 1 0 0,23 3-1 0 0,-10-4 7 0 0,0-1-1 0 0,0-2 1 0 0,0 0-1 0 0,0-2 1 0 0,0-1-1 0 0,0-1 0 0 0,-1-1 1 0 0,0-1-1 0 0,0-1 1 0 0,-1-1-1 0 0,0-1 0 0 0,33-19 1 0 0,-33 14 8 0 0,0 0 1 0 0,-1-2-1 0 0,-1 0 1 0 0,0-2-1 0 0,-2 0 0 0 0,0-1 1 0 0,-1-1-1 0 0,-1 0 1 0 0,-1-2-1 0 0,-1 0 0 0 0,15-31 1 0 0,-16 24-52 0 0,-2-1 1 0 0,-1 0 0 0 0,-1-1-1 0 0,-2 0 1 0 0,-1 0 0 0 0,-1-1-1 0 0,-2 0 1 0 0,-1 0 0 0 0,-2-1-1 0 0,-4-43 1 0 0,3 70 26 0 0,-1 1 1 0 0,0-1-1 0 0,-1 0 1 0 0,1 1-1 0 0,-1-1 1 0 0,-1 1-1 0 0,1 0 1 0 0,-1-1-1 0 0,0 1 1 0 0,0 0-1 0 0,-1 1 1 0 0,0-1-1 0 0,-5-5 0 0 0,8 10 3 0 0,0 0-1 0 0,0 1 0 0 0,-1-1 0 0 0,1 0 0 0 0,0 0 0 0 0,-1 1 0 0 0,1-1 0 0 0,0 1 0 0 0,-1-1 0 0 0,1 1 0 0 0,-1 0 0 0 0,1-1 0 0 0,-1 1 0 0 0,1 0 0 0 0,-1 0 0 0 0,1 0 0 0 0,-1 0 0 0 0,1 0 0 0 0,-1 1 0 0 0,1-1 1 0 0,-3 1-1 0 0,0 0 8 0 0,1 0 0 0 0,0 0 0 0 0,-1 1 0 0 0,1-1 0 0 0,0 1 0 0 0,0 0 0 0 0,-5 4 0 0 0,0 1 10 0 0,0 2-1 0 0,1-1 1 0 0,0 1-1 0 0,1 0 0 0 0,0 0 1 0 0,0 1-1 0 0,1 0 0 0 0,-8 19 1 0 0,1 7-6 0 0,-11 46 0 0 0,12-34-31 0 0,2 1 1 0 0,1 0-1 0 0,3 1 0 0 0,2-1 0 0 0,3 1 1 0 0,1 0-1 0 0,9 55 0 0 0,-6-85 53 0 0,0 0 0 0 0,2 0 0 0 0,0-1 0 0 0,1 0 0 0 0,12 25 0 0 0,-16-37-14 0 0,1-1 1 0 0,0 1 0 0 0,0-1 0 0 0,1 0 0 0 0,0 0-1 0 0,0 0 1 0 0,0-1 0 0 0,1 1 0 0 0,0-1-1 0 0,-1-1 1 0 0,2 1 0 0 0,-1-1 0 0 0,1 0-1 0 0,-1-1 1 0 0,1 1 0 0 0,0-1 0 0 0,10 3 0 0 0,-4-3-19 0 0,0-1 0 0 0,0 0 1 0 0,0-1-1 0 0,0 0 0 0 0,0-1 1 0 0,0-1-1 0 0,1 0 1 0 0,-1 0-1 0 0,0-2 0 0 0,-1 1 1 0 0,1-2-1 0 0,0 1 0 0 0,-1-2 1 0 0,15-7-1 0 0,-10 3-2 0 0,0-1-1 0 0,-1-1 0 0 0,0 0 1 0 0,0-1-1 0 0,-1-1 0 0 0,-1 0 1 0 0,0-1-1 0 0,-1-1 0 0 0,11-17 1 0 0,7-12-25 0 0,-2-1 0 0 0,-2-2 0 0 0,-2-1 0 0 0,31-84 0 0 0,-41 88 20 0 0,-2 0 1 0 0,-2-2-1 0 0,-2 1 1 0 0,-2-1-1 0 0,2-82 1 0 0,-8 112 97 0 0,-2 1 0 0 0,0 0 0 0 0,-1 0 0 0 0,0 0 0 0 0,-1 0 0 0 0,-5-15 0 0 0,8 29-87 0 0,0 1 0 0 0,-1-1 1 0 0,1 0-1 0 0,-1 0 1 0 0,1 0-1 0 0,-1 0 1 0 0,1 1-1 0 0,-1-1 1 0 0,0 0-1 0 0,1 1 1 0 0,-1-1-1 0 0,0 0 0 0 0,1 1 1 0 0,-1-1-1 0 0,0 1 1 0 0,0-1-1 0 0,0 1 1 0 0,1-1-1 0 0,-1 1 1 0 0,0 0-1 0 0,0-1 1 0 0,0 1-1 0 0,0 0 0 0 0,0 0 1 0 0,0 0-1 0 0,0 0 1 0 0,0-1-1 0 0,0 1 1 0 0,0 0-1 0 0,0 1 1 0 0,1-1-1 0 0,-2 0 0 0 0,-1 1-2 0 0,1-1-1 0 0,-1 1 1 0 0,1 0-1 0 0,0 0 0 0 0,-1 0 1 0 0,1 0-1 0 0,0 0 0 0 0,0 0 1 0 0,-4 4-1 0 0,-1 2 16 0 0,0 0 0 0 0,0 1 0 0 0,1 1 0 0 0,0-1-1 0 0,0 1 1 0 0,1 0 0 0 0,0 0 0 0 0,-5 15 0 0 0,-24 84 72 0 0,24-69-70 0 0,-18 60 6 0 0,4 0 1 0 0,5 2 0 0 0,-7 107 0 0 0,25-185 14 0 0,0 0 1 0 0,1 0-1 0 0,2 0 0 0 0,0 0 1 0 0,10 39-1 0 0,-11-56-77 0 0,1 0-1 0 0,0 1 1 0 0,1-2-1 0 0,-1 1 1 0 0,1 0-1 0 0,0 0 1 0 0,0-1-1 0 0,1 0 1 0 0,0 0-1 0 0,0 0 1 0 0,0 0-1 0 0,1 0 1 0 0,-1-1-1 0 0,1 0 1 0 0,0 0-1 0 0,0 0 1 0 0,1 0-1 0 0,-1-1 1 0 0,1 0-1 0 0,-1 0 1 0 0,1-1-1 0 0,0 1 1 0 0,0-1-1 0 0,0-1 1 0 0,9 2-1 0 0,-1-1-181 0 0,0-1 0 0 0,0-1-1 0 0,-1 0 1 0 0,1-1 0 0 0,0-1 0 0 0,0 0-1 0 0,0 0 1 0 0,-1-2 0 0 0,0 0 0 0 0,1 0-1 0 0,-1-1 1 0 0,-1-1 0 0 0,1 0-1 0 0,-1-1 1 0 0,0 0 0 0 0,-1-1 0 0 0,19-15-1 0 0,-10 6 122 0 0,-1-2-1 0 0,-1 0 0 0 0,0 0 1 0 0,-2-2-1 0 0,0 0 1 0 0,-1-1-1 0 0,-2-1 0 0 0,17-35 1 0 0,-25 47 500 0 0,0-1 0 0 0,-1 1 0 0 0,-1-1 1 0 0,0 0-1 0 0,0 0 0 0 0,-1 0 0 0 0,0 0 0 0 0,-1-1 1 0 0,-1 1-1 0 0,-2-24 0 0 0,2 34-229 0 0,-10-2 110 0 0,9 4-278 0 0,1 0-1 0 0,0 0 1 0 0,0-1-1 0 0,-1 1 1 0 0,1 0-1 0 0,0 0 1 0 0,-1 0-1 0 0,1 0 1 0 0,0 0-1 0 0,-1-1 1 0 0,1 1-1 0 0,0 0 1 0 0,-1 0-1 0 0,1 0 1 0 0,0 0-1 0 0,-1 0 1 0 0,1 0-1 0 0,0 0 1 0 0,-1 0-1 0 0,1 0 1 0 0,0 0-1 0 0,-1 0 1 0 0,1 1-1 0 0,0-1 1 0 0,-1 0-1 0 0,1 0 1 0 0,0 0-1 0 0,0 0 1 0 0,-1 0-1 0 0,1 1 1 0 0,0-1-1 0 0,-1 0 1 0 0,1 0-1 0 0,0 0 1 0 0,0 1-1 0 0,-1-1 1 0 0,1 0-1 0 0,0 1 1 0 0,-7 6 47 0 0,1 0 1 0 0,0 0 0 0 0,0 1-1 0 0,0 0 1 0 0,1 0 0 0 0,1 0-1 0 0,-1 1 1 0 0,-5 16 0 0 0,3-9 15 0 0,-5 9 16 0 0,2 1 0 0 0,1 1 0 0 0,1-1 0 0 0,1 1 0 0 0,2 0 0 0 0,0 1 1 0 0,2-1-1 0 0,1 1 0 0 0,3 49 0 0 0,-1-73-67 0 0,1 1-1 0 0,-1-1 1 0 0,1 0-1 0 0,1 0 1 0 0,-1 1 0 0 0,0-1-1 0 0,1 0 1 0 0,0 0-1 0 0,0 0 1 0 0,0-1 0 0 0,0 1-1 0 0,1 0 1 0 0,0-1-1 0 0,-1 0 1 0 0,1 1 0 0 0,0-1-1 0 0,4 3 1 0 0,-2-3-6 0 0,-1-1 1 0 0,1 1 0 0 0,0-1-1 0 0,-1 0 1 0 0,1 0-1 0 0,0 0 1 0 0,0-1 0 0 0,0 0-1 0 0,0 0 1 0 0,0 0-1 0 0,0 0 1 0 0,10-1 0 0 0,-5 0-5 0 0,-1-1 1 0 0,0-1 0 0 0,1 1 0 0 0,-1-1 0 0 0,0-1 0 0 0,0 1 0 0 0,0-2-1 0 0,0 1 1 0 0,-1-1 0 0 0,0-1 0 0 0,1 1 0 0 0,-1-1 0 0 0,-1-1 0 0 0,1 1 0 0 0,11-13-1 0 0,-10 7-4 0 0,0-1 0 0 0,-1 0 0 0 0,0-1 0 0 0,0 0-1 0 0,-2 0 1 0 0,0 0 0 0 0,0-1 0 0 0,-1 0 0 0 0,-1 0-1 0 0,0-1 1 0 0,-1 1 0 0 0,-1-1 0 0 0,1-24 0 0 0,-3 29 4 0 0,0 0 1 0 0,-1 0-1 0 0,0 0 1 0 0,0 0-1 0 0,-2 0 1 0 0,1 0-1 0 0,-1 0 1 0 0,0 0-1 0 0,-6-10 1 0 0,5 13-4 0 0,0 0 0 0 0,0 1 0 0 0,-1 0 0 0 0,0-1 0 0 0,0 1 0 0 0,0 1 0 0 0,-1-1 0 0 0,0 1 0 0 0,0 0 1 0 0,0 0-1 0 0,0 1 0 0 0,-14-7 0 0 0,14 8-7 0 0,0 0 0 0 0,-1 1 0 0 0,1 0 1 0 0,-1 0-1 0 0,0 0 0 0 0,0 1 0 0 0,1 0 1 0 0,-1 0-1 0 0,0 1 0 0 0,0 0 0 0 0,0 0 0 0 0,-10 2 1 0 0,7 0-7 0 0,0 1 1 0 0,0 0 0 0 0,1 0-1 0 0,-1 1 1 0 0,1 0-1 0 0,0 0 1 0 0,-16 12 0 0 0,12-7 0 0 0,1 0 0 0 0,0 2 0 0 0,0 0 1 0 0,1 0-1 0 0,1 1 0 0 0,0 0 0 0 0,0 0 0 0 0,1 1 1 0 0,1 1-1 0 0,-12 25 0 0 0,16-29 14 0 0,0 0 0 0 0,1 0 0 0 0,0 0 0 0 0,1 1 0 0 0,1-1 0 0 0,-1 1 0 0 0,1-1 0 0 0,1 1 0 0 0,1 11 0 0 0,-1-17-11 0 0,1 1 0 0 0,0-1 0 0 0,0 0 0 0 0,1 1 0 0 0,0-1 0 0 0,-1 0 0 0 0,2 0 0 0 0,-1 0 0 0 0,0 0 0 0 0,1-1 0 0 0,0 1 0 0 0,0-1 0 0 0,1 0 0 0 0,-1 1 0 0 0,1-2 0 0 0,0 1 0 0 0,0 0 0 0 0,0-1 0 0 0,8 6 0 0 0,1-2-186 0 0,0-1-1 0 0,1 0 1 0 0,0 0-1 0 0,0-2 1 0 0,0 0-1 0 0,1 0 1 0 0,0-1-1 0 0,-1-1 1 0 0,1-1-1 0 0,25 0 1 0 0,-11-2-156 0 0,-1-1 0 0 0,1-2 0 0 0,0-1 0 0 0,43-13 1 0 0,-52 11 212 0 0,-1 0 0 0 0,0 0 0 0 0,-1-2 0 0 0,0-1 0 0 0,0 0 0 0 0,-1-1 0 0 0,30-25 0 0 0,-37 27 376 0 0,-1 0-1 0 0,-1 0 1 0 0,1-1-1 0 0,-1 0 1 0 0,-1 0 0 0 0,0-1-1 0 0,-1 0 1 0 0,0 0-1 0 0,0-1 1 0 0,-1 0-1 0 0,-1 1 1 0 0,0-2-1 0 0,4-22 1 0 0,0-47 2508 0 0,-7 80-2614 0 0,-2 3-135 0 0,0-1-1 0 0,0 1 1 0 0,0-1 0 0 0,1 1-1 0 0,-1-1 1 0 0,0 1-1 0 0,1 0 1 0 0,-1-1 0 0 0,1 1-1 0 0,-1 0 1 0 0,0 0-1 0 0,1-1 1 0 0,0 1 0 0 0,-1 0-1 0 0,1 0 1 0 0,-1 0-1 0 0,1 0 1 0 0,0-1 0 0 0,0 1-1 0 0,-1 0 1 0 0,1 2-1 0 0,-6 25 0 0 0,5-23 4 0 0,-5 29 4 0 0,-4 68-1 0 0,9-87 20 0 0,2 0 1 0 0,0 0-1 0 0,0 0 0 0 0,1 0 1 0 0,1 0-1 0 0,1-1 0 0 0,5 16 1 0 0,-7-26-16 0 0,0 1 0 0 0,0-1 0 0 0,0 0 1 0 0,1 1-1 0 0,-1-1 0 0 0,1 0 0 0 0,0-1 0 0 0,0 1 1 0 0,1 0-1 0 0,-1-1 0 0 0,1 0 0 0 0,0 0 1 0 0,0 0-1 0 0,0 0 0 0 0,0-1 0 0 0,0 1 0 0 0,1-1 1 0 0,-1 0-1 0 0,1-1 0 0 0,-1 1 0 0 0,1-1 0 0 0,0 1 1 0 0,-1-1-1 0 0,1-1 0 0 0,0 1 0 0 0,8-1 0 0 0,-6 0-21 0 0,0-1 0 0 0,0 0 0 0 0,0 0 0 0 0,0 0 0 0 0,0-1-1 0 0,0 0 1 0 0,-1-1 0 0 0,1 1 0 0 0,0-1 0 0 0,-1 0 0 0 0,0-1-1 0 0,0 0 1 0 0,0 0 0 0 0,0 0 0 0 0,-1-1 0 0 0,1 0 0 0 0,6-8-1 0 0,-1-1-29 0 0,-1 0 0 0 0,-1-1-1 0 0,0 0 1 0 0,-1-1 0 0 0,-1 0 0 0 0,-1 0-1 0 0,7-22 1 0 0,20-120 385 0 0,-32 147-293 0 0,0 9-88 0 0,1 31-171 0 0,-2 12 147 0 0,8 64 0 0 0,-7-93 75 0 0,2 0 1 0 0,-1 0 0 0 0,2-1 0 0 0,-1 1-1 0 0,2-1 1 0 0,-1 0 0 0 0,2 0 0 0 0,-1 0-1 0 0,15 19 1 0 0,-17-26-7 0 0,1-1-1 0 0,0 1 0 0 0,0-1 1 0 0,0 0-1 0 0,0 0 1 0 0,1 0-1 0 0,-1-1 0 0 0,1 1 1 0 0,0-1-1 0 0,0 0 1 0 0,0 0-1 0 0,0-1 1 0 0,0 0-1 0 0,0 1 0 0 0,0-2 1 0 0,7 2-1 0 0,-4-2 1 0 0,-1 0-1 0 0,0 0 1 0 0,1 0 0 0 0,-1-1-1 0 0,0 0 1 0 0,0 0-1 0 0,1-1 1 0 0,-1 0 0 0 0,0 0-1 0 0,-1-1 1 0 0,9-4-1 0 0,-6 1-1 0 0,0 0-1 0 0,-1 0 0 0 0,1-1 1 0 0,-1-1-1 0 0,-1 1 0 0 0,0-1 1 0 0,0-1-1 0 0,0 1 0 0 0,-1-1 1 0 0,0 0-1 0 0,-1-1 0 0 0,0 1 1 0 0,-1-1-1 0 0,0 0 0 0 0,0 0 0 0 0,-1 0 1 0 0,3-16-1 0 0,-3 14 11 0 0,-1-1 0 0 0,-1 1 0 0 0,0-1 0 0 0,-1 0 0 0 0,0 1 0 0 0,-1-1 0 0 0,0 1 0 0 0,-1-1 0 0 0,0 1-1 0 0,-1-1 1 0 0,-1 1 0 0 0,0 0 0 0 0,0 0 0 0 0,-10-16 0 0 0,-18-33-105 0 0,31 58 43 0 0,-3 2 5 0 0,4 1 39 0 0,0-1 0 0 0,0 1 0 0 0,0 0-1 0 0,-1 0 1 0 0,1-1 0 0 0,0 1 0 0 0,0 0-1 0 0,-1 0 1 0 0,1-1 0 0 0,0 1 0 0 0,-1 0-1 0 0,1 0 1 0 0,0 0 0 0 0,0 0 0 0 0,-1 0-1 0 0,1 0 1 0 0,0-1 0 0 0,-1 1 0 0 0,1 0-1 0 0,0 0 1 0 0,-1 0 0 0 0,1 0 0 0 0,0 0-1 0 0,-1 0 1 0 0,1 0 0 0 0,0 0 0 0 0,-1 0-1 0 0,1 1 1 0 0,0-1 0 0 0,-1 0 0 0 0,1 0-1 0 0,0 0 1 0 0,0 0 0 0 0,-1 0 0 0 0,1 0-1 0 0,0 1 1 0 0,-1-1 0 0 0,1 0 0 0 0,0 0-1 0 0,0 1 1 0 0,-1-1 0 0 0,1 0 0 0 0,0 0-1 0 0,0 1 1 0 0,0-1 0 0 0,-1 0 0 0 0,1 0-1 0 0,0 1 1 0 0,0-1 0 0 0,0 0 0 0 0,0 1-1 0 0,0-1 1 0 0,0 0 0 0 0,0 1 0 0 0,0-1 0 0 0,0 0-1 0 0,-1 1 1 0 0,1-1 0 0 0,0 0 0 0 0,1 0-1 0 0,-1 1 1 0 0,0 0 0 0 0,0 5-19 0 0,1 1 1 0 0,0-1-1 0 0,1 0 1 0 0,-1 0-1 0 0,1 0 0 0 0,0 0 1 0 0,1 0-1 0 0,0 0 1 0 0,0 0-1 0 0,0-1 1 0 0,0 1-1 0 0,1-1 1 0 0,0 0-1 0 0,0 0 0 0 0,0 0 1 0 0,7 5-1 0 0,-1-1-168 0 0,1 0 0 0 0,1 0 0 0 0,-1-1 0 0 0,1 0 0 0 0,1-1 0 0 0,18 8 0 0 0,-19-11-91 0 0,1 0 0 0 0,-1 0 1 0 0,1-1-1 0 0,23 2 0 0 0,-29-5 196 0 0,0 1 0 0 0,1-1-1 0 0,-1 0 1 0 0,0-1 0 0 0,1 0-1 0 0,-1 0 1 0 0,0 0 0 0 0,0-1 0 0 0,14-5-1 0 0,-17 4 90 0 0,1 0-1 0 0,-1 0 0 0 0,0-1 0 0 0,0 1 0 0 0,0-1 1 0 0,0 0-1 0 0,-1 0 0 0 0,0 0 0 0 0,0 0 0 0 0,0-1 0 0 0,0 1 1 0 0,0-1-1 0 0,-1 0 0 0 0,0 0 0 0 0,0 0 0 0 0,0 0 0 0 0,-1 0 1 0 0,0 0-1 0 0,0-1 0 0 0,0 1 0 0 0,0-8 0 0 0,0-8 467 0 0,-1 1 0 0 0,-1-1-1 0 0,0 0 1 0 0,-5-20-1 0 0,5 39-371 0 0,0 2-98 0 0,0 1 0 0 0,0-1-1 0 0,-1 1 1 0 0,1-1 0 0 0,0 1 0 0 0,0-1 0 0 0,0 1 0 0 0,0 0-1 0 0,0 0 1 0 0,0-1 0 0 0,0 1 0 0 0,0 0 0 0 0,0 0-1 0 0,0 0 1 0 0,0 0 0 0 0,1 0 0 0 0,-1 0 0 0 0,0 1 0 0 0,1-1-1 0 0,-1 0 1 0 0,1 0 0 0 0,-1 0 0 0 0,1 1 0 0 0,-1 1-1 0 0,-8 36 151 0 0,8-33-139 0 0,-5 26 59 0 0,-1-4-31 0 0,2 0-1 0 0,1 0 1 0 0,2 0 0 0 0,0 1 0 0 0,4 31 0 0 0,-1-48-42 0 0,1 0-1 0 0,0-1 1 0 0,1 1 0 0 0,0-1 0 0 0,5 12-1 0 0,-6-19-107 0 0,0 1 0 0 0,0-1 0 0 0,0 0-1 0 0,1 0 1 0 0,0-1 0 0 0,0 1-1 0 0,0 0 1 0 0,0-1 0 0 0,0 0-1 0 0,1 0 1 0 0,0 0 0 0 0,-1 0-1 0 0,1 0 1 0 0,0-1 0 0 0,7 3 0 0 0,-5-2-76 0 0,0-1 1 0 0,-1 0-1 0 0,1 0 1 0 0,0-1 0 0 0,0 0-1 0 0,0 0 1 0 0,0 0 0 0 0,0-1-1 0 0,1 0 1 0 0,-1 0-1 0 0,0-1 1 0 0,0 1 0 0 0,0-1-1 0 0,0-1 1 0 0,0 1 0 0 0,0-1-1 0 0,-1 0 1 0 0,1 0-1 0 0,9-6 1 0 0,-8 4 33 0 0,0-1 0 0 0,0 0 0 0 0,-1 0 0 0 0,0-1 0 0 0,0 0 0 0 0,0 0 0 0 0,-1 0 0 0 0,0-1 0 0 0,0 1 0 0 0,-1-1 0 0 0,1 0 0 0 0,-2-1 0 0 0,7-15 0 0 0,-2-3 787 0 0,-1-1 1 0 0,-1 0-1 0 0,-2-1 0 0 0,2-44 0 0 0,-3 38 957 0 0,-3-22 574 0 0,0 54-1978 0 0,0 4-145 0 0,0 359 2001 0 0,0-359-1566 0 0,0-5-414 0 0,5-27-47 0 0,1 0-1 0 0,2 0 0 0 0,0 1 0 0 0,19-41 1 0 0,-20 55-40 0 0,1 0 1 0 0,0 0-1 0 0,0 1 1 0 0,1 1 0 0 0,1 0-1 0 0,1 0 1 0 0,0 0 0 0 0,0 2-1 0 0,1-1 1 0 0,15-10 0 0 0,-22 18 5 0 0,1 1 1 0 0,-1 0 0 0 0,1 0 0 0 0,0 0 0 0 0,-1 1-1 0 0,1 0 1 0 0,0 0 0 0 0,1 0 0 0 0,-1 1 0 0 0,0 0-1 0 0,0 0 1 0 0,0 0 0 0 0,1 1 0 0 0,-1 0 0 0 0,10 2-1 0 0,-11-1 27 0 0,0 0 0 0 0,-1 0-1 0 0,1 0 1 0 0,-1 1 0 0 0,1 0-1 0 0,-1 0 1 0 0,0 1-1 0 0,0-1 1 0 0,0 1 0 0 0,0-1-1 0 0,0 1 1 0 0,-1 1 0 0 0,1-1-1 0 0,-1 0 1 0 0,0 1-1 0 0,0 0 1 0 0,0-1 0 0 0,0 1-1 0 0,-1 0 1 0 0,0 1 0 0 0,3 5-1 0 0,0 3 62 0 0,0-1-1 0 0,-2 1 1 0 0,1-1-1 0 0,-2 1 0 0 0,0 0 1 0 0,1 24-1 0 0,-9 78 123 0 0,4-90-181 0 0,1 35-3549 0 0,1-60 3454 0 0,1 1-1 0 0,-1-1 1 0 0,0 1-1 0 0,0-1 0 0 0,0 1 1 0 0,0 0-1 0 0,1-1 1 0 0,-1 1-1 0 0,0-1 1 0 0,0 0-1 0 0,1 1 0 0 0,-1-1 1 0 0,0 1-1 0 0,1-1 1 0 0,-1 1-1 0 0,1-1 1 0 0,-1 0-1 0 0,1 1 1 0 0,-1-1-1 0 0,1 0 0 0 0,-1 1 1 0 0,0-1-1 0 0,1 0 1 0 0,0 0-1 0 0,-1 1 1 0 0,1-1-1 0 0,-1 0 0 0 0,1 0 1 0 0,0 0-1 0 0,20 1-2012 0 0,26-13-1902 0 0,-22 4 606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51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746 132 1920 0 0,'4'-8'1156'0'0,"0"0"-146"0"0,0 0 0 0 0,-1 0 0 0 0,1 0 0 0 0,-2 0 0 0 0,3-10 0 0 0,-4 16-858 0 0,-1 0-1 0 0,0 0 1 0 0,1 0-1 0 0,-1 0 1 0 0,0 0 0 0 0,0 0-1 0 0,-1 0 1 0 0,1 0-1 0 0,0 0 1 0 0,-1 0 0 0 0,1 0-1 0 0,-1 0 1 0 0,1 0-1 0 0,-1 0 1 0 0,0 0 0 0 0,0 1-1 0 0,0-1 1 0 0,0 0-1 0 0,0 1 1 0 0,0-1 0 0 0,-1 1-1 0 0,1-1 1 0 0,-1 1-1 0 0,1-1 1 0 0,-1 1 0 0 0,1 0-1 0 0,-1 0 1 0 0,0 0-1 0 0,-3-2 1 0 0,1 1-59 0 0,-1 0-1 0 0,0 0 1 0 0,0 0 0 0 0,0 1-1 0 0,0 0 1 0 0,0 0 0 0 0,0 1-1 0 0,0-1 1 0 0,0 1 0 0 0,0 0-1 0 0,0 0 1 0 0,-6 1 0 0 0,3 1-13 0 0,-1 0 1 0 0,1 0-1 0 0,0 1 0 0 0,0 0 1 0 0,0 0-1 0 0,-13 8 0 0 0,7-2-35 0 0,-1 1 0 0 0,2 1-1 0 0,-1 0 1 0 0,2 1 0 0 0,-1 0-1 0 0,-18 25 1 0 0,23-25-31 0 0,0 0 1 0 0,1 0-1 0 0,0 0 0 0 0,1 1 1 0 0,-8 23-1 0 0,12-28-1 0 0,-1-1-1 0 0,2 1 1 0 0,-1 0 0 0 0,1 0-1 0 0,0 0 1 0 0,1 0 0 0 0,0 0-1 0 0,0 0 1 0 0,1 0 0 0 0,0 0-1 0 0,3 13 1 0 0,-2-17-3 0 0,-1 0-1 0 0,1 0 1 0 0,0-1-1 0 0,1 1 1 0 0,-1-1-1 0 0,0 1 1 0 0,1-1 0 0 0,0 0-1 0 0,0 0 1 0 0,0 0-1 0 0,0 0 1 0 0,0 0-1 0 0,1-1 1 0 0,-1 1-1 0 0,1-1 1 0 0,0 0 0 0 0,0 0-1 0 0,-1 0 1 0 0,1-1-1 0 0,0 0 1 0 0,0 1-1 0 0,1-1 1 0 0,-1-1-1 0 0,8 2 1 0 0,-3-1 2 0 0,0-1 0 0 0,0 1 1 0 0,-1-2-1 0 0,1 1 0 0 0,0-1 0 0 0,0-1 1 0 0,0 1-1 0 0,-1-1 0 0 0,1-1 0 0 0,15-6 0 0 0,-16 4-5 0 0,0 0 0 0 0,0 0 0 0 0,0-1 0 0 0,0 0 0 0 0,-1 0 0 0 0,0-1 0 0 0,0 0 0 0 0,-1 0 0 0 0,0-1 0 0 0,0 0-1 0 0,-1 0 1 0 0,5-9 0 0 0,4-10 87 0 0,-2-2 0 0 0,12-41 0 0 0,1 1 696 0 0,-17 36-650 0 0,-7 31-159 0 0,-10 29 37 0 0,-62 249 1677 0 0,16-57-641 0 0,20-86-512 0 0,-66 212 648 0 0,82-292-965 0 0,-3 0-1 0 0,-2-2 0 0 0,-2-1 1 0 0,-43 62-1 0 0,54-92 13 0 0,0 0 0 0 0,-2-1 0 0 0,-25 22 0 0 0,34-33-119 0 0,-1-1 1 0 0,0 0 0 0 0,-1 0 0 0 0,0-1-1 0 0,0-1 1 0 0,0 1 0 0 0,-1-2 0 0 0,1 1 0 0 0,-19 3-1 0 0,25-7-91 0 0,-1-1 0 0 0,0 1-1 0 0,0-1 1 0 0,0-1 0 0 0,0 1-1 0 0,0-1 1 0 0,0 0 0 0 0,1 0-1 0 0,-1 0 1 0 0,0 0 0 0 0,0-1-1 0 0,1 0 1 0 0,-1 0 0 0 0,1 0-1 0 0,0-1 1 0 0,0 0 0 0 0,0 1-1 0 0,0-1 1 0 0,0-1 0 0 0,0 1-1 0 0,1 0 1 0 0,0-1 0 0 0,-1 0-1 0 0,-2-4 1 0 0,-3-5-28 0 0,1 0-1 0 0,-1 0 0 0 0,2 0 1 0 0,0-1-1 0 0,1 0 1 0 0,-7-21-1 0 0,10 21-92 0 0,1 1 0 0 0,-1 0 0 0 0,2-1 0 0 0,0 1-1 0 0,1-1 1 0 0,0 1 0 0 0,1-1 0 0 0,0 1 0 0 0,1-1-1 0 0,1 1 1 0 0,0 0 0 0 0,1 0 0 0 0,0 0 0 0 0,1 0 0 0 0,9-16-1 0 0,11-16-1619 0 0,1 2-1 0 0,58-72 0 0 0,-42 59-770 0 0,11-15-4683 0 0,-31 33-194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51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88 1832 0 0,'-36'-10'2930'0'0,"-123"-31"7562"0"0,58 13-7639 0 0,87 24-3967 0 0,-7-1-7084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52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167 118 1696 0 0,'25'-105'12045'0'0,"-24"103"-11417"0"0,0-8-24 0 0,-36 177 274 0 0,-78 233 810 0 0,78-272-1498 0 0,26-92-138 0 0,9-34-42 0 0,-1 0 0 0 0,1 0 0 0 0,0 0 1 0 0,0-1-1 0 0,0 1 0 0 0,0 0 0 0 0,0 0 0 0 0,0 0 0 0 0,0 0 1 0 0,0 0-1 0 0,1 0 0 0 0,-1 0 0 0 0,1 0 0 0 0,0 0 0 0 0,-1 0 0 0 0,1-1 1 0 0,0 1-1 0 0,1 2 0 0 0,1-1 3 0 0,-1 0 0 0 0,0-1 0 0 0,1 0 1 0 0,-1 1-1 0 0,1-1 0 0 0,0 0 0 0 0,0 0 0 0 0,0 0 0 0 0,5 2 0 0 0,5 1 13 0 0,-1-1-1 0 0,1 0 0 0 0,0-1 0 0 0,15 2 1 0 0,-28-5-26 0 0,157 24 96 0 0,-105-16-1664 0 0,-49-8 747 0 0,1 0-122 0 0,-2 0 757 0 0,17-2-1921 0 0,-1-7-3829 0 0,-4-1 1573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52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65 1392 0 0,'-19'-46'15738'0'0,"14"33"-14569"0"0,4 11-1546 0 0,1-2 313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52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62 552 0 0,'-19'-50'14882'0'0,"14"39"-13445"0"0,0 23-1225 0 0,0 1 0 0 0,1-1 0 0 0,1 1 0 0 0,0 0 1 0 0,1 1-1 0 0,-1 16 0 0 0,0-6-94 0 0,-61 340 403 0 0,31-208-2996 0 0,22-114 155 0 0,0-18-4758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53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0 200 420 0 0,'4'-18'1877'0'0,"-1"1"1"0"0,2 1-1 0 0,13-31 1 0 0,-15 40-1647 0 0,0 1 0 0 0,1 0 0 0 0,0 0 0 0 0,0 0 0 0 0,1 0 0 0 0,0 1 0 0 0,0 0 0 0 0,0 0 0 0 0,0 0 0 0 0,1 1 1 0 0,0 0-1 0 0,8-5 0 0 0,-4 4-90 0 0,1 1 0 0 0,0 0 1 0 0,-1 0-1 0 0,1 1 1 0 0,1 1-1 0 0,-1 0 0 0 0,0 0 1 0 0,0 1-1 0 0,1 1 1 0 0,-1 0-1 0 0,1 0 0 0 0,-1 1 1 0 0,0 1-1 0 0,0 0 1 0 0,1 0-1 0 0,13 6 0 0 0,-10-4-30 0 0,0 2-1 0 0,0 0 1 0 0,-1 1-1 0 0,0 0 0 0 0,0 1 1 0 0,-1 1-1 0 0,0 0 0 0 0,0 0 1 0 0,-1 2-1 0 0,-1-1 1 0 0,14 17-1 0 0,-20-21-9 0 0,-1 0 0 0 0,0 1 0 0 0,0-1 0 0 0,0 1-1 0 0,-1 0 1 0 0,0 0 0 0 0,0 1 0 0 0,-1-1 0 0 0,1 1 0 0 0,-2-1 0 0 0,1 1 0 0 0,-1-1 0 0 0,-1 1-1 0 0,1 0 1 0 0,-1 0 0 0 0,0-1 0 0 0,-1 1 0 0 0,0 0 0 0 0,0 0 0 0 0,-1-1 0 0 0,0 1 0 0 0,0-1-1 0 0,-1 0 1 0 0,0 1 0 0 0,0-1 0 0 0,0-1 0 0 0,-9 13 0 0 0,4-8-27 0 0,-1-1 0 0 0,0 0 0 0 0,0 0 1 0 0,-1-1-1 0 0,0 0 0 0 0,-1-1 0 0 0,0 0 0 0 0,0-1 0 0 0,0 0 1 0 0,-1 0-1 0 0,0-2 0 0 0,-1 1 0 0 0,1-2 0 0 0,-1 1 1 0 0,-25 4-1 0 0,-16-2-1449 0 0,51-6 441 0 0,-18-3-3186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53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1680 0 0,'62'41'16082'0'0,"-47"-32"-11775"0"0,-14-8-4506 0 0,0-1 1 0 0,-1 1-1 0 0,1 0 1 0 0,0 0-1 0 0,0-1 0 0 0,1 1 1 0 0,-1-1-1 0 0,0 1 0 0 0,0-1 1 0 0,0 1-1 0 0,0-1 1 0 0,0 1-1 0 0,1-1 0 0 0,-1 0 1 0 0,0 0-1 0 0,0 0 1 0 0,1 0-1 0 0,-1 0 0 0 0,0 0 1 0 0,0 0-1 0 0,0 0 1 0 0,2-1-1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54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195 113 1296 0 0,'-3'-16'5250'0'0,"-12"-29"-1"0"0,9 26-2940 0 0,-5-8 275 0 0,11 25-2385 0 0,-5 0 78 0 0,2 1-109 0 0,-1 12-57 0 0,-35 279 1010 0 0,-6-69-627 0 0,12-66-1652 0 0,14-51-2386 0 0,13-76 1858 0 0,0 1-4858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54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1 282 2152 0 0,'0'-15'971'0'0,"0"-1"-1"0"0,2 0 0 0 0,0 0 1 0 0,1 1-1 0 0,0 0 0 0 0,1-1 1 0 0,11-24-1 0 0,-12 32-821 0 0,1 0 0 0 0,1 1-1 0 0,-1-1 1 0 0,1 1 0 0 0,0 0 0 0 0,1 1 0 0 0,0-1 0 0 0,0 1 0 0 0,0 0-1 0 0,1 1 1 0 0,-1-1 0 0 0,2 1 0 0 0,-1 1 0 0 0,0-1 0 0 0,13-4-1 0 0,-2 2-44 0 0,-1 2-1 0 0,2 0 0 0 0,-1 1 0 0 0,0 1 1 0 0,1 1-1 0 0,-1 0 0 0 0,1 2 0 0 0,0 0 1 0 0,-1 1-1 0 0,1 1 0 0 0,22 4 0 0 0,-16 0-61 0 0,-1 0-1 0 0,0 1 1 0 0,0 2-1 0 0,0 0 1 0 0,-1 2-1 0 0,-1 0 1 0 0,38 27-1 0 0,-53-34-15 0 0,-1 1-1 0 0,0 0 0 0 0,0 1 1 0 0,-1-1-1 0 0,0 1 0 0 0,0 0 1 0 0,0 1-1 0 0,-1-1 0 0 0,7 12 1 0 0,-9-13 18 0 0,0 0 0 0 0,-1 0 1 0 0,1 0-1 0 0,-1 0 0 0 0,0 1 0 0 0,0-1 1 0 0,0 0-1 0 0,-1 0 0 0 0,0 1 1 0 0,0-1-1 0 0,0 0 0 0 0,0 1 0 0 0,-1-1 1 0 0,0 0-1 0 0,-2 6 0 0 0,-1-1 15 0 0,0 1 0 0 0,-1 0-1 0 0,0-1 1 0 0,-1 0-1 0 0,0 0 1 0 0,-1 0-1 0 0,0-1 1 0 0,-1 0 0 0 0,1-1-1 0 0,-2 1 1 0 0,1-1-1 0 0,-1-1 1 0 0,0 0-1 0 0,-1 0 1 0 0,1-1 0 0 0,-15 7-1 0 0,-14 5-162 0 0,-2-1 0 0 0,0-2 1 0 0,-42 10-1 0 0,47-15-401 0 0,20-6-1095 0 0,-4 3-771 0 0,7 2-2328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55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26 189 808 0 0,'-14'-8'12179'0'0,"10"1"-10324"0"0,-3-8 1357 0 0,7 14-3201 0 0,0 1-1 0 0,0-1 1 0 0,0 1-1 0 0,0-1 0 0 0,0 1 1 0 0,0-1-1 0 0,1 1 0 0 0,-1-1 1 0 0,0 1-1 0 0,0-1 0 0 0,1 1 1 0 0,-1 0-1 0 0,0-1 0 0 0,1 1 1 0 0,-1 0-1 0 0,0-1 0 0 0,1 1 1 0 0,-1 0-1 0 0,0-1 1 0 0,1 1-1 0 0,-1 0 0 0 0,1 0 1 0 0,-1-1-1 0 0,1 1 0 0 0,-1 0 1 0 0,0 0-1 0 0,1 0 0 0 0,-1 0 1 0 0,2-1-1 0 0,1 0 2 0 0,1 1-3 0 0,5 1-21 0 0,0 1 0 0 0,1 0 0 0 0,-1 0 0 0 0,-1 0 1 0 0,1 1-1 0 0,16 8 0 0 0,-20-8 24 0 0,1 1 0 0 0,-1-1 0 0 0,0 1 0 0 0,-1 0 0 0 0,1 0 0 0 0,-1 0 0 0 0,1 1 0 0 0,-1 0 0 0 0,-1-1 0 0 0,1 2 0 0 0,-1-1 0 0 0,1 0 0 0 0,-2 1 0 0 0,1-1 0 0 0,0 1 0 0 0,-1 0 0 0 0,0-1 0 0 0,-1 1 0 0 0,1 0 0 0 0,-1 1 0 0 0,0-1 0 0 0,-1 0 0 0 0,0 0 0 0 0,0 0 0 0 0,0 0 0 0 0,0 1 0 0 0,-1-1 0 0 0,0 0 0 0 0,0 0 0 0 0,-1 0 0 0 0,0 0 0 0 0,0 0 0 0 0,-3 6 0 0 0,5-11-8 0 0,-11 20 140 0 0,11-20-134 0 0,-1 0 0 0 0,1 0 0 0 0,-1 0 0 0 0,1 0 0 0 0,-1 0 0 0 0,0 0 0 0 0,0 0 0 0 0,1 0-1 0 0,-1 0 1 0 0,0 0 0 0 0,0 0 0 0 0,0-1 0 0 0,0 1 0 0 0,0 0 0 0 0,0-1 0 0 0,0 1 0 0 0,0-1 0 0 0,-1 2 0 0 0,-12-4-14 0 0,13 2 3 0 0,1 0 0 0 0,0 0 0 0 0,-1 0-1 0 0,1-1 1 0 0,0 1 0 0 0,-1 0 0 0 0,1 0 0 0 0,0-1 0 0 0,0 1 0 0 0,-1 0 0 0 0,1 0 0 0 0,0-1 0 0 0,0 1 0 0 0,0 0 0 0 0,-1-1 0 0 0,1 1 0 0 0,0 0 0 0 0,0 0 0 0 0,0-1-1 0 0,0 1 1 0 0,0-1 0 0 0,0 1 0 0 0,-1 0 0 0 0,1-1 0 0 0,0 1 0 0 0,0 0 0 0 0,0-1 0 0 0,0-5-12 0 0,1-2-16 0 0,-1 1 1 0 0,1-1-1 0 0,0 1 1 0 0,1-1-1 0 0,0 1 1 0 0,0-1-1 0 0,1 1 0 0 0,-1 0 1 0 0,1 0-1 0 0,5-6 1 0 0,-5 6-1 0 0,7-11-28 0 0,0 0 1 0 0,2 0-1 0 0,0 1 1 0 0,1 1-1 0 0,1 0 0 0 0,0 1 1 0 0,1 0-1 0 0,1 1 1 0 0,0 1-1 0 0,1 0 1 0 0,0 1-1 0 0,1 1 1 0 0,0 1-1 0 0,28-12 1 0 0,-15 9-147 0 0,56-15 0 0 0,-84 27 173 0 0,10 3-25 0 0,6 0-6 0 0,-19-2 62 0 0,1 1 0 0 0,-1-1-1 0 0,1 0 1 0 0,-1 1 0 0 0,1-1-1 0 0,-1 1 1 0 0,0-1 0 0 0,1 1-1 0 0,-1-1 1 0 0,0 1 0 0 0,1 0-1 0 0,-1-1 1 0 0,0 1 0 0 0,0-1 0 0 0,1 1-1 0 0,-1 0 1 0 0,0-1 0 0 0,0 1-1 0 0,0-1 1 0 0,0 1 0 0 0,0 0-1 0 0,0-1 1 0 0,0 1 0 0 0,0 0-1 0 0,0-1 1 0 0,0 1 0 0 0,0-1 0 0 0,-1 1-1 0 0,1 0 1 0 0,0 0 0 0 0,-7 21 27 0 0,0-1 1 0 0,-1 0-1 0 0,-14 25 1 0 0,11-26 1 0 0,2 0-1 0 0,0 1 1 0 0,-10 38 0 0 0,19-56-24 0 0,-1-1 1 0 0,1 1-1 0 0,0-1 0 0 0,0 1 1 0 0,0-1-1 0 0,0 0 0 0 0,0 1 1 0 0,0-1-1 0 0,1 1 0 0 0,-1-1 1 0 0,1 1-1 0 0,-1-1 0 0 0,1 0 1 0 0,0 1-1 0 0,0-1 0 0 0,0 0 1 0 0,0 0-1 0 0,1 0 0 0 0,1 3 1 0 0,0-2 2 0 0,0 0 0 0 0,0 0 0 0 0,0-1 0 0 0,1 1 0 0 0,-1-1 0 0 0,1 0 0 0 0,-1 0 0 0 0,1 0 0 0 0,0-1 0 0 0,6 3 0 0 0,4 0 5 0 0,0-2-1 0 0,0 1 0 0 0,0-2 0 0 0,0 1 0 0 0,23-3 0 0 0,-23 0 1 0 0,1 0-1 0 0,0-1 1 0 0,-1-1-1 0 0,0-1 0 0 0,0 0 1 0 0,0-1-1 0 0,0 0 1 0 0,0-1-1 0 0,-1-1 1 0 0,17-11-1 0 0,-23 14-8 0 0,-1-1 1 0 0,1 0-1 0 0,-1 0 1 0 0,-1 0-1 0 0,1-1 1 0 0,-1 0-1 0 0,0 0 1 0 0,0 0-1 0 0,0-1 1 0 0,-1 0-1 0 0,0 0 1 0 0,-1 0-1 0 0,0 0 1 0 0,0 0-1 0 0,0-1 1 0 0,-1 0-1 0 0,0 1 1 0 0,0-1-1 0 0,-1 0 1 0 0,1-15-1 0 0,-2 18-1 0 0,0-1 0 0 0,-1 1 0 0 0,0-1 1 0 0,0 1-1 0 0,0 0 0 0 0,0-1 0 0 0,-1 1 0 0 0,0 0 0 0 0,0 0 0 0 0,0 0 0 0 0,-1 0 1 0 0,0 0-1 0 0,0 1 0 0 0,0-1 0 0 0,0 1 0 0 0,-1 0 0 0 0,1 0 0 0 0,-1 0 0 0 0,0 0 1 0 0,-1 1-1 0 0,-8-7 0 0 0,2 4-3 0 0,1 1 0 0 0,-1 0 0 0 0,-1 0 0 0 0,1 1 0 0 0,-1 1 0 0 0,1-1 0 0 0,-1 2 0 0 0,-20-2 0 0 0,25 3-1 0 0,0 1 0 0 0,0 1 0 0 0,0-1 0 0 0,0 1-1 0 0,-1 0 1 0 0,1 1 0 0 0,0 0 0 0 0,1 0 0 0 0,-12 4 0 0 0,15-4-87 0 0,-1-1 1 0 0,1 1-1 0 0,0 0 0 0 0,-1 0 1 0 0,1 0-1 0 0,0 0 0 0 0,0 1 1 0 0,0-1-1 0 0,1 1 0 0 0,-1 0 1 0 0,0 0-1 0 0,1 0 0 0 0,0 0 1 0 0,0 0-1 0 0,0 0 0 0 0,0 0 1 0 0,0 1-1 0 0,-1 3 1 0 0,3-4-228 0 0,0-1 1 0 0,0 1-1 0 0,0-1 1 0 0,0 1 0 0 0,0 0-1 0 0,1-1 1 0 0,-1 1 0 0 0,1-1-1 0 0,0 1 1 0 0,0-1 0 0 0,0 0-1 0 0,0 1 1 0 0,0-1-1 0 0,0 0 1 0 0,1 0 0 0 0,-1 1-1 0 0,1-1 1 0 0,-1 0 0 0 0,1-1-1 0 0,0 1 1 0 0,0 0 0 0 0,0 0-1 0 0,0-1 1 0 0,0 1-1 0 0,0-1 1 0 0,0 0 0 0 0,0 1-1 0 0,1-1 1 0 0,-1 0 0 0 0,1 0-1 0 0,4 1 1 0 0,11 2-3789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55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108 101 640 0 0,'-22'-88'12366'0'0,"22"87"-12320"0"0,0 1 1 0 0,0-1 0 0 0,0 1-1 0 0,0-1 1 0 0,0 0-1 0 0,0 1 1 0 0,-1-1-1 0 0,1 1 1 0 0,0-1-1 0 0,0 0 1 0 0,0 1 0 0 0,0-1-1 0 0,-1 1 1 0 0,1-1-1 0 0,0 1 1 0 0,-1-1-1 0 0,1 1 1 0 0,0-1-1 0 0,-1 1 1 0 0,1-1 0 0 0,-1 0-1 0 0,-5 10 944 0 0,-1 20-211 0 0,-8 185 1340 0 0,1-17-1497 0 0,-17 5-17 0 0,29-186-490 0 0,2-13-207 0 0,-2-7-23 0 0,0 1 86 0 0,2 1 12 0 0,-1 0-1 0 0,1 0 0 0 0,0-1 0 0 0,0 1 0 0 0,0 0 0 0 0,0 0 0 0 0,0-1 0 0 0,1 1 0 0 0,-1 0 0 0 0,0 0 1 0 0,1 0-1 0 0,0 0 0 0 0,1-4 0 0 0,0 1-23 0 0,3-16-29 0 0,1 1 0 0 0,2 1-1 0 0,0 0 1 0 0,16-29 0 0 0,-21 43 52 0 0,0-1 1 0 0,1 1 0 0 0,0-1 0 0 0,0 1 0 0 0,0 0 0 0 0,1 1-1 0 0,0-1 1 0 0,-1 1 0 0 0,1 0 0 0 0,1 0 0 0 0,-1 0-1 0 0,1 1 1 0 0,-1 0 0 0 0,1 0 0 0 0,0 0 0 0 0,0 1-1 0 0,0 0 1 0 0,8-2 0 0 0,-6 3 7 0 0,0 1 1 0 0,0 0-1 0 0,0 1 1 0 0,0 0-1 0 0,0 0 1 0 0,-1 0-1 0 0,1 1 1 0 0,0 0-1 0 0,-1 1 1 0 0,1-1-1 0 0,-1 1 1 0 0,0 1-1 0 0,0 0 1 0 0,0 0-1 0 0,7 5 1 0 0,2 4 31 0 0,0 0 1 0 0,0 1 0 0 0,-1 1 0 0 0,17 21-1 0 0,-25-28 56 0 0,-1 0 0 0 0,0 1 0 0 0,-1 0 0 0 0,0 0 0 0 0,0 0 0 0 0,-1 0 0 0 0,0 1 0 0 0,0-1 0 0 0,-1 1 0 0 0,3 16 0 0 0,-6-21-19 0 0,1 0 0 0 0,-1 0-1 0 0,0 0 1 0 0,0-1 0 0 0,-1 1-1 0 0,0 0 1 0 0,1 0-1 0 0,-1 0 1 0 0,-1-1 0 0 0,1 1-1 0 0,-1 0 1 0 0,0-1 0 0 0,0 0-1 0 0,0 1 1 0 0,-1-1 0 0 0,1 0-1 0 0,-1 0 1 0 0,0 0 0 0 0,0 0-1 0 0,0-1 1 0 0,-1 1 0 0 0,1-1-1 0 0,-1 0 1 0 0,-6 4 0 0 0,1-1 2 0 0,-1-1 0 0 0,0 0 0 0 0,0 0 0 0 0,0-1 1 0 0,-1 0-1 0 0,0-1 0 0 0,1 0 0 0 0,-1-1 1 0 0,0 0-1 0 0,0-1 0 0 0,-19 0 0 0 0,13-1-34 0 0,1-1 0 0 0,0-1 0 0 0,0 0 0 0 0,0-2 0 0 0,0 0 0 0 0,0 0 0 0 0,-20-10 0 0 0,31 12-143 0 0,0 0-1 0 0,0 0 0 0 0,1-1 1 0 0,-1 0-1 0 0,0 0 0 0 0,1-1 0 0 0,0 1 1 0 0,0-1-1 0 0,0 0 0 0 0,0 0 1 0 0,-5-7-1 0 0,8 9-80 0 0,0-1-1 0 0,-1 1 1 0 0,1 0-1 0 0,1-1 1 0 0,-1 1 0 0 0,0-1-1 0 0,1 1 1 0 0,-1-1 0 0 0,1 1-1 0 0,0-1 1 0 0,0 0-1 0 0,0 1 1 0 0,0-1 0 0 0,0 1-1 0 0,0-1 1 0 0,1 1-1 0 0,0-1 1 0 0,-1 1 0 0 0,1-1-1 0 0,0 1 1 0 0,0 0-1 0 0,0-1 1 0 0,0 1 0 0 0,1 0-1 0 0,-1 0 1 0 0,3-4-1 0 0,8-9-2171 0 0,1-1 0 0 0,21-19-1 0 0,-8 10-2679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55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62 1976 0 0,'35'-62'17249'0'0,"-33"71"-17304"0"0,-2 13 593 0 0,0 0 0 0 0,-2 0 0 0 0,-6 33 0 0 0,3-17-165 0 0,-56 359 965 0 0,57-378-2192 0 0,0 0-1 0 0,2 0 0 0 0,0 0 0 0 0,1 0 0 0 0,4 37 0 0 0,-2-52 458 0 0,0-1-1 0 0,0 1 1 0 0,0 0-1 0 0,1-1 0 0 0,-1 1 1 0 0,1-1-1 0 0,0 0 1 0 0,3 5-1 0 0,14 9-5333 0 0,-3-9-460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56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266 288 2020 0 0,'0'0'2221'0'0,"5"-28"8343"0"0,-5 28-10515 0 0,0-1-1 0 0,1 0 1 0 0,-1 0-1 0 0,1 0 1 0 0,-1 0 0 0 0,1 1-1 0 0,-1-1 1 0 0,1 0-1 0 0,-1 1 1 0 0,1-1-1 0 0,0 0 1 0 0,-1 1-1 0 0,1-1 1 0 0,0 1-1 0 0,0-1 1 0 0,-1 1-1 0 0,1-1 1 0 0,0 1-1 0 0,0-1 1 0 0,0 1-1 0 0,0 0 1 0 0,0-1-1 0 0,2 1 22 0 0,0-1-4 0 0,67-6 351 0 0,-68 6-408 0 0,1-1 0 0 0,0 1 1 0 0,0-1-1 0 0,-1 1 0 0 0,1-1 1 0 0,-1 0-1 0 0,0 0 0 0 0,1 0 1 0 0,-1 0-1 0 0,0 0 0 0 0,0 0 1 0 0,0 0-1 0 0,-1-1 0 0 0,1 1 1 0 0,0-1-1 0 0,-1 0 0 0 0,0 1 1 0 0,3-7-1 0 0,-2 3-11 0 0,0 0 0 0 0,-1 0 0 0 0,0-1 1 0 0,1 1-1 0 0,-2 0 0 0 0,1-1 0 0 0,-1 1 0 0 0,0-1 1 0 0,0 1-1 0 0,-1 0 0 0 0,0-1 0 0 0,0 1 0 0 0,-1 0 1 0 0,1 0-1 0 0,-1-1 0 0 0,-1 1 0 0 0,1 1 0 0 0,-6-11 1 0 0,5 11-4 0 0,0 1 0 0 0,0-1 0 0 0,-1 1 1 0 0,1 0-1 0 0,-1 0 0 0 0,0 0 1 0 0,0 0-1 0 0,0 1 0 0 0,0-1 0 0 0,-1 1 1 0 0,1 0-1 0 0,-1 1 0 0 0,0-1 1 0 0,0 1-1 0 0,0 0 0 0 0,0 0 0 0 0,0 0 1 0 0,0 1-1 0 0,-1 0 0 0 0,1 0 1 0 0,0 0-1 0 0,-6 0 0 0 0,-2 2 41 0 0,0 0 0 0 0,1 1 0 0 0,-1 0-1 0 0,0 1 1 0 0,1 0 0 0 0,0 1 0 0 0,0 0 0 0 0,0 1-1 0 0,0 0 1 0 0,1 1 0 0 0,0 1 0 0 0,0 0-1 0 0,-10 9 1 0 0,11-9-4 0 0,1 1 0 0 0,0 0-1 0 0,1 1 1 0 0,0 0-1 0 0,0 0 1 0 0,1 1 0 0 0,0 0-1 0 0,1 0 1 0 0,0 1-1 0 0,1 0 1 0 0,0 0 0 0 0,1 0-1 0 0,0 0 1 0 0,-3 13 0 0 0,6-16-48 0 0,0 0 0 0 0,0 1-1 0 0,1-1 1 0 0,0 0 0 0 0,0 1 0 0 0,1-1 0 0 0,0 0 0 0 0,0 0 0 0 0,1 0 0 0 0,0 1 0 0 0,1-1 0 0 0,0-1 0 0 0,0 1 0 0 0,1 0 0 0 0,-1-1 0 0 0,2 0 0 0 0,-1 0 0 0 0,1 0 0 0 0,0 0 0 0 0,0-1 0 0 0,1 0 0 0 0,0 0 0 0 0,0 0-1 0 0,1-1 1 0 0,8 6 0 0 0,-4-3-461 0 0,1-1-1 0 0,0 0 1 0 0,1-1 0 0 0,-1 0-1 0 0,1-1 1 0 0,19 5-1 0 0,-19-7-610 0 0,0 0 0 0 0,0-1 0 0 0,0 0 0 0 0,1-1 0 0 0,-1-1 0 0 0,20-2 0 0 0,-7-2-2616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57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19 119 2236 0 0,'5'-32'6711'0'0,"0"-6"-912"0"0,-2 56-4736 0 0,0 5-334 0 0,0 0 1 0 0,-2-1-1 0 0,-2 27 1 0 0,1-16-309 0 0,-2 47 372 0 0,-13 92 1 0 0,15-170-740 0 0,-1 0-13 0 0,-3 4 37 0 0,1-11-93 0 0,1 0-1 0 0,0 0 1 0 0,0 0 0 0 0,0-1-1 0 0,1 1 1 0 0,0-1 0 0 0,0 0-1 0 0,0 1 1 0 0,1-1 0 0 0,0 0 0 0 0,0 1-1 0 0,0-1 1 0 0,3-9 0 0 0,1-11-118 0 0,13-40 1 0 0,-14 54 80 0 0,1 1 0 0 0,1-1 0 0 0,0 1 0 0 0,0-1 0 0 0,1 1 0 0 0,1 1 0 0 0,0-1 1 0 0,0 1-1 0 0,10-10 0 0 0,-15 18 28 0 0,1 0 1 0 0,0 0-1 0 0,-1 0 0 0 0,1 1 1 0 0,0-1-1 0 0,0 1 1 0 0,-1 0-1 0 0,1 0 0 0 0,6-2 1 0 0,-6 3 15 0 0,-1-1 1 0 0,0 1-1 0 0,0 0 1 0 0,-1 0-1 0 0,1 0 1 0 0,0 1-1 0 0,0-1 1 0 0,0 0-1 0 0,0 1 1 0 0,0-1-1 0 0,0 1 1 0 0,0-1-1 0 0,-1 1 1 0 0,1 0-1 0 0,0 0 1 0 0,0 0-1 0 0,-1 0 1 0 0,4 2-1 0 0,23 22-37 0 0,-28-25 45 0 0,5 6-4 0 0,0 0-1 0 0,0 0 1 0 0,-1 1 0 0 0,1 0 0 0 0,-1-1 0 0 0,-1 1-1 0 0,4 11 1 0 0,16 56 71 0 0,-17-50-15 0 0,-1 6 41 0 0,2 7 339 0 0,-6-35-18 0 0,0-5-412 0 0,0 1 0 0 0,1-1 1 0 0,-1 0-1 0 0,-1 0 0 0 0,1 0 1 0 0,0 0-1 0 0,-1 0 0 0 0,1-5 1 0 0,2-7-29 0 0,9-25-72 0 0,2 2 1 0 0,34-67 0 0 0,-36 84 61 0 0,0 1 0 0 0,2 0 0 0 0,0 0 0 0 0,1 2 0 0 0,1 0 0 0 0,21-19-1 0 0,-26 28-35 0 0,0 1 0 0 0,1 0 0 0 0,17-9 0 0 0,-27 16 64 0 0,0 1 0 0 0,1-1 0 0 0,-1 1 0 0 0,0-1 0 0 0,0 1 0 0 0,0-1-1 0 0,0 1 1 0 0,1 0 0 0 0,-1 0 0 0 0,0 0 0 0 0,0 1 0 0 0,0-1 0 0 0,0 0 0 0 0,1 1 0 0 0,-1-1 0 0 0,0 1 0 0 0,0 0 0 0 0,0 0 0 0 0,3 1 0 0 0,-1 1 4 0 0,0-1 0 0 0,-1 0 1 0 0,0 1-1 0 0,1-1 0 0 0,-1 1 1 0 0,0 0-1 0 0,0 0 0 0 0,0 0 0 0 0,3 6 1 0 0,-2-2 67 0 0,0 1 0 0 0,0 0 1 0 0,-1 0-1 0 0,0 1 0 0 0,0-1 1 0 0,-1 1-1 0 0,0-1 0 0 0,0 1 0 0 0,-1 0 1 0 0,-1 0-1 0 0,0 13 0 0 0,-1 9 457 0 0,-13 59-1 0 0,9-64-364 0 0,1-3-57 0 0,0-5 46 0 0,1 0 1 0 0,0 21-1 0 0,3-38-140 0 0,0 0-1 0 0,1 0 0 0 0,-1 0 1 0 0,0 0-1 0 0,0 0 0 0 0,1-1 1 0 0,-1 1-1 0 0,1 0 0 0 0,-1 0 0 0 0,1-1 1 0 0,-1 1-1 0 0,1 0 0 0 0,0 0 1 0 0,-1-1-1 0 0,1 1 0 0 0,0-1 1 0 0,-1 1-1 0 0,1-1 0 0 0,0 1 1 0 0,0-1-1 0 0,-1 1 0 0 0,1-1 1 0 0,0 0-1 0 0,0 1 0 0 0,0-1 0 0 0,0 0 1 0 0,0 0-1 0 0,-1 1 0 0 0,1-1 1 0 0,2 0-1 0 0,27 1-203 0 0,-15-2-289 0 0,1-2-1 0 0,-1 0 1 0 0,0-1-1 0 0,0 0 1 0 0,-1-1-1 0 0,20-9 1 0 0,82-49-5138 0 0,-65 32 1384 0 0,-1-2-1979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58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647 161 124 0 0,'17'-100'11322'0'0,"-16"96"-11019"0"0,-1-1 0 0 0,0 1-1 0 0,0-1 1 0 0,-1 1 0 0 0,1-1 0 0 0,-1 1-1 0 0,0 0 1 0 0,0-1 0 0 0,0 1-1 0 0,-3-6 1 0 0,3 9-283 0 0,0 1-1 0 0,0-1 1 0 0,0 0 0 0 0,0 1-1 0 0,0-1 1 0 0,0 1 0 0 0,-1-1-1 0 0,1 1 1 0 0,0 0 0 0 0,0-1-1 0 0,-1 1 1 0 0,1 0 0 0 0,0 0-1 0 0,-1 0 1 0 0,1 0 0 0 0,0 0-1 0 0,-1 0 1 0 0,1 0 0 0 0,0 0-1 0 0,0 0 1 0 0,-1 1 0 0 0,1-1-1 0 0,0 1 1 0 0,-2 0 0 0 0,-31 12 73 0 0,-7 12-71 0 0,0 2 0 0 0,2 1 1 0 0,2 2-1 0 0,0 2 0 0 0,-47 53 1 0 0,6 8-27 0 0,69-81 3 0 0,1 1 0 0 0,1-1 0 0 0,0 1 0 0 0,0 1 0 0 0,2-1 0 0 0,-6 17-1 0 0,10-27 7 0 0,1-1 0 0 0,-1 0-1 0 0,1 0 1 0 0,-1 1-1 0 0,1-1 1 0 0,0 0 0 0 0,0 0-1 0 0,0 1 1 0 0,0-1-1 0 0,0 0 1 0 0,1 0-1 0 0,-1 1 1 0 0,1-1 0 0 0,-1 0-1 0 0,1 0 1 0 0,0 0-1 0 0,0 1 1 0 0,0-1 0 0 0,2 3-1 0 0,-1-3 0 0 0,0 0 0 0 0,0 0 0 0 0,0 0-1 0 0,0 0 1 0 0,1-1 0 0 0,-1 1 0 0 0,1-1 0 0 0,-1 1-1 0 0,1-1 1 0 0,0 0 0 0 0,-1 0 0 0 0,1 0 0 0 0,4 1-1 0 0,4-1 5 0 0,-1 1 0 0 0,1-2 0 0 0,0 1 0 0 0,-1-1 0 0 0,1-1 0 0 0,0 0 0 0 0,16-4-1 0 0,-13 1 1 0 0,0 0 0 0 0,0-1 0 0 0,0 0-1 0 0,0-2 1 0 0,-1 1 0 0 0,0-2 0 0 0,-1 0-1 0 0,1 0 1 0 0,-2-1 0 0 0,1-1-1 0 0,-1 0 1 0 0,0 0 0 0 0,17-23 0 0 0,-9 7 124 0 0,-2-1 1 0 0,-1-1-1 0 0,-1-1 1 0 0,-1 0-1 0 0,14-44 1 0 0,11-37 752 0 0,-38 108-911 0 0,-21 265 8 0 0,14-211 101 0 0,-1 12 27 0 0,-88 641 778 0 0,78-615-816 0 0,-42 203-2 0 0,38-211 181 0 0,-46 120 0 0 0,62-189-74 0 0,-1 0-1 0 0,-1 0 1 0 0,0-1 0 0 0,0 0-1 0 0,-17 19 1 0 0,19-25-95 0 0,0-1-1 0 0,-1 0 1 0 0,1 0-1 0 0,-1 0 1 0 0,-1 0 0 0 0,1-1-1 0 0,0 0 1 0 0,-1-1-1 0 0,0 0 1 0 0,0 0-1 0 0,-14 4 1 0 0,19-6-70 0 0,0-1 1 0 0,0 1-1 0 0,0-1 0 0 0,0 0 0 0 0,0 0 1 0 0,0 0-1 0 0,0 0 0 0 0,0 0 1 0 0,0-1-1 0 0,0 1 0 0 0,0-1 0 0 0,0 1 1 0 0,-3-2-1 0 0,-2 0 18 0 0,0 0-10 0 0,0 0 0 0 0,0-1 0 0 0,0 0 1 0 0,0 0-1 0 0,0-1 0 0 0,1 0 0 0 0,-1 0 0 0 0,1 0 0 0 0,0-1 0 0 0,0 0 0 0 0,1 0 1 0 0,0 0-1 0 0,0-1 0 0 0,-6-8 0 0 0,-3-5 25 0 0,2-1-1 0 0,0 0 1 0 0,-11-28 0 0 0,16 32-34 0 0,1-1 0 0 0,1-1 1 0 0,1 1-1 0 0,0-1 0 0 0,1 1 1 0 0,1-1-1 0 0,0 0 0 0 0,1 0 0 0 0,2 0 1 0 0,-1 0-1 0 0,2 0 0 0 0,1 0 1 0 0,0 0-1 0 0,1 1 0 0 0,11-30 1 0 0,-1 12-35 0 0,1 1 0 0 0,2 1 0 0 0,1 1 0 0 0,1 0 1 0 0,2 1-1 0 0,41-45 0 0 0,40-33-370 0 0,212-172 0 0 0,-139 128 94 0 0,-152 130 292 0 0,0-2 0 0 0,-2-1 0 0 0,-1 0 0 0 0,32-55 0 0 0,-47 69 5 0 0,1 0 0 0 0,-2 0 0 0 0,1 0 0 0 0,-2 0 0 0 0,1-1 0 0 0,-2 1 0 0 0,3-22 0 0 0,-5 26-9 0 0,0 1 0 0 0,0-1-1 0 0,0 1 1 0 0,-1-1 0 0 0,0 1 0 0 0,-1-1-1 0 0,1 1 1 0 0,-2 0 0 0 0,1-1 0 0 0,-1 1-1 0 0,0 0 1 0 0,0 1 0 0 0,-1-1-1 0 0,-4-6 1 0 0,-1-4-65 0 0,8 14-49 0 0,0 0 0 0 0,-1 0 0 0 0,1 1 0 0 0,-1-1 0 0 0,1 1 0 0 0,-1-1 1 0 0,-3-3-1 0 0,5 7 115 0 0,-1-1-1 0 0,1 0 1 0 0,-1 0 0 0 0,1 0-1 0 0,0 0 1 0 0,-1 0 0 0 0,1 0 0 0 0,0 1-1 0 0,-1-1 1 0 0,1 0 0 0 0,0 0 0 0 0,-1 1-1 0 0,1-1 1 0 0,0 0 0 0 0,0 0-1 0 0,-1 1 1 0 0,1-1 0 0 0,0 0 0 0 0,0 1-1 0 0,0-1 1 0 0,-1 0 0 0 0,1 1 0 0 0,0-1-1 0 0,0 1 1 0 0,0-1 0 0 0,0 0-1 0 0,0 1 1 0 0,0-1 0 0 0,0 0 0 0 0,-1 1-1 0 0,1-1 1 0 0,0 1 0 0 0,1-1 0 0 0,-1 0-1 0 0,0 1 1 0 0,0-1 0 0 0,0 1-1 0 0,0-1 1 0 0,0 0 0 0 0,0 1 0 0 0,0-1-1 0 0,0 0 1 0 0,1 1 0 0 0,-1-1 0 0 0,0 0-1 0 0,0 1 1 0 0,1-1 0 0 0,-1 0 0 0 0,0 1-1 0 0,12 19-299 0 0,-1-8 94 0 0,0 0 1 0 0,1-1-1 0 0,0 0 1 0 0,1-1 0 0 0,0 0-1 0 0,1-2 1 0 0,0 1-1 0 0,0-1 1 0 0,1-1 0 0 0,18 6-1 0 0,-9-5 5 0 0,-1-1-1 0 0,1-1 1 0 0,1-1-1 0 0,-1-1 1 0 0,1-1-1 0 0,26-1 1 0 0,-44-2 199 0 0,0-1 0 0 0,0-1 0 0 0,-1 1 0 0 0,1-1 0 0 0,7-3 0 0 0,-7 3 4 0 0,-6 1 17 0 0,1 0 1 0 0,0 0-1 0 0,0 0 1 0 0,-1 0-1 0 0,1 0 1 0 0,0-1-1 0 0,-1 1 1 0 0,1 0-1 0 0,-1-1 1 0 0,0 1-1 0 0,1-1 0 0 0,-1 0 1 0 0,0 0-1 0 0,0 1 1 0 0,0-1-1 0 0,0 0 1 0 0,1-3-1 0 0,-1 1 56 0 0,1 0 0 0 0,-1-1 1 0 0,0 1-1 0 0,0 0 0 0 0,-1-1 0 0 0,1-5 0 0 0,-1 7-39 0 0,0 0 0 0 0,0 1 0 0 0,-1-1 1 0 0,1 0-1 0 0,-1 0 0 0 0,0 1 0 0 0,0-1 0 0 0,0 1 0 0 0,0-1 0 0 0,0 0 0 0 0,0 1 0 0 0,-1 0 1 0 0,1-1-1 0 0,-1 1 0 0 0,0 0 0 0 0,0 0 0 0 0,0 0 0 0 0,0 0 0 0 0,0 0 0 0 0,0 0 0 0 0,0 1 0 0 0,0-1 1 0 0,-1 1-1 0 0,1-1 0 0 0,-1 1 0 0 0,1 0 0 0 0,-1 0 0 0 0,0 0 0 0 0,1 0 0 0 0,-4 0 0 0 0,2 1-27 0 0,1-1 0 0 0,0 1 0 0 0,-1 0-1 0 0,1 1 1 0 0,0-1 0 0 0,-1 1 0 0 0,1-1-1 0 0,0 1 1 0 0,0 0 0 0 0,0 0-1 0 0,-1 0 1 0 0,-3 3 0 0 0,-33 20-44 0 0,24-12 44 0 0,2 0 0 0 0,-1 1 0 0 0,2 0 0 0 0,0 1 0 0 0,0 0 0 0 0,2 1 0 0 0,-1 1 0 0 0,2 0 0 0 0,0 0 0 0 0,1 1 0 0 0,1 1 0 0 0,1-1 0 0 0,-10 32 0 0 0,16-43-77 0 0,0 1 1 0 0,0-1-1 0 0,0 1 0 0 0,1 0 0 0 0,-1 0 1 0 0,2-1-1 0 0,-1 1 0 0 0,1 0 0 0 0,0 0 1 0 0,0-1-1 0 0,4 11 0 0 0,-3-12-121 0 0,0-1 1 0 0,1 1-1 0 0,-1-1 1 0 0,1 1-1 0 0,0-1 0 0 0,0 0 1 0 0,0 0-1 0 0,0 0 0 0 0,1-1 1 0 0,0 1-1 0 0,0-1 1 0 0,0 0-1 0 0,0 0 0 0 0,0 0 1 0 0,9 4-1 0 0,1-1-521 0 0,0-1 0 0 0,0-1 0 0 0,0 0 0 0 0,1-1 0 0 0,-1 0 0 0 0,1-1 0 0 0,0 0 0 0 0,0-2 0 0 0,18-1-1 0 0,-1 0-1693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59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113 376 1748 0 0,'9'-17'1449'0'0,"-1"0"-1"0"0,-1-1 0 0 0,-1 0 1 0 0,-1 0-1 0 0,6-31 0 0 0,-6 13 2058 0 0,1-70 0 0 0,-6 104-3334 0 0,-1 2-168 0 0,1-1 1 0 0,0 1 0 0 0,-1-1-1 0 0,1 1 1 0 0,0 0 0 0 0,-1-1 0 0 0,1 1-1 0 0,-1 0 1 0 0,1 0 0 0 0,-1-1-1 0 0,1 1 1 0 0,-1 0 0 0 0,1 0 0 0 0,-1 0-1 0 0,1-1 1 0 0,-1 1 0 0 0,1 0 0 0 0,-1 0-1 0 0,1 0 1 0 0,-1 0 0 0 0,1 0-1 0 0,-1 0 1 0 0,1 0 0 0 0,-1 0 0 0 0,1 0-1 0 0,-1 1 1 0 0,-10 8-2 0 0,1 1 0 0 0,0 0 0 0 0,0 1 0 0 0,1 0 0 0 0,1 1 0 0 0,0 0 0 0 0,1 0 0 0 0,-7 15 0 0 0,-1 5 3 0 0,1 1 0 0 0,-10 41 0 0 0,19-59 5 0 0,2-1 0 0 0,0 1 0 0 0,1-1 0 0 0,0 1 0 0 0,1 29 0 0 0,1-40-17 0 0,0 1 1 0 0,1-1-1 0 0,0 0 0 0 0,-1 1 1 0 0,2-1-1 0 0,-1 0 0 0 0,0 0 1 0 0,1 0-1 0 0,0 0 0 0 0,0 0 1 0 0,0 0-1 0 0,0 0 1 0 0,0-1-1 0 0,1 1 0 0 0,0-1 1 0 0,0 1-1 0 0,0-1 0 0 0,0 0 1 0 0,0 0-1 0 0,1-1 0 0 0,-1 1 1 0 0,1-1-1 0 0,0 1 1 0 0,5 1-1 0 0,-5-1-24 0 0,1-1-1 0 0,0 0 1 0 0,0-1 0 0 0,0 1-1 0 0,0-1 1 0 0,1 0 0 0 0,-1 0-1 0 0,0-1 1 0 0,0 1 0 0 0,1-1-1 0 0,-1-1 1 0 0,0 1 0 0 0,0 0-1 0 0,0-1 1 0 0,1 0 0 0 0,-1-1-1 0 0,0 1 1 0 0,0-1 0 0 0,0 0-1 0 0,-1 0 1 0 0,1 0 0 0 0,0-1-1 0 0,-1 0 1 0 0,1 0 0 0 0,-1 0-1 0 0,0 0 1 0 0,0-1 0 0 0,0 1-1 0 0,3-6 1 0 0,4-5 18 0 0,-1-1 1 0 0,-1 0-1 0 0,-1 0 1 0 0,0-1-1 0 0,-1 0 1 0 0,-1-1-1 0 0,0 1 0 0 0,5-27 1 0 0,0 4 318 0 0,-10 35-233 0 0,12-50 186 0 0,-13 51-305 0 0,2-5-164 0 0,-10 32 233 0 0,1 1 0 0 0,2-1 0 0 0,-4 29 0 0 0,8-42-3 0 0,1 0 0 0 0,-1 0-1 0 0,2 0 1 0 0,-1 0 0 0 0,2 0-1 0 0,-1 0 1 0 0,1 0 0 0 0,1 0-1 0 0,8 20 1 0 0,-9-27-25 0 0,0 0 1 0 0,1 0-1 0 0,-1 0 1 0 0,1 0-1 0 0,0 0 1 0 0,0 0-1 0 0,1-1 1 0 0,-1 1-1 0 0,1-1 1 0 0,0 0-1 0 0,0 0 0 0 0,0-1 1 0 0,6 4-1 0 0,-3-2-116 0 0,1-1 0 0 0,-1-1 0 0 0,1 1 0 0 0,-1-1 0 0 0,1-1 0 0 0,0 1 1 0 0,-1-2-1 0 0,9 1 0 0 0,-6 0-99 0 0,0-1 0 0 0,0-1 0 0 0,0 0 0 0 0,0-1 0 0 0,-1 0 0 0 0,1 0 0 0 0,0-1 0 0 0,-1 0 0 0 0,0 0 0 0 0,0-1 0 0 0,0-1 0 0 0,0 1 0 0 0,13-11 0 0 0,-12 6 63 0 0,-1-1 1 0 0,1 0 0 0 0,-2-1-1 0 0,0 0 1 0 0,0 0-1 0 0,-1 0 1 0 0,0-1 0 0 0,-1-1-1 0 0,8-21 1 0 0,-2-2 96 0 0,-2 0 0 0 0,7-46 1 0 0,-6 20 2605 0 0,4-115 1 0 0,-15 174-2301 0 0,-2 5-118 0 0,-2 2-71 0 0,1-1 1 0 0,0 1-1 0 0,0-1 0 0 0,1 1 1 0 0,-1 0-1 0 0,1 0 0 0 0,0 0 1 0 0,0 1-1 0 0,-2 4 0 0 0,-14 48 533 0 0,8-22-231 0 0,-21 68 730 0 0,-18 112 0 0 0,-4 111 369 0 0,51-308-1391 0 0,-68 723 1347 0 0,69-725-1398 0 0,-3 98 117 0 0,-7 64-1798 0 0,6-166-885 0 0,-28-55-14582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6:59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2548 0 0,'4'-9'859'0'0,"0"-1"1"0"0,0 1-1 0 0,1 0 0 0 0,0 0 0 0 0,7-8 1 0 0,-8 13-665 0 0,0-1 1 0 0,1 1 0 0 0,-1 0 0 0 0,1 0 0 0 0,0 0-1 0 0,0 1 1 0 0,0 0 0 0 0,1 0 0 0 0,9-4 0 0 0,0 2-76 0 0,0 0 1 0 0,1 2 0 0 0,-1-1 0 0 0,1 2-1 0 0,-1 0 1 0 0,1 1 0 0 0,0 1-1 0 0,0 0 1 0 0,-1 1 0 0 0,1 1 0 0 0,0 1-1 0 0,-1 0 1 0 0,29 9 0 0 0,-17-2-55 0 0,0 1 0 0 0,0 1 0 0 0,-1 1-1 0 0,-1 1 1 0 0,0 2 0 0 0,37 30 0 0 0,-54-39 32 0 0,0-1 0 0 0,-1 2 0 0 0,0-1 0 0 0,0 1 0 0 0,0 0 0 0 0,-1 1 0 0 0,-1-1 0 0 0,1 1 0 0 0,4 12 0 0 0,-8-17-30 0 0,-1 0-1 0 0,1 1 1 0 0,-1-1-1 0 0,0 1 1 0 0,-1-1-1 0 0,1 0 1 0 0,-1 1-1 0 0,0-1 1 0 0,0 1-1 0 0,0-1 1 0 0,0 1-1 0 0,-1-1 1 0 0,0 1-1 0 0,0-1 0 0 0,0 1 1 0 0,-1-1-1 0 0,1 0 1 0 0,-1 0-1 0 0,0 0 1 0 0,0 0-1 0 0,0 0 1 0 0,-1 0-1 0 0,-2 3 1 0 0,-5 4 29 0 0,0-1 1 0 0,0 0 0 0 0,-1 0-1 0 0,0-2 1 0 0,0 1-1 0 0,-1-1 1 0 0,0-1 0 0 0,0 0-1 0 0,-1-1 1 0 0,0 0 0 0 0,0-1-1 0 0,-28 7 1 0 0,18-6-128 0 0,0-2 0 0 0,0-1 1 0 0,-1-1-1 0 0,1 0 0 0 0,-1-2 0 0 0,-43-5 0 0 0,66 5-27 0 0,0 0 0 0 0,0-1 0 0 0,0 1-1 0 0,1 0 1 0 0,-1 0 0 0 0,0 0 0 0 0,0 0-1 0 0,0-1 1 0 0,0 1 0 0 0,0-1 0 0 0,0 1-1 0 0,1 0 1 0 0,-1-1 0 0 0,0 1-1 0 0,0-1 1 0 0,1 0 0 0 0,-1 1 0 0 0,-1-2-1 0 0,0 0-168 0 0,2 2 145 0 0,-1-1 1 0 0,0 1-1 0 0,1-1 0 0 0,-1 0 0 0 0,1 1 0 0 0,-1-1 0 0 0,1 0 1 0 0,-1 1-1 0 0,1-1 0 0 0,-1 0 0 0 0,1 0 0 0 0,0 1 0 0 0,-1-1 1 0 0,1 0-1 0 0,0 0 0 0 0,0 0 0 0 0,0 1 0 0 0,0-1 0 0 0,0 0 1 0 0,0 0-1 0 0,0 0 0 0 0,0 0 0 0 0,0 1 0 0 0,0-1 0 0 0,0 0 1 0 0,0 0-1 0 0,0 0 0 0 0,1-1 0 0 0,10-19-2338 0 0,3 4-568 0 0,2-1-1018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00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1 118 1576 0 0,'23'-115'12487'0'0,"-23"113"-11656"0"0,0 4-547 0 0,4 48 432 0 0,-4 71 0 0 0,-2-44-356 0 0,-16 561 1018 0 0,15-544-956 0 0,16-101-508 0 0,-8 2 31 0 0,0-1 0 0 0,-1 1 0 0 0,1-1 0 0 0,-1 1 0 0 0,-1-1 0 0 0,1 0 0 0 0,4-13 0 0 0,7-9-89 0 0,22-39-69 0 0,-24 41 134 0 0,2 0 1 0 0,1 0-1 0 0,30-36 1 0 0,-45 59 66 0 0,1 1-1 0 0,0 0 1 0 0,-1 0 0 0 0,1 0-1 0 0,0 1 1 0 0,0-1 0 0 0,0 0-1 0 0,0 1 1 0 0,0-1 0 0 0,1 1 0 0 0,-1 0-1 0 0,0-1 1 0 0,1 1 0 0 0,-1 0-1 0 0,1 1 1 0 0,-1-1 0 0 0,1 0-1 0 0,-1 1 1 0 0,1-1 0 0 0,0 1 0 0 0,-1 0-1 0 0,1 0 1 0 0,2 0 0 0 0,-3 0 8 0 0,0 1 1 0 0,0 0-1 0 0,1-1 0 0 0,-1 1 1 0 0,0 0-1 0 0,0 0 1 0 0,-1 0-1 0 0,1 0 1 0 0,0 0-1 0 0,0 1 1 0 0,0-1-1 0 0,-1 1 1 0 0,1-1-1 0 0,-1 1 1 0 0,1-1-1 0 0,-1 1 1 0 0,0 0-1 0 0,0 0 1 0 0,1 0-1 0 0,-1 0 1 0 0,1 3-1 0 0,2 4 5 0 0,-1 1 0 0 0,0-1 0 0 0,2 14 0 0 0,-3-13 11 0 0,3 13 40 0 0,-2 0 1 0 0,0 41 0 0 0,-3-42 3 0 0,1 0-1 0 0,1-1 1 0 0,8 35-1 0 0,-9-53-67 0 0,0 0-1 0 0,0 0 0 0 0,1-1 0 0 0,-1 1 1 0 0,1 0-1 0 0,-1-1 0 0 0,1 1 0 0 0,0-1 1 0 0,0 1-1 0 0,0-1 0 0 0,0 0 0 0 0,1 0 1 0 0,-1 0-1 0 0,1 0 0 0 0,-1 0 0 0 0,1-1 1 0 0,0 1-1 0 0,-1-1 0 0 0,1 0 0 0 0,0 1 1 0 0,0-1-1 0 0,0-1 0 0 0,0 1 1 0 0,0 0-1 0 0,0-1 0 0 0,0 1 0 0 0,0-1 1 0 0,0 0-1 0 0,0 0 0 0 0,4-1 0 0 0,0 1-99 0 0,0 0 0 0 0,0-1 0 0 0,0-1 0 0 0,1 1 0 0 0,-1-1 0 0 0,-1 0 0 0 0,1-1 0 0 0,0 1 0 0 0,0-1 0 0 0,-1-1 0 0 0,0 1 0 0 0,9-7 0 0 0,-3-1-52 0 0,-1 0 1 0 0,-1 0-1 0 0,0 0 1 0 0,0-2 0 0 0,-1 1-1 0 0,0-1 1 0 0,-2 0-1 0 0,1-1 1 0 0,-1 0-1 0 0,7-24 1 0 0,0-8 694 0 0,-2 0-1 0 0,5-50 1 0 0,-17 95-509 0 0,3-55 1306 0 0,-3 53-1158 0 0,-11 15-107 0 0,8-3-27 0 0,1-1 1 0 0,-1 0-1 0 0,1 1 1 0 0,1 0-1 0 0,0-1 1 0 0,0 1-1 0 0,1 10 1 0 0,-1-7-5 0 0,0 8 41 0 0,1 0-1 0 0,1 0 1 0 0,5 29-1 0 0,-5-41-51 0 0,1-1-1 0 0,0 0 1 0 0,0 0-1 0 0,0 0 1 0 0,1 0-1 0 0,0 0 1 0 0,0 0-1 0 0,1-1 1 0 0,0 1-1 0 0,0-1 1 0 0,0 0-1 0 0,9 8 1 0 0,-11-11-304 0 0,1-1 0 0 0,-1 0 0 0 0,1 0 0 0 0,0 0 0 0 0,0 0 0 0 0,0-1 0 0 0,0 1 0 0 0,0-1 0 0 0,0 1 0 0 0,1-1 1 0 0,-1 0-1 0 0,0-1 0 0 0,1 1 0 0 0,-1 0 0 0 0,0-1 0 0 0,1 0 0 0 0,-1 0 0 0 0,1 0 0 0 0,-1 0 0 0 0,0 0 0 0 0,1-1 0 0 0,-1 1 0 0 0,0-1 0 0 0,1 0 0 0 0,-1 0 0 0 0,0-1 0 0 0,0 1 0 0 0,0 0 0 0 0,0-1 0 0 0,0 0 0 0 0,0 0 0 0 0,0 0 1 0 0,0 0-1 0 0,-1 0 0 0 0,1 0 0 0 0,-1-1 0 0 0,0 1 0 0 0,0-1 0 0 0,0 0 0 0 0,4-5 0 0 0,2-9-3715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00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84 2336 0 0,'-20'-26'4607'0'0,"-24"-26"-1"0"0,43 50-4513 0 0,1 2-157 0 0,-1 0 0 0 0,1-1 0 0 0,0 1 0 0 0,0 0 0 0 0,-1 0 0 0 0,1-1 1 0 0,0 1-1 0 0,-1 0 0 0 0,1 0 0 0 0,0 0 0 0 0,0 0 0 0 0,-1-1 0 0 0,1 1 0 0 0,0 0 0 0 0,-1 0 1 0 0,1 0-1 0 0,-1 0 0 0 0,1 0 0 0 0,0 0 0 0 0,-1 0 0 0 0,1 0 0 0 0,0 0 0 0 0,-1 0 0 0 0,1 0 1 0 0,0 0-1 0 0,-1 0 0 0 0,0 0 0 0 0,11 26-3968 0 0,-2-15 615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01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409 115 252 0 0,'14'-8'9497'0'0,"-13"7"-9322"0"0,0 0 0 0 0,0 0 0 0 0,0 0-1 0 0,0 0 1 0 0,0-1 0 0 0,0 1 0 0 0,0 0 0 0 0,-1-1 0 0 0,1 1 0 0 0,0-1 0 0 0,-1 1 0 0 0,1-1 0 0 0,-1 1-1 0 0,0-1 1 0 0,1 1 0 0 0,-1-1 0 0 0,0 1 0 0 0,0-1 0 0 0,0 1 0 0 0,0-1 0 0 0,0 1 0 0 0,-1-3 0 0 0,1 1-27 0 0,-1 0 0 0 0,-1 1 0 0 0,1-1 0 0 0,0 0 0 0 0,-1 1 0 0 0,1-1 0 0 0,-1 1 0 0 0,0-1 1 0 0,0 1-1 0 0,0 0 0 0 0,-2-3 0 0 0,-1 1-73 0 0,0 0-1 0 0,0 0 1 0 0,-1 0 0 0 0,1 0-1 0 0,-1 1 1 0 0,0 0 0 0 0,0 0-1 0 0,0 0 1 0 0,-10-2-1 0 0,6 4-59 0 0,0 0 0 0 0,0 1-1 0 0,0 0 1 0 0,0 0-1 0 0,0 1 1 0 0,0 1-1 0 0,0 0 1 0 0,1 0-1 0 0,-1 1 1 0 0,1 0 0 0 0,-1 0-1 0 0,-11 7 1 0 0,3 0-16 0 0,1 1 0 0 0,-1 0 0 0 0,2 1 0 0 0,-27 25 0 0 0,33-27 11 0 0,0 0 1 0 0,0 1 0 0 0,1 0 0 0 0,1 0 0 0 0,0 1 0 0 0,0 1 0 0 0,1-1 0 0 0,1 1 0 0 0,-6 15 0 0 0,10-23-24 0 0,1 1 1 0 0,-1-1 0 0 0,1 0 0 0 0,0 0 0 0 0,0 1 0 0 0,1-1-1 0 0,0 0 1 0 0,0 1 0 0 0,0-1 0 0 0,0 0 0 0 0,1 1 0 0 0,0-1-1 0 0,0 0 1 0 0,1 0 0 0 0,-1 0 0 0 0,1 0 0 0 0,0 0 0 0 0,0 0 0 0 0,1 0-1 0 0,-1 0 1 0 0,1-1 0 0 0,0 1 0 0 0,1-1 0 0 0,-1 0 0 0 0,1 0-1 0 0,-1 0 1 0 0,6 3 0 0 0,2 1-346 0 0,1 0 0 0 0,0 0-1 0 0,0-2 1 0 0,1 1 0 0 0,0-2-1 0 0,0 1 1 0 0,0-2 0 0 0,24 6 0 0 0,-10-5-1444 0 0,1-1 0 0 0,-1-2 1 0 0,44 0-1 0 0,-32-4-1611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02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292 763 1364 0 0,'1'-2'415'0'0,"1"-4"640"0"0,0-1-1 0 0,0 1 0 0 0,0-1 1 0 0,-1 1-1 0 0,1-1 1 0 0,-2 1-1 0 0,1-1 0 0 0,-1 0 1 0 0,0-9-1 0 0,-1 14-946 0 0,1 0-1 0 0,-1 0 1 0 0,0 0 0 0 0,0 0 0 0 0,1 1-1 0 0,-1-1 1 0 0,0 0 0 0 0,-1 0-1 0 0,1 1 1 0 0,0-1 0 0 0,0 1-1 0 0,-1-1 1 0 0,1 1 0 0 0,-1-1-1 0 0,1 1 1 0 0,-1 0 0 0 0,0 0-1 0 0,0 0 1 0 0,1 0 0 0 0,-1 0-1 0 0,0 0 1 0 0,0 0 0 0 0,0 1 0 0 0,-3-2-1 0 0,-1 0 24 0 0,-1 1 0 0 0,1 0 0 0 0,-1 0 0 0 0,-10-1-1 0 0,10 3-107 0 0,0 0 0 0 0,0 0 0 0 0,1 0 0 0 0,-1 0 0 0 0,0 1 0 0 0,1 0-1 0 0,-1 1 1 0 0,1 0 0 0 0,0 0 0 0 0,0 0 0 0 0,0 0 0 0 0,0 1 0 0 0,1 0-1 0 0,0 0 1 0 0,-7 7 0 0 0,-4 5 7 0 0,0 2 0 0 0,-25 36 0 0 0,35-45-14 0 0,1-1-1 0 0,0 1 1 0 0,0 0-1 0 0,0 1 0 0 0,1-1 1 0 0,1 1-1 0 0,0 0 0 0 0,0 0 1 0 0,1 0-1 0 0,0 0 1 0 0,0 12-1 0 0,2-17-22 0 0,0-1 1 0 0,0 1-1 0 0,0 0 0 0 0,1-1 0 0 0,0 1 1 0 0,0-1-1 0 0,0 1 0 0 0,1-1 0 0 0,-1 0 1 0 0,1 0-1 0 0,0 1 0 0 0,0-1 0 0 0,1 0 1 0 0,-1-1-1 0 0,1 1 0 0 0,0 0 1 0 0,0-1-1 0 0,0 1 0 0 0,0-1 0 0 0,0 0 1 0 0,1 0-1 0 0,0 0 0 0 0,-1-1 0 0 0,1 1 1 0 0,0-1-1 0 0,1 0 0 0 0,3 2 0 0 0,-4-3-17 0 0,0 1 0 0 0,0-1 0 0 0,0 1 0 0 0,1-1-1 0 0,-1 0 1 0 0,0-1 0 0 0,0 1 0 0 0,1-1 0 0 0,-1 0-1 0 0,0 0 1 0 0,1 0 0 0 0,-1 0 0 0 0,0-1 0 0 0,0 0-1 0 0,1 0 1 0 0,-1 0 0 0 0,0 0 0 0 0,0-1 0 0 0,7-3-1 0 0,-5 1 0 0 0,-1 0 0 0 0,0 0 0 0 0,0 0 0 0 0,0-1 0 0 0,0 1 0 0 0,-1-1 0 0 0,0 0 0 0 0,0 0 0 0 0,0-1 0 0 0,-1 1 0 0 0,0-1 0 0 0,5-10 0 0 0,3-14 13 0 0,-1 0 1 0 0,8-47-1 0 0,-5 22 376 0 0,-7 11-247 0 0,-7 38-234 0 0,-6 28 114 0 0,-15 91 458 0 0,20-96-384 0 0,1-1 1 0 0,0 1-1 0 0,1 0 0 0 0,5 31 1 0 0,-3-41-98 0 0,0 0 1 0 0,0 0 0 0 0,0-1 0 0 0,1 1 0 0 0,0-1 0 0 0,0 0 0 0 0,1 0-1 0 0,-1 0 1 0 0,2 0 0 0 0,-1-1 0 0 0,0 1 0 0 0,1-1 0 0 0,0 0 0 0 0,0-1-1 0 0,1 1 1 0 0,-1-1 0 0 0,1 0 0 0 0,0 0 0 0 0,0-1 0 0 0,0 1 0 0 0,1-2-1 0 0,-1 1 1 0 0,1-1 0 0 0,-1 1 0 0 0,1-2 0 0 0,0 1 0 0 0,0-1 0 0 0,0 0-1 0 0,0-1 1 0 0,0 1 0 0 0,0-1 0 0 0,0-1 0 0 0,0 1 0 0 0,0-1 0 0 0,0-1 0 0 0,0 1-1 0 0,-1-1 1 0 0,1 0 0 0 0,0-1 0 0 0,-1 1 0 0 0,0-1 0 0 0,1-1 0 0 0,8-6-1 0 0,-3 1-181 0 0,-1-1 0 0 0,0-1 0 0 0,-1 0 0 0 0,0 0 0 0 0,-1-1 0 0 0,-1-1 0 0 0,1 1 0 0 0,9-22-1 0 0,2-11-242 0 0,19-59 0 0 0,-15 30 772 0 0,-3-2-1 0 0,-4 0 1 0 0,-3-1-1 0 0,-4 0 1 0 0,1-117 0 0 0,-10 193-318 0 0,-1 1 0 0 0,0-1 1 0 0,0 1-1 0 0,0-1 0 0 0,0 1 1 0 0,0-1-1 0 0,0 0 1 0 0,0 1-1 0 0,0-1 0 0 0,0 1 1 0 0,0-1-1 0 0,0 1 0 0 0,0-1 1 0 0,0 1-1 0 0,-1-1 0 0 0,1 1 1 0 0,0-1-1 0 0,0 1 1 0 0,-1-1-1 0 0,1 1 0 0 0,0-1 1 0 0,0 1-1 0 0,-1-1 0 0 0,1 1 1 0 0,-1 0-1 0 0,1-1 0 0 0,0 1 1 0 0,-1-1-1 0 0,1 1 0 0 0,-1 0 1 0 0,0-1-1 0 0,0 1-2 0 0,0 1-1 0 0,0-1 1 0 0,0 0-1 0 0,1 1 1 0 0,-1-1-1 0 0,0 1 1 0 0,0-1-1 0 0,0 1 0 0 0,0-1 1 0 0,0 1-1 0 0,1-1 1 0 0,-1 1-1 0 0,0 0 1 0 0,0-1-1 0 0,0 2 1 0 0,-25 33-11 0 0,7 3 185 0 0,2 2 0 0 0,1-1 0 0 0,-16 68 1 0 0,23-74-30 0 0,-9 30 100 0 0,3 0 0 0 0,2 1-1 0 0,4 1 1 0 0,-2 95 0 0 0,11-155-284 0 0,0 1 1 0 0,0-1-1 0 0,1 0 1 0 0,0 1-1 0 0,0-1 1 0 0,0 0 0 0 0,1 1-1 0 0,-1-1 1 0 0,1 0-1 0 0,1 0 1 0 0,-1-1-1 0 0,1 1 1 0 0,-1 0-1 0 0,1-1 1 0 0,1 1-1 0 0,-1-1 1 0 0,1 0-1 0 0,-1 0 1 0 0,1 0-1 0 0,0-1 1 0 0,1 1-1 0 0,-1-1 1 0 0,1 0-1 0 0,-1-1 1 0 0,1 1-1 0 0,0-1 1 0 0,0 1-1 0 0,0-1 1 0 0,0-1-1 0 0,0 1 1 0 0,6 0-1 0 0,3 1-230 0 0,0-1 0 0 0,0-1 0 0 0,0 0 0 0 0,0 0-1 0 0,0-2 1 0 0,1 0 0 0 0,-1 0 0 0 0,0-1-1 0 0,-1-1 1 0 0,28-9 0 0 0,-20 3-35 0 0,0-1 0 0 0,-1-1 0 0 0,0-1 1 0 0,-1 0-1 0 0,0-2 0 0 0,-1 0 0 0 0,-1-1 0 0 0,0-1 0 0 0,-1 0 1 0 0,23-31-1 0 0,-1-5-300 0 0,-3-2 0 0 0,44-89-1 0 0,-45 72 803 0 0,27-78 0 0 0,-47 109 585 0 0,-2-2 1 0 0,-2 1 0 0 0,8-69 0 0 0,-6-9 1978 0 0,-14 109-2667 0 0,-4 10-20 0 0,-6 9 2 0 0,4 2-5 0 0,0 1 0 0 0,1 0 1 0 0,0 0-1 0 0,1 1 0 0 0,0-1 1 0 0,-7 26-1 0 0,5-16 50 0 0,-22 62 85 0 0,4 1 0 0 0,4 0-1 0 0,4 2 1 0 0,-10 120 0 0 0,26-190-523 0 0,2 0 0 0 0,0 0 0 0 0,1-1 0 0 0,1 1 0 0 0,6 30-1 0 0,-6-40-172 0 0,1 1 0 0 0,-1-1-1 0 0,1 0 1 0 0,1 0-1 0 0,-1 0 1 0 0,1-1-1 0 0,0 1 1 0 0,1-1-1 0 0,-1 0 1 0 0,1 0-1 0 0,1 0 1 0 0,-1-1-1 0 0,1 0 1 0 0,0 0-1 0 0,7 5 1 0 0,12 3-3188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02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483 81 904 0 0,'0'-4'2381'0'0,"-6"-59"6041"0"0,6 60-8030 0 0,-1-5 866 0 0,0 15-1095 0 0,0 0-1 0 0,0 0 1 0 0,0 0-1 0 0,1 0 1 0 0,0 0-1 0 0,1 0 1 0 0,-1 0-1 0 0,1 0 0 0 0,3 10 1 0 0,0 0 105 0 0,1-1 0 0 0,13 30 0 0 0,-12-33-127 0 0,0 0-1 0 0,1 0 1 0 0,1-1-1 0 0,18 22 1 0 0,-21-28-102 0 0,1-1 0 0 0,-1 0 0 0 0,1 0 1 0 0,0-1-1 0 0,0 1 0 0 0,1-1 0 0 0,-1-1 1 0 0,1 1-1 0 0,0-1 0 0 0,14 4 0 0 0,-17-6-28 0 0,0-1 1 0 0,-1 1-1 0 0,1-1 0 0 0,-1 0 0 0 0,1 0 0 0 0,0 0 1 0 0,-1-1-1 0 0,1 1 0 0 0,-1-1 0 0 0,1 0 0 0 0,-1 0 1 0 0,1 0-1 0 0,-1 0 0 0 0,1-1 0 0 0,-1 1 0 0 0,3-3 1 0 0,4-2 7 0 0,0-1-1 0 0,-1 0 1 0 0,13-11 0 0 0,-7 1 67 0 0,-1 0 0 0 0,0-1 1 0 0,-2 0-1 0 0,0-1 0 0 0,16-33 0 0 0,4-7 715 0 0,-9 13-517 0 0,-22 44-323 0 0,-1 4-76 0 0,1 2 122 0 0,-1-1 0 0 0,0 1 0 0 0,-1-1 0 0 0,1 1 0 0 0,-1 0 0 0 0,1-1-1 0 0,-1 1 1 0 0,0-1 0 0 0,-2 5 0 0 0,-17 36 141 0 0,8-21-61 0 0,-227 575 2149 0 0,111-169-1473 0 0,65-212-549 0 0,52-178-159 0 0,-29 86 95 0 0,33-109-17 0 0,0 1 0 0 0,-1-2 0 0 0,0 1-1 0 0,-2-1 1 0 0,-12 17 0 0 0,18-28-79 0 0,1 0 0 0 0,-1 0-1 0 0,0 0 1 0 0,0 0 0 0 0,-1-1 0 0 0,1 1 0 0 0,-1-1 0 0 0,1 0 0 0 0,-1-1 0 0 0,0 1 0 0 0,0-1-1 0 0,0 0 1 0 0,-1 0 0 0 0,1 0 0 0 0,0-1 0 0 0,-1 0 0 0 0,1 0 0 0 0,-1 0 0 0 0,1-1-1 0 0,-1 0 1 0 0,1 0 0 0 0,-1 0 0 0 0,0-1 0 0 0,1 0 0 0 0,0 0 0 0 0,-1 0 0 0 0,1-1 0 0 0,0 1-1 0 0,-7-4 1 0 0,2 0 53 0 0,0 0 0 0 0,0-1-1 0 0,1 0 1 0 0,0 0 0 0 0,0-1-1 0 0,1 0 1 0 0,0 0 0 0 0,0-1 0 0 0,0 0-1 0 0,1-1 1 0 0,0 0 0 0 0,1 0-1 0 0,-10-19 1 0 0,8 10-218 0 0,1 0 0 0 0,1 0 1 0 0,0-1-1 0 0,1 1 0 0 0,2-1 0 0 0,0-1 0 0 0,1 1 0 0 0,0 0 1 0 0,2 0-1 0 0,0-1 0 0 0,1 1 0 0 0,2 0 0 0 0,-1-1 0 0 0,2 1 1 0 0,1 1-1 0 0,0-1 0 0 0,1 1 0 0 0,1 0 0 0 0,1 0 0 0 0,1 1 1 0 0,0 0-1 0 0,1 0 0 0 0,1 1 0 0 0,23-28 0 0 0,-8 18-921 0 0,1 0 0 0 0,0 2 0 0 0,62-40 0 0 0,-40 34-3935 0 0,98-43 0 0 0,-87 49-2059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03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2412 0 0,'45'-15'9479'0'0,"-42"14"-8419"0"0,12-4 2725 0 0,-10 2-2115 0 0,8 0-4668 0 0,-13 3 2902 0 0,0 0 0 0 0,0 0 0 0 0,1 0 0 0 0,-1 1 0 0 0,0-1 0 0 0,0 0 0 0 0,1 0 0 0 0,-1 0 0 0 0,0 1 0 0 0,0-1 0 0 0,0 0 0 0 0,1 1 0 0 0,-1-1 0 0 0,0 0 0 0 0,0 0 0 0 0,0 1 0 0 0,0-1 0 0 0,0 0 0 0 0,0 1 0 0 0,0-1 0 0 0,0 0 0 0 0,0 0 0 0 0,0 1 0 0 0,0-1 0 0 0,0 0 0 0 0,0 1 0 0 0,0-1 0 0 0,0 0 0 0 0,0 1 0 0 0,0-1 0 0 0,0 0 0 0 0,0 1 0 0 0,0-1 0 0 0,0 0 0 0 0,0 0 0 0 0,-1 1 0 0 0,1-1 0 0 0,0 0 0 0 0,0 0 0 0 0,0 1 0 0 0,-1-1 0 0 0,-11 15-2884 0 0,7-9 1192 0 0,-6 6-2416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04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1392 0 0,'-3'13'7562'0'0,"2"-7"-7002"0"0,-2 14 5666 0 0,3-19-6114 0 0,0-1 1 0 0,0 1 0 0 0,1 0-1 0 0,-1-1 1 0 0,0 1 0 0 0,0-1-1 0 0,0 1 1 0 0,0 0 0 0 0,1-1-1 0 0,-1 1 1 0 0,0-1 0 0 0,1 1-1 0 0,-1 0 1 0 0,0-1 0 0 0,1 1-1 0 0,-1-1 1 0 0,1 1 0 0 0,-1-1-1 0 0,1 1 1 0 0,-1-1 0 0 0,1 0-1 0 0,-1 1 1 0 0,1-1 0 0 0,-1 0-1 0 0,1 1 1 0 0,0-1 0 0 0,0 0-1 0 0,1 1-897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06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56 119 744 0 0,'-1'-2'2068'0'0,"-36"-32"5812"0"0,36 32-7279 0 0,-1 1-445 0 0,0-1-1 0 0,1 1 0 0 0,-1-1 1 0 0,1 0-1 0 0,0 0 1 0 0,0 0-1 0 0,0 0 1 0 0,0 0-1 0 0,0 0 1 0 0,0 0-1 0 0,0 0 1 0 0,1 0-1 0 0,-1 0 1 0 0,0-4-1 0 0,4 5-154 0 0,0 1 0 0 0,0-1 0 0 0,0 1 0 0 0,0 0 0 0 0,0 0 0 0 0,0 0 0 0 0,-1 0 0 0 0,1 1 0 0 0,0-1 0 0 0,0 1 0 0 0,0 0 1 0 0,0 0-1 0 0,0 0 0 0 0,-1 0 0 0 0,1 0 0 0 0,0 1 0 0 0,-1-1 0 0 0,1 1 0 0 0,-1-1 0 0 0,0 1 0 0 0,1 0 0 0 0,1 2 0 0 0,4 3 9 0 0,0 0-1 0 0,-1 1 1 0 0,0 0 0 0 0,0 0 0 0 0,8 14 0 0 0,-8-9 9 0 0,-1-1 0 0 0,-1 1 1 0 0,0 1-1 0 0,-1-1 0 0 0,0 1 0 0 0,-1 0 1 0 0,0 0-1 0 0,-1 0 0 0 0,-1 0 0 0 0,0 0 0 0 0,-1 1 1 0 0,-1-1-1 0 0,0 0 0 0 0,-1 0 0 0 0,0 0 1 0 0,-1 0-1 0 0,-1 0 0 0 0,-8 20 0 0 0,-5 10 141 0 0,17-43-156 0 0,0 0 0 0 0,0-1 1 0 0,-1 1-1 0 0,1 0 1 0 0,0-1-1 0 0,-1 1 1 0 0,1-1-1 0 0,-1 1 0 0 0,1 0 1 0 0,-1-1-1 0 0,1 1 1 0 0,-1-1-1 0 0,1 1 0 0 0,-1-1 1 0 0,1 1-1 0 0,-1-1 1 0 0,1 0-1 0 0,-1 1 0 0 0,0-1 1 0 0,1 0-1 0 0,-1 1 1 0 0,0-1-1 0 0,1 0 0 0 0,-1 0 1 0 0,0 1-1 0 0,0-1 1 0 0,1 0-1 0 0,-1 0 1 0 0,0 0-1 0 0,1 0 0 0 0,-1 0 1 0 0,0 0-1 0 0,0 0 1 0 0,1-1-1 0 0,-1 1 0 0 0,0 0 1 0 0,1 0-1 0 0,-1 0 1 0 0,0-1-1 0 0,1 1 0 0 0,-1 0 1 0 0,0-1-1 0 0,1 1 1 0 0,-1 0-1 0 0,0-1 0 0 0,1 1 1 0 0,-1-1-1 0 0,1 1 1 0 0,-1-1-1 0 0,1 0 1 0 0,-1 1-1 0 0,1-1 0 0 0,0 1 1 0 0,-1-1-1 0 0,1 0 1 0 0,-1 0-1 0 0,-1-7-3 0 0,0 1 0 0 0,1-1-1 0 0,-1 0 1 0 0,1 1 0 0 0,1-1 0 0 0,0 0-1 0 0,0 0 1 0 0,0 0 0 0 0,1 1 0 0 0,0-1-1 0 0,1 0 1 0 0,2-9 0 0 0,2-5-13 0 0,1 0-1 0 0,1 1 1 0 0,13-24 0 0 0,-10 25-5 0 0,1 0 1 0 0,1 1-1 0 0,1 1 1 0 0,0 0-1 0 0,23-21 1 0 0,-24 27-22 0 0,0 0 0 0 0,1 1 0 0 0,1 0 0 0 0,0 1 1 0 0,0 1-1 0 0,1 0 0 0 0,23-9 0 0 0,-35 16 28 0 0,1 1-1 0 0,0-1 1 0 0,0 1 0 0 0,0 0-1 0 0,1 0 1 0 0,-1 0-1 0 0,0 1 1 0 0,0 0 0 0 0,0 0-1 0 0,0 0 1 0 0,1 0-1 0 0,-1 1 1 0 0,0 0-1 0 0,0 0 1 0 0,0 1 0 0 0,0-1-1 0 0,0 1 1 0 0,0 0-1 0 0,-1 0 1 0 0,1 1 0 0 0,-1-1-1 0 0,1 1 1 0 0,-1 0-1 0 0,0 0 1 0 0,0 1-1 0 0,0-1 1 0 0,0 1 0 0 0,-1 0-1 0 0,0 0 1 0 0,1 0-1 0 0,-1 0 1 0 0,3 7 0 0 0,-1-1 16 0 0,1 1 1 0 0,-2-1 0 0 0,0 1-1 0 0,0 0 1 0 0,-1 0 0 0 0,0 0-1 0 0,-1 0 1 0 0,0 1 0 0 0,-1-1-1 0 0,0 0 1 0 0,-1 1 0 0 0,0-1 0 0 0,-3 22-1 0 0,-6 10 84 0 0,-24 74-1 0 0,30-105-57 0 0,3-10-17 0 0,-1 1 0 0 0,1 0 0 0 0,-1-1 0 0 0,0 1 1 0 0,1-1-1 0 0,-1 1 0 0 0,0-1 0 0 0,0 1 0 0 0,-1-1 0 0 0,1 0 1 0 0,0 1-1 0 0,-1-1 0 0 0,1 0 0 0 0,-1 0 0 0 0,0 0 0 0 0,0 0 1 0 0,0 0-1 0 0,-2 1 0 0 0,3-3-13 0 0,1 0 1 0 0,-1-1 0 0 0,1 1-1 0 0,0 0 1 0 0,-1-1-1 0 0,1 1 1 0 0,-1 0-1 0 0,1-1 1 0 0,-1 1-1 0 0,1-1 1 0 0,0 1-1 0 0,-1 0 1 0 0,1-1-1 0 0,0 1 1 0 0,-1-1-1 0 0,1 1 1 0 0,0-1-1 0 0,0 1 1 0 0,0-1-1 0 0,-1 1 1 0 0,1-1-1 0 0,0 0 1 0 0,0 1-1 0 0,0-1 1 0 0,0 0-1 0 0,-4-19-16 0 0,5 5 5 0 0,1 0 0 0 0,0 0-1 0 0,1 0 1 0 0,1 1-1 0 0,0-1 1 0 0,1 1 0 0 0,0 0-1 0 0,1 1 1 0 0,1-1-1 0 0,0 1 1 0 0,18-24 0 0 0,-15 24-14 0 0,0 1 0 0 0,0 0 1 0 0,2 0-1 0 0,-1 1 0 0 0,1 0 1 0 0,1 1-1 0 0,0 0 0 0 0,0 1 1 0 0,1 1-1 0 0,0 0 0 0 0,20-7 1 0 0,-29 12 8 0 0,0 2 0 0 0,1-1 0 0 0,-1 0 0 0 0,1 1 0 0 0,-1 0 1 0 0,1 0-1 0 0,-1 1 0 0 0,1 0 0 0 0,-1 0 0 0 0,1 0 0 0 0,0 0 1 0 0,-1 1-1 0 0,1 0 0 0 0,-1 0 0 0 0,1 1 0 0 0,-1 0 0 0 0,0-1 1 0 0,0 2-1 0 0,1-1 0 0 0,-1 1 0 0 0,-1-1 0 0 0,1 1 0 0 0,0 1 0 0 0,-1-1 1 0 0,1 1-1 0 0,-1-1 0 0 0,0 1 0 0 0,-1 0 0 0 0,1 1 0 0 0,-1-1 1 0 0,1 1-1 0 0,4 9 0 0 0,-4-4 28 0 0,0 0-1 0 0,-1 0 1 0 0,0 0 0 0 0,-1 1 0 0 0,0-1 0 0 0,0 0-1 0 0,-1 1 1 0 0,-1 0 0 0 0,0-1 0 0 0,0 1 0 0 0,-1-1-1 0 0,-2 12 1 0 0,-4 14-70 0 0,-24 71 0 0 0,31-107 56 0 0,-4 10-569 0 0,1 0 0 0 0,0 1 0 0 0,1 0 0 0 0,0-1 0 0 0,0 14 0 0 0,2-23 481 0 0,0 0 0 0 0,1 0 1 0 0,-1 0-1 0 0,1 0 0 0 0,-1 0 0 0 0,1 0 0 0 0,-1 0 1 0 0,1 0-1 0 0,-1-1 0 0 0,1 1 0 0 0,0 0 0 0 0,-1 0 1 0 0,1 0-1 0 0,0-1 0 0 0,0 1 0 0 0,0 0 0 0 0,0-1 1 0 0,0 1-1 0 0,-1 0 0 0 0,1-1 0 0 0,0 1 1 0 0,0-1-1 0 0,0 0 0 0 0,1 1 0 0 0,-1-1 0 0 0,0 0 1 0 0,0 0-1 0 0,0 1 0 0 0,0-1 0 0 0,0 0 0 0 0,0 0 1 0 0,0 0-1 0 0,0 0 0 0 0,0-1 0 0 0,0 1 0 0 0,2-1 1 0 0,20-3-1137 0 0,0-1-1 0 0,27-10 1 0 0,-25 4 394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06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98 263 1656 0 0,'24'-15'1503'0'0,"-1"-1"0"0"0,0-1 0 0 0,26-27 0 0 0,-42 37-965 0 0,-1-1 0 0 0,0 1-1 0 0,0-1 1 0 0,0 0 0 0 0,6-15-1 0 0,-10 18-300 0 0,0 0 0 0 0,0 0 0 0 0,0 0 0 0 0,-1 0 0 0 0,0 0 0 0 0,0 0 1 0 0,-1 0-1 0 0,1 0 0 0 0,-1 0 0 0 0,0 0 0 0 0,-2-10 0 0 0,2 14-201 0 0,0-1 0 0 0,0 0 0 0 0,-1 0 1 0 0,1 0-1 0 0,-1 1 0 0 0,1-1 1 0 0,-1 0-1 0 0,0 0 0 0 0,0 1 0 0 0,0-1 1 0 0,0 1-1 0 0,0-1 0 0 0,0 1 1 0 0,0-1-1 0 0,0 1 0 0 0,-1-1 0 0 0,1 1 1 0 0,0 0-1 0 0,-1 0 0 0 0,1 0 1 0 0,-1 0-1 0 0,0 0 0 0 0,1 0 0 0 0,-1 0 1 0 0,0 1-1 0 0,1-1 0 0 0,-1 0 1 0 0,0 1-1 0 0,0-1 0 0 0,0 1 0 0 0,0 0 1 0 0,1 0-1 0 0,-1 0 0 0 0,-2 0 1 0 0,-2 0-26 0 0,0 1 1 0 0,0 0 0 0 0,0 0-1 0 0,1 1 1 0 0,-1-1 0 0 0,0 1-1 0 0,1 1 1 0 0,0-1 0 0 0,-10 6-1 0 0,2 1-20 0 0,1 0 1 0 0,0 0-1 0 0,0 1 0 0 0,1 0 0 0 0,0 1 0 0 0,1 1 0 0 0,1 0 0 0 0,-1 0 0 0 0,2 0 0 0 0,0 1 0 0 0,0 1 1 0 0,2-1-1 0 0,-1 1 0 0 0,2 0 0 0 0,0 1 0 0 0,-5 19 0 0 0,10-30 8 0 0,-1 1 0 0 0,1-1 0 0 0,0 0 0 0 0,0 1 0 0 0,0-1 0 0 0,0 0 0 0 0,1 1 0 0 0,0-1 0 0 0,0 0 0 0 0,0 0 0 0 0,1 0 0 0 0,-1 1 0 0 0,1-2-1 0 0,0 1 1 0 0,3 5 0 0 0,-4-7 4 0 0,2 1 0 0 0,-1-1 0 0 0,0 0 0 0 0,0 1-1 0 0,1-1 1 0 0,-1 0 0 0 0,1 0 0 0 0,0-1-1 0 0,-1 1 1 0 0,1-1 0 0 0,0 1 0 0 0,0-1 0 0 0,0 0-1 0 0,0 0 1 0 0,0 0 0 0 0,0 0 0 0 0,1-1-1 0 0,-1 1 1 0 0,0-1 0 0 0,0 0 0 0 0,0 0 0 0 0,6-1-1 0 0,-1 1 1 0 0,1-1 0 0 0,-1-1 0 0 0,0 1-1 0 0,0-2 1 0 0,0 1 0 0 0,-1-1 0 0 0,1 0-1 0 0,-1 0 1 0 0,1-1 0 0 0,-1 0 0 0 0,0-1-1 0 0,0 1 1 0 0,-1-1 0 0 0,0-1 0 0 0,1 1 0 0 0,-2-1-1 0 0,1 0 1 0 0,-1 0 0 0 0,0-1 0 0 0,0 1-1 0 0,5-11 1 0 0,2-10 258 0 0,0-1 0 0 0,-2 0-1 0 0,-1-1 1 0 0,-2 0 0 0 0,7-51 0 0 0,-13 78-249 0 0,-1-8-58 0 0,1 13 42 0 0,2 27-4 0 0,-1 21-335 0 0,2 0 0 0 0,22 97-1 0 0,-24-141-277 0 0,0 1 0 0 0,1-1 0 0 0,0 0 0 0 0,8 13-1 0 0,11 6-5742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07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6 236 492 0 0,'-5'-74'8063'0'0,"4"28"-5818"0"0,1 45-2221 0 0,0 0 1 0 0,0 0 0 0 0,0 0 0 0 0,0 0-1 0 0,1 0 1 0 0,-1 0 0 0 0,0 0 0 0 0,1 0-1 0 0,-1-1 1 0 0,1 1 0 0 0,-1 0 0 0 0,1 0-1 0 0,-1 1 1 0 0,1-1 0 0 0,0 0 0 0 0,-1 0-1 0 0,1 0 1 0 0,0 0 0 0 0,0 0 0 0 0,0 1-1 0 0,0-1 1 0 0,-1 0 0 0 0,1 1 0 0 0,0-1-1 0 0,0 1 1 0 0,0-1 0 0 0,0 1 0 0 0,0-1-1 0 0,1 1 1 0 0,-1 0 0 0 0,0 0 0 0 0,0-1-1 0 0,0 1 1 0 0,0 0 0 0 0,0 0-1 0 0,0 0 1 0 0,2 0 0 0 0,3 0 17 0 0,-1 1-1 0 0,0-1 1 0 0,0 1-1 0 0,0 0 1 0 0,1 0 0 0 0,6 3-1 0 0,-3 0 7 0 0,-1 0 0 0 0,1 0-1 0 0,-1 0 1 0 0,0 1 0 0 0,-1 1 0 0 0,1-1 0 0 0,-1 1-1 0 0,0 0 1 0 0,0 1 0 0 0,-1 0 0 0 0,0 0-1 0 0,0 0 1 0 0,-1 1 0 0 0,1-1 0 0 0,-2 1 0 0 0,1 1-1 0 0,-1-1 1 0 0,0 1 0 0 0,-1-1 0 0 0,0 1-1 0 0,-1 0 1 0 0,0 0 0 0 0,0 1 0 0 0,-1-1 0 0 0,0 0-1 0 0,0 0 1 0 0,-1 1 0 0 0,0-1 0 0 0,-1 0-1 0 0,0 1 1 0 0,-1-1 0 0 0,1 0 0 0 0,-2 0 0 0 0,0 0-1 0 0,0 0 1 0 0,0 0 0 0 0,-1-1 0 0 0,0 0-1 0 0,-1 0 1 0 0,0 0 0 0 0,0 0 0 0 0,0 0 0 0 0,-11 10-1 0 0,11-13 71 0 0,0-1 0 0 0,0 1 0 0 0,0-1 0 0 0,0 0 0 0 0,-1 0 0 0 0,-9 4 0 0 0,13-7-63 0 0,0-5-7 0 0,2 3-47 0 0,0 1 0 0 0,0 0 0 0 0,0 0 0 0 0,-1 0 0 0 0,1-1 0 0 0,0 1 0 0 0,0 0 0 0 0,0 0 0 0 0,0 0 0 0 0,-1-1 0 0 0,1 1 0 0 0,0 0 0 0 0,0 0 0 0 0,0-1 0 0 0,0 1 0 0 0,0 0 0 0 0,0 0 0 0 0,0-1 0 0 0,0 1 0 0 0,0 0 0 0 0,0 0 0 0 0,0-1 0 0 0,0 1 0 0 0,0 0 0 0 0,0-1 0 0 0,0 1 0 0 0,0 0 0 0 0,0 0 0 0 0,0-1 0 0 0,0 1 0 0 0,0 0 0 0 0,0 0 0 0 0,1-1 0 0 0,5-11 3 0 0,0 0-1 0 0,1 0 1 0 0,1 1 0 0 0,0 0-1 0 0,13-13 1 0 0,54-51-24 0 0,-45 47 3 0 0,42-38 6 0 0,-32 32 47 0 0,-1-3 1 0 0,38-47-1 0 0,-76 82-27 0 0,0 0 0 0 0,0 0 0 0 0,0 0 0 0 0,0 1 1 0 0,0-1-1 0 0,0 0 0 0 0,0 0 0 0 0,0 0 0 0 0,-1-1 1 0 0,1 1-1 0 0,-1 0 0 0 0,0 0 0 0 0,0 0 0 0 0,1 0 1 0 0,-1 0-1 0 0,-1-1 0 0 0,1 1 0 0 0,0 0 0 0 0,0 0 0 0 0,-1 0 1 0 0,1 0-1 0 0,-1 0 0 0 0,0 0 0 0 0,0 0 0 0 0,1 0 1 0 0,-3-3-1 0 0,1 4-8 0 0,1 0 0 0 0,-1 0 0 0 0,0 1 1 0 0,0-1-1 0 0,0 0 0 0 0,0 1 0 0 0,0-1 0 0 0,0 1 1 0 0,0 0-1 0 0,0 0 0 0 0,0-1 0 0 0,0 1 0 0 0,0 1 1 0 0,0-1-1 0 0,-2 0 0 0 0,0 1-4 0 0,1-1 0 0 0,-1 1 0 0 0,1-1-1 0 0,0 1 1 0 0,-1 0 0 0 0,1 1 0 0 0,0-1 0 0 0,0 0 0 0 0,-1 1 0 0 0,1 0-1 0 0,0 0 1 0 0,-3 3 0 0 0,-32 29-40 0 0,30-25 34 0 0,0-1 14 0 0,1 1 0 0 0,0 0 0 0 0,1 0 0 0 0,0 1 0 0 0,0 0 0 0 0,1 0 1 0 0,0 1-1 0 0,1-1 0 0 0,0 1 0 0 0,1 0 0 0 0,0 0 0 0 0,0 0 0 0 0,1 0 0 0 0,1 1 1 0 0,0-1-1 0 0,1 1 0 0 0,0-1 0 0 0,2 14 0 0 0,-1-12 17 0 0,1 0 0 0 0,1-1 1 0 0,0 1-1 0 0,0-1 0 0 0,1 0 0 0 0,1 0 0 0 0,0 0 0 0 0,1 0 1 0 0,0-1-1 0 0,0 0 0 0 0,1 0 0 0 0,1-1 0 0 0,0 0 0 0 0,0 0 1 0 0,20 17-1 0 0,-25-25-177 0 0,1 1 1 0 0,0 0 0 0 0,0-1-1 0 0,0 0 1 0 0,1 0 0 0 0,-1 0-1 0 0,0-1 1 0 0,1 1-1 0 0,-1-1 1 0 0,1 0 0 0 0,-1 0-1 0 0,6 0 1 0 0,0-1-1167 0 0,1 0 0 0 0,-1-1 1 0 0,0 0-1 0 0,14-4 0 0 0,-4 1-3469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07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17 300 0 0,'15'-5'18407'0'0,"6"-5"-15973"0"0,-19 8-3063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08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161 431 1712 0 0,'10'-13'11465'0'0,"-9"12"-11102"0"0,1 0 0 0 0,-1-1 1 0 0,0 1-1 0 0,0-1 0 0 0,0 1 1 0 0,0-1-1 0 0,0 0 1 0 0,0 1-1 0 0,0-1 0 0 0,-1 0 1 0 0,1 0-1 0 0,0-2 0 0 0,-1 2-117 0 0,0-25 672 0 0,-5 12-823 0 0,0 0 1 0 0,-1 1-1 0 0,-1 0 1 0 0,0 0-1 0 0,-10-13 0 0 0,-6-7-53 0 0,-46-53 0 0 0,40 53-33 0 0,27 32-56 0 0,0-1 0 0 0,0 1 0 0 0,1-1 0 0 0,-1 1 0 0 0,0-1 0 0 0,1 1 0 0 0,-2-6-1 0 0,3 7 40 0 0,0 0-1 0 0,0 1 0 0 0,0-1 0 0 0,0 0 0 0 0,0 1 0 0 0,0-1 0 0 0,0 0 1 0 0,0 1-1 0 0,0-1 0 0 0,0 0 0 0 0,1 1 0 0 0,-1-1 0 0 0,0 0 0 0 0,1 1 1 0 0,-1-1-1 0 0,0 1 0 0 0,1-1 0 0 0,-1 1 0 0 0,0-1 0 0 0,1 1 0 0 0,-1-1 1 0 0,1 1-1 0 0,-1-1 0 0 0,1 1 0 0 0,-1-1 0 0 0,1 1 0 0 0,0 0 0 0 0,-1-1 1 0 0,1 1-1 0 0,-1 0 0 0 0,1 0 0 0 0,0-1 0 0 0,-1 1 0 0 0,1 0 0 0 0,0 0 1 0 0,-1 0-1 0 0,1 0 0 0 0,0 0 0 0 0,-1 0 0 0 0,1 0 0 0 0,1 0 0 0 0,242-23-1168 0 0,-97 11 836 0 0,89-11 535 0 0,-192 12 584 0 0,-90 55-793 0 0,1 3 0 0 0,-71 96 0 0 0,92-112 44 0 0,-286 388 569 0 0,300-408-572 0 0,-49 71 214 0 0,24-35 79 0 0,34-46-307 0 0,1 0-14 0 0,0 0 2 0 0,0 0 1 0 0,1 0 0 0 0,-1 0 0 0 0,1 0 0 0 0,-1 0-1 0 0,1 0 1 0 0,-1 0 0 0 0,1 0 0 0 0,0 0 0 0 0,-1 0 0 0 0,1 0-1 0 0,0 0 1 0 0,0 0 0 0 0,-1-1 0 0 0,1 1 0 0 0,0 0-1 0 0,0-1 1 0 0,0 1 0 0 0,0-1 0 0 0,0 1 0 0 0,0-1 0 0 0,0 1-1 0 0,0-1 1 0 0,0 0 0 0 0,0 1 0 0 0,0-1 0 0 0,1 0-1 0 0,-1 0 1 0 0,1 0 0 0 0,47 4 38 0 0,-33-4-32 0 0,158-1 40 0 0,-77-2 56 0 0,-78 1-64 0 0,-15 2-19 0 0,17 0 56 0 0,-21 0-76 0 0,0 0 1 0 0,1-1 0 0 0,-1 1-1 0 0,1 0 1 0 0,-1 0 0 0 0,0 0-1 0 0,1 0 1 0 0,-1 0 0 0 0,1 0-1 0 0,-1 0 1 0 0,1 0 0 0 0,-1 0-1 0 0,1 0 1 0 0,-1 0 0 0 0,0 0-1 0 0,1 0 1 0 0,-1 0-1 0 0,1 0 1 0 0,-1 0 0 0 0,1 0-1 0 0,-1 0 1 0 0,1 1 0 0 0,-1-1 0 0 0,1 0 1 0 0,-1 1-1 0 0,1-1 0 0 0,-1 0 1 0 0,1 0-1 0 0,-1 0 1 0 0,0 0-1 0 0,1 0 1 0 0,-1 0-1 0 0,1 0 1 0 0,-1 0-1 0 0,1 0 0 0 0,-1 0 1 0 0,1 0-1 0 0,-1 0 1 0 0,0 0-1 0 0,1 0 1 0 0,-1 0-1 0 0,1 0 1 0 0,-1 0-1 0 0,1 0 0 0 0,0-1 1 0 0,17 1-172 0 0,6-9-2906 0 0,-18 5 2125 0 0,1 0 1 0 0,-1 1 0 0 0,1 0 0 0 0,0 0 0 0 0,12-2-1 0 0,5-2-3348 0 0,-2-1-64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08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45 1068 0 0,'-3'-1'2560'0'0,"-32"-15"7140"0"0,32 15-8668 0 0,2 1-850 0 0,0-1 0 0 0,0 1-1 0 0,0 0 1 0 0,0-1 0 0 0,0 1 0 0 0,0-1-1 0 0,0 1 1 0 0,0-1 0 0 0,0 0 0 0 0,0 1 0 0 0,1-1-1 0 0,-1 0 1 0 0,0 0 0 0 0,0 0 0 0 0,0-1 0 0 0,1 2-146 0 0,0-1 1 0 0,0 1-1 0 0,0 0 1 0 0,0-1-1 0 0,0 1 1 0 0,1 0-1 0 0,-1-1 1 0 0,0 1-1 0 0,0 0 1 0 0,0 0-1 0 0,1-1 1 0 0,-1 1-1 0 0,0 0 1 0 0,0 0-1 0 0,1-1 1 0 0,-1 1-1 0 0,0 0 1 0 0,1 0-1 0 0,-1 0 1 0 0,0-1-1 0 0,1 1 1 0 0,-1 0-1 0 0,0 0 1 0 0,1 0-1 0 0,-1 0 1 0 0,0 0-1 0 0,1 0 1 0 0,-1 0-1 0 0,1 0 1 0 0,43-5 145 0 0,162 0-1052 0 0,-118 6-2583 0 0,-12-1-3591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09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0 2196 0 0,'-135'52'12343'0'0,"134"-52"-12277"0"0,0 0-1 0 0,0 0 1 0 0,0 1-1 0 0,0-1 1 0 0,0 0-1 0 0,1 1 0 0 0,-1-1 1 0 0,0 1-1 0 0,0-1 1 0 0,0 1-1 0 0,1-1 1 0 0,-1 1-1 0 0,0 0 0 0 0,1-1 1 0 0,-1 1-1 0 0,0 0 1 0 0,1-1-1 0 0,-2 3 1 0 0,2-3-53 0 0,1 1 0 0 0,-1-1 0 0 0,0 0 1 0 0,0 1-1 0 0,0-1 0 0 0,0 1 0 0 0,0-1 1 0 0,0 1-1 0 0,1-1 0 0 0,-1 0 0 0 0,0 1 1 0 0,0-1-1 0 0,1 0 0 0 0,-1 1 0 0 0,0-1 0 0 0,1 0 1 0 0,-1 1-1 0 0,0-1 0 0 0,1 0 0 0 0,-1 1 1 0 0,0-1-1 0 0,1 0 0 0 0,-1 0 0 0 0,0 0 1 0 0,1 1-1 0 0,29 9 84 0 0,-2-7-592 0 0,1-1-1 0 0,-1 0 1 0 0,1-3-1 0 0,34-3 1 0 0,53-15-6509 0 0,-76 9 2665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10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18 186 372 0 0,'-1'-3'2057'0'0,"-5"-16"1413"0"0,4 15-3078 0 0,1 0-1 0 0,-1-1 1 0 0,1 1 0 0 0,0 0 0 0 0,0-1 0 0 0,0 1-1 0 0,0-1 1 0 0,1 0 0 0 0,0 1 0 0 0,0-1-1 0 0,0 1 1 0 0,0-1 0 0 0,1 1 0 0 0,0-1 0 0 0,0 1-1 0 0,2-7 1 0 0,-1 6-340 0 0,1 0-1 0 0,0 1 0 0 0,1-1 1 0 0,-1 1-1 0 0,1-1 1 0 0,0 1-1 0 0,0 0 1 0 0,0 1-1 0 0,1-1 0 0 0,-1 1 1 0 0,1-1-1 0 0,7-3 1 0 0,-3 3-23 0 0,0 0 0 0 0,0 1 1 0 0,1 0-1 0 0,-1 0 0 0 0,1 1 1 0 0,18-2-1 0 0,-13 3-23 0 0,1 1 1 0 0,0 0-1 0 0,-1 1 1 0 0,1 1-1 0 0,0 0 1 0 0,-1 1-1 0 0,0 0 1 0 0,0 2-1 0 0,18 7 1 0 0,-26-9 6 0 0,0 0 1 0 0,0 1-1 0 0,-1 0 0 0 0,1 0 0 0 0,-1 1 1 0 0,0 0-1 0 0,-1 0 0 0 0,1 0 1 0 0,-1 0-1 0 0,0 1 0 0 0,0 0 1 0 0,0 0-1 0 0,-1 1 0 0 0,6 11 0 0 0,-8-13 7 0 0,0 1-1 0 0,0-1 1 0 0,-1 1-1 0 0,0-1 1 0 0,0 1-1 0 0,0-1 1 0 0,-1 1-1 0 0,0 0 1 0 0,0-1-1 0 0,0 1 1 0 0,-1 0-1 0 0,1-1 1 0 0,-1 1-1 0 0,-1-1 1 0 0,1 1-1 0 0,-1-1 1 0 0,0 0-1 0 0,0 1 1 0 0,-1-1-1 0 0,-5 8 1 0 0,0 0 14 0 0,-1 0 1 0 0,-1-1 0 0 0,-1 0-1 0 0,1-1 1 0 0,-2 0-1 0 0,-15 11 1 0 0,-4 1 453 0 0,-43 23-1 0 0,55-30-237 0 0,35-17-259 0 0,-1 2 1 0 0,1 0-1 0 0,0 1 0 0 0,-1 0 1 0 0,0 1-1 0 0,30 10 0 0 0,-15-3 3 0 0,-1 0 4 0 0,0 0 1 0 0,0 2-1 0 0,-1 2 0 0 0,35 21 1 0 0,-45-23 39 0 0,0 1 0 0 0,-1 0-1 0 0,-1 1 1 0 0,0 1 0 0 0,0 1 0 0 0,-2 0 0 0 0,13 18 0 0 0,-24-31-13 0 0,-1 1 0 0 0,0-1 0 0 0,0 1 0 0 0,0 0 0 0 0,-1 0 0 0 0,1-1 0 0 0,-1 1 0 0 0,0 0 0 0 0,0 0 0 0 0,0 0-1 0 0,0 0 1 0 0,-1 0 0 0 0,0 1 0 0 0,0-1 0 0 0,0 0 0 0 0,0 0 0 0 0,-1 4 0 0 0,-1-2 22 0 0,0 0 1 0 0,0-1-1 0 0,0 1 0 0 0,-1-1 1 0 0,1 1-1 0 0,-1-1 0 0 0,-1 0 1 0 0,1 0-1 0 0,-1 0 0 0 0,-6 6 1 0 0,-3 1 79 0 0,0 0 0 0 0,-1-2 0 0 0,0 1 0 0 0,0-2 0 0 0,-1 0 1 0 0,0-1-1 0 0,-22 9 0 0 0,9-7 85 0 0,-1-1 0 0 0,0-1 0 0 0,0-1 0 0 0,-1-2 0 0 0,-34 3 0 0 0,41-7-89 0 0,0-1 0 0 0,-1 0 0 0 0,1-2 0 0 0,0-1 0 0 0,0-1 0 0 0,0 0 0 0 0,-28-11 0 0 0,47 14-203 0 0,0 0 1 0 0,0-1-1 0 0,0 0 0 0 0,1 0 0 0 0,-1 0 0 0 0,0 0 1 0 0,1-1-1 0 0,-1 1 0 0 0,1-1 0 0 0,0 0 0 0 0,0 0 1 0 0,0 0-1 0 0,0-1 0 0 0,0 1 0 0 0,-3-6 0 0 0,6 8-49 0 0,-1-1-1 0 0,1 1 0 0 0,0 0 0 0 0,-1 0 0 0 0,1-1 0 0 0,0 1 0 0 0,0 0 1 0 0,0 0-1 0 0,0-1 0 0 0,0 1 0 0 0,0 0 0 0 0,0-1 0 0 0,0 1 1 0 0,0 0-1 0 0,1 0 0 0 0,-1-1 0 0 0,1 1 0 0 0,-1 0 0 0 0,1 0 0 0 0,-1-1 1 0 0,1 1-1 0 0,0-1 0 0 0,18-20-2123 0 0,-13 18 1159 0 0,1 0 0 0 0,0 0-1 0 0,0 0 1 0 0,11-4-1 0 0,-13 6 160 0 0,14-7-3783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10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1084 0 0,'0'-4'2395'0'0,"1"-41"4613"0"0,3 4-3608 0 0,-3 40-3365 0 0,-1-1 0 0 0,0 1 0 0 0,1 0 0 0 0,-1 0 1 0 0,1 0-1 0 0,-1 0 0 0 0,1 0 0 0 0,0 0 1 0 0,-1 0-1 0 0,1 0 0 0 0,0 0 0 0 0,0 0 0 0 0,-1 0 1 0 0,1 0-1 0 0,0 1 0 0 0,0-1 0 0 0,0 0 1 0 0,0 1-1 0 0,0-1 0 0 0,0 0 0 0 0,0 1 0 0 0,1 0 1 0 0,-1-1-1 0 0,0 1 0 0 0,0-1 0 0 0,0 1 0 0 0,0 0 1 0 0,1 0-1 0 0,-1 0 0 0 0,0 0 0 0 0,2 0 1 0 0,37 4 111 0 0,-36-3-111 0 0,4 0-18 0 0,0 2 0 0 0,-1-1 0 0 0,1 1 0 0 0,-1 0 0 0 0,1 1 0 0 0,-1 0 0 0 0,0 0 0 0 0,-1 0 0 0 0,1 1 0 0 0,-1 0 0 0 0,1 0 0 0 0,-2 1 0 0 0,1-1 0 0 0,-1 2 0 0 0,1-1 0 0 0,-2 0 0 0 0,1 1 0 0 0,-1 0 0 0 0,0 0-1 0 0,0 0 1 0 0,-1 1 0 0 0,0-1 0 0 0,0 1 0 0 0,-1-1 0 0 0,0 1 0 0 0,0 0 0 0 0,0 12 0 0 0,-2-10 13 0 0,-1-1 0 0 0,0 0 0 0 0,-1 0 0 0 0,0 0 0 0 0,-1-1-1 0 0,1 1 1 0 0,-2 0 0 0 0,1-1 0 0 0,-1 0 0 0 0,-1 0 0 0 0,1 0 0 0 0,-12 14 0 0 0,6-9 94 0 0,-1-1 1 0 0,0-1 0 0 0,-1 0-1 0 0,0 0 1 0 0,-1-1-1 0 0,-19 11 1 0 0,30-19-1 0 0,2-3-123 0 0,-1 1 0 0 0,1 0 1 0 0,0 0-1 0 0,-1-1 1 0 0,1 1-1 0 0,0 0 0 0 0,0 0 1 0 0,-1-1-1 0 0,1 1 1 0 0,0 0-1 0 0,0-1 0 0 0,0 1 1 0 0,-1 0-1 0 0,1-1 1 0 0,0 1-1 0 0,0 0 0 0 0,0-1 1 0 0,0 1-1 0 0,0 0 0 0 0,-1-1 1 0 0,1 1-1 0 0,0 0 1 0 0,0-1-1 0 0,0 1 0 0 0,0-1 1 0 0,0 1-1 0 0,0 0 1 0 0,0-1-1 0 0,1 1 0 0 0,-1-1 1 0 0,0 1-1 0 0,40-43-68 0 0,70-56-1 0 0,-21 21 9 0 0,-60 52 67 0 0,-14 14 4 0 0,-1-1 0 0 0,22-27 1 0 0,-34 38-15 0 0,-1 0 1 0 0,1 0 0 0 0,-1-1-1 0 0,1 1 1 0 0,-1-1 0 0 0,0 0-1 0 0,0 1 1 0 0,1-6 0 0 0,-1 7-1 0 0,-1 0 0 0 0,0 0 0 0 0,0 0 0 0 0,0 0 0 0 0,0 0 0 0 0,0 0 0 0 0,0 0 0 0 0,0-1 0 0 0,0 1 0 0 0,-1 0 0 0 0,1 0 0 0 0,0 0 0 0 0,0 0 0 0 0,-1 0 0 0 0,1 0 0 0 0,-1 0 0 0 0,1 0 0 0 0,-1 0 0 0 0,0 1 0 0 0,1-1 0 0 0,-1 0 0 0 0,0 0 0 0 0,1 0 0 0 0,-1 1 0 0 0,0-1 0 0 0,0 0 0 0 0,0 1 0 0 0,0-1 0 0 0,-1 0 0 0 0,0 0-2 0 0,0 0 0 0 0,0 0 0 0 0,0 1 0 0 0,0-1 0 0 0,-1 1 0 0 0,1-1 0 0 0,0 1 0 0 0,0 0 0 0 0,0 0 0 0 0,0 0 0 0 0,-4 0 0 0 0,-4 3-9 0 0,-1-1 0 0 0,1 1-1 0 0,0 1 1 0 0,0 0 0 0 0,1 0 0 0 0,-1 1 0 0 0,1 0 0 0 0,0 1-1 0 0,0 0 1 0 0,-14 13 0 0 0,20-16 11 0 0,0 0 1 0 0,0-1-1 0 0,0 1 0 0 0,1 1 1 0 0,-1-1-1 0 0,1 0 1 0 0,-1 1-1 0 0,1-1 0 0 0,1 1 1 0 0,-1 0-1 0 0,0-1 0 0 0,1 1 1 0 0,0 0-1 0 0,0 0 0 0 0,0 0 1 0 0,0 0-1 0 0,0 0 0 0 0,1 0 1 0 0,0 0-1 0 0,0 0 0 0 0,0 1 1 0 0,0-1-1 0 0,1 0 0 0 0,0 0 1 0 0,0 0-1 0 0,0 0 0 0 0,0 0 1 0 0,0-1-1 0 0,1 1 1 0 0,-1 0-1 0 0,5 6 0 0 0,0-2 11 0 0,0-1 0 0 0,0 1 0 0 0,1-2 0 0 0,-1 1 0 0 0,2-1 0 0 0,-1 1 0 0 0,1-2 0 0 0,0 1 0 0 0,0-1 0 0 0,0-1 0 0 0,1 1 0 0 0,15 5 0 0 0,4-1 22 0 0,0-1-1 0 0,54 9 1 0 0,-66-15 15 0 0,0 1 1 0 0,0-2-1 0 0,0 0 1 0 0,1-1-1 0 0,-1 0 0 0 0,21-4 1 0 0,-34 3-23 0 0,-2 1-10 0 0,1 0 1 0 0,-1-1-1 0 0,1 1 1 0 0,-1 0-1 0 0,0-1 1 0 0,1 1-1 0 0,-1-1 1 0 0,1 0-1 0 0,-1 1 1 0 0,0-1-1 0 0,0 0 1 0 0,1 0-1 0 0,-1 0 1 0 0,2-2-1 0 0,10-7-1670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11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2048 0 0,'22'-11'20414'0'0,"-20"14"-20373"0"0,0-1-1 0 0,0 2 0 0 0,0-1 1 0 0,-1 0-1 0 0,0 0 1 0 0,0 0-1 0 0,0 1 1 0 0,0-1-1 0 0,0 0 1 0 0,0 5-1 0 0,5 46 108 0 0,-3-31-86 0 0,-2 11-17 0 0,0-1 0 0 0,-2 0 0 0 0,-6 40 0 0 0,0-9-1269 0 0,6-23-1886 0 0,4-2-3963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11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104 150 296 0 0,'-82'-92'18705'0'0,"79"88"-18043"0"0,-13-16 1149 0 0,15 19-1800 0 0,1 1 1 0 0,0 0 0 0 0,0-1-1 0 0,-1 1 1 0 0,1 0-1 0 0,0-1 1 0 0,0 1-1 0 0,0-1 1 0 0,0 1-1 0 0,-1-1 1 0 0,1 1-1 0 0,0 0 1 0 0,0-1-1 0 0,0 1 1 0 0,0-1-1 0 0,0 1 1 0 0,0-1-1 0 0,0 1 1 0 0,0-1 0 0 0,0 1-1 0 0,1 0 1 0 0,-1-1-1 0 0,0 1 1 0 0,0-1-1 0 0,0 1 1 0 0,0 0-1 0 0,1-1 1 0 0,-1 1-1 0 0,0-1 1 0 0,0 1-1 0 0,1 0 1 0 0,-1-1-1 0 0,0 1 1 0 0,1 0-1 0 0,-1-1 1 0 0,0 1 0 0 0,1 0-1 0 0,-1 0 1 0 0,0-1-1 0 0,1 1 1 0 0,-1 0-1 0 0,0 0 1 0 0,1 0-1 0 0,-1 0 1 0 0,1-1-1 0 0,-1 1 1 0 0,1 0-1 0 0,32-6 1 0 0,1 2 1 0 0,-1 1-1 0 0,68 2 0 0 0,-56 1-364 0 0,95 0-5224 0 0,-130 1 3710 0 0,7-4-690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1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64 206 896 0 0,'-2'-2'2666'0'0,"-42"-32"10580"0"0,43 34-13136 0 0,1-1 0 0 0,-1 1 0 0 0,0-1 0 0 0,1 1 0 0 0,-1 0 1 0 0,0-1-1 0 0,0 1 0 0 0,0 0 0 0 0,1-1 0 0 0,-1 1 0 0 0,0 0 0 0 0,0 0 0 0 0,0 0 0 0 0,0 0 0 0 0,-1 0 0 0 0,1 5 66 0 0,0 0 0 0 0,1 0 0 0 0,-1 0 0 0 0,1 0-1 0 0,0 0 1 0 0,0 0 0 0 0,0 1 0 0 0,1-1 0 0 0,0 0 0 0 0,0 0 0 0 0,2 7-1 0 0,3 19 105 0 0,8 85 221 0 0,9 115-178 0 0,-22-211-913 0 0,5 48-1517 0 0,6-25-8502 0 0</inkml:trace>
  <inkml:trace contextRef="#ctx0" brushRef="#br0" timeOffset="1">614 160 1220 0 0,'-14'-100'15059'0'0,"14"98"-14974"0"0,-1 0 0 0 0,1 1 0 0 0,0-1 0 0 0,0 0 1 0 0,0 0-1 0 0,0 1 0 0 0,0-1 0 0 0,0 0 0 0 0,1 0 0 0 0,-1 1 1 0 0,1-1-1 0 0,-1 0 0 0 0,1 1 0 0 0,-1-1 0 0 0,1 0 0 0 0,0 1 1 0 0,0-1-1 0 0,0 1 0 0 0,0-1 0 0 0,0 1 0 0 0,0 0 0 0 0,0-1 0 0 0,1 1 1 0 0,-1 0-1 0 0,0 0 0 0 0,1 0 0 0 0,-1 0 0 0 0,1 0 0 0 0,-1 0 1 0 0,1 0-1 0 0,-1 1 0 0 0,1-1 0 0 0,0 0 0 0 0,2 0 0 0 0,3-1-18 0 0,0 0 1 0 0,1 0-1 0 0,0 0 0 0 0,-1 1 0 0 0,1 0 0 0 0,8 0 0 0 0,2 2-19 0 0,0 0 1 0 0,0 1-1 0 0,0 1 0 0 0,0 0 0 0 0,-1 2 1 0 0,32 11-1 0 0,-41-13-36 0 0,0 1 1 0 0,-1 0-1 0 0,1 0 0 0 0,-1 0 1 0 0,0 1-1 0 0,0 0 1 0 0,0 0-1 0 0,0 1 1 0 0,-1 0-1 0 0,0 0 0 0 0,-1 0 1 0 0,1 1-1 0 0,-1 0 1 0 0,0 0-1 0 0,-1 0 0 0 0,7 13 1 0 0,-10-14 8 0 0,1-1 1 0 0,-1 1-1 0 0,0-1 1 0 0,0 1-1 0 0,0-1 1 0 0,-1 1-1 0 0,0-1 1 0 0,0 1-1 0 0,0-1 1 0 0,-1 1-1 0 0,-2 8 1 0 0,1-4 7 0 0,-1 0 0 0 0,-1-1 1 0 0,0 1-1 0 0,0-1 1 0 0,-11 16-1 0 0,-1-3 45 0 0,-2 0-1 0 0,0 0 1 0 0,-35 31-1 0 0,-111 73 460 0 0,64-53-313 0 0,91-67-223 0 0,7-5 8 0 0,0 1-1 0 0,1-1 1 0 0,-1 0-1 0 0,0 1 1 0 0,0-1-1 0 0,1 1 1 0 0,-1-1-1 0 0,0 1 0 0 0,1 0 1 0 0,0 0-1 0 0,-1 0 1 0 0,1-1-1 0 0,0 1 1 0 0,0 1-1 0 0,0-1 1 0 0,0 0-1 0 0,-1 4 1 0 0,3-4 1 0 0,-1-1 1 0 0,1 0-1 0 0,0 0 1 0 0,-1 1 0 0 0,1-1-1 0 0,0 0 1 0 0,0 0-1 0 0,0 0 1 0 0,0 0-1 0 0,0 0 1 0 0,0 0 0 0 0,0 0-1 0 0,0 0 1 0 0,0 0-1 0 0,0 0 1 0 0,0-1-1 0 0,1 1 1 0 0,-1 0 0 0 0,0-1-1 0 0,1 1 1 0 0,1 0-1 0 0,-3-1-6 0 0,18 7 28 0 0,1-1 0 0 0,-1-1 0 0 0,38 6 0 0 0,61 0 108 0 0,-68-8-116 0 0,231 6 1182 0 0,-267-9-910 0 0,-11 1-267 0 0,1-1 1 0 0,-1 0 0 0 0,1 0-1 0 0,-1 0 1 0 0,1 0-1 0 0,-1 0 1 0 0,0 0 0 0 0,1-1-1 0 0,-1 1 1 0 0,1-1-1 0 0,-1 0 1 0 0,0 0 0 0 0,1 1-1 0 0,-1-1 1 0 0,0-1-1 0 0,0 1 1 0 0,0 0 0 0 0,0-1-1 0 0,3-1 1 0 0,-4 1-359 0 0,-2-1-469 0 0,1 0 0 0 0,-1 0-1 0 0,0 0 1 0 0,-1 0 0 0 0,1 0-1 0 0,-1 0 1 0 0,1 0 0 0 0,-1 1 0 0 0,0-1-1 0 0,0 0 1 0 0,0 1 0 0 0,0 0-1 0 0,0-1 1 0 0,0 1 0 0 0,-1 0 0 0 0,-3-3-1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13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2 231 1056 0 0,'-1'-5'1127'0'0,"1"1"0"0"0,-1-1 0 0 0,1 0 1 0 0,0 0-1 0 0,0 0 0 0 0,1 1 0 0 0,1-7 0 0 0,-1 7-762 0 0,0 1 0 0 0,0 0 0 0 0,0 0 0 0 0,0 0-1 0 0,1 0 1 0 0,0 0 0 0 0,-1 0 0 0 0,1 0 0 0 0,3-3 0 0 0,-1 3-214 0 0,0-1 0 0 0,0 1 0 0 0,0 0 0 0 0,0 0 0 0 0,0 1 0 0 0,1-1 1 0 0,-1 1-1 0 0,1 0 0 0 0,-1 0 0 0 0,1 1 0 0 0,0-1 0 0 0,0 1 0 0 0,0 0 0 0 0,8 0 0 0 0,-2 0-35 0 0,0 1-1 0 0,0 0 1 0 0,0 1 0 0 0,-1 0 0 0 0,1 0-1 0 0,0 2 1 0 0,0-1 0 0 0,-1 1-1 0 0,12 5 1 0 0,-6-1-50 0 0,0 0 1 0 0,0 2 0 0 0,-1 0-1 0 0,26 20 1 0 0,-37-27-51 0 0,-1 0 0 0 0,0 1 0 0 0,0 0 1 0 0,0-1-1 0 0,0 1 0 0 0,-1 0 0 0 0,1 1 0 0 0,-1-1 1 0 0,0 0-1 0 0,0 1 0 0 0,0-1 0 0 0,0 1 1 0 0,-1-1-1 0 0,1 1 0 0 0,-1 0 0 0 0,0 0 1 0 0,0 0-1 0 0,0 0 0 0 0,-1 0 0 0 0,1 0 0 0 0,-1 0 1 0 0,0 0-1 0 0,0 0 0 0 0,-1 0 0 0 0,1 0 1 0 0,-1 0-1 0 0,0-1 0 0 0,0 1 0 0 0,0 0 0 0 0,0 0 1 0 0,-1 0-1 0 0,1-1 0 0 0,-1 1 0 0 0,0-1 1 0 0,0 1-1 0 0,0-1 0 0 0,-1 0 0 0 0,1 0 1 0 0,-1 0-1 0 0,-3 4 0 0 0,-9 6 20 0 0,-1 0-1 0 0,0-1 1 0 0,0-1-1 0 0,-1 0 1 0 0,-1-1-1 0 0,-36 14 1 0 0,9-2 76 0 0,6-10 125 0 0,36-11-158 0 0,3-3-77 0 0,1 1 0 0 0,-1-1 0 0 0,1 0 0 0 0,-1 0 0 0 0,1 0-1 0 0,0 1 1 0 0,-1-1 0 0 0,1 0 0 0 0,0 0 0 0 0,0 1 0 0 0,0-1-1 0 0,1 1 1 0 0,-1-1 0 0 0,0 1 0 0 0,1 0 0 0 0,-1-1 0 0 0,3 0 0 0 0,32-23 10 0 0,-17 13-5 0 0,128-83-28 0 0,-6 5 30 0 0,-113 70 32 0 0,-1-1 0 0 0,42-44 0 0 0,-62 58-18 0 0,-1-1 0 0 0,0 0-1 0 0,0 0 1 0 0,-1-1-1 0 0,0 1 1 0 0,6-16-1 0 0,-11 22-23 0 0,0 0 0 0 0,0 0 0 0 0,0 0 0 0 0,0 1 0 0 0,0-1 0 0 0,-1 0 0 0 0,1 0-1 0 0,-1 0 1 0 0,0 1 0 0 0,1-1 0 0 0,-1 0 0 0 0,0 1 0 0 0,0-1 0 0 0,0 0 0 0 0,0 1 0 0 0,-2-3-1 0 0,2 3 1 0 0,0 0-1 0 0,1 1 1 0 0,-1-1 0 0 0,0 0 0 0 0,1 1-1 0 0,-1-1 1 0 0,0 1 0 0 0,0-1-1 0 0,1 1 1 0 0,-1-1 0 0 0,0 1-1 0 0,0 0 1 0 0,0-1 0 0 0,0 1-1 0 0,0 0 1 0 0,0 0 0 0 0,1-1 0 0 0,-1 1-1 0 0,0 0 1 0 0,0 0 0 0 0,-1 0-1 0 0,1 0-2 0 0,-4-1-3 0 0,1 1 0 0 0,-1-1 0 0 0,1 1 0 0 0,-1-1 0 0 0,0 1 0 0 0,1 1 0 0 0,-1-1 0 0 0,1 1 0 0 0,-1 0 0 0 0,1 0 0 0 0,-7 2 0 0 0,2 0-10 0 0,1 0 1 0 0,-1 1 0 0 0,1 0 0 0 0,-9 7-1 0 0,5-4 13 0 0,1 2 0 0 0,1-1 0 0 0,0 2 0 0 0,0-1 0 0 0,0 1 0 0 0,1 1 0 0 0,1-1 0 0 0,0 2 0 0 0,1-1 0 0 0,0 1 0 0 0,0 0 0 0 0,-7 21 0 0 0,11-24-2 0 0,0-1 0 0 0,1 1-1 0 0,0-1 1 0 0,1 1 0 0 0,0 0 0 0 0,0 0 0 0 0,1-1-1 0 0,0 1 1 0 0,1 0 0 0 0,0 0 0 0 0,0-1 0 0 0,1 1-1 0 0,0 0 1 0 0,0-1 0 0 0,1 1 0 0 0,0-1 0 0 0,1 0-1 0 0,-1 0 1 0 0,2-1 0 0 0,7 13 0 0 0,-4-10-427 0 0,1 0 0 0 0,0 0 0 0 0,0-1 0 0 0,1-1 0 0 0,0 1 0 0 0,1-1 0 0 0,0-1 0 0 0,22 11 0 0 0,-15-9-2112 0 0,1-1 1 0 0,33 9-1 0 0,-25-10-2262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13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88 2760 0 0,'-1'-2'2308'0'0,"-14"-48"10006"0"0,14 49-12171 0 0,1-1 0 0 0,0 1 1 0 0,0 0-1 0 0,-1 0 0 0 0,1-1 1 0 0,0 1-1 0 0,0 0 1 0 0,1 0-1 0 0,-1-1 0 0 0,0 1 1 0 0,0 0-1 0 0,1 0 0 0 0,-1-1 1 0 0,0 1-1 0 0,1 0 1 0 0,-1 0-1 0 0,1 0 0 0 0,0 0 1 0 0,-1 0-1 0 0,1 0 0 0 0,0 0 1 0 0,1-1-1 0 0,6 0-111 0 0,1 0-1 0 0,0 0 1 0 0,0 2-1 0 0,0-1 0 0 0,0 1 1 0 0,-1 0-1 0 0,1 1 1 0 0,0 0-1 0 0,0 0 1 0 0,0 1-1 0 0,-1 0 1 0 0,1 1-1 0 0,-1-1 1 0 0,1 2-1 0 0,-1-1 0 0 0,11 7 1 0 0,-14-6-13 0 0,-1-1 0 0 0,1 1 0 0 0,0 0 0 0 0,5 8-1 0 0,-8-11-10 0 0,-1 1 0 0 0,1 0 0 0 0,-1 0 0 0 0,0 0 0 0 0,0 0 0 0 0,1 0 0 0 0,-2 0 0 0 0,1 0 0 0 0,0 1 0 0 0,0-1 0 0 0,-1 0 0 0 0,1 0 0 0 0,-1 1 0 0 0,1-1 0 0 0,-1 0 0 0 0,0 1 0 0 0,0 1 0 0 0,-2 4 40 0 0,0 0 1 0 0,0-1-1 0 0,-1 0 1 0 0,0 1-1 0 0,0-1 0 0 0,-1 0 1 0 0,1-1-1 0 0,-2 1 1 0 0,1-1-1 0 0,-1 1 0 0 0,0-1 1 0 0,-8 7-1 0 0,-11 10 375 0 0,-46 32 0 0 0,21-18-17 0 0,35-26-312 0 0,12-10-86 0 0,0 0 1 0 0,0 0-1 0 0,0 0 0 0 0,0 1 0 0 0,1-1 0 0 0,-1 1 0 0 0,0-1 0 0 0,1 1 0 0 0,0-1 0 0 0,-1 1 0 0 0,1 0 1 0 0,0 0-1 0 0,0 0 0 0 0,-2 3 0 0 0,4-4-2 0 0,-1 0 0 0 0,1 0-1 0 0,0 0 1 0 0,0 0 0 0 0,0-1 0 0 0,-1 1 0 0 0,1 0 0 0 0,0-1-1 0 0,0 1 1 0 0,0-1 0 0 0,0 1 0 0 0,0-1 0 0 0,0 1 0 0 0,0-1 0 0 0,2 0-1 0 0,-3 1 4 0 0,13 3-3 0 0,0-1-1 0 0,1 0 1 0 0,-1-1 0 0 0,0-1-1 0 0,22 1 1 0 0,-7-1-107 0 0,96 5-3113 0 0,178-15 1 0 0,-204-3-4058 0 0,-56 7-211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15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561 133 828 0 0,'0'0'8414'0'0,"10"-21"-6414"0"0,1 11-1869 0 0,2-3 182 0 0,1-1-1 0 0,-2-1 1 0 0,19-26 0 0 0,-30 39-104 0 0,0 1-69 0 0,-1 1-133 0 0,1-1 0 0 0,-1 1 0 0 0,0 0 0 0 0,0 0 0 0 0,1-1 0 0 0,-1 1 0 0 0,0 0 0 0 0,0-1 0 0 0,1 1 0 0 0,-1 0 0 0 0,0 0 0 0 0,0-1 0 0 0,0 1 0 0 0,0 0 0 0 0,0-1 0 0 0,1 1 0 0 0,-1-1 0 0 0,0 1 0 0 0,0 0 0 0 0,0-1 0 0 0,0 1 0 0 0,0 0 0 0 0,0-1 0 0 0,0 1 0 0 0,0 0 0 0 0,0-1-1 0 0,0 1 1 0 0,0-1 0 0 0,-1 1 0 0 0,1 0 0 0 0,0-1 0 0 0,0 1 0 0 0,0 0 0 0 0,0-1 0 0 0,-1 1 0 0 0,1 0 0 0 0,0 0 0 0 0,0-1 0 0 0,0 1 0 0 0,-1 0 0 0 0,1-1 0 0 0,0 1 0 0 0,0 0 0 0 0,-1 0 0 0 0,1 0 0 0 0,0-1 0 0 0,-1 1 0 0 0,1 0 0 0 0,0 0 0 0 0,-1 0 0 0 0,1 0 0 0 0,0-1 0 0 0,-1 1 0 0 0,1 0 0 0 0,-1 0 0 0 0,1 0 0 0 0,0 0 0 0 0,-1 0 0 0 0,1 0 0 0 0,0 0 0 0 0,-1 0 0 0 0,1 0 0 0 0,0 0 0 0 0,-1 1 0 0 0,1-1 0 0 0,-1 0 0 0 0,1 0 0 0 0,0 0 0 0 0,-1 0 0 0 0,-19 5 2 0 0,1 0 1 0 0,0 2-1 0 0,-36 16 0 0 0,-57 37 12 0 0,93-49-26 0 0,-68 42 35 0 0,75-45-93 0 0,1 1-1 0 0,0 0 0 0 0,0 1 0 0 0,1 0 0 0 0,-11 13 0 0 0,20-22 49 0 0,0 1 1 0 0,0 0-1 0 0,-1 0 1 0 0,1-1-1 0 0,0 1 0 0 0,1 0 1 0 0,-1 0-1 0 0,0 0 1 0 0,1 0-1 0 0,-1 0 0 0 0,1 1 1 0 0,-1-1-1 0 0,1 0 1 0 0,0 0-1 0 0,0 0 0 0 0,0 0 1 0 0,0 0-1 0 0,0 1 1 0 0,1 1-1 0 0,0 0 6 0 0,1-1 0 0 0,-1 1 0 0 0,1-1 0 0 0,-1 0 0 0 0,1 0 0 0 0,0 0 0 0 0,0 0 0 0 0,1 0 1 0 0,-1 0-1 0 0,4 3 0 0 0,6 4-2 0 0,0-1 0 0 0,0 0 0 0 0,1-1 1 0 0,16 8-1 0 0,-4-3-6 0 0,0 1-1 0 0,0 2 1 0 0,-2 1 0 0 0,30 26 0 0 0,-52-42 28 0 0,0 0-1 0 0,0 0 1 0 0,0 0 0 0 0,0 0-1 0 0,-1 0 1 0 0,1 0 0 0 0,0 0 0 0 0,-1 0-1 0 0,1 1 1 0 0,-1-1 0 0 0,1 0-1 0 0,-1 0 1 0 0,0 1 0 0 0,0-1 0 0 0,1 0-1 0 0,-1 1 1 0 0,0-1 0 0 0,0 0-1 0 0,0 0 1 0 0,0 1 0 0 0,-1-1 0 0 0,1 0-1 0 0,0 1 1 0 0,0-1 0 0 0,-1 0-1 0 0,1 0 1 0 0,-1 1 0 0 0,1-1 0 0 0,-1 0-1 0 0,0 0 1 0 0,1 0 0 0 0,-1 0-1 0 0,0 0 1 0 0,0 0 0 0 0,0 0 0 0 0,1 0-1 0 0,-1 0 1 0 0,0 0 0 0 0,-2 1-1 0 0,-3 3 43 0 0,0-1-1 0 0,0 1 0 0 0,0-1 0 0 0,-1 0 1 0 0,-9 4-1 0 0,4-3 9 0 0,-1 0 1 0 0,0-2 0 0 0,-1 1-1 0 0,1-2 1 0 0,-1 0-1 0 0,1 0 1 0 0,-1-1-1 0 0,0-1 1 0 0,-16-2 0 0 0,3 0 53 0 0,0-2 0 0 0,1-1 1 0 0,-45-14-1 0 0,59 15-133 0 0,0 0 0 0 0,0-1 0 0 0,1-1 0 0 0,-1 0 0 0 0,1 0 0 0 0,0-1 0 0 0,1 0 0 0 0,-16-14 0 0 0,25 20-56 0 0,0 0-1 0 0,0-1 1 0 0,0 1-1 0 0,0 0 1 0 0,0-1-1 0 0,0 1 1 0 0,1 0-1 0 0,-1-1 1 0 0,0 1-1 0 0,1-1 1 0 0,-1 1-1 0 0,1-1 1 0 0,-1 0-1 0 0,1 1 1 0 0,0-1-1 0 0,0 1 1 0 0,0-1-1 0 0,0 0 1 0 0,0 1-1 0 0,0-1 1 0 0,0 0-1 0 0,0 1 1 0 0,1-1-1 0 0,-1 1 1 0 0,1-3-1 0 0,1 1-483 0 0,-1-1 0 0 0,1 1 0 0 0,0 0 0 0 0,0 0 0 0 0,0 0 0 0 0,0 0 0 0 0,0 0 0 0 0,1 1 0 0 0,-1-1 0 0 0,4-2 0 0 0,3-2-3252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16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17 556 636 0 0,'4'-6'2453'0'0,"1"-1"0"0"0,-1 0 1 0 0,6-15-1 0 0,4-24 2930 0 0,-14 44-5028 0 0,4-8 514 0 0,-18 52-853 0 0,2 0 0 0 0,2 1 0 0 0,2 0 0 0 0,1 1 1 0 0,3 0-1 0 0,1 68 0 0 0,3-107-31 0 0,1 1-1 0 0,0-1 1 0 0,0 0 0 0 0,0 0 0 0 0,1 0 0 0 0,-1 0-1 0 0,1 0 1 0 0,0 0 0 0 0,1 0 0 0 0,-1-1-1 0 0,6 8 1 0 0,-7-11 11 0 0,0-1-1 0 0,-1 1 1 0 0,1 0-1 0 0,0 0 1 0 0,0-1-1 0 0,0 1 0 0 0,0-1 1 0 0,0 1-1 0 0,0-1 1 0 0,0 1-1 0 0,0-1 1 0 0,0 0-1 0 0,0 0 1 0 0,0 1-1 0 0,1-1 1 0 0,0 0-1 0 0,0 0-5 0 0,1 1 5 0 0,0 0 0 0 0,0-1 0 0 0,-1 0 1 0 0,1 0-1 0 0,0 1 0 0 0,0-2 0 0 0,0 1 0 0 0,0 0 0 0 0,0 0 1 0 0,-1-1-1 0 0,1 0 0 0 0,0 1 0 0 0,3-3 0 0 0,1 1-8 0 0,4-1 3 0 0,0-1 1 0 0,-1-1-1 0 0,1 1 1 0 0,-1-2-1 0 0,0 1 1 0 0,-1-2-1 0 0,0 1 1 0 0,0-1-1 0 0,0 0 1 0 0,0-1-1 0 0,-1 0 1 0 0,-1-1-1 0 0,1 1 1 0 0,7-14-1 0 0,5-10 34 0 0,-2-1-1 0 0,27-69 1 0 0,-36 83 4 0 0,11-42 288 0 0,-20 59-350 0 0,0 4-39 0 0,-12 42 68 0 0,-22 108-55 0 0,30-130 51 0 0,2 0 0 0 0,0 0 0 0 0,1 1 0 0 0,5 42 1 0 0,-4-62-5 0 0,0 0 1 0 0,1 0 0 0 0,-1-1 0 0 0,1 1 0 0 0,0 0 0 0 0,0-1 0 0 0,0 1 0 0 0,0 0 0 0 0,0-1 0 0 0,1 1 0 0 0,-1-1 0 0 0,1 0-1 0 0,0 1 1 0 0,0-1 0 0 0,-1 0 0 0 0,1 0 0 0 0,1 0 0 0 0,-1 0 0 0 0,5 2 0 0 0,-4-2-30 0 0,1 0-1 0 0,0-1 1 0 0,0 0 0 0 0,0 0 0 0 0,0 0 0 0 0,0 0-1 0 0,0 0 1 0 0,1-1 0 0 0,-1 0 0 0 0,0 0 0 0 0,0 0-1 0 0,5-1 1 0 0,6-2-95 0 0,-1 0 0 0 0,1-1 0 0 0,-1-1-1 0 0,0 0 1 0 0,-1-1 0 0 0,23-12 0 0 0,-18 5-39 0 0,0 0 1 0 0,-1-1-1 0 0,-1 0 1 0 0,0-1-1 0 0,-1-1 1 0 0,-1-1-1 0 0,-1 0 0 0 0,0-1 1 0 0,-1 0-1 0 0,-1-1 1 0 0,0 0-1 0 0,8-23 1 0 0,5-20-167 0 0,-2-1 0 0 0,22-109 1 0 0,4-98 364 0 0,-31 169 764 0 0,-17 98-618 0 0,-1 7-58 0 0,-10 34 212 0 0,1 1 0 0 0,-5 52 0 0 0,-3 10-61 0 0,17-92-243 0 0,-87 357 368 0 0,29-161-76 0 0,47-166 992 0 0,11-37-734 0 0,1-6-536 0 0,1-1-1 0 0,0 1 0 0 0,0 0 1 0 0,0-1-1 0 0,3-5 0 0 0,0 1-35 0 0,0 0 0 0 0,1 0 0 0 0,0 1 0 0 0,0 0 0 0 0,1 0 0 0 0,0 0 0 0 0,1 0 0 0 0,-1 1 0 0 0,1 0 0 0 0,1 1-1 0 0,-1 0 1 0 0,1 0 0 0 0,1 0 0 0 0,10-5 0 0 0,-14 9-14 0 0,1 1-1 0 0,-1-1 0 0 0,1 1 1 0 0,-1 0-1 0 0,1 0 0 0 0,0 1 1 0 0,0 0-1 0 0,0 0 0 0 0,-1 0 1 0 0,1 1-1 0 0,0 0 0 0 0,-1 0 1 0 0,1 0-1 0 0,0 1 0 0 0,-1 0 1 0 0,0 0-1 0 0,1 0 1 0 0,-1 1-1 0 0,0-1 0 0 0,0 1 1 0 0,0 1-1 0 0,6 4 0 0 0,-4-2 18 0 0,0 0-1 0 0,-1 0 1 0 0,0 1 0 0 0,0-1-1 0 0,0 1 1 0 0,-1 1-1 0 0,0-1 1 0 0,0 1-1 0 0,-1 0 1 0 0,0 0-1 0 0,0 0 1 0 0,-1 1 0 0 0,3 10-1 0 0,-5-15 32 0 0,-1-1 0 0 0,1 1-1 0 0,-1 0 1 0 0,0 0 0 0 0,0 0-1 0 0,-1-1 1 0 0,1 1 0 0 0,-1 0 0 0 0,0 0-1 0 0,0-1 1 0 0,0 1 0 0 0,0 0-1 0 0,-1-1 1 0 0,0 1 0 0 0,1-1 0 0 0,-1 0-1 0 0,0 1 1 0 0,-1-1 0 0 0,1 0-1 0 0,0 0 1 0 0,-1 0 0 0 0,0-1 0 0 0,0 1-1 0 0,-3 2 1 0 0,-1 1 44 0 0,-1-1 1 0 0,-1 1-1 0 0,1-1 0 0 0,-1-1 1 0 0,0 0-1 0 0,0 0 1 0 0,-19 5-1 0 0,13-6-65 0 0,-1-1 0 0 0,0-1 0 0 0,1 0 0 0 0,-1-1 0 0 0,0-1-1 0 0,0-1 1 0 0,0 0 0 0 0,1-1 0 0 0,-1 0 0 0 0,1-1 0 0 0,0-1 0 0 0,0-1 0 0 0,0 0 0 0 0,-17-10 0 0 0,30 14-221 0 0,0 1 1 0 0,-1-1 0 0 0,1 0 0 0 0,0 1-1 0 0,0-1 1 0 0,1 0 0 0 0,-1-1 0 0 0,0 1 0 0 0,-1-4-1 0 0,2 5-32 0 0,0 0 0 0 0,1 0-1 0 0,-1 0 1 0 0,1 0 0 0 0,-1 0-1 0 0,1 0 1 0 0,0-1 0 0 0,0 1-1 0 0,-1 0 1 0 0,1 0 0 0 0,0 0-1 0 0,0-1 1 0 0,0 1 0 0 0,0 0-1 0 0,0 0 1 0 0,1-1 0 0 0,-1 1-1 0 0,0 0 1 0 0,0 0 0 0 0,1 0-1 0 0,-1 0 1 0 0,1 0 0 0 0,-1-1 0 0 0,1 1-1 0 0,1-1 1 0 0,7-11-2865 0 0,0 3-933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17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72 2892 0 0,'0'-3'2240'0'0,"-1"-37"8284"0"0,-2 14-6824 0 0,3 23-3498 0 0,-7 18-24 0 0,1 41-97 0 0,3 0 0 0 0,4 66 1 0 0,1-31 125 0 0,-22 337 766 0 0,19-407-522 0 0,-2 0 1 0 0,0 0-1 0 0,-1 0 1 0 0,-11 30-1 0 0,13-48-394 0 0,0 0 0 0 0,0 0-1 0 0,0 0 1 0 0,0 0-1 0 0,0 0 1 0 0,-1 0-1 0 0,0-1 1 0 0,1 1-1 0 0,-1-1 1 0 0,0 0 0 0 0,0 0-1 0 0,0 0 1 0 0,0 0-1 0 0,-1 0 1 0 0,1-1-1 0 0,0 1 1 0 0,-1-1-1 0 0,1 0 1 0 0,-1 0-1 0 0,1 0 1 0 0,-6 0 0 0 0,-6 0 15 0 0,0-1 1 0 0,-1 0 0 0 0,1-2 0 0 0,0 1 0 0 0,-1-2-1 0 0,1 0 1 0 0,0-1 0 0 0,1 0 0 0 0,-17-8 0 0 0,25 9-223 0 0,-1-1 1 0 0,0 1 0 0 0,1-1-1 0 0,-1-1 1 0 0,1 1 0 0 0,0-1-1 0 0,1-1 1 0 0,-1 1 0 0 0,-4-7 0 0 0,7 8-242 0 0,0-1 0 0 0,0 0 0 0 0,0 0 1 0 0,0 0-1 0 0,1 0 0 0 0,0-1 0 0 0,0 1 1 0 0,1-1-1 0 0,-1 1 0 0 0,1-1 1 0 0,0 1-1 0 0,1-1 0 0 0,-1-7 0 0 0,2-2-1101 0 0,1 1 0 0 0,0 0 0 0 0,1 0 0 0 0,0 0 0 0 0,6-15 0 0 0,5-20-5578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17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89 1916 0 0,'-10'-32'9305'0'0,"-10"-7"-4018"0"0,19 37-4860 0 0,-6-14 251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18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19 1188 0 0,'1'3'2398'0'0,"-2"22"1927"0"0,2 20 10 0 0,-1-43-4260 0 0,1 0 0 0 0,-1 0 0 0 0,1 0 0 0 0,-1 0-1 0 0,1 0 1 0 0,0 0 0 0 0,0 0 0 0 0,0 0 0 0 0,0-1 0 0 0,0 1-1 0 0,0 0 1 0 0,1 0 0 0 0,-1-1 0 0 0,0 1 0 0 0,1-1-1 0 0,-1 1 1 0 0,1-1 0 0 0,2 2 0 0 0,21 6 212 0 0,-22-9-201 0 0,0 0-13 0 0,0 1-55 0 0,0-1-1 0 0,-1 0 1 0 0,1 0-1 0 0,0-1 1 0 0,-1 1 0 0 0,1 0-1 0 0,0-1 1 0 0,-1 0 0 0 0,1 0-1 0 0,-1 0 1 0 0,1 0 0 0 0,-1 0-1 0 0,0 0 1 0 0,1 0-1 0 0,-1-1 1 0 0,0 1 0 0 0,0-1-1 0 0,0 0 1 0 0,0 1 0 0 0,0-1-1 0 0,0 0 1 0 0,0 0 0 0 0,-1-1-1 0 0,1 1 1 0 0,-1 0-1 0 0,1 0 1 0 0,-1-1 0 0 0,0 1-1 0 0,0-1 1 0 0,0 1 0 0 0,0-1-1 0 0,-1 1 1 0 0,1-1-1 0 0,-1 0 1 0 0,1 1 0 0 0,-1-1-1 0 0,0-3 1 0 0,0 3-12 0 0,0 0-1 0 0,0 0 0 0 0,-1 0 1 0 0,0-1-1 0 0,1 1 1 0 0,-1 0-1 0 0,0 0 1 0 0,0 0-1 0 0,0 0 1 0 0,-1 1-1 0 0,1-1 1 0 0,-4-5-1 0 0,2 6 3 0 0,1-1 0 0 0,-1 1 0 0 0,1-1 0 0 0,-1 1-1 0 0,0 0 1 0 0,0 0 0 0 0,0 0 0 0 0,0 1 0 0 0,0-1 0 0 0,0 1-1 0 0,-1-1 1 0 0,1 1 0 0 0,0 0 0 0 0,-1 0 0 0 0,1 1-1 0 0,-1-1 1 0 0,1 1 0 0 0,-1-1 0 0 0,1 1 0 0 0,-1 0-1 0 0,1 1 1 0 0,-1-1 0 0 0,1 1 0 0 0,-6 1 0 0 0,-1 1 48 0 0,0 0 0 0 0,0 1 0 0 0,1 0 1 0 0,0 0-1 0 0,0 1 0 0 0,0 0 1 0 0,-14 12-1 0 0,8-5 16 0 0,0 0 0 0 0,2 1 1 0 0,-1 1-1 0 0,2 0 0 0 0,-1 1 0 0 0,-17 31 1 0 0,25-39-64 0 0,1 1 0 0 0,0 1 1 0 0,0-1-1 0 0,1 0 1 0 0,0 1-1 0 0,1 0 1 0 0,0-1-1 0 0,0 1 0 0 0,1 0 1 0 0,0 0-1 0 0,0 0 1 0 0,1 0-1 0 0,1 0 1 0 0,-1 0-1 0 0,1 0 0 0 0,4 14 1 0 0,-4-19-77 0 0,1 0 1 0 0,0 1-1 0 0,0-1 0 0 0,0 0 1 0 0,1 0-1 0 0,-1 0 1 0 0,1 0-1 0 0,0-1 0 0 0,0 1 1 0 0,0-1-1 0 0,1 0 0 0 0,-1 0 1 0 0,1 0-1 0 0,0 0 1 0 0,0 0-1 0 0,0-1 0 0 0,0 0 1 0 0,0 0-1 0 0,0 0 1 0 0,1 0-1 0 0,-1-1 0 0 0,1 1 1 0 0,-1-1-1 0 0,8 1 1 0 0,4 0-1262 0 0,1-1 0 0 0,0 0 1 0 0,0-1-1 0 0,-1 0 1 0 0,27-5-1 0 0,-6-1-2804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18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325 655 704 0 0,'2'-5'1020'0'0,"0"0"1"0"0,-1 0-1 0 0,0 1 1 0 0,0-1-1 0 0,0-1 1 0 0,0 1-1 0 0,-1 0 0 0 0,0 0 1 0 0,0 0-1 0 0,-1-8 1 0 0,0 10-837 0 0,1 1 1 0 0,-1 0-1 0 0,1 0 1 0 0,-1-1 0 0 0,0 1-1 0 0,0 0 1 0 0,0 0-1 0 0,0 0 1 0 0,0 0 0 0 0,0 0-1 0 0,0 0 1 0 0,-1 0-1 0 0,1 0 1 0 0,-1 0 0 0 0,0 1-1 0 0,1-1 1 0 0,-1 1-1 0 0,0-1 1 0 0,0 1 0 0 0,0 0-1 0 0,0-1 1 0 0,0 1-1 0 0,0 0 1 0 0,0 1 0 0 0,-1-1-1 0 0,-2-1 1 0 0,-1 1-103 0 0,-1 0 1 0 0,1 1-1 0 0,0 0 1 0 0,0 0-1 0 0,-1 0 0 0 0,1 1 1 0 0,0 0-1 0 0,0 0 1 0 0,0 1-1 0 0,-1-1 1 0 0,2 1-1 0 0,-1 1 0 0 0,0-1 1 0 0,0 1-1 0 0,1 0 1 0 0,-1 0-1 0 0,1 1 1 0 0,-6 4-1 0 0,-4 4-62 0 0,1-1 0 0 0,0 2-1 0 0,1 0 1 0 0,0 1 0 0 0,1 0 0 0 0,1 1 0 0 0,0 0-1 0 0,1 1 1 0 0,0 0 0 0 0,2 0 0 0 0,0 1 0 0 0,0 0-1 0 0,2 1 1 0 0,0-1 0 0 0,-4 24 0 0 0,9-36-35 0 0,1 1-1 0 0,-1-1 1 0 0,1 1 0 0 0,0 0 0 0 0,0-1 0 0 0,0 1-1 0 0,1 0 1 0 0,0-1 0 0 0,0 1 0 0 0,0-1 0 0 0,1 1-1 0 0,0-1 1 0 0,0 0 0 0 0,4 7 0 0 0,-4-8-103 0 0,1-1 0 0 0,-1 0-1 0 0,1 0 1 0 0,0 0 0 0 0,0 0 0 0 0,0-1 0 0 0,0 1-1 0 0,0-1 1 0 0,1 1 0 0 0,-1-1 0 0 0,1-1 0 0 0,-1 1 0 0 0,1 0-1 0 0,0-1 1 0 0,0 1 0 0 0,-1-1 0 0 0,1 0 0 0 0,0-1-1 0 0,0 1 1 0 0,8 0 0 0 0,0-1-321 0 0,0-1-1 0 0,0 0 1 0 0,0 0 0 0 0,0-1-1 0 0,0 0 1 0 0,0-1 0 0 0,-1-1-1 0 0,0 0 1 0 0,1 0 0 0 0,12-8 0 0 0,-6 2-585 0 0,-1-1 1 0 0,0-1 0 0 0,-1 0 0 0 0,0-1 0 0 0,18-20 0 0 0,-5 3-1688 0 0</inkml:trace>
  <inkml:trace contextRef="#ctx0" brushRef="#br0" timeOffset="1">560 468 2108 0 0,'3'-20'517'0'0,"10"-62"3531"0"0,3-121-1 0 0,-22 72 2094 0 0,0 101-5311 0 0,5 28-751 0 0,1 4-5 0 0,-8 29 193 0 0,2-1 0 0 0,2 1 0 0 0,1 0 0 0 0,0 41 0 0 0,1-8 131 0 0,-18 340 794 0 0,18-367-1119 0 0,-2-4-18 0 0,2 1 0 0 0,2 0 0 0 0,1-1 0 0 0,8 52 0 0 0,-9-83-91 0 0,1 0-1 0 0,-1 0 0 0 0,1 0 0 0 0,-1 0 1 0 0,1 0-1 0 0,0 0 0 0 0,0 0 0 0 0,0 0 1 0 0,0 0-1 0 0,0-1 0 0 0,0 1 0 0 0,1 0 1 0 0,-1-1-1 0 0,1 1 0 0 0,-1-1 1 0 0,1 1-1 0 0,-1-1 0 0 0,1 0 0 0 0,0 0 1 0 0,0 0-1 0 0,-1 0 0 0 0,1 0 0 0 0,0 0 1 0 0,0 0-1 0 0,0 0 0 0 0,0-1 1 0 0,0 1-1 0 0,0-1 0 0 0,0 0 0 0 0,0 1 1 0 0,1-1-1 0 0,2 0 0 0 0,5-2-465 0 0,0 0 0 0 0,-1-1 0 0 0,0 0 0 0 0,1-1 0 0 0,-1 0 0 0 0,-1 0 0 0 0,17-11 0 0 0,-7 3-2322 0 0,-1-2 0 0 0,27-26 0 0 0,-22 18-2189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19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225 120 4 0 0,'-221'-22'18326'0'0,"218"21"-17406"0"0,5 0-779 0 0,6-2-99 0 0,0 0-1 0 0,1 0 1 0 0,-1 1-1 0 0,1 1 1 0 0,0-1 0 0 0,16 1-1 0 0,4-2 12 0 0,311-36-712 0 0,-113 20-2838 0 0,-222 18 3144 0 0,41-4-556 0 0,-13-3-5752 0 0,-15 3 1409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20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76 936 8 0 0,'-3'-1'2361'0'0,"-1"-3"-1429"0"0,0 2-187 0 0,0-1-1 0 0,0 0 1 0 0,0 1-1 0 0,0 0 1 0 0,0 0 0 0 0,0 0-1 0 0,0 0 1 0 0,-1 1-1 0 0,-7-2 1 0 0,11 3-698 0 0,0 0 0 0 0,0 0 0 0 0,0 1 1 0 0,1-1-1 0 0,-1 0 0 0 0,0 0 0 0 0,0 1 0 0 0,1-1 0 0 0,-1 0 0 0 0,0 1 0 0 0,1-1 1 0 0,-1 1-1 0 0,0-1 0 0 0,1 1 0 0 0,-1-1 0 0 0,1 1 0 0 0,-1-1 0 0 0,1 1 1 0 0,-1-1-1 0 0,1 1 0 0 0,-1 0 0 0 0,1-1 0 0 0,-1 1 0 0 0,1 0 0 0 0,0 0 1 0 0,0-1-1 0 0,-1 1 0 0 0,1 0 0 0 0,0 0 0 0 0,0-1 0 0 0,0 2 0 0 0,-2 27 456 0 0,2-24-393 0 0,0-1-55 0 0,0 0 0 0 0,0 0 0 0 0,1 0 0 0 0,-1-1 0 0 0,1 1 0 0 0,0 0 0 0 0,0 0 0 0 0,1 0 0 0 0,-1-1 0 0 0,1 1 0 0 0,0-1 0 0 0,0 1 0 0 0,0-1 1 0 0,0 0-1 0 0,4 5 0 0 0,-5-7-21 0 0,1-1 1 0 0,-1 1 0 0 0,0 0 0 0 0,0 0 0 0 0,1-1 0 0 0,-1 1 0 0 0,0-1 0 0 0,1 0-1 0 0,-1 1 1 0 0,1-1 0 0 0,-1 0 0 0 0,1 0 0 0 0,-1 1 0 0 0,0-1 0 0 0,1 0-1 0 0,-1-1 1 0 0,3 1 0 0 0,24-6 201 0 0,-27 5-221 0 0,11-3 30 0 0,-1 0 1 0 0,0-1 0 0 0,0-1-1 0 0,0 0 1 0 0,-1 0 0 0 0,0-1 0 0 0,10-9-1 0 0,61-61 72 0 0,-43 35-136 0 0,-3-2 0 0 0,-1-1 1 0 0,-2-2-1 0 0,-3-1 0 0 0,-1-1 1 0 0,-3-1-1 0 0,-2-2 0 0 0,30-99 1 0 0,-24 42-180 0 0,18-142 0 0 0,-47 249 144 0 0,-12 15-93 0 0,2 3 206 0 0,1 1 1 0 0,1 0-1 0 0,0 1 1 0 0,-5 20-1 0 0,6-19 19 0 0,-94 297 1099 0 0,86-252-1013 0 0,2 1 0 0 0,-9 132 0 0 0,22-180-139 0 0,0 1-1 0 0,1-1 0 0 0,0 0 1 0 0,1 0-1 0 0,2 1 0 0 0,-1-1 1 0 0,8 19-1 0 0,-9-30-29 0 0,1-1 1 0 0,-1 0-1 0 0,1 1 0 0 0,0-1 1 0 0,0 0-1 0 0,0 0 0 0 0,1 0 0 0 0,0-1 1 0 0,0 0-1 0 0,0 1 0 0 0,0-1 1 0 0,1 0-1 0 0,0-1 0 0 0,-1 1 1 0 0,1-1-1 0 0,1 0 0 0 0,-1 0 0 0 0,0-1 1 0 0,1 0-1 0 0,-1 0 0 0 0,1 0 1 0 0,0 0-1 0 0,0-1 0 0 0,8 1 1 0 0,-6-1-40 0 0,0-1 1 0 0,1 1 0 0 0,-1-2 0 0 0,0 1 0 0 0,1-1 0 0 0,-1 0 0 0 0,0-1 0 0 0,0 0 0 0 0,0 0 0 0 0,0-1 0 0 0,0 0 0 0 0,-1-1 0 0 0,1 1 0 0 0,-1-1 0 0 0,0-1 0 0 0,12-9 0 0 0,-8 5 27 0 0,-2-1-1 0 0,1-1 1 0 0,-1 0 0 0 0,0 0-1 0 0,-1-1 1 0 0,-1 0-1 0 0,0 0 1 0 0,0 0 0 0 0,5-17-1 0 0,0-4 140 0 0,9-41 1 0 0,-4 11 1275 0 0,-10 34-796 0 0,-7 25-552 0 0,-1 11-28 0 0,-2 12-41 0 0,1 1 1 0 0,1 0-1 0 0,0 1 0 0 0,5 36 1 0 0,-3-49 23 0 0,0 0 0 0 0,0 0 0 0 0,1-1 0 0 0,1 1 0 0 0,-1 0 0 0 0,1-1 0 0 0,0 0 0 0 0,1 0 0 0 0,-1 0 0 0 0,2 0 0 0 0,-1-1 0 0 0,1 1 0 0 0,0-1 0 0 0,0 0 0 0 0,6 5 0 0 0,-5-7 13 0 0,0 0 0 0 0,1 0 0 0 0,-1-1-1 0 0,1 0 1 0 0,0 0 0 0 0,0-1 0 0 0,0 0 0 0 0,0 0 0 0 0,0-1 0 0 0,0 1 0 0 0,0-2-1 0 0,1 1 1 0 0,-1-1 0 0 0,0 0 0 0 0,1 0 0 0 0,-1-1 0 0 0,0 0 0 0 0,0-1 0 0 0,1 1-1 0 0,-1-1 1 0 0,0-1 0 0 0,-1 1 0 0 0,1-1 0 0 0,0 0 0 0 0,7-6 0 0 0,-9 6 57 0 0,-1-1-1 0 0,1 0 1 0 0,-1-1 0 0 0,0 1 0 0 0,0-1 0 0 0,0 1 0 0 0,-1-1 0 0 0,0 0 0 0 0,0 0 0 0 0,0-1 0 0 0,-1 1 0 0 0,1-1-1 0 0,-1 1 1 0 0,-1-1 0 0 0,1 0 0 0 0,-1 0 0 0 0,0 0 0 0 0,0 0 0 0 0,0-10 0 0 0,-1 7-37 0 0,0 0 1 0 0,0 1-1 0 0,-1-1 1 0 0,0 1 0 0 0,-1-1-1 0 0,1 1 1 0 0,-2 0-1 0 0,1 0 1 0 0,-1-1 0 0 0,0 2-1 0 0,-1-1 1 0 0,0 0-1 0 0,-6-9 1 0 0,3 10-23 0 0,0-1 0 0 0,-1 1-1 0 0,0 1 1 0 0,0-1 0 0 0,0 1 0 0 0,0 1 0 0 0,-1 0-1 0 0,0 0 1 0 0,0 0 0 0 0,-14-4 0 0 0,-14-3-3 0 0,-52-11-1 0 0,51 14-122 0 0,35 8 71 0 0,2 1 7 0 0,-1 0 0 0 0,1 0-1 0 0,0 0 1 0 0,0 0 0 0 0,0 0-1 0 0,0 1 1 0 0,-1-1 0 0 0,1 0-1 0 0,0 1 1 0 0,0-1 0 0 0,0 0 0 0 0,0 1-1 0 0,0-1 1 0 0,0 1 0 0 0,0 0-1 0 0,0-1 1 0 0,0 1 0 0 0,0 0-1 0 0,-1 1 1 0 0,2-1-46 0 0,-1-1-1 0 0,1 1 1 0 0,0 0-1 0 0,0-1 1 0 0,0 1 0 0 0,0 0-1 0 0,0-1 1 0 0,0 1-1 0 0,0 0 1 0 0,0-1-1 0 0,0 1 1 0 0,0-1 0 0 0,1 1-1 0 0,-1 0 1 0 0,0-1-1 0 0,0 1 1 0 0,1 0-1 0 0,-1-1 1 0 0,0 1 0 0 0,1-1-1 0 0,-1 1 1 0 0,0-1-1 0 0,1 1 1 0 0,-1-1-1 0 0,1 1 1 0 0,-1-1 0 0 0,1 1-1 0 0,-1-1 1 0 0,1 0-1 0 0,-1 1 1 0 0,1-1-1 0 0,-1 0 1 0 0,1 1 0 0 0,0-1-1 0 0,-1 0 1 0 0,2 1-1 0 0,0 0-276 0 0,0 0 0 0 0,0 0 0 0 0,1 0-1 0 0,-1-1 1 0 0,1 1 0 0 0,-1-1 0 0 0,0 1 0 0 0,1-1-1 0 0,-1 0 1 0 0,1 0 0 0 0,-1 0 0 0 0,4 0 0 0 0,10-2-4370 0 0,5-1-582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21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152 106 288 0 0,'-34'0'4612'0'0,"-2"-1"1316"0"0,-42 6 0 0 0,75-5-5635 0 0,20-2 138 0 0,356-52 132 0 0,-106 23-2487 0 0,-88 13-5456 0 0,-157 16 5762 0 0,10 0-3099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21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128 732 1964 0 0,'-7'2'632'0'0,"1"0"0"0"0,-1 1 0 0 0,1-1 0 0 0,0 1 0 0 0,0 1 0 0 0,0-1 0 0 0,0 1 0 0 0,1 0 0 0 0,0 0 0 0 0,-1 1 0 0 0,1 0 0 0 0,1-1 0 0 0,-1 2-1 0 0,-6 9 1 0 0,6-8-414 0 0,1 0 0 0 0,0 0-1 0 0,0 1 1 0 0,0 0-1 0 0,1-1 1 0 0,0 2 0 0 0,1-1-1 0 0,0 0 1 0 0,0 0-1 0 0,0 1 1 0 0,0 13 0 0 0,3-17-138 0 0,-1-1 0 0 0,0 0 0 0 0,1 0 0 0 0,-1 0 0 0 0,1 0 0 0 0,2 5 0 0 0,-2-8-46 0 0,-1 0 0 0 0,1 1 0 0 0,-1-1 0 0 0,1 1 1 0 0,0-1-1 0 0,0 0 0 0 0,0 0 0 0 0,0 1 0 0 0,0-1 0 0 0,0 0 0 0 0,0 0 0 0 0,0 0 1 0 0,0 0-1 0 0,1 0 0 0 0,-1 0 0 0 0,0-1 0 0 0,0 1 0 0 0,1 0 0 0 0,-1-1 1 0 0,1 1-1 0 0,-1-1 0 0 0,1 1 0 0 0,1-1 0 0 0,10 1 27 0 0,1-1 0 0 0,-1 0-1 0 0,1-1 1 0 0,-1 0 0 0 0,0-2 0 0 0,0 1 0 0 0,0-1-1 0 0,0-1 1 0 0,0-1 0 0 0,-1 0 0 0 0,1 0 0 0 0,17-11-1 0 0,2-4-9 0 0,0-1 1 0 0,-1-2-1 0 0,36-33 0 0 0,-42 31-109 0 0,-1-1-1 0 0,-1 0 1 0 0,-2-2 0 0 0,0 0 0 0 0,-2-2 0 0 0,-1 0 0 0 0,-2-1-1 0 0,-1-1 1 0 0,-1 0 0 0 0,-2-1 0 0 0,-1 0 0 0 0,-1-1 0 0 0,-2 0-1 0 0,-2-1 1 0 0,3-40 0 0 0,-7 48 6 0 0,-1 1 0 0 0,-1-1 1 0 0,-1 0-1 0 0,-1 0 0 0 0,-1 0 0 0 0,-14-51 0 0 0,17 76 46 0 0,-1 1-1 0 0,0-1 0 0 0,1 0 0 0 0,-1 1 0 0 0,0-1 1 0 0,0 0-1 0 0,1 1 0 0 0,-1-1 0 0 0,0 1 0 0 0,-1 0 0 0 0,1-1 1 0 0,0 1-1 0 0,0 0 0 0 0,-1 0 0 0 0,1-1 0 0 0,-2 0 1 0 0,2 2-1 0 0,0-1 0 0 0,0 1 1 0 0,0 0-1 0 0,0 0 0 0 0,0-1 1 0 0,-1 1-1 0 0,1 0 0 0 0,0 0 1 0 0,0 0-1 0 0,0 0 1 0 0,0 0-1 0 0,0 1 0 0 0,0-1 1 0 0,0 0-1 0 0,0 0 0 0 0,0 1 1 0 0,0-1-1 0 0,0 1 0 0 0,0-1 1 0 0,-1 1-1 0 0,-2 2-4 0 0,0 0 1 0 0,0 0-1 0 0,1 0 0 0 0,-1 1 0 0 0,1 0 0 0 0,0-1 1 0 0,0 1-1 0 0,0 0 0 0 0,0 0 0 0 0,-2 5 0 0 0,-7 17 0 0 0,1 0 1 0 0,1 0-1 0 0,-8 37 0 0 0,-12 85 57 0 0,27-135-39 0 0,-26 230 56 0 0,28-196-39 0 0,1 1 0 0 0,3-1 0 0 0,9 56 0 0 0,-11-98-18 0 0,0 0-1 0 0,1 1 1 0 0,-1-1 0 0 0,1 0 0 0 0,0 0-1 0 0,0 0 1 0 0,1 0 0 0 0,-1 0-1 0 0,1-1 1 0 0,6 9 0 0 0,-6-11-26 0 0,-1 1 1 0 0,1-1-1 0 0,-1 0 1 0 0,1 0-1 0 0,0 0 1 0 0,0-1-1 0 0,0 1 1 0 0,0-1-1 0 0,0 1 1 0 0,0-1-1 0 0,0 0 1 0 0,1 0-1 0 0,-1-1 1 0 0,0 1-1 0 0,1 0 1 0 0,-1-1-1 0 0,0 0 1 0 0,1 0-1 0 0,3 0 1 0 0,5-2-91 0 0,0 0-1 0 0,0 0 1 0 0,0-2 0 0 0,-1 1 0 0 0,1-1 0 0 0,-1-1 0 0 0,1 0 0 0 0,-2-1-1 0 0,1 0 1 0 0,0 0 0 0 0,-1-1 0 0 0,-1-1 0 0 0,1 1 0 0 0,-1-2 0 0 0,10-11 0 0 0,1-2 20 0 0,-1-1 1 0 0,-2-1 0 0 0,0-1-1 0 0,-2 0 1 0 0,15-33-1 0 0,-7 8 270 0 0,-3 0 0 0 0,-2-2 0 0 0,-2 0 0 0 0,-3-1 0 0 0,-2-1 0 0 0,6-75 0 0 0,-13 77 315 0 0,-4 49-485 0 0,-1 5-1 0 0,-7 19 67 0 0,1 1 1 0 0,1-1-1 0 0,0 1 1 0 0,-2 28-1 0 0,0-5 61 0 0,-23 104 266 0 0,-44 255 413 0 0,74-401-711 0 0,3-4-99 0 0,0 0 0 0 0,-1 0-1 0 0,1 0 1 0 0,0 0-1 0 0,-1-1 1 0 0,1 1 0 0 0,-1 0-1 0 0,0-1 1 0 0,0 1-1 0 0,1-1 1 0 0,-1 1-1 0 0,0-1 1 0 0,1-2 0 0 0,-2 4-3 0 0,46-73 76 0 0,-29 43-91 0 0,2 0-1 0 0,1 1 0 0 0,2 1 0 0 0,37-38 0 0 0,-55 62-1 0 0,1 0 1 0 0,-1 1-1 0 0,1 0 0 0 0,-1 0 0 0 0,1 0 0 0 0,0 0 1 0 0,0 1-1 0 0,0 0 0 0 0,1 0 0 0 0,-1 0 0 0 0,0 1 1 0 0,1-1-1 0 0,-1 1 0 0 0,1 1 0 0 0,6-1 0 0 0,-10 1 9 0 0,0 0-1 0 0,0 1 0 0 0,0-1 1 0 0,1 1-1 0 0,-1-1 0 0 0,0 1 0 0 0,0 0 1 0 0,0 0-1 0 0,0 0 0 0 0,0 0 1 0 0,0 0-1 0 0,0 0 0 0 0,0 0 0 0 0,-1 1 1 0 0,1-1-1 0 0,0 1 0 0 0,-1-1 0 0 0,1 1 1 0 0,-1 0-1 0 0,1-1 0 0 0,-1 1 1 0 0,0 0-1 0 0,0 0 0 0 0,0 0 0 0 0,0 0 1 0 0,0 0-1 0 0,0 3 0 0 0,2 2 2 0 0,-1 1 0 0 0,0-1 0 0 0,-1 1 0 0 0,0 0 0 0 0,0-1 0 0 0,0 9 0 0 0,-3 24 17 0 0,-12 63 0 0 0,3-23-19 0 0,11-79 11 0 0,-1 1-1 0 0,1-1 0 0 0,0 1 0 0 0,0-1 0 0 0,0 1 0 0 0,1 0 0 0 0,-1-1 0 0 0,0 1 0 0 0,1-1 0 0 0,-1 1 1 0 0,1-1-1 0 0,-1 1 0 0 0,1-1 0 0 0,-1 0 0 0 0,1 1 0 0 0,0-1 0 0 0,0 0 0 0 0,0 1 0 0 0,0-1 1 0 0,2 2-1 0 0,-1-1 0 0 0,1-1 0 0 0,-1 1 0 0 0,1-1 0 0 0,-1 0 1 0 0,1 1-1 0 0,-1-1 0 0 0,1 0 0 0 0,0 0 0 0 0,0-1 1 0 0,4 2-1 0 0,5-1 7 0 0,0-1 0 0 0,0 1 0 0 0,24-4 0 0 0,-35 3-10 0 0,25-4-48 0 0,1 0 0 0 0,-1-2 0 0 0,0-1 0 0 0,0-1 0 0 0,-1-1 0 0 0,0-1 0 0 0,-1-1 0 0 0,0-2 0 0 0,26-17 0 0 0,-37 21 37 0 0,0-1 1 0 0,-1 0-1 0 0,0 0 0 0 0,0-1 0 0 0,-1 0 0 0 0,-1-1 1 0 0,0-1-1 0 0,-1 0 0 0 0,0 0 0 0 0,-1 0 0 0 0,0-1 1 0 0,-1-1-1 0 0,-1 1 0 0 0,0-1 0 0 0,-1 0 1 0 0,6-29-1 0 0,-11 37 93 0 0,0-1-1 0 0,0 1 1 0 0,-1-1 0 0 0,0 1 0 0 0,-3-14-1 0 0,3 20-75 0 0,1 0-1 0 0,-1 0 0 0 0,0 1 0 0 0,0-1 0 0 0,1 0 0 0 0,-1 0 0 0 0,0 1 0 0 0,0-1 1 0 0,0 0-1 0 0,0 1 0 0 0,0-1 0 0 0,0 1 0 0 0,0-1 0 0 0,0 1 0 0 0,0 0 0 0 0,0-1 0 0 0,0 1 1 0 0,0 0-1 0 0,-1 0 0 0 0,1 0 0 0 0,0 0 0 0 0,0 0 0 0 0,0 0 0 0 0,0 0 0 0 0,0 0 1 0 0,0 0-1 0 0,-2 1 0 0 0,-4 2 15 0 0,1 0 1 0 0,0 0-1 0 0,0 1 0 0 0,0-1 1 0 0,1 1-1 0 0,0 1 1 0 0,-1-1-1 0 0,1 1 0 0 0,1 0 1 0 0,-1 0-1 0 0,1 1 1 0 0,0-1-1 0 0,0 1 0 0 0,0 0 1 0 0,1 0-1 0 0,-3 6 0 0 0,0 0-6 0 0,1 0-1 0 0,1 0 1 0 0,0 1-1 0 0,0-1 1 0 0,1 1-1 0 0,1 0 0 0 0,0-1 1 0 0,0 15-1 0 0,2-20 0 0 0,0-1-1 0 0,0 1 1 0 0,1 0-1 0 0,0-1 0 0 0,0 1 1 0 0,1-1-1 0 0,0 0 1 0 0,0 1-1 0 0,0-1 1 0 0,1 0-1 0 0,0 0 1 0 0,0 0-1 0 0,0-1 0 0 0,1 1 1 0 0,0-1-1 0 0,0 1 1 0 0,0-1-1 0 0,1-1 1 0 0,-1 1-1 0 0,1-1 1 0 0,1 1-1 0 0,-1-1 0 0 0,0-1 1 0 0,1 1-1 0 0,0-1 1 0 0,0 0-1 0 0,0 0 1 0 0,8 2-1 0 0,9 1-382 0 0,0-1-1 0 0,0-1 1 0 0,0-1 0 0 0,0-1-1 0 0,0 0 1 0 0,1-2-1 0 0,-1-1 1 0 0,0-1-1 0 0,0-1 1 0 0,0-1 0 0 0,26-8-1 0 0,-37 8-975 0 0,-1 0-1 0 0,1-1 1 0 0,16-9-1 0 0,0-1-3157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22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17 2872 0 0,'-272'18'13002'0'0,"250"-14"-12383"0"0,18-3-190 0 0,23 1-5 0 0,215-21-2125 0 0,-32 2-5655 0 0,-126 11 1471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23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568 674 2076 0 0,'-67'22'7634'0'0,"65"-21"-7252"0"0,-12-1 1617 0 0,69-56-679 0 0,-8 8-648 0 0,-30 28-536 0 0,-1-1 0 0 0,0-1 0 0 0,-2-1 0 0 0,-1 0 0 0 0,0 0 0 0 0,-2-2-1 0 0,-1 1 1 0 0,-1-2 0 0 0,-1 1 0 0 0,-1-1 0 0 0,-1 0 0 0 0,-1 0 0 0 0,1-49-1 0 0,-6-111 604 0 0,0 185-745 0 0,0 0 0 0 0,0 0 1 0 0,0 0-1 0 0,1 1 1 0 0,-1-1-1 0 0,-1 0 1 0 0,1 0-1 0 0,0 0 1 0 0,0 1-1 0 0,0-1 1 0 0,0 0-1 0 0,0 0 0 0 0,-1 0 1 0 0,1 1-1 0 0,0-1 1 0 0,-1 0-1 0 0,1 0 1 0 0,-1 1-1 0 0,1-1 1 0 0,-1 0-1 0 0,1 1 1 0 0,-1-1-1 0 0,0 0 0 0 0,0 1 4 0 0,1 0 0 0 0,-1 0 0 0 0,0 0-1 0 0,1 0 1 0 0,-1 0 0 0 0,0 0 0 0 0,1 0-1 0 0,-1 1 1 0 0,0-1 0 0 0,1 0 0 0 0,-1 0-1 0 0,0 1 1 0 0,1-1 0 0 0,-1 0 0 0 0,1 1-1 0 0,-1-1 1 0 0,1 1 0 0 0,-1-1 0 0 0,1 0-1 0 0,-2 2 1 0 0,-2 3-8 0 0,0-1 1 0 0,0 1-1 0 0,0 0 0 0 0,-4 9 1 0 0,-13 31-21 0 0,3 1 1 0 0,-21 78 0 0 0,-12 102 81 0 0,43-185-39 0 0,-65 380 453 0 0,-27 573-1 0 0,87-810-416 0 0,-4 140 322 0 0,20-306-312 0 0,-2-18-56 0 0,-1 1 0 0 0,0-1 0 0 0,0 1 0 0 0,1-1 0 0 0,-1 1 0 0 0,0-1 0 0 0,1 0 0 0 0,-1 1 0 0 0,1-1 1 0 0,-1 1-1 0 0,0-1 0 0 0,1 0 0 0 0,-1 1 0 0 0,1-1 0 0 0,-1 0 0 0 0,1 0 0 0 0,-1 1 0 0 0,1-1 0 0 0,-1 0 0 0 0,1 0 0 0 0,-1 0 0 0 0,1 0 0 0 0,-1 0 0 0 0,1 0 0 0 0,0 0 0 0 0,-1 0 0 0 0,1 0 0 0 0,-1 0 0 0 0,2 0 0 0 0,18-3 44 0 0,-4-4-38 0 0,0 0 1 0 0,-1-1 0 0 0,1-1-1 0 0,-2 0 1 0 0,1-1 0 0 0,-1-1-1 0 0,-1 0 1 0 0,0-1 0 0 0,0 0-1 0 0,-1-1 1 0 0,15-22-1 0 0,-12 15 18 0 0,-1-1-1 0 0,-1-1 0 0 0,-1-1 1 0 0,-1 0-1 0 0,0 0 0 0 0,-2-1 0 0 0,9-38 1 0 0,-15 45-17 0 0,0 0 0 0 0,-1 0 0 0 0,-1 0 0 0 0,-1 0 0 0 0,0-1 0 0 0,-1 1 0 0 0,-1 0 0 0 0,-1 0 0 0 0,0 1 0 0 0,-1-1 0 0 0,-11-26 0 0 0,4 18-26 0 0,0 1 0 0 0,-2 0 0 0 0,-1 1 0 0 0,-1 1 0 0 0,0 0 0 0 0,-34-34 0 0 0,-1 5-14 0 0,-83-63 0 0 0,-65-31-17 0 0,133 99 56 0 0,48 35-2 0 0,-27-22-181 0 0,42 31 126 0 0,0 0-1 0 0,0 0 1 0 0,0 0 0 0 0,0 0-1 0 0,0 0 1 0 0,0-1 0 0 0,1 1-1 0 0,-1-1 1 0 0,1 1 0 0 0,-1-1 0 0 0,1 1-1 0 0,0-1 1 0 0,0 0 0 0 0,-1-5-1 0 0,3 6-8 0 0,-1 0-1 0 0,0-1 1 0 0,1 1-1 0 0,-1 0 1 0 0,1 0 0 0 0,0-1-1 0 0,0 1 1 0 0,0 0-1 0 0,0 0 1 0 0,0 0-1 0 0,0 0 1 0 0,1 0-1 0 0,-1 0 1 0 0,1 0-1 0 0,-1 1 1 0 0,1-1-1 0 0,2-2 1 0 0,34-24-782 0 0,39-11-573 0 0,1 3 1 0 0,116-36-1 0 0,-106 41 202 0 0,154-75 0 0 0,-228 98 1230 0 0,0 0 1 0 0,0-2-1 0 0,-1 0 0 0 0,0 0 0 0 0,13-15 0 0 0,-20 19 234 0 0,-1-1 0 0 0,1 1-1 0 0,-1-1 1 0 0,-1 0-1 0 0,1-1 1 0 0,-1 1-1 0 0,-1-1 1 0 0,1 0 0 0 0,-1 0-1 0 0,-1 0 1 0 0,3-12-1 0 0,-4 16-119 0 0,-1 0 0 0 0,0 0 0 0 0,0 0 0 0 0,0 0 0 0 0,-1 0 0 0 0,1 0-1 0 0,-1 0 1 0 0,0 0 0 0 0,-1 0 0 0 0,1 1 0 0 0,0-1 0 0 0,-1 0 0 0 0,0 1-1 0 0,0-1 1 0 0,0 1 0 0 0,0-1 0 0 0,-1 1 0 0 0,1 0 0 0 0,-1 0-1 0 0,-5-5 1 0 0,6 7-110 0 0,0 0 0 0 0,-1 0 0 0 0,1 0 0 0 0,0 0 0 0 0,0 1 0 0 0,0-1 0 0 0,-1 1 0 0 0,1-1 0 0 0,0 1 0 0 0,0 0 0 0 0,-1 0 0 0 0,1 0 0 0 0,0 0 0 0 0,-4 1 0 0 0,4-1-16 0 0,-2 0 6 0 0,0 1 0 0 0,0 0 0 0 0,0-1-1 0 0,0 1 1 0 0,0 1 0 0 0,0-1 0 0 0,1 1-1 0 0,-1-1 1 0 0,0 1 0 0 0,1 0 0 0 0,-1 1-1 0 0,1-1 1 0 0,-6 6 0 0 0,-3 2 7 0 0,2 2 1 0 0,-12 12-1 0 0,20-20-18 0 0,-8 8 7 0 0,1 1 1 0 0,1 0 0 0 0,0 0-1 0 0,1 1 1 0 0,0-1-1 0 0,1 2 1 0 0,1-1 0 0 0,-6 23-1 0 0,10-29-1 0 0,-1-1 0 0 0,1 1 0 0 0,0-1 0 0 0,0 1 0 0 0,1 0 0 0 0,0-1 0 0 0,0 1 0 0 0,1 0 0 0 0,0-1 0 0 0,1 1 0 0 0,-1-1 0 0 0,1 1 0 0 0,1-1 0 0 0,0 0 0 0 0,0 0 0 0 0,0 0 0 0 0,0 0 0 0 0,1-1-1 0 0,5 7 1 0 0,-4-8-2 0 0,-1-1-1 0 0,1 0 0 0 0,0 0 1 0 0,0 0-1 0 0,0-1 0 0 0,1 0 1 0 0,-1 0-1 0 0,1 0 0 0 0,-1-1 1 0 0,1 1-1 0 0,0-1 0 0 0,0-1 1 0 0,0 1-1 0 0,1-1 0 0 0,-1 0 1 0 0,0-1-1 0 0,0 1 0 0 0,0-1 1 0 0,1 0-1 0 0,-1-1 0 0 0,0 0 1 0 0,11-2-1 0 0,-8 1-10 0 0,0 0 0 0 0,0-1 0 0 0,0 0 1 0 0,-1 0-1 0 0,1-1 0 0 0,-1 0 0 0 0,0 0 0 0 0,0-1 0 0 0,0 0 0 0 0,-1-1 0 0 0,1 0 0 0 0,-1 0 1 0 0,-1 0-1 0 0,11-13 0 0 0,-8 5-36 0 0,-1 1 1 0 0,-1-1-1 0 0,0-1 1 0 0,-1 1-1 0 0,-1-1 1 0 0,0 0-1 0 0,-1 0 1 0 0,0-1-1 0 0,1-22 1 0 0,-3 25 23 0 0,-2 0-1 0 0,0 1 1 0 0,0-1 0 0 0,-1 0-1 0 0,0 0 1 0 0,-1 1-1 0 0,-1-1 1 0 0,0 1 0 0 0,-1-1-1 0 0,0 1 1 0 0,-1 0 0 0 0,-7-13-1 0 0,11 23 13 0 0,-1-1 0 0 0,0 0 0 0 0,0 1 0 0 0,0-1 0 0 0,-1 1 0 0 0,1 0 0 0 0,-1 0-1 0 0,1 0 1 0 0,-1 0 0 0 0,0 0 0 0 0,1 1 0 0 0,-1-1 0 0 0,0 1 0 0 0,0-1-1 0 0,0 1 1 0 0,0 0 0 0 0,0 0 0 0 0,-1 1 0 0 0,1-1 0 0 0,0 0 0 0 0,0 1 0 0 0,0 0-1 0 0,-1 0 1 0 0,1 0 0 0 0,0 0 0 0 0,0 1 0 0 0,-1-1 0 0 0,1 1 0 0 0,0 0 0 0 0,0 0-1 0 0,0 0 1 0 0,0 0 0 0 0,0 0 0 0 0,0 1 0 0 0,0-1 0 0 0,0 1 0 0 0,1 0 0 0 0,-1 0-1 0 0,1 0 1 0 0,-1 0 0 0 0,-3 4 0 0 0,0 1 0 0 0,1-1 0 0 0,-1 1 0 0 0,1 0 1 0 0,1 0-1 0 0,-1 1 0 0 0,1-1 0 0 0,0 1 0 0 0,1 0 0 0 0,0 0 1 0 0,0 0-1 0 0,1 1 0 0 0,0-1 0 0 0,-1 11 0 0 0,3-15 7 0 0,-1 0-1 0 0,1 0 1 0 0,0 0 0 0 0,0 1-1 0 0,1-1 1 0 0,-1 0 0 0 0,1 0-1 0 0,0 0 1 0 0,0 0 0 0 0,0 0-1 0 0,1 0 1 0 0,-1 0-1 0 0,1-1 1 0 0,0 1 0 0 0,0 0-1 0 0,0-1 1 0 0,1 0 0 0 0,-1 1-1 0 0,1-1 1 0 0,0 0 0 0 0,0 0-1 0 0,0 0 1 0 0,0-1 0 0 0,0 1-1 0 0,1-1 1 0 0,-1 0-1 0 0,1 0 1 0 0,-1 0 0 0 0,7 2-1 0 0,8 2-63 0 0,1 0-1 0 0,0-2 1 0 0,0 0 0 0 0,1-1-1 0 0,-1-1 1 0 0,0-1-1 0 0,1-1 1 0 0,-1 0-1 0 0,1-1 1 0 0,28-6-1 0 0,-18 0-107 0 0,0 0 0 0 0,0-2-1 0 0,-1-1 1 0 0,0-1 0 0 0,52-28-1 0 0,-57 23 62 0 0,0-1 0 0 0,-1-1 0 0 0,-1 0-1 0 0,-1-2 1 0 0,0-1 0 0 0,-2 0 0 0 0,0-2 0 0 0,-1 0-1 0 0,-2 0 1 0 0,21-40 0 0 0,-21 31 115 0 0,-1 0 0 0 0,-1-1-1 0 0,-2-1 1 0 0,-2 0 0 0 0,-1 0 0 0 0,-1-1-1 0 0,-2 0 1 0 0,2-42 0 0 0,-8 71 32 0 0,0-54 380 0 0,0 57-395 0 0,-1-1 0 0 0,1 1 0 0 0,-1-1 0 0 0,0 1 0 0 0,0-1 0 0 0,0 1 0 0 0,0 0 0 0 0,-1-1 0 0 0,1 1 0 0 0,-1 0 0 0 0,0 0 0 0 0,0 0 0 0 0,-2-3 0 0 0,3 5-18 0 0,0 0 1 0 0,-1 0 0 0 0,1 0-1 0 0,0 0 1 0 0,0 1-1 0 0,0-1 1 0 0,-1 1-1 0 0,1-1 1 0 0,0 1-1 0 0,-1-1 1 0 0,1 1 0 0 0,0 0-1 0 0,-1-1 1 0 0,1 1-1 0 0,-1 0 1 0 0,1 0-1 0 0,0 0 1 0 0,-1 0 0 0 0,1 0-1 0 0,-3 1 1 0 0,1 0-1 0 0,-1 0 0 0 0,0 0 1 0 0,1 0-1 0 0,0 1 0 0 0,-1-1 1 0 0,1 1-1 0 0,-4 2 1 0 0,-4 5 52 0 0,0 0 1 0 0,0 1 0 0 0,1 0 0 0 0,0 1 0 0 0,0 0-1 0 0,2 0 1 0 0,-15 24 0 0 0,-42 95 415 0 0,61-123-452 0 0,-16 41 98 0 0,1 0 1 0 0,3 2-1 0 0,-13 65 0 0 0,22-81-82 0 0,2 1 0 0 0,2 0 1 0 0,1 0-1 0 0,1 1 0 0 0,8 61 0 0 0,-6-89-32 0 0,1 1-1 0 0,0-1 0 0 0,0 1 0 0 0,0-1 0 0 0,1 1 0 0 0,0-1 1 0 0,1 0-1 0 0,0 0 0 0 0,0-1 0 0 0,1 1 0 0 0,-1-1 1 0 0,2 0-1 0 0,-1 0 0 0 0,1-1 0 0 0,0 1 0 0 0,0-1 0 0 0,1-1 1 0 0,0 1-1 0 0,0-1 0 0 0,0 0 0 0 0,1-1 0 0 0,-1 1 1 0 0,1-2-1 0 0,0 1 0 0 0,1-1 0 0 0,-1 0 0 0 0,0-1 0 0 0,1 0 1 0 0,-1 0-1 0 0,1-1 0 0 0,0 0 0 0 0,13 0 0 0 0,-6-2-90 0 0,-1 0-1 0 0,1 0 1 0 0,0-2-1 0 0,-1 0 1 0 0,1 0-1 0 0,-1-2 0 0 0,0 0 1 0 0,0 0-1 0 0,26-16 1 0 0,-23 10-9 0 0,0-1 0 0 0,0-1 0 0 0,-2 0 1 0 0,0-1-1 0 0,0-1 0 0 0,21-27 0 0 0,-11 7-13 0 0,-3-1-1 0 0,0-1 0 0 0,-2-1 1 0 0,-2 0-1 0 0,-2-2 0 0 0,21-71 1 0 0,-23 58 274 0 0,15-96 1 0 0,-27 121 152 0 0,-1 0 1 0 0,-1 0-1 0 0,-1 0 0 0 0,-2 0 1 0 0,-6-37-1 0 0,-4-17 699 0 0,12 82-1017 0 0,0-1 0 0 0,0 1 0 0 0,0-1 0 0 0,0 1 1 0 0,0-1-1 0 0,0 1 0 0 0,-1-1 0 0 0,1 1 0 0 0,0-1 0 0 0,0 1 0 0 0,0 0 1 0 0,0-1-1 0 0,0 1 0 0 0,-1-1 0 0 0,1 1 0 0 0,0-1 0 0 0,0 1 0 0 0,-1 0 1 0 0,1-1-1 0 0,0 1 0 0 0,-1 0 0 0 0,1-1 0 0 0,0 1 0 0 0,-1 0 0 0 0,1 0 1 0 0,0-1-1 0 0,-1 1 0 0 0,1 0 0 0 0,-1 0 0 0 0,1-1 0 0 0,0 1 1 0 0,-1 0-1 0 0,1 0 0 0 0,-1 0 0 0 0,1 0 0 0 0,-1 0 0 0 0,1 0 0 0 0,-1 0 1 0 0,1 0-1 0 0,-1 0 0 0 0,1 0 0 0 0,0 0 0 0 0,-1 0 0 0 0,1 0 0 0 0,-1 0 1 0 0,1 0-1 0 0,-1 0 0 0 0,1 1 0 0 0,-1-1 0 0 0,1 0 0 0 0,0 0 0 0 0,-1 0 1 0 0,0 1-1 0 0,-1 0-3 0 0,0 1 1 0 0,0 0-1 0 0,0-1 1 0 0,0 1-1 0 0,0 0 1 0 0,1 0-1 0 0,-1 0 1 0 0,-2 3-1 0 0,-11 26 85 0 0,2-1-1 0 0,1 2 0 0 0,1-1 1 0 0,-11 55-1 0 0,10-37 34 0 0,-13 47 34 0 0,4 2 1 0 0,5 0-1 0 0,-4 104 0 0 0,19-179-422 0 0,1 0 1 0 0,1 1-1 0 0,1-1 0 0 0,1 0 0 0 0,9 34 0 0 0,-10-50 0 0 0,0 0 0 0 0,1 0 0 0 0,0 0 0 0 0,0 0 0 0 0,0-1 0 0 0,1 1 0 0 0,0-1 0 0 0,1 0 0 0 0,-1 0 0 0 0,1-1-1 0 0,0 1 1 0 0,0-1 0 0 0,1 0 0 0 0,0 0 0 0 0,0-1 0 0 0,0 0 0 0 0,0 0 0 0 0,1 0 0 0 0,-1-1 0 0 0,1 1 0 0 0,8 1 0 0 0,-8-3-319 0 0,0 1 1 0 0,0-2 0 0 0,1 1-1 0 0,-1-1 1 0 0,1 0 0 0 0,-1-1-1 0 0,9 0 1 0 0,7-3-2215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24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53 257 2400 0 0,'14'-39'3492'0'0,"-3"-1"-1"0"0,-1 0 1 0 0,7-61-1 0 0,-16 99-3432 0 0,-1 1-1 0 0,0 0 0 0 0,1 0 1 0 0,-1 0-1 0 0,0-1 0 0 0,0 1 1 0 0,0 0-1 0 0,0 0 1 0 0,0 0-1 0 0,0-1 0 0 0,-1 1 1 0 0,1 0-1 0 0,0 0 0 0 0,-1 0 1 0 0,0-2-1 0 0,1 3-46 0 0,-1-1-1 0 0,1 1 0 0 0,0 0 1 0 0,-1 0-1 0 0,1 0 1 0 0,-1 0-1 0 0,1 0 1 0 0,0 0-1 0 0,-1 0 0 0 0,1 0 1 0 0,-1 0-1 0 0,1 0 1 0 0,0 0-1 0 0,-1 0 0 0 0,1 1 1 0 0,0-1-1 0 0,-1 0 1 0 0,1 0-1 0 0,0 0 1 0 0,-1 0-1 0 0,1 1 0 0 0,0-1 1 0 0,-1 0-1 0 0,1 0 1 0 0,0 1-1 0 0,-1-1 0 0 0,1 0 1 0 0,0 0-1 0 0,-1 1 1 0 0,-4 5 28 0 0,0-1 0 0 0,1 1 0 0 0,-7 11 0 0 0,-1 4 13 0 0,1-1-1 0 0,1 2 1 0 0,1 0-1 0 0,-6 25 1 0 0,12-37-43 0 0,0 1 1 0 0,1-1-1 0 0,1 0 1 0 0,0 1-1 0 0,0-1 0 0 0,1 1 1 0 0,1 0-1 0 0,0-1 1 0 0,0 0-1 0 0,1 1 1 0 0,5 17-1 0 0,-5-23-3 0 0,0-1 0 0 0,1 1 0 0 0,0-1 0 0 0,-1 1 0 0 0,2-1 0 0 0,-1 0 1 0 0,0 0-1 0 0,1-1 0 0 0,0 1 0 0 0,0-1 0 0 0,0 1 0 0 0,0-1 0 0 0,0-1 0 0 0,1 1 0 0 0,-1 0 0 0 0,1-1 0 0 0,0 0 0 0 0,0 0 0 0 0,0-1 0 0 0,0 1 1 0 0,0-1-1 0 0,10 1 0 0 0,-8-1 2 0 0,0 0-1 0 0,1-1 1 0 0,-1 1 0 0 0,0-2 0 0 0,0 1 0 0 0,1-1-1 0 0,-1 0 1 0 0,0-1 0 0 0,0 1 0 0 0,0-1 0 0 0,0-1 0 0 0,-1 1-1 0 0,1-1 1 0 0,0-1 0 0 0,-1 1 0 0 0,6-5 0 0 0,-4 1-1 0 0,0-1 1 0 0,-1 0 0 0 0,0-1-1 0 0,-1 1 1 0 0,0-1 0 0 0,0 0 0 0 0,-1-1-1 0 0,0 1 1 0 0,-1-1 0 0 0,0 0-1 0 0,0 0 1 0 0,-1-1 0 0 0,-1 1-1 0 0,0-1 1 0 0,0 1 0 0 0,-1-1-1 0 0,0 0 1 0 0,-1 0 0 0 0,0 1 0 0 0,0-1-1 0 0,-1 0 1 0 0,-1 0 0 0 0,0 1-1 0 0,-1-1 1 0 0,0 1 0 0 0,-6-15-1 0 0,5 18-11 0 0,0 0 0 0 0,-1 0 0 0 0,0 1 0 0 0,0 0 0 0 0,0 0-1 0 0,-1 0 1 0 0,0 0 0 0 0,0 1 0 0 0,0 0 0 0 0,-1 0 0 0 0,0 1-1 0 0,0 0 1 0 0,0 0 0 0 0,0 1 0 0 0,-15-6 0 0 0,17 9-3 0 0,-1-1-1 0 0,1 1 1 0 0,-1 0 0 0 0,1 0 0 0 0,-1 1-1 0 0,1 0 1 0 0,-1 0 0 0 0,1 0 0 0 0,0 0 0 0 0,-1 1-1 0 0,1 0 1 0 0,0 0 0 0 0,0 1 0 0 0,0-1 0 0 0,1 1-1 0 0,-1 0 1 0 0,1 0 0 0 0,-8 7 0 0 0,8-6-60 0 0,-1 1 0 0 0,0 0 0 0 0,1 0 0 0 0,0 1 0 0 0,0-1 0 0 0,0 1 1 0 0,1 0-1 0 0,0 0 0 0 0,0 0 0 0 0,1 0 0 0 0,-1 0 0 0 0,1 1 0 0 0,1-1 0 0 0,-1 1 0 0 0,1 0 1 0 0,0-1-1 0 0,1 14 0 0 0,0-15-135 0 0,1 1 0 0 0,-1 0 0 0 0,1 0 1 0 0,1-1-1 0 0,-1 1 0 0 0,1-1 0 0 0,0 1 0 0 0,1-1 1 0 0,-1 0-1 0 0,1 1 0 0 0,0-1 0 0 0,0-1 1 0 0,0 1-1 0 0,1 0 0 0 0,0-1 0 0 0,0 0 0 0 0,0 0 1 0 0,0 0-1 0 0,1 0 0 0 0,8 5 0 0 0,3 0-582 0 0,1-1 0 0 0,1 0-1 0 0,0-1 1 0 0,0-1 0 0 0,0-1 0 0 0,0 0-1 0 0,1-1 1 0 0,0-2 0 0 0,0 0-1 0 0,29 0 1 0 0,-19-3-1364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25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1 417 3292 0 0,'7'-7'378'0'0,"0"-1"0"0"0,0 1-1 0 0,-1-1 1 0 0,1 0 0 0 0,-2-1-1 0 0,1 1 1 0 0,-1-1 0 0 0,-1 0 0 0 0,0-1-1 0 0,0 1 1 0 0,4-18 0 0 0,-4 9 663 0 0,0 0 1 0 0,-2 0 0 0 0,0-1-1 0 0,-1 1 1 0 0,-3-33 0 0 0,3 27 508 0 0,-1 20-1385 0 0,0-1-1 0 0,0 0 1 0 0,0 1 0 0 0,0-1-1 0 0,-2-8 1 0 0,-2 15-74 0 0,3-2-83 0 0,1 0 0 0 0,-1 0 0 0 0,0 0-1 0 0,1 1 1 0 0,-1-1 0 0 0,0 0 0 0 0,1 1 0 0 0,-1-1 0 0 0,0 1 0 0 0,1-1-1 0 0,-1 1 1 0 0,1-1 0 0 0,-1 1 0 0 0,1-1 0 0 0,-1 1 0 0 0,0 0 0 0 0,-10 22 77 0 0,1 1 0 0 0,1 0 0 0 0,1 1 0 0 0,1-1 0 0 0,1 1 0 0 0,2 1 0 0 0,0-1 0 0 0,0 40 1 0 0,4-59-76 0 0,0 0 0 0 0,0-1 0 0 0,1 1 0 0 0,0 0 1 0 0,0 0-1 0 0,0-1 0 0 0,1 1 0 0 0,0 0 0 0 0,0-1 0 0 0,3 6 1 0 0,-3-8-5 0 0,0 0 0 0 0,0 0 1 0 0,1 0-1 0 0,-1 0 1 0 0,1-1-1 0 0,0 1 1 0 0,0-1-1 0 0,0 1 1 0 0,0-1-1 0 0,0 0 0 0 0,0 0 1 0 0,0 0-1 0 0,1-1 1 0 0,-1 1-1 0 0,1-1 1 0 0,4 1-1 0 0,-2 0-5 0 0,-1-1 1 0 0,1 0-1 0 0,-1 0 1 0 0,1-1-1 0 0,-1 0 1 0 0,1 0-1 0 0,-1 0 1 0 0,1 0-1 0 0,0-1 1 0 0,-1 0-1 0 0,0 0 1 0 0,1-1-1 0 0,-1 1 1 0 0,6-3-1 0 0,-3 0-9 0 0,0-1 1 0 0,0 1-1 0 0,0-1 0 0 0,-1-1 1 0 0,0 1-1 0 0,0-2 1 0 0,12-12-1 0 0,-6 3 15 0 0,-1-1 1 0 0,0 0-1 0 0,-1-1 0 0 0,-1 0 1 0 0,0-1-1 0 0,11-36 1 0 0,11-41 630 0 0,-32 93-661 0 0,2-4-105 0 0,-3 14 123 0 0,-3 28-48 0 0,1 37-1 0 0,3-61 55 0 0,1 0-1 0 0,0 0 1 0 0,1 0-1 0 0,0-1 1 0 0,0 1-1 0 0,1-1 1 0 0,1 1-1 0 0,4 10 1 0 0,-5-16 6 0 0,1 1-1 0 0,0-1 1 0 0,0 1 0 0 0,0-1 0 0 0,1-1 0 0 0,-1 1 0 0 0,1 0 0 0 0,0-1 0 0 0,0 0 0 0 0,1 0-1 0 0,-1-1 1 0 0,1 0 0 0 0,0 1 0 0 0,0-2 0 0 0,0 1 0 0 0,0-1 0 0 0,1 0 0 0 0,-1 0 0 0 0,1-1-1 0 0,-1 0 1 0 0,1 0 0 0 0,-1 0 0 0 0,1-1 0 0 0,-1 0 0 0 0,14-2 0 0 0,-11 2-17 0 0,0-2 0 0 0,0 1 0 0 0,0-1 0 0 0,-1 0 0 0 0,1-1 0 0 0,-1 0 0 0 0,1 0 0 0 0,-1-1 0 0 0,0 0 0 0 0,0-1 0 0 0,-1 1 0 0 0,1-1 0 0 0,-1-1 0 0 0,0 0 0 0 0,-1 0 0 0 0,1 0 0 0 0,-1 0 0 0 0,8-13 0 0 0,-9 10 2 0 0,0 0-1 0 0,-1 0 1 0 0,0-1-1 0 0,-1 1 1 0 0,0-1 0 0 0,-1 0-1 0 0,0 0 1 0 0,0 0 0 0 0,-1 0-1 0 0,0 0 1 0 0,-1-1-1 0 0,0 1 1 0 0,-1 0 0 0 0,0 0-1 0 0,0 0 1 0 0,-1 0-1 0 0,-1 0 1 0 0,1 0 0 0 0,-2 0-1 0 0,1 1 1 0 0,-1 0 0 0 0,-1-1-1 0 0,0 2 1 0 0,0-1-1 0 0,-9-11 1 0 0,6 9-10 0 0,6 8 6 0 0,0 0 0 0 0,0 1 0 0 0,0-1 0 0 0,0 1 0 0 0,-1-1 1 0 0,1 1-1 0 0,-1 0 0 0 0,1 0 0 0 0,-1 0 0 0 0,0 0 0 0 0,-3-1 0 0 0,4 2-14 0 0,-1 2-8 0 0,2-1 30 0 0,0 0 0 0 0,0 1 0 0 0,0-1 0 0 0,0 1 0 0 0,0 0 0 0 0,0-1 0 0 0,0 1 0 0 0,0 0 1 0 0,0-1-1 0 0,0 1 0 0 0,1 0 0 0 0,-1 0 0 0 0,0 0 0 0 0,0 0 0 0 0,1 0 0 0 0,-1 0 0 0 0,1 0 0 0 0,-1 0 0 0 0,1 0 1 0 0,-1 0-1 0 0,1 0 0 0 0,-1 0 0 0 0,1 0 0 0 0,0 1 0 0 0,0-1 0 0 0,0 0 0 0 0,-1 0 0 0 0,1 0 0 0 0,0 0 1 0 0,1 1-1 0 0,-1-1 0 0 0,0 0 0 0 0,1 2 0 0 0,0 2-82 0 0,0 1 0 0 0,1-1 0 0 0,0 0 0 0 0,0-1 0 0 0,1 1 1 0 0,-1 0-1 0 0,1 0 0 0 0,0-1 0 0 0,0 0 0 0 0,0 0 0 0 0,1 0 0 0 0,0 0 0 0 0,7 6 0 0 0,-3-4-110 0 0,-1-1-1 0 0,1 0 1 0 0,1-1-1 0 0,-1 0 0 0 0,1 0 1 0 0,-1-1-1 0 0,15 4 1 0 0,-5-3-66 0 0,1 0 0 0 0,1-2-1 0 0,-1 0 1 0 0,0-2 0 0 0,0 0 0 0 0,1 0 0 0 0,24-6 0 0 0,-38 5 266 0 0,-1-1 0 0 0,1 1 0 0 0,0-1 0 0 0,-1 0-1 0 0,0-1 1 0 0,0 0 0 0 0,0 1 0 0 0,0-2 0 0 0,0 1 0 0 0,0 0-1 0 0,-1-1 1 0 0,1 0 0 0 0,-1 0 0 0 0,0 0 0 0 0,0-1 0 0 0,-1 0-1 0 0,1 1 1 0 0,-1-1 0 0 0,3-7 0 0 0,-1 2 515 0 0,-1 0 1 0 0,0 0-1 0 0,0-1 0 0 0,-1 1 1 0 0,-1-1-1 0 0,0 0 1 0 0,0 0-1 0 0,0-20 0 0 0,-2 29-331 0 0,0 1-165 0 0,0 1 0 0 0,0-1 1 0 0,0 0-1 0 0,0 1 0 0 0,0-1 0 0 0,0 1 0 0 0,0-1 0 0 0,0 1 0 0 0,0-1 0 0 0,0 0 0 0 0,0 1 0 0 0,0-1 0 0 0,-1 1 0 0 0,1-1 0 0 0,0 1 0 0 0,0-1 1 0 0,-1 0-1 0 0,-6 7 24 0 0,1 1 0 0 0,1 0 0 0 0,-1 0 1 0 0,1 0-1 0 0,0 1 0 0 0,1 0 1 0 0,0 0-1 0 0,0 0 0 0 0,-4 14 0 0 0,-20 82 331 0 0,23-82-328 0 0,1 0 1 0 0,-1 32-1 0 0,5-48-45 0 0,0 1 0 0 0,0 0 0 0 0,0-1 0 0 0,1 1 0 0 0,0-1 0 0 0,1 0 0 0 0,-1 1 0 0 0,1-1 0 0 0,0 0 0 0 0,1 0 0 0 0,-1 0 0 0 0,7 10 0 0 0,-7-14-126 0 0,1 1 0 0 0,0 0 0 0 0,-1-1 0 0 0,1 1 0 0 0,0-1 0 0 0,0 0 0 0 0,0 0 0 0 0,1 0-1 0 0,-1-1 1 0 0,0 1 0 0 0,1-1 0 0 0,-1 1 0 0 0,1-1 0 0 0,-1 0 0 0 0,1-1 0 0 0,0 1-1 0 0,-1-1 1 0 0,1 1 0 0 0,0-1 0 0 0,0 0 0 0 0,-1 0 0 0 0,1-1 0 0 0,0 1 0 0 0,-1-1 0 0 0,5-1-1 0 0,3 0-1011 0 0,-1-2 0 0 0,0 1 0 0 0,0-1-1 0 0,0 0 1 0 0,0-1 0 0 0,-1 0 0 0 0,14-10-1 0 0,-4 1-3431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25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95 380 0 0,'-97'-92'13192'0'0,"95"90"-12782"0"0,-2 3-532 0 0,-10 1-217 0 0,14-2 304 0 0,0 1 1 0 0,0-1 0 0 0,-1 0 0 0 0,1 0 0 0 0,0 1 0 0 0,-1-1 0 0 0,1 0-1 0 0,0 0 1 0 0,0 1 0 0 0,0-1 0 0 0,-1 0 0 0 0,1 0 0 0 0,0 1 0 0 0,0-1 0 0 0,0 0-1 0 0,0 1 1 0 0,-1-1 0 0 0,1 0 0 0 0,0 1 0 0 0,0-1 0 0 0,0 0 0 0 0,0 1-1 0 0,0-1 1 0 0,0 0 0 0 0,0 1 0 0 0,0-1 0 0 0,0 1 0 0 0,1 5-354 0 0,5 32-5510 0 0,-4-27 2023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26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93 1752 0 0,'0'0'3056'0'0,"0"15"-1"0"0,3 55-376 0 0,0 31-1495 0 0,-3-83-855 0 0,-2 1 0 0 0,-1 0-1 0 0,0-1 1 0 0,-1 0 0 0 0,-1 0 0 0 0,-11 26 0 0 0,3-19 907 0 0,12-24-1209 0 0,0-1 0 0 0,0 1 0 0 0,1-1 0 0 0,-1 0 1 0 0,0 1-1 0 0,0-1 0 0 0,0 0 0 0 0,0 1 0 0 0,1-1 0 0 0,-1 0 1 0 0,0 0-1 0 0,0 0 0 0 0,0 0 0 0 0,0 0 0 0 0,0 0 0 0 0,1 0 1 0 0,-1 0-1 0 0,0 0 0 0 0,0-1 0 0 0,0 1 0 0 0,-1 0 0 0 0,1-2-16 0 0,0 1-1 0 0,0 0 0 0 0,-1 0 1 0 0,1-1-1 0 0,1 1 0 0 0,-1 0 0 0 0,0-1 1 0 0,0 1-1 0 0,0-1 0 0 0,1 1 0 0 0,-1-1 1 0 0,1 1-1 0 0,-1-1 0 0 0,1 0 1 0 0,0 1-1 0 0,-1-4 0 0 0,1 5-3 0 0,-2-17 21 0 0,1 0-1 0 0,0 1 0 0 0,2-1 0 0 0,0 1 0 0 0,6-33 0 0 0,0 17-26 0 0,1 0 1 0 0,13-30 0 0 0,-16 50-27 0 0,1 0 0 0 0,-1 0 0 0 0,2 0-1 0 0,0 1 1 0 0,0 0 0 0 0,1 1 0 0 0,0 0 0 0 0,1 0 0 0 0,0 0 0 0 0,1 1 0 0 0,0 1 0 0 0,14-10 0 0 0,-18 14 10 0 0,1 0 0 0 0,-1 0 1 0 0,1 1-1 0 0,0 0 0 0 0,-1 1 1 0 0,1-1-1 0 0,1 1 0 0 0,-1 1 1 0 0,0-1-1 0 0,0 1 0 0 0,1 1 1 0 0,-1-1-1 0 0,0 1 0 0 0,1 1 1 0 0,-1-1-1 0 0,0 1 0 0 0,1 0 1 0 0,-1 1-1 0 0,0 0 0 0 0,0 0 1 0 0,0 0-1 0 0,0 1 0 0 0,8 4 1 0 0,-10-4 16 0 0,1 1 1 0 0,0-1-1 0 0,-1 1 1 0 0,0 0-1 0 0,0 0 1 0 0,0 1-1 0 0,0-1 1 0 0,-1 1-1 0 0,0 0 1 0 0,0 0-1 0 0,0 1 1 0 0,0-1-1 0 0,-1 1 1 0 0,0 0-1 0 0,0 0 1 0 0,-1 0-1 0 0,0 0 1 0 0,0 0-1 0 0,0 0 1 0 0,-1 1-1 0 0,1-1 1 0 0,-2 1-1 0 0,1 8 1 0 0,-1 9-39 0 0,-2 1 0 0 0,-1 0 0 0 0,-1 0 0 0 0,-12 42 0 0 0,6-29-240 0 0,2-12-456 0 0,7-22 422 0 0,-1 1 0 0 0,0 0 1 0 0,1 0-1 0 0,0 0 0 0 0,0-1 1 0 0,0 1-1 0 0,1 0 0 0 0,0 0 0 0 0,0 6 1 0 0,1-10 87 0 0,-1 0 1 0 0,1 0 0 0 0,-1 0 0 0 0,1 1 0 0 0,-1-1-1 0 0,1 0 1 0 0,0 0 0 0 0,0 0 0 0 0,0 0-1 0 0,-1-1 1 0 0,1 1 0 0 0,0 0 0 0 0,0 0-1 0 0,0 0 1 0 0,0-1 0 0 0,0 1 0 0 0,1 0-1 0 0,-1-1 1 0 0,0 1 0 0 0,0-1 0 0 0,0 0-1 0 0,1 1 1 0 0,-1-1 0 0 0,2 0 0 0 0,-2 1-98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27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256 238 720 0 0,'14'-14'1394'0'0,"58"-63"3900"0"0,-63 67-4522 0 0,-1-2 1 0 0,0 1-1 0 0,0-1 1 0 0,-1 0-1 0 0,7-18 0 0 0,-8-2 808 0 0,-5 31-1548 0 0,-1 0 1 0 0,0 0-1 0 0,0 0 1 0 0,0 0-1 0 0,0 0 0 0 0,0 0 1 0 0,0 0-1 0 0,0 0 0 0 0,0 1 1 0 0,-1-1-1 0 0,1 0 1 0 0,0 0-1 0 0,0 0 0 0 0,-1 0 1 0 0,1 0-1 0 0,-1 0 0 0 0,1 0 1 0 0,-1 0-1 0 0,1 1 1 0 0,-1-1-1 0 0,1 0 0 0 0,-1 0 1 0 0,0 1-1 0 0,1-1 0 0 0,-1 0 1 0 0,0 1-1 0 0,0-1 1 0 0,0 1-1 0 0,1-1 0 0 0,-1 1 1 0 0,-1-1-1 0 0,-7 0 5 0 0,0 1-1 0 0,-1-1 1 0 0,1 2-1 0 0,0 0 1 0 0,0 0 0 0 0,0 0-1 0 0,1 1 1 0 0,-1 0 0 0 0,0 1-1 0 0,1 0 1 0 0,-1 0-1 0 0,1 1 1 0 0,0 0 0 0 0,0 1-1 0 0,0-1 1 0 0,1 2-1 0 0,0-1 1 0 0,-11 11 0 0 0,5-4-29 0 0,1 0 1 0 0,1 1 0 0 0,0 0 0 0 0,0 0 0 0 0,1 2 0 0 0,1-1 0 0 0,1 1-1 0 0,0 0 1 0 0,-7 20 0 0 0,13-29-4 0 0,0 0-1 0 0,1 0 1 0 0,0 0-1 0 0,0 0 1 0 0,1 0-1 0 0,-1 0 1 0 0,1 0-1 0 0,0 0 1 0 0,1 0 0 0 0,0 0-1 0 0,0 0 1 0 0,0 0-1 0 0,2 6 1 0 0,-1-9-28 0 0,-1 0 1 0 0,0 0 0 0 0,1 0 0 0 0,-1 0-1 0 0,1 0 1 0 0,0 0 0 0 0,0 0 0 0 0,0-1-1 0 0,1 1 1 0 0,-1-1 0 0 0,0 1 0 0 0,1-1-1 0 0,0 0 1 0 0,-1 0 0 0 0,1 0 0 0 0,0 0-1 0 0,0-1 1 0 0,0 1 0 0 0,0-1 0 0 0,1 0-1 0 0,-1 0 1 0 0,0 0 0 0 0,0 0-1 0 0,1 0 1 0 0,-1-1 0 0 0,4 1 0 0 0,1-1-12 0 0,-1 0-1 0 0,0-1 1 0 0,1 0 0 0 0,-1 0 0 0 0,0 0 0 0 0,0-1-1 0 0,0 0 1 0 0,0 0 0 0 0,0-1 0 0 0,0 0 0 0 0,0 0-1 0 0,-1-1 1 0 0,0 0 0 0 0,0 0 0 0 0,0 0 0 0 0,0-1 0 0 0,0 0-1 0 0,-1 0 1 0 0,0 0 0 0 0,0-1 0 0 0,6-9 0 0 0,9-14 243 0 0,-1-2 0 0 0,-1 0 0 0 0,-2-1-1 0 0,17-45 1 0 0,-14 32 510 0 0,-18 42-735 0 0,7 23-22 0 0,-5 178 269 0 0,-4-79 49 0 0,10 131 627 0 0,-1 72 258 0 0,-25-2-167 0 0,12-278-568 0 0,-14 52 1 0 0,14-78-190 0 0,0 0 0 0 0,0 0-1 0 0,-2-1 1 0 0,0 0 0 0 0,-1 0 0 0 0,-11 16 0 0 0,15-25-126 0 0,-1-1 1 0 0,1 1-1 0 0,-1-1 1 0 0,-1 0-1 0 0,1 0 1 0 0,-1-1-1 0 0,0 0 1 0 0,0 0-1 0 0,0 0 1 0 0,-1 0-1 0 0,1-1 1 0 0,-1 0-1 0 0,0-1 1 0 0,0 0-1 0 0,0 0 1 0 0,0 0-1 0 0,0-1 1 0 0,0 0-1 0 0,0 0 1 0 0,0 0-1 0 0,-1-1 1 0 0,1-1-1 0 0,0 1 1 0 0,0-1-1 0 0,-1 0 1 0 0,1-1-1 0 0,0 1 1 0 0,0-2-1 0 0,0 1 1 0 0,1-1-1 0 0,-10-4 1 0 0,5 2-40 0 0,0-1 1 0 0,0 0-1 0 0,1-1 1 0 0,0 0-1 0 0,0 0 1 0 0,0-1-1 0 0,1 0 1 0 0,0-1-1 0 0,1 0 1 0 0,0 0-1 0 0,0-1 1 0 0,1 0 0 0 0,1 0-1 0 0,-1-1 1 0 0,2 0-1 0 0,-1 0 1 0 0,-6-23-1 0 0,9 23-64 0 0,0 1 0 0 0,1 0 0 0 0,1-1 0 0 0,0 1 0 0 0,0-1 0 0 0,1 1 0 0 0,1-1 0 0 0,0 1 0 0 0,0-1 0 0 0,4-13 0 0 0,-1 10-131 0 0,1 0-1 0 0,0 0 1 0 0,1 1 0 0 0,0-1 0 0 0,1 2 0 0 0,16-22 0 0 0,-3 9-302 0 0,1 1 0 0 0,1 1 0 0 0,2 0 0 0 0,0 2 0 0 0,1 1 0 0 0,34-20-1 0 0,3 2-1045 0 0,2 4-1 0 0,133-51 0 0 0,-26 27-2400 0 0,3 5-3329 0 0,-172 53 7089 0 0,59-19-5325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28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85 908 0 0,'2'-6'1230'0'0,"0"0"-1"0"0,0-1 1 0 0,0 1 0 0 0,0-13-1 0 0,0 7 242 0 0,-2 9-858 0 0,0 1-17 0 0,0-8-67 0 0,0 8-63 0 0,1-5 61 0 0,-1 7-511 0 0,0 0 0 0 0,0 0 0 0 0,0 0 1 0 0,0 0-1 0 0,0-1 0 0 0,0 1 0 0 0,0 0 1 0 0,0 0-1 0 0,0 0 0 0 0,0 0 0 0 0,0 0 1 0 0,0 0-1 0 0,0-1 0 0 0,0 1 1 0 0,0 0-1 0 0,0 0 0 0 0,0 0 0 0 0,0 0 1 0 0,0 0-1 0 0,0 0 0 0 0,0-1 0 0 0,0 1 1 0 0,0 0-1 0 0,0 0 0 0 0,0 0 1 0 0,0 0-1 0 0,0 0 0 0 0,0 0 0 0 0,0 0 1 0 0,0-1-1 0 0,0 1 0 0 0,-1 0 0 0 0,1 0 1 0 0,0 0-1 0 0,0 0 0 0 0,0 0 0 0 0,0 0 1 0 0,0 0-1 0 0,0 0 0 0 0,0 0 1 0 0,-1 0-1 0 0,1 0 0 0 0,0 0 0 0 0,0 0 1 0 0,0 0-1 0 0,0 0 0 0 0,0 0 0 0 0,0 0 1 0 0,-1 0-1 0 0,1 0 0 0 0,0 0 1 0 0,0 0-1 0 0,-10 8 57 0 0,0 0 0 0 0,1 1 0 0 0,0 0 0 0 0,1 0 0 0 0,0 1 0 0 0,1 0 0 0 0,-11 19 0 0 0,0-2 1 0 0,-16 23 25 0 0,-33 68 1 0 0,52-87-60 0 0,1 1 1 0 0,1 1-1 0 0,-13 55 1 0 0,24-80-37 0 0,1 0 1 0 0,0 1 0 0 0,0-1-1 0 0,0 0 1 0 0,1 0 0 0 0,1 0-1 0 0,-1 0 1 0 0,1 1 0 0 0,1-1-1 0 0,4 15 1 0 0,-5-19-5 0 0,1-1 0 0 0,0 1 0 0 0,-1-1 0 0 0,2 1 1 0 0,-1-1-1 0 0,0 0 0 0 0,1 0 0 0 0,-1 0 0 0 0,1 0 0 0 0,0 0 0 0 0,0 0 0 0 0,0-1 0 0 0,0 1 0 0 0,1-1 1 0 0,-1 0-1 0 0,1 0 0 0 0,-1 0 0 0 0,1-1 0 0 0,0 1 0 0 0,-1-1 0 0 0,1 0 0 0 0,0 0 0 0 0,0 0 0 0 0,4 0 1 0 0,10 0-108 0 0,-1 0 0 0 0,0-1 0 0 0,0-1 0 0 0,1 0 0 0 0,-1-1 0 0 0,0-1 0 0 0,0-1 0 0 0,0 0 0 0 0,-1-1 0 0 0,0-1 0 0 0,1-1 0 0 0,-2 0 0 0 0,1-1 0 0 0,-1-1 0 0 0,-1 0 0 0 0,1-1 0 0 0,15-15 0 0 0,-16 13 124 0 0,-1 0-1 0 0,0-1 1 0 0,-1-1-1 0 0,0 0 1 0 0,-2-1 0 0 0,1 0-1 0 0,-2 0 1 0 0,0-1-1 0 0,-1-1 1 0 0,0 1-1 0 0,-2-1 1 0 0,0-1-1 0 0,-1 1 1 0 0,0-1-1 0 0,-2 0 1 0 0,3-23-1 0 0,-5 17 271 0 0,1-38 747 0 0,-2 62-1029 0 0,0-1 1 0 0,0 1 0 0 0,0-1-1 0 0,0 1 1 0 0,0 0 0 0 0,0-1 0 0 0,0 1-1 0 0,0-1 1 0 0,-1 1 0 0 0,1-1 0 0 0,0 1-1 0 0,0-1 1 0 0,0 1 0 0 0,0-1-1 0 0,0 1 1 0 0,-1 0 0 0 0,1-1 0 0 0,0 1-1 0 0,-1 0 1 0 0,1-1 0 0 0,0 1-1 0 0,0-1 1 0 0,-1 1 0 0 0,1 0 0 0 0,-1 0-1 0 0,1-1 1 0 0,0 1 0 0 0,-1 0 0 0 0,1 0-1 0 0,-1-1 1 0 0,1 1 0 0 0,-1 0-1 0 0,0 0-1 0 0,0 0 0 0 0,0 1 0 0 0,0-1-1 0 0,0 0 1 0 0,0 1 0 0 0,0-1-1 0 0,0 1 1 0 0,0-1 0 0 0,0 1-1 0 0,1-1 1 0 0,-1 1 0 0 0,0-1-1 0 0,-1 3 1 0 0,-21 26 78 0 0,12-8-42 0 0,2 0 0 0 0,0 0-1 0 0,1 1 1 0 0,-8 36 0 0 0,14-46-32 0 0,-1 0 1 0 0,2 1-1 0 0,0-1 0 0 0,1 1 1 0 0,0-1-1 0 0,0 1 0 0 0,1-1 1 0 0,1 1-1 0 0,0-1 1 0 0,6 16-1 0 0,-6-22 5 0 0,1 0 0 0 0,0 0 0 0 0,1 0 0 0 0,-1 0 0 0 0,1 0 1 0 0,1-1-1 0 0,-1 1 0 0 0,1-1 0 0 0,0 0 0 0 0,0 0 0 0 0,0-1 0 0 0,0 0 0 0 0,1 0 0 0 0,0 0 1 0 0,0-1-1 0 0,0 1 0 0 0,0-1 0 0 0,1-1 0 0 0,7 3 0 0 0,-5-2 4 0 0,0-1-1 0 0,1 0 0 0 0,-1 0 1 0 0,0-1-1 0 0,1 0 1 0 0,-1-1-1 0 0,1 0 1 0 0,-1-1-1 0 0,0 0 1 0 0,1 0-1 0 0,-1-1 1 0 0,0 0-1 0 0,16-6 1 0 0,-18 5-8 0 0,0-1 0 0 0,0 0 0 0 0,-1-1 1 0 0,1 1-1 0 0,-1-1 0 0 0,0-1 0 0 0,-1 1 1 0 0,1-1-1 0 0,-1 0 0 0 0,0 0 0 0 0,-1 0 1 0 0,1-1-1 0 0,-1 1 0 0 0,-1-1 1 0 0,1 0-1 0 0,-1-1 0 0 0,0 1 0 0 0,-1 0 1 0 0,0-1-1 0 0,2-13 0 0 0,-1 7-9 0 0,-1-1 0 0 0,-1 1 0 0 0,0-1 0 0 0,-1 1 1 0 0,-1-1-1 0 0,0 1 0 0 0,-1 0 0 0 0,0-1 0 0 0,-1 1 0 0 0,-7-19 0 0 0,6 24 2 0 0,0 0 0 0 0,0 0 0 0 0,-1 0 0 0 0,0 1 0 0 0,0 0 0 0 0,-1 0-1 0 0,-1 0 1 0 0,1 1 0 0 0,-1 0 0 0 0,0 0 0 0 0,-12-8 0 0 0,15 11-6 0 0,-1 1-1 0 0,0 1 1 0 0,0-1-1 0 0,0 1 1 0 0,0-1-1 0 0,-1 2 1 0 0,1-1 0 0 0,0 0-1 0 0,-1 1 1 0 0,1 0-1 0 0,-1 0 1 0 0,0 1-1 0 0,1 0 1 0 0,-1 0-1 0 0,1 0 1 0 0,-1 0 0 0 0,0 1-1 0 0,1 0 1 0 0,-1 0-1 0 0,1 1 1 0 0,-8 2-1 0 0,2 1-4 0 0,2 0 1 0 0,-1 0-1 0 0,0 1 0 0 0,1 0 0 0 0,0 1 0 0 0,1 0 0 0 0,0 0 1 0 0,0 1-1 0 0,0 0 0 0 0,1 0 0 0 0,0 1 0 0 0,0 0 0 0 0,1 0 0 0 0,1 1 1 0 0,-7 13-1 0 0,9-16-173 0 0,0 0 0 0 0,1 1 0 0 0,0-1 1 0 0,0 1-1 0 0,1-1 0 0 0,0 1 0 0 0,0-1 1 0 0,1 1-1 0 0,0 0 0 0 0,1 8 0 0 0,0-10-272 0 0,0 1 1 0 0,0-1-1 0 0,1 1 0 0 0,1-1 0 0 0,-1 0 0 0 0,1 1 0 0 0,0-1 0 0 0,0-1 0 0 0,0 1 1 0 0,1 0-1 0 0,0-1 0 0 0,8 9 0 0 0,6 3-3196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29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65 400 0 0,'-3'-44'7501'0'0,"0"23"-4370"0"0,3 33-2801 0 0,0-1 0 0 0,-4 23 1 0 0,1-18-137 0 0,-2 40 274 0 0,2-18-151 0 0,-16 75 0 0 0,9-78-76 0 0,-22 57 0 0 0,30-88-160 0 0,0 1 1 0 0,0-1-1 0 0,-1 0 1 0 0,1 0 0 0 0,-1 0-1 0 0,-4 5 1 0 0,5-7-19 0 0,1-2 11 0 0,-14 3 40 0 0,12-6-105 0 0,0 0 1 0 0,0 0-1 0 0,0 0 1 0 0,0 0-1 0 0,1-1 1 0 0,-1 1-1 0 0,1-1 1 0 0,0 0-1 0 0,0 0 1 0 0,1 0-1 0 0,-1 0 1 0 0,1 0 0 0 0,0 0-1 0 0,0 0 1 0 0,0 0-1 0 0,0 0 1 0 0,1-1-1 0 0,0-5 1 0 0,-1-5-12 0 0,1 0 1 0 0,0 0 0 0 0,1 0 0 0 0,4-17-1 0 0,-2 18-8 0 0,0 0 0 0 0,2 0-1 0 0,-1 0 1 0 0,2 1-1 0 0,0 0 1 0 0,0 0 0 0 0,2 0-1 0 0,-1 1 1 0 0,13-16 0 0 0,-12 20-8 0 0,0-1 0 0 0,0 1 1 0 0,0 1-1 0 0,1-1 1 0 0,1 2-1 0 0,-1-1 1 0 0,1 1-1 0 0,0 0 1 0 0,0 1-1 0 0,0 1 0 0 0,1-1 1 0 0,15-3-1 0 0,-15 5-4 0 0,0 1 0 0 0,0 1 0 0 0,0-1 0 0 0,0 2 0 0 0,0-1 0 0 0,1 2 0 0 0,-1-1 0 0 0,0 2 0 0 0,0-1 0 0 0,19 7 0 0 0,-23-6 43 0 0,-1 0-1 0 0,1 1 1 0 0,-1 0 0 0 0,0 0 0 0 0,0 0 0 0 0,0 1-1 0 0,0 0 1 0 0,-1 0 0 0 0,0 1 0 0 0,0-1 0 0 0,0 1-1 0 0,0 0 1 0 0,-1 1 0 0 0,0-1 0 0 0,0 1 0 0 0,0 0-1 0 0,0-1 1 0 0,3 11 0 0 0,-4-7 35 0 0,0 1-1 0 0,-1-1 1 0 0,0 1 0 0 0,0-1-1 0 0,-1 1 1 0 0,0 0-1 0 0,-1 0 1 0 0,0-1 0 0 0,-2 17-1 0 0,-4 5-226 0 0,-14 49 0 0 0,7-35-1369 0 0,13-44 1406 0 0,0 0-1 0 0,0-1 1 0 0,-1 1 0 0 0,1 0 0 0 0,0-1-1 0 0,0 1 1 0 0,0 0 0 0 0,0-1 0 0 0,0 1 0 0 0,0 0-1 0 0,0-1 1 0 0,0 1 0 0 0,0 0 0 0 0,0-1-1 0 0,0 1 1 0 0,1 0 0 0 0,-1-1 0 0 0,0 1-1 0 0,0 0 1 0 0,1-1 0 0 0,-1 1 0 0 0,0-1-1 0 0,1 1 1 0 0,-1-1 0 0 0,0 1 0 0 0,1-1 0 0 0,-1 1-1 0 0,1-1 1 0 0,-1 1 0 0 0,1-1 0 0 0,-1 1-1 0 0,1-1 1 0 0,-1 1 0 0 0,1-1 0 0 0,0 0-1 0 0,-1 0 1 0 0,1 1 0 0 0,-1-1 0 0 0,1 0 0 0 0,0 0-1 0 0,-1 0 1 0 0,1 1 0 0 0,0-1 0 0 0,-1 0-1 0 0,1 0 1 0 0,0 0 0 0 0,-1 0 0 0 0,1 0-1 0 0,0 0 1 0 0,0-1 0 0 0,-1 1 0 0 0,1 0-1 0 0,-1 0 1 0 0,1 0 0 0 0,0-1 0 0 0,0 1 0 0 0</inkml:trace>
  <inkml:trace contextRef="#ctx0" brushRef="#br0" timeOffset="1">921 139 756 0 0,'8'-11'1989'0'0,"0"0"395"0"0,-1 0 0 0 0,11-20 0 0 0,-16 28-2105 0 0,-1 0 1 0 0,0-1-1 0 0,0 1 1 0 0,0 0-1 0 0,0 0 1 0 0,0-1-1 0 0,-1 1 1 0 0,1 0-1 0 0,-1-1 1 0 0,0 1-1 0 0,0-1 1 0 0,0 1-1 0 0,-1 0 1 0 0,1-1-1 0 0,-2-4 1 0 0,1 7-249 0 0,0 0 1 0 0,0-1 0 0 0,0 1-1 0 0,0 0 1 0 0,0 0 0 0 0,0 0-1 0 0,0 1 1 0 0,0-1-1 0 0,-1 0 1 0 0,1 0 0 0 0,0 1-1 0 0,0-1 1 0 0,-1 0 0 0 0,1 1-1 0 0,0-1 1 0 0,-1 1 0 0 0,1 0-1 0 0,-1-1 1 0 0,1 1 0 0 0,0 0-1 0 0,-1 0 1 0 0,1 0-1 0 0,-1 0 1 0 0,1 0 0 0 0,-3 1-1 0 0,-10 1 1 0 0,0 2-1 0 0,0-1 1 0 0,0 2-1 0 0,1 0 1 0 0,-1 0-1 0 0,1 1 1 0 0,-13 9-1 0 0,18-10-29 0 0,0 0-1 0 0,1 0 0 0 0,-1 1 1 0 0,1 0-1 0 0,1 0 1 0 0,-1 1-1 0 0,1 0 0 0 0,0 0 1 0 0,1 0-1 0 0,0 1 1 0 0,0 0-1 0 0,-6 12 0 0 0,10-17 2 0 0,0 0-1 0 0,0 0 0 0 0,1 0 0 0 0,-1 0 0 0 0,1 0 0 0 0,-1 0 0 0 0,1 0 0 0 0,0 0 0 0 0,0 0 1 0 0,1 0-1 0 0,-1 0 0 0 0,0 0 0 0 0,1 0 0 0 0,0 0 0 0 0,0 0 0 0 0,0-1 0 0 0,0 1 0 0 0,0 0 1 0 0,0 0-1 0 0,1-1 0 0 0,-1 1 0 0 0,1-1 0 0 0,0 1 0 0 0,0-1 0 0 0,0 0 0 0 0,0 0 0 0 0,3 3 1 0 0,7 5 4 0 0,0-1 0 0 0,1 0 0 0 0,-1-1 0 0 0,19 8 1 0 0,-7-3-8 0 0,16 10-21 0 0,-21-14-5 0 0,-1 1 0 0 0,0 1 1 0 0,-1 1-1 0 0,22 20 0 0 0,-37-31 68 0 0,-1 0 0 0 0,0 0 0 0 0,1 1 0 0 0,-1-1 0 0 0,0 1 1 0 0,0-1-1 0 0,0 1 0 0 0,0 0 0 0 0,0-1 0 0 0,-1 1 0 0 0,1 0 0 0 0,0 0 1 0 0,-1 0-1 0 0,1-1 0 0 0,-1 1 0 0 0,0 0 0 0 0,1 0 0 0 0,-1 0 0 0 0,0 0 0 0 0,0 0 1 0 0,-1 3-1 0 0,0-2 27 0 0,0 0 1 0 0,0 0 0 0 0,0 0-1 0 0,0 0 1 0 0,-1-1 0 0 0,0 1-1 0 0,1-1 1 0 0,-1 1 0 0 0,0-1-1 0 0,0 1 1 0 0,0-1 0 0 0,-4 3-1 0 0,-3 2 96 0 0,0-1-1 0 0,-1 0 1 0 0,0 0-1 0 0,0-1 1 0 0,0 0 0 0 0,-17 6-1 0 0,-7-1 132 0 0,0-1 0 0 0,-43 5 0 0 0,57-12-209 0 0,-1-1 1 0 0,1 0 0 0 0,0-1-1 0 0,-1-2 1 0 0,-25-4-1 0 0,43 6-160 0 0,0-1 0 0 0,1 1 0 0 0,-1-1-1 0 0,1 0 1 0 0,-1 0 0 0 0,1 0-1 0 0,-1 0 1 0 0,1 0 0 0 0,0-1-1 0 0,-1 1 1 0 0,1-1 0 0 0,0 1-1 0 0,0-1 1 0 0,0 0 0 0 0,0 0-1 0 0,1 0 1 0 0,-1 0 0 0 0,0 0-1 0 0,1 0 1 0 0,-3-5 0 0 0,3 4-162 0 0,0 0 1 0 0,0 1 0 0 0,1-1 0 0 0,-1 0 0 0 0,1 0-1 0 0,0 0 1 0 0,0 0 0 0 0,0 0 0 0 0,0 0 0 0 0,1 0-1 0 0,-1 0 1 0 0,1 0 0 0 0,0 0 0 0 0,0 0-1 0 0,0 0 1 0 0,0 1 0 0 0,0-1 0 0 0,2-3 0 0 0,6-8-1421 0 0,-1 1 0 0 0,14-16 0 0 0,-11 15-196 0 0,12-15-2744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30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195 185 2216 0 0,'17'-53'4474'0'0,"6"-29"2139"0"0,-11 35-3718 0 0,-11 45-2091 0 0,-2 6-616 0 0,-36 546 3475 0 0,16-273-2940 0 0,-2 33-486 0 0,19-180-141 0 0,6-68-12 0 0,-2-59-87 0 0,0-1 0 0 0,1 1-1 0 0,-1-1 1 0 0,1 0 0 0 0,-1 1 0 0 0,1-1 0 0 0,0 0 0 0 0,-1 1 0 0 0,3 2 0 0 0,-2-4-8 0 0,-1-1 0 0 0,1 1 0 0 0,-1-1 0 0 0,1 0 0 0 0,-1 0 0 0 0,1 1 0 0 0,-1-1 0 0 0,1 0 0 0 0,-1 0 0 0 0,1 1 0 0 0,-1-1 0 0 0,1 0 0 0 0,-1 0 0 0 0,1 0 0 0 0,0 0 0 0 0,-1 0 1 0 0,1 0-1 0 0,-1 0 0 0 0,1 0 0 0 0,0 0 0 0 0,0 0 0 0 0,4 0-162 0 0,5-1-284 0 0,0 0 0 0 0,0-1 0 0 0,1 0 0 0 0,-1 0-1 0 0,0-1 1 0 0,-1 0 0 0 0,1-1 0 0 0,0 0 0 0 0,-1-1 0 0 0,11-7 0 0 0,2-2-2809 0 0,0-2 1 0 0,38-35 0 0 0,-38 30-1055 0 0</inkml:trace>
  <inkml:trace contextRef="#ctx0" brushRef="#br0" timeOffset="1">273 580 320 0 0,'-205'-103'15675'0'0,"140"69"-12388"0"0,62 32-3147 0 0,3 1-128 0 0,1 0 0 0 0,-1 0-1 0 0,0 0 1 0 0,0-1-1 0 0,1 1 1 0 0,-1 0-1 0 0,1 0 1 0 0,-1 0-1 0 0,1 0 1 0 0,0 0-1 0 0,-1 0 1 0 0,1 0-1 0 0,0 0 1 0 0,0 0-1 0 0,0 0 1 0 0,0 1 0 0 0,-1-1-1 0 0,1 0 1 0 0,0 0-1 0 0,0 1 1 0 0,0-1-1 0 0,1 0 1 0 0,-1 1-1 0 0,0 0 1 0 0,0-1-1 0 0,2 0 1 0 0,35-8 66 0 0,-31 8-64 0 0,423-33 106 0 0,-286 29-298 0 0,-86 3-101 0 0,-48 2 139 0 0,4-1-829 0 0,1 2-1 0 0,25 2 0 0 0,-37-2-8 0 0,-9 24-6853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30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0 568 0 0,'-12'20'13624'0'0,"12"-18"-13531"0"0,0 1-1 0 0,0-1 1 0 0,0 1-1 0 0,1-1 1 0 0,-1 1-1 0 0,1-1 1 0 0,-1 1-1 0 0,1-1 1 0 0,0 1-1 0 0,0-1 1 0 0,0 0 0 0 0,0 1-1 0 0,2 2 1 0 0,24 38 779 0 0,-17-29-652 0 0,8 14 149 0 0,-2 0 0 0 0,19 44 0 0 0,-30-61-242 0 0,-1 0 0 0 0,-1 0 0 0 0,0 0 0 0 0,0 1 0 0 0,-1 0 0 0 0,0-1 0 0 0,-1 1 0 0 0,-1 0 0 0 0,0 0 0 0 0,-1 13 0 0 0,0-21-88 0 0,0 0 0 0 0,-1 1 0 0 0,1-1 1 0 0,-1 0-1 0 0,1 0 0 0 0,-1-1 0 0 0,0 1 0 0 0,-1 0 1 0 0,1 0-1 0 0,-1-1 0 0 0,1 0 0 0 0,-1 1 1 0 0,0-1-1 0 0,0 0 0 0 0,-7 4 0 0 0,5-3 12 0 0,0-1 0 0 0,0 0 1 0 0,0 0-1 0 0,-1 0 0 0 0,1-1 0 0 0,-1 0 0 0 0,0 0 0 0 0,1 0 0 0 0,-12 1 1 0 0,14-3-32 0 0,0 0 0 0 0,1-1 1 0 0,-1 1-1 0 0,1-1 1 0 0,-1 0-1 0 0,1 0 1 0 0,0 0-1 0 0,-1 0 1 0 0,1 0-1 0 0,0 0 1 0 0,-1-1-1 0 0,1 1 1 0 0,0-1-1 0 0,0 1 1 0 0,0-1-1 0 0,1 0 1 0 0,-1 0-1 0 0,0 0 1 0 0,1 0-1 0 0,-3-4 1 0 0,2 3-13 0 0,0-1 0 0 0,1 1 1 0 0,0-1-1 0 0,0 0 1 0 0,0 1-1 0 0,0-1 1 0 0,0 0-1 0 0,1 0 0 0 0,-1 0 1 0 0,1 1-1 0 0,0-1 1 0 0,1 0-1 0 0,-1 0 1 0 0,0 0-1 0 0,1 1 0 0 0,2-7 1 0 0,0-2-10 0 0,2 0 1 0 0,-1 1-1 0 0,11-18 1 0 0,-2 8-87 0 0,0 0 1 0 0,2 2-1 0 0,0 0 1 0 0,1 0-1 0 0,1 1 1 0 0,1 1-1 0 0,0 1 1 0 0,1 1-1 0 0,26-16 1 0 0,-26 19-898 0 0,1 1 0 0 0,0 1 0 0 0,1 0 0 0 0,0 2 1 0 0,43-12-1 0 0,-41 16-1767 0 0,0 1 0 0 0,25 0 0 0 0,-28 1-618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31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227 397 556 0 0,'3'0'774'0'0,"0"-1"-1"0"0,0 1 1 0 0,0-1-1 0 0,0 0 1 0 0,0 0-1 0 0,0 0 1 0 0,0 0-1 0 0,-1 0 1 0 0,1-1-1 0 0,-1 1 1 0 0,1-1 0 0 0,3-3-1 0 0,-4 4-431 0 0,-1-1 1 0 0,1 0-1 0 0,-1 0 0 0 0,0 1 1 0 0,0-1-1 0 0,0 0 0 0 0,0 0 1 0 0,0 0-1 0 0,0 0 0 0 0,0-1 1 0 0,-1 1-1 0 0,1 0 1 0 0,-1 0-1 0 0,1 0 0 0 0,-1 0 1 0 0,0-1-1 0 0,0-1 0 0 0,0 2-227 0 0,-1-1 0 0 0,1 1-1 0 0,-1 0 1 0 0,0 0 0 0 0,0 0-1 0 0,0 0 1 0 0,0 0 0 0 0,0 0 0 0 0,0 0-1 0 0,0 0 1 0 0,0 0 0 0 0,-1 1-1 0 0,1-1 1 0 0,-1 0 0 0 0,0 1 0 0 0,1-1-1 0 0,-1 1 1 0 0,0 0 0 0 0,-3-3-1 0 0,3 3-35 0 0,-3 1-34 0 0,-1 1-37 0 0,-1-1 0 0 0,1 1 0 0 0,0 0 0 0 0,0 1 0 0 0,0 0 0 0 0,1-1 0 0 0,-1 2 0 0 0,0-1 0 0 0,1 1 0 0 0,-1 0 0 0 0,1 0 0 0 0,-9 7 0 0 0,-1 1-11 0 0,1 1 1 0 0,0 0-1 0 0,1 1 0 0 0,0 1 1 0 0,1 0-1 0 0,1 0 1 0 0,0 2-1 0 0,1-1 0 0 0,-12 25 1 0 0,17-28 2 0 0,0-1-1 0 0,1 1 1 0 0,1-1 0 0 0,-1 1-1 0 0,2 0 1 0 0,0 0 0 0 0,0 1 0 0 0,1 22-1 0 0,1-30-6 0 0,0-1-1 0 0,1 1 1 0 0,0 0-1 0 0,0 0 1 0 0,0-1 0 0 0,1 1-1 0 0,-1 0 1 0 0,1-1-1 0 0,0 1 1 0 0,1-1-1 0 0,-1 0 1 0 0,1 0-1 0 0,0 0 1 0 0,0 0-1 0 0,0 0 1 0 0,0-1-1 0 0,1 1 1 0 0,-1-1-1 0 0,1 0 1 0 0,0 0-1 0 0,0 0 1 0 0,0-1-1 0 0,0 1 1 0 0,9 3-1 0 0,-9-5-30 0 0,0 1 0 0 0,0-1 0 0 0,0 1 0 0 0,0-1 0 0 0,0 0 0 0 0,1-1 0 0 0,-1 1 0 0 0,0-1 0 0 0,0 0-1 0 0,1 0 1 0 0,-1 0 0 0 0,0 0 0 0 0,1-1 0 0 0,-1 0 0 0 0,0 0 0 0 0,5-1 0 0 0,-5 0-3 0 0,1-1 1 0 0,0 1-1 0 0,0-1 1 0 0,-1 0-1 0 0,0-1 1 0 0,1 1-1 0 0,-1-1 0 0 0,0 1 1 0 0,-1-1-1 0 0,1 0 1 0 0,3-6-1 0 0,1-3 5 0 0,0-1-1 0 0,-1 1 0 0 0,-1-1 0 0 0,0 0 1 0 0,-1-1-1 0 0,0 1 0 0 0,-1-1 0 0 0,1-16 1 0 0,20-94 1042 0 0,-20 105-1165 0 0,-6 30 260 0 0,0 7 14 0 0,-1 92 231 0 0,3-93-322 0 0,1 0-1 0 0,1 0 1 0 0,0-1-1 0 0,9 29 1 0 0,-9-39-127 0 0,-1 0-1 0 0,1 1 1 0 0,0-1-1 0 0,0-1 1 0 0,0 1-1 0 0,0 0 1 0 0,1-1-1 0 0,0 0 1 0 0,0 1-1 0 0,0-2 1 0 0,1 1-1 0 0,-1 0 1 0 0,1-1 0 0 0,0 0-1 0 0,0 0 1 0 0,0 0-1 0 0,0-1 1 0 0,1 0-1 0 0,-1 0 1 0 0,1 0-1 0 0,-1 0 1 0 0,1-1-1 0 0,8 1 1 0 0,-7-1-91 0 0,0-1 1 0 0,0 0-1 0 0,-1 0 1 0 0,1-1 0 0 0,0 0-1 0 0,-1 0 1 0 0,1 0-1 0 0,-1-1 1 0 0,1 0-1 0 0,-1 0 1 0 0,0-1-1 0 0,0 1 1 0 0,0-1-1 0 0,0-1 1 0 0,0 1-1 0 0,-1-1 1 0 0,1 0 0 0 0,-1 0-1 0 0,0-1 1 0 0,4-5-1 0 0,-1 1 125 0 0,-2 0 0 0 0,0-1 0 0 0,0 0 0 0 0,0 0 0 0 0,-2-1 1 0 0,1 1-1 0 0,3-15 0 0 0,16-80 2793 0 0,-17 69-455 0 0,-3-9-257 0 0,-4 42-1913 0 0,1 3-91 0 0,-1 0-1 0 0,0-1 0 0 0,0 1 0 0 0,0-1 0 0 0,0 1 0 0 0,0-1 0 0 0,0 1 1 0 0,0-1-1 0 0,0 1 0 0 0,0-1 0 0 0,0 1 0 0 0,0-1 0 0 0,0 1 1 0 0,0-1-1 0 0,0 1 0 0 0,-1-1 0 0 0,1 1 0 0 0,0-1 0 0 0,0 1 0 0 0,-1-1 1 0 0,1 0-1 0 0,-4 5 28 0 0,0 1-1 0 0,1-1 1 0 0,-1 1 0 0 0,1 0-1 0 0,1-1 1 0 0,-1 2 0 0 0,0-1 0 0 0,1 0-1 0 0,-2 6 1 0 0,-16 57 263 0 0,19-61-261 0 0,-8 22 49 0 0,3 0 0 0 0,0 0 0 0 0,2 1 0 0 0,1 0 0 0 0,1 48 1 0 0,3-76-97 0 0,-1-1 1 0 0,1 1-1 0 0,0 0 1 0 0,0-1-1 0 0,0 0 1 0 0,0 1-1 0 0,0-1 1 0 0,0 1 0 0 0,0-1-1 0 0,1 0 1 0 0,-1 0-1 0 0,0 0 1 0 0,1 0-1 0 0,-1 0 1 0 0,1 0 0 0 0,-1 0-1 0 0,1 0 1 0 0,-1-1-1 0 0,3 2 1 0 0,-3-2-9 0 0,1 1-76 0 0,1 0 1 0 0,0 0-1 0 0,0 0 1 0 0,0-1-1 0 0,0 1 0 0 0,0-1 1 0 0,0 1-1 0 0,0-1 1 0 0,0 0-1 0 0,0 0 1 0 0,0-1-1 0 0,0 1 0 0 0,4-2 1 0 0,35-10-1628 0 0,-41 12 1659 0 0,14-7-1291 0 0,1 0 0 0 0,0-1 0 0 0,-1 0 0 0 0,-1-1 0 0 0,0-1 0 0 0,17-14 0 0 0,-6 3-3979 0 0</inkml:trace>
  <inkml:trace contextRef="#ctx0" brushRef="#br0" timeOffset="1">788 139 1056 0 0,'-87'-86'11605'0'0,"26"35"-9034"0"0,60 49-3124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32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68 870 2284 0 0,'-8'-6'9399'0'0,"24"29"-8718"0"0,0 1 0 0 0,-2 1 0 0 0,16 37 0 0 0,-26-54-588 0 0,0 1-1 0 0,-1 0 0 0 0,-1 0 0 0 0,1 1 0 0 0,-2-1 0 0 0,1 0 0 0 0,-1 1 0 0 0,0-1 0 0 0,-1 1 0 0 0,0-1 0 0 0,-1 1 1 0 0,0-1-1 0 0,-1 1 0 0 0,-3 13 0 0 0,2-16-44 0 0,0 0-1 0 0,0 0 1 0 0,-1-1 0 0 0,0 1 0 0 0,0-1-1 0 0,-1 0 1 0 0,1 0 0 0 0,-1 0 0 0 0,-1-1-1 0 0,1 0 1 0 0,-1 0 0 0 0,-9 7 0 0 0,13-11-37 0 0,0 1 0 0 0,0-1 0 0 0,0 0 1 0 0,0 0-1 0 0,0 0 0 0 0,-1 0 0 0 0,1-1 1 0 0,0 1-1 0 0,0 0 0 0 0,-1-1 0 0 0,1 0 1 0 0,0 1-1 0 0,-1-1 0 0 0,1 0 0 0 0,0 0 1 0 0,-1 0-1 0 0,1-1 0 0 0,0 1 0 0 0,-1-1 1 0 0,1 1-1 0 0,0-1 0 0 0,0 0 0 0 0,-1 0 1 0 0,1 1-1 0 0,0-2 0 0 0,0 1 0 0 0,0 0 1 0 0,0 0-1 0 0,0-1 0 0 0,1 1 0 0 0,-1-1 1 0 0,0 1-1 0 0,1-1 0 0 0,-3-2 1 0 0,3 1-9 0 0,0 0 0 0 0,0 0 0 0 0,1 1 0 0 0,-1-1 0 0 0,1 0 0 0 0,0 0 0 0 0,-1 0 1 0 0,1 0-1 0 0,0 0 0 0 0,1 0 0 0 0,-1 0 0 0 0,1 0 0 0 0,-1 0 0 0 0,2-4 1 0 0,0 0-5 0 0,0-4 3 0 0,2 0 0 0 0,-1 0-1 0 0,1 1 1 0 0,1-1 0 0 0,0 1-1 0 0,11-18 1 0 0,2 2-21 0 0,26-28 0 0 0,-30 37-12 0 0,2 1-1 0 0,0 0 0 0 0,1 1 0 0 0,1 1 1 0 0,0 1-1 0 0,1 0 0 0 0,0 1 1 0 0,34-14-1 0 0,-47 24 10 0 0,-1 0 0 0 0,1 0 0 0 0,0 1 0 0 0,0 0 0 0 0,0 0 0 0 0,0 0 0 0 0,0 1 1 0 0,0 0-1 0 0,1 0 0 0 0,-1 1 0 0 0,10 1 0 0 0,-13-1 42 0 0,1 0-1 0 0,-1 0 1 0 0,1 0-1 0 0,-1 1 1 0 0,0-1 0 0 0,0 1-1 0 0,1 0 1 0 0,-1-1-1 0 0,0 2 1 0 0,-1-1 0 0 0,1 0-1 0 0,0 0 1 0 0,-1 1-1 0 0,1 0 1 0 0,-1-1 0 0 0,0 1-1 0 0,0 0 1 0 0,0 0-1 0 0,0 0 1 0 0,3 7 0 0 0,-1 5 118 0 0,0 1 0 0 0,0 0 0 0 0,-2 0 1 0 0,0 0-1 0 0,-1 0 0 0 0,-1 29 1 0 0,2 28-131 0 0,-2-70-251 0 0,0 0-1 0 0,0 0 1 0 0,0 1-1 0 0,1-1 1 0 0,-1 0-1 0 0,1 0 1 0 0,0 0-1 0 0,0 0 0 0 0,0 0 1 0 0,0 0-1 0 0,1 0 1 0 0,-1 0-1 0 0,1-1 1 0 0,-1 1-1 0 0,1 0 1 0 0,0-1-1 0 0,0 0 1 0 0,0 1-1 0 0,0-1 1 0 0,1 0-1 0 0,3 3 0 0 0,-5-5 29 0 0,0 1-1 0 0,-1-1 1 0 0,1 0-1 0 0,0 1 0 0 0,0-1 1 0 0,0 0-1 0 0,0 0 0 0 0,0 0 1 0 0,-1 0-1 0 0,1 0 0 0 0,0 0 1 0 0,0 0-1 0 0,0 0 0 0 0,0 0 1 0 0,0 0-1 0 0,0 0 0 0 0,0-1 1 0 0,-1 1-1 0 0,3-1 0 0 0</inkml:trace>
  <inkml:trace contextRef="#ctx0" brushRef="#br0" timeOffset="1">1032 209 976 0 0,'-9'-179'16077'0'0,"7"154"-14726"0"0,-1 21-679 0 0,-2 11-334 0 0,-1 12-116 0 0,2-1 0 0 0,0 1 0 0 0,0 1 0 0 0,2-1-1 0 0,0 23 1 0 0,1-21-87 0 0,-82 787 2213 0 0,78-768-2393 0 0,-5 47-93 0 0,7-33-3037 0 0,3-53 3032 0 0,0 0 0 0 0,1 0 0 0 0,-1-1 1 0 0,0 1-1 0 0,0 0 0 0 0,1-1 0 0 0,-1 1 0 0 0,1 0 1 0 0,-1-1-1 0 0,1 1 0 0 0,-1 0 0 0 0,1-1 0 0 0,-1 1 0 0 0,1-1 1 0 0,-1 1-1 0 0,1-1 0 0 0,0 1 0 0 0,-1-1 0 0 0,1 1 1 0 0,0-1-1 0 0,-1 0 0 0 0,1 1 0 0 0,0-1 0 0 0,0 0 1 0 0,-1 0-1 0 0,1 1 0 0 0,0-1 0 0 0,0 0 0 0 0,0 0 0 0 0,-1 0 1 0 0,1 0-1 0 0,1 0 0 0 0,25-1-4238 0 0,-11-2 842 0 0,1-1-1294 0 0</inkml:trace>
  <inkml:trace contextRef="#ctx0" brushRef="#br0" timeOffset="2">1439 916 1392 0 0,'5'-8'1291'0'0,"4"-6"1911"0"0,0 0 0 0 0,0 0 0 0 0,6-17 0 0 0,-15 30-3126 0 0,1-1 0 0 0,-1 1 0 0 0,0 0 0 0 0,1 0 0 0 0,-1-1 0 0 0,0 1 0 0 0,0 0 0 0 0,0-1 0 0 0,0 1 0 0 0,0 0 0 0 0,0-1 0 0 0,0 1 0 0 0,-1 0 0 0 0,1-1 0 0 0,0 1 0 0 0,-1 0 0 0 0,1 0 0 0 0,-1-1 0 0 0,1 1 0 0 0,-1 0 0 0 0,0 0 0 0 0,0 0 0 0 0,1 0 0 0 0,-1 0 0 0 0,0 0 0 0 0,0 0 0 0 0,0 0 0 0 0,0 0 0 0 0,0 0 0 0 0,0 0 0 0 0,0 1 0 0 0,0-1 1 0 0,0 0-1 0 0,-1 1 0 0 0,1-1 0 0 0,0 1 0 0 0,-2-1 0 0 0,-3-1-25 0 0,0 0 1 0 0,0 0-1 0 0,0 1 1 0 0,0 0-1 0 0,0 0 1 0 0,-10 0-1 0 0,-14 2 0 0 0,4 2-30 0 0,-2 3-5 0 0,18-1-14 0 0,3-2-3 0 0,0 0-1 0 0,0 1 1 0 0,0 0-1 0 0,0 1 1 0 0,1-1-1 0 0,0 1 0 0 0,0 0 1 0 0,-11 12-1 0 0,17-16 3 0 0,-1-1 0 0 0,1 1-1 0 0,-1 0 1 0 0,1 0-1 0 0,-1-1 1 0 0,1 1-1 0 0,-1 0 1 0 0,1 0-1 0 0,0 0 1 0 0,-1 0 0 0 0,1-1-1 0 0,0 1 1 0 0,0 0-1 0 0,-1 0 1 0 0,1 0-1 0 0,0 0 1 0 0,0 0 0 0 0,0 0-1 0 0,0 1 1 0 0,1 2-1 0 0,-2-1 4 0 0,2 0 0 0 0,-1 0-1 0 0,0 0 1 0 0,1 0 0 0 0,-1 1-1 0 0,1-1 1 0 0,0 0 0 0 0,0 0-1 0 0,0 0 1 0 0,1 0 0 0 0,-1-1 0 0 0,1 1-1 0 0,-1 0 1 0 0,1 0 0 0 0,0-1-1 0 0,0 1 1 0 0,0-1 0 0 0,0 0-1 0 0,1 0 1 0 0,-1 0 0 0 0,4 3-1 0 0,-2-2 7 0 0,60 44-1 0 0,-46-35 6 0 0,-1 0 1 0 0,0 2-1 0 0,-1-1 1 0 0,0 2-1 0 0,22 27 0 0 0,-36-40 60 0 0,-1 1 0 0 0,0-1 0 0 0,0 0 0 0 0,0 1 0 0 0,0-1-1 0 0,0 1 1 0 0,0 0 0 0 0,-1-1 0 0 0,1 1 0 0 0,-1-1 0 0 0,0 1-1 0 0,1 0 1 0 0,-1 0 0 0 0,-1-1 0 0 0,1 1 0 0 0,0 0 0 0 0,-1-1 0 0 0,1 1-1 0 0,-1-1 1 0 0,0 1 0 0 0,0-1 0 0 0,0 1 0 0 0,0-1 0 0 0,0 1-1 0 0,0-1 1 0 0,-1 0 0 0 0,-1 3 0 0 0,-1 1 71 0 0,-1-1-1 0 0,1 0 1 0 0,-1 0 0 0 0,0 0 0 0 0,0 0-1 0 0,0-1 1 0 0,-1 0 0 0 0,0 0 0 0 0,-7 4-1 0 0,-9 4 135 0 0,-2-1-1 0 0,1-1 0 0 0,-1-1 0 0 0,0-1 1 0 0,-1-2-1 0 0,-27 5 0 0 0,50-11-358 0 0,1 1 0 0 0,-1-1 0 0 0,0 0 0 0 0,0 0 0 0 0,0 0 0 0 0,0 0 0 0 0,0 0 0 0 0,0 0 0 0 0,0-1 0 0 0,0 1 0 0 0,0 0 0 0 0,0-1 0 0 0,1 0 0 0 0,-1 1 0 0 0,0-1-1 0 0,0 0 1 0 0,1 0 0 0 0,-1 0 0 0 0,0 0 0 0 0,1 0 0 0 0,-1-1 0 0 0,1 1 0 0 0,-1 0 0 0 0,1-1 0 0 0,0 1 0 0 0,0-1 0 0 0,-1 1 0 0 0,1-1 0 0 0,0 0 0 0 0,1 1 0 0 0,-1-1 0 0 0,0 0 0 0 0,0 0 0 0 0,1 0 0 0 0,-1 1 0 0 0,1-1-1 0 0,-1 0 1 0 0,1 0 0 0 0,0 0 0 0 0,0 0 0 0 0,0 0 0 0 0,0 0 0 0 0,0-3 0 0 0,1-6-882 0 0,1 1-1 0 0,-1-1 1 0 0,1 1-1 0 0,1 0 0 0 0,0-1 1 0 0,6-11-1 0 0,12-22-5289 0 0,-9 21 587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33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97 2748 0 0,'-250'-77'17849'0'0,"258"69"-17495"0"0,4 5-306 0 0,0 0 0 0 0,0 1 0 0 0,0 0 0 0 0,0 1 0 0 0,0 1 0 0 0,14 0 0 0 0,-3 0-12 0 0,429 6 226 0 0,-110 0-204 0 0,-200-4 4 0 0,-139-2-171 0 0,2 0-57 0 0,11 0-109 0 0,-12 0-136 0 0,12 0-963 0 0,-13 0 198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35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35 100 1704 0 0,'-2'-2'1562'0'0,"-1"0"-914"0"0,0-1-1 0 0,0 1 1 0 0,0-1 0 0 0,1 0-1 0 0,-1 0 1 0 0,1 0-1 0 0,0-1 1 0 0,0 1-1 0 0,-4-7 1 0 0,6 8-550 0 0,-1 1-1 0 0,0 0 1 0 0,1-1 0 0 0,0 1 0 0 0,-1-1-1 0 0,1 1 1 0 0,0 0 0 0 0,-1-1 0 0 0,1 1-1 0 0,0-1 1 0 0,0 1 0 0 0,0-1 0 0 0,0 1-1 0 0,1-1 1 0 0,-1 1 0 0 0,0-1 0 0 0,0 1-1 0 0,1 0 1 0 0,-1-1 0 0 0,1 1-1 0 0,0-1 1 0 0,-1 1 0 0 0,1 0 0 0 0,0 0-1 0 0,0-1 1 0 0,0 1 0 0 0,-1 0 0 0 0,1 0-1 0 0,0 0 1 0 0,1 0 0 0 0,-1 0 0 0 0,0 0-1 0 0,2-1 1 0 0,2-1-44 0 0,1 1-1 0 0,-1 0 1 0 0,1 0 0 0 0,-1 0-1 0 0,1 1 1 0 0,-1 0-1 0 0,1 0 1 0 0,0 0 0 0 0,0 1-1 0 0,0-1 1 0 0,0 2-1 0 0,-1-1 1 0 0,1 0 0 0 0,0 1-1 0 0,0 0 1 0 0,-1 1-1 0 0,1-1 1 0 0,0 1 0 0 0,-1 0-1 0 0,0 1 1 0 0,1-1-1 0 0,6 5 1 0 0,-5-2-39 0 0,0 1 0 0 0,0-1 0 0 0,0 1 0 0 0,-1 0 0 0 0,0 0 0 0 0,-1 1 0 0 0,1 0 0 0 0,-1 0 1 0 0,6 11-1 0 0,-8-12-7 0 0,-1 0 1 0 0,0 0-1 0 0,0 0 1 0 0,0 0 0 0 0,-1 1-1 0 0,1-1 1 0 0,-2 0 0 0 0,1 0-1 0 0,-1 1 1 0 0,0-1-1 0 0,0 1 1 0 0,0-1 0 0 0,-3 12-1 0 0,0-6 3 0 0,-1 1-1 0 0,0-1 0 0 0,-1 0 1 0 0,0 0-1 0 0,-1 0 0 0 0,0-1 1 0 0,-1 0-1 0 0,-11 13 0 0 0,4-6-11 0 0,-1-2 0 0 0,0 0 0 0 0,-35 27 0 0 0,-16 8 204 0 0,64-50-203 0 0,3-2-46 0 0,0-1 35 0 0,0 1 0 0 0,0-1 0 0 0,0 0 0 0 0,0 1 1 0 0,0 0-1 0 0,0-1 0 0 0,0 1 0 0 0,1 0 0 0 0,-1 0 0 0 0,1-1 0 0 0,-1 1 0 0 0,1 0 0 0 0,-1 0 0 0 0,1 1 0 0 0,1-2 0 0 0,6-4-54 0 0,160-108-258 0 0,-44 33 198 0 0,-79 49 68 0 0,-3 2 72 0 0,48-42 1 0 0,-71 51 8 0 0,-19 19-22 0 0,0 1 1 0 0,0-1-1 0 0,0 1 1 0 0,0-1-1 0 0,0 1 0 0 0,0-1 1 0 0,0 1-1 0 0,-1-1 1 0 0,1 0-1 0 0,0 1 0 0 0,-1-1 1 0 0,0 0-1 0 0,1 0 1 0 0,-1 0-1 0 0,0-2 0 0 0,-4-13 22 0 0,-2 12-2 0 0,5 5-20 0 0,-13-3 4 0 0,7 3-5 0 0,0 1 1 0 0,0 0 0 0 0,0 0 0 0 0,0 0 0 0 0,0 1 0 0 0,0 1 0 0 0,0-1-1 0 0,0 1 1 0 0,1 0 0 0 0,-1 0 0 0 0,-9 7 0 0 0,2 0-3 0 0,-1 1 1 0 0,2 0-1 0 0,-23 22 1 0 0,31-26 6 0 0,-1-1 0 0 0,1 1 0 0 0,0 0 1 0 0,0 0-1 0 0,1 1 0 0 0,0-1 0 0 0,0 1 1 0 0,-3 9-1 0 0,6-13 7 0 0,0 0 0 0 0,0 0 0 0 0,0 0-1 0 0,1 0 1 0 0,-1 0 0 0 0,1 0 0 0 0,0 0 0 0 0,0 0 0 0 0,1 0-1 0 0,-1 0 1 0 0,1 0 0 0 0,0 0 0 0 0,0 0 0 0 0,0 0 0 0 0,0 0 0 0 0,1-1-1 0 0,0 1 1 0 0,0 0 0 0 0,3 4 0 0 0,1 1 15 0 0,1-1 0 0 0,1 0 0 0 0,-1-1 0 0 0,1 0 0 0 0,0 0 0 0 0,1-1 0 0 0,-1 0 0 0 0,1 0-1 0 0,0-1 1 0 0,12 5 0 0 0,11 3 176 0 0,56 15 0 0 0,-86-27-200 0 0,77 14 359 0 0,-76-15-298 0 0,29 6-3 0 0,-29-5-227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35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42 2524 0 0,'23'-42'17842'0'0,"-22"44"-17758"0"0,1 1-1 0 0,-1-1 1 0 0,0 0 0 0 0,1 1 0 0 0,-1-1 0 0 0,0 1-1 0 0,0-1 1 0 0,-1 1 0 0 0,1 0 0 0 0,-1-1 0 0 0,1 1-1 0 0,-1 0 1 0 0,0-1 0 0 0,0 4 0 0 0,-3 42 226 0 0,-8 32 88 0 0,-31 110 1 0 0,30-133-1642 0 0,11-55 728 0 0,1 1-95 0 0,-1 6 816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36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16 139 2824 0 0,'-9'-25'10884'0'0,"8"23"-10754"0"0,0 0 164 0 0,0 0 0 0 0,1 0 0 0 0,-1 0 0 0 0,0 0 0 0 0,1 0 0 0 0,0 0 0 0 0,-1 0 0 0 0,1 0-1 0 0,0 0 1 0 0,0 0 0 0 0,0 0 0 0 0,0-1 0 0 0,0 1 0 0 0,1 0 0 0 0,-1 0 0 0 0,1 0 0 0 0,0-2-1 0 0,0 3-215 0 0,3-1-20 0 0,30-8-10 0 0,0 1 0 0 0,0 1 0 0 0,55-4 0 0 0,-18 3-976 0 0,39-6-7606 0 0,-91 8 944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37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39 1176 0 0,'-33'-18'9494'0'0,"7"4"-4645"0"0,24 13-4196 0 0,1 0-583 0 0,1 1-1 0 0,0 0 1 0 0,-1-1 0 0 0,1 1-1 0 0,0 0 1 0 0,-1-1-1 0 0,1 1 1 0 0,-1 0-1 0 0,1-1 1 0 0,0 1 0 0 0,-1 0-1 0 0,1 0 1 0 0,-1-1-1 0 0,1 1 1 0 0,-1 0 0 0 0,1 0-1 0 0,-1 0 1 0 0,1 0-1 0 0,-1 0 1 0 0,1 0 0 0 0,-1 0-1 0 0,1 0 1 0 0,-1 0-1 0 0,0 0 1 0 0,1 0-47 0 0,-1-1-1 0 0,1 1 1 0 0,0 0 0 0 0,-1 0-1 0 0,1 0 1 0 0,-1 0 0 0 0,1 0-1 0 0,0 0 1 0 0,-1 0 0 0 0,1 0-1 0 0,0 0 1 0 0,-1 0 0 0 0,1 0-1 0 0,0 0 1 0 0,-1 1 0 0 0,1-1-1 0 0,0 0 1 0 0,-1 0 0 0 0,1 0 0 0 0,0 0-1 0 0,-1 1 1 0 0,1-1 0 0 0,0 0-1 0 0,-1 0 1 0 0,1 0 0 0 0,0 1-1 0 0,0-1 1 0 0,-1 0 0 0 0,1 1-1 0 0,0-1 1 0 0,0 0 0 0 0,0 0-1 0 0,-1 1 1 0 0,1-1 0 0 0,0 1-1 0 0,1 7 169 0 0,6 29 148 0 0,-2 1-1 0 0,-1 0 1 0 0,-2 42-1 0 0,-7-19-233 0 0,2-33-1114 0 0,1-1 0 0 0,1 1 0 0 0,5 43 0 0 0,-3-68 583 0 0,0 1 0 0 0,0-1 1 0 0,0 1-1 0 0,0-1 0 0 0,0 0 0 0 0,1 1 0 0 0,1 2 0 0 0,11 11-4682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38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0 352 2428 0 0,'1'-7'712'0'0,"0"0"-1"0"0,0 1 1 0 0,1-1 0 0 0,0 1-1 0 0,0 0 1 0 0,0-1-1 0 0,1 1 1 0 0,0 0 0 0 0,0 1-1 0 0,1-1 1 0 0,-1 0-1 0 0,9-8 1 0 0,-8 10-597 0 0,0 1 0 0 0,1-1 1 0 0,-1 1-1 0 0,1 1 0 0 0,-1-1 0 0 0,1 1 0 0 0,0-1 1 0 0,0 1-1 0 0,0 1 0 0 0,0-1 0 0 0,0 1 0 0 0,1 0 0 0 0,-1 0 1 0 0,0 0-1 0 0,1 1 0 0 0,7 0 0 0 0,-4 0-40 0 0,1 1 1 0 0,0 0-1 0 0,-1 0 0 0 0,0 1 0 0 0,1 1 0 0 0,-1-1 1 0 0,0 1-1 0 0,0 1 0 0 0,0 0 0 0 0,-1 0 0 0 0,1 1 1 0 0,15 11-1 0 0,-20-13-40 0 0,1 1 1 0 0,-1 0-1 0 0,0 0 0 0 0,0 0 1 0 0,0 1-1 0 0,-1-1 1 0 0,1 1-1 0 0,-1 0 0 0 0,0 0 1 0 0,-1 0-1 0 0,1 0 0 0 0,-1 1 1 0 0,0-1-1 0 0,0 1 1 0 0,-1-1-1 0 0,0 1 0 0 0,0-1 1 0 0,0 1-1 0 0,0 0 1 0 0,-1 0-1 0 0,0 0 0 0 0,-1 7 1 0 0,-1-4-5 0 0,0-1 0 0 0,0 0 0 0 0,-1 0 0 0 0,0 0 0 0 0,0 0 0 0 0,-1 0 0 0 0,0 0 0 0 0,0-1 0 0 0,-1 0 0 0 0,0 0 0 0 0,-10 11 0 0 0,1-3 84 0 0,-1-2 1 0 0,-1 1-1 0 0,-28 18 1 0 0,42-31-22 0 0,-4 0-6 0 0,5-1-85 0 0,1 0 0 0 0,0 0 1 0 0,-1 0-1 0 0,1 1 0 0 0,0-1 1 0 0,-1 0-1 0 0,1 0 0 0 0,-1 0 1 0 0,1 0-1 0 0,0 0 0 0 0,-1 0 1 0 0,1 0-1 0 0,-1 0 0 0 0,1 0 1 0 0,0 0-1 0 0,-1 0 0 0 0,1 0 1 0 0,-1 0-1 0 0,1 0 0 0 0,0-1 1 0 0,-1 1-1 0 0,1 0 1 0 0,0 0-1 0 0,-1 0 0 0 0,0-1 1 0 0,2-3-6 0 0,-1 1 1 0 0,1-1 0 0 0,0 1 0 0 0,0-1 0 0 0,1 1 0 0 0,-1-1 0 0 0,0 1 0 0 0,1 0 0 0 0,0-1 0 0 0,0 1 0 0 0,3-4 0 0 0,32-37-27 0 0,-21 25 23 0 0,55-64 81 0 0,72-91 273 0 0,-135 165 57 0 0,-6 7-355 0 0,0 0 1 0 0,-1 0 0 0 0,1 0-1 0 0,0 0 1 0 0,-1 0 0 0 0,0 0-1 0 0,1 0 1 0 0,-1 0 0 0 0,0-1-1 0 0,0 1 1 0 0,-1 0 0 0 0,1-1-1 0 0,0 1 1 0 0,0-5 0 0 0,-1 5 26 0 0,0 0-25 0 0,0 1-51 0 0,0 1 0 0 0,0 0 0 0 0,1-1 0 0 0,-1 1 0 0 0,0-1 0 0 0,0 1-1 0 0,0-1 1 0 0,0 1 0 0 0,0-1 0 0 0,0 1 0 0 0,0-1 0 0 0,-1 1 0 0 0,1-1 0 0 0,0 1 0 0 0,0-1-1 0 0,0 1 1 0 0,0-1 0 0 0,-1 1 0 0 0,1-1 0 0 0,0 1 0 0 0,0-1 0 0 0,-1 1 0 0 0,1 0-1 0 0,-1-1 1 0 0,-5 3 3 0 0,-1 1 0 0 0,1 0 0 0 0,0 0 0 0 0,0 1 0 0 0,0 0 0 0 0,1 0 0 0 0,-1 0 0 0 0,1 1 0 0 0,0-1 0 0 0,-7 10-1 0 0,-45 59 5 0 0,39-48 16 0 0,2 0-1 0 0,1 1 1 0 0,-14 31-1 0 0,25-49-12 0 0,1-1-1 0 0,1 1 0 0 0,-1 0 0 0 0,1-1 1 0 0,1 1-1 0 0,-1 0 0 0 0,1 0 0 0 0,1 0 1 0 0,-1 0-1 0 0,1 1 0 0 0,1-1 0 0 0,0 0 1 0 0,0 0-1 0 0,0 0 0 0 0,1-1 0 0 0,0 1 0 0 0,4 8 1 0 0,-4-12-29 0 0,0 0 0 0 0,1 0 0 0 0,-1 0 0 0 0,1 0 0 0 0,0 0 0 0 0,0-1 0 0 0,0 1 1 0 0,1-1-1 0 0,-1 0 0 0 0,1 0 0 0 0,0 0 0 0 0,4 2 0 0 0,0-1-202 0 0,0 0-1 0 0,0-1 1 0 0,0 0-1 0 0,0 0 1 0 0,0-1-1 0 0,10 2 1 0 0,7-1-2100 0 0,1-1 0 0 0,-1-2 0 0 0,38-2 0 0 0,-34-1-2879 0 0</inkml:trace>
  <inkml:trace contextRef="#ctx0" brushRef="#br0" timeOffset="1">806 503 536 0 0,'-9'-26'10652'0'0,"4"5"-7402"0"0,4 19-2900 0 0,14-7 721 0 0,-1 6-904 0 0,-10 3-20 0 0,3 0-24 0 0,0 1-80 0 0,1 0 1 0 0,0 0-1 0 0,-1 0 1 0 0,1 1-1 0 0,-1 0 0 0 0,1 0 1 0 0,-1 0-1 0 0,0 1 0 0 0,0-1 1 0 0,0 1-1 0 0,6 5 0 0 0,-9-6-12 0 0,1 0 0 0 0,-1 1 0 0 0,0-1 0 0 0,0 1 0 0 0,0-1 0 0 0,0 1 0 0 0,0 0 0 0 0,0 0 0 0 0,-1-1 1 0 0,1 1-1 0 0,-1 0 0 0 0,0 1 0 0 0,0-1 0 0 0,0 0 0 0 0,0 0 0 0 0,0 4 0 0 0,-1-6-24 0 0,0 3 27 0 0,1 1 0 0 0,-1 0 0 0 0,0 0 0 0 0,-1-1 0 0 0,1 1 0 0 0,-1 0 0 0 0,0-1 0 0 0,0 1 0 0 0,0-1 0 0 0,0 1 0 0 0,-1-1 0 0 0,0 0 0 0 0,0 1 0 0 0,0-1 0 0 0,-4 5 0 0 0,-5 6 237 0 0,0-1 0 0 0,-19 20 0 0 0,28-32-220 0 0,-116 106 1316 0 0,19-20-454 0 0,99-88-910 0 0,0 0 0 0 0,-1 0 1 0 0,1 0-1 0 0,0 0 0 0 0,0 1 0 0 0,-1-1 0 0 0,1 0 0 0 0,0 0 0 0 0,0 1 0 0 0,-1-1 0 0 0,1 0 0 0 0,0 0 1 0 0,0 1-1 0 0,0-1 0 0 0,-1 0 0 0 0,1 1 0 0 0,0-1 0 0 0,0 0 0 0 0,0 0 0 0 0,0 1 0 0 0,0-1 0 0 0,0 0 1 0 0,0 1-1 0 0,0-1 0 0 0,0 0 0 0 0,0 1 0 0 0,0-1 0 0 0,0 0 0 0 0,0 1 0 0 0,0-1 0 0 0,0 0 0 0 0,0 1 0 0 0,0-1 1 0 0,0 0-1 0 0,0 1 0 0 0,0-1 0 0 0,0 0 0 0 0,1 1 0 0 0,-1-1 0 0 0,16 4 51 0 0,29-7-32 0 0,-39 3-14 0 0,155-23 36 0 0,-42 4 80 0 0,-92 15-93 0 0,42-12 1 0 0,-66 15-303 0 0,1-7-3256 0 0,-4 7 3358 0 0,0 1 0 0 0,0-1-1 0 0,0 1 1 0 0,-1-1 0 0 0,1 1-1 0 0,0-1 1 0 0,0 1 0 0 0,0-1-1 0 0,0 1 1 0 0,-1 0 0 0 0,1-1-1 0 0,0 1 1 0 0,0-1 0 0 0,-1 1-1 0 0,1-1 1 0 0,-1 0-170 0 0</inkml:trace>
  <inkml:trace contextRef="#ctx0" brushRef="#br0" timeOffset="2">2470 112 32 0 0,'53'-90'17046'0'0,"-52"88"-16533"0"0,0 0-399 0 0,-1 1-1 0 0,1 0 1 0 0,-1-1 0 0 0,1 1 0 0 0,-1-1-1 0 0,1 1 1 0 0,0 0 0 0 0,0-1 0 0 0,0 1-1 0 0,0 0 1 0 0,0 0 0 0 0,0 0-1 0 0,1-2 1 0 0,-3 4 140 0 0,-6 5-325 0 0,-38 32 199 0 0,-76 50 0 0 0,-57 20 16 0 0,164-100-129 0 0,-6 3 14 0 0,-34 22 208 0 0,52-31-163 0 0,0-2-32 0 0,1 1 1 0 0,-1 0-1 0 0,1 0 1 0 0,-1 0 0 0 0,1 0-1 0 0,-1 0 1 0 0,1 0-1 0 0,-1 0 1 0 0,1 0 0 0 0,0 0-1 0 0,-2 3 1 0 0,11 3 31 0 0,1-1 0 0 0,0-1 0 0 0,1 1 0 0 0,-1-2-1 0 0,1 1 1 0 0,0-1 0 0 0,15 3 0 0 0,16 9-44 0 0,329 152-8 0 0,-325-149-2158 0 0,-43-18 1372 0 0,7 4-1020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39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1012 2828 0 0,'-3'0'2014'0'0,"-17"5"1002"0"0,9-3-337 0 0,1 0 0 0 0,-19 2 0 0 0,32-1-2022 0 0,-3-3-635 0 0,0 0-1 0 0,0 0 1 0 0,0 1 0 0 0,0-1-1 0 0,0 0 1 0 0,0 1-1 0 0,0-1 1 0 0,1 0 0 0 0,-1 1-1 0 0,0-1 1 0 0,0 0 0 0 0,0 0-1 0 0,0 1 1 0 0,1-1 0 0 0,-1 0-1 0 0,0 0 1 0 0,0 0-1 0 0,1 1 1 0 0,-1-1 0 0 0,0 0-1 0 0,1 0 1 0 0,-1 0 0 0 0,0 0-1 0 0,0 0 1 0 0,1 1 0 0 0,0-1-1 0 0,37 8 508 0 0,1-2-1 0 0,1-2 1 0 0,58 0-1 0 0,1 0-372 0 0,-33-2-776 0 0,-63-2 234 0 0,1 1-111 0 0,10 0-136 0 0,-11 0-143 0 0,16 1-2045 0 0,-12-1 819 0 0,-1 0 1265 0 0,17-3-7793 0 0</inkml:trace>
  <inkml:trace contextRef="#ctx0" brushRef="#br0" timeOffset="1">1417 263 1564 0 0,'55'-206'19469'0'0,"-35"151"-16980"0"0,-19 54-1931 0 0,-1 40-898 0 0,0-21 374 0 0,-22 345 2072 0 0,1-77-777 0 0,4-68-777 0 0,6-102-162 0 0,4-15 32 0 0,7-99-366 0 0,-2 8 52 0 0,2 5-3101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40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431 199 2084 0 0,'-2'-13'7955'0'0,"0"10"-7343"0"0,-11-14 3043 0 0,-21-11-2595 0 0,24 20 172 0 0,8 6-1122 0 0,-1 0 96 0 0,-1-1-1 0 0,1 0 0 0 0,0 0 1 0 0,-1-1-1 0 0,1 1 1 0 0,0-1-1 0 0,1 1 1 0 0,-1-1-1 0 0,-2-5 0 0 0,5 8-197 0 0,0 0-1 0 0,0-1 0 0 0,0 1 1 0 0,0 0-1 0 0,0 0 0 0 0,0 0 1 0 0,0 0-1 0 0,0 0 0 0 0,0 0 1 0 0,1 0-1 0 0,-1 0 0 0 0,0 0 1 0 0,1 0-1 0 0,-1 0 0 0 0,1 0 1 0 0,-1 0-1 0 0,1 0 0 0 0,-1 0 1 0 0,1 0-1 0 0,0 0 0 0 0,-1 0 0 0 0,1 1 1 0 0,1-2-1 0 0,23-19 37 0 0,-19 16-40 0 0,0 1-11 0 0,1-1 0 0 0,0 1-1 0 0,0 0 1 0 0,0 0 0 0 0,1 1-1 0 0,-1 0 1 0 0,1 0 0 0 0,0 1-1 0 0,-1 0 1 0 0,1 0 0 0 0,0 1-1 0 0,1 0 1 0 0,-1 0-1 0 0,0 1 1 0 0,0 0 0 0 0,0 1-1 0 0,0-1 1 0 0,0 2 0 0 0,0-1-1 0 0,0 1 1 0 0,11 4 0 0 0,-13-4 1 0 0,0 1 1 0 0,-1-1 0 0 0,1 1-1 0 0,0 0 1 0 0,-1 0-1 0 0,0 1 1 0 0,0 0 0 0 0,0 0-1 0 0,0 0 1 0 0,-1 0 0 0 0,1 1-1 0 0,-1 0 1 0 0,0 0 0 0 0,-1 0-1 0 0,1 0 1 0 0,-1 1-1 0 0,0-1 1 0 0,0 1 0 0 0,-1 0-1 0 0,0 0 1 0 0,0 0 0 0 0,0 0-1 0 0,0 0 1 0 0,-1 0-1 0 0,0 0 1 0 0,-1 1 0 0 0,0 12-1 0 0,-1-3-1 0 0,-1-1 0 0 0,-1 1 0 0 0,-1 0 0 0 0,0-1 1 0 0,-1 1-1 0 0,-1-1 0 0 0,0 0 0 0 0,-13 21 0 0 0,-2-2 3 0 0,-1 0 1 0 0,-33 37-1 0 0,27-39 10 0 0,-2-1 1 0 0,-1-1-1 0 0,-36 25 0 0 0,-109 69 136 0 0,96-70-10 0 0,2-2-19 0 0,69-47-119 0 0,9-5 7 0 0,0 0-1 0 0,-1 0 1 0 0,1 0-1 0 0,0 0 1 0 0,0 1-1 0 0,-1-1 1 0 0,1 0-1 0 0,0 0 1 0 0,0 0-1 0 0,-1 0 1 0 0,1 0-1 0 0,0 0 1 0 0,0 0-1 0 0,-1 1 1 0 0,1-1-1 0 0,0 0 1 0 0,0 0-1 0 0,0 0 1 0 0,-1 1-1 0 0,1-1 1 0 0,0 0-1 0 0,0 0 1 0 0,0 1-1 0 0,0-1 1 0 0,0 0-1 0 0,-1 0 1 0 0,1 1-1 0 0,0-1 1 0 0,0 0-1 0 0,0 0 1 0 0,0 1-1 0 0,0-1 1 0 0,0 0-1 0 0,0 0 1 0 0,0 1-1 0 0,0-1 1 0 0,0 0-1 0 0,0 1 1 0 0,0-1-1 0 0,0 0 1 0 0,0 0-1 0 0,0 1 1 0 0,0-1-1 0 0,1 0 1 0 0,-1 0-1 0 0,0 1 1 0 0,0-1-1 0 0,0 0 1 0 0,0 0-1 0 0,0 1 1 0 0,1-1-1 0 0,-1 0 1 0 0,0 0-1 0 0,0 0 1 0 0,0 1-1 0 0,1-1 1 0 0,4 2 7 0 0,195-18 7 0 0,-90 5 5 0 0,34-6-22 0 0,-108 15-504 0 0,-33 2 165 0 0,0-1-165 0 0,17-1-911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41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0 147 120 0 0,'11'-31'7819'0'0,"-7"18"-6162"0"0,0 1 1 0 0,1 0-1 0 0,11-21 0 0 0,-14 30-1557 0 0,0-1 0 0 0,1 1 0 0 0,-1 0 0 0 0,1 0 0 0 0,-1 1 1 0 0,1-1-1 0 0,0 1 0 0 0,0-1 0 0 0,0 1 0 0 0,1 0 0 0 0,-1 0 0 0 0,0 0 0 0 0,1 0 0 0 0,-1 1 0 0 0,1-1 0 0 0,0 1 0 0 0,6-1 1 0 0,-6 1-91 0 0,0 0 0 0 0,0 0 0 0 0,0 1 1 0 0,1 0-1 0 0,-1 0 0 0 0,0 0 0 0 0,0 0 1 0 0,1 1-1 0 0,-1-1 0 0 0,0 1 0 0 0,0 0 1 0 0,0 1-1 0 0,0-1 0 0 0,0 1 1 0 0,0-1-1 0 0,-1 1 0 0 0,1 1 0 0 0,0-1 1 0 0,-1 0-1 0 0,0 1 0 0 0,1-1 0 0 0,-1 1 1 0 0,0 0-1 0 0,0 0 0 0 0,-1 1 0 0 0,1-1 1 0 0,-1 0-1 0 0,1 1 0 0 0,-1 0 1 0 0,0-1-1 0 0,0 1 0 0 0,-1 0 0 0 0,1 0 1 0 0,0 5-1 0 0,-1 0 4 0 0,0 1 1 0 0,0-1-1 0 0,-1 1 1 0 0,-1 0-1 0 0,0-1 1 0 0,0 1-1 0 0,-1-1 1 0 0,0 1-1 0 0,0-1 0 0 0,-1 0 1 0 0,-1 0-1 0 0,1 0 1 0 0,-2 0-1 0 0,-4 8 1 0 0,-10 14 63 0 0,-1-1 0 0 0,-32 36-1 0 0,50-64-71 0 0,-37 45 239 0 0,32-39-147 0 0,5-10-44 0 0,11-15-58 0 0,96-88-103 0 0,-67 70 144 0 0,-1-2 1 0 0,-2-1 0 0 0,32-47 0 0 0,-56 70 73 0 0,-6 9 15 0 0,-1 0-1 0 0,0-1 1 0 0,0 0-1 0 0,-1 1 1 0 0,5-14-1 0 0,-7 18-88 0 0,-1 2-37 0 0,0-1 1 0 0,1 1-1 0 0,-1-1 0 0 0,0 1 0 0 0,0-1 0 0 0,0 1 1 0 0,0-1-1 0 0,0 1 0 0 0,0 0 0 0 0,0-1 1 0 0,0 1-1 0 0,0-1 0 0 0,0 1 0 0 0,0-1 1 0 0,0 1-1 0 0,-1-1 0 0 0,1 1 0 0 0,0 0 1 0 0,0-1-1 0 0,0 1 0 0 0,0-1 0 0 0,-1 1 1 0 0,1 0-1 0 0,0-1 0 0 0,-1 1 0 0 0,1 0 0 0 0,-1-1 1 0 0,-3 2-8 0 0,-1 0 0 0 0,1 1 1 0 0,-1 0-1 0 0,1 0 0 0 0,0 0 1 0 0,0 1-1 0 0,0-1 0 0 0,0 1 0 0 0,0 0 1 0 0,1 0-1 0 0,-1 1 0 0 0,1-1 1 0 0,-6 7-1 0 0,-6 10-31 0 0,-17 26-1 0 0,32-46 39 0 0,-6 9 7 0 0,1 1 1 0 0,0 0-1 0 0,1 0 1 0 0,0 0-1 0 0,0 0 0 0 0,1 1 1 0 0,0 0-1 0 0,1-1 1 0 0,-1 19-1 0 0,2-25-25 0 0,1 1-1 0 0,0-1 1 0 0,0 1 0 0 0,0 0-1 0 0,1-1 1 0 0,0 0-1 0 0,0 1 1 0 0,0-1 0 0 0,0 1-1 0 0,1-1 1 0 0,0 0-1 0 0,-1 0 1 0 0,2 0 0 0 0,-1 0-1 0 0,0 0 1 0 0,1 0-1 0 0,0-1 1 0 0,-1 1 0 0 0,1-1-1 0 0,1 0 1 0 0,-1 0 0 0 0,0 0-1 0 0,1 0 1 0 0,0-1-1 0 0,7 5 1 0 0,-1-2-553 0 0,1-1 0 0 0,0 0 0 0 0,0 0 0 0 0,1-1 0 0 0,-1-1 0 0 0,13 2 0 0 0,70-1-6546 0 0,-87-3 6421 0 0,22 0-3045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42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38 2812 0 0,'21'-37'17513'0'0,"-17"57"-16361"0"0,-4 36-1403 0 0,-3-15 39 0 0,-2-1 0 0 0,-12 50-1 0 0,2-35-2855 0 0,-5-2-3953 0 0,11-29-1075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42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145 450 304 0 0,'-102'-17'12588'0'0,"61"7"-10458"0"0,39 9-1709 0 0,33-10-35 0 0,320-49-463 0 0,-116 28-3654 0 0,-179 22-1205 0 0,-37 4 255 0 0</inkml:trace>
  <inkml:trace contextRef="#ctx0" brushRef="#br0" timeOffset="1">493 53 644 0 0,'-57'-40'13979'0'0,"32"28"-10480"0"0,22 13-3167 0 0,1-1-254 0 0,0 1 0 0 0,0 0 0 0 0,0 0 1 0 0,1 0-1 0 0,-1 1 0 0 0,0-1 0 0 0,1 0 0 0 0,-1 0 1 0 0,1 1-1 0 0,-1-1 0 0 0,1 1 0 0 0,0 0 1 0 0,0-1-1 0 0,0 1 0 0 0,-1 0 0 0 0,2 0 0 0 0,-1-1 1 0 0,0 1-1 0 0,0 0 0 0 0,1 0 0 0 0,-1 0 1 0 0,1 0-1 0 0,-1 0 0 0 0,1 3 0 0 0,-12 55 953 0 0,3 2 0 0 0,-2 83 0 0 0,1-3-415 0 0,-26 199-2451 0 0,33-293-1890 0 0,7-18-2296 0 0</inkml:trace>
  <inkml:trace contextRef="#ctx0" brushRef="#br0" timeOffset="2">1179 261 2312 0 0,'9'-16'2054'0'0,"5"-12"1300"0"0,2 1 1 0 0,36-48-1 0 0,-46 69-3208 0 0,0-1 1 0 0,0 1-1 0 0,0 0 1 0 0,1 1-1 0 0,0 0 1 0 0,0 0-1 0 0,0 0 1 0 0,0 1-1 0 0,1 0 1 0 0,0 0-1 0 0,0 1 1 0 0,0 0-1 0 0,0 0 1 0 0,0 1-1 0 0,12-2 1 0 0,-17 3-133 0 0,0 1 0 0 0,0 0 1 0 0,1-1-1 0 0,-1 1 0 0 0,0 1 1 0 0,0-1-1 0 0,1 0 0 0 0,-1 1 1 0 0,0 0-1 0 0,0-1 0 0 0,0 1 0 0 0,0 1 1 0 0,0-1-1 0 0,0 0 0 0 0,0 1 1 0 0,0-1-1 0 0,0 1 0 0 0,0 0 0 0 0,-1 0 1 0 0,1 0-1 0 0,-1 0 0 0 0,0 0 1 0 0,1 1-1 0 0,-1-1 0 0 0,0 1 1 0 0,-1 0-1 0 0,1-1 0 0 0,0 1 0 0 0,-1 0 1 0 0,1 0-1 0 0,-1 0 0 0 0,0 0 1 0 0,0 0-1 0 0,1 5 0 0 0,0 3 57 0 0,0-1-1 0 0,-1 0 1 0 0,0 1 0 0 0,-1-1-1 0 0,0 1 1 0 0,0-1 0 0 0,-1 1-1 0 0,-1-1 1 0 0,-2 11 0 0 0,-3 2 83 0 0,-1-1 0 0 0,-2 0 0 0 0,0-1 0 0 0,-1 0 1 0 0,0-1-1 0 0,-2 0 0 0 0,-1-1 0 0 0,-24 27 0 0 0,-17 12 369 0 0,-69 56 0 0 0,-30 17-23 0 0,153-131-497 0 0,1 0 0 0 0,-1 0 1 0 0,1 1-1 0 0,0-1 1 0 0,-1 0-1 0 0,1 0 1 0 0,0 0-1 0 0,-1 1 0 0 0,1-1 1 0 0,0 0-1 0 0,-1 1 1 0 0,1-1-1 0 0,0 0 1 0 0,0 1-1 0 0,-1-1 0 0 0,1 0 1 0 0,0 1-1 0 0,0-1 1 0 0,0 0-1 0 0,0 1 1 0 0,-1-1-1 0 0,1 0 0 0 0,0 1 1 0 0,0-1-1 0 0,0 1 1 0 0,0-1-1 0 0,0 0 1 0 0,0 1-1 0 0,0-1 0 0 0,0 1 1 0 0,0-1-1 0 0,0 0 1 0 0,0 1-1 0 0,0-1 1 0 0,0 1-1 0 0,1-1 0 0 0,-1 0 1 0 0,0 1-1 0 0,0-1 1 0 0,0 1-1 0 0,0-1 1 0 0,1 0-1 0 0,-1 1 0 0 0,0-1 1 0 0,0 0-1 0 0,1 0 1 0 0,-1 1-1 0 0,0-1 1 0 0,1 0-1 0 0,-1 0 0 0 0,0 1 1 0 0,1-1-1 0 0,-1 0 1 0 0,0 0-1 0 0,1 0 1 0 0,-1 1-1 0 0,1-1 1 0 0,3 1 4 0 0,-1 0 1 0 0,0 0 0 0 0,1 0 0 0 0,-1-1 0 0 0,1 1 0 0 0,5-1 0 0 0,192-11-184 0 0,-63-6-4991 0 0,-123 15 2544 0 0,0-2 0 0 0,23-8 0 0 0,-20 6-2941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44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14 206 760 0 0,'-3'-13'2274'0'0,"-1"0"0"0"0,2 1 0 0 0,-2-18-1 0 0,4 21-1505 0 0,-1-1 0 0 0,1 0 0 0 0,1 1 0 0 0,0-1 0 0 0,2-10 0 0 0,-2 17-677 0 0,0-1 0 0 0,0 0-1 0 0,0 1 1 0 0,1 0 0 0 0,-1-1 0 0 0,1 1 0 0 0,0 0 0 0 0,0 0 0 0 0,0 0 0 0 0,0 0 0 0 0,1 0 0 0 0,-1 0 0 0 0,1 0 0 0 0,0 1 0 0 0,0 0 0 0 0,0-1 0 0 0,4-1-1 0 0,-3 2-28 0 0,1-1 0 0 0,0 2 0 0 0,0-1 0 0 0,0 0 0 0 0,1 1 0 0 0,-1 0 0 0 0,0 0 0 0 0,0 1 0 0 0,1-1 0 0 0,-1 1 0 0 0,6 1 0 0 0,-2-1-22 0 0,0 2 0 0 0,-1-1 0 0 0,1 1 0 0 0,-1 0-1 0 0,1 1 1 0 0,-1 0 0 0 0,0 0 0 0 0,0 1 0 0 0,0 0 0 0 0,0 0 0 0 0,-1 1 0 0 0,1 0 0 0 0,-1 0 0 0 0,6 7 0 0 0,-8-7 2 0 0,-1-1 1 0 0,0 1-1 0 0,-1 0 0 0 0,1 0 0 0 0,-1 1 0 0 0,0-1 0 0 0,-1 1 1 0 0,1-1-1 0 0,-1 1 0 0 0,0 0 0 0 0,0 0 0 0 0,-1 0 0 0 0,0 0 1 0 0,0 0-1 0 0,0 0 0 0 0,-1 0 0 0 0,0 0 0 0 0,0 1 0 0 0,0-1 1 0 0,-1 0-1 0 0,0 0 0 0 0,0 0 0 0 0,-1 0 0 0 0,-3 8 0 0 0,-3 6 59 0 0,-2 0 0 0 0,0-1 0 0 0,-2 0 0 0 0,0 0-1 0 0,-20 23 1 0 0,-1-1 201 0 0,32-40-204 0 0,0-2-97 0 0,1 0 0 0 0,0 0 0 0 0,0 0 0 0 0,0 0 0 0 0,0 0 0 0 0,0 0 0 0 0,0 0 0 0 0,1-1 0 0 0,-1 1 0 0 0,0 0 0 0 0,0 0 0 0 0,1 0 0 0 0,-1 0 0 0 0,1 0 0 0 0,-1 0 0 0 0,1 0 0 0 0,-1 0 0 0 0,2-1 0 0 0,14-21 0 0 0,-10 15 6 0 0,171-244 724 0 0,-166 232-469 0 0,-20 26-226 0 0,-21 28-97 0 0,19-21 68 0 0,1 2-1 0 0,1-1 1 0 0,0 1 0 0 0,1 0-1 0 0,1 1 1 0 0,-11 32 0 0 0,17-41-53 0 0,-1-1 0 0 0,1 1 0 0 0,0-1 1 0 0,1 1-1 0 0,-1 0 0 0 0,2-1 0 0 0,-1 1 1 0 0,0 0-1 0 0,1-1 0 0 0,1 1 1 0 0,-1-1-1 0 0,1 1 0 0 0,0-1 0 0 0,0 0 1 0 0,1 0-1 0 0,0 0 0 0 0,0 0 0 0 0,0 0 1 0 0,1 0-1 0 0,-1-1 0 0 0,6 6 0 0 0,1-1-667 0 0,0-1 0 0 0,0 0 0 0 0,0-1-1 0 0,2 0 1 0 0,-1 0 0 0 0,22 10-1 0 0,-15-10-1757 0 0,0 0 0 0 0,19 5-1 0 0,-12-7-2253 0 0</inkml:trace>
  <inkml:trace contextRef="#ctx0" brushRef="#br0" timeOffset="1">740 397 328 0 0,'0'-3'2956'0'0,"5"-49"8497"0"0,-3 38-10121 0 0,-1 13-1287 0 0,1 0 0 0 0,-1 1 0 0 0,1-1 0 0 0,-1 1 0 0 0,1 0 0 0 0,0-1-1 0 0,-1 1 1 0 0,1 0 0 0 0,0 0 0 0 0,1 0 0 0 0,4 2 5 0 0,-1 0 0 0 0,1 0 1 0 0,-1 0-1 0 0,1 1 0 0 0,-1 0 1 0 0,0 1-1 0 0,0-1 0 0 0,-1 1 1 0 0,1 0-1 0 0,-1 0 0 0 0,0 1 1 0 0,0 0-1 0 0,5 5 0 0 0,-7-6 8 0 0,-1 0 0 0 0,1 0 0 0 0,-1 0 0 0 0,0 0 0 0 0,0 0 0 0 0,-1 0 0 0 0,1 0 0 0 0,-1 1 0 0 0,0-1 0 0 0,0 1 0 0 0,0-1 0 0 0,-1 1 0 0 0,1-1 0 0 0,-1 1 0 0 0,0-1 0 0 0,-1 1 0 0 0,1-1 0 0 0,-1 1 0 0 0,0-1 0 0 0,0 1 0 0 0,-2 5 0 0 0,-1 1 104 0 0,-1-1 0 0 0,0 0 0 0 0,0 0 0 0 0,-1 0-1 0 0,0 0 1 0 0,-1-1 0 0 0,0 0 0 0 0,-11 9 0 0 0,-9 8 323 0 0,-34 25 0 0 0,15-15-80 0 0,41-31-388 0 0,-13 11 116 0 0,18-16-133 0 0,0 0 1 0 0,0 0 0 0 0,0 0 0 0 0,0 0-1 0 0,0 0 1 0 0,0 0 0 0 0,0 1-1 0 0,0-1 1 0 0,0 0 0 0 0,-1 0-1 0 0,1 0 1 0 0,0 0 0 0 0,0 0-1 0 0,0 0 1 0 0,0 0 0 0 0,0 0-1 0 0,0 1 1 0 0,0-1 0 0 0,0 0-1 0 0,0 0 1 0 0,0 0 0 0 0,0 0-1 0 0,0 0 1 0 0,0 0 0 0 0,0 1-1 0 0,0-1 1 0 0,0 0 0 0 0,0 0-1 0 0,0 0 1 0 0,0 0 0 0 0,1 0-1 0 0,-1 0 1 0 0,0 0 0 0 0,0 1 0 0 0,0-1-1 0 0,0 0 1 0 0,0 0 0 0 0,0 0-1 0 0,0 0 1 0 0,0 0 0 0 0,0 0-1 0 0,0 0 1 0 0,0 0 0 0 0,1 0-1 0 0,-1 0 1 0 0,0 0 0 0 0,0 0-1 0 0,0 1 1 0 0,15-2-47 0 0,51-17-2519 0 0,-1-3 0 0 0,82-36 0 0 0,-55 19-2783 0 0,-29 13-717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44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207 443 1784 0 0,'-72'-91'13208'0'0,"71"90"-12507"0"0,4 2-595 0 0,127 47 350 0 0,-26-7-348 0 0,-40-18-64 0 0,48 16 235 0 0,-110-38-201 0 0,1 0-12 0 0,-3-1-62 0 0,0 0 0 0 0,0 0 0 0 0,1 0 0 0 0,-1 0 0 0 0,0 0 0 0 0,0 0-1 0 0,1 0 1 0 0,-1 0 0 0 0,0 0 0 0 0,0 1 0 0 0,1-1 0 0 0,-1 0 0 0 0,0 0 0 0 0,0 0-1 0 0,0 0 1 0 0,1 1 0 0 0,-1-1 0 0 0,0 0 0 0 0,0 0 0 0 0,0 0 0 0 0,1 1 0 0 0,-1-1 0 0 0,0 0-1 0 0,0 0 1 0 0,0 1 0 0 0,0-1 0 0 0,0 0 0 0 0,0 0 0 0 0,0 1 0 0 0,0-1 0 0 0,1 0 0 0 0,-1 0-1 0 0,0 1 1 0 0,0-1 0 0 0,0 0 0 0 0,0 0 0 0 0,0 1 0 0 0,-1-1 0 0 0,-10 8 55 0 0,-32 7-64 0 0,26-10 21 0 0,-182 77-33 0 0,102-39 16 0 0,86-38-66 0 0,-79 36 110 0 0,79-35-547 0 0,0 0 0 0 0,1 1 0 0 0,-1 1 0 0 0,1 0 0 0 0,-14 14 0 0 0,22-20-58 0 0,-7 10-26 0 0</inkml:trace>
  <inkml:trace contextRef="#ctx0" brushRef="#br0" timeOffset="1">790 850 2700 0 0,'47'-25'14332'0'0,"-50"24"-13937"0"0,-1 0-302 0 0,-1 0 0 0 0,1 0 0 0 0,0 1 0 0 0,0 0 0 0 0,0 0 0 0 0,-1 0 0 0 0,1 0 0 0 0,0 1 0 0 0,0 0 0 0 0,-9 2 0 0 0,-48 18 352 0 0,37-12-332 0 0,-20 7-42 0 0,1 1-1 0 0,-65 37 0 0 0,87-40-1430 0 0,-31 24 0 0 0,39-25-101 0 0,-3 5-5632 0 0</inkml:trace>
  <inkml:trace contextRef="#ctx0" brushRef="#br0" timeOffset="2">1514 160 184 0 0,'38'-68'8364'0'0,"-25"42"-4178"0"0,28-38 0 0 0,-40 62-3651 0 0,-1 2-500 0 0,1 1 0 0 0,-1-1 1 0 0,1 0-1 0 0,-1 1 0 0 0,1-1 0 0 0,-1 1 0 0 0,1-1 1 0 0,-1 0-1 0 0,1 1 0 0 0,-1-1 0 0 0,0 1 0 0 0,1-1 1 0 0,-1 1-1 0 0,0-1 0 0 0,1 1 0 0 0,-1 0 0 0 0,0-1 1 0 0,0 1-1 0 0,1-1 0 0 0,-1 1 0 0 0,0 0 1 0 0,0-1-1 0 0,0 1 0 0 0,0-1 0 0 0,0 2 0 0 0,3 22 334 0 0,-2-15-226 0 0,1 6 26 0 0,3 16 70 0 0,0 0-1 0 0,2 0 1 0 0,14 36 0 0 0,-18-58-225 0 0,1 0-1 0 0,0-1 1 0 0,0 0 0 0 0,1 0 0 0 0,0 0 0 0 0,0-1 0 0 0,1 0 0 0 0,0 0 0 0 0,0 0 0 0 0,1-1 0 0 0,0 0 0 0 0,0 0 0 0 0,0 0 0 0 0,1-1 0 0 0,15 8 0 0 0,-16-10-3 0 0,0 0 0 0 0,1 0 0 0 0,0 0 1 0 0,-1-1-1 0 0,1 0 0 0 0,0-1 1 0 0,0 0-1 0 0,0 0 0 0 0,9-1 0 0 0,-11 0-4 0 0,-1-1-1 0 0,1 0 0 0 0,0 0 1 0 0,-1 0-1 0 0,1-1 0 0 0,-1 0 0 0 0,0 0 1 0 0,1 0-1 0 0,-1-1 0 0 0,0 0 1 0 0,-1 0-1 0 0,1 0 0 0 0,0 0 1 0 0,5-6-1 0 0,56-60 59 0 0,-21 19 877 0 0,-40 42-769 0 0,-4 5-158 0 0,10-8 109 0 0,-9 10 166 0 0,1 17 328 0 0,-4-8-440 0 0,0 0 0 0 0,-1 0 0 0 0,0 0-1 0 0,0 0 1 0 0,-1 0 0 0 0,-4 10-1 0 0,-3 7 173 0 0,-24 90 523 0 0,-32 204-1 0 0,50-147-3860 0 0,10-89-1170 0 0,-4-1-4160 0 0,6-48 184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46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42 129 756 0 0,'-4'-3'965'0'0,"0"0"-1"0"0,0-1 1 0 0,1 1-1 0 0,-1-1 1 0 0,1 0 0 0 0,-4-7-1 0 0,5 7-640 0 0,0 0 1 0 0,0 0-1 0 0,1-1 0 0 0,-1 1 0 0 0,1 0 1 0 0,0-1-1 0 0,0 1 0 0 0,1 0 0 0 0,-1-1 1 0 0,1-6-1 0 0,0 9-277 0 0,0 0 0 0 0,0 1 1 0 0,1-1-1 0 0,-1 1 0 0 0,0-1 0 0 0,1 0 0 0 0,-1 1 1 0 0,1-1-1 0 0,0 1 0 0 0,-1-1 0 0 0,1 1 1 0 0,0-1-1 0 0,0 1 0 0 0,0-1 0 0 0,0 1 0 0 0,0 0 1 0 0,0 0-1 0 0,0-1 0 0 0,0 1 0 0 0,1 0 0 0 0,-1 0 1 0 0,0 0-1 0 0,1 0 0 0 0,-1 1 0 0 0,1-1 0 0 0,-1 0 1 0 0,1 1-1 0 0,-1-1 0 0 0,1 0 0 0 0,-1 1 1 0 0,3-1-1 0 0,2 0 37 0 0,1 0 1 0 0,-1 0-1 0 0,1 1 1 0 0,0 0 0 0 0,11 1-1 0 0,0 2-34 0 0,-1 0 1 0 0,0 1-1 0 0,-1 0 0 0 0,1 2 0 0 0,-1 0 1 0 0,0 1-1 0 0,0 0 0 0 0,-1 1 0 0 0,0 1 0 0 0,0 0 1 0 0,-1 1-1 0 0,-1 1 0 0 0,1 0 0 0 0,19 23 1 0 0,-30-30-35 0 0,0 0 1 0 0,0 0 0 0 0,0 0-1 0 0,-1 1 1 0 0,0-1 0 0 0,0 0-1 0 0,0 1 1 0 0,0 0 0 0 0,-1-1-1 0 0,0 1 1 0 0,0 0-1 0 0,0 0 1 0 0,-1 0 0 0 0,1-1-1 0 0,-1 1 1 0 0,-1 6 0 0 0,0-3 15 0 0,0 0 1 0 0,-1-1-1 0 0,-1 1 0 0 0,1-1 1 0 0,-1 0-1 0 0,0 0 1 0 0,-1 0-1 0 0,0 0 1 0 0,-7 9-1 0 0,-20 33 279 0 0,30-47-234 0 0,-1 1 71 0 0,0 0-63 0 0,11-12-43 0 0,30-35-15 0 0,91-114 46 0 0,-119 142-115 0 0,0 1 224 0 0,0-1-1 0 0,-2 0 1 0 0,11-23-1 0 0,-19 37-127 0 0,-3 3-54 0 0,0-1 0 0 0,0 1 0 0 0,-1-1 0 0 0,1 1 0 0 0,0 0 0 0 0,0 0 0 0 0,0 0-1 0 0,0 0 1 0 0,0 0 0 0 0,0 1 0 0 0,1-1 0 0 0,-1 0 0 0 0,0 1 0 0 0,1-1 0 0 0,-3 4 0 0 0,-23 30-27 0 0,22-28 23 0 0,-5 7 16 0 0,0 2 0 0 0,0-1-1 0 0,2 2 1 0 0,0-1 0 0 0,1 1 0 0 0,0 0 0 0 0,-4 20 0 0 0,10-32 0 0 0,0 0-1 0 0,0 1 1 0 0,0-1-1 0 0,1 1 1 0 0,0-1-1 0 0,0 1 1 0 0,0-1-1 0 0,0 1 1 0 0,1-1-1 0 0,0 1 1 0 0,0-1-1 0 0,1 0 1 0 0,0 1-1 0 0,0-1 1 0 0,0 0-1 0 0,0 0 1 0 0,1 0 0 0 0,-1 0-1 0 0,1-1 1 0 0,1 1-1 0 0,-1-1 1 0 0,1 0-1 0 0,-1 0 1 0 0,1 0-1 0 0,0 0 1 0 0,1-1-1 0 0,6 6 1 0 0,6 1-25 0 0,1-1 0 0 0,0 0 0 0 0,1-2-1 0 0,0 0 1 0 0,0-1 0 0 0,38 7 0 0 0,-23-7-1668 0 0,1-2-1 0 0,1-2 1 0 0,38-2 0 0 0,-50-2-1419 0 0,-2-2-920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47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0 198 828 0 0,'14'-10'5607'0'0,"-11"8"-4333"0"0,0 1 0 0 0,0-1 0 0 0,1 1 0 0 0,-1-1 0 0 0,0 1 0 0 0,0 0 0 0 0,6-1 1 0 0,-8 2-1223 0 0,0 0 1 0 0,-1 1-1 0 0,1-1 1 0 0,0 0-1 0 0,-1 1 1 0 0,1-1-1 0 0,0 0 1 0 0,-1 1-1 0 0,1-1 1 0 0,0 1-1 0 0,-1-1 1 0 0,1 1 0 0 0,-1-1-1 0 0,1 1 1 0 0,-1 0-1 0 0,0-1 1 0 0,1 1-1 0 0,-1 0 1 0 0,1-1-1 0 0,-1 1 1 0 0,0 0-1 0 0,2 24 1041 0 0,-2-22-1085 0 0,-2 62 589 0 0,0 46-1219 0 0,3-97-292 0 0,1-1-1 0 0,-1 0 1 0 0,2 0-1 0 0,0 0 1 0 0,1 0-1 0 0,6 15 1 0 0,0-10-3111 0 0,4-2-2004 0 0</inkml:trace>
  <inkml:trace contextRef="#ctx0" brushRef="#br0" timeOffset="1">794 496 68 0 0,'42'-33'11902'0'0,"-19"16"-6883"0"0,-23 17-4983 0 0,1 0 1 0 0,-1 0-1 0 0,0 0 1 0 0,1 0-1 0 0,-1 1 0 0 0,0-1 1 0 0,1 0-1 0 0,-1 0 1 0 0,1 1-1 0 0,-1-1 1 0 0,0 0-1 0 0,0 0 0 0 0,1 1 1 0 0,-1-1-1 0 0,0 0 1 0 0,1 1-1 0 0,-1-1 1 0 0,0 1-1 0 0,0-1 0 0 0,0 0 1 0 0,1 1-1 0 0,-1-1 1 0 0,0 1-1 0 0,0-1 1 0 0,0 0-1 0 0,0 1 1 0 0,0-1-1 0 0,0 1 0 0 0,0-1 1 0 0,0 1-1 0 0,0-1 1 0 0,0 0-1 0 0,0 1 1 0 0,0-1-1 0 0,0 1 0 0 0,0-1 1 0 0,0 1-1 0 0,-1-1 1 0 0,1 0-1 0 0,0 1 1 0 0,0-1-1 0 0,0 1 0 0 0,-1-1 1 0 0,1 1-1 0 0,-9 21 531 0 0,8-21-530 0 0,-7 14 165 0 0,-1 0 0 0 0,-1-1 0 0 0,-19 23 0 0 0,2-3-128 0 0,-50 76-2544 0 0,64-88-2416 0 0,-15 35 1 0 0</inkml:trace>
  <inkml:trace contextRef="#ctx0" brushRef="#br0" timeOffset="2">1534 255 2520 0 0,'15'-21'1651'0'0,"0"1"1"0"0,2 1-1 0 0,0 1 0 0 0,1 0 1 0 0,0 1-1 0 0,34-23 0 0 0,-43 34-1358 0 0,1 1 0 0 0,-1 0-1 0 0,1 0 1 0 0,0 1 0 0 0,0 1 0 0 0,0-1 0 0 0,21-2-1 0 0,-24 5-191 0 0,1 0 0 0 0,-1 1 0 0 0,0 0 0 0 0,1 1 0 0 0,-1-1 0 0 0,0 1 0 0 0,1 1 0 0 0,-1 0 0 0 0,0 0 0 0 0,0 0 0 0 0,0 1 0 0 0,10 5 0 0 0,-12-6-35 0 0,-1 0 0 0 0,0 1 0 0 0,0 0 0 0 0,-1-1 0 0 0,1 1 0 0 0,0 1 0 0 0,-1-1 0 0 0,0 0 0 0 0,0 1 0 0 0,0 0 0 0 0,0 0 0 0 0,0-1 0 0 0,-1 2 0 0 0,0-1 0 0 0,1 0 0 0 0,-2 0 0 0 0,1 1 0 0 0,0-1 0 0 0,0 7 0 0 0,-1-5 6 0 0,-1 0 1 0 0,1 0-1 0 0,-2 0 0 0 0,1 0 1 0 0,-1 0-1 0 0,0 0 0 0 0,0 0 1 0 0,0-1-1 0 0,-1 1 0 0 0,0 0 1 0 0,0 0-1 0 0,0-1 0 0 0,-1 0 1 0 0,-6 11-1 0 0,-7 6 42 0 0,0 0 0 0 0,-1-2 0 0 0,-2 1 0 0 0,0-2 0 0 0,-25 20 0 0 0,-115 75 285 0 0,152-108-318 0 0,-1-2 1 0 0,0 1-1 0 0,-1-1 0 0 0,-10 5 1 0 0,17-9-52 0 0,2-2-14 0 0,2-2-15 0 0,-1 1 0 0 0,1 0 1 0 0,0-1-1 0 0,0 1 0 0 0,0 0 0 0 0,0 0 1 0 0,1 1-1 0 0,-1-1 0 0 0,1 0 1 0 0,5-4-1 0 0,37-25-15 0 0,-19 13-24 0 0,133-100-149 0 0,143-115 50 0 0,-284 219 135 0 0,-8 7-22 0 0,0 0 1 0 0,-1 0-1 0 0,1-1 1 0 0,-2-1-1 0 0,15-18 1 0 0,-23 27 21 0 0,0 1 0 0 0,0 0-1 0 0,0 0 1 0 0,1-1 0 0 0,-1 1 0 0 0,0 0 0 0 0,0 0 0 0 0,0-1-1 0 0,0 1 1 0 0,0 0 0 0 0,0 0 0 0 0,0-1 0 0 0,0 1-1 0 0,0 0 1 0 0,0-1 0 0 0,0 1 0 0 0,0 0 0 0 0,0-1 0 0 0,0 1-1 0 0,0 0 1 0 0,0-1 0 0 0,0 1 0 0 0,0 0 0 0 0,0 0-1 0 0,0-1 1 0 0,0 1 0 0 0,0 0 0 0 0,0 0 0 0 0,-1-1 0 0 0,1 1-1 0 0,0 0 1 0 0,0 0 0 0 0,0-1 0 0 0,-1 1 0 0 0,1 0-1 0 0,0 0 1 0 0,0-1 0 0 0,-1 1 0 0 0,1 0 0 0 0,0 0 0 0 0,0 0-1 0 0,-1 0 1 0 0,1 0 0 0 0,0-1 0 0 0,0 1 0 0 0,-1 0-1 0 0,1 0 1 0 0,0 0 0 0 0,-1 0 0 0 0,1 0 0 0 0,0 0 0 0 0,-1 0-1 0 0,1 0 1 0 0,0 0 0 0 0,0 0 0 0 0,-1 0 0 0 0,1 0 0 0 0,0 0-1 0 0,-1 0 1 0 0,1 0 0 0 0,-1 1 0 0 0,-15 1-44 0 0,0 5 30 0 0,0 0 1 0 0,1 1-1 0 0,-1 0 0 0 0,2 1 0 0 0,-1 1 0 0 0,1 0 0 0 0,1 1 0 0 0,-16 15 1 0 0,22-19 12 0 0,-11 10 11 0 0,-30 36 1 0 0,44-48-3 0 0,1 0 0 0 0,-1 0-1 0 0,1 0 1 0 0,0 1 0 0 0,0-1 0 0 0,0 1-1 0 0,1 0 1 0 0,0 0 0 0 0,0 0-1 0 0,1 0 1 0 0,0 0 0 0 0,-1 12-1 0 0,2-14-75 0 0,1 1 0 0 0,-1-1 0 0 0,1 0 0 0 0,0 1 0 0 0,1-1-1 0 0,-1 0 1 0 0,1 0 0 0 0,0 0 0 0 0,0 0 0 0 0,0-1 0 0 0,1 1-1 0 0,-1 0 1 0 0,1-1 0 0 0,0 0 0 0 0,0 1 0 0 0,0-1 0 0 0,0 0 0 0 0,6 4-1 0 0,5 3-535 0 0,0-1-1 0 0,1 0 0 0 0,20 9 0 0 0,115 39-7761 0 0,-146-55 7814 0 0,37 12-5295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7:48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119 642 2332 0 0,'-8'-15'5339'0'0,"3"-1"-2464"0"0,9 8-780 0 0,-2 7-1994 0 0,-1 1 1 0 0,1 0-1 0 0,-1-1 1 0 0,1 1-1 0 0,-1 0 1 0 0,1 0-1 0 0,-1 0 0 0 0,1 0 1 0 0,-1 0-1 0 0,0 0 1 0 0,1 1-1 0 0,-1-1 1 0 0,1 0-1 0 0,1 1 1 0 0,1 1 39 0 0,0 0 1 0 0,0 0-1 0 0,0 1 1 0 0,0-1 0 0 0,-1 1-1 0 0,1 0 1 0 0,-1 0-1 0 0,0 0 1 0 0,0 0-1 0 0,0 1 1 0 0,0-1 0 0 0,0 1-1 0 0,-1 0 1 0 0,1 0-1 0 0,-1 0 1 0 0,2 5 0 0 0,-2-3-4 0 0,-1-1 1 0 0,1 1 0 0 0,-1 0 0 0 0,-1 0 0 0 0,1 1 0 0 0,-1-1 0 0 0,0 0 0 0 0,0 0 0 0 0,-1 0 0 0 0,0 0 0 0 0,0 0 0 0 0,0 0 0 0 0,-1 0 0 0 0,0-1 0 0 0,0 1 0 0 0,-6 10 0 0 0,-4 5 299 0 0,-1 0 1 0 0,-30 37 0 0 0,14-20 129 0 0,-9 7-111 0 0,27-34-348 0 0,1 1 0 0 0,-13 20 0 0 0,24-32-109 0 0,-1 1 0 0 0,0-1 0 0 0,1 1 0 0 0,-1 0 0 0 0,1-1 0 0 0,-1 1 1 0 0,1-1-1 0 0,-1 0 0 0 0,1 1 0 0 0,0-1 0 0 0,-1 1 0 0 0,1-1 0 0 0,-1 0 0 0 0,1 1 0 0 0,0-1 0 0 0,-1 0 0 0 0,1 0 0 0 0,0 0 0 0 0,-1 1 1 0 0,1-1-1 0 0,0 0 0 0 0,0 0 0 0 0,-1 0 0 0 0,2 0 0 0 0,19-1-521 0 0,-1-1 0 0 0,1-1 0 0 0,-1-1 0 0 0,1-1 0 0 0,30-11 0 0 0,98-48-5036 0 0,-92 35 1331 0 0,0 0-2063 0 0</inkml:trace>
  <inkml:trace contextRef="#ctx0" brushRef="#br0" timeOffset="1">1193 181 2860 0 0,'-18'-46'6920'0'0,"11"28"-2120"0"0,-10-32 0 0 0,35 54-4149 0 0,-8 0-514 0 0,0 1 1 0 0,0-1 0 0 0,-1 2 0 0 0,1-1-1 0 0,13 12 1 0 0,-6-5-22 0 0,51 28 156 0 0,109 48 1 0 0,-71-37-108 0 0,-60-30 32 0 0,-44-20-188 0 0,-4 1-3 0 0,2-1-5 0 0,-1 0 0 0 0,1 0 0 0 0,-1 0 0 0 0,0 0-1 0 0,1 0 1 0 0,-1 0 0 0 0,0-1 0 0 0,0 1 0 0 0,0 0 0 0 0,0 0-1 0 0,1-1 1 0 0,-1 1 0 0 0,0-1 0 0 0,0 1 0 0 0,0-1-1 0 0,0 1 1 0 0,-1-1 0 0 0,1 1 0 0 0,0-1 0 0 0,0 0-1 0 0,0 0 1 0 0,-2 1 0 0 0,-2-1 2 0 0,-703 276 406 0 0,693-269-440 0 0,-84 42-363 0 0,87-42-171 0 0,1 0 1 0 0,-1 1 0 0 0,1 0-1 0 0,1 1 1 0 0,-16 17-1 0 0,23-24 173 0 0,1 1-1 0 0,0 0 0 0 0,0 1 0 0 0,0-1 1 0 0,0 0-1 0 0,0 0 0 0 0,-1 6 0 0 0,2-8-57 0 0,1 1 0 0 0,0-1-1 0 0,-1 0 1 0 0,1 1-1 0 0,0-1 1 0 0,0 1-1 0 0,0-1 1 0 0,0 0-1 0 0,0 1 1 0 0,1-1 0 0 0,-1 1-1 0 0,0-1 1 0 0,1 2-1 0 0</inkml:trace>
  <inkml:trace contextRef="#ctx0" brushRef="#br0" timeOffset="2">1659 806 2288 0 0,'46'-44'14963'0'0,"-47"43"-14870"0"0,0 0 0 0 0,-1 0 1 0 0,1 1-1 0 0,0-1 0 0 0,-1 1 0 0 0,1-1 0 0 0,-1 1 1 0 0,1-1-1 0 0,0 1 0 0 0,-1 0 0 0 0,1 0 1 0 0,-1 0-1 0 0,1 0 0 0 0,-1 0 0 0 0,1 0 1 0 0,-3 0-1 0 0,-25 5 361 0 0,28-4-426 0 0,-31 7 211 0 0,1 1-1 0 0,0 2 1 0 0,-58 30 0 0 0,65-27-1235 0 0,0 1 1 0 0,-35 28-1 0 0,58-42 762 0 0,-18 17-1018 0 0,11-6-931 0 0</inkml:trace>
  <inkml:trace contextRef="#ctx0" brushRef="#br0" timeOffset="3">2580 376 3040 0 0,'71'-76'15832'0'0,"-86"99"-13929"0"0,-1-1-1136 0 0,-10 12 102 0 0,-28 48-1 0 0,47-70-800 0 0,1 0 0 0 0,1 0 0 0 0,0 0 0 0 0,1 1 0 0 0,0 0-1 0 0,1 0 1 0 0,0 0 0 0 0,-1 20 0 0 0,3-28-39 0 0,1 0-1 0 0,0 1 0 0 0,1-1 1 0 0,-1 1-1 0 0,1-1 1 0 0,0 1-1 0 0,1-1 1 0 0,-1 0-1 0 0,1 0 0 0 0,0 0 1 0 0,0 0-1 0 0,1 0 1 0 0,-1 0-1 0 0,7 8 1 0 0,-4-7-5 0 0,0-1 1 0 0,0 0 0 0 0,1 0 0 0 0,0 0 0 0 0,0-1 0 0 0,0 0 0 0 0,0 0 0 0 0,1 0 0 0 0,12 5 0 0 0,-1-3 1 0 0,-1-1 1 0 0,1-1 0 0 0,0 0 0 0 0,1-1 0 0 0,-1-1 0 0 0,0-1 0 0 0,1-1 0 0 0,19-2 0 0 0,1-2-5 0 0,0-3 1 0 0,0-1 0 0 0,-1-2 0 0 0,0-2-1 0 0,-1-1 1 0 0,-1-1 0 0 0,0-3 0 0 0,-1-1-1 0 0,0-1 1 0 0,-2-2 0 0 0,-1-1 0 0 0,0-2-1 0 0,-2-1 1 0 0,44-47 0 0 0,-61 58-16 0 0,-2-1 0 0 0,0 0-1 0 0,0-1 1 0 0,-2 0 0 0 0,0 0 0 0 0,-1-1 0 0 0,0-1-1 0 0,-2 1 1 0 0,6-22 0 0 0,-10 30-13 0 0,0 0-1 0 0,-1 1 1 0 0,0-1-1 0 0,0 0 1 0 0,-1 0-1 0 0,0 0 1 0 0,-1 0 0 0 0,0 1-1 0 0,0-1 1 0 0,-1 0-1 0 0,0 1 1 0 0,0-1-1 0 0,-1 1 1 0 0,0-1 0 0 0,-1 1-1 0 0,0 0 1 0 0,0 1-1 0 0,-1-1 1 0 0,0 1-1 0 0,0 0 1 0 0,-9-9 0 0 0,6 7-2 0 0,-1 1 0 0 0,-1 0 0 0 0,1 1 0 0 0,-1 0 0 0 0,-1 0 0 0 0,1 1 1 0 0,-1 0-1 0 0,0 1 0 0 0,-20-6 0 0 0,13 6-122 0 0,0 0 1 0 0,0 2-1 0 0,-1 0 1 0 0,1 2-1 0 0,-32 0 0 0 0,3 5-1254 0 0,1 2-1 0 0,0 2 0 0 0,0 1 1 0 0,-51 19-1 0 0,-8 12-6599 0 0,59-20 1076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00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36 688 0 0,'-3'0'2253'0'0,"-40"1"6177"0"0,35-2-8502 0 0,5 1 362 0 0,3-1-264 0 0,0 1 1 0 0,0-1-1 0 0,0 0 0 0 0,0 1 1 0 0,0-1-1 0 0,0 0 0 0 0,1 1 1 0 0,-1-1-1 0 0,0 1 0 0 0,0-1 1 0 0,0 0-1 0 0,1 1 0 0 0,-1-1 1 0 0,0 1-1 0 0,1-1 0 0 0,-1 1 0 0 0,1-1 1 0 0,0 0-1 0 0,8-3 18 0 0,1 0-1 0 0,0 0 1 0 0,0 1-1 0 0,0 1 1 0 0,0-1-1 0 0,0 2 1 0 0,0-1-1 0 0,1 1 1 0 0,-1 1-1 0 0,1 0 1 0 0,-1 1-1 0 0,1 0 1 0 0,13 3-1 0 0,-16-2-19 0 0,1 0-1 0 0,0 0 1 0 0,-1 1-1 0 0,0 1 1 0 0,0-1-1 0 0,0 1 1 0 0,10 7-1 0 0,-14-8-3 0 0,1 0-1 0 0,-1 0 1 0 0,0 1 0 0 0,0 0-1 0 0,-1 0 1 0 0,1 0 0 0 0,-1 0-1 0 0,0 1 1 0 0,0-1 0 0 0,0 1 0 0 0,-1 0-1 0 0,4 7 1 0 0,-4-5-12 0 0,-1 1 0 0 0,0-1-1 0 0,0 1 1 0 0,0-1 0 0 0,-1 1 0 0 0,0-1 0 0 0,-1 1 0 0 0,1-1-1 0 0,-2 1 1 0 0,1-1 0 0 0,-1 0 0 0 0,0 1 0 0 0,0-1-1 0 0,-1 0 1 0 0,0 0 0 0 0,-6 10 0 0 0,-3 5 9 0 0,-2-1 0 0 0,0-1 0 0 0,-28 31 0 0 0,9-15 84 0 0,-2-2 1 0 0,-2-1-1 0 0,-67 46 0 0 0,86-71 38 0 0,15-7-93 0 0,1-8 10 0 0,2 7-56 0 0,-1-1 1 0 0,1 1 0 0 0,0 0 0 0 0,0-1 0 0 0,0 1 0 0 0,-1-1 0 0 0,1 1 0 0 0,0-1 0 0 0,0 1-1 0 0,0-1 1 0 0,0 1 0 0 0,0-1 0 0 0,0 1 0 0 0,0 0 0 0 0,0-1 0 0 0,0 1 0 0 0,0-1 0 0 0,1 1-1 0 0,-1-1 1 0 0,0 1 0 0 0,0-1 0 0 0,0 1 0 0 0,0 0 0 0 0,1-1 0 0 0,-1 1 0 0 0,0-1 0 0 0,6-10 3 0 0,1 1 0 0 0,0 0-1 0 0,0 1 1 0 0,1-1 0 0 0,10-9 0 0 0,50-42 9 0 0,-38 36 2 0 0,263-224-60 0 0,-285 242 58 0 0,0 1 0 0 0,0-1 0 0 0,-1 0-1 0 0,0 0 1 0 0,-1-1 0 0 0,0 0 0 0 0,0 0 0 0 0,0-1-1 0 0,5-12 1 0 0,-11 21-12 0 0,0 0-1 0 0,0-1 0 0 0,0 1 1 0 0,0 0-1 0 0,0-1 0 0 0,1 1 1 0 0,-1 0-1 0 0,0-1 1 0 0,0 1-1 0 0,-1-1 0 0 0,1 1 1 0 0,0 0-1 0 0,0-1 0 0 0,0 1 1 0 0,0 0-1 0 0,0 0 0 0 0,0-1 1 0 0,0 1-1 0 0,0 0 0 0 0,-1-1 1 0 0,1 1-1 0 0,0 0 1 0 0,0-1-1 0 0,0 1 0 0 0,-1 0 1 0 0,1 0-1 0 0,0-1 0 0 0,0 1 1 0 0,-1 0-1 0 0,1 0 0 0 0,0 0 1 0 0,-1 0-1 0 0,1-1 1 0 0,0 1-1 0 0,0 0 0 0 0,-1 0 1 0 0,1 0-1 0 0,0 0 0 0 0,-1 0 1 0 0,1 0-1 0 0,0 0 0 0 0,-1 0 1 0 0,1 0-1 0 0,0 0 0 0 0,-1 0 1 0 0,1 0-1 0 0,0 0 1 0 0,-1 0-1 0 0,0 0 0 0 0,-14 1 21 0 0,15-1-22 0 0,-5 2 10 0 0,1-1-1 0 0,-1 1 1 0 0,1-1-1 0 0,0 1 1 0 0,0 1-1 0 0,0-1 0 0 0,0 0 1 0 0,0 1-1 0 0,0 0 1 0 0,1 0-1 0 0,-5 4 1 0 0,-33 41 153 0 0,37-43-142 0 0,-7 10 18 0 0,1 0-1 0 0,0 0 0 0 0,1 1 0 0 0,1 1 1 0 0,0-1-1 0 0,-6 24 0 0 0,11-33-16 0 0,1 0-1 0 0,0 1 0 0 0,1-1 1 0 0,0 1-1 0 0,0-1 0 0 0,0 1 1 0 0,1-1-1 0 0,0 1 0 0 0,1 0 1 0 0,0-1-1 0 0,0 1 1 0 0,0-1-1 0 0,1 0 0 0 0,0 1 1 0 0,1-1-1 0 0,0 0 0 0 0,6 12 1 0 0,-4-12 1 0 0,1 0 1 0 0,0 0 0 0 0,1-1 0 0 0,-1 0-1 0 0,1 0 1 0 0,1 0 0 0 0,-1-1-1 0 0,1 0 1 0 0,0-1 0 0 0,0 1 0 0 0,0-1-1 0 0,0-1 1 0 0,1 0 0 0 0,-1 0-1 0 0,10 1 1 0 0,4 1-917 0 0,36 4 0 0 0,17-6-5433 0 0,-53-4 1386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00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11 2360 0 0,'3'-10'16603'0'0,"-8"27"-15714"0"0,1 0 0 0 0,-4 29 0 0 0,-1 7-243 0 0,-6 13-361 0 0,-24 110-185 0 0,22-57-4675 0 0,15-74 368 0 0,6-17-1705 0 0,2-15 349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01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24 181 1980 0 0,'-23'-11'9908'0'0,"23"10"-9767"0"0,0 1 1 0 0,0 0-1 0 0,0-1 0 0 0,0 1 0 0 0,0-1 0 0 0,0 1 0 0 0,-1 0 1 0 0,1-1-1 0 0,0 1 0 0 0,0 0 0 0 0,0-1 0 0 0,0 1 0 0 0,0 0 0 0 0,0-1 1 0 0,1 0-1 0 0,14-10 1582 0 0,35-6-1967 0 0,-43 15 689 0 0,221-61 128 0 0,-129 36-1334 0 0,-33 10-1501 0 0,-2-4-4592 0 0,-52 17 2491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01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37 1560 0 0,'-54'-34'9968'0'0,"51"33"-9322"0"0,1 0-133 0 0,1 1-446 0 0,0-1 0 0 0,0 1-1 0 0,1 0 1 0 0,-1 0 0 0 0,0 0-1 0 0,0 0 1 0 0,0 0 0 0 0,0 0-1 0 0,0 0 1 0 0,1 0 0 0 0,-1 1 0 0 0,0-1-1 0 0,0 0 1 0 0,0 0 0 0 0,0 1-1 0 0,1-1 1 0 0,-1 0 0 0 0,0 1 0 0 0,0-1-1 0 0,1 1 1 0 0,-1-1 0 0 0,0 1-1 0 0,0-1 1 0 0,1 1 0 0 0,-1 0-1 0 0,1-1 1 0 0,-1 1 0 0 0,1 0 0 0 0,-1 0-1 0 0,1-1 1 0 0,-1 1 0 0 0,1 0-1 0 0,0 0 1 0 0,-1-1 0 0 0,1 1 0 0 0,0 0-1 0 0,0 0 1 0 0,-1 0 0 0 0,1 0-1 0 0,0 0 1 0 0,0 0 0 0 0,0 1-1 0 0,-3 22 594 0 0,1 0-1 0 0,1 1 0 0 0,2 34 0 0 0,1-5-313 0 0,-9 122 246 0 0,0-10-1543 0 0,11-56-2751 0 0,-3-102 2541 0 0,1 0-1 0 0,-1 0 1 0 0,1 0 0 0 0,1 0-1 0 0,5 12 1 0 0,0-6-3944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02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1420 0 0,'10'-15'2371'0'0,"-5"7"-1231"0"0,0 1 1 0 0,0 0-1 0 0,12-12 0 0 0,-14 16-835 0 0,0 1-1 0 0,0 0 0 0 0,0 0 0 0 0,0 0 0 0 0,1 0 0 0 0,-1 1 0 0 0,0-1 1 0 0,1 1-1 0 0,-1 0 0 0 0,1 0 0 0 0,-1 0 0 0 0,1 0 0 0 0,6 0 0 0 0,-2 1-42 0 0,0 0 0 0 0,1 1 0 0 0,-1-1 0 0 0,0 2 0 0 0,0-1 0 0 0,0 1 0 0 0,0 1 0 0 0,0-1 0 0 0,0 1 0 0 0,0 1 0 0 0,-1-1 0 0 0,0 1 0 0 0,1 1 0 0 0,-1-1 0 0 0,-1 1 0 0 0,9 8 0 0 0,-10-9-185 0 0,0 1 0 0 0,-1 0 0 0 0,1 0 0 0 0,-1 0-1 0 0,0 1 1 0 0,-1 0 0 0 0,1-1 0 0 0,-1 1 0 0 0,-1 0 0 0 0,1 1 0 0 0,-1-1 0 0 0,0 0 0 0 0,0 1 0 0 0,0-1-1 0 0,-1 1 1 0 0,0 0 0 0 0,-1-1 0 0 0,0 1 0 0 0,0 0 0 0 0,0 0 0 0 0,-2 9 0 0 0,-1-2-35 0 0,-1-1 1 0 0,0 0 0 0 0,-1 0-1 0 0,-1 0 1 0 0,0 0 0 0 0,0-1 0 0 0,-17 22-1 0 0,7-13-5 0 0,-1-1-1 0 0,-1 0 0 0 0,-25 21 0 0 0,28-28-11 0 0,0-2 0 0 0,0 0 0 0 0,-22 10 0 0 0,34-19-37 0 0,2-2 9 0 0,1 0 1 0 0,0-1 0 0 0,-1 1-1 0 0,1 0 1 0 0,0 0 0 0 0,-1 0-1 0 0,1 0 1 0 0,-1-1 0 0 0,1 1-1 0 0,0 0 1 0 0,0 0 0 0 0,-1-1-1 0 0,1 1 1 0 0,0 0 0 0 0,-1-1-1 0 0,1 1 1 0 0,0 0 0 0 0,0-1-1 0 0,0 1 1 0 0,-1 0 0 0 0,1-1-1 0 0,0 1 1 0 0,0 0 0 0 0,0-1-1 0 0,0 1 1 0 0,0-1 0 0 0,0 1-1 0 0,0 0 1 0 0,-1-2 0 0 0,5-7-24 0 0,0 1 1 0 0,1-1 0 0 0,0 1 0 0 0,0 0-1 0 0,0 0 1 0 0,1 0 0 0 0,12-12-1 0 0,57-48-136 0 0,-51 48 123 0 0,68-57-92 0 0,-30 27 100 0 0,66-71 0 0 0,-125 119 41 0 0,-1 0-6 0 0,-1 0 1 0 0,1 0-1 0 0,0 0 1 0 0,0 0 0 0 0,-1 0-1 0 0,1-1 1 0 0,-1 1-1 0 0,0 0 1 0 0,0-1 0 0 0,0 1-1 0 0,0-1 1 0 0,1-4-1 0 0,-3-4-2 0 0,1 11-2 0 0,0-1 0 0 0,-1 1 0 0 0,1-1 0 0 0,0 1 0 0 0,-1-1 0 0 0,1 1 1 0 0,-1 0-1 0 0,1-1 0 0 0,-1 1 0 0 0,1 0 0 0 0,-1-1 0 0 0,1 1 0 0 0,-1 0 0 0 0,1 0 0 0 0,-1 0 1 0 0,0-1-1 0 0,1 1 0 0 0,-1 0 0 0 0,1 0 0 0 0,-1 0 0 0 0,0 0 0 0 0,0 0 0 0 0,-5 0 8 0 0,1 1-1 0 0,-1 0 0 0 0,1-1 0 0 0,-1 2 0 0 0,1-1 1 0 0,-1 1-1 0 0,1 0 0 0 0,0 0 0 0 0,0 0 0 0 0,-1 1 1 0 0,2 0-1 0 0,-7 3 0 0 0,-9 9 112 0 0,-27 24 0 0 0,36-29-65 0 0,-10 9 39 0 0,0 1 1 0 0,2 1 0 0 0,0 1-1 0 0,1 0 1 0 0,2 1 0 0 0,0 1-1 0 0,2 1 1 0 0,0 0 0 0 0,2 1 0 0 0,1 0-1 0 0,-9 31 1 0 0,19-52-86 0 0,0-1 1 0 0,0 0-1 0 0,0 1 1 0 0,1 0-1 0 0,0-1 1 0 0,0 1-1 0 0,0-1 1 0 0,0 1-1 0 0,1-1 1 0 0,-1 1-1 0 0,1-1 1 0 0,1 1-1 0 0,-1-1 0 0 0,0 0 1 0 0,1 1-1 0 0,0-1 1 0 0,0 0-1 0 0,3 4 1 0 0,-1-3 1 0 0,0-1 0 0 0,0 1 0 0 0,0-1 0 0 0,1 0 0 0 0,-1 0-1 0 0,1-1 1 0 0,0 1 0 0 0,0-1 0 0 0,0 0 0 0 0,1 0 0 0 0,-1-1 0 0 0,1 0 0 0 0,7 3 0 0 0,19 3-1295 0 0,-1-1 0 0 0,1-1 0 0 0,63 2 0 0 0,98-12-6247 0 0,-161 2 2062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02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25 1508 0 0,'-4'-13'11827'0'0,"4"13"-11769"0"0,0-1 1 0 0,0 1-1 0 0,0-1 1 0 0,0 1-1 0 0,0-1 1 0 0,0 1-1 0 0,0-1 1 0 0,1 1-1 0 0,-1-1 1 0 0,0 1-1 0 0,0 0 1 0 0,0-1-1 0 0,0 1 1 0 0,1-1-1 0 0,-1 1 1 0 0,0-1-1 0 0,1 1 1 0 0,-1 0-1 0 0,0-1 1 0 0,0 1-1 0 0,1 0 1 0 0,-1-1-1 0 0,1 1 1 0 0,-1 0 0 0 0,0 0-1 0 0,1-1 1 0 0,-1 1-1 0 0,1 0 1 0 0,-1 0-1 0 0,1 0 1 0 0,-1-1-1 0 0,0 1 1 0 0,1 0-1 0 0,-1 0 1 0 0,1 0-1 0 0,-1 0 1 0 0,1 0-1 0 0,2 0 99 0 0,0 0-1 0 0,0 1 1 0 0,-1-1 0 0 0,1 1-1 0 0,0-1 1 0 0,-1 1-1 0 0,5 2 1 0 0,1 0 112 0 0,-1 0-1 0 0,0 1 1 0 0,-1 0-1 0 0,1 0 1 0 0,8 8-1 0 0,-11-8-113 0 0,1 1 0 0 0,-1 0-1 0 0,0 0 1 0 0,-1 1-1 0 0,1-1 1 0 0,-1 1 0 0 0,0 0-1 0 0,0 0 1 0 0,-1 0-1 0 0,0 0 1 0 0,0 1 0 0 0,1 6-1 0 0,-1-3-10 0 0,-1-1 1 0 0,-1 1-1 0 0,0-1 0 0 0,0 0 0 0 0,-1 1 0 0 0,0-1 0 0 0,-4 16 0 0 0,-3 0 71 0 0,-1 0 0 0 0,-1-1 0 0 0,-2 0-1 0 0,0 0 1 0 0,-18 24 0 0 0,-85 116 663 0 0,113-162-872 0 0,4 2 27 0 0,-2-4-33 0 0,0 0 0 0 0,0 1-1 0 0,0-1 1 0 0,0 0 0 0 0,0 0 0 0 0,0 1-1 0 0,0-1 1 0 0,1 0 0 0 0,-1 0-1 0 0,0 1 1 0 0,0-1 0 0 0,0 0 0 0 0,0 0-1 0 0,0 0 1 0 0,0 1 0 0 0,0-1-1 0 0,1 0 1 0 0,-1 0 0 0 0,0 0-1 0 0,0 1 1 0 0,0-1 0 0 0,1 0 0 0 0,-1 0-1 0 0,0 0 1 0 0,0 0 0 0 0,0 1-1 0 0,1-1 1 0 0,-1 0 0 0 0,0 0 0 0 0,0 0-1 0 0,1 0 1 0 0,-1 0 0 0 0,0 0-1 0 0,0 0 1 0 0,1 0 0 0 0,-1 0 0 0 0,0 0-1 0 0,0 0 1 0 0,1 0 0 0 0,-1 0-1 0 0,0 0 1 0 0,0 0 0 0 0,1 0-1 0 0,-1 0 1 0 0,27-6-663 0 0,-1-1 0 0 0,0-1 0 0 0,49-23 1 0 0,74-47-3767 0 0,19-18-3948 0 0,-108 60 2460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02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115 109 2692 0 0,'-51'-18'10166'0'0,"-1"7"-3763"0"0,50 11-5824 0 0,-8-2 405 0 0,17-4-286 0 0,19-3-337 0 0,192-27-686 0 0,-73 18-4956 0 0,-81 10-236 0 0,-36 7-2839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02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42 1204 0 0,'-132'76'17844'0'0,"124"-69"-16732"0"0,8-7-1084 0 0,0 1 0 0 0,0-1 0 0 0,0 0 0 0 0,1 1 0 0 0,-1-1 0 0 0,0 0 0 0 0,0 1 0 0 0,1-1 0 0 0,-1 0 1 0 0,0 1-1 0 0,0-1 0 0 0,1 0 0 0 0,-1 0 0 0 0,0 1 0 0 0,0-1 0 0 0,1 0 0 0 0,-1 0 0 0 0,0 0 0 0 0,1 1 0 0 0,-1-1 1 0 0,0 0-1 0 0,1 0 0 0 0,-1 0 0 0 0,1 0 0 0 0,-1 0 0 0 0,0 0 0 0 0,1 0 0 0 0,-1 0 0 0 0,0 0 0 0 0,1 0 0 0 0,-1 0 1 0 0,1 0-1 0 0,-1 0 0 0 0,0 0 0 0 0,1 0 0 0 0,-1 0 0 0 0,0 0 0 0 0,1 0 0 0 0,-1-1 0 0 0,56-3-341 0 0,-1-2 0 0 0,0-2 0 0 0,60-18 0 0 0,15-11-4582 0 0,-46 4-2422 0 0,-54 17 1902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03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206 110 1272 0 0,'10'-20'6892'0'0,"-1"0"0"0"0,10-30 1339 0 0,-19 31-3609 0 0,-7 66-3700 0 0,-30 162 3014 0 0,-108 304-3936 0 0,90-322-7503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07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21 102 1220 0 0,'-2'-3'1712'0'0,"0"0"-1140"0"0,-1-1 1 0 0,1 0 0 0 0,0 0 0 0 0,0 0-1 0 0,1 0 1 0 0,-1 0 0 0 0,1 0 0 0 0,0 0-1 0 0,-1-7 1 0 0,2 9-474 0 0,0 0 0 0 0,0 0 0 0 0,0 0 0 0 0,0 1 0 0 0,0-1 0 0 0,0 0 0 0 0,1 0 0 0 0,-1 0 0 0 0,1 0 0 0 0,-1 1 0 0 0,1-1 0 0 0,0 0 0 0 0,-1 1 0 0 0,1-1 0 0 0,0 0 0 0 0,0 1 0 0 0,0-1 0 0 0,1 1 0 0 0,-1-1 0 0 0,0 1 0 0 0,0 0 0 0 0,1-1 0 0 0,-1 1-1 0 0,1 0 1 0 0,-1 0 0 0 0,1 0 0 0 0,2-1 0 0 0,1 0 8 0 0,1 1 0 0 0,-1-1 1 0 0,1 1-1 0 0,0 0 0 0 0,-1 1 0 0 0,1 0 0 0 0,0 0 0 0 0,0 0 0 0 0,0 0 0 0 0,-1 1 0 0 0,1 0 0 0 0,0 0 0 0 0,-1 0 0 0 0,1 1 0 0 0,-1 0 0 0 0,1 0 0 0 0,7 5 0 0 0,-6-4-37 0 0,1 1-1 0 0,-2 0 0 0 0,1 0 1 0 0,0 0-1 0 0,-1 1 1 0 0,0 0-1 0 0,0 1 0 0 0,0-1 1 0 0,-1 1-1 0 0,1 0 1 0 0,-2 0-1 0 0,9 13 0 0 0,-10-11-25 0 0,0 0 0 0 0,-1 1-1 0 0,0-1 1 0 0,0 1 0 0 0,-1-1-1 0 0,0 1 1 0 0,0 0 0 0 0,-1-1 0 0 0,0 1-1 0 0,-1 0 1 0 0,1-1 0 0 0,-2 1-1 0 0,1-1 1 0 0,-1 1 0 0 0,-1-1-1 0 0,-3 9 1 0 0,-7 14 87 0 0,-1-1 0 0 0,-32 51 0 0 0,32-58-53 0 0,11-18-38 0 0,-6 11 69 0 0,17-23-75 0 0,42-46-36 0 0,3-4-22 0 0,61-84 1 0 0,-91 111 102 0 0,-17 22 164 0 0,1 0 0 0 0,-1-1 0 0 0,-1 0 0 0 0,6-9 0 0 0,-11 17-236 0 0,0 1 0 0 0,1 0 0 0 0,-1-1 0 0 0,0 1 0 0 0,0-1 0 0 0,1 1 0 0 0,-1-1 0 0 0,0 1 0 0 0,0 0 0 0 0,0-1 1 0 0,1 1-1 0 0,-1-1 0 0 0,0 1 0 0 0,0-1 0 0 0,0 1 0 0 0,0-1 0 0 0,0 1 0 0 0,0-1 0 0 0,0 1 0 0 0,0-1 0 0 0,0 1 0 0 0,0-1 0 0 0,0 1 0 0 0,-1-1 0 0 0,1 1 0 0 0,0-1 0 0 0,0 1 1 0 0,0 0-1 0 0,-1-1 0 0 0,1 1 0 0 0,0-1 0 0 0,0 1 0 0 0,-1 0 0 0 0,1-1 0 0 0,0 1 0 0 0,-1-1 0 0 0,1 1 0 0 0,-1 0 0 0 0,1 0 0 0 0,0-1 0 0 0,-1 1 0 0 0,1 0 0 0 0,-1 0 0 0 0,1-1 1 0 0,-1 1-1 0 0,1 0 0 0 0,-1 0 0 0 0,0 0 0 0 0,0 0-2 0 0,-1 0 1 0 0,0 0 0 0 0,1 0 0 0 0,-1 0-1 0 0,1 0 1 0 0,-1 0 0 0 0,0 1 0 0 0,1-1-1 0 0,-1 0 1 0 0,1 1 0 0 0,-3 1 0 0 0,-5 4 8 0 0,0 0 1 0 0,1 1 0 0 0,-1 0 0 0 0,2 0-1 0 0,-1 1 1 0 0,1 0 0 0 0,-11 16 0 0 0,1 1 19 0 0,-19 40 1 0 0,29-49-7 0 0,0 0 0 0 0,0 1 0 0 0,2-1-1 0 0,0 1 1 0 0,1 0 0 0 0,1 0 0 0 0,-3 27 0 0 0,6-35-212 0 0,0-1-1 0 0,0 0 1 0 0,1 0 0 0 0,0 0 0 0 0,0 0 0 0 0,0 0-1 0 0,1 0 1 0 0,1 0 0 0 0,-1 0 0 0 0,1-1 0 0 0,1 1-1 0 0,-1-1 1 0 0,1 0 0 0 0,0 0 0 0 0,1 0 0 0 0,0-1-1 0 0,0 1 1 0 0,7 6 0 0 0,-7-9-393 0 0,0 0 1 0 0,0 0-1 0 0,1-1 0 0 0,-1 0 0 0 0,1 0 1 0 0,0 0-1 0 0,0 0 0 0 0,0-1 0 0 0,0 0 1 0 0,0-1-1 0 0,1 1 0 0 0,-1-1 1 0 0,7 0-1 0 0,8 2-3171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07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10 2028 0 0,'24'-10'13512'0'0,"-24"20"-12341"0"0,-16 45 577 0 0,-28 111-826 0 0,37-133-4115 0 0,-3 46 1 0 0,12-48-2599 0 0,0-19 990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07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1 229 1572 0 0,'0'-3'2148'0'0,"8"-57"6306"0"0,-7 58-8339 0 0,0 0 0 0 0,0-1 0 0 0,0 1-1 0 0,0 0 1 0 0,1 0 0 0 0,-1 0 0 0 0,1 0 0 0 0,-1 0 0 0 0,1 1 0 0 0,0-1 0 0 0,0 0 0 0 0,2-1 0 0 0,27-19 399 0 0,-29 20-487 0 0,32-19 123 0 0,70-33 0 0 0,-74 41-2318 0 0,35-9 1 0 0,-43 18-2179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07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28 1556 0 0,'-2'2'314'0'0,"-62"90"9375"0"0,64-91-9601 0 0,-1 0-1 0 0,0 0 1 0 0,0 1-1 0 0,1-1 1 0 0,-1 0 0 0 0,1 0-1 0 0,-1 1 1 0 0,1-1-1 0 0,-1 0 1 0 0,1 1 0 0 0,0-1-1 0 0,-1 1 1 0 0,1-1-1 0 0,0 0 1 0 0,0 1 0 0 0,0-1-1 0 0,0 1 1 0 0,1-1-1 0 0,-1 0 1 0 0,0 2-1 0 0,1-2-44 0 0,0 0-1 0 0,-1-1 1 0 0,1 1-1 0 0,0 0 1 0 0,-1-1-1 0 0,1 1 0 0 0,0 0 1 0 0,0-1-1 0 0,0 1 1 0 0,0-1-1 0 0,-1 1 0 0 0,1-1 1 0 0,0 0-1 0 0,0 1 1 0 0,0-1-1 0 0,0 0 0 0 0,0 0 1 0 0,0 1-1 0 0,0-1 1 0 0,0 0-1 0 0,1 0 0 0 0,6 0 28 0 0,1-1 0 0 0,-1 0 0 0 0,0 0-1 0 0,1-1 1 0 0,9-2 0 0 0,35-13-1600 0 0,76-35-1 0 0,-15-7-4138 0 0,-74 36 2053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08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72 2100 0 0,'0'-9'8672'0'0,"-3"11"-8403"0"0,0 1 0 0 0,0 1 0 0 0,1-1 1 0 0,-1 0-1 0 0,1 1 0 0 0,0-1 0 0 0,0 1 0 0 0,0-1 0 0 0,0 1 0 0 0,1 0 0 0 0,0 0 0 0 0,-2 5 0 0 0,-10 55 1647 0 0,10-47-1697 0 0,1-1-1 0 0,1 1 0 0 0,0 0 1 0 0,1 0-1 0 0,1 0 1 0 0,1 0-1 0 0,4 20 1 0 0,-4-32-199 0 0,-1 1 0 0 0,1-1 1 0 0,0 0-1 0 0,0 0 0 0 0,0 0 0 0 0,0 0 1 0 0,1 0-1 0 0,0-1 0 0 0,0 1 0 0 0,1-1 1 0 0,-1 0-1 0 0,1 0 0 0 0,0 0 0 0 0,0 0 1 0 0,0 0-1 0 0,0-1 0 0 0,1 0 1 0 0,-1 0-1 0 0,1 0 0 0 0,0-1 0 0 0,0 1 1 0 0,0-1-1 0 0,0 0 0 0 0,0-1 0 0 0,1 1 1 0 0,5 0-1 0 0,-1 0-3 0 0,-1-2 0 0 0,1 1 0 0 0,0-1 0 0 0,-1 0 0 0 0,1-1 0 0 0,0 0 0 0 0,-1-1 0 0 0,1 0 0 0 0,-1 0 1 0 0,1-1-1 0 0,-1 0 0 0 0,0-1 0 0 0,0 0 0 0 0,-1 0 0 0 0,1-1 0 0 0,-1 0 0 0 0,0-1 0 0 0,0 0 0 0 0,-1 0 0 0 0,1 0 0 0 0,-1-1 0 0 0,-1 0 0 0 0,0-1 0 0 0,0 1 0 0 0,0-1 0 0 0,-1 0 0 0 0,0-1 0 0 0,0 1 0 0 0,-1-1 0 0 0,0 0 1 0 0,-1 0-1 0 0,0 0 0 0 0,0-1 0 0 0,1-9 0 0 0,-2 9 23 0 0,-1-1 1 0 0,0 1 0 0 0,-1 0 0 0 0,0 0 0 0 0,-1-1-1 0 0,0 1 1 0 0,0 0 0 0 0,-1 0 0 0 0,0 0-1 0 0,-1 0 1 0 0,0 0 0 0 0,-1 0 0 0 0,0 1-1 0 0,-6-10 1 0 0,7 12-24 0 0,-1 1 0 0 0,-1 0 0 0 0,1 1-1 0 0,-1-1 1 0 0,0 1 0 0 0,0-1 0 0 0,-1 1 0 0 0,0 1 0 0 0,1-1 0 0 0,-2 1 0 0 0,1 0-1 0 0,0 1 1 0 0,-1-1 0 0 0,0 1 0 0 0,1 1 0 0 0,-1-1 0 0 0,0 1 0 0 0,-1 0-1 0 0,1 1 1 0 0,-9-2 0 0 0,7 2-80 0 0,0 1 1 0 0,0 0-1 0 0,1 0 0 0 0,-1 1 0 0 0,0 0 1 0 0,0 0-1 0 0,1 1 0 0 0,-1 0 0 0 0,1 0 1 0 0,-1 1-1 0 0,1 1 0 0 0,0-1 0 0 0,0 1 1 0 0,0 0-1 0 0,-13 11 0 0 0,15-10-442 0 0,0 1 1 0 0,0 0-1 0 0,0 0 1 0 0,0 1-1 0 0,1 0 1 0 0,0 0-1 0 0,1 0 0 0 0,0 1 1 0 0,0-1-1 0 0,-4 12 1 0 0,0 7-3878 0 0,0 1-2321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08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0 728 0 0,'5'1'750'0'0,"16"7"6681"0"0,-21-8-7273 0 0,1 1 1 0 0,-1-1 0 0 0,1 1 0 0 0,-1 0-1 0 0,1-1 1 0 0,-1 1 0 0 0,1 0 0 0 0,-1 0-1 0 0,1-1 1 0 0,-1 1 0 0 0,0 0-1 0 0,0 0 1 0 0,1 0 0 0 0,-1 0 0 0 0,0-1-1 0 0,0 1 1 0 0,0 0 0 0 0,0 0 0 0 0,0 0-1 0 0,0 0 1 0 0,0-1 0 0 0,0 1 0 0 0,0 0-1 0 0,0 0 1 0 0,-1 0 0 0 0,1 0-1 0 0,-1 1 1 0 0,-9 26 586 0 0,-1 0 0 0 0,-2-1-1 0 0,-30 48 1 0 0,10-19-430 0 0,-36 75-1177 0 0,27-42-5052 0 0,36-73 2716 0 0,2-2-1071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09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99 2300 0 0,'5'-8'532'0'0,"0"1"0"0"0,0 0 0 0 0,1 0 0 0 0,0 0 0 0 0,0 1 0 0 0,1 0 0 0 0,0 0-1 0 0,0 0 1 0 0,0 1 0 0 0,1 0 0 0 0,-1 1 0 0 0,1 0 0 0 0,0 0 0 0 0,1 0 0 0 0,-1 1 0 0 0,13-3 0 0 0,-16 5-402 0 0,0 0 1 0 0,1 0-1 0 0,-1 1 1 0 0,0-1-1 0 0,1 1 1 0 0,-1 1-1 0 0,1-1 1 0 0,-1 1-1 0 0,0 0 1 0 0,0 0-1 0 0,1 0 1 0 0,-1 1-1 0 0,0-1 1 0 0,0 1-1 0 0,0 1 1 0 0,0-1-1 0 0,-1 1 1 0 0,1-1-1 0 0,-1 1 1 0 0,0 1-1 0 0,1-1 1 0 0,-1 1-1 0 0,-1-1 1 0 0,1 1-1 0 0,0 0 1 0 0,-1 1-1 0 0,0-1 1 0 0,4 7-1 0 0,-4-4-17 0 0,1 0-1 0 0,-1 0 1 0 0,0 0 0 0 0,-1 0-1 0 0,1 1 1 0 0,-1-1-1 0 0,-1 1 1 0 0,0 0-1 0 0,0-1 1 0 0,0 1-1 0 0,-1 12 1 0 0,-2-7-10 0 0,1 0 0 0 0,-2 0 0 0 0,0 0 0 0 0,0-1 0 0 0,-1 1 0 0 0,-7 15-1 0 0,-5 2 21 0 0,0-1-1 0 0,-2-1 1 0 0,-1 0-1 0 0,-32 36 0 0 0,10-18 211 0 0,-1-1 0 0 0,-55 44-1 0 0,84-80-158 0 0,20-17-61 0 0,20-19-32 0 0,380-352 43 0 0,-345 314-128 0 0,-54 56 16 0 0,0-1 0 0 0,-1 0 1 0 0,-1 0-1 0 0,0 0 0 0 0,6-13 1 0 0,-12 22-11 0 0,1 1 0 0 0,-1 0 0 0 0,0-1 0 0 0,0 1 0 0 0,1-1 0 0 0,-1 1 0 0 0,0-1 0 0 0,0 1 0 0 0,0-1 0 0 0,0 1-1 0 0,0-1 1 0 0,0 1 0 0 0,0-1 0 0 0,0 1 0 0 0,0-1 0 0 0,0 1 0 0 0,0-1 0 0 0,0 1 0 0 0,0-1 0 0 0,0 1 0 0 0,0-1 0 0 0,0 1 0 0 0,0-1 0 0 0,-1 1 0 0 0,1-1 0 0 0,0 1 0 0 0,0 0 0 0 0,0-1 0 0 0,-1 1 0 0 0,1-1 0 0 0,0 1 0 0 0,-1 0 0 0 0,1-1 0 0 0,0 1 0 0 0,-1 0 0 0 0,1-1 0 0 0,-1 1 0 0 0,1 0 0 0 0,-1-1 0 0 0,1 1 0 0 0,0 0 0 0 0,-1 0 0 0 0,1 0 0 0 0,-1-1 0 0 0,1 1 0 0 0,-1 0 0 0 0,0 0 0 0 0,-1 0 9 0 0,0 0 0 0 0,0 0 0 0 0,0 0 0 0 0,0 0 0 0 0,0 0 0 0 0,0 0 0 0 0,0 1 0 0 0,0-1 0 0 0,-2 1 0 0 0,-6 4 53 0 0,-1 1-1 0 0,1 0 1 0 0,1 0 0 0 0,-1 1-1 0 0,1 0 1 0 0,0 0 0 0 0,1 1-1 0 0,-15 17 1 0 0,2 1 174 0 0,-30 51 0 0 0,46-68-218 0 0,1-1 0 0 0,-1 1 1 0 0,1 0-1 0 0,1 0 0 0 0,0 1 1 0 0,0-1-1 0 0,-2 18 0 0 0,5-23-15 0 0,-1 1-1 0 0,1-1 1 0 0,0 1-1 0 0,0-1 1 0 0,1 1 0 0 0,-1-1-1 0 0,1 1 1 0 0,0-1-1 0 0,0 1 1 0 0,1-1 0 0 0,-1 0-1 0 0,1 0 1 0 0,0 0-1 0 0,0 0 1 0 0,0 0 0 0 0,1 0-1 0 0,-1 0 1 0 0,1-1-1 0 0,3 4 1 0 0,2 0-268 0 0,1 0 0 0 0,0 0 0 0 0,0-1-1 0 0,0 0 1 0 0,1-1 0 0 0,-1 0 0 0 0,1 0 0 0 0,1-1 0 0 0,17 5 0 0 0,11 0-1897 0 0,53 5 0 0 0,-75-12 1545 0 0,83 8-5218 0 0,-45-7 758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09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15 616 0 0,'-4'-1'2480'0'0,"-71"-13"7960"0"0,72 14-9791 0 0,0 0-117 0 0,-11 0-98 0 0,10 0 315 0 0,3 15 251 0 0,6 0-629 0 0,-2-8-170 0 0,0 1-1 0 0,0-1 1 0 0,-1 1-1 0 0,0 0 1 0 0,-1 0-1 0 0,1-1 1 0 0,-1 1-1 0 0,-1 0 1 0 0,0 1 0 0 0,0-1-1 0 0,0 0 1 0 0,-1 0-1 0 0,0-1 1 0 0,-3 10-1 0 0,-1-3 23 0 0,0 0 0 0 0,-1-1 0 0 0,-1 1 0 0 0,0-1 0 0 0,-16 21 0 0 0,-52 55 877 0 0,-1 0-368 0 0,70-82-700 0 0,-13 15 157 0 0,17-19-125 0 0,2-3-63 0 0,1 1 1 0 0,-1-1 0 0 0,0 1-1 0 0,0-1 1 0 0,1 1 0 0 0,-1-1-1 0 0,0 1 1 0 0,1-1 0 0 0,-1 0 0 0 0,1 1-1 0 0,-1-1 1 0 0,0 0 0 0 0,1 1-1 0 0,-1-1 1 0 0,1 0 0 0 0,-1 0-1 0 0,1 1 1 0 0,-1-1 0 0 0,1 0 0 0 0,-1 0-1 0 0,1 0 1 0 0,-1 0 0 0 0,1 1-1 0 0,-1-1 1 0 0,1 0 0 0 0,-1 0-1 0 0,1 0 1 0 0,0 0 0 0 0,-1 0 0 0 0,1 0-1 0 0,-1-1 1 0 0,1 1 0 0 0,-1 0-1 0 0,1 0 1 0 0,0-1 0 0 0,20-3 19 0 0,-20 4-19 0 0,33-11-486 0 0,-1-1-1 0 0,54-28 0 0 0,58-44-3453 0 0,-99 57 2617 0 0,127-82-7445 0 0,-109 71 2831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09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106 141 2200 0 0,'-90'-22'13865'0'0,"88"21"-12942"0"0,-1 1-154 0 0,3 0-725 0 0,-1 0 0 0 0,1 0 0 0 0,0 0 1 0 0,-1 0-1 0 0,1 0 0 0 0,0 0 0 0 0,-1 0 0 0 0,1 0 1 0 0,-1 0-1 0 0,1 0 0 0 0,0 0 0 0 0,-1 0 0 0 0,1 0 0 0 0,0 0 1 0 0,0-1-1 0 0,-1 1 0 0 0,1 0 0 0 0,0 0 0 0 0,-1 0 1 0 0,1 0-1 0 0,0-1 0 0 0,0 1 0 0 0,-1 0 0 0 0,1 0 0 0 0,0-1 1 0 0,0 1-1 0 0,-1 0 0 0 0,1 0 0 0 0,0-1 0 0 0,0 1 0 0 0,0 0 1 0 0,0-1-1 0 0,-1 1 0 0 0,1 0 0 0 0,0-1 0 0 0,0 1 1 0 0,0 0-1 0 0,0-1 0 0 0,0 1 0 0 0,0 0 0 0 0,0-1 0 0 0,0 1 1 0 0,15-10 530 0 0,29-3-381 0 0,-44 13-191 0 0,201-46-881 0 0,-122 28-2628 0 0,-1 0-4181 0 0,-58 14 1733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09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27 1480 0 0,'-38'24'4863'0'0,"-46"30"5688"0"0,82-52-9849 0 0,3-1-652 0 0,-1-1 0 0 0,0 1 0 0 0,0-1 0 0 0,1 1 0 0 0,-1-1 0 0 0,1 1 0 0 0,-1-1 0 0 0,0 1 0 0 0,1-1 0 0 0,-1 1 0 0 0,1-1 0 0 0,-1 0 0 0 0,1 1 0 0 0,-1-1 0 0 0,1 0 0 0 0,-1 1 1 0 0,1-1-1 0 0,-1 0 0 0 0,1 0 0 0 0,0 1 0 0 0,-1-1 0 0 0,1 0 0 0 0,-1 0 0 0 0,1 0 0 0 0,-1 0 0 0 0,1 0 0 0 0,1 0 0 0 0,17 1 205 0 0,-18-1-233 0 0,42-3-747 0 0,-1-2 0 0 0,0-2 1 0 0,0-2-1 0 0,55-19 0 0 0,37-18-6788 0 0,-90 27 1780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10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99 107 84 0 0,'53'-107'25508'0'0,"-53"108"-25324"0"0,1 0-1 0 0,0 0 0 0 0,-1 0 0 0 0,1-1 0 0 0,-1 1 0 0 0,1 0 1 0 0,-1 0-1 0 0,1 0 0 0 0,-1 0 0 0 0,0 0 0 0 0,0 0 0 0 0,1 0 1 0 0,-1 0-1 0 0,0 1 0 0 0,-13 226 2987 0 0,-39 120-3432 0 0,12-166-5158 0 0,4-62-6536 0 0,20-68 488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11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45 146 1008 0 0,'-6'-6'1239'0'0,"1"0"1"0"0,0 0-1 0 0,0 0 0 0 0,1 0 0 0 0,-7-12 0 0 0,9 15-1051 0 0,1 0-1 0 0,0 1 1 0 0,0-1-1 0 0,0 0 0 0 0,1 0 1 0 0,-1 0-1 0 0,0 0 0 0 0,1 0 1 0 0,0 0-1 0 0,0 0 1 0 0,0 0-1 0 0,0 0 0 0 0,0 0 1 0 0,1 0-1 0 0,-1 0 1 0 0,1 0-1 0 0,0 0 0 0 0,1-3 1 0 0,-1 3-133 0 0,1 1 0 0 0,-1 0 0 0 0,1-1 0 0 0,0 1 0 0 0,-1 0 0 0 0,1 0 0 0 0,0 0 0 0 0,0 0 0 0 0,0 0 0 0 0,1 1 0 0 0,-1-1-1 0 0,0 1 1 0 0,1-1 0 0 0,-1 1 0 0 0,1 0 0 0 0,-1 0 0 0 0,1 0 0 0 0,-1 0 0 0 0,1 0 0 0 0,4 0 0 0 0,3 0 171 0 0,0-1-1 0 0,0 2 1 0 0,20 0-1 0 0,-17 1-99 0 0,1 1 0 0 0,0 1 0 0 0,-1 0 0 0 0,0 0 0 0 0,1 1 0 0 0,-1 1 0 0 0,-1 1 0 0 0,1-1 0 0 0,12 10 1 0 0,-16-10-65 0 0,0 0 0 0 0,-1 1 0 0 0,0 0 0 0 0,-1 1 0 0 0,1 0 0 0 0,-1 0 0 0 0,0 1 0 0 0,-1 0 0 0 0,0 0 0 0 0,0 0 0 0 0,-1 1 0 0 0,0-1 0 0 0,4 12 0 0 0,-6-11-30 0 0,-1-1-1 0 0,0 1 0 0 0,0 0 1 0 0,-1 0-1 0 0,0 0 0 0 0,-1 1 0 0 0,0-1 1 0 0,0 0-1 0 0,-2 9 0 0 0,-1-3 12 0 0,0-1 0 0 0,0 1-1 0 0,-2-1 1 0 0,-10 24 0 0 0,-8 23 154 0 0,23-59-200 0 0,8-16-111 0 0,-4 7 106 0 0,209-310-11 0 0,-200 300 246 0 0,-11 15-155 0 0,-4 4-21 0 0,-16 28 32 0 0,-4 11 44 0 0,10-18-26 0 0,0 0 1 0 0,1 1 0 0 0,1 0 0 0 0,-11 45 0 0 0,20-65-90 0 0,1 0-1 0 0,-1 0 1 0 0,1 0 0 0 0,-1 0 0 0 0,1 0 0 0 0,1 0 0 0 0,-1 0 0 0 0,0 0 0 0 0,1 0 0 0 0,0 0 0 0 0,0 0 0 0 0,0-1 0 0 0,1 1 0 0 0,-1 0-1 0 0,1 0 1 0 0,0-1 0 0 0,0 1 0 0 0,0-1 0 0 0,0 1 0 0 0,0-1 0 0 0,1 0 0 0 0,5 5 0 0 0,-1-3-110 0 0,0 0-1 0 0,0 0 1 0 0,0-1 0 0 0,0 0 0 0 0,1-1-1 0 0,0 0 1 0 0,-1 0 0 0 0,1 0-1 0 0,0-1 1 0 0,10 1 0 0 0,101 13-4233 0 0,-40-11-1400 0 0,-45-4 1166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11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41 240 0 0,'9'-11'8271'0'0,"-9"-4"-2117"0"0,3 5-3308 0 0,-2 10-2817 0 0,0-1 0 0 0,0 1 1 0 0,0-1-1 0 0,0 1 1 0 0,0-1-1 0 0,0 1 1 0 0,0 0-1 0 0,0-1 0 0 0,0 1 1 0 0,0 0-1 0 0,0 0 1 0 0,0 0-1 0 0,0-1 1 0 0,0 1-1 0 0,0 0 0 0 0,0 1 1 0 0,0-1-1 0 0,0 0 1 0 0,0 0-1 0 0,0 0 1 0 0,0 1-1 0 0,0-1 0 0 0,0 0 1 0 0,-1 1-1 0 0,2 0 1 0 0,1-1 6 0 0,0 1 1 0 0,0 0 0 0 0,0 0 0 0 0,-1 1 0 0 0,1-1-1 0 0,-1 0 1 0 0,1 1 0 0 0,-1 0 0 0 0,1-1-1 0 0,-1 1 1 0 0,0 0 0 0 0,0 0 0 0 0,0 0-1 0 0,0 1 1 0 0,0-1 0 0 0,0 0 0 0 0,-1 1 0 0 0,1-1-1 0 0,-1 1 1 0 0,0 0 0 0 0,1-1 0 0 0,0 6-1 0 0,-1-3 44 0 0,0-1 0 0 0,-1 1 0 0 0,1-1 0 0 0,-1 1-1 0 0,0-1 1 0 0,-1 1 0 0 0,1 0 0 0 0,-1-1 0 0 0,0 1-1 0 0,0-1 1 0 0,0 1 0 0 0,-1-1 0 0 0,1 0 0 0 0,-4 6 0 0 0,-6 9 185 0 0,0 0 0 0 0,-1-1 0 0 0,-24 28 1 0 0,-51 45 336 0 0,72-77-524 0 0,1-1-19 0 0,10-10-50 0 0,0 1 0 0 0,0-1 0 0 0,1 1 0 0 0,-1 0 0 0 0,1 0-1 0 0,-5 8 1 0 0,8-12-7 0 0,0 0-1 0 0,-1 0 0 0 0,1 1 0 0 0,0-1 1 0 0,0 0-1 0 0,0 0 0 0 0,0 1 0 0 0,0-1 1 0 0,0 0-1 0 0,0 0 0 0 0,0 1 0 0 0,0-1 1 0 0,0 0-1 0 0,0 1 0 0 0,0-1 0 0 0,0 0 1 0 0,0 0-1 0 0,0 1 0 0 0,0-1 1 0 0,0 0-1 0 0,0 0 0 0 0,1 1 0 0 0,-1-1 1 0 0,0 0-1 0 0,0 0 0 0 0,0 1 0 0 0,0-1 1 0 0,1 0-1 0 0,-1 0 0 0 0,0 0 0 0 0,0 1 1 0 0,0-1-1 0 0,1 0 0 0 0,-1 0 0 0 0,0 0 1 0 0,0 0-1 0 0,0 0 0 0 0,1 1 0 0 0,-1-1 1 0 0,0 0-1 0 0,0 0 0 0 0,1 0 0 0 0,-1 0 1 0 0,0 0-1 0 0,1 0 0 0 0,-1 0 0 0 0,0 0 1 0 0,0 0-1 0 0,1 0 0 0 0,-1 0 1 0 0,0 0-1 0 0,0 0 0 0 0,1 0 0 0 0,-1 0 1 0 0,0 0-1 0 0,1 0 0 0 0,-1 0 0 0 0,0-1 1 0 0,18-1 10 0 0,-18 2-13 0 0,78-23-1307 0 0,-1-3 1 0 0,98-47 0 0 0,-150 61 413 0 0,94-43-3092 0 0,-43 15-1520 0 0,-35 15-49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11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36 109 912 0 0,'-16'-31'12652'0'0,"9"24"-11406"0"0,1-1 868 0 0,0 0-399 0 0,6 7-1702 0 0,0 1-1 0 0,1-1 0 0 0,-1 1 1 0 0,0-1-1 0 0,0 1 0 0 0,1-1 1 0 0,-1 1-1 0 0,0 0 0 0 0,1-1 1 0 0,-1 1-1 0 0,1 0 1 0 0,-1-1-1 0 0,1 1 0 0 0,-1 0 1 0 0,0-1-1 0 0,1 1 0 0 0,-1 0 1 0 0,1 0-1 0 0,-1 0 1 0 0,1-1-1 0 0,-1 1 0 0 0,1 0 1 0 0,0 0-1 0 0,-1 0 0 0 0,1 0 1 0 0,0 0-1 0 0,116-27-995 0 0,-78 20-1999 0 0,46-2 0 0 0,-50 5-2172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11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0 2036 0 0,'-90'86'11990'0'0,"69"-65"-9846"0"0,22-19-1910 0 0,-1-1-224 0 0,0-1 0 0 0,1 1 0 0 0,-1 0 0 0 0,0-1 0 0 0,1 1 0 0 0,-1-1 0 0 0,0 1 0 0 0,1-1 0 0 0,-1 1 0 0 0,1-1 0 0 0,-1 1-1 0 0,0-1 1 0 0,1 1 0 0 0,-1-1 0 0 0,1 1 0 0 0,0-1 0 0 0,-1 0 0 0 0,1 1 0 0 0,-1-1 0 0 0,1 0 0 0 0,0 0 0 0 0,-1 1 0 0 0,2-1 0 0 0,39-2-654 0 0,80-13 1 0 0,44-20-3083 0 0,-152 32 3371 0 0,104-28-4652 0 0,-56 12 1143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12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54 76 0 0,'0'-2'2692'0'0,"0"1"-2404"0"0,1 0-1 0 0,-1 0 0 0 0,0 0 0 0 0,0 0 1 0 0,0 0-1 0 0,0 0 0 0 0,0 0 0 0 0,0 1 1 0 0,0-1-1 0 0,0 0 0 0 0,0 0 1 0 0,-1 0-1 0 0,1 0 0 0 0,0 0 0 0 0,0 0 1 0 0,-1 1-1 0 0,1-1 0 0 0,-1 0 1 0 0,1 0-1 0 0,-1 1 0 0 0,0-2 0 0 0,1 2-93 0 0,-1-1-1 0 0,0 1 1 0 0,1 0-1 0 0,-1-1 1 0 0,0 1-1 0 0,0 0 1 0 0,1 0-1 0 0,-1 0 1 0 0,0 0-1 0 0,0-1 1 0 0,1 1-1 0 0,-1 0 1 0 0,0 0-1 0 0,0 0 1 0 0,0 1-1 0 0,1-1 1 0 0,-1 0 0 0 0,0 0-1 0 0,-1 1 1 0 0,-4 1 355 0 0,0 0 1 0 0,0 1-1 0 0,0 0 1 0 0,1 1 0 0 0,-7 3-1 0 0,1 3-154 0 0,-1 0-1 0 0,2 1 1 0 0,-1 0-1 0 0,2 0 1 0 0,-1 1 0 0 0,2 1-1 0 0,-1-1 1 0 0,2 1-1 0 0,-9 20 1 0 0,11-23-327 0 0,2 0 1 0 0,-1 0-1 0 0,1 1 0 0 0,1-1 1 0 0,0 1-1 0 0,0 0 0 0 0,1 0 1 0 0,0-1-1 0 0,1 1 0 0 0,2 17 1 0 0,-1-22-50 0 0,0 0 0 0 0,0-1 0 0 0,1 1 0 0 0,0 0-1 0 0,0 0 1 0 0,1-1 0 0 0,0 1 0 0 0,0-1 0 0 0,0 0 0 0 0,0 0 0 0 0,1 0 0 0 0,0 0 0 0 0,0 0 0 0 0,0-1 0 0 0,0 0 0 0 0,1 0 0 0 0,0 0 0 0 0,0 0-1 0 0,0-1 1 0 0,8 4 0 0 0,0-1-1 0 0,0 0-1 0 0,1-1 0 0 0,-1-1 0 0 0,1 0 1 0 0,0-1-1 0 0,0-1 0 0 0,1 0 1 0 0,-1-1-1 0 0,26-1 0 0 0,-18-1-5 0 0,-1-1 0 0 0,1-2 0 0 0,0 0 0 0 0,-1-1 0 0 0,38-14 0 0 0,-53 16-10 0 0,1 0 0 0 0,0 0 0 0 0,-1 0 0 0 0,1-1 0 0 0,-1 0 1 0 0,0 0-1 0 0,-1-1 0 0 0,1 1 0 0 0,-1-1 0 0 0,0 0 0 0 0,0-1 0 0 0,0 1 0 0 0,-1-1 0 0 0,1 0 0 0 0,-2 0 0 0 0,1-1 1 0 0,-1 1-1 0 0,1-1 0 0 0,-2 0 0 0 0,1 0 0 0 0,-1 0 0 0 0,0 0 0 0 0,-1 0 0 0 0,1 0 0 0 0,-2 0 0 0 0,1 0 0 0 0,-1-1 0 0 0,0 1 1 0 0,0 0-1 0 0,-1-1 0 0 0,0 1 0 0 0,0 0 0 0 0,-1 0 0 0 0,0 0 0 0 0,0 0 0 0 0,-4-8 0 0 0,0 2-51 0 0,-1 0-1 0 0,0 0 0 0 0,-1 1 1 0 0,-1 0-1 0 0,0 1 0 0 0,0 0 0 0 0,-1 0 1 0 0,0 1-1 0 0,-1 0 0 0 0,-1 1 1 0 0,1 0-1 0 0,-1 1 0 0 0,0 0 1 0 0,-1 1-1 0 0,0 1 0 0 0,0 0 0 0 0,-1 0 1 0 0,1 1-1 0 0,-1 1 0 0 0,0 1 1 0 0,-1 0-1 0 0,1 0 0 0 0,0 1 1 0 0,-1 1-1 0 0,1 1 0 0 0,-1 0 1 0 0,-20 3-1 0 0,29-2-325 0 0,1 0 1 0 0,0 0-1 0 0,0 1 0 0 0,0 0 1 0 0,0 0-1 0 0,0 0 1 0 0,0 0-1 0 0,-5 4 1 0 0,7-4-575 0 0,0 0 1 0 0,0 1 0 0 0,0 0-1 0 0,0-1 1 0 0,0 1 0 0 0,1 0-1 0 0,-3 4 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12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0 2288 0 0,'6'4'1278'0'0,"-1"0"1"0"0,0 0-1 0 0,0 0 0 0 0,0 0 0 0 0,0 1 0 0 0,-1 0 0 0 0,6 9 1 0 0,-8-12-948 0 0,-1 1 0 0 0,0-1-1 0 0,0 1 1 0 0,0 0 0 0 0,-1 0 0 0 0,1-1 0 0 0,-1 1 0 0 0,1 0 0 0 0,-1 0 0 0 0,0 0 0 0 0,0-1 0 0 0,0 1 0 0 0,0 0 0 0 0,-1 0 0 0 0,1 0-1 0 0,-1 0 1 0 0,0-1 0 0 0,1 1 0 0 0,-1 0 0 0 0,-3 4 0 0 0,-7 14 359 0 0,-1 0-1 0 0,-2-1 1 0 0,-19 24-1 0 0,14-19-390 0 0,-105 125-341 0 0,36-47-4062 0 0,26-29-4155 0 0,32-40 548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13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0 132 2544 0 0,'20'-47'6834'0'0,"-17"42"-6545"0"0,1 0 0 0 0,-1 0 1 0 0,1 1-1 0 0,0-1 0 0 0,0 1 1 0 0,0 0-1 0 0,0 0 0 0 0,1 1 0 0 0,0-1 1 0 0,9-5-1 0 0,-3 4-62 0 0,1 0-1 0 0,0 0 1 0 0,1 1 0 0 0,-1 0 0 0 0,1 1-1 0 0,-1 1 1 0 0,1 0 0 0 0,0 0 0 0 0,0 2-1 0 0,0-1 1 0 0,23 4 0 0 0,-15-1-37 0 0,-1 2-1 0 0,1 1 1 0 0,-1 0 0 0 0,0 1 0 0 0,0 1 0 0 0,28 15 0 0 0,-38-17-107 0 0,-1 1 1 0 0,0-1 0 0 0,0 2 0 0 0,-1-1 0 0 0,0 1 0 0 0,0 0 0 0 0,0 1 0 0 0,-1 0 0 0 0,0 0 0 0 0,10 16 0 0 0,-14-19-54 0 0,0 0 1 0 0,-1 1 0 0 0,0-1-1 0 0,0 1 1 0 0,0 0 0 0 0,0-1-1 0 0,-1 1 1 0 0,0 0 0 0 0,0 0-1 0 0,-1 0 1 0 0,1 0 0 0 0,-1 0 0 0 0,0 0-1 0 0,-1-1 1 0 0,0 1 0 0 0,0 0-1 0 0,0 0 1 0 0,0 0 0 0 0,-1-1-1 0 0,-4 10 1 0 0,-2-1-4 0 0,1 0-1 0 0,-2-1 1 0 0,0 0 0 0 0,-1 0 0 0 0,0-1-1 0 0,0-1 1 0 0,-2 0 0 0 0,1 0-1 0 0,-21 14 1 0 0,-6 1 76 0 0,-80 39 0 0 0,98-59-81 0 0,17-5-20 0 0,-1-4 0 0 0,3 3-2 0 0,1 0 0 0 0,0 0 0 0 0,-1 0 0 0 0,1 0 0 0 0,0 0 0 0 0,0 0 0 0 0,-1 0 0 0 0,1 0 0 0 0,0 0 0 0 0,0 0 0 0 0,-1 0 0 0 0,1-1 0 0 0,0 1-1 0 0,0 0 1 0 0,-1 0 0 0 0,1 0 0 0 0,0 0 0 0 0,0-1 0 0 0,0 1 0 0 0,-1 0 0 0 0,1 0 0 0 0,0-1 0 0 0,0 1 0 0 0,0 0 0 0 0,0 0 0 0 0,-1-1 0 0 0,1 1 0 0 0,0 0 0 0 0,0 0 0 0 0,0-1 0 0 0,0 1 0 0 0,0 0 0 0 0,0-1 0 0 0,0 1 0 0 0,0 0 0 0 0,0 0 0 0 0,0-1 0 0 0,0 1 0 0 0,0 0 0 0 0,0 0-1 0 0,0-1 1 0 0,0 1 0 0 0,12-17-22 0 0,-1 0 0 0 0,2 1 0 0 0,26-25 0 0 0,54-41-23 0 0,-24 21 21 0 0,-3 5 20 0 0,-43 39 74 0 0,-1-2 0 0 0,-1 0 0 0 0,0-2 0 0 0,21-28 0 0 0,-41 48-44 0 0,0-1-1 0 0,-1 0 1 0 0,1 0 0 0 0,0 0 0 0 0,0 0-1 0 0,-1 0 1 0 0,1 0 0 0 0,-1 0-1 0 0,0 0 1 0 0,0 0 0 0 0,1-1-1 0 0,-2-3 1 0 0,1 6-22 0 0,0-1-1 0 0,0 0 0 0 0,0 1 1 0 0,0-1-1 0 0,0 1 1 0 0,0-1-1 0 0,0 0 0 0 0,-1 1 1 0 0,1-1-1 0 0,0 1 1 0 0,0-1-1 0 0,-1 1 0 0 0,1-1 1 0 0,0 0-1 0 0,-1 1 1 0 0,1-1-1 0 0,-1 1 0 0 0,1 0 1 0 0,-1-1-1 0 0,1 1 1 0 0,-1-1-1 0 0,1 1 0 0 0,-1 0 1 0 0,1-1-1 0 0,-1 1 1 0 0,1 0-1 0 0,-1 0 0 0 0,1-1 1 0 0,-1 1-1 0 0,0 0 1 0 0,1 0-1 0 0,-1 0 0 0 0,1 0 1 0 0,-1 0-1 0 0,0 0 1 0 0,1 0-1 0 0,-1 0 0 0 0,0 0 1 0 0,1 0-1 0 0,-1 0 1 0 0,1 0-1 0 0,-1 0 1 0 0,0 0-1 0 0,1 1 0 0 0,-1-1 1 0 0,0 0-1 0 0,-9 5 16 0 0,0-1-1 0 0,1 1 1 0 0,-1 0 0 0 0,1 1-1 0 0,0 0 1 0 0,1 1 0 0 0,0 0-1 0 0,0 0 1 0 0,0 1 0 0 0,1 0-1 0 0,0 0 1 0 0,0 0 0 0 0,-8 17-1 0 0,7-13-5 0 0,2 0 0 0 0,-1 1-1 0 0,2 0 1 0 0,0 0-1 0 0,0 1 1 0 0,2-1 0 0 0,-1 1-1 0 0,2 0 1 0 0,0 0 0 0 0,-1 17-1 0 0,4-22-95 0 0,0-1-1 0 0,0 1 1 0 0,0 0 0 0 0,1-1 0 0 0,0 0-1 0 0,1 1 1 0 0,0-1 0 0 0,0 0-1 0 0,1 0 1 0 0,0-1 0 0 0,0 1-1 0 0,1-1 1 0 0,0 0 0 0 0,0 0-1 0 0,1 0 1 0 0,0-1 0 0 0,0 0-1 0 0,10 8 1 0 0,-3-4-1137 0 0,0-1-1 0 0,1 0 1 0 0,0-1-1 0 0,0 0 1 0 0,1-1-1 0 0,0-1 1 0 0,0 0-1 0 0,30 6 1 0 0,-17-7-3566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13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39 2212 0 0,'3'-2'788'0'0,"-1"1"-1"0"0,0-1 1 0 0,1 0-1 0 0,17-30 12964 0 0,-23 43-11831 0 0,-30 139-533 0 0,25-104-1327 0 0,3-23-174 0 0,0 2-1077 0 0,-3 30 0 0 0,8-47-9 0 0,0-1-1 0 0,0 0 0 0 0,1 1 1 0 0,2 13-1 0 0,2-10-3419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14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0 217 1416 0 0,'1'-16'6577'0'0,"4"-30"-1"0"0,1 22-3713 0 0,-4 21-2742 0 0,0 0-1 0 0,0 0 0 0 0,1 1 1 0 0,-1-1-1 0 0,1 1 1 0 0,0 0-1 0 0,-1 0 0 0 0,1 0 1 0 0,0 0-1 0 0,0 0 1 0 0,0 1-1 0 0,6-3 0 0 0,-6 3-34 0 0,36-14 175 0 0,1 1 0 0 0,77-16 0 0 0,-65 18-865 0 0,45-7-2654 0 0,-34 11-5090 0 0</inkml:trace>
  <inkml:trace contextRef="#ctx0" brushRef="#br0" timeOffset="1">170 307 2220 0 0,'-34'24'4360'0'0,"14"-10"459"0"0,-33 30 1 0 0,51-42-4079 0 0,4 3 125 0 0,-2-5-849 0 0,0 1 0 0 0,0-1-1 0 0,0 0 1 0 0,0 0-1 0 0,0 1 1 0 0,0-1-1 0 0,1 0 1 0 0,-1 1-1 0 0,0-1 1 0 0,0 0-1 0 0,0 0 1 0 0,0 1-1 0 0,0-1 1 0 0,0 0-1 0 0,0 0 1 0 0,1 1-1 0 0,-1-1 1 0 0,0 0 0 0 0,0 0-1 0 0,0 1 1 0 0,1-1-1 0 0,-1 0 1 0 0,0 0-1 0 0,0 0 1 0 0,1 0-1 0 0,-1 1 1 0 0,0-1-1 0 0,0 0 1 0 0,1 0-1 0 0,-1 0 1 0 0,0 0-1 0 0,1 0 1 0 0,-1 0-1 0 0,0 0 1 0 0,0 0-1 0 0,1 0 1 0 0,-1 0 0 0 0,1 0-1 0 0,48-3-188 0 0,-1-3 0 0 0,1-1 1 0 0,55-17-1 0 0,-2 1-2788 0 0,44-13-4692 0 0,-98 20 2884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14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155 128 2932 0 0,'28'-117'20973'0'0,"-28"107"-19285"0"0,-16 322 1759 0 0,-31 11-2836 0 0,4-165-4611 0 0,26-109-2910 0 0,-26 52 0 0 0,26-67-2517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19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269 148 348 0 0,'0'0'6689'0'0,"-13"-9"-3721"0"0,3 6-2449 0 0,8 3 460 0 0,-13-6 873 0 0,-13-14-344 0 0,27 18-1291 0 0,3-23 211 0 0,0 22-419 0 0,1-1 0 0 0,-1 1 0 0 0,1 0 0 0 0,-1-1 0 0 0,1 1 0 0 0,0 0 0 0 0,0 1-1 0 0,0-1 1 0 0,1 0 0 0 0,-1 1 0 0 0,1 0 0 0 0,4-3 0 0 0,48-19 9 0 0,-54 23-15 0 0,10-3-18 0 0,1 1 1 0 0,-1 0-1 0 0,1 0 1 0 0,0 1 0 0 0,19 0-1 0 0,-27 2 3 0 0,0-1-1 0 0,0 2 1 0 0,1-1 0 0 0,-1 0-1 0 0,0 1 1 0 0,0 0-1 0 0,-1 0 1 0 0,1 1 0 0 0,0 0-1 0 0,0-1 1 0 0,-1 1 0 0 0,1 1-1 0 0,-1-1 1 0 0,1 1 0 0 0,-1 0-1 0 0,0 0 1 0 0,4 3-1 0 0,-6-3 13 0 0,0 0 0 0 0,0 0-1 0 0,0 1 1 0 0,-1-1-1 0 0,0 0 1 0 0,1 0-1 0 0,-1 1 1 0 0,0-1 0 0 0,0 1-1 0 0,-1-1 1 0 0,1 1-1 0 0,-1-1 1 0 0,0 1-1 0 0,0 0 1 0 0,0-1-1 0 0,0 1 1 0 0,0-1 0 0 0,-1 1-1 0 0,0-1 1 0 0,0 1-1 0 0,0-1 1 0 0,0 1-1 0 0,-2 4 1 0 0,-4 7-6 0 0,0 0 0 0 0,-1-1 0 0 0,-15 23 0 0 0,-7 3 29 0 0,-64 68 0 0 0,-45 25 73 0 0,20-20-99 0 0,109-103-4 0 0,0 2 0 0 0,1-1 0 0 0,0 1 0 0 0,1 1 0 0 0,-10 19-1 0 0,17-30 13 0 0,1-1 0 0 0,-1 1-1 0 0,1 0 1 0 0,-1-1 0 0 0,1 1-1 0 0,0-1 1 0 0,0 1 0 0 0,0 0-1 0 0,0-1 1 0 0,0 1 0 0 0,0 0-1 0 0,0-1 1 0 0,1 1 0 0 0,-1 0-1 0 0,0-1 1 0 0,1 1 0 0 0,0-1-1 0 0,-1 1 1 0 0,1-1 0 0 0,0 1-1 0 0,0-1 1 0 0,0 0 0 0 0,0 1-1 0 0,0-1 1 0 0,0 0 0 0 0,1 2-1 0 0,1 0 16 0 0,1 0-1 0 0,-1 0 0 0 0,1 0 0 0 0,-1 0 1 0 0,1 0-1 0 0,0-1 0 0 0,7 4 0 0 0,0-3 3 0 0,-1 0-1 0 0,1 0 0 0 0,0-1 0 0 0,0 0 0 0 0,1-1 0 0 0,19 0 0 0 0,71-9-39 0 0,-66 4-102 0 0,156-28-3074 0 0,-65 1-2802 0 0,-81 18 1903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19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53 117 260 0 0,'-15'-25'4994'0'0,"4"9"-1035"0"0,-15-31 0 0 0,26 45-3681 0 0,1-12 245 0 0,2 12-500 0 0,-1 1 0 0 0,1-1 0 0 0,-1 1 1 0 0,1 0-1 0 0,0 0 0 0 0,0 0 0 0 0,0 0 1 0 0,-1 0-1 0 0,1 1 0 0 0,0-1 1 0 0,0 1-1 0 0,0 0 0 0 0,0 0 0 0 0,0 0 1 0 0,0 0-1 0 0,5 1 0 0 0,6 1-2 0 0,-1 0 1 0 0,18 7-1 0 0,-19-6-2 0 0,-1 1 0 0 0,1 1 0 0 0,-1 0 0 0 0,0 0 0 0 0,-1 1 1 0 0,1 0-1 0 0,-1 1 0 0 0,15 13 0 0 0,-21-16 6 0 0,-1 0 1 0 0,0 0-1 0 0,1 0 0 0 0,-1 0 1 0 0,-1 0-1 0 0,1 1 0 0 0,-1-1 1 0 0,1 1-1 0 0,-1-1 1 0 0,-1 1-1 0 0,1 0 0 0 0,-1 0 1 0 0,1 0-1 0 0,-2 0 0 0 0,1 0 1 0 0,0 0-1 0 0,-1 0 1 0 0,0 1-1 0 0,0-1 0 0 0,-1 0 1 0 0,1 0-1 0 0,-3 9 0 0 0,-1 0 2 0 0,-1 0 0 0 0,0-1 0 0 0,0 1 0 0 0,-2-1 0 0 0,0-1 0 0 0,0 1 0 0 0,-1-1 0 0 0,-11 13 0 0 0,-5 3 58 0 0,-55 49-1 0 0,75-73-58 0 0,-16 12 80 0 0,20-16-107 0 0,0 0 1 0 0,0 0 0 0 0,0 0 0 0 0,0-1 0 0 0,0 1 0 0 0,0 0 0 0 0,0 0-1 0 0,0-1 1 0 0,0 1 0 0 0,0 0 0 0 0,0 0 0 0 0,0-1 0 0 0,0 1-1 0 0,0 0 1 0 0,0 0 0 0 0,0 0 0 0 0,0-1 0 0 0,0 1 0 0 0,0 0 0 0 0,-1 0-1 0 0,1 0 1 0 0,0-1 0 0 0,0 1 0 0 0,0 0 0 0 0,0 0 0 0 0,0 0 0 0 0,-1 0-1 0 0,1-1 1 0 0,0 1 0 0 0,0 0 0 0 0,0 0 0 0 0,-1 0 0 0 0,1 0 0 0 0,0 0-1 0 0,0 0 1 0 0,0 0 0 0 0,-1-1 0 0 0,1 1 0 0 0,0 0 0 0 0,0 0-1 0 0,-1 0 1 0 0,1 0 0 0 0,0 0 0 0 0,0 0 0 0 0,-1 0 0 0 0,1 0 0 0 0,0 0-1 0 0,0 0 1 0 0,0 0 0 0 0,-1 1 0 0 0,1-1 0 0 0,0 0 0 0 0,0 0 0 0 0,-1 0-1 0 0,1 0 1 0 0,0 0 0 0 0,0 0 0 0 0,0 0 0 0 0,-1 1 0 0 0,1-1-1 0 0,0 0 1 0 0,0 0 0 0 0,0 0 0 0 0,0 0 0 0 0,0 1 0 0 0,-1-1 0 0 0,1 0-1 0 0,0 0 1 0 0,0 1 0 0 0,1-5-8 0 0,1 0 1 0 0,0 1-1 0 0,0-1 0 0 0,0 1 1 0 0,1 0-1 0 0,-1-1 0 0 0,1 1 0 0 0,0 0 1 0 0,-1 0-1 0 0,2 1 0 0 0,3-4 1 0 0,2-3-5 0 0,62-56-91 0 0,112-78-1 0 0,-127 101 98 0 0,-43 33 29 0 0,-1-1 1 0 0,0-1 0 0 0,13-16-1 0 0,-23 26-20 0 0,-2 0-22 0 0,0 1 18 0 0,0-1 0 0 0,0 1-1 0 0,0 0 1 0 0,-1-1-1 0 0,1 1 1 0 0,0-1 0 0 0,0 1-1 0 0,0 0 1 0 0,0-1 0 0 0,-1 1-1 0 0,1 0 1 0 0,0-1-1 0 0,0 1 1 0 0,0 0 0 0 0,-1-1-1 0 0,1 1 1 0 0,0 0-1 0 0,-1-1 1 0 0,1 1 0 0 0,0 0-1 0 0,-1 0 1 0 0,1 0 0 0 0,0-1-1 0 0,-1 1 1 0 0,1 0-1 0 0,0 0 1 0 0,-1 0 0 0 0,1 0-1 0 0,-1 0 1 0 0,1-1 0 0 0,0 1-1 0 0,-1 0 1 0 0,1 0-1 0 0,-1 0 1 0 0,1 0 0 0 0,0 0-1 0 0,-1 0 1 0 0,1 0-1 0 0,-1 0 1 0 0,1 1 0 0 0,0-1-1 0 0,-1 0 1 0 0,0 0 0 0 0,-19 7 1 0 0,10-2 8 0 0,1 1 0 0 0,0-1 0 0 0,1 2 0 0 0,-1-1 0 0 0,1 1 1 0 0,-12 14-1 0 0,0 2 6 0 0,-19 28-1 0 0,33-42-8 0 0,1-1 0 0 0,0 1 0 0 0,0 0-1 0 0,1 0 1 0 0,0 0 0 0 0,-4 12 0 0 0,8-18-3 0 0,-1-1 0 0 0,1 1 0 0 0,-1-1 0 0 0,1 1 0 0 0,0-1 0 0 0,0 1 0 0 0,0 0 0 0 0,0-1 0 0 0,0 1 0 0 0,0-1-1 0 0,1 1 1 0 0,-1 0 0 0 0,1-1 0 0 0,0 0 0 0 0,0 1 0 0 0,0-1 0 0 0,0 1 0 0 0,0-1 0 0 0,1 0 0 0 0,-1 0 0 0 0,1 0 0 0 0,-1 0 0 0 0,1 0 0 0 0,0 0 0 0 0,0 0 0 0 0,0 0 0 0 0,0 0 0 0 0,4 2 0 0 0,3 1-249 0 0,0-1 0 0 0,0 0 0 0 0,0-1 1 0 0,0 1-1 0 0,1-2 0 0 0,0 1 0 0 0,0-2 0 0 0,18 2 0 0 0,85-3-3626 0 0,-90 0 2911 0 0,35-6-2774 0 0,-30 1 1337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20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83 1668 0 0,'5'-4'1139'0'0,"0"0"0"0"0,-1-1 0 0 0,0 1 0 0 0,0-1 0 0 0,0 0 0 0 0,0 0 0 0 0,4-9 1065 0 0,-7 11-1169 0 0,0-7-63 0 0,-1 8-95 0 0,3-20 4038 0 0,-9 33-4612 0 0,1 0 0 0 0,0 1-1 0 0,0-1 1 0 0,1 1-1 0 0,-4 19 1 0 0,1-4-114 0 0,-59 176 323 0 0,29-73-1540 0 0,26-62-2535 0 0,9-53 555 0 0,2 1-1 0 0,0 19 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20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1 168 200 0 0,'12'-23'7949'0'0,"3"2"-3442"0"0,15 7-2007 0 0,-9 8-2057 0 0,0 2 1 0 0,37-5-1 0 0,-11 2-225 0 0,45-8-25 0 0,66-12-1841 0 0,-55 4-2964 0 0,-77 14 1176 0 0,-3-1-1361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20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12 2476 0 0,'-15'-4'3224'0'0,"12"2"-2825"0"0,0 1 1 0 0,0 0-1 0 0,0 0 1 0 0,-1 1-1 0 0,1-1 1 0 0,0 0-1 0 0,0 1 1 0 0,0 0-1 0 0,-1 0 1 0 0,1 0-1 0 0,0 0 1 0 0,0 1 0 0 0,-5 0-1 0 0,6 0-249 0 0,0 0-1 0 0,0 0 1 0 0,1 0 0 0 0,-1 0 0 0 0,1 0-1 0 0,-1 1 1 0 0,1-1 0 0 0,-1 0 0 0 0,1 1-1 0 0,0-1 1 0 0,0 1 0 0 0,0-1 0 0 0,-1 1-1 0 0,2 0 1 0 0,-1-1 0 0 0,0 1-1 0 0,0 0 1 0 0,0 0 0 0 0,1 0 0 0 0,-1 3-1 0 0,-6 38 1093 0 0,8 1-833 0 0,1 0-1 0 0,2 0 0 0 0,12 53 1 0 0,-2-8-282 0 0,-13-81-249 0 0,21 127-1889 0 0,-16-109-1959 0 0,13 33 0 0 0,-13-43-993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21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40 114 2432 0 0,'4'-9'768'0'0,"0"1"0"0"0,1-1 0 0 0,0 1 0 0 0,0 0 1 0 0,1 0-1 0 0,0 0 0 0 0,0 1 0 0 0,1 0 0 0 0,11-10 0 0 0,-14 14-609 0 0,1 0 1 0 0,-1 0 0 0 0,1 1-1 0 0,0 0 1 0 0,-1-1 0 0 0,1 2-1 0 0,0-1 1 0 0,0 1-1 0 0,0-1 1 0 0,0 1 0 0 0,0 1-1 0 0,1-1 1 0 0,-1 1 0 0 0,0 0-1 0 0,0 0 1 0 0,1 0-1 0 0,-1 1 1 0 0,0-1 0 0 0,8 4-1 0 0,-2-1 44 0 0,0 0-1 0 0,-1 1 0 0 0,1 1 0 0 0,-1 0 1 0 0,0 1-1 0 0,0 0 0 0 0,0 0 1 0 0,-1 1-1 0 0,0 0 0 0 0,0 0 0 0 0,-1 1 1 0 0,9 10-1 0 0,-12-12-119 0 0,-1 0 0 0 0,1 1-1 0 0,-1-1 1 0 0,0 1 0 0 0,-1 0-1 0 0,1 0 1 0 0,-1 0 0 0 0,-1 1 0 0 0,1-1-1 0 0,-1 1 1 0 0,-1 0 0 0 0,1-1 0 0 0,-2 1-1 0 0,1 0 1 0 0,-1 0 0 0 0,0 0-1 0 0,0-1 1 0 0,-3 15 0 0 0,-1-5 6 0 0,-2 1-1 0 0,0-1 1 0 0,0 0-1 0 0,-2 0 1 0 0,0-1-1 0 0,-1 0 1 0 0,-1 0 0 0 0,0-1-1 0 0,-18 20 1 0 0,-14 11 304 0 0,-68 58 0 0 0,52-51 6 0 0,25-25-255 0 0,21-19-24 0 0,0 2 0 0 0,-12 13 0 0 0,22-22 33 0 0,3-2-147 0 0,0 1 0 0 0,-1 0 0 0 0,1-1-1 0 0,0 1 1 0 0,-1-1 0 0 0,1 1 0 0 0,0-1 0 0 0,0 0 0 0 0,0 1-1 0 0,-1-1 1 0 0,1 0 0 0 0,0 0 0 0 0,0 1 0 0 0,0-1 0 0 0,0 0-1 0 0,0 0 1 0 0,-1 0 0 0 0,1 0 0 0 0,0 0 0 0 0,0 0 0 0 0,0 0-1 0 0,0 0 1 0 0,1-1 0 0 0,21-2 28 0 0,-22 3-31 0 0,190-35-710 0 0,-24 2-2379 0 0,52 0-6195 0 0,-163 25 4347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21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133 211 2268 0 0,'-20'-9'2481'0'0,"1"0"0"0"0,0-2 0 0 0,1 0 0 0 0,-32-25 0 0 0,50 36-2459 0 0,-1 0 1 0 0,1 0-1 0 0,0 0 1 0 0,-1-1 0 0 0,1 1-1 0 0,0 0 1 0 0,-1 0-1 0 0,1 0 1 0 0,0-1 0 0 0,-1 1-1 0 0,1 0 1 0 0,0-1-1 0 0,0 1 1 0 0,-1 0 0 0 0,1 0-1 0 0,0-1 1 0 0,0 1-1 0 0,-1-1 1 0 0,1 1-1 0 0,0 0 1 0 0,0-1 0 0 0,0 1-1 0 0,0 0 1 0 0,0-1-1 0 0,-1 1 1 0 0,1-1 0 0 0,0 1-1 0 0,0 0 1 0 0,0-1-1 0 0,0 1 1 0 0,0-1 0 0 0,0 1-1 0 0,0 0 1 0 0,0-1-1 0 0,1 1 1 0 0,-1-1 0 0 0,0 1-1 0 0,0 0 1 0 0,0-1-1 0 0,0 1 1 0 0,0 0-1 0 0,1-1 1 0 0,-1 1 0 0 0,0-1-1 0 0,0 1 1 0 0,1 0-1 0 0,-1 0 1 0 0,0-1 0 0 0,1 1-1 0 0,-1 0 1 0 0,0 0-1 0 0,0-1 1 0 0,1 1 0 0 0,-1 0-1 0 0,1 0 1 0 0,-1 0-1 0 0,0-1 1 0 0,1 1-1 0 0,-1 0 1 0 0,0 0 0 0 0,1 0-1 0 0,0 0 1 0 0,21-4 324 0 0,-22 4-314 0 0,9-1 46 0 0,0 1 0 0 0,0 1-1 0 0,1 0 1 0 0,-1 0 0 0 0,0 0 0 0 0,0 1-1 0 0,0 1 1 0 0,9 3 0 0 0,8 5 91 0 0,29 16 0 0 0,-51-25-145 0 0,5 2 20 0 0,0 1 1 0 0,-1 1 0 0 0,0-1 0 0 0,0 1-1 0 0,0 0 1 0 0,0 1 0 0 0,-1 0 0 0 0,7 9-1 0 0,-12-14-32 0 0,-1 0 0 0 0,1 1-1 0 0,-1-1 1 0 0,1 1 0 0 0,-1 0 0 0 0,0 0-1 0 0,0-1 1 0 0,0 1 0 0 0,0 0-1 0 0,-1 0 1 0 0,1 0 0 0 0,-1 0 0 0 0,0 0-1 0 0,0 0 1 0 0,0 0 0 0 0,0 0 0 0 0,0 0-1 0 0,-1-1 1 0 0,1 1 0 0 0,-1 0-1 0 0,0 0 1 0 0,0 0 0 0 0,0 0 0 0 0,0-1-1 0 0,0 1 1 0 0,0 0 0 0 0,-1-1-1 0 0,0 1 1 0 0,1-1 0 0 0,-1 0 0 0 0,-3 3-1 0 0,-1 3 12 0 0,-2-1 0 0 0,1-1 0 0 0,-1 1-1 0 0,0-1 1 0 0,0 0 0 0 0,0-1 0 0 0,-1 0 0 0 0,0-1-1 0 0,0 0 1 0 0,0 0 0 0 0,-19 5 0 0 0,25-9-36 0 0,-2-2 8 0 0,5 2 3 0 0,-1 0 0 0 0,1 0-1 0 0,0 0 1 0 0,-1 0 0 0 0,1 0 0 0 0,0 0 0 0 0,-1 0 0 0 0,1 0 0 0 0,0-1 0 0 0,-1 1-1 0 0,1 0 1 0 0,0 0 0 0 0,-1 0 0 0 0,1 0 0 0 0,0 0 0 0 0,-1-1 0 0 0,1 1-1 0 0,0 0 1 0 0,0 0 0 0 0,-1 0 0 0 0,1-1 0 0 0,0 1 0 0 0,0 0 0 0 0,0 0 0 0 0,-1-1-1 0 0,1 1 1 0 0,0 0 0 0 0,0-1 0 0 0,0 1 0 0 0,0 0 0 0 0,-1-1 0 0 0,4-6-16 0 0,1 0 0 0 0,-1 0 0 0 0,1 1 0 0 0,0 0 1 0 0,1-1-1 0 0,-1 1 0 0 0,1 1 0 0 0,7-7 0 0 0,52-44-85 0 0,-42 39 85 0 0,74-57-45 0 0,-52 42 244 0 0,58-55 0 0 0,-84 64 250 0 0,-17 22-418 0 0,-1 0 0 0 0,0 0 0 0 0,1 0 0 0 0,-1 1 0 0 0,0-1 0 0 0,0 0 0 0 0,0 0 0 0 0,1 0 0 0 0,-1 0 0 0 0,0 0 0 0 0,0 0 0 0 0,0 0 0 0 0,-1 0 0 0 0,1 0 0 0 0,0 0 0 0 0,0 1 0 0 0,0-1 0 0 0,-1 0 0 0 0,1 0 0 0 0,0 0 1 0 0,-1 0-1 0 0,1 0 0 0 0,-1 1 0 0 0,1-1 0 0 0,-2-1 0 0 0,0 1 5 0 0,1 1 0 0 0,-1-1-1 0 0,0 0 1 0 0,0 1 0 0 0,0 0 0 0 0,0-1 0 0 0,0 1 0 0 0,0 0 0 0 0,0 0 0 0 0,1 0-1 0 0,-1 0 1 0 0,0 0 0 0 0,0 1 0 0 0,0-1 0 0 0,0 0 0 0 0,-3 2 0 0 0,5-2-14 0 0,-9 2 66 0 0,0 1 0 0 0,1 0 0 0 0,0 0 0 0 0,0 1 0 0 0,0 0 0 0 0,0 0 0 0 0,1 1 0 0 0,-1 0 0 0 0,1 1 0 0 0,0-1 0 0 0,1 1 0 0 0,-1 0-1 0 0,1 1 1 0 0,0 0 0 0 0,-8 13 0 0 0,11-15-58 0 0,0 0 1 0 0,0 0-1 0 0,1 0 0 0 0,-1 1 0 0 0,1-1 0 0 0,1 0 1 0 0,-1 1-1 0 0,1-1 0 0 0,0 1 0 0 0,0 0 0 0 0,0-1 1 0 0,1 1-1 0 0,0 0 0 0 0,0 0 0 0 0,1-1 1 0 0,0 1-1 0 0,-1 0 0 0 0,2-1 0 0 0,-1 1 0 0 0,1-1 1 0 0,0 1-1 0 0,0-1 0 0 0,0 0 0 0 0,1 0 0 0 0,3 5 1 0 0,2 0-278 0 0,0 0 0 0 0,0-1 0 0 0,1 0 0 0 0,0-1 0 0 0,1 1 0 0 0,0-2 0 0 0,0 0-1 0 0,17 9 1 0 0,2-1-2603 0 0,63 24 0 0 0,-21-17-2774 0 0,-33-15 562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22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53 259 1716 0 0,'-48'-34'10873'0'0,"48"34"-10817"0"0,0 0 0 0 0,-1 0 0 0 0,1 0 0 0 0,0-1 1 0 0,-1 1-1 0 0,1 0 0 0 0,0 0 0 0 0,0-1 0 0 0,0 1 0 0 0,-1 0 0 0 0,1-1 0 0 0,0 1 0 0 0,0 0 0 0 0,0-1 0 0 0,-1 1 0 0 0,1 0 1 0 0,0-1-1 0 0,0 1 0 0 0,0 0 0 0 0,0-1 0 0 0,0 1 0 0 0,0 0 0 0 0,0-1 0 0 0,0 1 0 0 0,0-1 0 0 0,0 1 0 0 0,0 0 0 0 0,0-1 1 0 0,0 1-1 0 0,0 0 0 0 0,0-1 0 0 0,1 1 0 0 0,-1 0 0 0 0,0-1 0 0 0,6 0 78 0 0,0 0 1 0 0,1 0-1 0 0,-1 1 1 0 0,0 0-1 0 0,1 0 1 0 0,-1 1-1 0 0,0-1 0 0 0,0 1 1 0 0,0 1-1 0 0,0-1 1 0 0,0 1-1 0 0,0 0 1 0 0,0 1-1 0 0,7 3 0 0 0,-4-2 35 0 0,0 1 0 0 0,0 0 0 0 0,-1 0-1 0 0,0 1 1 0 0,0 0 0 0 0,0 1 0 0 0,0 0-1 0 0,9 12 1 0 0,-14-16-111 0 0,-1 0 0 0 0,0 1 0 0 0,0-1 0 0 0,0 1 0 0 0,-1-1 0 0 0,1 1-1 0 0,-1 0 1 0 0,0 0 0 0 0,0 0 0 0 0,0-1 0 0 0,-1 1 0 0 0,1 0 0 0 0,-1 0 0 0 0,0 5 0 0 0,0-2 32 0 0,-1-1 1 0 0,-1 1-1 0 0,1 0 0 0 0,-1-1 1 0 0,0 1-1 0 0,0-1 0 0 0,-6 11 1 0 0,-5 4 212 0 0,-1 0 0 0 0,0-1 1 0 0,-28 29-1 0 0,31-35-123 0 0,-74 78 671 0 0,85-92-847 0 0,-1 0 0 0 0,1 0 1 0 0,-1 1-1 0 0,1-1 0 0 0,0 0 0 0 0,-1 1 1 0 0,1-1-1 0 0,0 1 0 0 0,-1-1 1 0 0,1 1-1 0 0,0-1 0 0 0,-1 1 1 0 0,1-1-1 0 0,0 1 0 0 0,0-1 0 0 0,-1 1 1 0 0,1-1-1 0 0,0 1 0 0 0,0-1 1 0 0,0 1-1 0 0,0-1 0 0 0,0 1 1 0 0,0-1-1 0 0,0 1 0 0 0,0 0 0 0 0,0-1 1 0 0,0 1-1 0 0,0-1 0 0 0,0 1 1 0 0,0-1-1 0 0,0 1 0 0 0,1-1 1 0 0,-1 1-1 0 0,0-1 0 0 0,0 1 1 0 0,1-1-1 0 0,-1 1 0 0 0,0-1 0 0 0,1 1 1 0 0,-1-1-1 0 0,0 1 0 0 0,1-1 1 0 0,-1 0-1 0 0,0 1 0 0 0,1-1 1 0 0,-1 0-1 0 0,1 1 0 0 0,-1-1 0 0 0,1 0 1 0 0,-1 0-1 0 0,1 1 0 0 0,-1-1 1 0 0,1 0-1 0 0,-1 0 0 0 0,1 0 1 0 0,0 0-1 0 0,-1 0 0 0 0,1 0 0 0 0,-1 0 1 0 0,1 0-1 0 0,-1 0 0 0 0,1 0 1 0 0,-1 0-1 0 0,1 0 0 0 0,-1 0 1 0 0,1 0-1 0 0,0 0 0 0 0,0-1 0 0 0,44-4-948 0 0,0-2 1 0 0,0-2-1 0 0,74-24 0 0 0,127-68-9142 0 0,-187 72 4132 0 0</inkml:trace>
  <inkml:trace contextRef="#ctx0" brushRef="#br0" timeOffset="1">1067 62 48 0 0,'-10'-9'3737'0'0,"0"1"0"0"0,-17-11-1 0 0,-4-1 681 0 0,29 19-3847 0 0,-4 0 477 0 0,8 0-196 0 0,22-1-345 0 0,150 8-4370 0 0,-90-2-3182 0 0,-60-4 1711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22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0 660 0 0,'-108'47'14651'0'0,"107"-46"-14510"0"0,0-1 0 0 0,0 1 1 0 0,0-1-1 0 0,0 1 0 0 0,-1-1 1 0 0,1 1-1 0 0,1 0 1 0 0,-1-1-1 0 0,0 1 0 0 0,0 0 1 0 0,0 0-1 0 0,0 0 0 0 0,0 0 1 0 0,1-1-1 0 0,-1 1 0 0 0,0 0 1 0 0,1 1-1 0 0,-1-1 0 0 0,1 0 1 0 0,-1 0-1 0 0,0 2 0 0 0,2-2-98 0 0,-1-1-1 0 0,1 1 1 0 0,-1 0 0 0 0,1-1-1 0 0,0 1 1 0 0,-1-1-1 0 0,1 0 1 0 0,0 1-1 0 0,-1-1 1 0 0,1 0-1 0 0,0 1 1 0 0,0-1-1 0 0,0 0 1 0 0,-1 0 0 0 0,1 1-1 0 0,0-1 1 0 0,0 0-1 0 0,0 0 1 0 0,0 0-1 0 0,18 3 125 0 0,-19-3-161 0 0,35 3-1087 0 0,-1-2-1 0 0,64-6 0 0 0,12-13-6922 0 0,-71 8 2213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23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46 160 596 0 0,'-5'-113'18572'0'0,"-1"66"-12274"0"0,5 48-6253 0 0,-1 1 0 0 0,1-1 0 0 0,-1 1 0 0 0,1-1 0 0 0,0 1 0 0 0,0 0 0 0 0,0-1 0 0 0,0 1 1 0 0,0 0-1 0 0,0 0 0 0 0,0-1 0 0 0,0 1 0 0 0,0 3 0 0 0,-6 28 37 0 0,2 0 0 0 0,1 1 0 0 0,2-1 1 0 0,1 1-1 0 0,2-1 0 0 0,1 1 0 0 0,2-1 0 0 0,1 0 0 0 0,1 0 0 0 0,20 59 0 0 0,-14-64-175 0 0,1 0 0 0 0,1-1-1 0 0,21 31 1 0 0,-34-56 86 0 0,0-1 1 0 0,0 0-1 0 0,0 1 1 0 0,0-1-1 0 0,0 0 0 0 0,1 0 1 0 0,-1 1-1 0 0,0-1 1 0 0,0 0-1 0 0,1 0 0 0 0,-1 0 1 0 0,1-1-1 0 0,-1 1 0 0 0,1 0 1 0 0,-1-1-1 0 0,1 1 1 0 0,-1 0-1 0 0,1-1 0 0 0,2 1 1 0 0,0-1 5 0 0,0 0 1 0 0,0-1-1 0 0,0 1 1 0 0,-1-1-1 0 0,1 0 1 0 0,0 0-1 0 0,-1 0 1 0 0,5-2-1 0 0,8-4 16 0 0,-1 0 0 0 0,0-1 0 0 0,-1 0 0 0 0,0-1 0 0 0,0-1-1 0 0,-1 0 1 0 0,-1-1 0 0 0,18-18 0 0 0,-6 1 481 0 0,-2 0 0 0 0,36-59 1 0 0,-29 39 774 0 0,-29 47-1206 0 0,-1 12-43 0 0,0 0-1 0 0,-1 0 1 0 0,-1 0 0 0 0,0-1 0 0 0,0 1 0 0 0,-7 13-1 0 0,-5 16 40 0 0,-114 326-4717 0 0,31-128-8968 0 0,69-174 4646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24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11 195 1392 0 0,'-2'-3'312'0'0,"1"1"-1"0"0,0-1 1 0 0,0 1-1 0 0,-1-1 1 0 0,1 1-1 0 0,1-1 1 0 0,-1 0 0 0 0,0 0-1 0 0,1 1 1 0 0,-1-1-1 0 0,1 0 1 0 0,0 0-1 0 0,0 0 1 0 0,0 0-1 0 0,0 1 1 0 0,1-1 0 0 0,-1 0-1 0 0,1 0 1 0 0,0 0-1 0 0,1-4 1 0 0,0 3-207 0 0,1 0 1 0 0,-1 0-1 0 0,1 0 0 0 0,0 1 1 0 0,0-1-1 0 0,0 1 1 0 0,0-1-1 0 0,1 1 0 0 0,-1 0 1 0 0,1 0-1 0 0,0 1 0 0 0,5-4 1 0 0,5-2 6 0 0,1 1 1 0 0,0 1 0 0 0,0 0-1 0 0,0 1 1 0 0,1 1 0 0 0,0 0-1 0 0,0 1 1 0 0,0 0-1 0 0,0 2 1 0 0,0 0 0 0 0,0 1-1 0 0,0 0 1 0 0,1 1 0 0 0,-1 1-1 0 0,0 1 1 0 0,0 0-1 0 0,-1 1 1 0 0,1 1 0 0 0,-1 0-1 0 0,0 1 1 0 0,0 0-1 0 0,15 10 1 0 0,-25-12-95 0 0,1-1-1 0 0,-1 1 1 0 0,0 0-1 0 0,0 1 1 0 0,-1-1-1 0 0,1 1 1 0 0,-1 0-1 0 0,0 0 1 0 0,0 0-1 0 0,-1 0 1 0 0,1 1-1 0 0,-1 0 1 0 0,-1-1-1 0 0,1 1 1 0 0,-1 0-1 0 0,0 1 1 0 0,0-1-1 0 0,0 0 1 0 0,-1 0-1 0 0,0 1 1 0 0,-1-1-1 0 0,1 1 1 0 0,-1-1 0 0 0,0 0-1 0 0,-1 1 1 0 0,0-1-1 0 0,0 1 1 0 0,-2 7-1 0 0,-2 4-2 0 0,-1 0 0 0 0,0-1 1 0 0,-1 1-1 0 0,-1-1 0 0 0,-1-1 0 0 0,-1 0 0 0 0,0 0 1 0 0,-19 22-1 0 0,-31 25 173 0 0,34-38 905 0 0,43-53-887 0 0,171-170-15 0 0,24-29-58 0 0,-208 224-122 0 0,-1-1 1 0 0,0 0 0 0 0,0 0 0 0 0,0 0 0 0 0,-1-1-1 0 0,1 1 1 0 0,-1-1 0 0 0,0 1 0 0 0,0-1-1 0 0,0 0 1 0 0,1-9 0 0 0,-3 12-32 0 0,0 1 16 0 0,-1 1 1 0 0,0 0-1 0 0,1-1 0 0 0,-1 1 1 0 0,0 0-1 0 0,0-1 0 0 0,1 1 1 0 0,-1 0-1 0 0,0 0 1 0 0,0 0-1 0 0,1-1 0 0 0,-1 1 1 0 0,0 0-1 0 0,0 0 0 0 0,1 0 1 0 0,-2 1-1 0 0,-7 2 0 0 0,1 1-1 0 0,1 0 1 0 0,-1 1 0 0 0,1 0 0 0 0,-1 0-1 0 0,1 1 1 0 0,-11 11 0 0 0,-43 51 68 0 0,61-67-64 0 0,-16 18 10 0 0,-27 43 1 0 0,39-56-4 0 0,1 1 1 0 0,-1-1-1 0 0,1 1 0 0 0,0 0 1 0 0,1 0-1 0 0,0 0 1 0 0,0 1-1 0 0,0-1 1 0 0,1 0-1 0 0,0 1 1 0 0,1 8-1 0 0,0-11-8 0 0,1 0 0 0 0,1 0 0 0 0,-1 0 0 0 0,0-1 0 0 0,1 1 0 0 0,0-1 0 0 0,0 1 0 0 0,1-1 0 0 0,-1 0 0 0 0,1 0 0 0 0,0 0 0 0 0,0 0 0 0 0,0 0 0 0 0,1 0 1 0 0,-1-1-1 0 0,1 0 0 0 0,0 0 0 0 0,0 0 0 0 0,0 0 0 0 0,0 0 0 0 0,0-1 0 0 0,7 3 0 0 0,9 4-451 0 0,-1-2 0 0 0,1 0 0 0 0,40 7 0 0 0,-23-7-2940 0 0,74 5-1 0 0,-79-12-138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24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65 556 0 0,'1'-3'838'0'0,"0"0"0"0"0,-1 0 0 0 0,1 0 0 0 0,-1 0 0 0 0,1-1 0 0 0,-1 1 0 0 0,0 0 0 0 0,0 0 0 0 0,0 0 0 0 0,-1-1 0 0 0,0-3 0 0 0,-1-16 5549 0 0,-2 29-5845 0 0,4-6-526 0 0,0 0 0 0 0,-1 1 1 0 0,1-1-1 0 0,0 0 0 0 0,-1 1 0 0 0,1-1 0 0 0,0 0 0 0 0,-1 0 0 0 0,1 1 0 0 0,0-1 0 0 0,-1 1 0 0 0,1-1 0 0 0,0 0 1 0 0,0 1-1 0 0,0-1 0 0 0,-1 1 0 0 0,1-1 0 0 0,0 1 0 0 0,0-1 0 0 0,0 0 0 0 0,0 1 0 0 0,0-1 0 0 0,0 1 0 0 0,0-1 1 0 0,0 1-1 0 0,-12 105 731 0 0,-6 77-1041 0 0,13-62-4736 0 0,4-116 4231 0 0,2 11-493 0 0,5-5-3472 0 0,2 3 640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24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1 174 932 0 0,'15'-19'7586'0'0,"1"-1"-2383"0"0,-15 18-5077 0 0,0 1 1 0 0,1-1-1 0 0,-1 1 0 0 0,0 0 0 0 0,1 0 1 0 0,-1-1-1 0 0,1 1 0 0 0,-1 0 0 0 0,1 0 0 0 0,-1 1 1 0 0,1-1-1 0 0,0 0 0 0 0,0 0 0 0 0,1 0 1 0 0,28-10 598 0 0,298-50-681 0 0,-203 43-3050 0 0,-106 14 2278 0 0,4 1-2238 0 0,30-9-1 0 0,-28 3-1346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25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25 232 0 0,'-31'-11'6183'0'0,"2"0"-1162"0"0,26 10-4015 0 0,0 0-185 0 0,1 1-681 0 0,1 0 0 0 0,-1 0 0 0 0,1 0-1 0 0,-1-1 1 0 0,1 1 0 0 0,-1 1 0 0 0,0-1 0 0 0,1 0 0 0 0,-1 0-1 0 0,1 1 1 0 0,-1-1 0 0 0,1 0 0 0 0,-1 1 0 0 0,1 0 0 0 0,0-1-1 0 0,-1 1 1 0 0,1 0 0 0 0,-1 0 0 0 0,1-1 0 0 0,0 1-1 0 0,0 0 1 0 0,0 0 0 0 0,0 1 0 0 0,-1-1 0 0 0,1 0 0 0 0,1 0-1 0 0,-1 0 1 0 0,0 1 0 0 0,0-1 0 0 0,0 1 0 0 0,1-1-1 0 0,-1 0 1 0 0,1 1 0 0 0,-1-1 0 0 0,1 1 0 0 0,-1-1 0 0 0,1 3-1 0 0,-4 33 656 0 0,1 1-1 0 0,2-1 0 0 0,5 54 0 0 0,-1-25-559 0 0,16 219-2140 0 0,-19-284 1861 0 0,8 57-3432 0 0,-7-53 2684 0 0,0-1 1 0 0,1 1-1 0 0,-1-1 1 0 0,1 1-1 0 0,0-1 0 0 0,0 0 1 0 0,0 0-1 0 0,0 0 1 0 0,1 0-1 0 0,4 5 0 0 0,6 0-4659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25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2452 0 0,'10'-9'965'0'0,"1"0"-1"0"0,0 1 0 0 0,0 0 1 0 0,1 1-1 0 0,0 1 0 0 0,0-1 1 0 0,1 2-1 0 0,15-5 0 0 0,-21 8-783 0 0,-1 0 0 0 0,0 1-1 0 0,1 0 1 0 0,-1 1 0 0 0,0-1-1 0 0,1 1 1 0 0,-1 0 0 0 0,1 1-1 0 0,-1 0 1 0 0,0 0 0 0 0,1 0-1 0 0,-1 1 1 0 0,0-1 0 0 0,0 2-1 0 0,0-1 1 0 0,0 1 0 0 0,0 0-1 0 0,-1 0 1 0 0,10 6 0 0 0,-13-7-131 0 0,0 0 1 0 0,0 0-1 0 0,0-1 1 0 0,0 1-1 0 0,0 0 1 0 0,0 1-1 0 0,0-1 1 0 0,-1 0 0 0 0,1 0-1 0 0,-1 1 1 0 0,0-1-1 0 0,0 1 1 0 0,0 0-1 0 0,0-1 1 0 0,0 1-1 0 0,0-1 1 0 0,0 7-1 0 0,-1-5-15 0 0,0 1 0 0 0,0-1 0 0 0,-1 1 0 0 0,1-1 0 0 0,-1 0 0 0 0,0 1 0 0 0,-1-1 0 0 0,1 1 0 0 0,-1-1 0 0 0,-2 4 0 0 0,-3 6-1 0 0,-1-1-1 0 0,-1-1 1 0 0,0 1 0 0 0,0-1-1 0 0,-16 14 1 0 0,-11 6 28 0 0,-53 39 1 0 0,27-24 369 0 0,60-46-307 0 0,5-2-82 0 0,61-25 14 0 0,-1-3 0 0 0,-2-2 1 0 0,-1-3-1 0 0,90-67 0 0 0,-139 92-51 0 0,-1 0 0 0 0,18-19 0 0 0,-25 24-3 0 0,0 0 0 0 0,1-1 0 0 0,-2 1 0 0 0,1-1 0 0 0,0 0 0 0 0,-1 1 0 0 0,0-1-1 0 0,0 0 1 0 0,0 0 0 0 0,0-6 0 0 0,-2 9-3 0 0,0 0 0 0 0,-1 0 0 0 0,1 0 0 0 0,-1 1 0 0 0,0-1 0 0 0,1 0 0 0 0,-1 0 0 0 0,0 1 0 0 0,0-1 0 0 0,0 0-1 0 0,0 1 1 0 0,0-1 0 0 0,-1 1 0 0 0,1 0 0 0 0,-3-3 0 0 0,4 4-2 0 0,-1-1 2 0 0,-1 0 1 0 0,1 0 0 0 0,0 0-1 0 0,0 1 1 0 0,-1-1-1 0 0,1 0 1 0 0,0 1-1 0 0,-1-1 1 0 0,1 1-1 0 0,0 0 1 0 0,-1-1-1 0 0,1 1 1 0 0,-1 0 0 0 0,1 0-1 0 0,-1 0 1 0 0,1 0-1 0 0,-1 0 1 0 0,1 0-1 0 0,-1 0 1 0 0,-1 1-1 0 0,-27 7 36 0 0,20-3 3 0 0,0 0 0 0 0,0 0 0 0 0,1 1 0 0 0,0 0 0 0 0,0 1 0 0 0,1 0 0 0 0,-1 0-1 0 0,2 1 1 0 0,-1 0 0 0 0,1 1 0 0 0,0-1 0 0 0,1 1 0 0 0,0 0 0 0 0,0 1 0 0 0,1 0 0 0 0,-7 19 0 0 0,9-22-25 0 0,0 1 1 0 0,1 0-1 0 0,0 0 1 0 0,0 0-1 0 0,1 0 1 0 0,0 1-1 0 0,1-1 1 0 0,0 0 0 0 0,0 0-1 0 0,1 0 1 0 0,0 1-1 0 0,0-1 1 0 0,1 0-1 0 0,0 0 1 0 0,0 0 0 0 0,1-1-1 0 0,0 1 1 0 0,0 0-1 0 0,1-1 1 0 0,0 0-1 0 0,0 0 1 0 0,1 0-1 0 0,6 7 1 0 0,-1-3-288 0 0,1-1 1 0 0,1 0-1 0 0,0-1 0 0 0,0 0 0 0 0,1 0 1 0 0,0-2-1 0 0,0 0 0 0 0,19 8 1 0 0,-7-6-1774 0 0,1 0-1 0 0,1-2 1 0 0,45 7 0 0 0,-28-7-3268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26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28 124 128 0 0,'-1'-3'2724'0'0,"-6"-17"1541"0"0,7 19-4083 0 0,-1 0-1 0 0,1 0 0 0 0,0 0 0 0 0,0 0 1 0 0,0-1-1 0 0,0 1 0 0 0,0 0 0 0 0,0 0 1 0 0,0 0-1 0 0,0 0 0 0 0,0 0 0 0 0,1 0 1 0 0,-1-1-1 0 0,0 1 0 0 0,1 0 0 0 0,-1 0 1 0 0,1 0-1 0 0,-1 0 0 0 0,1 0 1 0 0,0 0-1 0 0,1-1 0 0 0,3-1 79 0 0,-1 0-1 0 0,1 1 1 0 0,0 0 0 0 0,0 0-1 0 0,0 0 1 0 0,1 0 0 0 0,-1 1-1 0 0,0 0 1 0 0,1 0 0 0 0,-1 1-1 0 0,0-1 1 0 0,1 1 0 0 0,-1 0-1 0 0,1 1 1 0 0,-1-1 0 0 0,1 1-1 0 0,-1 0 1 0 0,10 3 0 0 0,-7-1-72 0 0,0-1 0 0 0,0 2 1 0 0,0-1-1 0 0,0 1 0 0 0,-1 0 0 0 0,1 1 1 0 0,-1-1-1 0 0,7 8 0 0 0,-10-9-111 0 0,-1 0-1 0 0,0 0 0 0 0,0 0 1 0 0,-1 0-1 0 0,1 1 1 0 0,-1 0-1 0 0,0-1 1 0 0,0 1-1 0 0,0 0 1 0 0,0 0-1 0 0,0 0 0 0 0,-1 0 1 0 0,0 0-1 0 0,0 1 1 0 0,0-1-1 0 0,-1 0 1 0 0,1 8-1 0 0,-1-4 22 0 0,-2 0-1 0 0,1 0 1 0 0,-1 0-1 0 0,0 0 1 0 0,0-1 0 0 0,-1 1-1 0 0,0-1 1 0 0,0 1-1 0 0,-1-1 1 0 0,0 0 0 0 0,-1-1-1 0 0,1 1 1 0 0,-9 8-1 0 0,-9 10 319 0 0,-47 41 0 0 0,60-58-332 0 0,-23 18 109 0 0,18-15-66 0 0,1 0-1 0 0,1 1 1 0 0,-13 15 0 0 0,24-26-43 0 0,2 1-13 0 0,2 0-65 0 0,-1-1 1 0 0,1 1-1 0 0,-1-1 0 0 0,1 0 0 0 0,0 0 1 0 0,-1 0-1 0 0,1 0 0 0 0,0 0 0 0 0,0-1 1 0 0,0 1-1 0 0,-1-1 0 0 0,1 1 1 0 0,0-1-1 0 0,0 0 0 0 0,0-1 0 0 0,5 0 1 0 0,58-10-505 0 0,-39 5 85 0 0,266-50-4608 0 0,-99 9-2753 0 0,-120 26 1531 0 0</inkml:trace>
  <inkml:trace contextRef="#ctx0" brushRef="#br0" timeOffset="1">1530 90 2620 0 0,'-1'-2'2260'0'0,"-33"-38"9961"0"0,32 38-11116 0 0,2 1-1072 0 0,-1 1 0 0 0,1 0 1 0 0,0 0-1 0 0,0 0 0 0 0,0 0 1 0 0,-1 0-1 0 0,1 0 0 0 0,0-1 1 0 0,0 1-1 0 0,0 0 0 0 0,0 0 1 0 0,-1 0-1 0 0,1-1 0 0 0,0 1 1 0 0,0 0-1 0 0,0 0 0 0 0,0 0 1 0 0,0-1-1 0 0,0 1 0 0 0,0 0 1 0 0,0 0-1 0 0,0-1 0 0 0,-1 1 1 0 0,1 0-1 0 0,0 0 0 0 0,0-1 1 0 0,0 1-1 0 0,0 0 0 0 0,0 0 1 0 0,0 0-1 0 0,1-1 0 0 0,-1 1 1 0 0,0 0-1 0 0,0 0 0 0 0,0-1 1 0 0,0 1-1 0 0,0 0 0 0 0,4-3 50 0 0,-1 0-1 0 0,1 0 0 0 0,0 0 0 0 0,0 1 1 0 0,0 0-1 0 0,0 0 0 0 0,1 0 0 0 0,-1 0 1 0 0,0 1-1 0 0,1 0 0 0 0,-1 0 0 0 0,9-1 1 0 0,65-6-55 0 0,-60 7-155 0 0,141 0-4194 0 0,-79 2-3498 0 0,-59-1 1920 0 0</inkml:trace>
  <inkml:trace contextRef="#ctx0" brushRef="#br0" timeOffset="2">1505 289 1504 0 0,'-132'59'16635'0'0,"132"-59"-16617"0"0,0 0 0 0 0,1 0 1 0 0,-1 0-1 0 0,0 0 0 0 0,0 0 0 0 0,0 0 0 0 0,1 0 1 0 0,-1 0-1 0 0,0 0 0 0 0,0 0 0 0 0,0 0 1 0 0,1 0-1 0 0,-1 1 0 0 0,0-1 0 0 0,0 0 0 0 0,0 0 1 0 0,0 0-1 0 0,1 0 0 0 0,-1 0 0 0 0,0 0 0 0 0,0 0 1 0 0,0 1-1 0 0,0-1 0 0 0,0 0 0 0 0,1 0 1 0 0,-1 0-1 0 0,0 0 0 0 0,0 1 0 0 0,0-1 0 0 0,0 0 1 0 0,0 0-1 0 0,0 0 0 0 0,0 0 0 0 0,0 1 0 0 0,1-1-4 0 0,-1 1 0 0 0,0-1 1 0 0,0 1-1 0 0,0-1 0 0 0,1 1 0 0 0,-1-1 0 0 0,0 0 0 0 0,0 1 0 0 0,1-1 0 0 0,-1 0 0 0 0,0 1 0 0 0,1-1 0 0 0,-1 0 0 0 0,1 0 0 0 0,-1 1 0 0 0,0-1 0 0 0,1 0 0 0 0,-1 0 0 0 0,1 1 0 0 0,-1-1 0 0 0,0 0 0 0 0,1 0 0 0 0,-1 0 0 0 0,1 0 0 0 0,-1 0 0 0 0,1 0 0 0 0,-1 0 0 0 0,1 0 0 0 0,-1 0 0 0 0,1 0 0 0 0,0 0 0 0 0,183 0-959 0 0,6-15-7359 0 0,-164 13 6403 0 0,22-2-3770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27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3 212 3332 0 0,'-1'-4'2673'0'0,"1"-5"-1022"0"0,-1 0 1 0 0,1 0 0 0 0,0-1 0 0 0,1 1 0 0 0,0 0 0 0 0,3-13 0 0 0,-3 17-1441 0 0,1 0 0 0 0,0 0-1 0 0,0 1 1 0 0,0-1 0 0 0,0 1 0 0 0,1 0 0 0 0,0-1-1 0 0,0 1 1 0 0,0 0 0 0 0,0 1 0 0 0,1-1 0 0 0,-1 0-1 0 0,1 1 1 0 0,6-4 0 0 0,5-2-71 0 0,0 0 1 0 0,1 2-1 0 0,-1 0 0 0 0,2 0 1 0 0,-1 2-1 0 0,1 0 0 0 0,0 1 1 0 0,0 0-1 0 0,17 0 0 0 0,-6 2-91 0 0,-1 0-1 0 0,0 2 0 0 0,0 2 1 0 0,0 0-1 0 0,28 6 0 0 0,-40-5-29 0 0,1 1 0 0 0,-2 0-1 0 0,1 1 1 0 0,0 1-1 0 0,-1 0 1 0 0,0 1 0 0 0,14 9-1 0 0,-25-14-13 0 0,1 1 0 0 0,0 0 0 0 0,-1-1 0 0 0,0 1 0 0 0,0 0 0 0 0,0 1 0 0 0,0-1 0 0 0,0 0 0 0 0,-1 1 0 0 0,1 0 0 0 0,-1 0 0 0 0,0-1 0 0 0,0 1 0 0 0,0 0 0 0 0,-1 1 0 0 0,0-1 0 0 0,1 0 0 0 0,-1 0-1 0 0,-1 1 1 0 0,1-1 0 0 0,-1 0 0 0 0,0 1 0 0 0,0-1 0 0 0,0 1 0 0 0,0-1 0 0 0,-1 0 0 0 0,1 1 0 0 0,-4 7 0 0 0,-1 2 7 0 0,0-1-1 0 0,-1 0 1 0 0,-1 0-1 0 0,0-1 1 0 0,-1 0-1 0 0,0 0 1 0 0,-1-1-1 0 0,0 0 1 0 0,-13 12-1 0 0,-7 4 23 0 0,-1-1 0 0 0,-36 23-1 0 0,-115 68 191 0 0,79-53-120 0 0,89-56 41 0 0,-23 20 0 0 0,36-28-138 0 0,0 1 1 0 0,0-1-1 0 0,0 1 0 0 0,1-1 0 0 0,-1 1 1 0 0,0-1-1 0 0,0 1 0 0 0,1-1 0 0 0,-1 1 0 0 0,0-1 1 0 0,0 1-1 0 0,1-1 0 0 0,-1 1 0 0 0,1-1 1 0 0,-1 1-1 0 0,0-1 0 0 0,1 0 0 0 0,-1 1 0 0 0,1-1 1 0 0,-1 0-1 0 0,1 1 0 0 0,-1-1 0 0 0,1 0 1 0 0,0 1-1 0 0,6 1 15 0 0,0 0 0 0 0,0 0 0 0 0,0-1 0 0 0,0 0 0 0 0,0 0 0 0 0,1-1 1 0 0,-1 0-1 0 0,13-1 0 0 0,3 0 0 0 0,125-6-588 0 0,186-32-1 0 0,-120 10-3778 0 0,-203 28 3445 0 0,30-5-813 0 0,-12 0-6235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29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56 260 0 0,'-12'-9'2436'0'0,"-25"-23"2099"0"0,37 31-4499 0 0,0 1 1 0 0,0-1-1 0 0,0 1 1 0 0,0-1 0 0 0,0 0-1 0 0,0 1 1 0 0,0-1-1 0 0,0 1 1 0 0,1-1 0 0 0,-1 1-1 0 0,0-1 1 0 0,0 1-1 0 0,0 0 1 0 0,0-1-1 0 0,1 1 1 0 0,-1-1 0 0 0,0 1-1 0 0,1-1 1 0 0,-1 1-1 0 0,0 0 1 0 0,1-1 0 0 0,-1 1-1 0 0,0-1 1 0 0,1 1-1 0 0,-1 0 1 0 0,0 0-1 0 0,1-1 1 0 0,-1 1 0 0 0,1 0-1 0 0,-1 0 1 0 0,1-1-1 0 0,-1 1 1 0 0,1 0 0 0 0,0 0-1 0 0,1 0 15 0 0,0 0 0 0 0,0 0-1 0 0,-1 0 1 0 0,1 0 0 0 0,0 1-1 0 0,0-1 1 0 0,-1 1 0 0 0,1-1-1 0 0,0 1 1 0 0,2 1 0 0 0,1 1 8 0 0,1 0 1 0 0,-1 0 0 0 0,-1 0-1 0 0,1 1 1 0 0,0 0-1 0 0,-1 0 1 0 0,4 4 0 0 0,-2 0-21 0 0,-1 0 1 0 0,0 0-1 0 0,-1 0 1 0 0,1 1-1 0 0,-2-1 1 0 0,1 1-1 0 0,-1 0 1 0 0,-1 0-1 0 0,0 0 1 0 0,2 15 0 0 0,-3-10 5 0 0,-1-1 1 0 0,0 0 0 0 0,-1 1 0 0 0,0-1 0 0 0,-1 0 0 0 0,-7 22 0 0 0,-5 5 80 0 0,-2 0 0 0 0,-2-1 0 0 0,-37 58-1 0 0,48-84-91 0 0,0-2-62 0 0,-7 15 495 0 0,14-26-464 0 0,0 0 1 0 0,0 0 0 0 0,0 0 0 0 0,0 0-1 0 0,-1 0 1 0 0,1 1 0 0 0,0-1 0 0 0,0 0 0 0 0,0 0-1 0 0,0 0 1 0 0,0 0 0 0 0,0 0 0 0 0,0 0-1 0 0,0 0 1 0 0,0 0 0 0 0,0 0 0 0 0,0 1-1 0 0,1-1 1 0 0,-1 0 0 0 0,0 0 0 0 0,0 0 0 0 0,0 0-1 0 0,0 0 1 0 0,0 0 0 0 0,0 0 0 0 0,0 0-1 0 0,0 0 1 0 0,0 0 0 0 0,0 0 0 0 0,0 1 0 0 0,0-1-1 0 0,0 0 1 0 0,0 0 0 0 0,0 0 0 0 0,0 0-1 0 0,1 0 1 0 0,-1 0 0 0 0,0 0 0 0 0,0 0 0 0 0,0 0-1 0 0,0 0 1 0 0,0 0 0 0 0,0 0 0 0 0,0 0-1 0 0,0 0 1 0 0,0 0 0 0 0,0 0 0 0 0,1 0 0 0 0,-1 0-1 0 0,0 0 1 0 0,0 0 0 0 0,0 0 0 0 0,0 0-1 0 0,0 0 1 0 0,0 0 0 0 0,0 0 0 0 0,0 0 0 0 0,0 0-1 0 0,0 0 1 0 0,1 0 0 0 0,-1 0 0 0 0,0 0-1 0 0,0 0 1 0 0,0 0 0 0 0,0-1 0 0 0,16-9 64 0 0,178-171 80 0 0,-116 104-127 0 0,-29 29 65 0 0,-1-2 0 0 0,42-59 0 0 0,-88 106-98 0 0,-22 21 4 0 0,-3 9 9 0 0,0 0-1 0 0,2 2 0 0 0,1 0 0 0 0,1 2 0 0 0,2 0 0 0 0,1 1 0 0 0,2 1 0 0 0,-12 35 0 0 0,25-62 14 0 0,-1 0 1 0 0,1 0-1 0 0,0 0 1 0 0,0 0-1 0 0,0 1 0 0 0,1-1 1 0 0,0 0-1 0 0,0 0 0 0 0,1 1 1 0 0,0-1-1 0 0,0 0 0 0 0,0 0 1 0 0,5 11-1 0 0,-4-12-164 0 0,1 0 0 0 0,0 0 0 0 0,0-1 0 0 0,1 1 0 0 0,-1-1 0 0 0,1 0 0 0 0,0 1 0 0 0,0-2 1 0 0,0 1-1 0 0,1 0 0 0 0,0-1 0 0 0,-1 0 0 0 0,1 0 0 0 0,0 0 0 0 0,8 2 0 0 0,-1 0-1024 0 0,0-1 1 0 0,1 0-1 0 0,14 2 0 0 0,-6-2-1532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30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12 2432 0 0,'17'-9'7886'0'0,"-17"8"-7716"0"0,1 1 0 0 0,-1 0-1 0 0,0 0 1 0 0,1-1 0 0 0,-1 1 0 0 0,1 0-1 0 0,-1 0 1 0 0,1 0 0 0 0,-1 0 0 0 0,1 0-1 0 0,-1 0 1 0 0,1 0 0 0 0,-1 0 0 0 0,0 0-1 0 0,1 0 1 0 0,-1 0 0 0 0,1 0 0 0 0,-1 0-1 0 0,1 0 1 0 0,-1 0 0 0 0,1 0 0 0 0,-1 1-1 0 0,3 1 1189 0 0,-2-2-1188 0 0,-1 2-54 0 0,0-1-1 0 0,1 1 1 0 0,-1-1 0 0 0,0 1-1 0 0,0-1 1 0 0,0 0-1 0 0,-1 1 1 0 0,1-1 0 0 0,0 1-1 0 0,0-1 1 0 0,-1 0 0 0 0,0 2-1 0 0,-20 44-34 0 0,12-30-360 0 0,-64 131 1507 0 0,46-69-3576 0 0,22-57-2047 0 0,-5 41 1 0 0,8-44-348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30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0 166 1096 0 0,'2'-10'1724'0'0,"0"0"0"0"0,0-1 0 0 0,1 1 0 0 0,0 0-1 0 0,6-10 1 0 0,-7 16-1561 0 0,1-1-1 0 0,0 1 1 0 0,-1 0 0 0 0,2 0-1 0 0,-1 0 1 0 0,0 0 0 0 0,1 1-1 0 0,0-1 1 0 0,0 1-1 0 0,0 0 1 0 0,0 0 0 0 0,9-4-1 0 0,2 0-234 0 0,-1 2 0 0 0,1 0 1 0 0,0 0-1 0 0,27-4 0 0 0,64-1-6742 0 0,-85 8 2838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31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45 680 0 0,'-53'61'12543'0'0,"51"-59"-11819"0"0,-1 2 100 0 0,3-4-780 0 0,0 0 1 0 0,-1 0 0 0 0,1 1-1 0 0,0-1 1 0 0,0 0 0 0 0,-1 0-1 0 0,1 0 1 0 0,0 1 0 0 0,0-1-1 0 0,0 0 1 0 0,-1 0 0 0 0,1 0-1 0 0,0 1 1 0 0,0-1-1 0 0,0 0 1 0 0,0 0 0 0 0,-1 1-1 0 0,1-1 1 0 0,0 0 0 0 0,0 1-1 0 0,0-1 1 0 0,0 0 0 0 0,0 1-1 0 0,0-1 1 0 0,0 0 0 0 0,0 0-1 0 0,0 1 1 0 0,0-1 0 0 0,0 0-1 0 0,0 1 1 0 0,0-1 0 0 0,0 1-1 0 0,20-1-5 0 0,-1-1 0 0 0,1-1 0 0 0,-1-1 0 0 0,0-1 0 0 0,31-10 0 0 0,10 0-1133 0 0,77-21-2357 0 0,-48 6-1651 0 0,-45 11 675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31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61 2952 0 0,'1'-2'2221'0'0,"-1"-1"-1321"0"0,1 0 1 0 0,-1 0-1 0 0,0 1 0 0 0,0-1 1 0 0,0 0-1 0 0,0 0 0 0 0,-1-5 1 0 0,1 7-835 0 0,-1 1 0 0 0,1-1 1 0 0,0 1-1 0 0,-1-1 1 0 0,1 1-1 0 0,-1 0 0 0 0,1-1 1 0 0,0 1-1 0 0,-1 0 1 0 0,1-1-1 0 0,-1 1 0 0 0,1 0 1 0 0,-1-1-1 0 0,1 1 0 0 0,-1 0 1 0 0,1 0-1 0 0,-1 0 1 0 0,1 0-1 0 0,-1-1 0 0 0,0 1 1 0 0,1 0-1 0 0,-1 0 0 0 0,1 0 1 0 0,-1 0-1 0 0,1 0 1 0 0,-1 0-1 0 0,1 0 0 0 0,-1 1 1 0 0,0-1-1 0 0,1 0 1 0 0,-1 0-1 0 0,1 0 0 0 0,-1 0 1 0 0,1 1-1 0 0,-1-1 0 0 0,1 0 1 0 0,-1 1-1 0 0,1-1 1 0 0,-1 0-1 0 0,1 1 0 0 0,-10 5 163 0 0,1 0-1 0 0,0 0 0 0 0,1 1 0 0 0,0 1 0 0 0,0-1 1 0 0,0 1-1 0 0,-12 18 0 0 0,18-24-189 0 0,-9 12 56 0 0,1-1 0 0 0,1 1 1 0 0,0 1-1 0 0,1 0 1 0 0,1 0-1 0 0,0 1 1 0 0,1-1-1 0 0,-8 34 1 0 0,12-41-76 0 0,1 0 0 0 0,0 0 0 0 0,0 0 0 0 0,1-1 0 0 0,0 1 0 0 0,0 0 0 0 0,1 0 0 0 0,0 0-1 0 0,1 0 1 0 0,-1 0 0 0 0,2 0 0 0 0,-1-1 0 0 0,1 1 0 0 0,0-1 0 0 0,0 0 0 0 0,1 0 0 0 0,0 0 0 0 0,1 0 0 0 0,-1-1 0 0 0,1 0 0 0 0,7 8 0 0 0,0-4 5 0 0,0 0 0 0 0,1-1 0 0 0,0 0 0 0 0,0-1 0 0 0,0 0 0 0 0,1-2 0 0 0,1 1-1 0 0,-1-1 1 0 0,1-1 0 0 0,0-1 0 0 0,0 0 0 0 0,0-1 0 0 0,1-1 0 0 0,-1 0 0 0 0,1-1 0 0 0,21-1-1 0 0,-16-1-6 0 0,1 0-1 0 0,-1-2 0 0 0,1-1 0 0 0,-1 0 1 0 0,0-2-1 0 0,-1 0 0 0 0,1-1 0 0 0,-1-1 1 0 0,-1-1-1 0 0,0-1 0 0 0,26-17 0 0 0,-34 18-10 0 0,-1 1 0 0 0,0-2 0 0 0,0 1 0 0 0,-1-1 0 0 0,0-1 0 0 0,-1 0 0 0 0,0 0 0 0 0,-1 0 0 0 0,0-1 0 0 0,-1 0-1 0 0,0-1 1 0 0,6-19 0 0 0,-9 23-6 0 0,-1 1-1 0 0,0 0 0 0 0,0-1 0 0 0,-1 0 1 0 0,0 1-1 0 0,0-1 0 0 0,-1 0 1 0 0,-1 1-1 0 0,1-1 0 0 0,-1 0 1 0 0,-1 1-1 0 0,0-1 0 0 0,0 1 0 0 0,0 0 1 0 0,-1 0-1 0 0,0-1 0 0 0,-1 2 1 0 0,0-1-1 0 0,0 0 0 0 0,-10-13 0 0 0,6 13-1 0 0,0 0 0 0 0,0 0 0 0 0,-1 1 0 0 0,0 0 0 0 0,-1 1 0 0 0,1 0 0 0 0,-1 0 0 0 0,0 1 0 0 0,-1 0 0 0 0,1 1 0 0 0,-17-5 0 0 0,4 3-29 0 0,0 1 0 0 0,0 1 0 0 0,0 1 0 0 0,-39-1 0 0 0,41 5-512 0 0,-1 0 0 0 0,0 2 0 0 0,1 0 0 0 0,-39 11 0 0 0,42-8-1424 0 0,1 1 0 0 0,0 0 0 0 0,-21 12-1 0 0,14-4-3878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32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34 2684 0 0,'2'-2'2157'0'0,"14"-29"9824"0"0,-53 56-11754 0 0,2 3 0 0 0,-48 47-1 0 0,63-56-185 0 0,-20 19-168 0 0,-49 61 1 0 0,35-22-2511 0 0,40-52-1165 0 0,-15 33 0 0 0,22-43-843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33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1 151 1608 0 0,'19'-14'1105'0'0,"0"2"-1"0"0,1 0 1 0 0,1 1 0 0 0,0 1-1 0 0,0 1 1 0 0,1 1-1 0 0,0 1 1 0 0,41-8 0 0 0,-50 12-934 0 0,0 2 0 0 0,1-1 0 0 0,-1 2 1 0 0,0 0-1 0 0,0 0 0 0 0,0 1 1 0 0,1 1-1 0 0,-1 0 0 0 0,-1 1 0 0 0,1 0 1 0 0,0 1-1 0 0,-1 1 0 0 0,1 0 0 0 0,-1 0 1 0 0,-1 1-1 0 0,21 14 0 0 0,-28-17-149 0 0,0 0 0 0 0,0 0 0 0 0,-1 1 0 0 0,1 0 0 0 0,-1-1 0 0 0,0 1 0 0 0,0 1 0 0 0,0-1 0 0 0,0 0 0 0 0,-1 1 0 0 0,0-1 0 0 0,0 1 0 0 0,0-1 0 0 0,0 1 0 0 0,1 8 0 0 0,-2-7-4 0 0,-1 0 0 0 0,1 1 0 0 0,-2-1 0 0 0,1 0 0 0 0,-1 1 0 0 0,1-1 0 0 0,-2 0-1 0 0,1 0 1 0 0,-1 1 0 0 0,-4 10 0 0 0,-2-1 1 0 0,0-1 0 0 0,-1 0-1 0 0,-1-1 1 0 0,0 0 0 0 0,-1-1-1 0 0,0 0 1 0 0,-1 0 0 0 0,-16 12 0 0 0,-69 47 91 0 0,65-49-104 0 0,29-21-97 0 0,4-5-160 0 0,0 1 224 0 0,0-1 0 0 0,0 1 1 0 0,1-1-1 0 0,-1 1 0 0 0,0 0 1 0 0,1-1-1 0 0,0 1 0 0 0,0 0 1 0 0,-1 0-1 0 0,1 0 0 0 0,0 1 0 0 0,1-1 1 0 0,-1 0-1 0 0,0 1 0 0 0,3-2 1 0 0,5-5-93 0 0,353-333-482 0 0,-307 269 1820 0 0,-55 71-1206 0 0,0 0 1 0 0,-1 0-1 0 0,1 1 0 0 0,-1-1 1 0 0,1 0-1 0 0,-1 0 0 0 0,1 0 1 0 0,-1 0-1 0 0,1 0 1 0 0,-1 0-1 0 0,0 0 0 0 0,0 0 1 0 0,0 0-1 0 0,1-2 1 0 0,-1 0 13 0 0,1-1 28 0 0,-1 4-49 0 0,0-1-1 0 0,0 1 1 0 0,-1-1-1 0 0,1 1 1 0 0,0-1-1 0 0,0 0 1 0 0,-1 1-1 0 0,1-1 1 0 0,0 1-1 0 0,-1 0 1 0 0,1-1-1 0 0,0 1 1 0 0,-1-1-1 0 0,1 1 1 0 0,-1 0-1 0 0,1-1 1 0 0,0 1-1 0 0,-1 0 1 0 0,1-1-1 0 0,-1 1 1 0 0,1 0-1 0 0,-1 0 1 0 0,0-1-1 0 0,-7 3 3 0 0,1 0-1 0 0,-1 0 1 0 0,1 1-1 0 0,0 0 1 0 0,0 0 0 0 0,0 1-1 0 0,0 0 1 0 0,1 0-1 0 0,0 0 1 0 0,-6 6 0 0 0,-61 57 2 0 0,70-64-9 0 0,-11 10 3 0 0,2 1 0 0 0,0 0 0 0 0,1 1 0 0 0,0 1 0 0 0,-12 23 0 0 0,20-33 0 0 0,1 0 1 0 0,-1 0-1 0 0,1 1 0 0 0,0 0 0 0 0,1-1 0 0 0,-1 1 1 0 0,0 13-1 0 0,2-16 0 0 0,1 0 1 0 0,-1 0-1 0 0,1 0 0 0 0,-1 0 1 0 0,1 0-1 0 0,0 0 1 0 0,0 0-1 0 0,1 0 0 0 0,-1-1 1 0 0,1 1-1 0 0,0 0 1 0 0,0-1-1 0 0,0 1 0 0 0,4 3 1 0 0,2 2-128 0 0,0-1 1 0 0,1 0-1 0 0,0-1 0 0 0,1 0 1 0 0,-1 0-1 0 0,1-1 1 0 0,1 0-1 0 0,-1-1 1 0 0,1 0-1 0 0,0-1 0 0 0,0 0 1 0 0,12 3-1 0 0,7 0-1928 0 0,1-1-1 0 0,-1-2 0 0 0,45 1 1 0 0,-42-3-1404 0 0</inkml:trace>
  <inkml:trace contextRef="#ctx0" brushRef="#br0" timeOffset="1">1161 352 340 0 0,'-11'-20'9723'0'0,"10"19"-9602"0"0,1 0 0 0 0,0 0 0 0 0,-1 0 0 0 0,1-1-1 0 0,0 1 1 0 0,-1 0 0 0 0,1 0 0 0 0,0 0 0 0 0,0 0 0 0 0,0 0 0 0 0,0 0 0 0 0,0 0 0 0 0,0 0 0 0 0,0-1 0 0 0,0 1 0 0 0,0 0-1 0 0,1 0 1 0 0,-1 0 0 0 0,0 0 0 0 0,1 0 0 0 0,-1 0 0 0 0,1 0 0 0 0,-1 0 0 0 0,1 0 0 0 0,0 0 0 0 0,-1 0 0 0 0,1 0-1 0 0,0 1 1 0 0,0-1 0 0 0,-1 0 0 0 0,1 0 0 0 0,0 1 0 0 0,0-1 0 0 0,0 0 0 0 0,0 1 0 0 0,0-1 0 0 0,0 1 0 0 0,0-1-1 0 0,1 1 1 0 0,1-2 163 0 0,1 2 58 0 0,0 1-235 0 0,1-1-1 0 0,0 0 1 0 0,-1 1 0 0 0,1 0 0 0 0,-1 0-1 0 0,1 0 1 0 0,-1 1 0 0 0,0-1 0 0 0,1 1-1 0 0,-1 0 1 0 0,0 0 0 0 0,0 1 0 0 0,4 3-1 0 0,-5-4-76 0 0,-1 0-1 0 0,0 0 1 0 0,0 0-1 0 0,0 0 0 0 0,0 1 1 0 0,-1-1-1 0 0,1 0 0 0 0,-1 1 1 0 0,1 0-1 0 0,-1-1 0 0 0,0 1 1 0 0,0 0-1 0 0,0 0 0 0 0,0-1 1 0 0,-1 1-1 0 0,1 0 0 0 0,-1 0 1 0 0,0 0-1 0 0,1 0 0 0 0,-1 0 1 0 0,-1 0-1 0 0,1 0 0 0 0,-1 5 1 0 0,-1 0-1 0 0,-1 0 0 0 0,1 1 1 0 0,-2-1-1 0 0,1-1 0 0 0,-1 1 1 0 0,0 0-1 0 0,-1-1 0 0 0,0 0 1 0 0,-5 7-1 0 0,-11 10 94 0 0,-26 23 1 0 0,24-24-38 0 0,-117 97 470 0 0,140-119-539 0 0,-1-1-1 0 0,1 0 0 0 0,-1 1 0 0 0,1-1 1 0 0,0 0-1 0 0,-1 1 0 0 0,1-1 0 0 0,-1 1 1 0 0,1-1-1 0 0,0 1 0 0 0,-1-1 0 0 0,1 1 1 0 0,0-1-1 0 0,-1 1 0 0 0,1-1 0 0 0,0 1 1 0 0,0-1-1 0 0,0 1 0 0 0,0-1 0 0 0,-1 1 1 0 0,1 0-1 0 0,0-1 0 0 0,0 1 0 0 0,0-1 1 0 0,0 1-1 0 0,0 0 0 0 0,1 0-9 0 0,0-1-1 0 0,-1 0 1 0 0,1 1-1 0 0,-1-1 1 0 0,1 0-1 0 0,0 1 1 0 0,-1-1-1 0 0,1 0 1 0 0,0 0-1 0 0,-1 0 1 0 0,1 0-1 0 0,0 1 1 0 0,-1-1-1 0 0,1 0 1 0 0,0 0 0 0 0,0 0-1 0 0,-1-1 1 0 0,2 1-1 0 0,37-7 27 0 0,-37 6-15 0 0,381-130-4649 0 0,-223 64-2526 0 0,-114 44 1829 0 0</inkml:trace>
  <inkml:trace contextRef="#ctx0" brushRef="#br0" timeOffset="2">2072 170 2020 0 0,'-3'-2'2434'0'0,"-45"-28"8352"0"0,46 28-10046 0 0,2 2-688 0 0,0-1 0 0 0,0 1 0 0 0,-1 0 0 0 0,1-1 0 0 0,0 1 0 0 0,0 0 0 0 0,-1-1 0 0 0,1 1 0 0 0,0-1 0 0 0,0 1 0 0 0,0-1 0 0 0,0 1 0 0 0,0 0 0 0 0,-1-1 0 0 0,1 1 0 0 0,0-1 0 0 0,0 1 0 0 0,0-1 0 0 0,0 1 0 0 0,0-1 0 0 0,1 1 0 0 0,-1 0 0 0 0,0-1 0 0 0,0 1 0 0 0,0-1 0 0 0,0 1 0 0 0,1-1 0 0 0,7-5 104 0 0,1 1 0 0 0,1 0-1 0 0,-1 1 1 0 0,1 0 0 0 0,0 0-1 0 0,19-3 1 0 0,69-8-827 0 0,-47 8-667 0 0,21 0-1675 0 0,-25 4-1822 0 0,-39 3 3525 0 0,12-1-3645 0 0</inkml:trace>
  <inkml:trace contextRef="#ctx0" brushRef="#br0" timeOffset="3">2284 266 2268 0 0,'-80'49'12777'0'0,"78"-47"-12231"0"0,2-2-525 0 0,0 0 0 0 0,0 0-1 0 0,0 0 1 0 0,1 0 0 0 0,-1 0 0 0 0,0 0 0 0 0,0 0 0 0 0,0 0 0 0 0,0 1 0 0 0,0-1 0 0 0,0 0-1 0 0,0 0 1 0 0,0 0 0 0 0,0 0 0 0 0,0 0 0 0 0,0 0 0 0 0,1 1 0 0 0,-1-1 0 0 0,0 0 0 0 0,0 0 0 0 0,0 0-1 0 0,0 0 1 0 0,0 0 0 0 0,0 1 0 0 0,0-1 0 0 0,0 0 0 0 0,0 0 0 0 0,0 0 0 0 0,0 0 0 0 0,0 0-1 0 0,-1 1 1 0 0,1-1 0 0 0,0 0 0 0 0,0 0 0 0 0,0 0 0 0 0,0 0 0 0 0,0 0 0 0 0,0 0 0 0 0,0 1 0 0 0,0-1-1 0 0,0 0 1 0 0,0 0 0 0 0,0 0 0 0 0,-1 0 0 0 0,1 0 0 0 0,0 0 0 0 0,0 0 0 0 0,0 0 0 0 0,0 0-1 0 0,0 1 1 0 0,0-1 0 0 0,-1 0 0 0 0,1 0 0 0 0,0 0 0 0 0,0 0 0 0 0,0 0 0 0 0,0 0 0 0 0,0 0-1 0 0,-1 0 1 0 0,1 0 0 0 0,0 0 0 0 0,0 0 0 0 0,0 0 0 0 0,0 0 0 0 0,0 0 0 0 0,-1 0 0 0 0,1 0 0 0 0,0-1-1 0 0,1 2 6 0 0,0 0-1 0 0,0-1 1 0 0,0 1-1 0 0,0-1 0 0 0,0 1 1 0 0,1-1-1 0 0,-1 0 0 0 0,0 1 1 0 0,0-1-1 0 0,0 0 0 0 0,0 0 1 0 0,1 0-1 0 0,-1 0 1 0 0,0 0-1 0 0,0 0 0 0 0,2-1 1 0 0,61-7-187 0 0,113-16-2955 0 0,-60 3-3306 0 0,-73 12 1061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33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3 223 1932 0 0,'-1'-8'1020'0'0,"0"1"1"0"0,1 0-1 0 0,0-1 0 0 0,0 1 0 0 0,1 0 1 0 0,0-1-1 0 0,2-7 0 0 0,-1 9-524 0 0,0-1 0 0 0,0 1-1 0 0,1-1 1 0 0,0 1 0 0 0,0 0 0 0 0,1 0-1 0 0,4-5 1 0 0,-2 4-230 0 0,0-1 0 0 0,1 1-1 0 0,0 1 1 0 0,1-1 0 0 0,0 2-1 0 0,0-1 1 0 0,0 1 0 0 0,0 0 0 0 0,1 0-1 0 0,0 1 1 0 0,11-4 0 0 0,1 1-5 0 0,0 2 1 0 0,-1 0-1 0 0,1 1 1 0 0,1 1-1 0 0,-1 1 1 0 0,0 1-1 0 0,26 1 1 0 0,-35 1-204 0 0,-1 0-1 0 0,1 0 1 0 0,-1 1 0 0 0,0 1 0 0 0,0 0 0 0 0,0 0-1 0 0,0 1 1 0 0,0 0 0 0 0,-1 1 0 0 0,0 0 0 0 0,0 1-1 0 0,0 0 1 0 0,-1 1 0 0 0,17 15 0 0 0,-23-19-42 0 0,0 0 0 0 0,-1 0 0 0 0,1 1 0 0 0,-1-1 0 0 0,0 1 0 0 0,0-1-1 0 0,-1 1 1 0 0,1 0 0 0 0,-1-1 0 0 0,1 1 0 0 0,-1 0 0 0 0,-1 0 0 0 0,1 0 0 0 0,0 6 0 0 0,-1-3 32 0 0,0 0 0 0 0,-1 1 0 0 0,0-1 0 0 0,0 0 0 0 0,0 1 0 0 0,-1-1-1 0 0,-4 9 1 0 0,-3 6 175 0 0,-1-1 0 0 0,-2-1-1 0 0,-26 38 1 0 0,-3-5 326 0 0,-83 84 1 0 0,57-67-81 0 0,67-69-459 0 0,0 0 1 0 0,0 0-1 0 0,0 0 1 0 0,0 0 0 0 0,-1 0-1 0 0,1 0 1 0 0,1 0-1 0 0,-1 0 1 0 0,0 0-1 0 0,0-1 1 0 0,0 1-1 0 0,0 0 1 0 0,1 0 0 0 0,-1 0-1 0 0,0 0 1 0 0,1 1-1 0 0,4 3 59 0 0,14 2-12 0 0,-1-1-1 0 0,1-1 0 0 0,0-1 1 0 0,28 3-1 0 0,85 0-14 0 0,-81-5-11 0 0,349 9-1562 0 0,-133-9-2328 0 0,-256-2 3591 0 0,101 0-3068 0 0,-39-1-1922 0 0,-13-2-1978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34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1212 0 0,'0'0'4393'0'0,"3"-14"-1779"0"0,20-25 329 0 0,-22 38-2703 0 0,0-1-190 0 0,-1 0 1 0 0,1 1 0 0 0,0-1-1 0 0,-1 1 1 0 0,1-1 0 0 0,0 0-1 0 0,0 1 1 0 0,0 0 0 0 0,0-1-1 0 0,1 1 1 0 0,-1 0 0 0 0,0-1-1 0 0,1 1 1 0 0,-1 0 0 0 0,0 0-1 0 0,1 0 1 0 0,-1 0 0 0 0,1 0-1 0 0,2-1 1 0 0,6 3-35 0 0,0-1-1 0 0,0 1 1 0 0,0 1 0 0 0,10 2-1 0 0,-2 3-12 0 0,0 1 1 0 0,17 11-1 0 0,-30-16-13 0 0,-1 1-1 0 0,1-1 0 0 0,-1 1 1 0 0,0 0-1 0 0,0 0 1 0 0,0 0-1 0 0,0 1 0 0 0,4 8 1 0 0,-6-9-5 0 0,0 0 1 0 0,0 1-1 0 0,-1 0 1 0 0,0-1-1 0 0,0 1 1 0 0,1 8 0 0 0,-2-8 25 0 0,0 4-12 0 0,0 0 0 0 0,-1 1-1 0 0,-1-1 1 0 0,0-1 0 0 0,0 1 0 0 0,0 0 0 0 0,-1 0 0 0 0,0-1 0 0 0,-8 14-1 0 0,-2 2 17 0 0,-1-1-1 0 0,-1-1 0 0 0,-1 0 0 0 0,-1-1 1 0 0,-31 30-1 0 0,13-12 100 0 0,33-37-92 0 0,-5 1 1748 0 0,7-3-1735 0 0,2-4-24 0 0,1-1 0 0 0,0 1 0 0 0,0 0 0 0 0,0-1 0 0 0,0 1 0 0 0,1 1 0 0 0,-1-1 0 0 0,1 0 0 0 0,5-3 0 0 0,47-33 54 0 0,-35 26-48 0 0,466-268 277 0 0,-464 271-281 0 0,-12 5 0 0 0,1 1 0 0 0,-1-2 0 0 0,19-14 0 0 0,-27 18-53 0 0,-4 3 15 0 0,-11 3 9 0 0,-17 11 6 0 0,-3 5-33 0 0,1 2 0 0 0,1 0 0 0 0,0 3 1 0 0,2 0-1 0 0,1 1 0 0 0,1 2 0 0 0,1 1 1 0 0,-30 45-1 0 0,52-69 51 0 0,1-1 0 0 0,0 1 0 0 0,0 0 0 0 0,0 0 0 0 0,0 0 0 0 0,1 1 0 0 0,-1-1 0 0 0,1 0 0 0 0,0 1-1 0 0,1-1 1 0 0,-1 1 0 0 0,1 5 0 0 0,0-7 14 0 0,0-1 0 0 0,1 0 0 0 0,0 0 0 0 0,-1 1 0 0 0,1-1 0 0 0,0 0-1 0 0,0 0 1 0 0,0 0 0 0 0,0 0 0 0 0,1 0 0 0 0,-1 0 0 0 0,0-1 0 0 0,1 1 0 0 0,-1 0-1 0 0,1-1 1 0 0,0 1 0 0 0,0-1 0 0 0,-1 1 0 0 0,1-1 0 0 0,0 0 0 0 0,0 0 0 0 0,0 0-1 0 0,0 0 1 0 0,1 0 0 0 0,3 1 0 0 0,9 2 40 0 0,1 0 0 0 0,0-1 0 0 0,-1 0 0 0 0,1-1 0 0 0,23-1 0 0 0,83-7 45 0 0,-92 3-83 0 0,277-26 658 0 0,-287 25-459 0 0,-17 4-149 0 0,0-1-29 0 0,0 0-60 0 0,-3 1 16 0 0,0 0 0 0 0,1 0 0 0 0,-1 0 0 0 0,1 0 0 0 0,-1 0 0 0 0,0 0-1 0 0,1 0 1 0 0,-1 0 0 0 0,0-1 0 0 0,1 1 0 0 0,-1 0 0 0 0,1 0 0 0 0,-1 0 0 0 0,0 0-1 0 0,1 0 1 0 0,-1-1 0 0 0,0 1 0 0 0,1 0 0 0 0,-1 0 0 0 0,0-1 0 0 0,0 1 0 0 0,1 0-1 0 0,-1-1 1 0 0,0 1 0 0 0,0 0 0 0 0,1 0 0 0 0,-1-1 0 0 0,0 1 0 0 0,0-1-1 0 0,0 1 1 0 0,0 0 0 0 0,1-1 0 0 0,-1 1 0 0 0,0 0 0 0 0,0-1 0 0 0,0 1 0 0 0,0-1-1 0 0,0 1 1 0 0,0 0 0 0 0,0-1 0 0 0,0 1 0 0 0,0 0 0 0 0,0-1 0 0 0,-1 0 0 0 0,1 0-294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35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40 1348 0 0,'2'-15'6905'0'0,"1"5"-5694"0"0,-2 7-256 0 0,5-8 1721 0 0,-4 11-2654 0 0,-1 0-1 0 0,1 0 1 0 0,-1 0-1 0 0,1 0 1 0 0,-1 0-1 0 0,1 0 0 0 0,-1 0 1 0 0,0 0-1 0 0,1 1 1 0 0,-1-1-1 0 0,1 1 1 0 0,-1-1-1 0 0,0 1 1 0 0,1-1-1 0 0,-1 1 1 0 0,0 0-1 0 0,1 0 1 0 0,-1 0-1 0 0,0 0 1 0 0,0 0-1 0 0,0 0 1 0 0,0 0-1 0 0,0 0 0 0 0,0 0 1 0 0,0 0-1 0 0,0 0 1 0 0,0 1-1 0 0,-1-1 1 0 0,1 0-1 0 0,0 1 1 0 0,-1-1-1 0 0,1 2 1 0 0,2 4 7 0 0,0-1-1 0 0,-1 1 1 0 0,0 0 0 0 0,0-1 0 0 0,-1 1-1 0 0,1 9 1 0 0,-2-4 50 0 0,0-1-1 0 0,-1 0 0 0 0,-1 0 1 0 0,0 0-1 0 0,-1 0 1 0 0,0 0-1 0 0,0-1 0 0 0,-1 1 1 0 0,0-1-1 0 0,-1 0 1 0 0,-1 0-1 0 0,-8 13 0 0 0,-11 13 689 0 0,-52 57-1 0 0,76-91-755 0 0,-9 8 111 0 0,7-8-98 0 0,1 0-1 0 0,0 0 0 0 0,-1 1 1 0 0,1-1-1 0 0,0 1 0 0 0,0 0 1 0 0,1-1-1 0 0,-1 1 0 0 0,1 0 1 0 0,-3 6-1 0 0,6-8-15 0 0,-1-1 0 0 0,0 1 0 0 0,1 0 1 0 0,-1-1-1 0 0,1 0 0 0 0,0 1 0 0 0,-1-1 0 0 0,1 0 1 0 0,2 0-1 0 0,7 0-126 0 0,-1-1-1 0 0,0-1 1 0 0,1 1 0 0 0,-1-2 0 0 0,17-6 0 0 0,-8 3-267 0 0,39-13-2786 0 0,0-3 1 0 0,99-53-1 0 0,-101 45-848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35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61 1540 0 0,'-13'-10'6251'0'0,"1"3"-1821"0"0,-3-2-1238 0 0,15 9-3094 0 0,-1-1 0 0 0,1 1 0 0 0,0 0-1 0 0,-1-1 1 0 0,1 1 0 0 0,0-1 0 0 0,0 1 0 0 0,0 0-1 0 0,-1-1 1 0 0,1 1 0 0 0,0-1 0 0 0,0 1-1 0 0,0-1 1 0 0,0 1 0 0 0,0 0 0 0 0,0-1 0 0 0,0 1-1 0 0,0-1 1 0 0,0 1 0 0 0,0-1 0 0 0,0 1 0 0 0,0-1-1 0 0,0 1 1 0 0,0 0 0 0 0,0-1 0 0 0,0 1-1 0 0,0-1 1 0 0,1 1 0 0 0,-1-1 0 0 0,0 1 0 0 0,1-1-1 0 0,0 0-83 0 0,-1 1 0 0 0,1-1 0 0 0,0 0 0 0 0,0 1 0 0 0,0-1 0 0 0,0 1 0 0 0,0-1 0 0 0,0 1 0 0 0,0-1-1 0 0,0 1 1 0 0,0 0 0 0 0,0-1 0 0 0,0 1 0 0 0,0 0 0 0 0,0 0 0 0 0,0 0 0 0 0,2 0 0 0 0,-1 0 20 0 0,26-5-528 0 0,0 1 0 0 0,1 1 0 0 0,35 2 0 0 0,35 5-8838 0 0,-82-2 4217 0 0</inkml:trace>
  <inkml:trace contextRef="#ctx0" brushRef="#br0" timeOffset="1">109 269 520 0 0,'-41'31'5880'0'0,"-13"14"1205"0"0,52-43-6562 0 0,2-2-509 0 0,1 1 0 0 0,-1-1 0 0 0,0 0 0 0 0,0 1 0 0 0,1-1 0 0 0,-1 1 0 0 0,0-1 0 0 0,1 0-1 0 0,-1 1 1 0 0,0-1 0 0 0,1 1 0 0 0,-1-1 0 0 0,1 0 0 0 0,-1 0 0 0 0,1 1 0 0 0,-1-1 0 0 0,1 0 0 0 0,-1 0 0 0 0,1 1 0 0 0,-1-1 0 0 0,1 0 0 0 0,-1 0 0 0 0,1 0 0 0 0,-1 0 0 0 0,1 0 0 0 0,-1 0-1 0 0,1 0 1 0 0,-1 0 0 0 0,1 0 0 0 0,-1 0 0 0 0,1 0 0 0 0,0 0 0 0 0,20-3-50 0 0,-20 3 3 0 0,123-21-3095 0 0,-42 0-1698 0 0,-37 8 785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36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216 232 616 0 0,'4'-23'12048'0'0,"-8"25"-10869"0"0,-6 3-519 0 0,-1 0 0 0 0,1 1 0 0 0,0 1 0 0 0,0-1 0 0 0,0 2 0 0 0,1-1 0 0 0,-13 15 0 0 0,1 1 231 0 0,-34 46 0 0 0,49-60-817 0 0,0 0 0 0 0,1 1 1 0 0,0-1-1 0 0,0 1 1 0 0,1 1-1 0 0,0-1 1 0 0,1 0-1 0 0,0 1 1 0 0,1 0-1 0 0,-2 18 1 0 0,3-23-58 0 0,1 0 1 0 0,1 0-1 0 0,-1 0 1 0 0,1 0-1 0 0,0 0 1 0 0,0-1-1 0 0,1 1 1 0 0,-1 0-1 0 0,1-1 1 0 0,1 1-1 0 0,-1-1 1 0 0,1 1-1 0 0,0-1 1 0 0,0 0-1 0 0,0 0 1 0 0,1-1-1 0 0,0 1 1 0 0,0-1-1 0 0,0 0 1 0 0,0 1-1 0 0,8 4 1 0 0,-4-3 4 0 0,2 0 0 0 0,-1-1 0 0 0,0 0 0 0 0,1 0 0 0 0,0-1 0 0 0,0-1 1 0 0,1 1-1 0 0,-1-2 0 0 0,1 1 0 0 0,18 1 0 0 0,-13-3 2 0 0,-1-1-1 0 0,1-1 1 0 0,-1 0-1 0 0,1-1 1 0 0,-1-1-1 0 0,29-8 1 0 0,-19 2-8 0 0,0-2 1 0 0,-1 0 0 0 0,-1-1 0 0 0,0-1 0 0 0,0-1 0 0 0,-2-1-1 0 0,1-1 1 0 0,28-29 0 0 0,-34 28 1 0 0,0-1 0 0 0,-1 0 0 0 0,0-1 0 0 0,-2-1 0 0 0,0 0-1 0 0,-2-1 1 0 0,17-40 0 0 0,-24 51-15 0 0,-1 0-1 0 0,-1-1 0 0 0,0 1 1 0 0,0-1-1 0 0,-1 0 0 0 0,0 0 1 0 0,0 1-1 0 0,-3-17 1 0 0,1 19-10 0 0,0 0 1 0 0,-1 1 0 0 0,0-1-1 0 0,-1 1 1 0 0,1 0 0 0 0,-1 0 0 0 0,-1 0-1 0 0,1 0 1 0 0,-1 0 0 0 0,-1 1-1 0 0,1 0 1 0 0,-11-12 0 0 0,4 8 0 0 0,0 1 1 0 0,-1 0 0 0 0,0 1-1 0 0,0 0 1 0 0,-1 1-1 0 0,0 0 1 0 0,0 1 0 0 0,0 0-1 0 0,-1 1 1 0 0,0 1 0 0 0,0 0-1 0 0,0 1 1 0 0,-1 0-1 0 0,-14 0 1 0 0,5 1-397 0 0,-1 1 0 0 0,0 2 0 0 0,0 0 0 0 0,0 1 0 0 0,1 2 0 0 0,-1 0 0 0 0,-32 11 0 0 0,-25 18-3045 0 0,30-5-2303 0 0,12-3-2103 0 0</inkml:trace>
  <inkml:trace contextRef="#ctx0" brushRef="#br0" timeOffset="1">1511 843 628 0 0,'-11'-9'6622'0'0,"11"8"-6665"0"0,-19-8 3581 0 0,19 8-3455 0 0,-1 1-1 0 0,0-1 1 0 0,1 1-1 0 0,-1 0 1 0 0,0-1-1 0 0,0 1 1 0 0,1 0 0 0 0,-1 0-1 0 0,0 0 1 0 0,0 0-1 0 0,0-1 1 0 0,1 1-1 0 0,-1 0 1 0 0,0 0-1 0 0,0 0 1 0 0,0 1-1 0 0,1-1 1 0 0,-1 0-1 0 0,0 0 1 0 0,0 0-1 0 0,0 0 1 0 0,1 1-1 0 0,-1-1 1 0 0,0 0-1 0 0,0 1 1 0 0,1-1-1 0 0,-1 1 1 0 0,0 0 0 0 0,-20 27 137 0 0,-2-1 1 0 0,0 0 0 0 0,-46 39 0 0 0,13-13-101 0 0,-88 94-723 0 0,52-45-5497 0 0,66-72 1065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37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6 244 1292 0 0,'-1'-3'418'0'0,"0"-1"0"0"0,0 1 0 0 0,0-1 0 0 0,1 0 0 0 0,-1 1 0 0 0,1-1 0 0 0,0 1 0 0 0,0-1 0 0 0,0 0 0 0 0,1 1 0 0 0,-1-1 0 0 0,1 0 0 0 0,0 1 0 0 0,0-1-1 0 0,0 1 1 0 0,3-7 0 0 0,0 5-168 0 0,-1 0 0 0 0,0 0-1 0 0,1 0 1 0 0,0 0-1 0 0,0 1 1 0 0,0 0-1 0 0,1 0 1 0 0,0 0 0 0 0,8-5-1 0 0,-3 3-104 0 0,1 0 0 0 0,-1 1 1 0 0,1 0-1 0 0,0 1 0 0 0,1 0 0 0 0,-1 1 0 0 0,1 0 0 0 0,-1 1 1 0 0,1 0-1 0 0,12 0 0 0 0,-15 2-69 0 0,-1 0 0 0 0,0 0 0 0 0,0 1 0 0 0,0 0 0 0 0,0 1 0 0 0,0 0 0 0 0,0 0 0 0 0,0 1 0 0 0,11 5 0 0 0,-16-6-52 0 0,0 0 1 0 0,-1 0-1 0 0,1 0 1 0 0,-1 0-1 0 0,1 0 0 0 0,-1 0 1 0 0,0 1-1 0 0,0-1 1 0 0,0 1-1 0 0,0-1 1 0 0,0 1-1 0 0,-1 0 0 0 0,1 0 1 0 0,-1 0-1 0 0,0 0 1 0 0,0 0-1 0 0,0 0 0 0 0,0 0 1 0 0,0 0-1 0 0,-1 0 1 0 0,1 0-1 0 0,-1 1 1 0 0,0-1-1 0 0,0 0 0 0 0,0 0 1 0 0,-1 6-1 0 0,-1 2 32 0 0,0 0 1 0 0,-1 0-1 0 0,0 0 0 0 0,-1 0 0 0 0,0 0 0 0 0,-1-1 0 0 0,0 1 0 0 0,-8 10 1 0 0,-7 10 158 0 0,-30 32 1 0 0,26-34-75 0 0,-2-2 389 0 0,22-26 19 0 0,16-17-385 0 0,119-122 79 0 0,-2 4-215 0 0,-129 134-28 0 0,14-16-6 0 0,0 0 0 0 0,-2 0 0 0 0,0-1 0 0 0,0-1 0 0 0,11-25 1 0 0,-22 42 2 0 0,-1 0 1 0 0,1 0-1 0 0,-1 1 1 0 0,0-1-1 0 0,1 0 1 0 0,-1 0-1 0 0,0 0 1 0 0,0 0 0 0 0,0 0-1 0 0,0 0 1 0 0,1 0-1 0 0,-1 0 1 0 0,0 0-1 0 0,0 0 1 0 0,-1 1 0 0 0,1-1-1 0 0,0 0 1 0 0,0 0-1 0 0,0 0 1 0 0,-1 0-1 0 0,1 0 1 0 0,0 0 0 0 0,-1-1-1 0 0,0 2 1 0 0,0-1-1 0 0,1 1 0 0 0,-1 0 1 0 0,0-1-1 0 0,0 1 1 0 0,0-1-1 0 0,1 1 1 0 0,-1 0-1 0 0,0 0 1 0 0,0-1-1 0 0,0 1 0 0 0,0 0 1 0 0,0 0-1 0 0,1 0 1 0 0,-1 0-1 0 0,0 0 1 0 0,0 0-1 0 0,0 0 1 0 0,-1 1-1 0 0,-2-1-3 0 0,-1 1 0 0 0,1 1 0 0 0,-1-1 0 0 0,1 1 0 0 0,0-1 0 0 0,0 1 0 0 0,-7 5-1 0 0,-1 2 7 0 0,0 2-1 0 0,1-1 0 0 0,1 1 0 0 0,0 1 0 0 0,0 0 0 0 0,-9 15 0 0 0,14-17 5 0 0,-1-1-1 0 0,1 1 0 0 0,1 0 1 0 0,0 1-1 0 0,0-1 1 0 0,1 1-1 0 0,0 0 1 0 0,1-1-1 0 0,-1 15 0 0 0,2-20 5 0 0,1 0-1 0 0,1 0 1 0 0,-1 0-1 0 0,1 0 0 0 0,0 0 1 0 0,0 0-1 0 0,0 0 1 0 0,1 0-1 0 0,-1-1 0 0 0,1 1 1 0 0,0-1-1 0 0,1 1 1 0 0,2 4-1 0 0,0-3-28 0 0,0 0 1 0 0,0 0-1 0 0,1 0 0 0 0,-1 0 1 0 0,1-1-1 0 0,1 0 1 0 0,9 6-1 0 0,5 0-448 0 0,0 0 1 0 0,1-2-1 0 0,0 0 1 0 0,34 8-1 0 0,-24-10-1957 0 0,1-1-1 0 0,60 3 0 0 0,-56-7-1820 0 0</inkml:trace>
  <inkml:trace contextRef="#ctx0" brushRef="#br0" timeOffset="1">1334 295 628 0 0,'3'-2'2595'0'0,"34"-32"10243"0"0,-37 34-12821 0 0,0 0-1 0 0,1 0 1 0 0,-1-1 0 0 0,0 1 0 0 0,0 0-1 0 0,1 0 1 0 0,-1 0 0 0 0,0 0 0 0 0,1 0-1 0 0,-1 0 1 0 0,0 0 0 0 0,0 0 0 0 0,1 0-1 0 0,-1 0 1 0 0,0 0 0 0 0,1 0 0 0 0,-1 0 0 0 0,0 0-1 0 0,0 0 1 0 0,1 0 0 0 0,-1 0 0 0 0,0 0-1 0 0,1 1 1 0 0,-1-1 0 0 0,0 0 0 0 0,0 0-1 0 0,0 0 1 0 0,1 0 0 0 0,-1 1 0 0 0,0-1-1 0 0,0 0 1 0 0,1 0 0 0 0,-1 0 0 0 0,0 1-1 0 0,0-1 1 0 0,0 0 0 0 0,0 0 0 0 0,0 1 0 0 0,1-1-1 0 0,-1 0 1 0 0,0 0 0 0 0,0 1 0 0 0,0-1-1 0 0,0 0 1 0 0,0 1 0 0 0,0-1 0 0 0,5 17 391 0 0,-9 58-156 0 0,-16 87-1 0 0,10-88-1294 0 0,3-3-1972 0 0,8-25-3313 0 0,1-32 1358 0 0</inkml:trace>
  <inkml:trace contextRef="#ctx0" brushRef="#br0" timeOffset="2">1913 383 2512 0 0,'8'-14'2454'0'0,"1"0"0"0"0,0 1 0 0 0,21-24-1 0 0,-24 31-2265 0 0,1 0 0 0 0,-1 0-1 0 0,1 1 1 0 0,1 0 0 0 0,-1 1-1 0 0,0-1 1 0 0,1 1 0 0 0,0 1-1 0 0,9-4 1 0 0,25-5-150 0 0,1 1 1 0 0,53-7-1 0 0,-57 13-4020 0 0,42 1 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38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 1740 0 0,'-78'69'11459'0'0,"80"-68"-11396"0"0,0 1 0 0 0,0-1 0 0 0,0 0 0 0 0,1 0-1 0 0,-1 1 1 0 0,0-2 0 0 0,0 1 0 0 0,1 0 0 0 0,-1 0 0 0 0,0-1-1 0 0,1 1 1 0 0,-1-1 0 0 0,1 0 0 0 0,-1 0 0 0 0,4 0 0 0 0,43-4 31 0 0,-31 1 35 0 0,154-14-392 0 0,120-16-7229 0 0,-218 23 3223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38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143 157 1480 0 0,'-3'-2'342'0'0,"-9"-3"1153"0"0,0-1 1 0 0,1-1 0 0 0,-18-13 0 0 0,28 19-1446 0 0,1 1 0 0 0,-1-1 0 0 0,0 0 0 0 0,1 0 0 0 0,-1 0 0 0 0,0 0 0 0 0,1 0 0 0 0,-1 1 0 0 0,1-1 0 0 0,0 0 0 0 0,-1 0 0 0 0,1 0 0 0 0,0-1 0 0 0,0 1 0 0 0,-1 0 0 0 0,1 0 0 0 0,0 0 0 0 0,0 0 0 0 0,0 0 0 0 0,0 0 0 0 0,0 0 0 0 0,0 0 0 0 0,1 0 0 0 0,-1 0 0 0 0,0 0 0 0 0,1 0 0 0 0,-1 0 0 0 0,0 0 0 0 0,1 0 0 0 0,0-2 0 0 0,2 0 80 0 0,-1-1-1 0 0,0 0 1 0 0,1 1-1 0 0,-1 0 0 0 0,7-6 1 0 0,-2 4 16 0 0,0 0 1 0 0,0 0-1 0 0,0 0 1 0 0,1 1-1 0 0,-1 0 1 0 0,1 1 0 0 0,0 0-1 0 0,15-4 1 0 0,5 1 206 0 0,33-3 0 0 0,-57 8-324 0 0,1 0-6 0 0,0 1-1 0 0,1 0 0 0 0,-1 0 0 0 0,0 0 1 0 0,0 0-1 0 0,0 1 0 0 0,1 0 0 0 0,-1 0 0 0 0,0 0 1 0 0,0 0-1 0 0,0 1 0 0 0,-1 0 0 0 0,1 0 1 0 0,0 1-1 0 0,-1-1 0 0 0,7 5 0 0 0,-9-5 6 0 0,0 0-1 0 0,0 0 0 0 0,0 1 1 0 0,0-1-1 0 0,-1 0 0 0 0,1 1 1 0 0,-1-1-1 0 0,1 1 0 0 0,-1-1 1 0 0,0 1-1 0 0,0-1 0 0 0,0 1 1 0 0,0 0-1 0 0,-1 0 0 0 0,1 0 1 0 0,-1-1-1 0 0,1 1 0 0 0,-1 0 1 0 0,0 0-1 0 0,0 0 0 0 0,-1 0 1 0 0,1 0-1 0 0,0-1 1 0 0,-1 1-1 0 0,0 0 0 0 0,0 0 1 0 0,0-1-1 0 0,0 1 0 0 0,-2 4 1 0 0,-5 10 126 0 0,-2-1 0 0 0,0 1 0 0 0,0-2 0 0 0,-19 21 0 0 0,-55 54 495 0 0,76-82-590 0 0,-189 175 595 0 0,182-167-598 0 0,14-12-42 0 0,1-1 0 0 0,0-3-9 0 0,0 1 0 0 0,0-1 0 0 0,0 1 0 0 0,0 0 0 0 0,0-1 0 0 0,0 1 0 0 0,0-1 0 0 0,1 1 0 0 0,-1 0 0 0 0,0-1 0 0 0,0 1 0 0 0,0-1 0 0 0,1 1 0 0 0,-1-1 0 0 0,0 1 1 0 0,1-1-1 0 0,-1 1 0 0 0,1-1 0 0 0,-1 1 0 0 0,0-1 0 0 0,1 1 0 0 0,-1-1 0 0 0,1 0 0 0 0,-1 1 0 0 0,1-1 0 0 0,-1 0 0 0 0,2 1 0 0 0,12 6 55 0 0,-13-6-59 0 0,14 3 50 0 0,0 0 0 0 0,0 0 0 0 0,0-2 1 0 0,0 0-1 0 0,1 0 0 0 0,-1-2 0 0 0,18-1 0 0 0,9 2 84 0 0,184-2 306 0 0,-89-1-312 0 0,50 0 1178 0 0,-183 2-1103 0 0,-1 0-149 0 0,30 0 168 0 0,-29 0-185 0 0,-2 1-34 0 0,8 0-5 0 0,-8-1 644 0 0,7-4-1209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31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13 799 1352 0 0,'-4'14'5215'0'0,"-3"16"-100"0"0,7-28-4402 0 0,0 1-73 0 0,0 1-745 0 0,2 11 4503 0 0,4-19-4303 0 0,1-6-13 0 0,0 0 0 0 0,-1 0 1 0 0,-1-1-1 0 0,8-18 0 0 0,-4 7-44 0 0,50-108-43 0 0,66-223 0 0 0,-109 296-19 0 0,54-162-174 0 0,-70 218 196 0 0,0 1 0 0 0,0-1 0 0 0,0 0 0 0 0,0 1 1 0 0,0-1-1 0 0,1 1 0 0 0,-1-1 0 0 0,0 1 0 0 0,1-1 0 0 0,-1 1 1 0 0,0 0-1 0 0,0-1 0 0 0,1 1 0 0 0,-1-1 0 0 0,1 1 0 0 0,-1 0 1 0 0,0-1-1 0 0,1 1 0 0 0,-1 0 0 0 0,1-1 0 0 0,-1 1 1 0 0,1 0-1 0 0,-1 0 0 0 0,1-1 0 0 0,-1 1 0 0 0,1 0 0 0 0,-1 0 1 0 0,1 0-1 0 0,0 0 0 0 0,0 0 0 0 0,0 0 2 0 0,0 0 0 0 0,0 1 0 0 0,0-1 0 0 0,0 1 0 0 0,0 0-1 0 0,0-1 1 0 0,0 1 0 0 0,0 0 0 0 0,0-1 0 0 0,0 1 0 0 0,-1 0 0 0 0,1 0 0 0 0,1 1 0 0 0,16 32 20 0 0,1 30 110 0 0,16 93 0 0 0,-4 68 144 0 0,-28-203-252 0 0,11 107 77 0 0,6 50-2419 0 0,-20-159 678 0 0,0-20 1584 0 0,0 0 0 0 0,0 0-1 0 0,0 0 1 0 0,0 0 0 0 0,-1 1-175 0 0,1-1 175 0 0,0 0 0 0 0,0 0-1 0 0,0 0 1 0 0,0 0 0 0 0,-1 0 0 0 0,1 1 0 0 0,0-1-1 0 0,0 0 1 0 0,0 0 0 0 0,0 0 0 0 0,-1 0-1 0 0,1 0 1 0 0,0 0 0 0 0,0 0 0 0 0,0 0 0 0 0,-1 0-1 0 0,1 0 1 0 0,0 0 0 0 0,0 0 0 0 0,0 0 0 0 0,0 0-1 0 0,-1 0 1 0 0,1-1 0 0 0,0 1 0 0 0,0 0-1 0 0,0 0 1 0 0,0 0 0 0 0,-1 0 0 0 0,1 0 0 0 0,0 0-1 0 0,0 0 1 0 0,-1-1-175 0 0,-22-27-4133 0 0,14 17 4364 0 0,-6-6-49 0 0,0 1-1 0 0,-1 1 0 0 0,-1 0 0 0 0,-1 1 0 0 0,0 1 0 0 0,-1 1 1 0 0,-25-13-1 0 0,-17-4 2548 0 0,-67-21 0 0 0,39 17 95 0 0,84 31-2495 0 0,-4-2 73 0 0,9 4-164 0 0,0-1 0 0 0,1 1 0 0 0,-1 0 0 0 0,0-1 0 0 0,0 1 0 0 0,0 0 0 0 0,0-1 0 0 0,0 1 0 0 0,0 0 0 0 0,0-1 0 0 0,1 1 1 0 0,-1 0-1 0 0,0 0 0 0 0,0-1 0 0 0,0 1 0 0 0,1 0 0 0 0,-1 0 0 0 0,0-1 0 0 0,0 1 0 0 0,1 0 0 0 0,-1 0 0 0 0,0 0 0 0 0,0 0 0 0 0,1-1 0 0 0,-1 1 0 0 0,0 0 0 0 0,1 0 0 0 0,-1 0 0 0 0,0 0 0 0 0,0 0 0 0 0,1 0 0 0 0,0 0 0 0 0,42-19-1004 0 0,79-22 0 0 0,-45 16-1000 0 0,5-2-2578 0 0,-42 12 648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31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27 1040 0 0,'-9'-27'14457'0'0,"7"39"-13852"0"0,1 1 0 0 0,0-1 0 0 0,1 0-1 0 0,0 0 1 0 0,4 22 0 0 0,-1-5-265 0 0,3 48-228 0 0,6 111 664 0 0,-8-66-7595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31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21 112 600 0 0,'-5'-16'2469'0'0,"-8"-25"2682"0"0,12 39-4925 0 0,1-1 0 0 0,-1 1 0 0 0,1-1 0 0 0,0 0 0 0 0,0 1 0 0 0,0-1 0 0 0,0 1 0 0 0,0-1 0 0 0,1 0 0 0 0,-1 1 0 0 0,1-1 0 0 0,-1 1 0 0 0,2-3 0 0 0,-1 4-153 0 0,0-1 0 0 0,1 1 0 0 0,-1 0 0 0 0,0 0 0 0 0,0 0 1 0 0,1 0-1 0 0,-1 0 0 0 0,1 0 0 0 0,-1 0 0 0 0,1 1 0 0 0,-1-1 1 0 0,1 0-1 0 0,-1 1 0 0 0,1-1 0 0 0,-1 1 0 0 0,1 0 0 0 0,3-1 1 0 0,27-1 621 0 0,-22 3-513 0 0,1 0 0 0 0,-1 0 0 0 0,0 1 0 0 0,-1 0 0 0 0,1 1 0 0 0,0 0 0 0 0,14 7 0 0 0,-17-7-97 0 0,-1 0 1 0 0,0 0-1 0 0,0 1 1 0 0,0 0-1 0 0,0 0 1 0 0,0 1-1 0 0,-1 0 1 0 0,0 0-1 0 0,0 0 0 0 0,0 0 1 0 0,6 10-1 0 0,-9-10-43 0 0,0 0-1 0 0,0 0 0 0 0,0 0 0 0 0,-1 1 0 0 0,0-1 1 0 0,0 0-1 0 0,0 0 0 0 0,0 1 0 0 0,-1-1 0 0 0,0 1 0 0 0,0-1 1 0 0,-1 0-1 0 0,1 1 0 0 0,-1-1 0 0 0,0 0 0 0 0,-3 8 1 0 0,1-4 11 0 0,0-1 0 0 0,0 1 0 0 0,-1-1 0 0 0,0 0 0 0 0,-1-1 0 0 0,0 1 0 0 0,0-1 0 0 0,-12 13 1 0 0,16-18-2 0 0,4-5-64 0 0,1 1 15 0 0,0 0 0 0 0,-1 0-1 0 0,1 0 1 0 0,7-2 0 0 0,2 3 182 0 0,0 0-1 0 0,0 1 0 0 0,0 0 1 0 0,-1 1-1 0 0,1 0 1 0 0,0 1-1 0 0,-1 1 1 0 0,16 4-1 0 0,-19-4 33 0 0,0 1 1 0 0,1 0-1 0 0,-1 0 0 0 0,-1 0 1 0 0,1 1-1 0 0,0 0 0 0 0,-1 1 1 0 0,0 0-1 0 0,-1 0 0 0 0,1 1 1 0 0,10 12-1 0 0,-16-16-81 0 0,0 0 0 0 0,0 1-1 0 0,0-1 1 0 0,0 1 0 0 0,0-1 0 0 0,-1 1 0 0 0,1-1 0 0 0,-1 1-1 0 0,0 0 1 0 0,0 0 0 0 0,0 0 0 0 0,-1-1 0 0 0,0 1-1 0 0,1 0 1 0 0,-1 0 0 0 0,-1 7 0 0 0,0-5 7 0 0,-1 0 0 0 0,0 0 1 0 0,0 0-1 0 0,0 0 0 0 0,0 0 0 0 0,-1-1 0 0 0,0 1 1 0 0,0-1-1 0 0,-7 9 0 0 0,1-3-16 0 0,0-1 0 0 0,-1-1 0 0 0,0 0-1 0 0,0 0 1 0 0,-1-1 0 0 0,0 0 0 0 0,0-1 0 0 0,-1 0 0 0 0,-14 6 0 0 0,17-9-164 0 0,0 0 1 0 0,-1-1-1 0 0,1-1 1 0 0,-1 1-1 0 0,1-2 0 0 0,-1 1 1 0 0,0-1-1 0 0,1-1 1 0 0,-16 0-1 0 0,20-1-286 0 0,1 0-1 0 0,-1 0 0 0 0,1 0 1 0 0,0 0-1 0 0,0-1 1 0 0,-1 0-1 0 0,1 0 0 0 0,0 0 1 0 0,-6-4-1 0 0,7 3-411 0 0,-1 0-1 0 0,0-1 1 0 0,1 1 0 0 0,0-1-1 0 0,0 0 1 0 0,0 0-1 0 0,0 0 1 0 0,1 0-1 0 0,-1 0 1 0 0,-1-6 0 0 0,-1-4-4171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32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39 624 0 0,'1'-3'2389'0'0,"-1"2"-2113"0"0,0 0 0 0 0,0-1 1 0 0,1 1-1 0 0,-1-1 0 0 0,1 1 0 0 0,-1-1 0 0 0,1 1 0 0 0,-1 0 1 0 0,1-1-1 0 0,0 1 0 0 0,0 0 0 0 0,0 0 0 0 0,-1-1 1 0 0,1 1-1 0 0,0 0 0 0 0,1 0 0 0 0,-1 0 0 0 0,0 0 1 0 0,0 0-1 0 0,2-1 0 0 0,0 1 61 0 0,1-1 1 0 0,-1 1-1 0 0,0 0 0 0 0,0 0 0 0 0,0 0 1 0 0,1 1-1 0 0,-1-1 0 0 0,0 1 1 0 0,4 0-1 0 0,4 0 214 0 0,0 1-1 0 0,-1 0 1 0 0,1 1-1 0 0,-1 0 1 0 0,15 5-1 0 0,-5 0-136 0 0,0 2 1 0 0,0 0-1 0 0,-1 1 0 0 0,0 0 0 0 0,-1 2 0 0 0,-1 0 0 0 0,0 1 0 0 0,0 1 0 0 0,-1 0 0 0 0,26 32 0 0 0,-32-33-310 0 0,0 0-1 0 0,-1 1 1 0 0,-1 0-1 0 0,0 1 1 0 0,-1 0-1 0 0,0 0 1 0 0,-1 1 0 0 0,-1 0-1 0 0,-1 0 1 0 0,0 0-1 0 0,-1 0 1 0 0,-1 0-1 0 0,0 1 1 0 0,-1 28-1 0 0,-4-8-36 0 0,-2 0 1 0 0,-1 0-1 0 0,-2 0 0 0 0,-2-1 0 0 0,-20 52 0 0 0,7-35-333 0 0,-2-1 0 0 0,-59 91 1 0 0,61-110-333 0 0,-2-1 1 0 0,0-1 0 0 0,-2-1-1 0 0,-2-1 1 0 0,-32 24 0 0 0,36-33-1532 0 0,-1-2 0 0 0,-1-1 0 0 0,-55 26 0 0 0,24-18-4570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32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201 106 948 0 0,'-8'-28'3107'0'0,"3"11"-604"0"0,0 0 0 0 0,-9-20 0 0 0,14 37-2447 0 0,-1 0 0 0 0,1-1 1 0 0,0 1-1 0 0,0-1 0 0 0,0 1 0 0 0,0 0 1 0 0,-1-1-1 0 0,1 1 0 0 0,0 0 1 0 0,0-1-1 0 0,-1 1 0 0 0,1 0 0 0 0,0-1 1 0 0,-1 1-1 0 0,1 0 0 0 0,0 0 1 0 0,-1-1-1 0 0,1 1 0 0 0,0 0 0 0 0,-1 0 1 0 0,1 0-1 0 0,-1 0 0 0 0,1-1 1 0 0,0 1-1 0 0,-1 0 0 0 0,1 0 0 0 0,-1 0 1 0 0,1 0-1 0 0,0 0 0 0 0,-1 0 1 0 0,1 0-1 0 0,-1 0 0 0 0,1 0 0 0 0,-1 0 1 0 0,1 0-1 0 0,0 0 0 0 0,-1 1 1 0 0,1-1-1 0 0,-1 0 0 0 0,1 0 0 0 0,0 0 1 0 0,-1 1-1 0 0,-11 11 777 0 0,1 4-359 0 0,2 0-1 0 0,1 0 0 0 0,0 1 1 0 0,-11 32-1 0 0,-14 75 501 0 0,27-100-758 0 0,-10 50 106 0 0,3 1 1 0 0,4 0-1 0 0,2 0 1 0 0,5 92 0 0 0,5-109-251 0 0,2-1 1 0 0,3 1 0 0 0,3-1 0 0 0,1 0-1 0 0,4-1 1 0 0,23 57 0 0 0,-24-79-194 0 0,2-1 0 0 0,1-1 0 0 0,1 0 0 0 0,2-1 0 0 0,1-1 0 0 0,1-2 0 0 0,2 0 0 0 0,43 38 0 0 0,-32-36-960 0 0,1-1-1 0 0,48 27 1 0 0,-36-28-2719 0 0,78 32 0 0 0,-51-32-2359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42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1040 0 0,'0'0'5728'0'0,"1"0"-5641"0"0,-1 0-1 0 0,1 0 1 0 0,0 1 0 0 0,0-1 0 0 0,-1 1-1 0 0,1-1 1 0 0,0 0 0 0 0,-1 1-1 0 0,1 0 1 0 0,-1-1 0 0 0,1 1 0 0 0,0-1-1 0 0,-1 1 1 0 0,1 1 0 0 0,1 9 271 0 0,0 0 0 0 0,1 0 1 0 0,6 19-1 0 0,-4-15-148 0 0,1 11 242 0 0,-1-1-1 0 0,3 49 1 0 0,-4-36-204 0 0,11 402 1103 0 0,-15-384-1256 0 0,-7 259 669 0 0,-1 5-386 0 0,29 574 19 0 0,47 216-198 0 0,-18-510-122 0 0,7 86 15 0 0,35 486-19 0 0,1 0-3 0 0,-66-841-69 0 0,6 89 43 0 0,17 399 89 0 0,-3 271 834 0 0,-42-994-934 0 0,33 887 482 0 0,-2-225-493 0 0,-15-379 130 0 0,-7-65 617 0 0,8 159-470 0 0,6-114-240 0 0,-19-271 562 0 0,-8-86-403 0 0,-1 0-26 0 0,1 8-11 0 0,0-7-2 0 0,2 22 1233 0 0,-3-23-1399 0 0,1 0-1 0 0,-1 0 1 0 0,0 1 0 0 0,1-1 0 0 0,-1 0-1 0 0,0 0 1 0 0,0 1 0 0 0,0-1-1 0 0,-1 0 1 0 0,1 0 0 0 0,-1 4 0 0 0,0-5-24 0 0,-2 14-76 0 0,-1 12 91 0 0,-1 0-1 0 0,-1-1 0 0 0,-11 28 1 0 0,7-22-1 0 0,1 0 0 0 0,-7 52 0 0 0,14-70-2 0 0,-8 32 54 0 0,10-44-21 0 0,-4 9 36 0 0,4-11-70 0 0,0 0-1 0 0,0 1 1 0 0,0-1 0 0 0,0 0 0 0 0,0 1 0 0 0,0-1-1 0 0,1 0 1 0 0,-1 0 0 0 0,0 1 0 0 0,0-1 0 0 0,0 0-1 0 0,0 0 1 0 0,1 1 0 0 0,-1-1 0 0 0,0 0 0 0 0,0 0-1 0 0,1 1 1 0 0,-1-1 0 0 0,0 0 0 0 0,0 0 0 0 0,1 0-1 0 0,-1 0 1 0 0,0 1 0 0 0,1-1 0 0 0,-1 0-1 0 0,0 0 1 0 0,0 0 0 0 0,1 0 0 0 0,-1 0 0 0 0,0 0-1 0 0,1 0 1 0 0,-1 0 0 0 0,0 0 0 0 0,1 0 0 0 0,20-2-16 0 0,33-13-17 0 0,-32 9 26 0 0,397-79 10 0 0,4 23-1 0 0,442-30 20 0 0,5 32 10 0 0,-174 13-23 0 0,506-32-8 0 0,-761 52 4 0 0,2769-165 42 0 0,-1707 119-57 0 0,20-1-3 0 0,-983 47 17 0 0,-65 3-28 0 0,2849-120 2 0 0,-3153 141 18 0 0,78-3 28 0 0,-139 4 24 0 0,-107 2-46 0 0,1 0 16 0 0,10 0-29 0 0,-11 0 11 0 0,2 0-1 0 0,11-2 4 0 0,-11 2-2 0 0,13 0 39 0 0,-17 0-26 0 0,0 1 0 0 0,0-1 0 0 0,0 0 1 0 0,0 0-1 0 0,-1 0 0 0 0,1 0 0 0 0,0 1 0 0 0,0-1 0 0 0,0 0 0 0 0,0-1 0 0 0,0 1 0 0 0,-1 0 0 0 0,1 0 0 0 0,0 0 0 0 0,1-1 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44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20 764 0 0,'1'-19'15078'0'0,"-3"23"-15087"0"0,0 1-1 0 0,1 0 1 0 0,-1-1-1 0 0,1 1 1 0 0,0 0-1 0 0,0 0 1 0 0,0-1-1 0 0,1 1 1 0 0,-1 10-1 0 0,7 51 96 0 0,-3-31-124 0 0,13 133-2398 0 0,-5-58-3057 0 0,-8-50 31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45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83 1584 0 0,'-10'-13'4547'0'0,"-2"-23"1093"0"0,9 26-4592 0 0,2 8-386 0 0,-3-13 1792 0 0,3 8-2188 0 0,-1 12 87 0 0,1 16-199 0 0,22 92-65 0 0,25 109-1407 0 0,-8-81-5858 0 0,-23-94 1277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46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246 220 1296 0 0,'-11'-21'6815'0'0,"8"15"-6009"0"0,-1 1-1 0 0,1-1 0 0 0,-1 1 1 0 0,0 0-1 0 0,-7-7 0 0 0,9 11-557 0 0,-1 1-207 0 0,0 1 0 0 0,-1 0 0 0 0,1 0 1 0 0,0 0-1 0 0,-1 0 0 0 0,1 0 0 0 0,0 1 0 0 0,0-1 0 0 0,0 1 0 0 0,0 0 0 0 0,0 0 0 0 0,0 0 0 0 0,1 0 0 0 0,-1 1 0 0 0,1-1 0 0 0,-1 1 1 0 0,-2 3-1 0 0,-5 7 22 0 0,1 1-1 0 0,-10 17 1 0 0,18-30-51 0 0,-15 28 57 0 0,0 1 0 0 0,2 1-1 0 0,1 0 1 0 0,2 0 0 0 0,1 1-1 0 0,1 1 1 0 0,2-1 0 0 0,-4 51-1 0 0,10-73-52 0 0,1 1 0 0 0,0-1 0 0 0,0 0 0 0 0,2 1 0 0 0,-1-1 0 0 0,1 0 0 0 0,1 0 0 0 0,-1 0 0 0 0,2 0 0 0 0,-1-1 0 0 0,2 1 1 0 0,-1-1-1 0 0,8 11 0 0 0,-8-14 19 0 0,1 0 1 0 0,0 0 0 0 0,0-1 0 0 0,0 0 0 0 0,0 0 0 0 0,1 0 0 0 0,0-1 0 0 0,0 0 0 0 0,0 0-1 0 0,1 0 1 0 0,-1-1 0 0 0,1 0 0 0 0,0 0 0 0 0,0-1 0 0 0,0 1 0 0 0,0-2 0 0 0,0 1 0 0 0,0-1 0 0 0,10 1-1 0 0,5-2 64 0 0,0 0 0 0 0,0-2 0 0 0,0 0-1 0 0,-1-2 1 0 0,1 0 0 0 0,-1-1 0 0 0,34-14 0 0 0,-25 7 73 0 0,0-1 0 0 0,-2-2 0 0 0,0-1 0 0 0,40-30 0 0 0,-49 31-109 0 0,-2 0 0 0 0,0-1 0 0 0,-1 0 0 0 0,-1-2 0 0 0,0 1 0 0 0,-2-2 0 0 0,0 0 0 0 0,-1-1 1 0 0,0 0-1 0 0,-2 0 0 0 0,12-34 0 0 0,-17 39-50 0 0,-1 1 0 0 0,-1-1 1 0 0,0 0-1 0 0,0 0 1 0 0,-2-1-1 0 0,0 1 1 0 0,-1 0-1 0 0,0 0 0 0 0,-1-1 1 0 0,-1 1-1 0 0,0 0 1 0 0,-1 0-1 0 0,-1 0 1 0 0,0 1-1 0 0,-1-1 0 0 0,-1 1 1 0 0,0 0-1 0 0,-10-16 1 0 0,9 20-18 0 0,0 1 0 0 0,0 0 0 0 0,-1 1 0 0 0,0-1 1 0 0,-1 1-1 0 0,0 1 0 0 0,0 0 0 0 0,0 0 0 0 0,-1 1 0 0 0,0 0 1 0 0,-1 0-1 0 0,1 2 0 0 0,-1-1 0 0 0,0 1 0 0 0,0 0 0 0 0,0 1 1 0 0,-20-2-1 0 0,18 3-350 0 0,0 1 1 0 0,-1 0-1 0 0,1 1 0 0 0,0 0 1 0 0,-1 1-1 0 0,-21 5 1 0 0,25-4-528 0 0,0 1 0 0 0,0 1 0 0 0,0-1 0 0 0,0 2 0 0 0,0-1 0 0 0,1 1 0 0 0,0 1 0 0 0,-14 10 0 0 0,4-1-4596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47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1228 0 0,'6'-6'14927'0'0,"23"189"-14043"0"0,12 55-1355 0 0,7-55-3441 0 0,-32-124-93 0 0,-1-4-2242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48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59 225 1628 0 0,'-3'-1'2030'0'0,"0"0"-1495"0"0,0 1 1 0 0,0-1 0 0 0,0 0 0 0 0,0-1-1 0 0,0 1 1 0 0,0-1 0 0 0,0 1 0 0 0,0-1-1 0 0,1 0 1 0 0,-1 0 0 0 0,1 0 0 0 0,-5-4-1 0 0,5 4-346 0 0,1 0-1 0 0,-1-1 0 0 0,1 1 1 0 0,0 0-1 0 0,-1-1 0 0 0,1 1 1 0 0,0-1-1 0 0,1 1 1 0 0,-1-1-1 0 0,0 0 0 0 0,1 1 1 0 0,-1-1-1 0 0,1 0 0 0 0,0 1 1 0 0,0-1-1 0 0,0-3 1 0 0,1-1-88 0 0,0-1-1 0 0,1 1 1 0 0,0 0 0 0 0,0 0 0 0 0,1 0 0 0 0,0 1 0 0 0,0-1 0 0 0,0 1 0 0 0,1-1 0 0 0,0 1 0 0 0,0 0 0 0 0,1 1 0 0 0,-1-1 0 0 0,1 1 0 0 0,1 0-1 0 0,-1 0 1 0 0,1 0 0 0 0,0 1 0 0 0,0-1 0 0 0,0 2 0 0 0,0-1 0 0 0,1 1 0 0 0,11-5 0 0 0,-11 5-97 0 0,0 0 0 0 0,1 1-1 0 0,-1 0 1 0 0,1 0 0 0 0,-1 1 0 0 0,1 0 0 0 0,-1 0 0 0 0,1 1 0 0 0,0 0 0 0 0,0 0 0 0 0,-1 0-1 0 0,1 1 1 0 0,0 1 0 0 0,-1-1 0 0 0,1 1 0 0 0,-1 0 0 0 0,0 1 0 0 0,0 0 0 0 0,0 0 0 0 0,0 1-1 0 0,0-1 1 0 0,7 7 0 0 0,-9-6-4 0 0,0 1 0 0 0,0-1-1 0 0,0 1 1 0 0,-1 1 0 0 0,0-1 0 0 0,0 1-1 0 0,0-1 1 0 0,0 1 0 0 0,-1 0 0 0 0,0 0-1 0 0,-1 1 1 0 0,1-1 0 0 0,2 12 0 0 0,-3-8 31 0 0,-1 0 0 0 0,0 0 0 0 0,-1 1-1 0 0,0-1 1 0 0,-1 0 0 0 0,0 0 0 0 0,0 0 0 0 0,-5 14 0 0 0,-5 10 333 0 0,-1-1 1 0 0,-2 0-1 0 0,-2 0 0 0 0,-21 33 1 0 0,33-59-241 0 0,-27 51 799 0 0,32-57-909 0 0,0-1-1 0 0,0 1 0 0 0,0-1 0 0 0,1 1 0 0 0,-1-1 0 0 0,0 0 1 0 0,0 1-1 0 0,0-1 0 0 0,1 0 0 0 0,-1 0 0 0 0,2 0 0 0 0,17-2 15 0 0,-1 0-1 0 0,1-2 0 0 0,-1 0 0 0 0,35-13 1 0 0,-13 4-42 0 0,208-58-1120 0 0,-25 7-1749 0 0,1-2-4327 0 0,-119 33 1080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57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6 1428 0 0,'-13'-5'11132'0'0,"-30"24"-5787"0"0,40-18-5342 0 0,-14 9 2147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58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668 24 844 0 0,'-3'-2'3334'0'0,"-12"-3"-2320"0"0,0 1 1 0 0,0 0-1 0 0,0 1 1 0 0,0 0-1 0 0,-1 2 1 0 0,-28-1 0 0 0,26 3-747 0 0,0 1 1 0 0,-1 0 0 0 0,1 2 0 0 0,1 0 0 0 0,-27 10 0 0 0,25-7-289 0 0,0 2-1 0 0,0 0 0 0 0,1 1 0 0 0,0 1 0 0 0,1 0 1 0 0,1 2-1 0 0,0 0 0 0 0,0 1 0 0 0,1 0 0 0 0,1 1 1 0 0,-17 24-1 0 0,8-7 189 0 0,2 1 0 0 0,1 0 0 0 0,2 2 1 0 0,1 1-1 0 0,2 0 0 0 0,2 0 0 0 0,1 2 0 0 0,2-1 1 0 0,1 2-1 0 0,-6 65 0 0 0,12-66-29 0 0,2 1 1 0 0,1 0-1 0 0,2 0 0 0 0,9 53 0 0 0,-8-77-86 0 0,0 0 1 0 0,1-1-1 0 0,1 1 0 0 0,0-1 0 0 0,1 0 0 0 0,1-1 0 0 0,0 0 0 0 0,0 0 0 0 0,2 0 0 0 0,-1-1 0 0 0,2 0 1 0 0,-1 0-1 0 0,2-1 0 0 0,14 13 0 0 0,-9-13 26 0 0,-1 0 0 0 0,2-1 0 0 0,-1 0 0 0 0,1-2 0 0 0,1 0-1 0 0,0 0 1 0 0,0-2 0 0 0,0 0 0 0 0,0-2 0 0 0,32 5 0 0 0,-19-6-17 0 0,1-2 0 0 0,-1-1-1 0 0,1-2 1 0 0,-1 0 0 0 0,53-13 0 0 0,-45 7-24 0 0,0-3 1 0 0,-1-1 0 0 0,0-1-1 0 0,-1-3 1 0 0,-1-1-1 0 0,52-32 1 0 0,-68 36-25 0 0,-1-1 1 0 0,0-1-1 0 0,-2 0 0 0 0,1-1 0 0 0,-2-1 0 0 0,0-1 1 0 0,-2 0-1 0 0,0-1 0 0 0,0-1 0 0 0,-2 0 1 0 0,-1-1-1 0 0,14-32 0 0 0,-17 29-13 0 0,0 0 1 0 0,-2 0-1 0 0,0-1 0 0 0,-2 1 0 0 0,-1-1 1 0 0,-1 0-1 0 0,-1-1 0 0 0,-2-28 0 0 0,-1 34 1 0 0,-1 0-1 0 0,0 1 1 0 0,-2-1-1 0 0,0 1 1 0 0,-1 0-1 0 0,-1 0 1 0 0,-1 1-1 0 0,0 0 0 0 0,-2 1 1 0 0,-20-31-1 0 0,11 24 1 0 0,-1 1 1 0 0,-1 0-1 0 0,-2 2 0 0 0,0 0 0 0 0,-1 1 0 0 0,0 2 1 0 0,-35-20-1 0 0,25 20-110 0 0,0 1 0 0 0,0 2 0 0 0,-2 1 0 0 0,0 2 0 0 0,-57-12 0 0 0,51 16-859 0 0,1 1-1 0 0,-45 0 1 0 0,59 7-1131 0 0,0 1 0 0 0,-38 7 1 0 0,41-4-1329 0 0,8-1 1373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49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53 290 1056 0 0,'0'0'11121'0'0,"-3"-1"-10437"0"0,-36-23 7553 0 0,36 23-8214 0 0,3 1-6 0 0,0 0-1 0 0,0 1 1 0 0,-1-1-1 0 0,1 0 1 0 0,0 0-1 0 0,0 0 0 0 0,-1 0 1 0 0,1 0-1 0 0,0 0 1 0 0,0 0-1 0 0,-1 0 1 0 0,1 0-1 0 0,0 0 1 0 0,0-1-1 0 0,-1 1 0 0 0,1 0 1 0 0,0 0-1 0 0,0 0 1 0 0,-1 0-1 0 0,1 0 1 0 0,0 0-1 0 0,0 0 1 0 0,0-1-1 0 0,-1 1 1 0 0,1 0-1 0 0,0 0 0 0 0,0 0 1 0 0,0 0-1 0 0,-1-1 1 0 0,1 1-1 0 0,0 0 1 0 0,0 0-1 0 0,0-1 1 0 0,0 1-1 0 0,0 0 0 0 0,0 0 1 0 0,0-1-1 0 0,-1 1 1 0 0,1 0-1 0 0,0 0 1 0 0,0-1-1 0 0,0 1 1 0 0,0 0-1 0 0,11-9 86 0 0,26-6-200 0 0,379-92-836 0 0,5 30-4138 0 0,-213 42-1988 0 0,-117 19 681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52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56 225 948 0 0,'-26'-117'11506'0'0,"20"88"-10107"0"0,-7-27 2692 0 0,12 54-3695 0 0,1 0-67 0 0,-5-16 343 0 0,2 17-294 0 0,1 13-394 0 0,4 23 0 0 0,2-1 0 0 0,12 59 1 0 0,-7-48-644 0 0,12 48-2783 0 0,-5-30-2456 0 0,-15-58 5190 0 0,9 31-5837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59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3 448 0 0,'7'10'5759'0'0,"2"31"-1472"0"0,-2-6-3707 0 0,-7-33-535 0 0,4 5 68 0 0,-3-5 34 0 0,-1-1 0 0 0,1 1-1 0 0,0-1 1 0 0,0 1 0 0 0,0-1 0 0 0,0 1 0 0 0,0-1 0 0 0,0 0-1 0 0,0 1 1 0 0,0-1 0 0 0,0 0 0 0 0,0 0 0 0 0,1 0 0 0 0,1 1 0 0 0,-3-2-110 0 0,1-1-1 0 0,0 0 1 0 0,-1 0 0 0 0,1 0 0 0 0,0 0 0 0 0,-1 0 0 0 0,1 0 0 0 0,-1 0 0 0 0,0 0 0 0 0,1 0 0 0 0,-1 0 0 0 0,0 0 0 0 0,0 0 0 0 0,1 0 0 0 0,-1-2 0 0 0,0 1 389 0 0,-8-20 1170 0 0,2 18-1615 0 0,5 3-5 0 0,2-1-5 0 0,1 0 34 0 0,-1 1 0 0 0,1 0-1 0 0,-1-1 1 0 0,1 1 0 0 0,-1 0-1 0 0,1 0 1 0 0,0 0 0 0 0,3-2-1 0 0,13-9 34 0 0,-4-4 3 0 0,-13 14-26 0 0,1 0-13 0 0,4-6 15 0 0,-5 8-18 0 0,-1-1 0 0 0,0 1 1 0 0,0-1-1 0 0,0 1 0 0 0,1-1 1 0 0,-1 1-1 0 0,0-1 0 0 0,0 1 1 0 0,0-1-1 0 0,0 0 0 0 0,0 1 1 0 0,0-1-1 0 0,0 1 0 0 0,0-1 1 0 0,0 1-1 0 0,-1-1 0 0 0,1 1 1 0 0,0-1-1 0 0,0 1 0 0 0,0-1 1 0 0,-1 1-1 0 0,1-1 0 0 0,0 1 1 0 0,-1-1-1 0 0,1 1 0 0 0,0-1 1 0 0,-1 1-1 0 0,1-1 0 0 0,0 1 1 0 0,-1 0-1 0 0,1-1 0 0 0,-1 1 1 0 0,1 0-1 0 0,-1-1 0 0 0,1 1 1 0 0,-1 0-1 0 0,1 0 0 0 0,-2-1 1 0 0,0 1-4 0 0,-1 1 0 0 0,0-1 1 0 0,0 1-1 0 0,0-1 0 0 0,1 1 1 0 0,-1 0-1 0 0,0 0 0 0 0,1 0 1 0 0,-1 1-1 0 0,1-1 0 0 0,-3 2 1 0 0,-75 39-18 0 0,35-20-700 0 0,43-21 181 0 0,-3 3 104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00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453 51 1244 0 0,'-1'-2'1650'0'0,"-2"-2"-1267"0"0,1 1 1 0 0,-1 0 0 0 0,0 0 0 0 0,0 0 0 0 0,0 0 0 0 0,0 1 0 0 0,0-1 0 0 0,-1 1-1 0 0,1 0 1 0 0,-1 0 0 0 0,0 0 0 0 0,1 0 0 0 0,-1 1 0 0 0,0-1 0 0 0,0 1 0 0 0,0 0-1 0 0,0 0 1 0 0,-6 0 0 0 0,4 1-240 0 0,-1 0 0 0 0,0 0 0 0 0,0 1 0 0 0,0 0 0 0 0,1 0 0 0 0,-1 1 0 0 0,0 0 0 0 0,1 0 0 0 0,0 0 0 0 0,-1 1-1 0 0,-5 3 1 0 0,-3 3-34 0 0,0 1 0 0 0,1 0 0 0 0,1 1 0 0 0,0 1 0 0 0,0 0 0 0 0,1 0 0 0 0,1 2 0 0 0,0-1 0 0 0,1 1 0 0 0,0 1 0 0 0,-9 19 0 0 0,-2 6 100 0 0,3 2-1 0 0,1 0 1 0 0,-12 50 0 0 0,12-29 24 0 0,4-1 0 0 0,2 2 1 0 0,3 0-1 0 0,2 0 0 0 0,6 115 1 0 0,2-157-201 0 0,1 0 0 0 0,0-1 0 0 0,1 1 1 0 0,2-1-1 0 0,0 0 0 0 0,1 0 0 0 0,20 38 0 0 0,-20-46 8 0 0,0-1 0 0 0,2 1 0 0 0,-1-1 0 0 0,2-1-1 0 0,-1 0 1 0 0,2 0 0 0 0,-1-1 0 0 0,2 0-1 0 0,-1-1 1 0 0,1-1 0 0 0,0 1 0 0 0,24 10-1 0 0,-12-9 2 0 0,0-1-1 0 0,1-2 0 0 0,0 0 1 0 0,0-2-1 0 0,0-1 0 0 0,1-1 0 0 0,-1-1 1 0 0,1-1-1 0 0,36-3 0 0 0,-6-4-1 0 0,0-2 0 0 0,0-2-1 0 0,61-21 1 0 0,-79 19 3 0 0,-2-1-1 0 0,0-1 1 0 0,0-2 0 0 0,-2-2 0 0 0,0-1-1 0 0,-1-1 1 0 0,35-29 0 0 0,-52 36-14 0 0,0-1 0 0 0,-1-1 0 0 0,-1 0 0 0 0,-1-1 0 0 0,0-1 1 0 0,-1 0-1 0 0,0 0 0 0 0,-2-1 0 0 0,0-1 0 0 0,-1 0 0 0 0,-1 0 1 0 0,-1-1-1 0 0,0 1 0 0 0,6-40 0 0 0,-9 30-25 0 0,-2-1 0 0 0,-1 1 1 0 0,-2-1-1 0 0,-1 0 0 0 0,-1 1 1 0 0,-1-1-1 0 0,-2 1 0 0 0,-1 0 0 0 0,-1 0 1 0 0,-1 1-1 0 0,-2 0 0 0 0,-1 1 0 0 0,-1 0 1 0 0,-31-47-1 0 0,26 48-7 0 0,-1 0 1 0 0,-1 2 0 0 0,-1 0-1 0 0,-1 1 1 0 0,-1 2 0 0 0,-1 0-1 0 0,-1 2 1 0 0,-1 0 0 0 0,0 2-1 0 0,-1 1 1 0 0,-1 1 0 0 0,-1 1-1 0 0,-56-19 1 0 0,60 27-8 0 0,0 2 0 0 0,0 0 0 0 0,0 1 0 0 0,-1 1 0 0 0,1 2-1 0 0,-1 0 1 0 0,1 2 0 0 0,-37 7 0 0 0,25-1-277 0 0,1 1 0 0 0,-1 2-1 0 0,2 1 1 0 0,-1 2 0 0 0,-32 18-1 0 0,45-19-495 0 0,0 1-1 0 0,-33 26 1 0 0,40-26-1926 0 0,-26 28 0 0 0,14-8-3068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01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71 864 0 0,'0'0'5475'0'0,"3"-1"-5296"0"0,6-3-37 0 0,-6 3 64 0 0,19-12 130 0 0,-21 12-551 0 0,10-9 3160 0 0,-19 11-2399 0 0,5 0-458 0 0,0-1-1 0 0,0 2 1 0 0,0-1 0 0 0,1 0-1 0 0,-1 0 1 0 0,0 1-1 0 0,1 0 1 0 0,-3 1-1 0 0,-9 6 255 0 0,-28 18 102 0 0,40-26-341 0 0,4-2-84 0 0,3-2-7 0 0,0 0 1 0 0,0 0-1 0 0,-1-1 1 0 0,0 1-1 0 0,1-1 1 0 0,-1 0-1 0 0,-1 0 0 0 0,1 0 1 0 0,-1-1-1 0 0,1 1 1 0 0,-1-1-1 0 0,4-9 1 0 0,-5 10 26 0 0,-1 2 46 0 0,-1 1-23 0 0,0 0-52 0 0,0 0 0 0 0,0 1 1 0 0,0-1-1 0 0,1 0 1 0 0,-1 0-1 0 0,0 0 0 0 0,0 0 1 0 0,-1 1-1 0 0,1-1 1 0 0,0 0-1 0 0,0 0 0 0 0,0 0 1 0 0,-1 0-1 0 0,1 1 1 0 0,0-1-1 0 0,0 0 1 0 0,-1 0-1 0 0,1 1 0 0 0,-1-1 1 0 0,1 0-1 0 0,-1 1 1 0 0,1-1-1 0 0,-1 0 0 0 0,1 1 1 0 0,-1-1-1 0 0,0 1 1 0 0,1-1-1 0 0,-1 1 0 0 0,-1-1 1 0 0,-10-1-15 0 0,9 2 1 0 0,-1 1 10 0 0,-42 16-2341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02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741 440 1504 0 0,'-8'-10'937'0'0,"-2"0"-1"0"0,1 1 0 0 0,-2 0 1 0 0,1 0-1 0 0,-1 1 1 0 0,0 1-1 0 0,-13-7 1 0 0,13 9-676 0 0,-1 0 0 0 0,0 1 0 0 0,0 0 1 0 0,0 0-1 0 0,0 2 0 0 0,-1-1 0 0 0,1 2 1 0 0,-1 0-1 0 0,0 0 0 0 0,1 1 0 0 0,-1 1 1 0 0,-14 2-1 0 0,9 0-108 0 0,1 0 0 0 0,0 2-1 0 0,0 0 1 0 0,0 1 0 0 0,1 0 0 0 0,-1 1 0 0 0,2 1 0 0 0,-22 15 0 0 0,17-9-9 0 0,1 1-1 0 0,0 1 1 0 0,1 1 0 0 0,1 0-1 0 0,-24 32 1 0 0,20-18-5 0 0,0 1 0 0 0,2 0 0 0 0,2 2 1 0 0,1 0-1 0 0,1 1 0 0 0,2 0 0 0 0,-15 71 0 0 0,22-77-76 0 0,1 2-1 0 0,2-1 1 0 0,1 0-1 0 0,1 1 0 0 0,1-1 1 0 0,2 1-1 0 0,2-1 0 0 0,0 0 1 0 0,13 41-1 0 0,-12-54-50 0 0,1 0-1 0 0,1 0 1 0 0,0-1-1 0 0,1 0 1 0 0,1 0-1 0 0,1-1 1 0 0,0 0-1 0 0,1-1 1 0 0,0 0 0 0 0,1-1-1 0 0,1 0 1 0 0,0-1-1 0 0,0 0 1 0 0,2-1-1 0 0,-1-1 1 0 0,1 0-1 0 0,20 9 1 0 0,-11-8 1 0 0,1-2 0 0 0,0-1 0 0 0,0-1 0 0 0,1-1 0 0 0,0-1 0 0 0,0-1 0 0 0,1-2 0 0 0,-1-1 0 0 0,52-3 0 0 0,-14-5 10 0 0,-1-3 0 0 0,119-34 0 0 0,-131 29-20 0 0,-1-3 0 0 0,0-2 0 0 0,-1-2 0 0 0,-2-2 0 0 0,0-3 0 0 0,-2-1 0 0 0,65-52 0 0 0,-84 57 0 0 0,0-1-1 0 0,-2-1 0 0 0,-1 0 0 0 0,-1-2 1 0 0,-1-1-1 0 0,-1-1 0 0 0,-2 0 0 0 0,-1-1 1 0 0,-1-1-1 0 0,-2-1 0 0 0,-1 0 0 0 0,14-54 1 0 0,-22 66-1 0 0,-1-1 1 0 0,-2 0 0 0 0,0-1-1 0 0,-1 1 1 0 0,-1 0 0 0 0,-1 0-1 0 0,0 0 1 0 0,-2 0 0 0 0,-1 0-1 0 0,-8-29 1 0 0,3 25 5 0 0,-1 0-1 0 0,-1 0 1 0 0,-1 1 0 0 0,-1 1-1 0 0,-1 0 1 0 0,-1 1-1 0 0,-28-32 1 0 0,14 23 0 0 0,-1 2 0 0 0,-2 1 0 0 0,0 2 0 0 0,-2 1 0 0 0,-1 1 0 0 0,0 2 0 0 0,-2 2 0 0 0,-1 1 0 0 0,0 2 0 0 0,-60-18 0 0 0,43 20-660 0 0,-2 4 0 0 0,0 1 0 0 0,0 3 0 0 0,-110 1 0 0 0,-231 36-5005 0 0,300-20 4595 0 0,16-3-3561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51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15 225 1380 0 0,'0'0'8714'0'0,"-14"5"-5473"0"0,30-8 1719 0 0,71-19-4992 0 0,393-80-1434 0 0,10 28-6334 0 0,-282 45 1207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8:52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284 131 2004 0 0,'-3'0'3405'0'0,"-2"-2"-2373"0"0,-1 0 1 0 0,1-1-1 0 0,0 0 0 0 0,0 1 1 0 0,1-2-1 0 0,-9-5 0 0 0,9 6-639 0 0,0-1-1 0 0,1 1 1 0 0,-1-1-1 0 0,1 0 0 0 0,0 0 1 0 0,0 0-1 0 0,0 0 0 0 0,-3-8 1 0 0,5 10-373 0 0,1 1 1 0 0,0-1 0 0 0,0 0-1 0 0,0 1 1 0 0,0-1-1 0 0,0 0 1 0 0,1 1 0 0 0,-1-1-1 0 0,0 0 1 0 0,1 1-1 0 0,0-1 1 0 0,-1 1 0 0 0,1-1-1 0 0,0 1 1 0 0,-1-1-1 0 0,1 1 1 0 0,0-1-1 0 0,0 1 1 0 0,0 0 0 0 0,0-1-1 0 0,1 1 1 0 0,-1 0-1 0 0,0 0 1 0 0,0 0 0 0 0,3-2-1 0 0,1 0-19 0 0,-1 0 1 0 0,1 1-1 0 0,-1-1 0 0 0,1 1 0 0 0,0 0 0 0 0,0 0 0 0 0,0 0 0 0 0,0 1 1 0 0,0 0-1 0 0,1 0 0 0 0,-1 0 0 0 0,0 1 0 0 0,0-1 0 0 0,1 1 0 0 0,-1 0 1 0 0,0 1-1 0 0,0-1 0 0 0,1 1 0 0 0,-1 0 0 0 0,0 1 0 0 0,0-1 1 0 0,6 4-1 0 0,-4-3-2 0 0,-1 1 0 0 0,0 0 0 0 0,0 0 0 0 0,-1 1 0 0 0,1-1 1 0 0,-1 1-1 0 0,0 1 0 0 0,0-1 0 0 0,0 1 0 0 0,0-1 0 0 0,-1 2 1 0 0,0-1-1 0 0,0 0 0 0 0,0 1 0 0 0,-1 0 0 0 0,0-1 0 0 0,4 9 1 0 0,-5-4 10 0 0,0-1 0 0 0,0 1 0 0 0,-1 0 0 0 0,0 0 0 0 0,0-1 0 0 0,-1 1 1 0 0,-1 0-1 0 0,0 0 0 0 0,0-1 0 0 0,-1 1 0 0 0,0 0 0 0 0,0-1 0 0 0,-1 1 0 0 0,-5 9 1 0 0,-5 11 25 0 0,-2 0 1 0 0,-33 50 0 0 0,5-21 167 0 0,-2-2 0 0 0,-2-2 0 0 0,-3-2 1 0 0,-74 62-1 0 0,118-110-172 0 0,0 0 0 0 0,0 1 0 0 0,1 0 0 0 0,0 0 1 0 0,-5 8-1 0 0,9-12-17 0 0,7-3 0 0 0,52-10 24 0 0,71-23 1 0 0,-38 9-3 0 0,97-16-551 0 0,-92 30-2156 0 0,-65 10-1121 0 0,34 3-1 0 0,-40 0-1373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03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53 1140 0 0,'0'0'3522'0'0,"12"-8"852"0"0,-10 8-4289 0 0,-1 1-1 0 0,1-1 1 0 0,0 1-1 0 0,0-1 0 0 0,0 1 1 0 0,-1-1-1 0 0,1 1 1 0 0,0 0-1 0 0,0 0 1 0 0,-1 0-1 0 0,2 1 1 0 0,-1-1 112 0 0,8 12 911 0 0,-7-8 745 0 0,-8-12-1230 0 0,3 5-329 0 0,-2 2-270 0 0,0 0 0 0 0,1 1-1 0 0,-1-1 1 0 0,0 1 0 0 0,0 0 0 0 0,0 0 0 0 0,1 0 0 0 0,-1 1 0 0 0,1-1 0 0 0,-1 1 0 0 0,1 0 0 0 0,-6 4 0 0 0,8-5-4 0 0,-3 3-20 0 0,4-4 1 0 0,0 0 0 0 0,0 0 0 0 0,0 0 0 0 0,0 0 0 0 0,0 0-1 0 0,0 0 1 0 0,0 0 0 0 0,0 0 0 0 0,1 0 0 0 0,-1 0 0 0 0,0 0-1 0 0,0 0 1 0 0,0 1 0 0 0,0-1 0 0 0,0 0 0 0 0,0 0-1 0 0,0 0 1 0 0,0 0 0 0 0,0 0 0 0 0,0 0 0 0 0,0 0 0 0 0,0 0-1 0 0,0 0 1 0 0,0 0 0 0 0,0 0 0 0 0,0 0 0 0 0,0 0 0 0 0,0 0-1 0 0,0 1 1 0 0,0-1 0 0 0,0 0 0 0 0,0 0 0 0 0,0 0-1 0 0,0 0 1 0 0,0 0 0 0 0,0 0 0 0 0,0 0 0 0 0,0 0 0 0 0,0 0-1 0 0,0 0 1 0 0,0 0 0 0 0,0 0 0 0 0,0 1 0 0 0,0-1 0 0 0,0 0-1 0 0,0 0 1 0 0,0 0 0 0 0,0 0 0 0 0,0 0 0 0 0,0 0-1 0 0,0 0 1 0 0,0 0 0 0 0,0 0 0 0 0,0 0 0 0 0,-1 0 0 0 0,1 0-1 0 0,0 0 1 0 0,0 0 0 0 0,0 0 0 0 0,0 0 0 0 0,0 0 0 0 0,0 0-1 0 0,0 0 1 0 0,0 0 0 0 0,6-2-258 0 0,0 0-1 0 0,-1 0 1 0 0,1-1 0 0 0,0 0-1 0 0,-1 0 1 0 0,0 0 0 0 0,0-1-1 0 0,0 0 1 0 0,8-8 0 0 0,-8 7-764 0 0,0 0 0 0 0,-1-1-1 0 0,0 0 1 0 0,0 0 0 0 0,3-7 0 0 0,-2 3-2385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04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17 1536 0 0,'-3'-1'1451'0'0,"-7"-2"-627"0"0,1 1-1 0 0,-1 0 1 0 0,0 0 0 0 0,0 1-1 0 0,1 0 1 0 0,-20 2-1 0 0,16 0-463 0 0,1 0 0 0 0,-1 2 0 0 0,1 0 0 0 0,0 0 0 0 0,-15 6 0 0 0,15-4-260 0 0,0 1 0 0 0,1 0 0 0 0,0 0-1 0 0,0 1 1 0 0,0 1 0 0 0,0 0 0 0 0,1 0 0 0 0,1 1 0 0 0,0 1 0 0 0,0-1 0 0 0,-15 22-1 0 0,12-10 79 0 0,0 1 0 0 0,2 0 0 0 0,1 1 0 0 0,0 0 0 0 0,2 0-1 0 0,-8 41 1 0 0,7-14 92 0 0,3 0-1 0 0,0 63 1 0 0,6-79-197 0 0,0 0 0 0 0,2 0 0 0 0,2 0 0 0 0,1 0-1 0 0,2-1 1 0 0,0 0 0 0 0,17 37 0 0 0,-18-53-35 0 0,1-1-1 0 0,0-1 1 0 0,1 1 0 0 0,1-2-1 0 0,0 1 1 0 0,1-1-1 0 0,0-1 1 0 0,1 0 0 0 0,1 0-1 0 0,0-1 1 0 0,1-1-1 0 0,0-1 1 0 0,0 1 0 0 0,1-2-1 0 0,26 12 1 0 0,-18-12 8 0 0,1-1 0 0 0,-1-2 0 0 0,2 0 1 0 0,-1-1-1 0 0,1-2 0 0 0,0 0 0 0 0,-1-2 1 0 0,1-1-1 0 0,0 0 0 0 0,0-2 0 0 0,0-1 1 0 0,-1-1-1 0 0,1-1 0 0 0,-1-1 0 0 0,39-16 0 0 0,-36 12 34 0 0,0-2-1 0 0,-2-1 0 0 0,1-1 0 0 0,-2-1 0 0 0,0-1 0 0 0,-1-1 0 0 0,0-1 0 0 0,-2-1 0 0 0,0-1 0 0 0,-1-1 0 0 0,-1-1 0 0 0,-1 0 1 0 0,19-33-1 0 0,-25 34-60 0 0,-2 0 0 0 0,-1 0 0 0 0,0-1 0 0 0,-2-1 0 0 0,-1 1 0 0 0,0-1 0 0 0,-2-1 0 0 0,0 1 0 0 0,-2 0 0 0 0,-1-1 0 0 0,0 1 0 0 0,-2-1 0 0 0,-4-27 0 0 0,1 26-16 0 0,-1-1-1 0 0,-1 0 1 0 0,-2 1 0 0 0,0 1 0 0 0,-2-1 0 0 0,0 1 0 0 0,-2 1-1 0 0,0 0 1 0 0,-2 1 0 0 0,-1 0 0 0 0,-28-33 0 0 0,30 42 1 0 0,-1 0 0 0 0,0 0 0 0 0,-1 2 1 0 0,-1 0-1 0 0,0 1 0 0 0,0 0 1 0 0,0 1-1 0 0,-1 1 0 0 0,-1 1 1 0 0,1 0-1 0 0,-1 2 0 0 0,-1 0 0 0 0,1 0 1 0 0,0 2-1 0 0,-1 0 0 0 0,0 2 1 0 0,0 0-1 0 0,-27 2 0 0 0,20 1-180 0 0,1 1-1 0 0,0 1 1 0 0,0 1-1 0 0,0 1 1 0 0,0 1-1 0 0,1 2 1 0 0,0 0-1 0 0,1 1 1 0 0,0 2 0 0 0,1 0-1 0 0,0 2 1 0 0,1 0-1 0 0,-23 20 1 0 0,9-1-3394 0 0,-55 68 0 0 0,52-53-1993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04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2404 0 0,'0'0'3020'0'0,"14"4"2545"0"0,1 0-2889 0 0,-5-10-3000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28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49 184 344 0 0,'6'-17'13402'0'0,"-15"185"-12008"0"0,0 2-1256 0 0,3-120 443 0 0,6-49-411 0 0,-2-3-154 0 0,0 0 0 0 0,0-1-1 0 0,1 1 1 0 0,-1-1 0 0 0,1 0-1 0 0,0 1 1 0 0,0-1 0 0 0,0 0-1 0 0,0 0 1 0 0,0-4 0 0 0,1 6-13 0 0,-6-24 17 0 0,2 0 1 0 0,1 0 0 0 0,1 0-1 0 0,2-32 1 0 0,13-100-100 0 0,-1 35 217 0 0,-11 106-149 0 0,2 0 0 0 0,7-29 0 0 0,-9 44 23 0 0,-1 0-1 0 0,1 1 1 0 0,-1-1-1 0 0,1 1 1 0 0,-1-1-1 0 0,1 0 0 0 0,0 1 1 0 0,-1-1-1 0 0,1 1 1 0 0,0 0-1 0 0,-1-1 1 0 0,1 1-1 0 0,0-1 1 0 0,0 1-1 0 0,-1 0 1 0 0,1 0-1 0 0,0-1 1 0 0,0 1-1 0 0,0 0 1 0 0,-1 0-1 0 0,1 0 1 0 0,0 0-1 0 0,0 0 0 0 0,0 0 1 0 0,-1 0-1 0 0,1 0 1 0 0,0 0-1 0 0,0 1 1 0 0,0-1-1 0 0,-1 0 1 0 0,1 0-1 0 0,0 1 1 0 0,0-1-1 0 0,-1 1 1 0 0,1-1-1 0 0,0 0 1 0 0,-1 1-1 0 0,2 0 1 0 0,13 14 205 0 0,0 0 1 0 0,-1 1-1 0 0,0 1 1 0 0,-1 0 0 0 0,-1 1-1 0 0,15 32 1 0 0,49 125 535 0 0,-65-148-719 0 0,7 20 67 0 0,-2 0 0 0 0,20 98 1 0 0,-36-140-291 0 0,1 1 1 0 0,-1-1-1 0 0,0 0 1 0 0,-1 1-1 0 0,1-1 0 0 0,-1 0 1 0 0,0 0-1 0 0,0 1 1 0 0,-3 6-1 0 0,3-11-283 0 0,0 0 0 0 0,1 0 1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28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31 124 1832 0 0,'-2'-2'2524'0'0,"-27"-27"8465"0"0,30 27-10885 0 0,1 1-1 0 0,-1 0 0 0 0,0 0 1 0 0,1 0-1 0 0,-1-1 0 0 0,1 1 1 0 0,-1 0-1 0 0,1 1 0 0 0,-1-1 1 0 0,1 0-1 0 0,0 0 0 0 0,0 1 1 0 0,-1-1-1 0 0,1 1 0 0 0,2-1 1 0 0,-3 1-85 0 0,110-28-414 0 0,-39 10-2393 0 0,1-3-3426 0 0,-41 10 997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29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37 104 1692 0 0,'-5'-38'7726'0'0,"3"-16"-607"0"0,2 52-6416 0 0,-1-3 57 0 0,0 0 1478 0 0,-2 13-1035 0 0,-3 44-468 0 0,1 85 1 0 0,4-55-619 0 0,0-44-409 0 0,-3 54-2598 0 0,-4-33-5224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29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28 130 1324 0 0,'-13'-56'9916'0'0,"13"54"-9811"0"0,0 1 0 0 0,0-1 0 0 0,1 1-1 0 0,-1-1 1 0 0,0 1 0 0 0,1-1 0 0 0,-1 1 0 0 0,1-1 0 0 0,-1 1 0 0 0,1 0 0 0 0,0-1 0 0 0,0 1 0 0 0,0 0 0 0 0,-1 0 0 0 0,1 0 0 0 0,0-1 0 0 0,0 1 0 0 0,1 0 0 0 0,-1 0 0 0 0,0 0-1 0 0,2-1 1 0 0,27-15 1051 0 0,-17 12-922 0 0,0 0 1 0 0,1 1-1 0 0,-1 0 1 0 0,1 1-1 0 0,0 1 1 0 0,0 0-1 0 0,20 1 1 0 0,-23 1-183 0 0,-1 0 1 0 0,1 1 0 0 0,-1 0-1 0 0,0 1 1 0 0,0 0 0 0 0,0 1 0 0 0,0 0-1 0 0,0 1 1 0 0,0 0 0 0 0,16 9 0 0 0,-24-12-42 0 0,0 1 0 0 0,-1-1 0 0 0,1 0 0 0 0,0 1 0 0 0,-1-1 0 0 0,1 1 0 0 0,-1 0 0 0 0,1-1 0 0 0,-1 1 1 0 0,0 0-1 0 0,0 0 0 0 0,0 0 0 0 0,0 0 0 0 0,0 0 0 0 0,0 0 0 0 0,0 0 0 0 0,0 5 0 0 0,0-4 0 0 0,-1 1-1 0 0,0 0 0 0 0,0 0 0 0 0,0 0 1 0 0,-1-1-1 0 0,0 1 0 0 0,1 0 0 0 0,-1-1 0 0 0,-3 8 1 0 0,-3 3 13 0 0,0 1 1 0 0,-1-1-1 0 0,-19 25 1 0 0,21-32-9 0 0,-21 29 10 0 0,-43 44 1 0 0,68-78-29 0 0,2-2 1 0 0,0 0 1 0 0,0 0-1 0 0,-1 0 1 0 0,1 1-1 0 0,0-1 0 0 0,0 0 1 0 0,0 0-1 0 0,0 0 1 0 0,0 1-1 0 0,0-1 1 0 0,-1 0-1 0 0,1 0 0 0 0,0 0 1 0 0,0 1-1 0 0,0-1 1 0 0,0 0-1 0 0,0 0 0 0 0,0 1 1 0 0,0-1-1 0 0,0 0 1 0 0,0 0-1 0 0,0 0 1 0 0,0 1-1 0 0,0-1 0 0 0,0 0 1 0 0,0 0-1 0 0,0 1 1 0 0,0-1-1 0 0,1 0 0 0 0,-1 0 1 0 0,0 0-1 0 0,0 1 1 0 0,0-1-1 0 0,0 0 1 0 0,0 0-1 0 0,0 0 0 0 0,1 1 1 0 0,-1-1-1 0 0,0 0 1 0 0,28-3 0 0 0,-12 1 58 0 0,0 0 0 0 0,0 2 0 0 0,0-1 1 0 0,21 4-1 0 0,-26-1 29 0 0,-1 0 1 0 0,0 1-1 0 0,0 0 1 0 0,0 1-1 0 0,0 0 0 0 0,0 0 1 0 0,-1 1-1 0 0,0 1 1 0 0,0-1-1 0 0,14 13 1 0 0,-21-16-25 0 0,1 0 1 0 0,-1 0 0 0 0,1 1-1 0 0,-1 0 1 0 0,0-1-1 0 0,0 1 1 0 0,0 0 0 0 0,0 0-1 0 0,-1 0 1 0 0,1 0 0 0 0,-1 1-1 0 0,1-1 1 0 0,-1 0 0 0 0,0 1-1 0 0,-1-1 1 0 0,1 0 0 0 0,-1 1-1 0 0,1-1 1 0 0,-1 1 0 0 0,0-1-1 0 0,0 1 1 0 0,0-1 0 0 0,-1 1-1 0 0,1-1 1 0 0,-1 0-1 0 0,0 1 1 0 0,0-1 0 0 0,0 0-1 0 0,-1 1 1 0 0,1-1 0 0 0,-1 0-1 0 0,1 0 1 0 0,-1 0 0 0 0,0 0-1 0 0,-4 4 1 0 0,-2 3 82 0 0,0-1-1 0 0,0 1 1 0 0,-1-2-1 0 0,-1 1 1 0 0,1-1 0 0 0,-1-1-1 0 0,-1 0 1 0 0,1 0 0 0 0,-1-1-1 0 0,0 0 1 0 0,-1-1 0 0 0,-12 4-1 0 0,14-6-187 0 0,0 0 0 0 0,0-1 0 0 0,0-1 1 0 0,0 1-1 0 0,0-2 0 0 0,0 1 0 0 0,0-1 0 0 0,0-1 0 0 0,0 0 0 0 0,0 0 0 0 0,0-1 0 0 0,0 0 0 0 0,0-1 1 0 0,1 0-1 0 0,-13-6 0 0 0,10 3-672 0 0,2 0 0 0 0,-1 0 0 0 0,1-1 0 0 0,0-1 0 0 0,-14-13 0 0 0,-17-26-8358 0 0,30 31 2461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35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66 876 0 0,'4'-15'4082'0'0,"-4"12"-3717"0"0,1 1 0 0 0,0 0 0 0 0,-1 0 0 0 0,0-1-1 0 0,0 1 1 0 0,1 0 0 0 0,-1 0 0 0 0,0-1 0 0 0,-1 1 0 0 0,1 0 0 0 0,0 0 0 0 0,-1-1 0 0 0,1 1 0 0 0,-2-2 0 0 0,2 3-276 0 0,-1 0 1 0 0,0 0 0 0 0,0 0 0 0 0,1 0-1 0 0,-1 0 1 0 0,0 0 0 0 0,0 0-1 0 0,0 0 1 0 0,0 0 0 0 0,0 1 0 0 0,0-1-1 0 0,0 0 1 0 0,0 1 0 0 0,0-1-1 0 0,-1 1 1 0 0,1 0 0 0 0,0-1 0 0 0,0 1-1 0 0,0 0 1 0 0,-1-1 0 0 0,1 1-1 0 0,0 0 1 0 0,0 0 0 0 0,-1 0-1 0 0,1 0 1 0 0,0 0 0 0 0,0 0 0 0 0,0 1-1 0 0,-1-1 1 0 0,1 0 0 0 0,0 1-1 0 0,0-1 1 0 0,-2 2 0 0 0,-15 4 243 0 0,0 1 0 0 0,0 1-1 0 0,1 0 1 0 0,0 2 0 0 0,1 0 0 0 0,-23 18 0 0 0,20-13-172 0 0,1 1 1 0 0,1 0-1 0 0,1 1 1 0 0,0 1-1 0 0,-14 22 1 0 0,24-32-129 0 0,1 0-1 0 0,1 1 1 0 0,-1-1 0 0 0,1 1 0 0 0,1 0 0 0 0,-1 0-1 0 0,2 0 1 0 0,-4 16 0 0 0,6-22-24 0 0,0 1 0 0 0,-1 0 0 0 0,1 0-1 0 0,1 0 1 0 0,-1 0 0 0 0,1 0 0 0 0,-1-1 0 0 0,1 1 0 0 0,0 0 0 0 0,0 0 0 0 0,1-1-1 0 0,-1 1 1 0 0,1-1 0 0 0,0 1 0 0 0,0-1 0 0 0,0 0 0 0 0,0 1 0 0 0,1-1 0 0 0,-1 0-1 0 0,1-1 1 0 0,0 1 0 0 0,0 0 0 0 0,6 4 0 0 0,1-1 7 0 0,1 0 1 0 0,1 0-1 0 0,-1-1 0 0 0,1 0 1 0 0,0-1-1 0 0,0-1 1 0 0,0 0-1 0 0,0 0 0 0 0,18 1 1 0 0,0-2-152 0 0,0-1 1 0 0,53-4 0 0 0,-44-2-762 0 0,49-11 0 0 0,-27-3-1545 0 0,-46 13 435 0 0,-1 0 0 0 0,14-10 0 0 0,-13 6-2389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36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0 644 0 0,'0'0'15483'0'0,"-1"0"-15442"0"0,1 1-1 0 0,-1-1 0 0 0,1 0 0 0 0,-1 1 0 0 0,1-1 0 0 0,0 0 0 0 0,-1 1 0 0 0,1-1 0 0 0,0 1 0 0 0,-1-1 0 0 0,1 1 0 0 0,0-1 0 0 0,-1 1 1 0 0,1-1-1 0 0,0 0 0 0 0,0 1 0 0 0,0 0 0 0 0,-1 0 0 0 0,43 187 2277 0 0,-18-69-2887 0 0,-18-92-498 0 0,3 13-1573 0 0,0-13-5230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36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36 105 180 0 0,'-20'-56'11062'0'0,"20"54"-10929"0"0,0 1 0 0 0,1-1-1 0 0,-1 0 1 0 0,0 1-1 0 0,1-1 1 0 0,-1 1 0 0 0,1-1-1 0 0,-1 1 1 0 0,1-1 0 0 0,0 1-1 0 0,0 0 1 0 0,-1-1-1 0 0,1 1 1 0 0,0 0 0 0 0,0-1-1 0 0,0 1 1 0 0,1 0 0 0 0,-1 0-1 0 0,0 0 1 0 0,0 0-1 0 0,1 0 1 0 0,-1 0 0 0 0,3-1-1 0 0,3-1 102 0 0,0 0-1 0 0,0 1 1 0 0,0 0-1 0 0,0 0 1 0 0,1 1-1 0 0,-1-1 0 0 0,1 2 1 0 0,13-1-1 0 0,1 2 340 0 0,37 5-1 0 0,-38-2-331 0 0,0 1-1 0 0,0 0 1 0 0,-1 1-1 0 0,0 2 1 0 0,0 0 0 0 0,-1 1-1 0 0,0 0 1 0 0,0 2-1 0 0,-1 0 1 0 0,20 17-1 0 0,-30-21-114 0 0,0 1 0 0 0,0 0 0 0 0,-1 0-1 0 0,0 0 1 0 0,-1 1 0 0 0,0 0-1 0 0,0 0 1 0 0,-1 1 0 0 0,6 14-1 0 0,-8-15-39 0 0,0-1 0 0 0,-1 1 0 0 0,0 0 0 0 0,-1-1 0 0 0,0 1 0 0 0,0 0 0 0 0,-1 0 0 0 0,0 0 0 0 0,-1 0 0 0 0,0 0 0 0 0,0 0-1 0 0,-5 15 1 0 0,1-8-25 0 0,-2 0 0 0 0,0-1 0 0 0,0 0 1 0 0,-1 0-1 0 0,-1 0 0 0 0,-1-1 0 0 0,0 0 0 0 0,-1-1 0 0 0,0 0 0 0 0,-1-1 0 0 0,0 0 0 0 0,-1-1 0 0 0,-26 18 0 0 0,20-17-334 0 0,1-1 1 0 0,-2-1-1 0 0,1-1 1 0 0,-29 10-1 0 0,30-14-581 0 0,1 0 1 0 0,-1-1-1 0 0,0-1 1 0 0,0-1-1 0 0,-23 1 1 0 0,24-4-2904 0 0,-31-5 0 0 0,18 1-3387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36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3200 0 0,'0'0'3361'0'0,"20"-1"2015"0"0,-4-3-4892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59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622 8 548 0 0,'0'-8'12156'0'0,"-2"9"-12150"0"0,0-1-1 0 0,0 1 1 0 0,1 0 0 0 0,-1 0 0 0 0,0 0 0 0 0,1 0-1 0 0,-1 0 1 0 0,1 0 0 0 0,0 1 0 0 0,-1-1-1 0 0,1 0 1 0 0,0 1 0 0 0,-1-1 0 0 0,1 1 0 0 0,0 0-1 0 0,0-1 1 0 0,-1 3 0 0 0,-18 40 206 0 0,10-22-79 0 0,-47 102 363 0 0,-61 190 1 0 0,-11 142 541 0 0,63-208-217 0 0,-40 159 609 0 0,63-248-693 0 0,14-61 233 0 0,13-34 1501 0 0,15-62-2437 0 0,12-4-3800 0 0,-8 1 3264 0 0,0-1 1 0 0,1 1 0 0 0,-1 0 0 0 0,0-1 0 0 0,0 0 0 0 0,0 1 0 0 0,0-1 0 0 0,0 0 0 0 0,0-1 0 0 0,-1 1 0 0 0,1 0 0 0 0,-1-1 0 0 0,1 0-1 0 0,-1 1 1 0 0,3-6 0 0 0,4-2-2305 0 0,6-8-1847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00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719 0 1248 0 0,'0'0'3379'0'0,"-4"30"2579"0"0,-1-13-5311 0 0,5-16-555 0 0,-12 34 1456 0 0,7-15-732 0 0,-1 0-1 0 0,-17 36 1 0 0,2-3-208 0 0,-154 404 1419 0 0,95-270-1751 0 0,-210 528 128 0 0,222-536-296 0 0,39-87 222 0 0,28-90-309 0 0,15-9-3897 0 0,14-22-3273 0 0,-16 15 1485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00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583 102 1720 0 0,'0'0'1196'0'0,"6"-11"2857"0"0,23-52 1270 0 0,-28 61-4991 0 0,7-17 1412 0 0,-5 13-776 0 0,-9 15-923 0 0,-143 253 1908 0 0,-198 378 367 0 0,267-447-2180 0 0,55-131-132 0 0,15-32 2 0 0,-2 0-904 0 0,11-28 378 0 0,28-14-10721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01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574 20 1524 0 0,'20'-16'6331'0'0,"-19"16"-6202"0"0,-1-1 1 0 0,0 1 0 0 0,1 0 0 0 0,-1-1 0 0 0,0 1-1 0 0,1 0 1 0 0,-1 0 0 0 0,1-1 0 0 0,-1 1-1 0 0,0 0 1 0 0,1 0 0 0 0,-1 0 0 0 0,1 0-1 0 0,-1-1 1 0 0,1 1 0 0 0,-1 0 0 0 0,1 0-1 0 0,-1 0 1 0 0,1 0 0 0 0,-1 0 0 0 0,0 0-1 0 0,1 0 1 0 0,-1 1 0 0 0,1-1 0 0 0,-1 0 0 0 0,1 0-1 0 0,-1 0 1 0 0,1 0 0 0 0,-1 0 0 0 0,0 1-1 0 0,2-1 1 0 0,-5 7 482 0 0,1 0 0 0 0,-1-1 0 0 0,-6 11 0 0 0,-69 114 2013 0 0,-149 217-674 0 0,83-172-1295 0 0,78-97-1768 0 0,2 1-3842 0 0,52-63-1246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5:52:09.09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0 0 10763,'949'949'0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10.94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0 1 1008 0 0,'0'0'11943'0'0,"3"11"-11723"0"0,9 2 216 0 0,1-2 0 0 0,14 12-1 0 0,-26-22-440 0 0,131 103 264 0 0,-71-61-65 0 0,112 58-1 0 0,-29-20 137 0 0,391 288-318 0 0,-392-260-42 0 0,81 65 125 0 0,-16 1 51 0 0,29 25-574 0 0,-171-132-5546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12.11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 0 1248 0 0,'23'20'8534'0'0,"-8"-7"-7668"0"0,0-1-1 0 0,31 18 1 0 0,-9-6-317 0 0,209 161 727 0 0,42 28-325 0 0,26-11-433 0 0,11-20 670 0 0,424 231-328 0 0,-428-222-819 0 0,-3 2 175 0 0,1 40 285 0 0,-154-106-420 0 0,19 1 460 0 0,-96-70-1593 0 0,-2 3-4305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13.69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 1 952 0 0,'0'0'11165'0'0,"9"11"-10311"0"0,38 18-17 0 0,79 63 0 0 0,35 50-567 0 0,-8-8 354 0 0,-137-120-555 0 0,190 149 362 0 0,280 147 576 0 0,-184-146-608 0 0,-84-44-165 0 0,-140-76-80 0 0,195 99 625 0 0,34 19-326 0 0,231 122 626 0 0,-315-172-910 0 0,-80-38 163 0 0,-36-15-288 0 0,185 135 0 0 0,-269-179-840 0 0,-16-11-282 0 0,-1 0 0 0 0,0 0 0 0 0,0 0-1 0 0,-1 1 1 0 0,10 8 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14.28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0 6 1084 0 0,'35'-6'10172'0'0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16.97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0 1 1532 0 0,'0'0'12701'0'0,"7"8"-12109"0"0,32 27 8 0 0,2-2 1 0 0,54 34-1 0 0,-36-27-453 0 0,92 70-37 0 0,82 56-40 0 0,-25-24 14 0 0,-151-99-82 0 0,111 73 65 0 0,-109-79-45 0 0,-36-21-41 0 0,48 24 0 0 0,15 11 23 0 0,-59-35 6 0 0,301 172 41 0 0,-101-52 630 0 0,-99-57-106 0 0,5 12-447 0 0,-78-51-95 0 0,35 30-18 0 0,0 7-42 0 0,13 13 41 0 0,201 134 0 0 0,-241-183-10 0 0,77 46-9 0 0,-58-34 15 0 0,-1 0 27 0 0,8 7-5 0 0,-54-35-26 0 0,-17-13-21 0 0,46 37-69 0 0,15 14 53 0 0,-76-61 31 0 0,9 12-13 0 0,4 0 7 0 0,18 15 8 0 0,6 2 1221 0 0,9-24-1113 0 0,84-13 29 0 0,44 1-126 0 0,-86 9-4 0 0,763 44 5 0 0,-291 11-63 0 0,-489-51 62 0 0,112 6-21 0 0,-183-14-167 0 0,1 0-125 0 0,18 0-1207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18.90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8 0 128 0 0,'0'0'9045'0'0,"-7"7"-8535"0"0,13 1-245 0 0,12 17 569 0 0,26 26-1 0 0,69 49-31 0 0,0-14-612 0 0,-66-50-188 0 0,40 31 12 0 0,-23-19 49 0 0,77 51 270 0 0,-101-72-311 0 0,121 70 242 0 0,-160-96-247 0 0,4 1-8 0 0,0 0-1 0 0,0 0 1 0 0,-1 1 0 0 0,8 6 0 0 0,-11-9-2 0 0,141 88 394 0 0,11 7-62 0 0,-88-54-203 0 0,-42-26-110 0 0,1 0 0 0 0,24 22 0 0 0,142 122 74 0 0,-103-90-188 0 0,159 98 0 0 0,-230-157 67 0 0,61 32 2 0 0,-27-16 42 0 0,-48-25-36 0 0,10 5 75 0 0,-7-3-34 0 0,-3-2 72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19.84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0 1 716 0 0,'0'0'6783'0'0,"13"15"-4186"0"0,-11-7-2459 0 0,1 1-1 0 0,0-1 1 0 0,1 0 0 0 0,0 0 0 0 0,0 0 0 0 0,1-1 0 0 0,0 1 0 0 0,0-1 0 0 0,1-1 0 0 0,0 1 0 0 0,0-1 0 0 0,1 0-1 0 0,13 11 1 0 0,10 4-82 0 0,0-1 0 0 0,34 15-1 0 0,190 86-718 0 0,-142-77-5358 0 0,-92-35 2916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20.35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31 32 1396 0 0,'-30'-31'13551'0'0,"41"33"-13025"0"0,14 6-376 0 0,-1 1 0 0 0,25 13-1 0 0,1 1-91 0 0,922 471-111 0 0,-791-387-170 0 0,165 93-1315 0 0,-110-79-6494 0 0,-212-110 4302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21.17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51 9 756 0 0,'0'0'1110'0'0,"0"0"-1061"0"0,0 0 0 0 0,0-1 0 0 0,0 1 0 0 0,0 0 0 0 0,0 0 0 0 0,0-1-1 0 0,0 1 1 0 0,0 0 0 0 0,0 0 0 0 0,0-1 0 0 0,0 1 0 0 0,0 0 0 0 0,0 0 0 0 0,0-1 0 0 0,0 1-1 0 0,0 0 1 0 0,-2-4 685 0 0,1 4-685 0 0,-36 12-1401 0 0,27-9 652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25.97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172 14 1572 0 0,'-13'-14'12668'0'0,"12"15"-12667"0"0,0-1-1 0 0,1 0 1 0 0,-1 0 0 0 0,1 1 0 0 0,-1-1-1 0 0,1 0 1 0 0,-1 1 0 0 0,1-1 0 0 0,-1 0-1 0 0,1 1 1 0 0,-1-1 0 0 0,1 1-1 0 0,0-1 1 0 0,-1 1 0 0 0,1-1 0 0 0,0 1-1 0 0,-1-1 1 0 0,1 1 0 0 0,0-1 0 0 0,0 1-1 0 0,-1-1 1 0 0,1 1 0 0 0,0 0-1 0 0,0-1 1 0 0,0 1 0 0 0,0 0 0 0 0,-4 19 4 0 0,4-16-7 0 0,-7 70 68 0 0,3 1 0 0 0,11 146 0 0 0,50 145-5 0 0,-31-247-97 0 0,17 93-7 0 0,-29-151 3920 0 0,-17-81-3561 0 0,-42-214-20 0 0,12 67-299 0 0,-22-264-182 0 0,53 405 175 0 0,-2-10-5 0 0,0-10-23 0 0,-16-69 1 0 0,16 96-26 0 0,4 17 34 0 0,0 2 27 0 0,0 0-1 0 0,0-1 0 0 0,0 1 0 0 0,0 0 0 0 0,0 0 1 0 0,0-1-1 0 0,-1 1 0 0 0,1 0 0 0 0,0 0 0 0 0,0-1 1 0 0,0 1-1 0 0,0 0 0 0 0,0 0 0 0 0,0 0 0 0 0,0-1 0 0 0,0 1 1 0 0,-1 0-1 0 0,1 0 0 0 0,0-1 0 0 0,0 1 0 0 0,0 0 1 0 0,0 0-1 0 0,-1 0 0 0 0,1 0 0 0 0,0-1 0 0 0,0 1 1 0 0,0 0-1 0 0,-1 0 0 0 0,1 0 0 0 0,0 0 0 0 0,0 0 1 0 0,-1 0-1 0 0,1 0 0 0 0,-8 14-2 0 0,2 1 0 0 0,-1 1 0 0 0,2-1 0 0 0,-4 18 0 0 0,-12 70-32 0 0,18-87 38 0 0,-39 314 31 0 0,38-248-34 0 0,3 0 0 0 0,12 87 0 0 0,-7-122-5 0 0,5 36 187 0 0,-8-77-106 0 0,2 12-3 0 0,-1-16-46 0 0,0-11 14 0 0,7-62-39 0 0,-4 1 0 0 0,-5-106-1 0 0,0 18-56 0 0,-1-43 9 0 0,3-58-15 0 0,5 111-79 0 0,-7 146 117 0 0,7 10-43 0 0,-4-1 60 0 0,0 1 1 0 0,-1-1-1 0 0,0 1 0 0 0,0 0 0 0 0,-1 0 0 0 0,1 15 0 0 0,0-6 13 0 0,18 170-49 0 0,29 197 96 0 0,26-33-44 0 0,-55-281 13 0 0,3-1 1 0 0,61 127-1 0 0,-61-146 9 0 0,-15-31 100 0 0,20 34 0 0 0,-27-51-82 0 0,0-2-46 0 0,0 0 0 0 0,-1 1 1 0 0,1-1-1 0 0,0 0 0 0 0,-1 1 0 0 0,1-1 1 0 0,0 0-1 0 0,-1 0 0 0 0,1 0 1 0 0,0 1-1 0 0,0-1 0 0 0,-1 0 0 0 0,1 0 1 0 0,0 0-1 0 0,0 0 0 0 0,-1 0 1 0 0,1 0-1 0 0,0-1 0 0 0,-1 1 0 0 0,1 0 1 0 0,0 0-1 0 0,0 0 0 0 0,-1-1 0 0 0,1 1 1 0 0,0 0-1 0 0,-1-1 0 0 0,1 1 1 0 0,-1-1-1 0 0,1 1 0 0 0,0-1 0 0 0,-1 1 1 0 0,1-1-1 0 0,-1 1 0 0 0,1-1 1 0 0,-1 1-1 0 0,0-1 0 0 0,1 0 0 0 0,8-30-7 0 0,-2 1 0 0 0,-1-1 0 0 0,-1 0 0 0 0,-2 0-1 0 0,-1-48 1 0 0,-19-160-43 0 0,12 195 53 0 0,-4-44-170 0 0,9 86 142 0 0,7 1-8 0 0,-7 1 30 0 0,1 0-1 0 0,0 0 1 0 0,-1 0 0 0 0,1 0 0 0 0,-1 0-1 0 0,1 0 1 0 0,0 0 0 0 0,-1 0-1 0 0,1 0 1 0 0,-1 0 0 0 0,1 1 0 0 0,0-1-1 0 0,-1 0 1 0 0,1 0 0 0 0,-1 1 0 0 0,1-1-1 0 0,-1 0 1 0 0,1 0 0 0 0,-1 1-1 0 0,1-1 1 0 0,-1 1 0 0 0,1-1 0 0 0,0 1-1 0 0,14 14-10 0 0,0 0 0 0 0,-1 2 0 0 0,0 0 0 0 0,-2 0 0 0 0,15 25 0 0 0,-5-7 4 0 0,257 400 71 0 0,-78-118-19 0 0,-178-283-20 0 0,96 139 175 0 0,-108-159-114 0 0,-15-24-55 0 0,-18-26-27 0 0,-20-26-211 0 0,-3 2-1 0 0,-3 2 1 0 0,-79-76-1 0 0,-184-134-275 0 0,267 236 268 0 0,41 31 193 0 0,4 3 22 0 0,-1-1-1 0 0,0 1 1 0 0,1-1 0 0 0,-1 1-1 0 0,1 0 1 0 0,0-1 0 0 0,0 1-1 0 0,-1-1 1 0 0,1 0 0 0 0,0 1-1 0 0,0-1 1 0 0,0 0 0 0 0,0 0-1 0 0,1 1 1 0 0,1 1-1 0 0,25 18 27 0 0,-19-15-25 0 0,376 235 137 0 0,-281-180-130 0 0,1588 963 187 0 0,-1339-785-189 0 0,-177-116-224 0 0,-130-91-634 0 0,-45-31 622 0 0,-4-2 0 0 0,-27-10-57 0 0,-1-1-1 0 0,-50-30 0 0 0,35 18 179 0 0,-350-181-204 0 0,-569-272-69 0 0,942 467 384 0 0,-233-91-61 0 0,231 99 10 0 0,11 4 29 0 0,14-2 21 0 0,-1 0 0 0 0,1 0 0 0 0,0 0 0 0 0,-1 0 0 0 0,1 0 0 0 0,0 1 0 0 0,0-1 0 0 0,-1 0 0 0 0,1 0 0 0 0,0 0 0 0 0,0 1 0 0 0,0-1 0 0 0,-1 0 0 0 0,1 0 0 0 0,0 0 0 0 0,0 1 0 0 0,0-1 0 0 0,-1 0 0 0 0,1 1 0 0 0,0-1 0 0 0,0 0 0 0 0,0 0 0 0 0,0 1 0 0 0,0-1 0 0 0,0 0 0 0 0,0 1 0 0 0,0-1 0 0 0,0 0 0 0 0,0 1 0 0 0,0-1 0 0 0,0 0 0 0 0,0 0 0 0 0,0 1 0 0 0,1 3 13 0 0,1-1-1 0 0,-1 0 1 0 0,1 1 0 0 0,0-1 0 0 0,0 0-1 0 0,0 0 1 0 0,0 0 0 0 0,1 0-1 0 0,-1 0 1 0 0,1 0 0 0 0,0-1 0 0 0,0 1-1 0 0,5 2 1 0 0,50 32 104 0 0,-43-29-87 0 0,595 307 435 0 0,-418-222-371 0 0,582 286 35 0 0,-216-112-115 0 0,157 80 29 0 0,-578-278-4 0 0,-73-38 179 0 0,-63-31-123 0 0,-18 2-67 0 0,8-3-29 0 0,0 0 0 0 0,1-1 0 0 0,-1 0 0 0 0,0-1 1 0 0,-11-5-1 0 0,-2 0-6 0 0,-482-198-43 0 0,11-28 46 0 0,470 222 4 0 0,-491-217-95 0 0,500 226 64 0 0,9 8 28 0 0,5-4 4 0 0,1 0 1 0 0,-1 0-1 0 0,0 0 0 0 0,1 0 1 0 0,-1 0-1 0 0,1 1 1 0 0,-1-1-1 0 0,1 0 0 0 0,-1 0 1 0 0,1 0-1 0 0,0-1 1 0 0,0 1-1 0 0,-1 0 0 0 0,1 0 1 0 0,0 0-1 0 0,0 0 1 0 0,1 0-1 0 0,83 64 45 0 0,108 61-1 0 0,-111-75-41 0 0,498 302 98 0 0,-324-200-80 0 0,1549 844-145 0 0,-1438-823 192 0 0,-363-172-29 0 0,12 6 228 0 0,1-1 0 0 0,20 5 1 0 0,-34-11-203 0 0,-1-7 20 0 0,-2 6-85 0 0,1-1 0 0 0,-1 1 0 0 0,0 0 0 0 0,0 0 0 0 0,0-1 0 0 0,0 1 1 0 0,0 0-1 0 0,0 0 0 0 0,0 0 0 0 0,1-1 0 0 0,-1 1 0 0 0,0 0 0 0 0,0-1 0 0 0,0 1 0 0 0,0 0 0 0 0,0 0 0 0 0,0-1 0 0 0,0 1 0 0 0,0 0 0 0 0,-1 0 0 0 0,1-1 1 0 0,0 1-1 0 0,0 0 0 0 0,0 0 0 0 0,0-1 0 0 0,0 1 0 0 0,0 0 0 0 0,0 0 0 0 0,0 0 0 0 0,-1-1 0 0 0,1 1 0 0 0,0 0 0 0 0,0 0 0 0 0,0 0 0 0 0,-1-1 0 0 0,1 1 1 0 0,0 0-1 0 0,0 0 0 0 0,0 0 0 0 0,-1 0 0 0 0,1-1 0 0 0,-18-15 20 0 0,0 0 0 0 0,0 2 0 0 0,-1 0 1 0 0,-34-18-1 0 0,13 7-14 0 0,-750-418-84 0 0,-34 64-72 0 0,561 266 97 0 0,245 106 13 0 0,25 11 22 0 0,32 15 9 0 0,-36-18 6 0 0,1317 696-219 0 0,-1056-552 204 0 0,-56-30-54 0 0,249 183 0 0 0,-436-282-10 0 0,-1 0-1 0 0,-1 1 1 0 0,-1 1 0 0 0,22 28-1 0 0,-40-46 80 0 0,0 0 0 0 0,0 1 1 0 0,0-1-1 0 0,0 0 0 0 0,1 1 0 0 0,-1-1 0 0 0,0 0 0 0 0,0 1 0 0 0,0-1 0 0 0,0 0 0 0 0,0 1 0 0 0,0-1 0 0 0,0 0 0 0 0,0 1 0 0 0,0-1 0 0 0,0 0 0 0 0,-1 1 0 0 0,1-1 0 0 0,0 0 0 0 0,0 1 0 0 0,0-1 0 0 0,0 0 0 0 0,0 1 0 0 0,-1-1 0 0 0,1 0 0 0 0,0 0 0 0 0,0 1 0 0 0,0-1 0 0 0,-1 0 0 0 0,1 1 0 0 0,0-1 0 0 0,-1 0 0 0 0,1 0 0 0 0,0 0 0 0 0,0 1 0 0 0,-1-1 0 0 0,1 0 0 0 0,-1 1 3 0 0,0-1 0 0 0,-1 1 0 0 0,1-1 0 0 0,0 1 0 0 0,0-1-1 0 0,0 1 1 0 0,0-1 0 0 0,0 0 0 0 0,-1 1 0 0 0,1-1 0 0 0,0 0 0 0 0,-2 0-1 0 0,-29-5 5 0 0,0-1-1 0 0,1-2 0 0 0,-1 0 0 0 0,-34-16 0 0 0,-42-12 1 0 0,-165-28 7 0 0,126 37-33 0 0,144 27 14 0 0,-15-3-3 0 0,8 1 14 0 0,7 1 2 0 0,1 1-12 0 0,-6-2 6 0 0,6 1 12 0 0,-23-4-428 0 0,-7-5 174 0 0,31 10 225 0 0,-13-5-48 0 0,7 2 49 0 0,5 2-7 0 0,-4 0-18 0 0,6 1 39 0 0,-1 0 1 0 0,1 0-1 0 0,-1 0 1 0 0,1 0-1 0 0,0-1 0 0 0,-1 1 1 0 0,1 0-1 0 0,-1 0 1 0 0,1 0-1 0 0,-1 0 1 0 0,1 1-1 0 0,0-1 1 0 0,-1 0-1 0 0,1 0 0 0 0,-1 0 1 0 0,1 0-1 0 0,0 0 1 0 0,-1 0-1 0 0,1 1 1 0 0,0-1-1 0 0,-1 0 0 0 0,1 0 1 0 0,-1 1-1 0 0,0 0-7 0 0,2 15 4 0 0,1-9-1 0 0,1-1 1 0 0,-1 1-1 0 0,2 0 0 0 0,-1-1 0 0 0,1 0 0 0 0,0 0 0 0 0,6 8 0 0 0,40 41-67 0 0,-28-32 55 0 0,48 46 28 0 0,136 103-1 0 0,-96-84 45 0 0,152 141 89 0 0,-248-217-22 0 0,23 26 0 0 0,-22-28 170 0 0,-9-7-174 0 0,-10-7-33 0 0,-1 0-86 0 0,-1 1 0 0 0,1-1 0 0 0,-1 1 1 0 0,0 0-1 0 0,1 1 0 0 0,-1-1 0 0 0,-12-2 1 0 0,-26-10-31 0 0,-7-2 23 0 0,49 17 6 0 0,1 0 1 0 0,1-1 1 0 0,0 1-1 0 0,-1 0 1 0 0,1 0-1 0 0,-1 0 0 0 0,1-1 1 0 0,0 1-1 0 0,-1 0 1 0 0,1 0-1 0 0,-1 0 1 0 0,1 0-1 0 0,-1 0 1 0 0,1 0-1 0 0,-1 0 0 0 0,1 0 1 0 0,0 0-1 0 0,-1 0 1 0 0,1 0-1 0 0,-1 0 1 0 0,0 0-1 0 0,4 4 3 0 0,-1-1 0 0 0,1 0 1 0 0,-1 0-1 0 0,1 0 0 0 0,0 0 0 0 0,0-1 0 0 0,0 1 0 0 0,7 4 0 0 0,35 19 5 0 0,-32-19-5 0 0,6 3-20 0 0,142 71 146 0 0,-142-73-39 0 0,0-2 1 0 0,0 0-1 0 0,1-1 1 0 0,0 0 0 0 0,0-2-1 0 0,38 2 1 0 0,105-13 12 0 0,46 0-125 0 0,-101 16-7 0 0,-1 5-1 0 0,182 44 0 0 0,-261-49 17 0 0,-44-11-15 0 0,-45-10-12 0 0,-325-47 68 0 0,75 15-7 0 0,-87-36 31 0 0,322 64 1421 0 0,74 16-1273 0 0,2 1-189 0 0,0 0 0 0 0,-1-1 0 0 0,1 1 0 0 0,0-1 0 0 0,0 1 0 0 0,0 0 0 0 0,0-1 0 0 0,0 1 0 0 0,0 0 0 0 0,0-1 0 0 0,0 1 0 0 0,0 0 0 0 0,0-1 0 0 0,0 1 0 0 0,0-1 0 0 0,0 1 0 0 0,0 0 0 0 0,0-1 0 0 0,0 1 0 0 0,0 0 0 0 0,0-1 0 0 0,0 1 0 0 0,0 0 0 0 0,0-1 0 0 0,1 1 0 0 0,-1 0 0 0 0,0-1 0 0 0,0 1 0 0 0,1 0 0 0 0,-1-1 0 0 0,0 1 0 0 0,0 0 0 0 0,1 0 0 0 0,-1-1 0 0 0,0 1 0 0 0,1 0 0 0 0,-1 0 0 0 0,0 0 0 0 0,0-1 0 0 0,1 1 0 0 0,-1 0 0 0 0,1 0 0 0 0,-1 0 0 0 0,0 0 0 0 0,1 0 0 0 0,0 0 0 0 0,18-8 80 0 0,-19 8-87 0 0,39-8 37 0 0,-1 1-1 0 0,2 2 1 0 0,72 0 0 0 0,-73 4-32 0 0,286 11-43 0 0,-2 27-78 0 0,-266-30 58 0 0,20 1-361 0 0,-422-51 330 0 0,231 26 118 0 0,-23-5 40 0 0,134 23-14 0 0,13 2-29 0 0,30 6-24 0 0,3 0-5 0 0,149 40 20 0 0,624 140-30 0 0,-370-111-47 0 0,269 55-414 0 0,-690-128 454 0 0,117 21-149 0 0,-129-27 119 0 0,-16-5 18 0 0,-18-7-3 0 0,-379-144-275 0 0,-9 20 9 0 0,-189-70-6374 0 0,542 185 3444 0 0,2-2-1220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28.95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267 500 672 0 0,'-2'-16'3463'0'0,"-1"-6"-2291"0"0,2 1 0 0 0,0-1 0 0 0,1 0 0 0 0,1 0-1 0 0,5-29 1 0 0,3-55 1097 0 0,-9 86-1739 0 0,1 1 522 0 0,-2 0 0 0 0,-2-24 0 0 0,2 41-1019 0 0,-3-6-309 0 0,-1 44 285 0 0,1-1 0 0 0,1 0 0 0 0,2 1 0 0 0,6 53 0 0 0,-3-37-12 0 0,27 341 26 0 0,-10-159 30 0 0,-16-183 19 0 0,11 98 1834 0 0,-15-150-1891 0 0,-1 1 0 0 0,0-1 1 0 0,1 0-1 0 0,-1 1 0 0 0,1-1 0 0 0,-1 0 1 0 0,1 0-1 0 0,-1 0 0 0 0,1 0 0 0 0,0 0 1 0 0,0-1-1 0 0,-1 1 0 0 0,1 0 1 0 0,0-1-1 0 0,0 1 0 0 0,0-1 0 0 0,-1-1 1 0 0,-16-30 55 0 0,17 31-65 0 0,-36-73 4 0 0,3-2 0 0 0,3-1 0 0 0,-36-149 0 0 0,-8-180-71 0 0,50 268 16 0 0,16 93-241 0 0,8 44 251 0 0,1 4-15 0 0,-1 2 48 0 0,0-1-1 0 0,0 1 1 0 0,1-1 0 0 0,0 1 0 0 0,0-1-1 0 0,0 1 1 0 0,0-1 0 0 0,0 1-1 0 0,0 0 1 0 0,1-1 0 0 0,0 1-1 0 0,1 3 1 0 0,1 6 7 0 0,7 53-2 0 0,28 97 1 0 0,-21-98-11 0 0,28 92 9 0 0,-17-63 137 0 0,-27-91-54 0 0,5 13 986 0 0,-4-15-581 0 0,1-10-390 0 0,2-69 45 0 0,-6-87 0 0 0,-1 2-137 0 0,10-106-49 0 0,-7 223-130 0 0,1 36 43 0 0,0 32 107 0 0,17 244 36 0 0,68 338-1 0 0,-21-333 48 0 0,-64-262 10 0 0,-2-6-44 0 0,1 0-1 0 0,-1-1 0 0 0,1 1 0 0 0,0 0 0 0 0,0 0 0 0 0,0-1 0 0 0,2 5 0 0 0,-3-7-26 0 0,1 0-1 0 0,-1-1 1 0 0,0 1 0 0 0,1 0-1 0 0,-1 0 1 0 0,0 0 0 0 0,1-1-1 0 0,-1 1 1 0 0,0 0 0 0 0,1 0-1 0 0,-1-1 1 0 0,0 1 0 0 0,0 0-1 0 0,1-1 1 0 0,-1 1 0 0 0,0 0-1 0 0,0-1 1 0 0,0 1 0 0 0,1 0 0 0 0,-1-1-1 0 0,0 1 1 0 0,0 0 0 0 0,0-1-1 0 0,0 1 1 0 0,0-1 0 0 0,0 1-1 0 0,0 0 1 0 0,0-1 0 0 0,0 0-1 0 0,1-12 10 0 0,-1 11-9 0 0,59-542-96 0 0,-48 485 97 0 0,10-63-244 0 0,-21 119 222 0 0,6 2-43 0 0,-6 1 63 0 0,0 0-1 0 0,1 0 1 0 0,-1 0-1 0 0,0 0 0 0 0,0 0 1 0 0,1 0-1 0 0,-1 0 0 0 0,0 0 1 0 0,0 0-1 0 0,1 0 1 0 0,-1 0-1 0 0,0 0 0 0 0,0 0 1 0 0,1 1-1 0 0,-1-1 1 0 0,0 0-1 0 0,0 0 0 0 0,1 0 1 0 0,-1 0-1 0 0,0 0 1 0 0,0 1-1 0 0,0-1 0 0 0,1 0 1 0 0,-1 0-1 0 0,0 0 1 0 0,0 0-1 0 0,0 1 0 0 0,0-1 1 0 0,1 0-1 0 0,-1 0 1 0 0,0 1-1 0 0,0-1 0 0 0,0 0 1 0 0,0 0-1 0 0,0 1 0 0 0,0-1 1 0 0,0 0-1 0 0,0 0 1 0 0,0 1-1 0 0,0-1 0 0 0,0 0 1 0 0,0 1-1 0 0,7 15 8 0 0,-1 0 0 0 0,0 1 0 0 0,-1 0-1 0 0,4 27 1 0 0,-2-8 1 0 0,67 475-14 0 0,-72-471 13 0 0,-1-21 90 0 0,1-1 0 0 0,3 21 0 0 0,-5-34-54 0 0,-3-6-19 0 0,-6-11-7 0 0,-17-43-8 0 0,3 0-1 0 0,-24-86 0 0 0,30 87-17 0 0,-121-459-48 0 0,132 480 34 0 0,4 22 5 0 0,0 0 0 0 0,0 0 0 0 0,-2 0 0 0 0,1 1 0 0 0,-8-16 0 0 0,6 8-80 0 0,1 9-27 0 0,3 20 105 0 0,3 5 11 0 0,-1 1-1 0 0,2-1 1 0 0,6 23 0 0 0,-2-9 21 0 0,116 388 42 0 0,-51-192-57 0 0,104 267 152 0 0,-153-441 69 0 0,-22-50-49 0 0,3-11-150 0 0,2-5 4 0 0,-47-870-15 0 0,35 839-51 0 0,0-17-211 0 0,22 323 242 0 0,-4-114 4 0 0,54 379 88 0 0,-15-307 83 0 0,-50-217-153 0 0,3 20 167 0 0,-4-22-172 0 0,0 0 0 0 0,0 0 1 0 0,0 0-1 0 0,0 0 0 0 0,0 0 0 0 0,0 0 1 0 0,0 0-1 0 0,0 0 0 0 0,0 0 6 0 0,0 0-6 0 0,-4-13-6 0 0,-45-260-29 0 0,21 95 0 0 0,22 125-184 0 0,6 51 197 0 0,12 16-41 0 0,20 57 79 0 0,31 79-1070 0 0,-14 8-2710 0 0,-26-49-4334 0 0,-18-75 2281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43.62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 7 468 0 0,'1'-1'120'0'0,"0"0"1"0"0,-1 1-1 0 0,1-1 0 0 0,0 0 0 0 0,0 1 1 0 0,0-1-1 0 0,0 1 0 0 0,0 0 0 0 0,1-1 1 0 0,-1 1-1 0 0,0 0 0 0 0,0 0 0 0 0,0-1 1 0 0,0 1-1 0 0,0 0 0 0 0,0 0 0 0 0,0 0 1 0 0,0 1-1 0 0,1-1 0 0 0,-1 0 1 0 0,0 0-1 0 0,0 0 0 0 0,1 1 0 0 0,-1 0-168 0 0,1 1-111 0 0,0-1 0 0 0,0 1 0 0 0,0 0 1 0 0,0 0-1 0 0,-1 0 0 0 0,1 0 0 0 0,-1 0 1 0 0,2 2-1 0 0,3 6-474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49.05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319 340 1012 0 0,'0'0'817'0'0,"1"-24"2101"0"0,3 7-2327 0 0,-3 15-454 0 0,-1-11 58 0 0,-2-4-176 0 0,2 16-17 0 0,-4-9 10 0 0,3 7-8 0 0,-2-3-13 0 0,-17-5 19 0 0,-30-18 687 0 0,49 28-519 0 0,-2-1 17 0 0,0-1 0 0 0,0 1 0 0 0,1-1 0 0 0,-1 1 0 0 0,1-1 0 0 0,-4-4 0 0 0,-16-44 1644 0 0,21 50-1763 0 0,1 1-73 0 0,0 0 0 0 0,0 0 0 0 0,0 0 0 0 0,0 0 0 0 0,-1 0 0 0 0,1 0 0 0 0,0 0 0 0 0,0 1 0 0 0,0-1 0 0 0,0 0 0 0 0,0 0 0 0 0,-1 0 0 0 0,1 0-1 0 0,0 0 1 0 0,0 0 0 0 0,0 0 0 0 0,0 0 0 0 0,0 0 0 0 0,0 0 0 0 0,-1 0 0 0 0,1 0 0 0 0,0 0 0 0 0,0 0 0 0 0,0-1 0 0 0,0 1 0 0 0,0 0 0 0 0,-1 0 0 0 0,1 0 0 0 0,0 0 0 0 0,0 0 0 0 0,0 0 0 0 0,0 0 0 0 0,0 0 0 0 0,0 0 0 0 0,0 0 0 0 0,-1-1 0 0 0,1 1 0 0 0,0 0 0 0 0,0 0 0 0 0,0 0 0 0 0,0 0 0 0 0,0 0 0 0 0,0 0 0 0 0,0 0 0 0 0,0-1 0 0 0,0 1-1 0 0,0 0 1 0 0,0 0 0 0 0,0 0 0 0 0,0 0 0 0 0,0 0 0 0 0,0-1 0 0 0,0 1 0 0 0,0 0 0 0 0,0 0 0 0 0,0 0 0 0 0,0 0 0 0 0,0 0 0 0 0,0-1 0 0 0,0 1 0 0 0,0 0 0 0 0,0 0 0 0 0,0 0 0 0 0,0 0 0 0 0,0-1 0 0 0,0 2 15 0 0,0 0-1 0 0,-1-1 1 0 0,1 1-1 0 0,0 0 1 0 0,0-1 0 0 0,-1 1-1 0 0,1 0 1 0 0,0-1 0 0 0,0 1-1 0 0,0 0 1 0 0,0 0 0 0 0,0-1-1 0 0,0 1 1 0 0,0 0-1 0 0,0-1 1 0 0,0 1 0 0 0,0 0-1 0 0,0 0 1 0 0,1 0 0 0 0,9 25 262 0 0,2-2-1 0 0,0 1 1 0 0,2-2 0 0 0,0 1 0 0 0,34 39 0 0 0,66 82-250 0 0,232 226 0 0 0,307 181 279 0 0,-207-229-531 0 0,-233-184 163 0 0,-173-113 40 0 0,16 13-15 0 0,-16-12 11 0 0,-38-26 54 0 0,12 7 80 0 0,-13-7-47 0 0,-5-5-45 0 0,1 1-31 0 0,-26-24 33 0 0,-2 3-1 0 0,-47-31 1 0 0,20 16 43 0 0,-207-144 99 0 0,-46-33-247 0 0,15-22-57 0 0,143 95-199 0 0,-154-133-2 0 0,251 232 365 0 0,-234-184-252 0 0,265 208 200 0 0,2-1 0 0 0,0-1 0 0 0,1-1 0 0 0,1 0 0 0 0,-23-36 0 0 0,-5-8 15 0 0,14 22 19 0 0,3-1-1 0 0,-38-74 1 0 0,69 119-6 0 0,1 0 1 0 0,0 0-1 0 0,-1 1 1 0 0,1-1-1 0 0,0 0 1 0 0,0 0 0 0 0,-1 0-1 0 0,1 0 1 0 0,0 1-1 0 0,0-1 1 0 0,0 0-1 0 0,0 0 1 0 0,0 0 0 0 0,0 0-1 0 0,0 0 1 0 0,1 1-1 0 0,-1-1 1 0 0,0-1-1 0 0,1 1 0 0 0,0 0 0 0 0,0 0 0 0 0,0 0 0 0 0,0 0 0 0 0,0 0 0 0 0,0 0 0 0 0,0 0 0 0 0,0 0 0 0 0,0 0 1 0 0,0 1-1 0 0,0-1 0 0 0,0 1 0 0 0,1-1 0 0 0,-1 0 0 0 0,0 1 0 0 0,0 0 0 0 0,1-1 0 0 0,-1 1 0 0 0,3 0 0 0 0,3-1-2 0 0,1 0 1 0 0,-1 1-1 0 0,1 0 1 0 0,0 1 0 0 0,-1-1-1 0 0,0 2 1 0 0,1-1-1 0 0,11 4 1 0 0,62 26-84 0 0,-59-22 93 0 0,7 4 16 0 0,0 2 1 0 0,-1 1-1 0 0,-1 1 0 0 0,45 36 1 0 0,90 97 51 0 0,-42-36-68 0 0,2-5-2 0 0,199 167-173 0 0,-149-148 188 0 0,5-7 1 0 0,251 126-1 0 0,-306-184 55 0 0,-18-11-86 0 0,120 80 1 0 0,-211-123 7 0 0,-1 1 0 0 0,0 0 0 0 0,14 16 0 0 0,-1 0-23 0 0,-10-9 21 0 0,-14-17 5 0 0,-1 0 0 0 0,0 0-1 0 0,1 1 1 0 0,-1-1 0 0 0,0 0 0 0 0,1 0 0 0 0,-1 1-1 0 0,0-1 1 0 0,1 1 0 0 0,-1-1 0 0 0,0 0-1 0 0,0 1 1 0 0,1-1 0 0 0,-1 0 0 0 0,0 1 0 0 0,0-1-1 0 0,0 1 1 0 0,0-1 0 0 0,0 1 0 0 0,0-1 0 0 0,0 0-1 0 0,1 1 1 0 0,-1-1 0 0 0,0 1 0 0 0,-1 0-1 0 0,-8 2 1 0 0,-16-8 25 0 0,-227-104-110 0 0,182 75-47 0 0,-635-292-833 0 0,594 274 873 0 0,-118-51-10 0 0,173 81 82 0 0,-1 2 0 0 0,-68-13 0 0 0,107 29 14 0 0,-1 1 1 0 0,0 0 0 0 0,0 2 0 0 0,0 0 0 0 0,0 1 0 0 0,-29 4 0 0 0,42-3 5 0 0,-1 0 0 0 0,1 1 0 0 0,0 0 0 0 0,0 0 0 0 0,0 0 0 0 0,0 0 0 0 0,0 1 0 0 0,0 0 0 0 0,1 1 0 0 0,-1-1 0 0 0,1 1 0 0 0,0 0 0 0 0,0 0 0 0 0,0 1 0 0 0,1-1 0 0 0,-1 1 1 0 0,1 0-1 0 0,0 0 0 0 0,1 1 0 0 0,-1-1 0 0 0,1 1 0 0 0,-4 10 0 0 0,6-12-2 0 0,0 0 0 0 0,0 0 1 0 0,0 0-1 0 0,1 1 0 0 0,-1-1 1 0 0,1 0-1 0 0,0 0 0 0 0,0 1 0 0 0,1-1 1 0 0,0 0-1 0 0,-1 0 0 0 0,1 0 1 0 0,1 1-1 0 0,-1-1 0 0 0,0 0 0 0 0,1-1 1 0 0,0 1-1 0 0,0 0 0 0 0,0 0 1 0 0,1-1-1 0 0,-1 1 0 0 0,5 3 0 0 0,4 6-5 0 0,1 0 1 0 0,0-1-1 0 0,1-1 0 0 0,17 12 0 0 0,30 18 59 0 0,3-2 0 0 0,84 39 0 0 0,140 46-65 0 0,451 132-256 0 0,-636-224 230 0 0,-62-18 29 0 0,43 11-24 0 0,-80-24 18 0 0,5 2 32 0 0,-271-43 1 0 0,103 15-41 0 0,-102-16 125 0 0,-368-46 81 0 0,538 78-165 0 0,-1 3-1 0 0,-160 13 1 0 0,239-5-45 0 0,1 0 1 0 0,-1 0 0 0 0,1 1-1 0 0,-20 8 1 0 0,32-11 27 0 0,1 0 0 0 0,-1 0 0 0 0,1 0 0 0 0,-1 1 0 0 0,1-1 0 0 0,-1 0 0 0 0,1 0 0 0 0,0 0 0 0 0,-1 1 0 0 0,1-1 1 0 0,-1 0-1 0 0,1 1 0 0 0,0-1 0 0 0,-1 0 0 0 0,1 1 0 0 0,0-1 0 0 0,0 1 0 0 0,-1-1 0 0 0,1 1 0 0 0,0-1 0 0 0,0 0 0 0 0,-1 1 0 0 0,1-1 0 0 0,0 1 0 0 0,0-1 0 0 0,0 1 0 0 0,0-1 1 0 0,0 1-1 0 0,0-1 0 0 0,0 1 0 0 0,0-1 0 0 0,0 1 0 0 0,0-1 0 0 0,0 1 0 0 0,0-1 0 0 0,0 1 0 0 0,0-1 0 0 0,0 1 0 0 0,1-1 0 0 0,-1 1 0 0 0,0-1 0 0 0,0 0 0 0 0,1 1 0 0 0,-1-1 1 0 0,0 1-1 0 0,0-1 0 0 0,1 0 0 0 0,-1 1 0 0 0,0-1 0 0 0,1 0 0 0 0,-1 1 0 0 0,1-1 0 0 0,-1 0 0 0 0,0 1 0 0 0,1-1 0 0 0,-1 0 0 0 0,1 0 0 0 0,25 16-10 0 0,26 5 3 0 0,1-2 0 0 0,63 14 0 0 0,114 14-15 0 0,408 12-329 0 0,-263-35 186 0 0,-346-22 138 0 0,-7 0-2 0 0,-1 0 0 0 0,0 1 0 0 0,26 7-1 0 0,-46-10 30 0 0,-1 1 0 0 0,0-1 0 0 0,0 0-1 0 0,1 0 1 0 0,-1 0 0 0 0,0 0 0 0 0,0 0-1 0 0,0 0 1 0 0,1 0 0 0 0,-1 0 0 0 0,0 1-1 0 0,0-1 1 0 0,0 0 0 0 0,1 0 0 0 0,-1 0-1 0 0,0 0 1 0 0,0 1 0 0 0,0-1 0 0 0,0 0-1 0 0,0 0 1 0 0,0 0 0 0 0,1 1 0 0 0,-1-1-1 0 0,0 0 1 0 0,0 0 0 0 0,0 0 0 0 0,0 1-1 0 0,0-1 1 0 0,0 0 0 0 0,0 0 0 0 0,0 1-1 0 0,0-1 1 0 0,0 0 0 0 0,0 0 0 0 0,0 1-1 0 0,0-1 1 0 0,0 0 0 0 0,0 0 0 0 0,0 1-1 0 0,0-1 1 0 0,0 0 0 0 0,-1 0-1 0 0,1 0 1 0 0,0 1 0 0 0,0-1 0 0 0,0 0-1 0 0,0 0 1 0 0,0 0 0 0 0,0 1 0 0 0,-1-1-1 0 0,1 0 1 0 0,0 0 0 0 0,0 0 0 0 0,0 0-1 0 0,-1 0 1 0 0,1 1 0 0 0,0-1 0 0 0,-9 7-10 0 0,-7 0 12 0 0,-1 0-1 0 0,1-1 1 0 0,-1-1 0 0 0,0-1 0 0 0,0 0 0 0 0,-19 1 0 0 0,-15 4 10 0 0,-805 113 220 0 0,548-92-96 0 0,305-29-113 0 0,-5 2 32 0 0,49-1-53 0 0,-1-3 1 0 0,1-1-1 0 0,64-12 1 0 0,-31 3 27 0 0,140-11-137 0 0,-211 22 60 0 0,11 1 127 0 0,-38 6-23 0 0,0-1 0 0 0,-1-1 1 0 0,0-2-1 0 0,-39 1 0 0 0,27-1-25 0 0,-257 9-302 0 0,315-3-2155 0 0,0-8 306 0 0,4 0-435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50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23 728 0 0,'0'0'1332'0'0,"17"-17"2555"0"0,-14 16-3712 0 0,0 0 0 0 0,0 0 0 0 0,0 0 0 0 0,0 1 0 0 0,0-1 0 0 0,0 1 1 0 0,0 0-1 0 0,0-1 0 0 0,0 1 0 0 0,1 1 0 0 0,-1-1 0 0 0,0 0 0 0 0,0 1 0 0 0,0-1 0 0 0,0 1 0 0 0,0 0 0 0 0,0 0 0 0 0,4 2 0 0 0,-3 0-40 0 0,1 0 0 0 0,-1 0 0 0 0,0 0 0 0 0,0 1 0 0 0,0-1 0 0 0,-1 1 0 0 0,1 0 0 0 0,-1 0 0 0 0,0 0 0 0 0,4 7 0 0 0,-2-2-28 0 0,-1 0 0 0 0,1 0 0 0 0,-2 0 0 0 0,1 1 0 0 0,-1-1 0 0 0,-1 1 0 0 0,0 0 0 0 0,0 0 0 0 0,-1 0 0 0 0,0 0 0 0 0,-1 13 0 0 0,-2-7 4 0 0,-1-1 1 0 0,0 0-1 0 0,-1 0 0 0 0,-1 0 0 0 0,0-1 0 0 0,-1 1 0 0 0,0-1 0 0 0,-17 26 0 0 0,6-16 213 0 0,-1-1 1 0 0,-1-1-1 0 0,-39 37 1 0 0,14-19 901 0 0,43-39-1021 0 0,1-7-135 0 0,1 4-61 0 0,-1 0-1 0 0,0 0 1 0 0,0 0-1 0 0,1 0 1 0 0,0 0-1 0 0,-1 0 1 0 0,1 0-1 0 0,0 0 1 0 0,0 0-1 0 0,2-3 1 0 0,100-140 46 0 0,-21 33-114 0 0,-64 88 34 0 0,12-20 31 0 0,-27 41 22 0 0,-1 0 0 0 0,-1-1 0 0 0,1 0 0 0 0,0 1 1 0 0,-1-1-1 0 0,0 0 0 0 0,0 0 0 0 0,0 0 0 0 0,0-7 0 0 0,-1 11-27 0 0,0 0-1 0 0,0-1 1 0 0,0 1 0 0 0,0 0 0 0 0,0 0 0 0 0,0 0 0 0 0,0-1-1 0 0,0 1 1 0 0,0 0 0 0 0,0 0 0 0 0,0 0 0 0 0,0-1 0 0 0,0 1-1 0 0,0 0 1 0 0,0 0 0 0 0,-1 0 0 0 0,1-1 0 0 0,0 1 0 0 0,0 0-1 0 0,0 0 1 0 0,0 0 0 0 0,0 0 0 0 0,-1 0 0 0 0,1-1 0 0 0,0 1-1 0 0,0 0 1 0 0,0 0 0 0 0,-1 0 0 0 0,1 0 0 0 0,0 0 0 0 0,0 0-1 0 0,0 0 1 0 0,-1 0 0 0 0,1 0 0 0 0,0 0 0 0 0,0 0 0 0 0,-1 0-1 0 0,1 0 1 0 0,0 0 0 0 0,0 0 0 0 0,0 0 0 0 0,-1 0 0 0 0,1 0-1 0 0,0 0 1 0 0,0 0 0 0 0,0 0 0 0 0,-1 0 0 0 0,1 0-1 0 0,0 0 1 0 0,0 0 0 0 0,0 0 0 0 0,-1 1 0 0 0,1-1 0 0 0,0 0-1 0 0,0 0 1 0 0,0 0 0 0 0,0 0 0 0 0,-1 1 0 0 0,1-1 0 0 0,0 0-1 0 0,-13 11 32 0 0,5-1-24 0 0,1 0-1 0 0,0 0 1 0 0,1 0 0 0 0,0 1-1 0 0,1 0 1 0 0,0 1 0 0 0,1-1 0 0 0,0 1-1 0 0,-4 18 1 0 0,6-20-2 0 0,0 1-1 0 0,1 0 1 0 0,0 0-1 0 0,1 0 0 0 0,0 0 1 0 0,0 0-1 0 0,1-1 1 0 0,1 1-1 0 0,0 0 1 0 0,0 0-1 0 0,4 10 1 0 0,-2-13-441 0 0,1 0 0 0 0,-1 0 1 0 0,1 0-1 0 0,1-1 1 0 0,-1 0-1 0 0,1 0 0 0 0,1 0 1 0 0,-1-1-1 0 0,1 0 1 0 0,0 0-1 0 0,0-1 0 0 0,1 1 1 0 0,0-2-1 0 0,0 1 1 0 0,0-1-1 0 0,0 0 0 0 0,1-1 1 0 0,-1 0-1 0 0,1 0 1 0 0,0-1-1 0 0,0 0 0 0 0,0-1 1 0 0,14 1-1 0 0,3 0-3148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50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34 156 0 0,'31'-33'18688'0'0,"-31"32"-18589"0"0,5 18 999 0 0,-6 87-337 0 0,0 24-1299 0 0,4-42-3572 0 0,3-39-3653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50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2360 0 0,'12'-37'13289'0'0,"-12"36"-12880"0"0,38 0 661 0 0,73-11 0 0 0,-37-6-3800 0 0,-57 13 90 0 0,-1-1 0 0 0,18-11-1 0 0,-21 11-2502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50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11 1844 0 0,'-42'-10'10987'0'0,"27"13"-8321"0"0,13 0-2383 0 0,0 0 1 0 0,0 0-1 0 0,0 0 0 0 0,0 0 1 0 0,0 1-1 0 0,1-1 0 0 0,-1 1 1 0 0,1-1-1 0 0,0 1 1 0 0,0-1-1 0 0,0 1 0 0 0,1 0 1 0 0,-1-1-1 0 0,1 6 0 0 0,0 10 230 0 0,4 32 0 0 0,-2-18-187 0 0,-2-32-331 0 0,12 176 483 0 0,6-61-5318 0 0,-11-90 1826 0 0,-1-10-1978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51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2228 0 0,'1'-2'750'0'0,"5"-10"2130"0"0,0 1 0 0 0,14-20 0 0 0,-18 29-2675 0 0,-1 0 0 0 0,1 0 1 0 0,0 0-1 0 0,0 0 0 0 0,0 0 0 0 0,0 0 1 0 0,0 0-1 0 0,1 0 0 0 0,-1 1 0 0 0,1-1 0 0 0,-1 1 1 0 0,1 0-1 0 0,-1 0 0 0 0,1 0 0 0 0,-1 0 0 0 0,1 0 1 0 0,0 0-1 0 0,0 1 0 0 0,-1-1 0 0 0,5 1 0 0 0,1 1-80 0 0,0 0 0 0 0,-1 0 0 0 0,1 1 0 0 0,-1 0 0 0 0,1 1 0 0 0,-1-1 0 0 0,0 1 0 0 0,1 1 0 0 0,-2 0 0 0 0,1 0 0 0 0,0 0-1 0 0,-1 0 1 0 0,12 12 0 0 0,-11-9-36 0 0,0 1-1 0 0,-1 0 0 0 0,0 0 1 0 0,0 0-1 0 0,-1 1 1 0 0,0 0-1 0 0,0 0 0 0 0,-1 0 1 0 0,0 1-1 0 0,4 17 0 0 0,-6-17-1 0 0,0 0 0 0 0,-1 1 0 0 0,0-1 1 0 0,0 0-1 0 0,-1 0 0 0 0,0 0 0 0 0,-1 1 0 0 0,0-1 0 0 0,-1 0 0 0 0,-6 20 0 0 0,-3-2 156 0 0,0-1 1 0 0,-23 38 0 0 0,32-62-223 0 0,-7 13 165 0 0,12-25-132 0 0,15-27-78 0 0,19-12 0 0 0,51-54 0 0 0,-53 63 49 0 0,0-1 1 0 0,37-58-1 0 0,-70 94 7 0 0,0 0-1 0 0,0 1 1 0 0,0-1 0 0 0,-1 0 0 0 0,2-7-1 0 0,-2 9-22 0 0,-1 1-1 0 0,0 0 0 0 0,0 0 1 0 0,1-1-1 0 0,-1 1 0 0 0,0 0 0 0 0,0-1 1 0 0,0 1-1 0 0,-1 0 0 0 0,1 0 1 0 0,0-1-1 0 0,0 1 0 0 0,-1 0 1 0 0,1 0-1 0 0,-1 0 0 0 0,1-1 0 0 0,-1 1 1 0 0,1 0-1 0 0,-1 0 0 0 0,-1-2 1 0 0,1 3-8 0 0,0 0 0 0 0,0-1 0 0 0,1 1 0 0 0,-1 0 0 0 0,0 0 0 0 0,0 0 0 0 0,0 0 0 0 0,0 0 0 0 0,0 0 0 0 0,1 0 0 0 0,-1 0 0 0 0,0 0 0 0 0,0 0 0 0 0,0 0 1 0 0,0 0-1 0 0,1 1 0 0 0,-1-1 0 0 0,0 0 0 0 0,0 1 0 0 0,1-1 0 0 0,-1 0 0 0 0,0 1 0 0 0,0-1 0 0 0,1 1 0 0 0,-2 0 0 0 0,-19 15 18 0 0,20-15-16 0 0,-8 7 16 0 0,0 0 0 0 0,1 1 0 0 0,1-1 0 0 0,-1 1 0 0 0,2 1 1 0 0,-1 0-1 0 0,1-1 0 0 0,0 2 0 0 0,1-1 0 0 0,1 1 0 0 0,-1 0 0 0 0,2 0 0 0 0,-1 0 0 0 0,-2 22 0 0 0,5-26-56 0 0,0 0 0 0 0,1-1 0 0 0,0 1-1 0 0,0 0 1 0 0,1-1 0 0 0,0 1-1 0 0,0 0 1 0 0,1-1 0 0 0,-1 1 0 0 0,1-1-1 0 0,1 0 1 0 0,-1 1 0 0 0,1-1-1 0 0,0 0 1 0 0,0-1 0 0 0,1 1 0 0 0,0-1-1 0 0,0 1 1 0 0,0-1 0 0 0,1 0-1 0 0,0 0 1 0 0,0-1 0 0 0,0 0 0 0 0,0 0-1 0 0,0 0 1 0 0,1 0 0 0 0,6 2 0 0 0,4 2-861 0 0,-1-1 1 0 0,1-1-1 0 0,1 0 1 0 0,-1-1-1 0 0,31 5 1 0 0,12-5-5258 0 0,-30-4-160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51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38 608 0 0,'-11'-23'12677'0'0,"7"10"-9508"0"0,7 12-3048 0 0,-1 1 0 0 0,1 0 0 0 0,0 0 0 0 0,0 0 0 0 0,0 0 0 0 0,0 1 0 0 0,0-1 0 0 0,0 1 0 0 0,-1-1 0 0 0,1 1 0 0 0,0 0 0 0 0,0 0 0 0 0,3 2 0 0 0,-1 0 1 0 0,1 0 1 0 0,0 0 0 0 0,-1 1 0 0 0,1 0 0 0 0,7 7-1 0 0,-9-7-19 0 0,0 0-1 0 0,0 0 1 0 0,-1 1-1 0 0,1 0 1 0 0,-1 0-1 0 0,0 0 1 0 0,-1 0-1 0 0,1 0 1 0 0,-1 0-1 0 0,0 1 1 0 0,0-1-1 0 0,-1 1 1 0 0,2 8-1 0 0,-2-6 35 0 0,-1 0 0 0 0,0 0 0 0 0,-1 0-1 0 0,1 1 1 0 0,-2-1 0 0 0,1 0 0 0 0,-1 0 0 0 0,0 0 0 0 0,-4 8-1 0 0,-56 120 1029 0 0,61-135-1160 0 0,1 0 0 0 0,0-1 1 0 0,-1 1-1 0 0,1 0 0 0 0,0 0 0 0 0,-1 0 0 0 0,1-1 1 0 0,0 1-1 0 0,0 0 0 0 0,0 0 0 0 0,-1 0 0 0 0,1 0 0 0 0,0 0 1 0 0,0-1-1 0 0,0 1 0 0 0,1 0 0 0 0,-1 0 0 0 0,0 1 1 0 0,1-1-4 0 0,-1-1 1 0 0,0 1 0 0 0,1-1 0 0 0,-1 0-1 0 0,0 1 1 0 0,1-1 0 0 0,-1 1 0 0 0,1-1-1 0 0,-1 0 1 0 0,1 1 0 0 0,-1-1 0 0 0,1 0 0 0 0,-1 0-1 0 0,1 1 1 0 0,-1-1 0 0 0,1 0 0 0 0,-1 0-1 0 0,1 0 1 0 0,0 0 0 0 0,0 0 0 0 0,30-3 1 0 0,-28 3-15 0 0,45-11-1261 0 0,-1-2 0 0 0,67-29 0 0 0,84-53-8895 0 0,-135 61 3552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52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59 1884 0 0,'0'-3'2898'0'0,"2"-16"2051"0"0,1-18 8350 0 0,-16 39-12791 0 0,6 1-422 0 0,1 1 0 0 0,0-1 1 0 0,0 1-1 0 0,0 1 0 0 0,-6 5 0 0 0,-1 1-3 0 0,-87 63 79 0 0,-107 90-133 0 0,203-160-32 0 0,0 0 1 0 0,0 0-1 0 0,1 0 1 0 0,-1 1 0 0 0,1-1-1 0 0,0 1 1 0 0,0 0-1 0 0,1-1 1 0 0,-1 1-1 0 0,1 1 1 0 0,-1 4-1 0 0,2-8 12 0 0,1 1 0 0 0,-1-1-1 0 0,1 1 1 0 0,0-1 0 0 0,0 1-1 0 0,0-1 1 0 0,0 1 0 0 0,1-1-1 0 0,-1 1 1 0 0,1-1 0 0 0,-1 0-1 0 0,1 1 1 0 0,0-1 0 0 0,0 0-1 0 0,0 1 1 0 0,0-1 0 0 0,0 0-1 0 0,0 0 1 0 0,1 0 0 0 0,-1 0-1 0 0,1 0 1 0 0,0 0 0 0 0,-1 0 0 0 0,1-1-1 0 0,0 1 1 0 0,4 2 0 0 0,4 2 7 0 0,0 0 0 0 0,0-1 1 0 0,0 0-1 0 0,1-1 0 0 0,0 0 0 0 0,0 0 1 0 0,0-1-1 0 0,11 1 0 0 0,96 9-5 0 0,-102-12-6 0 0,68 4-263 0 0,-22-1-2016 0 0,-2 1-4416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52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0 1960 0 0,'-1'0'186'0'0,"-11"2"1863"0"0,1 1-1 0 0,-1 0 0 0 0,1 1 1 0 0,-1 0-1 0 0,1 1 0 0 0,-14 7 1 0 0,25-11-1980 0 0,-1-1 1 0 0,1 0-1 0 0,-1 1 1 0 0,1-1-1 0 0,-1 1 1 0 0,1-1-1 0 0,-1 1 1 0 0,1-1-1 0 0,0 1 1 0 0,-1-1-1 0 0,1 1 1 0 0,0 0-1 0 0,-1-1 1 0 0,1 1-1 0 0,0 0 1 0 0,0-1 0 0 0,0 1-1 0 0,0-1 1 0 0,-1 1-1 0 0,1 0 1 0 0,0-1-1 0 0,0 1 1 0 0,0 0-1 0 0,0-1 1 0 0,0 1-1 0 0,1 0 1 0 0,-1-1-1 0 0,0 1 1 0 0,0 0-1 0 0,0-1 1 0 0,0 1-1 0 0,1-1 1 0 0,-1 1-1 0 0,0 0 1 0 0,1-1-1 0 0,-1 1 1 0 0,0-1-1 0 0,1 1 1 0 0,-1-1-1 0 0,1 1 1 0 0,-1-1-1 0 0,1 1 1 0 0,-1-1-1 0 0,1 0 1 0 0,-1 1-1 0 0,1-1 1 0 0,0 1-1 0 0,25 16 645 0 0,-11-11-547 0 0,1 0 0 0 0,0-1 0 0 0,0-1 1 0 0,25 4-1 0 0,70 3-67 0 0,-49-7-514 0 0,38 1-2857 0 0,-34-11-5372 0 0,-45 3 1904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52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79 1976 0 0,'17'-78'22726'0'0,"-16"85"-21527"0"0,4 19-259 0 0,-4 42-15 0 0,-3-1 0 0 0,-18 118 0 0 0,-45 132 2116 0 0,52-260-2931 0 0,-32 143-110 0 0,42-187 0 0 0,1-2 0 0 0,0 1 0 0 0,0 2-1717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56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76 1608 0 0,'1'-2'1480'0'0,"29"-70"8463"0"0,-30 71-9510 0 0,-28 56 27 0 0,-76 170-9 0 0,100-216-449 0 0,-64 189 180 0 0,63-177-210 0 0,0 1 0 0 0,2-1 0 0 0,0 1-1 0 0,1 0 1 0 0,2 0 0 0 0,0 0 0 0 0,5 33-1 0 0,-4-47-131 0 0,1 0-1 0 0,0 0 0 0 0,0 0 1 0 0,1 0-1 0 0,0-1 0 0 0,1 1 1 0 0,-1-1-1 0 0,2 0 1 0 0,-1 0-1 0 0,1 0 0 0 0,0 0 1 0 0,0-1-1 0 0,0 0 0 0 0,12 10 1 0 0,-10-11-440 0 0,0 0 0 0 0,-1-1 0 0 0,2 0 0 0 0,-1 0 0 0 0,0-1 1 0 0,1 0-1 0 0,-1 0 0 0 0,1-1 0 0 0,12 3 0 0 0,8-1-2921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56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193 115 1564 0 0,'-1'-1'306'0'0,"0"0"0"0"0,1-1 1 0 0,-1 1-1 0 0,0 0 0 0 0,0-1 0 0 0,0 1 0 0 0,0 0 1 0 0,0 0-1 0 0,-1 0 0 0 0,1 0 0 0 0,0 0 0 0 0,0 0 0 0 0,-1 0 1 0 0,1 1-1 0 0,0-1 0 0 0,-1 0 0 0 0,1 1 0 0 0,-1-1 0 0 0,1 1 1 0 0,-1-1-1 0 0,1 1 0 0 0,-1 0 0 0 0,0 0 0 0 0,-1-1 1 0 0,0 2-163 0 0,1-1 0 0 0,-1 1 1 0 0,1 0-1 0 0,-1 0 1 0 0,1 0-1 0 0,-1 0 1 0 0,1 0-1 0 0,0 0 1 0 0,-1 0-1 0 0,1 1 1 0 0,0-1-1 0 0,0 1 1 0 0,-3 3-1 0 0,-6 6 131 0 0,0 1-1 0 0,1 1 1 0 0,0 0 0 0 0,1 0 0 0 0,0 1-1 0 0,-13 29 1 0 0,14-23-198 0 0,0 0 1 0 0,2 0-1 0 0,0 0 1 0 0,-6 41-1 0 0,11-52-65 0 0,1 0-1 0 0,-1 1 1 0 0,1-1-1 0 0,1 1 1 0 0,0-1-1 0 0,0 0 1 0 0,1 1-1 0 0,0-1 1 0 0,1 0-1 0 0,5 14 1 0 0,-6-19-4 0 0,0 0 1 0 0,0-1-1 0 0,1 1 1 0 0,-1-1-1 0 0,0 0 1 0 0,1 1-1 0 0,0-1 0 0 0,0-1 1 0 0,0 1-1 0 0,0 0 1 0 0,1-1-1 0 0,-1 1 1 0 0,0-1-1 0 0,1 0 1 0 0,0 0-1 0 0,-1-1 0 0 0,1 1 1 0 0,0-1-1 0 0,0 1 1 0 0,0-1-1 0 0,0-1 1 0 0,0 1-1 0 0,0 0 1 0 0,1-1-1 0 0,-1 0 0 0 0,6 0 1 0 0,-2-1 31 0 0,0 0 1 0 0,-1 0 0 0 0,1-1-1 0 0,0 0 1 0 0,-1 0-1 0 0,1 0 1 0 0,-1-1-1 0 0,0-1 1 0 0,0 1-1 0 0,0-1 1 0 0,10-7-1 0 0,-8 4 10 0 0,0-1 0 0 0,-1 0 0 0 0,1-1-1 0 0,-2 1 1 0 0,1-1 0 0 0,-1-1-1 0 0,7-13 1 0 0,-6 9-8 0 0,0-1 1 0 0,-2-1-1 0 0,0 1 1 0 0,0-1-1 0 0,-1 0 1 0 0,-1 0-1 0 0,-1-1 1 0 0,-1 1-1 0 0,0-1 0 0 0,-1 1 1 0 0,-1-18-1 0 0,-1 18-34 0 0,-1 0-1 0 0,-1 0 0 0 0,-1 1 0 0 0,0-1 0 0 0,-1 1 0 0 0,-9-20 0 0 0,12 29-9 0 0,-1 0-1 0 0,0 0 1 0 0,-1 0 0 0 0,1 1-1 0 0,-1-1 1 0 0,0 1-1 0 0,-1 0 1 0 0,1 0 0 0 0,-1 0-1 0 0,0 1 1 0 0,0-1-1 0 0,-1 1 1 0 0,1 1 0 0 0,-1-1-1 0 0,0 1 1 0 0,0 0-1 0 0,-8-3 1 0 0,12 5-35 0 0,-1 0 0 0 0,1 1 0 0 0,0 0 0 0 0,0-1 0 0 0,-1 1-1 0 0,1 0 1 0 0,0 0 0 0 0,-1 0 0 0 0,1 0 0 0 0,0 1 0 0 0,0-1 0 0 0,-1 1 0 0 0,1-1 0 0 0,0 1 0 0 0,0 0-1 0 0,0 0 1 0 0,0 0 0 0 0,-3 2 0 0 0,1-1-81 0 0,1 1 0 0 0,0 0 0 0 0,0-1 0 0 0,0 1 0 0 0,1 1 0 0 0,-1-1 0 0 0,1 0 0 0 0,0 1 0 0 0,-4 5 0 0 0,2 1-760 0 0,0 0 1 0 0,0 0-1 0 0,1 0 1 0 0,0 0 0 0 0,1 1-1 0 0,0-1 1 0 0,0 12-1 0 0,2-2-3119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56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2560 0 0,'3'1'2103'0'0,"1"1"-1357"0"0,0-1-1 0 0,0 1 1 0 0,0-1-1 0 0,-1 1 0 0 0,1 0 1 0 0,0 0-1 0 0,-1 1 1 0 0,1-1-1 0 0,3 4 1 0 0,-6-4-606 0 0,1 0 1 0 0,-1 1 0 0 0,0-1-1 0 0,0 0 1 0 0,0 0 0 0 0,0 1-1 0 0,0-1 1 0 0,-1 0 0 0 0,1 1-1 0 0,-1-1 1 0 0,1 1 0 0 0,-1-1-1 0 0,0 1 1 0 0,0-1-1 0 0,0 0 1 0 0,0 1 0 0 0,0-1-1 0 0,-1 1 1 0 0,0 2 0 0 0,-14 57 512 0 0,-1-2-2274 0 0,12-16-5759 0 0,4-31 3201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57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30 138 1468 0 0,'15'-41'9060'0'0,"-10"23"-2885"0"0,-8 22-4929 0 0,-5 14-1188 0 0,0 0 0 0 0,1 0 0 0 0,1 1 0 0 0,1 0 0 0 0,1 0 0 0 0,0 0 0 0 0,2 1 0 0 0,0-1 0 0 0,1 29 0 0 0,1-42-57 0 0,0 1 0 0 0,1-1 0 0 0,0 1-1 0 0,0-1 1 0 0,0 1 0 0 0,1-1 0 0 0,0 0 0 0 0,0 1 0 0 0,0-1-1 0 0,1 0 1 0 0,0-1 0 0 0,0 1 0 0 0,0 0 0 0 0,8 8 0 0 0,-8-11 5 0 0,0 0 1 0 0,1 0-1 0 0,-1 0 1 0 0,1-1 0 0 0,-1 1-1 0 0,1-1 1 0 0,0 0-1 0 0,0 0 1 0 0,0 0-1 0 0,0-1 1 0 0,0 1 0 0 0,0-1-1 0 0,1 0 1 0 0,-1 0-1 0 0,0-1 1 0 0,1 1 0 0 0,-1-1-1 0 0,0 0 1 0 0,1 0-1 0 0,-1 0 1 0 0,0-1-1 0 0,9-1 1 0 0,-5-1 1 0 0,0 1-1 0 0,0-2 1 0 0,0 1 0 0 0,0-1-1 0 0,0 0 1 0 0,-1 0 0 0 0,0-1-1 0 0,0 0 1 0 0,0 0 0 0 0,0-1-1 0 0,-1 0 1 0 0,0 0 0 0 0,0-1-1 0 0,-1 1 1 0 0,1-1 0 0 0,-2-1-1 0 0,1 1 1 0 0,-1 0 0 0 0,0-1 0 0 0,0 0-1 0 0,2-10 1 0 0,-2 7-8 0 0,0-1 1 0 0,-1 1 0 0 0,0-1-1 0 0,-1 0 1 0 0,-1 0-1 0 0,0 0 1 0 0,0 0-1 0 0,-1 0 1 0 0,-1 0 0 0 0,0 0-1 0 0,0 1 1 0 0,-1-1-1 0 0,-1 0 1 0 0,-7-21-1 0 0,7 27 4 0 0,0 0 1 0 0,-1 1-1 0 0,1-1 0 0 0,-1 1 0 0 0,0 0 0 0 0,0 0 0 0 0,-1 0 0 0 0,0 0 0 0 0,0 1 0 0 0,0 0 0 0 0,0 0 1 0 0,-1 0-1 0 0,1 1 0 0 0,-13-6 0 0 0,8 5-363 0 0,0 0 1 0 0,-1 0 0 0 0,0 1-1 0 0,0 1 1 0 0,0 0 0 0 0,0 0-1 0 0,-18 1 1 0 0,2 5-3916 0 0,21-2 2771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57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17 2592 0 0,'12'-16'9050'0'0,"-9"16"-8897"0"0,-1 0-1 0 0,0 0 1 0 0,1 0-1 0 0,-1 1 0 0 0,1-1 1 0 0,-1 1-1 0 0,0 0 1 0 0,1-1-1 0 0,-1 1 1 0 0,0 0-1 0 0,0 0 0 0 0,0 0 1 0 0,0 1-1 0 0,0-1 1 0 0,0 0-1 0 0,0 1 1 0 0,0-1-1 0 0,2 3 0 0 0,37 38 1132 0 0,-35-36-1067 0 0,11 15-19 0 0,0 0 0 0 0,-2 1 0 0 0,0 0 0 0 0,-2 1 0 0 0,-1 1 0 0 0,0 0 0 0 0,-2 1 0 0 0,-1 0 0 0 0,0 0 0 0 0,-2 1 0 0 0,-1 0 0 0 0,-2 0 0 0 0,4 54 0 0 0,-8-41-201 0 0,-1 1 0 0 0,-1 0 0 0 0,-3-1 0 0 0,-1 1 0 0 0,-2-1 0 0 0,-2-1 0 0 0,-1 0 0 0 0,-28 64 0 0 0,12-45-1146 0 0,-41 63 0 0 0,-9-11-6311 0 0,45-71 838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58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91 244 0 0,'6'-27'4393'0'0,"12"-37"6175"0"0,-20 81-9846 0 0,-55 293 1231 0 0,30-180-1853 0 0,17-86-84 0 0,5-25 43 0 0,0 0 0 0 0,2 1 0 0 0,-1 22 0 0 0,4-41-58 0 0,0-1 0 0 0,0 1 0 0 0,0-1 0 0 0,1 1 0 0 0,-1-1 0 0 0,0 1 0 0 0,1-1 0 0 0,-1 1 0 0 0,0-1 0 0 0,1 0 0 0 0,-1 1 0 0 0,0-1 0 0 0,1 0 0 0 0,-1 1 0 0 0,1-1 0 0 0,-1 0 0 0 0,1 0 0 0 0,-1 1 0 0 0,1-1 0 0 0,-1 0 0 0 0,1 0 0 0 0,-1 0 0 0 0,1 0 0 0 0,-1 0 0 0 0,2 1 0 0 0,15 1-14 0 0,47-4-793 0 0,-1-3-1 0 0,122-25 1 0 0,-158 25-148 0 0,3-1-1614 0 0,0-1 0 0 0,28-11 0 0 0,-30 5-2196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58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200 222 788 0 0,'-35'-144'16258'0'0,"35"144"-16226"0"0,0-1 0 0 0,0 1 0 0 0,0 0 0 0 0,0-1 0 0 0,0 1 0 0 0,0 0 0 0 0,0 0 0 0 0,0-1 0 0 0,-1 1 0 0 0,1 0 0 0 0,0-1 0 0 0,0 1 0 0 0,0 0 0 0 0,0 0 0 0 0,0-1 0 0 0,-1 1 0 0 0,1 0 0 0 0,0 0 0 0 0,0 0 0 0 0,-1-1 0 0 0,1 1 0 0 0,0 0 0 0 0,0 0 0 0 0,-1 0 0 0 0,1 0 0 0 0,0-1 0 0 0,0 1 0 0 0,-1 0 0 0 0,1 0 0 0 0,0 0 0 0 0,-1 0 0 0 0,1 0 0 0 0,0 0 0 0 0,0 0 0 0 0,-1 0 0 0 0,-7 8 304 0 0,-2 17-218 0 0,-43 138 426 0 0,-29 115-2512 0 0,81-274 1921 0 0,-3 23-1238 0 0,4-27 1274 0 0,0 0-1 0 0,0 0 0 0 0,0 0 1 0 0,0 0-1 0 0,0 0 1 0 0,0 0-1 0 0,0 0 0 0 0,1 1 1 0 0,-1-1-1 0 0,0 0 0 0 0,0 0 1 0 0,0 0-1 0 0,0 0 1 0 0,0 0-1 0 0,0 0 0 0 0,0 0 1 0 0,0 0-1 0 0,0 0 1 0 0,0 1-1 0 0,0-1 0 0 0,0 0 1 0 0,0 0-1 0 0,1 0 0 0 0,-1 0 1 0 0,0 0-1 0 0,0 0 1 0 0,0 0-1 0 0,0 0 0 0 0,0 0 1 0 0,0 0-1 0 0,0 0 1 0 0,0 0-1 0 0,1 0 0 0 0,-1 0 1 0 0,0 0-1 0 0,0 0 1 0 0,0 0-1 0 0,0 0 0 0 0,0 0 1 0 0,0 0-1 0 0,0 0 0 0 0,1 0 1 0 0,-1 0-1 0 0,0 0 1 0 0,0 0-1 0 0,0 0 0 0 0,0 0 1 0 0,0 0-1 0 0,0 0 1 0 0,0 0-1 0 0,0 0 0 0 0,1 0 1 0 0,-1 0-1 0 0,0 0 0 0 0,0-1 1 0 0,0 1-1 0 0,0 0 1 0 0,13-15-206 0 0,-2 0 180 0 0,-8 9 68 0 0,1 0 0 0 0,0 0 0 0 0,1 0 0 0 0,0 0 0 0 0,0 1 0 0 0,0 0 0 0 0,0 0 0 0 0,1 0 0 0 0,-1 1 0 0 0,1 0 0 0 0,10-5 0 0 0,20-6-31 0 0,1 2 1 0 0,1 1-1 0 0,41-7 1 0 0,-70 17-145 0 0,0 0 1 0 0,-1-1-1 0 0,1 0 0 0 0,-1-1 1 0 0,1 0-1 0 0,-1 0 0 0 0,0-1 1 0 0,0 0-1 0 0,-1 0 1 0 0,0-1-1 0 0,0 0 0 0 0,0 0 1 0 0,-1-1-1 0 0,1 1 1 0 0,-2-1-1 0 0,1-1 0 0 0,4-8 1 0 0,-1 1 105 0 0,-1 0 0 0 0,-1-1 0 0 0,-1 0 0 0 0,0-1 1 0 0,-1 0-1 0 0,-1 0 0 0 0,-1 0 0 0 0,2-17 0 0 0,0-5 474 0 0,5-78 2708 0 0,-10 116-2884 0 0,3 4-167 0 0,-1 0-1 0 0,0 0 1 0 0,0 0 0 0 0,0 0-1 0 0,-1 1 1 0 0,1-1 0 0 0,-1 0-1 0 0,0 1 1 0 0,0 0 0 0 0,0-1-1 0 0,1 8 1 0 0,2 46 438 0 0,-4-39-404 0 0,0 42 217 0 0,-12 86 0 0 0,0-14-4310 0 0,12-107 1159 0 0,1-7-1989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59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87 2856 0 0,'56'-82'15200'0'0,"-56"81"-15177"0"0,0 1 1 0 0,-1 0 0 0 0,1-1 0 0 0,0 1-1 0 0,0 0 1 0 0,-1-1 0 0 0,1 1-1 0 0,0 0 1 0 0,-1 0 0 0 0,1 0 0 0 0,0-1-1 0 0,-1 1 1 0 0,1 0 0 0 0,-1 0 0 0 0,1 0-1 0 0,0 0 1 0 0,-1-1 0 0 0,1 1-1 0 0,-1 0 1 0 0,1 0 0 0 0,0 0 0 0 0,-1 0-1 0 0,1 0 1 0 0,-1 0 0 0 0,1 0-1 0 0,0 0 1 0 0,-1 0 0 0 0,1 0 0 0 0,-1 1-1 0 0,1-1 1 0 0,0 0 0 0 0,-1 0 0 0 0,1 0-1 0 0,-1 0 1 0 0,1 1 0 0 0,0-1-1 0 0,-1 0 1 0 0,1 0 0 0 0,-1 1 0 0 0,-14 5 172 0 0,-11 8 61 0 0,-1 0 0 0 0,-28 22 0 0 0,48-31-244 0 0,1 0-1 0 0,0 0 0 0 0,0 0 0 0 0,0 1 0 0 0,1 0 0 0 0,0 0 0 0 0,0 0 0 0 0,0 1 0 0 0,1 0 0 0 0,0 0 0 0 0,0 0 0 0 0,1 0 0 0 0,-4 11 0 0 0,6-14-7 0 0,1 0-1 0 0,0 0 1 0 0,-1 0-1 0 0,1 0 1 0 0,1 0-1 0 0,-1 0 1 0 0,1 0-1 0 0,0 0 1 0 0,-1 0 0 0 0,2 0-1 0 0,-1 0 1 0 0,0 0-1 0 0,1-1 1 0 0,0 1-1 0 0,0 0 1 0 0,0-1-1 0 0,0 0 1 0 0,0 1-1 0 0,1-1 1 0 0,-1 0-1 0 0,1 0 1 0 0,0 0 0 0 0,0-1-1 0 0,5 4 1 0 0,9 7 4 0 0,1 0 0 0 0,0-2 1 0 0,27 13-1 0 0,-33-18-12 0 0,67 32 12 0 0,-45-24 408 0 0,0 3 1 0 0,54 35 0 0 0,-87-51-384 0 0,-1-1 0 0 0,1 1 0 0 0,-1-1 0 0 0,1 1 0 0 0,-1-1 0 0 0,0 1 0 0 0,1-1 0 0 0,-1 1 0 0 0,0-1 0 0 0,1 1 0 0 0,-1 0 0 0 0,0-1 0 0 0,1 1 0 0 0,-1-1 0 0 0,0 1 0 0 0,0 0 0 0 0,0-1 0 0 0,0 1 0 0 0,0 0 0 0 0,0-1 0 0 0,0 1 0 0 0,0 0 0 0 0,0-1 0 0 0,0 1 0 0 0,0 0 1 0 0,0-1-1 0 0,0 1 0 0 0,-1 0 0 0 0,1-1 0 0 0,0 1 0 0 0,0-1 0 0 0,-1 1 0 0 0,1 0 0 0 0,0-1 0 0 0,-1 1 0 0 0,0 0 0 0 0,-17 18 360 0 0,10-13-311 0 0,-2 0-1 0 0,1-1 0 0 0,0 0 1 0 0,-1 0-1 0 0,0-1 0 0 0,0 0 1 0 0,-15 3-1 0 0,-77 11 115 0 0,96-17-184 0 0,-15 2-446 0 0,0-2 0 0 0,1-1 0 0 0,-1 0 0 0 0,0-1 0 0 0,-32-7 0 0 0,3-6-3629 0 0,5-6-3652 0 0,27 10 419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49:59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96 1204 0 0,'-2'-6'1147'0'0,"0"0"0"0"0,0 0 0 0 0,-1 1 0 0 0,1-1 0 0 0,-1 1 0 0 0,0-1 0 0 0,-5-4 0 0 0,7 8-1058 0 0,-1 1 0 0 0,1 0 0 0 0,-1-1 0 0 0,1 1 0 0 0,-1 0-1 0 0,1 0 1 0 0,-1 0 0 0 0,0 0 0 0 0,1 1 0 0 0,-1-1 0 0 0,0 0-1 0 0,0 1 1 0 0,1-1 0 0 0,-1 1 0 0 0,0 0 0 0 0,0-1 0 0 0,0 1 0 0 0,0 0-1 0 0,0 0 1 0 0,0 0 0 0 0,1 1 0 0 0,-1-1 0 0 0,0 0 0 0 0,0 1-1 0 0,0-1 1 0 0,-2 2 0 0 0,-1 0-22 0 0,0 0-1 0 0,1 0 1 0 0,-1 1 0 0 0,1 0-1 0 0,0 0 1 0 0,0 0-1 0 0,0 0 1 0 0,0 1-1 0 0,0-1 1 0 0,1 1 0 0 0,-6 7-1 0 0,0 2 50 0 0,1 0-1 0 0,-11 22 1 0 0,8-11-51 0 0,1 0 0 0 0,2 0 0 0 0,0 1 1 0 0,1 1-1 0 0,2-1 0 0 0,0 1 0 0 0,-1 44 1 0 0,6-57-43 0 0,1 1 0 0 0,0-1 0 0 0,1 0-1 0 0,0 0 1 0 0,1 1 0 0 0,0-1 0 0 0,7 16 0 0 0,-6-21 14 0 0,0 0 0 0 0,0 0 0 0 0,1 0 0 0 0,0-1 0 0 0,0 0 0 0 0,1 0 1 0 0,0 0-1 0 0,0-1 0 0 0,1 1 0 0 0,-1-2 0 0 0,15 11 0 0 0,-11-10 50 0 0,0-1 0 0 0,1 1 0 0 0,-1-2 0 0 0,1 1 0 0 0,0-2 0 0 0,0 1 0 0 0,1-1 0 0 0,-1-1 0 0 0,0 0 0 0 0,1-1 1 0 0,21 0-1 0 0,-18-2 70 0 0,0-1 0 0 0,0 0 1 0 0,0-1-1 0 0,0 0 0 0 0,0-1 0 0 0,-1-1 1 0 0,0-1-1 0 0,21-10 0 0 0,-20 8-52 0 0,0-1-1 0 0,-1 0 0 0 0,-1-1 0 0 0,1 0 1 0 0,-2-1-1 0 0,1-1 0 0 0,-2 0 0 0 0,1-1 1 0 0,-2 0-1 0 0,0 0 0 0 0,0-1 0 0 0,-2 0 1 0 0,1-1-1 0 0,-2 0 0 0 0,0-1 0 0 0,-1 1 1 0 0,5-20-1 0 0,-7 20-76 0 0,-2-1 0 0 0,0-1-1 0 0,-1 1 1 0 0,-1 0 0 0 0,0 0 0 0 0,-1 0 0 0 0,-1 0 0 0 0,0 0 0 0 0,-1 0 0 0 0,-1 0 0 0 0,-1 0-1 0 0,-7-18 1 0 0,8 26-27 0 0,0 0-1 0 0,0 0 0 0 0,0 0 1 0 0,-1 1-1 0 0,0-1 1 0 0,-1 1-1 0 0,0 0 0 0 0,0 1 1 0 0,0 0-1 0 0,-1 0 0 0 0,1 0 1 0 0,-2 1-1 0 0,1 0 0 0 0,0 0 1 0 0,-1 1-1 0 0,0 0 1 0 0,0 0-1 0 0,0 0 0 0 0,-1 1 1 0 0,1 1-1 0 0,-1 0 0 0 0,0 0 1 0 0,-15-1-1 0 0,4 2-77 0 0,-1 2 1 0 0,1 0-1 0 0,0 1 0 0 0,-1 1 0 0 0,1 1 0 0 0,0 1 1 0 0,1 1-1 0 0,-1 0 0 0 0,1 2 0 0 0,0 0 0 0 0,1 1 1 0 0,-27 17-1 0 0,21-10-698 0 0,1 1 0 0 0,0 1 0 0 0,-24 26 0 0 0,27-24-1120 0 0,1 2 0 0 0,2 0-1 0 0,-17 28 1 0 0,12-14-3805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00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258 108 888 0 0,'119'-107'15311'0'0,"-120"113"-13919"0"0,-10 12-702 0 0,-8 2-311 0 0,0 0 0 0 0,-2-2-1 0 0,0 0 1 0 0,-28 17 0 0 0,-9 7-137 0 0,22-14-116 0 0,-35 29-4 0 0,62-49-113 0 0,0 1 1 0 0,1 0-1 0 0,0 0 0 0 0,0 0 0 0 0,-7 13 1 0 0,13-18-7 0 0,1-1 1 0 0,-1 0 0 0 0,0 1-1 0 0,1-1 1 0 0,0 1 0 0 0,-1 0 0 0 0,1-1-1 0 0,1 1 1 0 0,-1 0 0 0 0,1 0 0 0 0,-1-1-1 0 0,1 1 1 0 0,0 0 0 0 0,1 0 0 0 0,-1 0-1 0 0,0-1 1 0 0,1 1 0 0 0,2 5-1 0 0,-1-3-1 0 0,0-1-1 0 0,1 0 1 0 0,0 0-1 0 0,0 0 1 0 0,1-1-1 0 0,-1 1 1 0 0,1-1-1 0 0,0 0 1 0 0,0 0-1 0 0,1 0 1 0 0,4 3-1 0 0,9 5 4 0 0,1 0 0 0 0,0-2 0 0 0,0-1 0 0 0,1 0 0 0 0,28 8 0 0 0,16 1-264 0 0,-34-11-2690 0 0,55 23 1 0 0,-82-29 2184 0 0,7 5-306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00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 2336 0 0,'-15'4'6504'0'0,"-8"3"-1565"0"0,20-6-4093 0 0,-14 11 2163 0 0,18-10-2961 0 0,-1 0 0 0 0,1 0 0 0 0,0 0 1 0 0,0 0-1 0 0,0 0 0 0 0,0 0 1 0 0,1 0-1 0 0,-1-1 0 0 0,0 1 0 0 0,1 0 1 0 0,-1-1-1 0 0,1 1 0 0 0,0-1 1 0 0,0 0-1 0 0,-1 1 0 0 0,1-1 0 0 0,0 0 1 0 0,0 0-1 0 0,0 0 0 0 0,0 0 1 0 0,0 0-1 0 0,0-1 0 0 0,3 2 0 0 0,9 2 25 0 0,0 1-1 0 0,17 2 0 0 0,100 11-2451 0 0,-43-15-5405 0 0,-60-4 1342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01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16 165 1484 0 0,'-9'-125'16932'0'0,"3"87"-13671"0"0,6 36-2703 0 0,0 5-379 0 0,13 64 113 0 0,-4 1 0 0 0,2 86 0 0 0,-13 142-2682 0 0,1-274 2026 0 0,-8 165-3795 0 0,0-63-1791 0 0,0-19-2073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26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16 329 332 0 0,'0'0'5016'0'0,"-3"12"-3743"0"0,7 51-185 0 0,-3 0 0 0 0,-10 97 1 0 0,4-99-928 0 0,2-10-30 0 0,3-49-91 0 0,0-1-36 0 0,0-1 1 0 0,0 1-1 0 0,0-1 1 0 0,1 1-1 0 0,-1-1 1 0 0,0 1-1 0 0,1 0 1 0 0,-1-1 0 0 0,0 0-1 0 0,0 1 1 0 0,1-1-1 0 0,-1 1 1 0 0,1-1-1 0 0,-1 1 1 0 0,1-1-1 0 0,-1 0 1 0 0,1 1 0 0 0,9-13 0 0 0,0-1 0 0 0,-2-1 1 0 0,1 0-1 0 0,-2 0 0 0 0,0-1 0 0 0,0 1 1 0 0,5-24-1 0 0,6-9 97 0 0,-13 34-48 0 0,-4 9 7 0 0,1 0-1 0 0,0 0 1 0 0,-1 0 0 0 0,1 0-1 0 0,0 0 1 0 0,1 0-1 0 0,4-5 1 0 0,-6 8 47 0 0,1 1-84 0 0,0 0 0 0 0,1 1 0 0 0,-1 0 0 0 0,0-1 0 0 0,0 1 0 0 0,0 0 0 0 0,0 0 0 0 0,0 0 0 0 0,0 0 0 0 0,0 0 0 0 0,-1 0 0 0 0,1 1 0 0 0,0-1 0 0 0,0 1 0 0 0,-1-1 0 0 0,3 4 0 0 0,24 33 121 0 0,-15-19-68 0 0,-4-7-31 0 0,42 50 173 0 0,-46-57-207 0 0,1 0 1 0 0,-1 0-1 0 0,1-1 0 0 0,-1 0 0 0 0,1 0 0 0 0,1 0 0 0 0,-1-1 1 0 0,11 5-1 0 0,-14-7-6 0 0,0 0 0 0 0,-1-1 0 0 0,1 1 0 0 0,0-1 0 0 0,-1 1 0 0 0,1-1 0 0 0,0 0 0 0 0,0 0 0 0 0,-1-1 0 0 0,1 1 0 0 0,0 0 0 0 0,-1-1 0 0 0,1 0 0 0 0,0 0 0 0 0,-1 0 0 0 0,1 0 0 0 0,-1 0 0 0 0,1 0 0 0 0,-1 0 0 0 0,0-1 0 0 0,1 1 1 0 0,-1-1-1 0 0,0 0 0 0 0,2-2 0 0 0,0 0 0 0 0,0 0 1 0 0,-1 0 0 0 0,0-1 0 0 0,0 1 0 0 0,0-1 0 0 0,0 0-1 0 0,-1 0 1 0 0,0 0 0 0 0,0 0 0 0 0,0 0 0 0 0,1-6-1 0 0,-1-5-9 0 0,0 0 0 0 0,-1 0 0 0 0,0 0 0 0 0,-1 0-1 0 0,-1 0 1 0 0,-1 0 0 0 0,0 0 0 0 0,-6-20-1 0 0,1 12-28 0 0,0 1 0 0 0,-2 0 0 0 0,-1 0 0 0 0,-21-36-1 0 0,11 32 11 0 0,18 26 21 0 0,1 0-1 0 0,0 0 1 0 0,0 0-1 0 0,-1 0 1 0 0,1 0 0 0 0,-1 1-1 0 0,1-1 1 0 0,-1 0 0 0 0,1 1-1 0 0,-1-1 1 0 0,1 1-1 0 0,-1 0 1 0 0,0-1 0 0 0,1 1-1 0 0,-1 0 1 0 0,1 0-1 0 0,-4 0 1 0 0,4 1 3 0 0,0-1 0 0 0,0 0 0 0 0,0 0 0 0 0,0 1 0 0 0,0-1 0 0 0,0 0 0 0 0,0 1 0 0 0,0-1 0 0 0,0 1 0 0 0,0-1 0 0 0,0 1 0 0 0,0 0 0 0 0,0-1 0 0 0,1 1 0 0 0,-1 0 0 0 0,0 0 0 0 0,0 0 0 0 0,1-1 1 0 0,-1 1-1 0 0,0 0 0 0 0,1 0 0 0 0,-1 0 0 0 0,1 0 0 0 0,0 0 0 0 0,-1 0 0 0 0,1 0 0 0 0,0 0 0 0 0,-1 0 0 0 0,1 0 0 0 0,0 0 0 0 0,0 1 0 0 0,0-1 0 0 0,0 0 0 0 0,0 2 0 0 0,0 0 7 0 0,1 1 0 0 0,-1-1 0 0 0,0 0 0 0 0,1 1 0 0 0,0-1 0 0 0,0 0 1 0 0,0 1-1 0 0,3 4 0 0 0,-2-4-4 0 0,1 0 0 0 0,-1-1 0 0 0,1 1 0 0 0,0-1 0 0 0,0 0 1 0 0,0 0-1 0 0,1 0 0 0 0,-1 0 0 0 0,1-1 0 0 0,-1 1 0 0 0,1-1 0 0 0,0 0 0 0 0,5 2 0 0 0,-2-1 4 0 0,1-1-1 0 0,0 0 0 0 0,0 0 0 0 0,0-1 0 0 0,0 0 0 0 0,13 0 0 0 0,0-1-4 0 0,-1-2-1 0 0,0-1 0 0 0,0 0 1 0 0,37-12-1 0 0,-42 10-32 0 0,-1 0-1 0 0,0-1 1 0 0,0-1-1 0 0,-1 0 1 0 0,1-1-1 0 0,-2 0 1 0 0,1-1-1 0 0,-1-1 1 0 0,-1 0-1 0 0,1-1 1 0 0,-2 0-1 0 0,0 0 1 0 0,0-1-1 0 0,-1 0 1 0 0,0-1-1 0 0,-1 0 0 0 0,-1 0 1 0 0,0-1-1 0 0,-1 0 1 0 0,0 0-1 0 0,-1-1 1 0 0,0 0-1 0 0,-2 0 1 0 0,0 0-1 0 0,0 0 1 0 0,0-17-1 0 0,-1 13 37 0 0,-1-16-16 0 0,-1 34 21 0 0,-1 1-8 0 0,-1 1 0 0 0,1 0 0 0 0,0-1-1 0 0,0 1 1 0 0,0 0 0 0 0,-1 0 0 0 0,1 0-1 0 0,0 0 1 0 0,0 0 0 0 0,-1 2 0 0 0,-12 34 133 0 0,2 0 1 0 0,2 1-1 0 0,2 0 1 0 0,-6 59-1 0 0,3-28-34 0 0,6-24-63 0 0,1 0-1 0 0,2-1 1 0 0,2 1 0 0 0,8 60-1 0 0,-7-99-7 0 0,-1-2-5 0 0,0 0 1 0 0,1 0-1 0 0,0 0 0 0 0,0 0 1 0 0,0 0-1 0 0,0-1 0 0 0,2 6 1 0 0,-2-8-12 0 0,18-17 73 0 0,-10 0-68 0 0,-1 0-1 0 0,-1 0 1 0 0,0-1 0 0 0,-2 0-1 0 0,7-29 1 0 0,-5 18-61 0 0,12-30 1 0 0,-15 49 31 0 0,1-3-25 0 0,0-1 0 0 0,0 2 0 0 0,2-1 0 0 0,12-18 0 0 0,-17 27 36 0 0,1 0-1 0 0,0-1 1 0 0,0 1 0 0 0,0 1 0 0 0,1-1-1 0 0,-1 0 1 0 0,1 1 0 0 0,-1 0 0 0 0,1 0 0 0 0,0 0-1 0 0,0 0 1 0 0,0 1 0 0 0,0-1 0 0 0,0 1-1 0 0,0 0 1 0 0,0 0 0 0 0,1 0 0 0 0,-1 1-1 0 0,7 0 1 0 0,-6 0 18 0 0,0 0 0 0 0,0 1-1 0 0,-1-1 1 0 0,1 1 0 0 0,0 0 0 0 0,0 1 0 0 0,-1-1-1 0 0,1 1 1 0 0,0 0 0 0 0,-1 0 0 0 0,0 1-1 0 0,0-1 1 0 0,1 1 0 0 0,-2 0 0 0 0,7 5-1 0 0,-4-2 12 0 0,-1 0-1 0 0,1 1 0 0 0,-1 0 0 0 0,0 0 0 0 0,-1 0 0 0 0,0 0 0 0 0,0 1 0 0 0,5 14 0 0 0,-2 2-1 0 0,-1 0-1 0 0,-1 1 1 0 0,3 47-1 0 0,3 14-26 0 0,-11-84-15 0 0,0-1 0 0 0,0 0-1 0 0,0 0 1 0 0,0 0 0 0 0,1 1 0 0 0,-1-1 0 0 0,1 0 0 0 0,-1 0-1 0 0,0 0 1 0 0,1 0 0 0 0,0 0 0 0 0,-1 0 0 0 0,1 0 0 0 0,0 0 0 0 0,0 0-1 0 0,-1 0 1 0 0,1 0 0 0 0,0-1 0 0 0,0 1 0 0 0,0 0 0 0 0,0 0-1 0 0,0-1 1 0 0,0 1 0 0 0,0-1 0 0 0,2 1 0 0 0,-1 0-29 0 0,0-1 1 0 0,0 0 0 0 0,0 0-1 0 0,0 0 1 0 0,0 0 0 0 0,0-1-1 0 0,0 1 1 0 0,0 0 0 0 0,0-1-1 0 0,0 1 1 0 0,0-1-1 0 0,-1 0 1 0 0,4-1 0 0 0,4-3-143 0 0,-1 0 0 0 0,0 0 0 0 0,-1-1 0 0 0,1 0-1 0 0,8-9 1 0 0,1-7 230 0 0,0 0-1 0 0,-1 0 0 0 0,-1-2 0 0 0,-1 0 1 0 0,-1-1-1 0 0,-1 0 0 0 0,-2-1 0 0 0,14-46 0 0 0,-18 44 1534 0 0,-6 22-748 0 0,-6 18-286 0 0,0 3-392 0 0,1 1 0 0 0,1 0 1 0 0,0 0-1 0 0,1 0 0 0 0,1 0 0 0 0,1 0 0 0 0,0 1 0 0 0,3 31 1 0 0,-1-40-189 0 0,0 0 0 0 0,0 0 0 0 0,1 0 0 0 0,1 0 0 0 0,-1-1 0 0 0,1 1 0 0 0,0-1 0 0 0,1 1 0 0 0,0-1 0 0 0,6 10 0 0 0,-9-17-60 0 0,0 1 0 0 0,0 0 0 0 0,0-1 0 0 0,0 1 1 0 0,0 0-1 0 0,0-1 0 0 0,0 1 0 0 0,1-1 0 0 0,-1 0 0 0 0,0 1 0 0 0,0-1 0 0 0,0 0 0 0 0,0 0 0 0 0,1 1 0 0 0,-1-1 0 0 0,0 0 1 0 0,0 0-1 0 0,0 0 0 0 0,1-1 0 0 0,-1 1 0 0 0,0 0 0 0 0,0 0 0 0 0,2-1 0 0 0,26-11-2671 0 0,-5-8-1990 0 0,-12 6 877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26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80 276 0 0,'-15'-23'4054'0'0,"11"15"-3105"0"0,-1 1 0 0 0,0-1 0 0 0,-1 2 0 0 0,0-1 0 0 0,0 0 1 0 0,-7-5-1 0 0,12 11-782 0 0,0 2-292 0 0,0 0 0 0 0,0 1 1 0 0,0-1-1 0 0,0 1 0 0 0,1-1 0 0 0,-1 1 0 0 0,0 0 1 0 0,1-1-1 0 0,-1 1 0 0 0,1-1 0 0 0,0 1 0 0 0,0 0 0 0 0,0-1 1 0 0,-1 1-1 0 0,2 0 0 0 0,-1-1 0 0 0,0 1 0 0 0,0 0 1 0 0,0-1-1 0 0,1 1 0 0 0,-1 0 0 0 0,1-1 0 0 0,0 3 1 0 0,2 6-2101 0 0,-1 3-1292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26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50 2120 0 0,'-6'-8'5005'0'0,"1"4"-4596"0"0,1 0 1 0 0,-1 0-1 0 0,1 0 0 0 0,-1 1 0 0 0,0 0 0 0 0,0 0 1 0 0,0 0-1 0 0,-1 1 0 0 0,1-1 0 0 0,-1 1 0 0 0,1 1 0 0 0,-1-1 1 0 0,-9-1-1 0 0,8 3-248 0 0,0 0-1 0 0,0 0 1 0 0,0 0 0 0 0,-1 1 0 0 0,1 0 0 0 0,0 0-1 0 0,0 1 1 0 0,1-1 0 0 0,-1 2 0 0 0,-8 3-1 0 0,5-2-138 0 0,1 1 1 0 0,0 1-1 0 0,0 0 0 0 0,0 0 0 0 0,1 0 0 0 0,0 1 0 0 0,0 1 0 0 0,1-1 0 0 0,0 1 0 0 0,0 0 0 0 0,0 1 0 0 0,2 0 0 0 0,-1 0 0 0 0,1 0 0 0 0,-6 14 0 0 0,8-16-10 0 0,1-1 1 0 0,0 1-1 0 0,0 0 0 0 0,1 0 0 0 0,0 0 0 0 0,0 0 0 0 0,0 0 0 0 0,1 0 0 0 0,1 13 0 0 0,0-17-17 0 0,-1 1 1 0 0,1-1-1 0 0,0 1 0 0 0,1-1 0 0 0,-1 0 0 0 0,1 1 0 0 0,-1-1 1 0 0,1 0-1 0 0,0 0 0 0 0,0 0 0 0 0,0 0 0 0 0,1 0 0 0 0,-1-1 1 0 0,1 1-1 0 0,-1-1 0 0 0,1 1 0 0 0,0-1 0 0 0,0 0 0 0 0,0 0 1 0 0,6 3-1 0 0,0-1-231 0 0,1-1 1 0 0,0 0-1 0 0,0 0 1 0 0,0-1-1 0 0,0 0 1 0 0,0-1-1 0 0,0 0 1 0 0,0-1 0 0 0,1 0-1 0 0,-1 0 1 0 0,0-1-1 0 0,0 0 1 0 0,0-1-1 0 0,13-4 1 0 0,-5 1-710 0 0,0-1 1 0 0,0-1-1 0 0,-1-1 0 0 0,0 0 1 0 0,0-1-1 0 0,29-21 0 0 0,-18 6-1501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27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14 109 1260 0 0,'1'-8'661'0'0,"1"-17"3518"0"0,-1-48 1 0 0,-1 71-3056 0 0,-7 21 433 0 0,2 16-660 0 0,2 0 1 0 0,1 0 0 0 0,3 42 0 0 0,-1-23-508 0 0,10 213 259 0 0,-8-217-610 0 0,4 31-170 0 0,9-93-63 0 0,35-73-56 0 0,-37 59 179 0 0,1 2 1 0 0,24-32-1 0 0,-32 48 39 0 0,0 1 0 0 0,1-1 0 0 0,0 1-1 0 0,1 0 1 0 0,0 1 0 0 0,12-9 0 0 0,-18 14 50 0 0,0 0 1 0 0,0 0-1 0 0,1 1 0 0 0,-1-1 0 0 0,0 0 1 0 0,0 1-1 0 0,0-1 0 0 0,1 1 1 0 0,-1 0-1 0 0,0 0 0 0 0,0 0 0 0 0,1 0 1 0 0,-1 0-1 0 0,0 0 0 0 0,0 1 0 0 0,1-1 1 0 0,-1 1-1 0 0,0-1 0 0 0,0 1 0 0 0,0 0 1 0 0,0 0-1 0 0,0 0 0 0 0,0 0 0 0 0,0 0 1 0 0,0 1-1 0 0,0-1 0 0 0,0 0 0 0 0,-1 1 1 0 0,3 2-1 0 0,1 1 61 0 0,-1-1 0 0 0,0 1 0 0 0,0 0 0 0 0,-1 0-1 0 0,1 1 1 0 0,-1-1 0 0 0,0 1 0 0 0,0-1 0 0 0,2 9 0 0 0,17 98 466 0 0,-12-55-418 0 0,-10-56-134 0 0,1-1 0 0 0,-1 1 0 0 0,0 0 0 0 0,0 0 0 0 0,1 0 1 0 0,-1 0-1 0 0,1 0 0 0 0,-1 0 0 0 0,1 0 0 0 0,-1-1 0 0 0,1 1 0 0 0,0 0 0 0 0,-1 0 0 0 0,1-1 0 0 0,0 1 0 0 0,-1 0 0 0 0,1-1 1 0 0,0 1-1 0 0,0-1 0 0 0,0 1 0 0 0,0-1 0 0 0,0 0 0 0 0,-1 1 0 0 0,1-1 0 0 0,0 0 0 0 0,0 1 0 0 0,0-1 0 0 0,0 0 0 0 0,0 0 1 0 0,0 0-1 0 0,0 0 0 0 0,0 0 0 0 0,0 0 0 0 0,0 0 0 0 0,0 0 0 0 0,0 0 0 0 0,0 0 0 0 0,0-1 0 0 0,1 1 0 0 0,4-2-244 0 0,0 0 0 0 0,0 0 0 0 0,-1 0-1 0 0,8-5 1 0 0,-12 7 201 0 0,15-10-2246 0 0,0 0 0 0 0,15-13 0 0 0,-27 20 1372 0 0,23-18-5904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27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48 1580 0 0,'0'-20'4601'0'0,"0"-7"1966"0"0,5 51-3748 0 0,-2 9-2436 0 0,-1 1-1 0 0,-2-1 0 0 0,-6 43 0 0 0,0 29-2954 0 0,6-92 1741 0 0,3 42-6369 0 0,1-42 3111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28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75 2292 0 0,'1'-4'526'0'0,"2"-5"1684"0"0,-1-1-1 0 0,0 0 0 0 0,1-16 1 0 0,-3 25-2163 0 0,0 0 1 0 0,0 1 0 0 0,-1-1 0 0 0,1 0 0 0 0,0 1-1 0 0,0-1 1 0 0,0 0 0 0 0,-1 1 0 0 0,1-1-1 0 0,0 1 1 0 0,-1-1 0 0 0,1 1 0 0 0,-1-1-1 0 0,1 0 1 0 0,0 1 0 0 0,-1 0 0 0 0,1-1-1 0 0,-1 1 1 0 0,1-1 0 0 0,-1 1 0 0 0,0 0-1 0 0,1-1 1 0 0,-1 1 0 0 0,1 0 0 0 0,-1-1-1 0 0,0 1 1 0 0,1 0 0 0 0,-1 0 0 0 0,0 0-1 0 0,1 0 1 0 0,-2-1 0 0 0,0 1 29 0 0,0 0 0 0 0,-1-1 0 0 0,1 1 0 0 0,0 0 0 0 0,-1 1 0 0 0,1-1 0 0 0,0 0 0 0 0,-5 2 0 0 0,-1 0-29 0 0,0 1 0 0 0,1 0 0 0 0,-1 1 0 0 0,1 0 0 0 0,0 0 0 0 0,0 1 0 0 0,1-1 0 0 0,-1 1 0 0 0,-7 9 0 0 0,12-13-44 0 0,0 1 0 0 0,1 0 0 0 0,-1 0 0 0 0,1-1-1 0 0,0 1 1 0 0,-1 1 0 0 0,1-1 0 0 0,0 0 0 0 0,0 0 0 0 0,0 0-1 0 0,1 0 1 0 0,-1 1 0 0 0,1-1 0 0 0,-1 0 0 0 0,1 1 0 0 0,-1-1 0 0 0,1 0-1 0 0,0 1 1 0 0,0-1 0 0 0,1 0 0 0 0,-1 1 0 0 0,0-1 0 0 0,1 0-1 0 0,-1 1 1 0 0,1-1 0 0 0,0 0 0 0 0,0 1 0 0 0,-1-1 0 0 0,2 0 0 0 0,-1 0-1 0 0,0 0 1 0 0,0 0 0 0 0,1 0 0 0 0,-1 0 0 0 0,1-1 0 0 0,-1 1-1 0 0,4 3 1 0 0,12 10 2 0 0,1-1 0 0 0,0-1-1 0 0,28 16 1 0 0,-27-17 45 0 0,0 0 0 0 0,0 1 0 0 0,22 21-1 0 0,-40-33-24 0 0,0 0-1 0 0,0 0 1 0 0,0 1-1 0 0,0-1 1 0 0,0 0 0 0 0,-1 0-1 0 0,1 0 1 0 0,0 1-1 0 0,-1-1 1 0 0,1 0-1 0 0,0 1 1 0 0,-1-1-1 0 0,0 1 1 0 0,1-1-1 0 0,-1 1 1 0 0,0-1-1 0 0,0 1 1 0 0,1-1-1 0 0,-1 0 1 0 0,0 1-1 0 0,-1-1 1 0 0,1 3-1 0 0,-1-1 0 0 0,0-1-1 0 0,0 1 0 0 0,0-1 0 0 0,-1 1 0 0 0,1-1 0 0 0,0 0 0 0 0,-1 1 1 0 0,0-1-1 0 0,0 0 0 0 0,1 0 0 0 0,-5 3 0 0 0,0 0 2 0 0,-1 0 0 0 0,-1 0 1 0 0,1 0-1 0 0,0-1 0 0 0,-1 0 0 0 0,0-1 0 0 0,-9 3 0 0 0,3-1-139 0 0,-1-2 0 0 0,1 0 0 0 0,-1-1 0 0 0,0 0 0 0 0,0-1 0 0 0,0-1 0 0 0,-17-2 0 0 0,19 0-1054 0 0,1 0-1 0 0,0-1 0 0 0,-1 0 0 0 0,1-1 1 0 0,-14-6-1 0 0,-3-5-4333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28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28 112 1468 0 0,'-3'-17'2368'0'0,"-1"1"-491"0"0,-1 4-229 0 0,2 0-288 0 0,1 2-304 0 0,0 1-212 0 0,0 1 296 0 0,-3-6-608 0 0,4 0-700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0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4 883 2044 0 0,'-1'2'214'0'0,"0"0"-1"0"0,1 0 1 0 0,-1 0-1 0 0,1 0 1 0 0,0 0-1 0 0,-1 0 1 0 0,1 0 0 0 0,0 0-1 0 0,0 0 1 0 0,0 1-1 0 0,1-1 1 0 0,-1 0-1 0 0,0 0 1 0 0,1 0-1 0 0,0 0 1 0 0,-1 0 0 0 0,1 0-1 0 0,0 0 1 0 0,0 0-1 0 0,0 0 1 0 0,0 0-1 0 0,0-1 1 0 0,1 1-1 0 0,-1 0 1 0 0,0-1-1 0 0,1 1 1 0 0,-1-1 0 0 0,1 1-1 0 0,0-1 1 0 0,-1 0-1 0 0,1 0 1 0 0,0 0-1 0 0,0 0 1 0 0,2 1-1 0 0,1 0-112 0 0,-1-1-1 0 0,1 0 1 0 0,0 0-1 0 0,0 0 0 0 0,-1-1 1 0 0,1 0-1 0 0,0 0 1 0 0,0 0-1 0 0,0 0 0 0 0,0-1 1 0 0,-1 0-1 0 0,1 0 1 0 0,0 0-1 0 0,6-3 0 0 0,6-3-9 0 0,-1-2 0 0 0,1 0 0 0 0,-1 0-1 0 0,-1-2 1 0 0,0 0 0 0 0,-1-1-1 0 0,0 0 1 0 0,0-1 0 0 0,13-18 0 0 0,1-4-52 0 0,-2-1 0 0 0,38-68 0 0 0,-43 63-51 0 0,-2-1 0 0 0,-2-1-1 0 0,-1-1 1 0 0,17-83 0 0 0,-17 31 477 0 0,6-123 1 0 0,-23 188-371 0 0,1 31-94 0 0,0 0 0 0 0,0 0 0 0 0,0 0 0 0 0,0 0 0 0 0,0 0 0 0 0,0 0 0 0 0,0-1 0 0 0,-1 1 0 0 0,1 0 0 0 0,0 0-1 0 0,0 0 1 0 0,0 0 0 0 0,0 0 0 0 0,0 0 0 0 0,0 0 0 0 0,0 0 0 0 0,0 0 0 0 0,0 0 0 0 0,-1 0 0 0 0,1 0 0 0 0,0 0 0 0 0,0 0 0 0 0,0 0 0 0 0,0 0 0 0 0,0 0 0 0 0,0 0 0 0 0,0 0 0 0 0,-1 0 0 0 0,1 0 0 0 0,0 0 0 0 0,0 0-1 0 0,0 0 1 0 0,0 0 0 0 0,0 0 0 0 0,0 0 0 0 0,0 0 0 0 0,-1 0 0 0 0,1 0 0 0 0,0 0 0 0 0,0 0 0 0 0,0 0 0 0 0,0 0 0 0 0,0 0 0 0 0,0 0 0 0 0,0 0 0 0 0,0 0 0 0 0,0 0 0 0 0,0 1 0 0 0,-1-1 0 0 0,1 0 0 0 0,0 0 0 0 0,0 0-1 0 0,0 0 1 0 0,0 0 0 0 0,0 0 0 0 0,-9 17-33 0 0,-6 20 58 0 0,2 0 0 0 0,-13 61 0 0 0,-5 79 240 0 0,24-115-224 0 0,2-1 0 0 0,3 1 0 0 0,3-1 1 0 0,13 100-1 0 0,-12-151-34 0 0,-1 0 0 0 0,2 0 0 0 0,0-1-1 0 0,0 1 1 0 0,0-1 0 0 0,1 0 0 0 0,1 0 0 0 0,0 0 0 0 0,0-1 0 0 0,0 1 0 0 0,8 7-1 0 0,-10-13-1 0 0,0 0 1 0 0,0 0-1 0 0,0 0 0 0 0,0 0 0 0 0,1-1 0 0 0,0 0 0 0 0,-1 1 0 0 0,1-1 0 0 0,0-1 0 0 0,0 1 0 0 0,0 0 0 0 0,0-1 0 0 0,0 0 0 0 0,1 0 0 0 0,-1 0 0 0 0,0-1 0 0 0,0 1 0 0 0,1-1 0 0 0,-1 0 0 0 0,0 0 0 0 0,1-1 0 0 0,-1 1 0 0 0,0-1 0 0 0,0 0 0 0 0,0 0 0 0 0,1 0 0 0 0,5-3 0 0 0,1-1-4 0 0,-1-1 1 0 0,0 0-1 0 0,0 0 0 0 0,0-1 0 0 0,-1 0 1 0 0,0-1-1 0 0,0 0 0 0 0,-1 0 0 0 0,0-1 0 0 0,0 0 1 0 0,-1-1-1 0 0,0 0 0 0 0,6-12 0 0 0,-2 1 158 0 0,-1 1-1 0 0,-1-1 0 0 0,0-1 0 0 0,-2 0 1 0 0,9-42-1 0 0,-14 44 357 0 0,-1 0 0 0 0,-2-33 0 0 0,1 22-308 0 0,0 29-205 0 0,-1 0-1 0 0,-1-4-1 0 0,1 4-1 0 0,1 4-33 0 0,0-1 26 0 0,1 1 0 0 0,-1-1 0 0 0,0 1 0 0 0,1 0 0 0 0,-1-1 0 0 0,1 1 0 0 0,-1-1 0 0 0,3 3 0 0 0,0-1 5 0 0,-1-1 1 0 0,0-1 0 0 0,0 0 0 0 0,0 1 0 0 0,0-1 0 0 0,0 0 0 0 0,1 0 0 0 0,-1 0 0 0 0,0 0 0 0 0,1 0 0 0 0,-1-1 0 0 0,0 1 0 0 0,4 0 0 0 0,13 2-37 0 0,-1 0-1 0 0,1-1 1 0 0,0 0-1 0 0,0-2 1 0 0,30-2 0 0 0,-37 0 28 0 0,28 2 86 0 0,-37 0 39 0 0,9 3 153 0 0,-44 24-228 0 0,21-18-35 0 0,1-1 1 0 0,-18 21-1 0 0,21-21-11 0 0,0 2 1 0 0,1-1-1 0 0,1 1 0 0 0,-1-1 0 0 0,1 1 1 0 0,1 1-1 0 0,0-1 0 0 0,0 1 0 0 0,1 0 1 0 0,-2 15-1 0 0,4-22-1 0 0,1 0 1 0 0,0 1-1 0 0,-1-1 0 0 0,1 0 1 0 0,1 1-1 0 0,-1-1 0 0 0,1 0 1 0 0,0 1-1 0 0,0-1 1 0 0,0 0-1 0 0,0 0 0 0 0,1 0 1 0 0,0 0-1 0 0,0 0 1 0 0,0 0-1 0 0,0 0 0 0 0,0-1 1 0 0,1 1-1 0 0,-1-1 0 0 0,1 1 1 0 0,0-1-1 0 0,0 0 1 0 0,1 0-1 0 0,-1-1 0 0 0,1 1 1 0 0,-1-1-1 0 0,1 1 0 0 0,0-1 1 0 0,5 2-1 0 0,-2-1-75 0 0,-1-1 1 0 0,1 0-1 0 0,0 0 0 0 0,0 0 0 0 0,0-1 0 0 0,0 0 0 0 0,0-1 1 0 0,0 1-1 0 0,0-1 0 0 0,0-1 0 0 0,0 1 0 0 0,0-1 1 0 0,0 0-1 0 0,0-1 0 0 0,-1 0 0 0 0,1 0 0 0 0,0 0 0 0 0,-1-1 1 0 0,1 0-1 0 0,-1 0 0 0 0,11-8 0 0 0,-6 3 39 0 0,0-1-1 0 0,-1 0 1 0 0,0 0-1 0 0,-1-1 1 0 0,0 0-1 0 0,-1-1 0 0 0,0 1 1 0 0,0-2-1 0 0,-1 1 1 0 0,9-21-1 0 0,28-97 445 0 0,-24 62 497 0 0,-18 66-915 0 0,-1 7 30 0 0,0 18 72 0 0,-1 31 103 0 0,-2-22-90 0 0,5 56 0 0 0,-2-81-86 0 0,0 0-1 0 0,0 0 1 0 0,1 0-1 0 0,0 0 1 0 0,0 0-1 0 0,1-1 1 0 0,0 1 0 0 0,0-1-1 0 0,1 0 1 0 0,0 0-1 0 0,0 0 1 0 0,11 13-1 0 0,-12-17-4 0 0,0 0 0 0 0,0 0 0 0 0,1-1 0 0 0,-1 1 0 0 0,1-1 0 0 0,0 0 0 0 0,0 0 0 0 0,0 0 0 0 0,0 0 0 0 0,0 0-1 0 0,0-1 1 0 0,1 0 0 0 0,-1 0 0 0 0,0 0 0 0 0,9 0 0 0 0,-6-1-2 0 0,0-1-1 0 0,-1 1 1 0 0,1-1 0 0 0,0-1 0 0 0,0 0 0 0 0,-1 1-1 0 0,1-2 1 0 0,-1 1 0 0 0,9-6 0 0 0,-1 1-8 0 0,-1-2 1 0 0,0 0 0 0 0,-1-1-1 0 0,0 0 1 0 0,0 0-1 0 0,-1-1 1 0 0,0-1 0 0 0,11-16-1 0 0,-1-2 369 0 0,-2 0 1 0 0,20-42-1 0 0,-18 35 154 0 0,-21 36-523 0 0,0 1-1 0 0,0 0 1 0 0,0-1 0 0 0,0 1 0 0 0,0 0-1 0 0,0 0 1 0 0,1-1 0 0 0,-1 1 0 0 0,0 0-1 0 0,0-1 1 0 0,0 1 0 0 0,0 0-1 0 0,1 0 1 0 0,-1 0 0 0 0,0-1 0 0 0,0 1-1 0 0,1 0 1 0 0,-1 0 0 0 0,0 0 0 0 0,0-1-1 0 0,1 1 1 0 0,-1 0 0 0 0,0 0-1 0 0,0 0 1 0 0,1 0 0 0 0,-1 0 0 0 0,0 0-1 0 0,1 0 1 0 0,-1-1 0 0 0,0 1 0 0 0,0 0-1 0 0,1 0 1 0 0,-1 0 0 0 0,0 0-1 0 0,1 0 1 0 0,-1 0 0 0 0,0 1 0 0 0,1-1-1 0 0,-1 0 1 0 0,1 0 0 0 0,5 13 3 0 0,-2 23 46 0 0,-3-24-39 0 0,0 16 25 0 0,2 0-1 0 0,0-1 1 0 0,15 51 0 0 0,-17-71-28 0 0,2-1 1 0 0,-1 1 0 0 0,1-1-1 0 0,0 0 1 0 0,0 0-1 0 0,1 0 1 0 0,0 0 0 0 0,0 0-1 0 0,0-1 1 0 0,1 1-1 0 0,0-1 1 0 0,0-1-1 0 0,0 1 1 0 0,0-1 0 0 0,1 1-1 0 0,0-2 1 0 0,0 1-1 0 0,0-1 1 0 0,0 0-1 0 0,13 5 1 0 0,-10-5-1 0 0,1-1 1 0 0,-1 0-1 0 0,1-1 1 0 0,0 0-1 0 0,0-1 1 0 0,-1 1-1 0 0,1-2 0 0 0,0 1 1 0 0,0-2-1 0 0,-1 1 1 0 0,1-1-1 0 0,0-1 0 0 0,-1 1 1 0 0,0-2-1 0 0,0 1 1 0 0,0-1-1 0 0,0-1 1 0 0,-1 0-1 0 0,1 0 0 0 0,11-10 1 0 0,-6 4-2 0 0,-1-1 1 0 0,-1-1 0 0 0,0 0-1 0 0,-1 0 1 0 0,0-2 0 0 0,-1 1-1 0 0,0-1 1 0 0,-1 0-1 0 0,-1-1 1 0 0,9-26 0 0 0,-11 28 13 0 0,-3 8 32 0 0,-1 0-1 0 0,1-1 0 0 0,-1 1 1 0 0,0-1-1 0 0,0 1 1 0 0,-1-1-1 0 0,0 0 1 0 0,0 1-1 0 0,-1-1 1 0 0,0 0-1 0 0,0 0 1 0 0,-2-10-1 0 0,2 16-47 0 0,0 1 0 0 0,0-1 0 0 0,-1 1-1 0 0,1 0 1 0 0,0-1 0 0 0,-1 1 0 0 0,1-1 0 0 0,0 1-1 0 0,-1 0 1 0 0,1-1 0 0 0,-1 1 0 0 0,1 0 0 0 0,-1-1 0 0 0,1 1-1 0 0,-1 0 1 0 0,1 0 0 0 0,0-1 0 0 0,-1 1 0 0 0,0 0 0 0 0,1 0-1 0 0,-1 0 1 0 0,1 0 0 0 0,-1 0 0 0 0,1 0 0 0 0,-1 0 0 0 0,1 0-1 0 0,-1 0 1 0 0,1 0 0 0 0,-1 0 0 0 0,1 0 0 0 0,-1 0-1 0 0,1 0 1 0 0,-1 0 0 0 0,1 0 0 0 0,-1 1 0 0 0,-18 7-6 0 0,12-3 5 0 0,1 1 0 0 0,-1 0 0 0 0,1 1 0 0 0,1 0 0 0 0,-1 0 0 0 0,1 0 0 0 0,0 0 0 0 0,1 1 0 0 0,0-1 0 0 0,0 1 0 0 0,0 0 0 0 0,1 1 0 0 0,1-1 0 0 0,-1 1 0 0 0,1-1 0 0 0,1 1 0 0 0,-1-1 0 0 0,2 1 0 0 0,-1 14 0 0 0,1-16 4 0 0,0-1 0 0 0,1 0 0 0 0,0 0 0 0 0,0 1 0 0 0,0-1 0 0 0,1 0 0 0 0,0 0-1 0 0,0 0 1 0 0,0 0 0 0 0,1-1 0 0 0,0 1 0 0 0,0-1 0 0 0,0 1 0 0 0,1-1 0 0 0,0 0 0 0 0,0 0 0 0 0,0-1 0 0 0,0 1-1 0 0,1-1 1 0 0,0 0 0 0 0,0 0 0 0 0,0-1 0 0 0,0 1 0 0 0,1-1 0 0 0,-1 0 0 0 0,1 0 0 0 0,11 3 0 0 0,0-2-223 0 0,-1 0 1 0 0,1-1 0 0 0,-1-1-1 0 0,1-1 1 0 0,0 0 0 0 0,0-1-1 0 0,0-1 1 0 0,-1 0 0 0 0,29-7-1 0 0,-27 4-1152 0 0,-1-1 0 0 0,1-1 0 0 0,-1-1 0 0 0,-1 0 0 0 0,19-12-1 0 0,-2-1-4765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0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3 1412 0 0,'-37'2'4883'0'0,"-57"10"-1"0"0,91-11-4257 0 0,63-1 1015 0 0,175-13-922 0 0,-78 10-4547 0 0,-105 2 815 0 0,-4 1-1899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0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5725 0 0,'42'8'5672'0'0,"27"6"1448"0"0,0 3-4016 0 0,-67-16-3262 0 0,1 0-590 0 0,3 1 431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1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460 222 2504 0 0,'0'0'3353'0'0,"-14"-4"1178"0"0,-3 0-1715 0 0,11 2-2638 0 0,-1 0 0 0 0,1 0 0 0 0,0 0 0 0 0,0 0 0 0 0,0-1 0 0 0,-8-5 0 0 0,-11-5-116 0 0,17 10-82 0 0,1-1 0 0 0,-1 0-1 0 0,1 0 1 0 0,0 0 0 0 0,-8-8 0 0 0,14 11-47 0 0,0 0 30 0 0,1 0 34 0 0,0 1 0 0 0,0-1 0 0 0,0 1 0 0 0,0 0 1 0 0,0-1-1 0 0,0 1 0 0 0,0 0 0 0 0,0-1 0 0 0,0 1 1 0 0,0 0-1 0 0,0-1 0 0 0,0 1 0 0 0,0-1 1 0 0,0 1-1 0 0,0 0 0 0 0,0-1 0 0 0,0 1 0 0 0,1 0 1 0 0,-1-1-1 0 0,0 1 0 0 0,0 0 0 0 0,0-1 0 0 0,1 1 1 0 0,-1 0-1 0 0,0 0 0 0 0,0-1 0 0 0,1 1 0 0 0,-1 0 1 0 0,0 0-1 0 0,0-1 0 0 0,1 1 0 0 0,-1 0 0 0 0,0 0 1 0 0,1 0-1 0 0,0-1 0 0 0,12-3-7 0 0,-12 4 2 0 0,73-19-275 0 0,-40 11 49 0 0,0-1 0 0 0,0-2 0 0 0,37-18 0 0 0,-53 20 374 0 0,0-1 1 0 0,24-20-1 0 0,-41 29-61 0 0,-1 1-78 0 0,0 0 1 0 0,0 0-1 0 0,0-1 0 0 0,0 1 1 0 0,0 0-1 0 0,1 0 1 0 0,-1 0-1 0 0,0-1 1 0 0,0 1-1 0 0,0 0 1 0 0,0 0-1 0 0,0-1 1 0 0,0 1-1 0 0,1 0 1 0 0,-1 0-1 0 0,0 0 1 0 0,0 0-1 0 0,0-1 1 0 0,0 1-1 0 0,1 0 1 0 0,-1 0-1 0 0,0 0 1 0 0,0 0-1 0 0,0 0 0 0 0,1 0 1 0 0,-1-1-1 0 0,0 1 1 0 0,0 0-1 0 0,1 0 1 0 0,-1 0-1 0 0,0 0 1 0 0,0 0-1 0 0,1 0 1 0 0,-1 0-1 0 0,0 0 1 0 0,0 0-1 0 0,1 0 1 0 0,-1 0-1 0 0,0 0 1 0 0,0 0-1 0 0,0 0 1 0 0,1 1-1 0 0,9 4-23 0 0,-9-1 18 0 0,0-1 1 0 0,0 1-1 0 0,-1 0 1 0 0,1 0-1 0 0,-1 0 0 0 0,0 0 1 0 0,0-1-1 0 0,0 1 1 0 0,0 0-1 0 0,-1 0 1 0 0,-1 4-1 0 0,0 7 1 0 0,-58 516 2180 0 0,51-488-1806 0 0,-25 77 0 0 0,29-105-249 0 0,-1-1 0 0 0,-1 0 0 0 0,0-1 0 0 0,0 0 0 0 0,-1 0 0 0 0,-1 0 0 0 0,0-1 0 0 0,-1 0 0 0 0,-11 10 0 0 0,15-17-75 0 0,0 0-1 0 0,0-1 1 0 0,-1-1 0 0 0,1 1-1 0 0,-1-1 1 0 0,0 0 0 0 0,0 0-1 0 0,0-1 1 0 0,0 0 0 0 0,-1 0 0 0 0,1-1-1 0 0,0 1 1 0 0,-1-2 0 0 0,1 1-1 0 0,-1-1 1 0 0,1 0 0 0 0,-1-1-1 0 0,1 0 1 0 0,0 0 0 0 0,-1 0 0 0 0,-8-4-1 0 0,-15-5 10 0 0,1-1-1 0 0,0-2 0 0 0,-45-26 1 0 0,46 24-25 0 0,-48-29-319 0 0,48 24-3280 0 0,28 20 3400 0 0,1-1-1 0 0,0 1 1 0 0,-1-1-1 0 0,1 1 1 0 0,0 0-1 0 0,-1-1 1 0 0,1 1-1 0 0,0-1 1 0 0,0 1-1 0 0,0-1 1 0 0,-1 1-1 0 0,1-1 1 0 0,0 0-1 0 0,0 1 1 0 0,0-1-1 0 0,0 1 1 0 0,0-1-1 0 0,0 1 1 0 0,0-1-1 0 0,0 1 1 0 0,0-1-1 0 0,0 1 1 0 0,0-1-1 0 0,0 1 1 0 0,1-1-1 0 0,-1 0 1 0 0,0 1-1 0 0,0-1 1 0 0,1 1-1 0 0,-1 0 0 0 0,0-1 1 0 0,0 1-1 0 0,1-1 1 0 0,-1 1-1 0 0,1-1 1 0 0,-1 1-1 0 0,0 0 1 0 0,1-1-1 0 0,-1 1 1 0 0,1 0-1 0 0,-1-1 1 0 0,1 1-1 0 0,0 0 1 0 0,0-1-166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2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63 2216 0 0,'3'-12'2455'0'0,"-1"1"-1"0"0,0-1 1 0 0,0-15-1 0 0,-15 51-857 0 0,-8 44-201 0 0,-20 125 1 0 0,9 73-1043 0 0,17-126-133 0 0,10-91 87 0 0,5-47-256 0 0,-4 1 45 0 0,2-1-59 0 0,1-12-15 0 0,2-12-29 0 0,0-1 0 0 0,2 1 0 0 0,0 0 0 0 0,2 0 0 0 0,1 0 0 0 0,12-33 1 0 0,-14 44-23 0 0,1 0 0 0 0,0 0 0 0 0,1 0 0 0 0,0 1 0 0 0,1 0 1 0 0,0 1-1 0 0,0-1 0 0 0,1 1 0 0 0,0 0 0 0 0,0 1 1 0 0,1 0-1 0 0,1 0 0 0 0,-1 1 0 0 0,15-8 0 0 0,-21 14 29 0 0,1-1 0 0 0,0 0 0 0 0,0 1 0 0 0,-1 0 0 0 0,1 0-1 0 0,0 0 1 0 0,0 1 0 0 0,0-1 0 0 0,0 1 0 0 0,0 0 0 0 0,0 0 0 0 0,0 0-1 0 0,0 1 1 0 0,0-1 0 0 0,0 1 0 0 0,0 0 0 0 0,0 0 0 0 0,-1 0 0 0 0,1 1-1 0 0,0-1 1 0 0,-1 1 0 0 0,1 0 0 0 0,-1 0 0 0 0,1 0 0 0 0,-1 1 0 0 0,0-1-1 0 0,0 1 1 0 0,0-1 0 0 0,0 1 0 0 0,-1 0 0 0 0,1 0 0 0 0,-1 1 0 0 0,0-1 0 0 0,1 0-1 0 0,-2 1 1 0 0,1-1 0 0 0,0 1 0 0 0,-1 0 0 0 0,1 0 0 0 0,0 4 0 0 0,1 8 41 0 0,0 0 1 0 0,-1 1-1 0 0,0-1 1 0 0,-2 0-1 0 0,0 1 1 0 0,-1-1-1 0 0,-5 31 1 0 0,0 34-369 0 0,5-80 224 0 0,1 1 1 0 0,0-1 0 0 0,0 0 0 0 0,0 1 0 0 0,0-1 0 0 0,0 0-1 0 0,1 1 1 0 0,-1-1 0 0 0,0 1 0 0 0,1-1 0 0 0,-1 0 0 0 0,1 0-1 0 0,-1 1 1 0 0,1-1 0 0 0,-1 0 0 0 0,1 0 0 0 0,0 1 0 0 0,0-1 0 0 0,0 0-1 0 0,0 0 1 0 0,0 0 0 0 0,0 0 0 0 0,1 1 0 0 0,-1-2-33 0 0,1 1 0 0 0,-1-1-1 0 0,1 0 1 0 0,0 1 0 0 0,-1-1 0 0 0,1 0 0 0 0,-1 0 0 0 0,1 0 0 0 0,-1 0 0 0 0,1 0 0 0 0,-1-1 0 0 0,1 1 0 0 0,0 0 0 0 0,-1-1 0 0 0,1 1 0 0 0,2-2 0 0 0,6-3-452 0 0,0 0 1 0 0,0-1 0 0 0,0 0 0 0 0,9-9 0 0 0,-18 14 550 0 0,18-15-172 0 0,0 0 0 0 0,-1-2 0 0 0,-1 0 0 0 0,21-30 0 0 0,-22 26 1335 0 0,-2-1 1 0 0,0-1 0 0 0,20-48-1 0 0,-9 3 2617 0 0,-24 67-3456 0 0,-2 13-219 0 0,-1-1 0 0 0,0 1 0 0 0,0-1 0 0 0,-6 17 0 0 0,-5 19 25 0 0,1 9-34 0 0,8-41-757 0 0,0 1 0 0 0,1-1 0 0 0,1 1 0 0 0,1 0 0 0 0,0 24 0 0 0,8-19-5606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2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80 668 0 0,'2'-4'733'0'0,"0"0"0"0"0,-1 0 0 0 0,1 0 0 0 0,-1-1 0 0 0,0 1 0 0 0,-1 0 0 0 0,1-1 0 0 0,-1 1 0 0 0,0-1 0 0 0,0 1 0 0 0,0-1 0 0 0,0 1 0 0 0,-2-7 0 0 0,1 10-678 0 0,1 0 0 0 0,-1 0 0 0 0,0 1-1 0 0,0-1 1 0 0,1 0 0 0 0,-1 0 0 0 0,0 1 0 0 0,0-1-1 0 0,0 0 1 0 0,0 1 0 0 0,0-1 0 0 0,0 1-1 0 0,0-1 1 0 0,0 1 0 0 0,0-1 0 0 0,0 1 0 0 0,0 0-1 0 0,0-1 1 0 0,0 1 0 0 0,0 0 0 0 0,0 0-1 0 0,0 0 1 0 0,0 0 0 0 0,-2 0 0 0 0,-1 0-32 0 0,1 1 1 0 0,-1-1-1 0 0,1 1 1 0 0,-1 0-1 0 0,1 0 1 0 0,-1 0-1 0 0,1 0 1 0 0,0 0-1 0 0,-1 1 1 0 0,1-1-1 0 0,0 1 1 0 0,0 0-1 0 0,0 0 1 0 0,0 0 0 0 0,-4 6-1 0 0,5-6-16 0 0,0 0 1 0 0,0 0-1 0 0,1 0 1 0 0,-1 0-1 0 0,1 1 1 0 0,-1-1-1 0 0,1 0 1 0 0,0 1-1 0 0,0-1 0 0 0,0 1 1 0 0,1 0-1 0 0,-1-1 1 0 0,1 1-1 0 0,-1 0 1 0 0,1-1-1 0 0,0 1 0 0 0,0 0 1 0 0,0-1-1 0 0,0 1 1 0 0,0 0-1 0 0,1 0 1 0 0,-1-1-1 0 0,2 5 1 0 0,3 4-2 0 0,0-1 0 0 0,0-1 1 0 0,1 1-1 0 0,0-1 1 0 0,1 0-1 0 0,0 0 1 0 0,1-1-1 0 0,11 12 1 0 0,-10-12 170 0 0,-1 0 0 0 0,0 1 0 0 0,0 0 0 0 0,-1 0 0 0 0,-1 1 1 0 0,1 0-1 0 0,4 10 0 0 0,-10-17-53 0 0,-1 0 1 0 0,1 0-1 0 0,-1 0 1 0 0,1 0-1 0 0,-1 1 0 0 0,0-1 1 0 0,0 0-1 0 0,0 0 1 0 0,0 0-1 0 0,-1 0 0 0 0,1 0 1 0 0,-1 0-1 0 0,0 0 1 0 0,0 0-1 0 0,0-1 0 0 0,0 1 1 0 0,-1 0-1 0 0,1 0 1 0 0,-1-1-1 0 0,1 1 0 0 0,-1-1 1 0 0,0 1-1 0 0,0-1 1 0 0,0 0-1 0 0,0 1 0 0 0,-4 1 1 0 0,0 2 32 0 0,-1-1 0 0 0,0 1 0 0 0,0-2 0 0 0,0 1 0 0 0,-1-1 1 0 0,1 0-1 0 0,-1-1 0 0 0,-10 4 0 0 0,11-5-166 0 0,0 0 0 0 0,0-1 0 0 0,0 0 0 0 0,0 0 0 0 0,0-1 0 0 0,-1 0 0 0 0,1 0 0 0 0,0 0 0 0 0,0-1 0 0 0,-13-3 0 0 0,15 2-439 0 0,0 1 0 0 0,0-1 0 0 0,0 0 1 0 0,0-1-1 0 0,1 1 0 0 0,-1-1 0 0 0,1 0 1 0 0,0 0-1 0 0,0 0 0 0 0,0-1 0 0 0,0 1 1 0 0,1-1-1 0 0,-1 0 0 0 0,1 0 1 0 0,-5-8-1 0 0,-4-7-3461 0 0,0 0-1618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2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67 2692 0 0,'-2'-8'2136'0'0,"-1"-2"1185"0"0,-1-4-1213 0 0,1 0-808 0 0,0 4-600 0 0,1-1-612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3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50 242 1760 0 0,'-2'2'1745'0'0,"-2"0"-1275"0"0,1 0 1 0 0,-1 1-1 0 0,1 0 1 0 0,0-1-1 0 0,0 1 0 0 0,0 1 1 0 0,0-1-1 0 0,1 0 1 0 0,-1 1-1 0 0,-1 4 0 0 0,1-3-294 0 0,1 0-1 0 0,0 0 0 0 0,1 0 0 0 0,-1 1 1 0 0,1-1-1 0 0,0 0 0 0 0,1 1 0 0 0,-1-1 1 0 0,1 1-1 0 0,0-1 0 0 0,2 11 0 0 0,-2-15-158 0 0,0 0 0 0 0,0 0 1 0 0,1 1-1 0 0,-1-1 0 0 0,0 0 0 0 0,1 0 0 0 0,-1 0 0 0 0,1 0 0 0 0,-1 0 0 0 0,1 0 0 0 0,0 0 0 0 0,-1 0 1 0 0,1 0-1 0 0,0 0 0 0 0,0 0 0 0 0,0 0 0 0 0,0 0 0 0 0,-1 0 0 0 0,1-1 0 0 0,0 1 0 0 0,0 0 0 0 0,1-1 0 0 0,-1 1 1 0 0,0-1-1 0 0,0 1 0 0 0,0-1 0 0 0,0 0 0 0 0,0 1 0 0 0,1-1 0 0 0,-1 0 0 0 0,2 0 0 0 0,1 1 13 0 0,0-1 0 0 0,0 0 0 0 0,0 0 0 0 0,0-1 0 0 0,0 1 0 0 0,1-1 0 0 0,4-2 0 0 0,-3 1-9 0 0,0-1 0 0 0,1 0 0 0 0,-2-1 1 0 0,1 1-1 0 0,0-1 0 0 0,-1 0 0 0 0,0-1 0 0 0,0 1 0 0 0,0-1 0 0 0,0 0 0 0 0,4-7 0 0 0,3-4-4 0 0,0-1 0 0 0,13-27 0 0 0,-8 4 108 0 0,-1-1 0 0 0,-2-1 1 0 0,16-77-1 0 0,-30 116-34 0 0,-7 60 41 0 0,0-14-61 0 0,4-3-55 0 0,2 0 0 0 0,3 47-1 0 0,-1-76-69 0 0,0 0 0 0 0,1 1 0 0 0,0-1 0 0 0,1 0 0 0 0,1 0 0 0 0,-1 0 0 0 0,1-1 1 0 0,1 0-1 0 0,0 1 0 0 0,1-1 0 0 0,0-1 0 0 0,11 15 0 0 0,-15-22 14 0 0,-1 0-1 0 0,0-1 1 0 0,0 1 0 0 0,1-1 0 0 0,-1 0 0 0 0,1 1-1 0 0,-1-1 1 0 0,1 0 0 0 0,0 0 0 0 0,0 0 0 0 0,-1 0-1 0 0,1 0 1 0 0,0 0 0 0 0,0-1 0 0 0,0 1 0 0 0,0 0-1 0 0,0-1 1 0 0,0 0 0 0 0,0 1 0 0 0,0-1 0 0 0,0 0-1 0 0,0 0 1 0 0,0 0 0 0 0,0 0 0 0 0,0-1 0 0 0,0 1-1 0 0,0 0 1 0 0,0-1 0 0 0,-1 1 0 0 0,1-1 0 0 0,0 0-1 0 0,0 0 1 0 0,0 0 0 0 0,0 0 0 0 0,-1 0-1 0 0,1 0 1 0 0,0 0 0 0 0,-1 0 0 0 0,3-3 0 0 0,2-2-20 0 0,0-1 1 0 0,-1 0 0 0 0,1 0-1 0 0,-1-1 1 0 0,-1 0 0 0 0,1 0-1 0 0,4-12 1 0 0,29-95 511 0 0,-10 26 472 0 0,-28 89-921 0 0,0-1-1 0 0,0 1 1 0 0,0-1 0 0 0,0 1-1 0 0,0-1 1 0 0,0 1 0 0 0,0-1-1 0 0,0 1 1 0 0,1-1 0 0 0,-1 1-1 0 0,0-1 1 0 0,0 1 0 0 0,0 0-1 0 0,1-1 1 0 0,-1 1 0 0 0,0-1-1 0 0,0 1 1 0 0,1 0 0 0 0,-1-1 0 0 0,0 1-1 0 0,1 0 1 0 0,-1-1 0 0 0,1 1-1 0 0,-1 0 1 0 0,0 0 0 0 0,1-1-1 0 0,-1 1 1 0 0,1 0 0 0 0,-1 0-1 0 0,1 0 1 0 0,-1 0 0 0 0,1-1-1 0 0,-1 1 1 0 0,1 0 0 0 0,-1 0-1 0 0,0 0 1 0 0,1 0 0 0 0,-1 0-1 0 0,1 0 1 0 0,-1 0 0 0 0,1 0-1 0 0,-1 1 1 0 0,1-1 0 0 0,-1 0-1 0 0,1 0 1 0 0,-1 0 0 0 0,1 0-1 0 0,-1 1 1 0 0,0-1 0 0 0,1 0-1 0 0,0 1 1 0 0,12 17 76 0 0,-6 3 6 0 0,0 1-1 0 0,-2 0 1 0 0,0 0-1 0 0,-2 1 1 0 0,2 35 0 0 0,2-11 1354 0 0,-2-61-883 0 0,9-33-541 0 0,-1 2-11 0 0,-7 27-47 0 0,1 0-1 0 0,0 1 1 0 0,1 0-1 0 0,1 0 1 0 0,1 1-1 0 0,0 0 1 0 0,1 0-1 0 0,24-26 1 0 0,-33 40 37 0 0,1 0-1 0 0,-1 0 1 0 0,0 0 0 0 0,0 0 0 0 0,1 0 0 0 0,-1 1-1 0 0,1-1 1 0 0,0 1 0 0 0,-1-1 0 0 0,1 1-1 0 0,0 0 1 0 0,0 0 0 0 0,0 0 0 0 0,0 1-1 0 0,0-1 1 0 0,0 0 0 0 0,0 1 0 0 0,0 0 0 0 0,0 0-1 0 0,0 0 1 0 0,0 0 0 0 0,0 1 0 0 0,0-1-1 0 0,-1 1 1 0 0,1-1 0 0 0,0 1 0 0 0,3 1-1 0 0,-2 1 52 0 0,0-1-1 0 0,0 0 1 0 0,0 1-1 0 0,-1 0 1 0 0,0-1 0 0 0,1 2-1 0 0,-1-1 1 0 0,0 0-1 0 0,0 0 1 0 0,-1 1-1 0 0,1 0 1 0 0,-1-1-1 0 0,0 1 1 0 0,1 0-1 0 0,-2 0 1 0 0,1 1-1 0 0,2 7 1 0 0,1 11 319 0 0,-1 1-1 0 0,2 47 1 0 0,-5-45-238 0 0,1-1 0 0 0,8 35-1 0 0,-10-58-136 0 0,0-1-1 0 0,1 1 0 0 0,-1 0 0 0 0,1-1 0 0 0,-1 1 0 0 0,1 0 0 0 0,0-1 0 0 0,0 1 0 0 0,-1-1 0 0 0,1 1 0 0 0,0-1 0 0 0,0 1 0 0 0,1-1 0 0 0,-1 0 0 0 0,0 1 1 0 0,0-1-1 0 0,1 0 0 0 0,-1 0 0 0 0,0 0 0 0 0,1 0 0 0 0,-1 0 0 0 0,1 0 0 0 0,0-1 0 0 0,-1 1 0 0 0,1 0 0 0 0,0-1 0 0 0,-1 1 0 0 0,1-1 0 0 0,0 0 0 0 0,-1 1 1 0 0,1-1-1 0 0,3 0 0 0 0,0-1-292 0 0,-1 0-1 0 0,1 0 1 0 0,-1 0 0 0 0,0 0 0 0 0,1-1 0 0 0,-1 1 0 0 0,0-1-1 0 0,0-1 1 0 0,0 1 0 0 0,0 0 0 0 0,-1-1 0 0 0,5-3 0 0 0,7-8-3339 0 0,2-4-1714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4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39 2392 0 0,'-132'-37'8872'0'0,"131"36"-8816"0"0,-1 1 0 0 0,1 0 0 0 0,0 0 0 0 0,0 0 0 0 0,0-1 0 0 0,-1 1 0 0 0,1 0 0 0 0,0 1 0 0 0,0-1 0 0 0,0 0-1 0 0,0 0 1 0 0,-1 0 0 0 0,1 1 0 0 0,0-1 0 0 0,-2 1 0 0 0,1 5-26 0 0,11 2-832 0 0,38 15-4382 0 0,-29-15 1385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4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80 40 0 0,'6'19'6789'0'0,"11"28"-1776"0"0,-15-44-4944 0 0,-1 0 0 0 0,1 0 0 0 0,0 0 0 0 0,0 0 0 0 0,0 0 0 0 0,0 0 0 0 0,0-1-1 0 0,1 1 1 0 0,-1-1 0 0 0,1 0 0 0 0,0 0 0 0 0,3 2 0 0 0,-2-1-52 0 0,0-1 0 0 0,0 0 0 0 0,1 0 0 0 0,-1-1 1 0 0,1 1-1 0 0,0-1 0 0 0,-1 0 0 0 0,1 0 0 0 0,0 0 0 0 0,-1-1 1 0 0,1 0-1 0 0,0 0 0 0 0,0 0 0 0 0,0 0 0 0 0,-1-1 0 0 0,1 0 0 0 0,0 0 1 0 0,-1 0-1 0 0,1-1 0 0 0,-1 1 0 0 0,1-1 0 0 0,-1 0 0 0 0,0 0 1 0 0,1-1-1 0 0,-1 1 0 0 0,0-1 0 0 0,-1 0 0 0 0,1 0 0 0 0,0 0 1 0 0,-1-1-1 0 0,0 1 0 0 0,0-1 0 0 0,0 0 0 0 0,0 0 0 0 0,-1 0 0 0 0,1 0 1 0 0,-1 0-1 0 0,0-1 0 0 0,0 1 0 0 0,1-5 0 0 0,-1 3 11 0 0,-1 0 0 0 0,0 0 0 0 0,0 0 0 0 0,-1 0 0 0 0,1 0 0 0 0,-1 0 0 0 0,0 0 0 0 0,-2-12 0 0 0,1 16-21 0 0,0-1 1 0 0,0 0-1 0 0,0 1 0 0 0,0-1 0 0 0,0 1 0 0 0,0-1 0 0 0,-1 1 0 0 0,1-1 1 0 0,-1 1-1 0 0,0 0 0 0 0,1 0 0 0 0,-1 0 0 0 0,0 0 0 0 0,0 0 1 0 0,-1 0-1 0 0,1 0 0 0 0,0 1 0 0 0,0-1 0 0 0,-1 1 0 0 0,1 0 0 0 0,-5-2 1 0 0,2 2-2 0 0,0-1 1 0 0,0 2-1 0 0,0-1 1 0 0,0 0-1 0 0,0 1 1 0 0,0 0-1 0 0,0 0 1 0 0,0 0-1 0 0,1 1 1 0 0,-1 0-1 0 0,0 0 1 0 0,-9 3-1 0 0,4-1 9 0 0,-1 1 0 0 0,1 1 0 0 0,0 0 0 0 0,-18 12 0 0 0,17-8 0 0 0,0 0-1 0 0,0 0 1 0 0,1 2 0 0 0,0-1 0 0 0,0 1-1 0 0,-11 19 1 0 0,15-22-13 0 0,1 1 1 0 0,1-1-1 0 0,-1 1 1 0 0,2 0-1 0 0,-1 0 1 0 0,1 0-1 0 0,0 0 1 0 0,1 0-1 0 0,0 1 1 0 0,-1 17-1 0 0,3-24 4 0 0,1 1 0 0 0,-1-1 0 0 0,0 1 0 0 0,1-1 0 0 0,0 1 0 0 0,0-1 0 0 0,0 1 0 0 0,0-1 0 0 0,1 1 1 0 0,-1-1-1 0 0,1 0 0 0 0,0 0 0 0 0,0 0 0 0 0,4 5 0 0 0,-2-3-40 0 0,0-2-1 0 0,0 1 1 0 0,1 0-1 0 0,-1-1 1 0 0,1 0 0 0 0,0 0-1 0 0,0 0 1 0 0,9 3 0 0 0,0-1-317 0 0,1-1-1 0 0,-1 0 1 0 0,1-1 0 0 0,0-1 0 0 0,0 0 0 0 0,21-1 0 0 0,-16-2-611 0 0,1-1 0 0 0,-1 0 1 0 0,0-2-1 0 0,0-1 1 0 0,0 0-1 0 0,37-16 0 0 0,-21 5-1366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4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245 126 1624 0 0,'6'-8'1140'0'0,"0"-1"0"0"0,-1 0 0 0 0,6-16 0 0 0,-10 22-903 0 0,1 0 0 0 0,-1 0 0 0 0,-1 0 0 0 0,1 0 1 0 0,0 0-1 0 0,-1 0 0 0 0,1 0 0 0 0,-1-1 0 0 0,0 1 0 0 0,0 0 0 0 0,0 0 0 0 0,-1 0 0 0 0,1 0 0 0 0,-1 0 0 0 0,0 0 0 0 0,-1-4 0 0 0,2 6-193 0 0,-1 0 1 0 0,0-1 0 0 0,0 1 0 0 0,0 0 0 0 0,0 0 0 0 0,1 0 0 0 0,-1 0 0 0 0,-1 0-1 0 0,1 0 1 0 0,0 0 0 0 0,0 0 0 0 0,0 1 0 0 0,0-1 0 0 0,-1 0 0 0 0,1 1 0 0 0,0-1-1 0 0,-1 1 1 0 0,1-1 0 0 0,-3 0 0 0 0,1 1 16 0 0,-1-1 0 0 0,0 1 1 0 0,1 0-1 0 0,-1 0 0 0 0,1 1 0 0 0,-1-1 0 0 0,-6 2 1 0 0,-3 2 94 0 0,0 1 0 0 0,0 0 1 0 0,-12 7-1 0 0,23-11-112 0 0,-10 6 49 0 0,1 0 1 0 0,-1 1 0 0 0,2 0-1 0 0,-1 0 1 0 0,1 1 0 0 0,1 0-1 0 0,-1 1 1 0 0,1 0 0 0 0,-11 19-1 0 0,15-23-73 0 0,1 1-1 0 0,0 0 0 0 0,0 0 0 0 0,1 0 0 0 0,0 0 0 0 0,0 1 0 0 0,1-1 1 0 0,0 1-1 0 0,0 0 0 0 0,0 0 0 0 0,1 0 0 0 0,1-1 0 0 0,-1 1 1 0 0,1 0-1 0 0,0 0 0 0 0,1 0 0 0 0,2 11 0 0 0,-2-14-11 0 0,1-1 0 0 0,0 1 0 0 0,0-1 0 0 0,0 1 0 0 0,1-1 0 0 0,-1 0 0 0 0,1 0 0 0 0,0 0-1 0 0,0 0 1 0 0,0-1 0 0 0,1 1 0 0 0,-1-1 0 0 0,1 0 0 0 0,0 0 0 0 0,0 0 0 0 0,0 0 0 0 0,0-1 0 0 0,1 1 0 0 0,-1-1 0 0 0,1 0-1 0 0,-1-1 1 0 0,1 1 0 0 0,0-1 0 0 0,-1 0 0 0 0,1 0 0 0 0,0 0 0 0 0,9 0 0 0 0,-6-1-43 0 0,1 0 0 0 0,0 0 0 0 0,0-1 0 0 0,0 0 1 0 0,0-1-1 0 0,-1 0 0 0 0,1 0 0 0 0,-1-1 0 0 0,1 0 0 0 0,-1 0 0 0 0,0-1 0 0 0,0 0 1 0 0,-1-1-1 0 0,13-8 0 0 0,-7 0 71 0 0,0-1 0 0 0,-1 0 0 0 0,0-1 0 0 0,-1-1 0 0 0,-1 0 1 0 0,16-33-1 0 0,3-3 1116 0 0,-28 51-1070 0 0,-1 2-50 0 0,1 1 0 0 0,-1 0-1 0 0,0 0 1 0 0,1 0-1 0 0,-1 0 1 0 0,0-1 0 0 0,0 1-1 0 0,0 0 1 0 0,-1 0-1 0 0,1 0 1 0 0,0 0-1 0 0,-1 2 1 0 0,-14 84 1003 0 0,-5 175 0 0 0,19-237-967 0 0,-15 434 774 0 0,14-264-4670 0 0,5-150-2165 0 0,-2-29 90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5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34 155 2092 0 0,'-3'-23'2425'0'0,"2"16"-1371"0"0,0-1 0 0 0,0 0 1 0 0,-4-12-1 0 0,-1-24 1297 0 0,6 42-2210 0 0,-2-5 129 0 0,-1 6-53 0 0,1 10-16 0 0,-7 112 255 0 0,9-103-428 0 0,1 0 1 0 0,0-1 0 0 0,1 1-1 0 0,1-1 1 0 0,6 19 0 0 0,-8-32-18 0 0,1 0-1 0 0,-1 0 1 0 0,1 0 0 0 0,0 0 0 0 0,0 0-1 0 0,0 0 1 0 0,1 0 0 0 0,-1-1 0 0 0,1 1 0 0 0,0-1-1 0 0,0 0 1 0 0,0 0 0 0 0,0 0 0 0 0,1 0-1 0 0,-1-1 1 0 0,1 1 0 0 0,0-1 0 0 0,-1 0 0 0 0,1 0-1 0 0,0 0 1 0 0,0 0 0 0 0,6 1 0 0 0,-5-3-13 0 0,-1 1 0 0 0,1-1 0 0 0,0 1 1 0 0,-1-1-1 0 0,1 0 0 0 0,0-1 0 0 0,-1 1 0 0 0,1-1 1 0 0,0 0-1 0 0,-1 0 0 0 0,1-1 0 0 0,-1 1 1 0 0,0-1-1 0 0,0 0 0 0 0,1 0 0 0 0,-1-1 1 0 0,0 1-1 0 0,-1-1 0 0 0,1 0 0 0 0,6-5 1 0 0,0-3-23 0 0,0 0 1 0 0,0-1-1 0 0,-1 0 1 0 0,-1-1 0 0 0,13-24-1 0 0,26-73 227 0 0,-44 102-129 0 0,38-107 2667 0 0,-40 113-2740 0 0,0 5-3 0 0,0-1 10 0 0,0 1 0 0 0,-1 0-1 0 0,1-1 1 0 0,0 1 0 0 0,-1 0 0 0 0,0 0 0 0 0,0-1 0 0 0,0 1 0 0 0,0 3 0 0 0,0 0 9 0 0,2 20-121 0 0,1 0-1 0 0,1-1 0 0 0,13 42 0 0 0,-14-57-353 0 0,1-1 1 0 0,0 1-1 0 0,1-1 0 0 0,0-1 0 0 0,7 11 1 0 0,-8-14-187 0 0,0 0 1 0 0,0-1-1 0 0,0 0 1 0 0,1 1-1 0 0,0-1 1 0 0,0-1 0 0 0,0 1-1 0 0,0-1 1 0 0,8 4-1 0 0,6 2-3077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5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227 116 1148 0 0,'3'-7'1124'0'0,"-1"-1"0"0"0,0 1 1 0 0,0-1-1 0 0,-1 1 0 0 0,1-14 0 0 0,-2 18-884 0 0,0 0 0 0 0,0-1 0 0 0,-1 1 0 0 0,1-1 0 0 0,-1 1 0 0 0,1 0-1 0 0,-1-1 1 0 0,0 1 0 0 0,0 0 0 0 0,-1-1 0 0 0,1 1 0 0 0,-1 0 0 0 0,1 0 0 0 0,-4-3 0 0 0,5 6-218 0 0,-1-1 0 0 0,0 0 0 0 0,0 1 0 0 0,0-1 0 0 0,0 1 0 0 0,0-1 0 0 0,0 1 0 0 0,0 0 0 0 0,-1-1 1 0 0,1 1-1 0 0,0 0 0 0 0,0 0 0 0 0,0 0 0 0 0,0 0 0 0 0,0 0 0 0 0,0 0 0 0 0,0 0 0 0 0,-1 0 0 0 0,1 0 0 0 0,0 0 0 0 0,-2 2 0 0 0,-23 7 151 0 0,13-2-133 0 0,1 0 1 0 0,-1 0-1 0 0,2 2 1 0 0,-1-1-1 0 0,1 1 1 0 0,1 1-1 0 0,0 0 1 0 0,0 1-1 0 0,1-1 1 0 0,0 2-1 0 0,1-1 1 0 0,0 1-1 0 0,1 1 1 0 0,0-1-1 0 0,-9 25 1 0 0,15-35-42 0 0,1 1 0 0 0,-1-1 0 0 0,0 0 0 0 0,0 1-1 0 0,1-1 1 0 0,-1 1 0 0 0,1-1 0 0 0,0 0 0 0 0,0 1 0 0 0,0-1 0 0 0,0 1 0 0 0,0-1 0 0 0,1 1 0 0 0,-1-1 0 0 0,1 0 0 0 0,-1 1-1 0 0,1-1 1 0 0,0 0 0 0 0,0 1 0 0 0,0-1 0 0 0,0 0 0 0 0,0 0 0 0 0,1 0 0 0 0,-1 0 0 0 0,1 0 0 0 0,-1 0 0 0 0,1 0 0 0 0,0-1-1 0 0,0 1 1 0 0,-1 0 0 0 0,1-1 0 0 0,0 0 0 0 0,1 1 0 0 0,-1-1 0 0 0,2 1 0 0 0,0-1-33 0 0,0 1 1 0 0,0-1-1 0 0,-1 0 0 0 0,1-1 1 0 0,0 1-1 0 0,0-1 0 0 0,0 1 1 0 0,0-1-1 0 0,0 0 0 0 0,0-1 1 0 0,0 1-1 0 0,0-1 0 0 0,0 0 0 0 0,0 0 1 0 0,0 0-1 0 0,0 0 0 0 0,-1-1 1 0 0,1 1-1 0 0,0-1 0 0 0,5-4 1 0 0,-2 1-18 0 0,1-1 0 0 0,-2-1 0 0 0,1 1 0 0 0,-1-1 0 0 0,0 0 0 0 0,8-14 0 0 0,26-52 246 0 0,-11 18 522 0 0,-29 55-712 0 0,4-6 3 0 0,-3 6-8 0 0,-1 0 0 0 0,0 0 0 0 0,1 0 0 0 0,-1 0 0 0 0,1 0 0 0 0,-1 0 0 0 0,1 0 0 0 0,-1 0 0 0 0,0 1 0 0 0,1-1 0 0 0,-1 0 0 0 0,0 0 0 0 0,1 0 0 0 0,-1 1 0 0 0,1-1 0 0 0,-1 0 0 0 0,0 1 0 0 0,0-1 0 0 0,1 0 0 0 0,-1 1 0 0 0,0-1 0 0 0,0 0 0 0 0,1 1 0 0 0,-1-1 0 0 0,0 0 0 0 0,0 1 0 0 0,0-1 0 0 0,1 1 0 0 0,-1-1 0 0 0,0 0 0 0 0,0 1 0 0 0,0 0 0 0 0,4 9 36 0 0,0 0 0 0 0,0 1 1 0 0,1 12-1 0 0,-2-12-22 0 0,0 0 1 0 0,0 0 0 0 0,7 13-1 0 0,-6-15-27 0 0,1-1-1 0 0,0 0 1 0 0,0 0-1 0 0,1 0 1 0 0,0-1 0 0 0,0 1-1 0 0,1-1 1 0 0,-1-1-1 0 0,2 0 1 0 0,13 10-1 0 0,-17-14-151 0 0,0 1-1 0 0,-1-2 0 0 0,1 1 1 0 0,1 0-1 0 0,-1-1 0 0 0,0 0 1 0 0,0 0-1 0 0,1 0 0 0 0,-1 0 0 0 0,0-1 1 0 0,1 0-1 0 0,-1 0 0 0 0,0 0 1 0 0,1 0-1 0 0,-1-1 0 0 0,0 1 1 0 0,1-1-1 0 0,-1 0 0 0 0,0-1 1 0 0,0 1-1 0 0,0-1 0 0 0,0 0 1 0 0,0 1-1 0 0,0-2 0 0 0,6-3 0 0 0,-4 1-740 0 0,1 0 0 0 0,-2 0 0 0 0,11-12-1 0 0,2-4-1431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6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110 361 2156 0 0,'7'-104'6222'0'0,"-7"-121"1"0"0,-4 194-5344 0 0,3 31-869 0 0,1 0 0 0 0,0 0-1 0 0,0-1 1 0 0,-1 1 0 0 0,1 0 0 0 0,0 0 0 0 0,-1 0-1 0 0,1 0 1 0 0,0 0 0 0 0,0 0 0 0 0,-1 0 0 0 0,1 0-1 0 0,0 0 1 0 0,-1 0 0 0 0,1 1 0 0 0,0-1 0 0 0,0 0-1 0 0,-1 0 1 0 0,1 0 0 0 0,0 0 0 0 0,0 0 0 0 0,-1 0-1 0 0,1 1 1 0 0,0-1 0 0 0,0 0 0 0 0,0 0-1 0 0,-1 0 1 0 0,1 1 0 0 0,0-1 0 0 0,0 0 0 0 0,0 0-1 0 0,0 0 1 0 0,-1 1 0 0 0,1-1 0 0 0,0 0 0 0 0,-8 10 164 0 0,0 4 18 0 0,1 1-1 0 0,1 0 0 0 0,0 0 0 0 0,-6 27 0 0 0,-9 68 396 0 0,17-85-475 0 0,-12 100 149 0 0,6 0 0 0 0,4 1 0 0 0,18 201 0 0 0,-11-324-322 0 0,1 22-521 0 0,1 0 0 0 0,7 29 0 0 0,-9-49 154 0 0,1 0-1 0 0,-1 1 0 0 0,1-2 0 0 0,0 1 1 0 0,0 0-1 0 0,0 0 0 0 0,1-1 1 0 0,0 1-1 0 0,0-1 0 0 0,0 0 0 0 0,0 1 1 0 0,0-2-1 0 0,1 1 0 0 0,0 0 0 0 0,0-1 1 0 0,9 6-1 0 0,12-6-6778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6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69 2388 0 0,'6'-57'10597'0'0,"-5"55"-10141"0"0,0-7 1054 0 0,-8 44-1110 0 0,1 0 0 0 0,0 40 0 0 0,6-47-1417 0 0,4 44 0 0 0,-4-69 507 0 0,1 0 0 0 0,-1 0 0 0 0,1 0 1 0 0,0 0-1 0 0,0 0 0 0 0,0-1 0 0 0,1 1 0 0 0,-1 0 1 0 0,1 0-1 0 0,-1-1 0 0 0,1 1 0 0 0,0-1 1 0 0,0 0-1 0 0,0 1 0 0 0,0-1 0 0 0,4 3 0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6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21 158 1868 0 0,'6'-49'9070'0'0,"-5"44"-7955"0"0,-2 7-401 0 0,-1 24-379 0 0,1-10-212 0 0,1-1 1 0 0,0 0-1 0 0,1 0 1 0 0,1 0-1 0 0,0 0 1 0 0,1 0-1 0 0,8 23 1 0 0,-9-33-107 0 0,-1 0 0 0 0,2 0 0 0 0,-1 0 1 0 0,0 0-1 0 0,1 0 0 0 0,0 0 0 0 0,0-1 0 0 0,1 1 0 0 0,-1-1 1 0 0,1 0-1 0 0,0 0 0 0 0,0 0 0 0 0,0-1 0 0 0,1 1 0 0 0,-1-1 1 0 0,1 0-1 0 0,0 0 0 0 0,0-1 0 0 0,0 1 0 0 0,0-1 0 0 0,0 0 1 0 0,0-1-1 0 0,9 3 0 0 0,-11-4-9 0 0,0 0 0 0 0,0 1 0 0 0,1-1 0 0 0,-1 0 1 0 0,0-1-1 0 0,0 1 0 0 0,0 0 0 0 0,0-1 0 0 0,0 0 0 0 0,0 0 0 0 0,0 0 0 0 0,0 0 0 0 0,0 0 0 0 0,0 0 1 0 0,0-1-1 0 0,0 0 0 0 0,3-2 0 0 0,-2 0-7 0 0,0 0 0 0 0,-1 0 0 0 0,1 0 0 0 0,-1 0 1 0 0,0 0-1 0 0,0 0 0 0 0,-1-1 0 0 0,1 0 0 0 0,2-9 0 0 0,0 0 0 0 0,-1 0 0 0 0,-1-1 0 0 0,-1 0 1 0 0,0 1-1 0 0,0-1 0 0 0,-2-24 0 0 0,-1 28 37 0 0,0-1 1 0 0,0 1 0 0 0,-1-1-1 0 0,-1 1 1 0 0,0 0 0 0 0,-1 0-1 0 0,0 0 1 0 0,0 0 0 0 0,-8-11 0 0 0,10 18-38 0 0,0 1 0 0 0,0-1 0 0 0,0 1 0 0 0,-1 0 0 0 0,1 0 0 0 0,-1 0 0 0 0,0 0 0 0 0,0 1 1 0 0,0-1-1 0 0,-1 1 0 0 0,1 0 0 0 0,0 0 0 0 0,-1 0 0 0 0,1 0 0 0 0,-1 1 0 0 0,0-1 0 0 0,0 1 1 0 0,1 0-1 0 0,-1 0 0 0 0,0 0 0 0 0,0 1 0 0 0,0-1 0 0 0,0 1 0 0 0,0 0 0 0 0,0 0 0 0 0,0 0 1 0 0,0 1-1 0 0,0-1 0 0 0,0 1 0 0 0,-4 1 0 0 0,1 1-42 0 0,0-1 0 0 0,0 1 0 0 0,0 0 0 0 0,0 1 0 0 0,0 0-1 0 0,1 0 1 0 0,0 0 0 0 0,-1 1 0 0 0,2-1 0 0 0,-1 2 0 0 0,-5 5 0 0 0,8-7-219 0 0,0-1 0 0 0,0 1 0 0 0,1 0 0 0 0,-1 1 0 0 0,1-1 0 0 0,0 0 0 0 0,0 1 0 0 0,-1 4 0 0 0,2-5-246 0 0,0-1 1 0 0,1 1-1 0 0,-1 0 1 0 0,1-1-1 0 0,0 1 0 0 0,0-1 1 0 0,0 1-1 0 0,1 0 1 0 0,-1-1-1 0 0,1 1 0 0 0,1 5 1 0 0,3 3-3279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7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43 181 152 0 0,'18'-28'10644'0'0,"-17"44"-10506"0"0,0 21 513 0 0,-3 0 0 0 0,0 1 1 0 0,-13 57-1 0 0,11-78-517 0 0,3-11-55 0 0,0 0 1 0 0,-1 0 0 0 0,1-1 0 0 0,-1 1 0 0 0,-1-1 0 0 0,1 1-1 0 0,-4 5 1 0 0,5-10 56 0 0,-3-1-56 0 0,4 0-78 0 0,0 0 0 0 0,-1 0 0 0 0,1 0 0 0 0,-1 0-1 0 0,1 0 1 0 0,-1 0 0 0 0,1 0 0 0 0,-1 0 0 0 0,1 0 0 0 0,0 0 0 0 0,-1 0-1 0 0,1 0 1 0 0,-1-1 0 0 0,1 1 0 0 0,-1 0 0 0 0,1 0 0 0 0,0 0-1 0 0,-1 0 1 0 0,1-1 0 0 0,-1 1 0 0 0,1 0 0 0 0,0-1 0 0 0,-1 1 0 0 0,1 0-1 0 0,-1-1 1 0 0,0-7-36 0 0,-1 0-1 0 0,1 0 1 0 0,0 1-1 0 0,1-1 1 0 0,0 0-1 0 0,0 0 0 0 0,1 0 1 0 0,2-14-1 0 0,20-68-289 0 0,-19 75 287 0 0,-2 8 20 0 0,33-105-162 0 0,-28 93 87 0 0,1 0 0 0 0,1 1 1 0 0,19-30-1 0 0,-27 46 86 0 0,0 0-1 0 0,0 0 1 0 0,0 1 0 0 0,1-1 0 0 0,-1 0-1 0 0,1 1 1 0 0,-1-1 0 0 0,1 1-1 0 0,-1-1 1 0 0,1 1 0 0 0,0 0 0 0 0,0 0-1 0 0,0 0 1 0 0,-1 0 0 0 0,1 0 0 0 0,0 0-1 0 0,0 0 1 0 0,1 0 0 0 0,-1 1 0 0 0,0-1-1 0 0,0 1 1 0 0,0 0 0 0 0,0 0 0 0 0,0 0-1 0 0,0 0 1 0 0,1 0 0 0 0,-1 0-1 0 0,0 0 1 0 0,0 0 0 0 0,0 1 0 0 0,0 0-1 0 0,0-1 1 0 0,0 1 0 0 0,0 0 0 0 0,0 0-1 0 0,0 0 1 0 0,0 0 0 0 0,0 0 0 0 0,0 0-1 0 0,-1 0 1 0 0,1 1 0 0 0,1 1-1 0 0,3 2 44 0 0,-1 0-1 0 0,0 1 1 0 0,0-1-1 0 0,-1 1 0 0 0,1 0 1 0 0,-1 0-1 0 0,-1 1 0 0 0,1-1 1 0 0,-1 1-1 0 0,5 13 1 0 0,-5-1 213 0 0,0 0 1 0 0,-2 0 0 0 0,0 0 0 0 0,-1 0 0 0 0,-1 0-1 0 0,-5 31 1 0 0,3-22-74 0 0,1 0-1 0 0,1 32 0 0 0,1-54-139 0 0,1 1 0 0 0,0-1-1 0 0,0 0 1 0 0,0 0 0 0 0,0 0-1 0 0,4 8 1 0 0,-4-13-39 0 0,0 1-1 0 0,-1-1 1 0 0,1 0 0 0 0,0 1 0 0 0,0-1 0 0 0,0 0 0 0 0,0 1 0 0 0,0-1-1 0 0,0 0 1 0 0,1 0 0 0 0,-1 0 0 0 0,0 0 0 0 0,1 0 0 0 0,-1-1 0 0 0,0 1-1 0 0,1 0 1 0 0,-1 0 0 0 0,1-1 0 0 0,-1 1 0 0 0,1-1 0 0 0,-1 0-1 0 0,1 1 1 0 0,0-1 0 0 0,-1 0 0 0 0,1 0 0 0 0,-1 0 0 0 0,1 0 0 0 0,0 0-1 0 0,-1 0 1 0 0,1 0 0 0 0,-1-1 0 0 0,4 0 0 0 0,1-1-303 0 0,0 0 0 0 0,1 0 0 0 0,-1-1 0 0 0,0 1 0 0 0,0-2 0 0 0,-1 1 0 0 0,1 0 0 0 0,-1-1 1 0 0,0 0-1 0 0,9-9 0 0 0,-9 8-620 0 0,0-1 1 0 0,-1 0 0 0 0,1 0-1 0 0,-1 0 1 0 0,-1 0-1 0 0,5-9 1 0 0,1-5-2788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7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61 1728 0 0,'-173'-60'9834'0'0,"171"59"-9763"0"0,-10 1-2739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7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 1832 0 0,'-29'11'3417'0'0,"19"-8"-2257"0"0,1 1 0 0 0,0-1 0 0 0,-9 7 1 0 0,17-10-1137 0 0,1 0 0 0 0,0 0 0 0 0,0 1 0 0 0,-1-1 0 0 0,1 0 1 0 0,0 0-1 0 0,0 0 0 0 0,-1 1 0 0 0,1-1 0 0 0,0 0 0 0 0,0 0 0 0 0,0 1 1 0 0,-1-1-1 0 0,1 0 0 0 0,0 0 0 0 0,0 1 0 0 0,0-1 0 0 0,0 0 1 0 0,0 0-1 0 0,0 1 0 0 0,0-1 0 0 0,-1 0 0 0 0,1 1 0 0 0,0-1 0 0 0,0 0 1 0 0,0 1-1 0 0,0-1 0 0 0,0 0 0 0 0,0 1 0 0 0,0-1 0 0 0,1 0 1 0 0,-1 0-1 0 0,0 1 0 0 0,0-1 0 0 0,0 0 0 0 0,0 1 0 0 0,0-1 0 0 0,0 0 1 0 0,0 0-1 0 0,1 1 0 0 0,-1-1 0 0 0,0 0 0 0 0,9 8 303 0 0,-8-8-323 0 0,9 5 59 0 0,0-1-1 0 0,0 0 1 0 0,1-1 0 0 0,-1 0-1 0 0,1-1 1 0 0,0 0-1 0 0,0-1 1 0 0,17 1 0 0 0,-15-1-168 0 0,134 6-4932 0 0,-93-6 760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8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43 436 0 0,'1'-2'2330'0'0,"5"-17"2183"0"0,3-2 1213 0 0,-9 20-5699 0 0,-2 18-89 0 0,-15 89 804 0 0,-2 24-860 0 0,16-104-1295 0 0,3 35 1 0 0,5-27-3052 0 0,-3-21 563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8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86 1100 0 0,'27'-79'9725'0'0,"-27"78"-9704"0"0,-1 1 1 0 0,1-1-1 0 0,-1 1 1 0 0,1-1-1 0 0,-1 1 0 0 0,0-1 1 0 0,1 1-1 0 0,-1 0 1 0 0,1-1-1 0 0,-1 1 0 0 0,0 0 1 0 0,1 0-1 0 0,-1-1 1 0 0,0 1-1 0 0,1 0 0 0 0,-1 0 1 0 0,0 0-1 0 0,1 0 1 0 0,-1 0-1 0 0,0 0 0 0 0,0 0 1 0 0,1 0-1 0 0,-1 0 0 0 0,0 0 1 0 0,1 0-1 0 0,-1 1 1 0 0,0-1-1 0 0,1 0 0 0 0,-1 0 1 0 0,0 1-1 0 0,1-1 1 0 0,-1 0-1 0 0,1 1 0 0 0,-1-1 1 0 0,0 1-1 0 0,-27 18 61 0 0,24-16-9 0 0,-6 4-58 0 0,0 1-1 0 0,1 0 1 0 0,0 0 0 0 0,0 1 0 0 0,1 0-1 0 0,0 0 1 0 0,1 1 0 0 0,0 0 0 0 0,0 1 0 0 0,-6 14-1 0 0,12-23-12 0 0,0 0-1 0 0,1-1 0 0 0,-1 1 0 0 0,1 0 1 0 0,0 0-1 0 0,-1 0 0 0 0,1 0 0 0 0,0 0 1 0 0,0 0-1 0 0,0 0 0 0 0,0-1 0 0 0,1 1 0 0 0,-1 0 1 0 0,0 0-1 0 0,1 0 0 0 0,0 0 0 0 0,-1 0 1 0 0,1-1-1 0 0,0 1 0 0 0,0 0 0 0 0,0-1 1 0 0,0 1-1 0 0,0 0 0 0 0,0-1 0 0 0,0 1 1 0 0,1-1-1 0 0,-1 0 0 0 0,0 1 0 0 0,1-1 1 0 0,-1 0-1 0 0,1 0 0 0 0,2 2 0 0 0,6 2 9 0 0,0 1-1 0 0,1-2 1 0 0,-1 1 0 0 0,17 3-1 0 0,-6-1-2 0 0,2 2 13 0 0,-3-1 76 0 0,41 21 0 0 0,-59-28-64 0 0,0 0 1 0 0,0 1-1 0 0,0-1 1 0 0,0 1-1 0 0,0-1 1 0 0,-1 1-1 0 0,1 0 1 0 0,0 0-1 0 0,-1-1 1 0 0,1 1-1 0 0,-1 0 0 0 0,0 0 1 0 0,1 1-1 0 0,-1-1 1 0 0,0 0-1 0 0,0 0 1 0 0,0 1-1 0 0,-1-1 1 0 0,1 0-1 0 0,-1 1 1 0 0,1-1-1 0 0,-1 0 1 0 0,0 1-1 0 0,0-1 1 0 0,0 1-1 0 0,0-1 1 0 0,0 1-1 0 0,0-1 1 0 0,-1 1-1 0 0,1-1 0 0 0,-1 0 1 0 0,0 1-1 0 0,0-1 1 0 0,0 0-1 0 0,-1 3 1 0 0,-1 1 51 0 0,-1 1 0 0 0,0-1 0 0 0,0 1-1 0 0,-1-1 1 0 0,0-1 0 0 0,0 1 0 0 0,0-1 0 0 0,-1 0 0 0 0,-11 9 0 0 0,5-6 2 0 0,-1 0 0 0 0,0-2-1 0 0,0 1 1 0 0,-1-2 0 0 0,0 0 0 0 0,-18 5 0 0 0,25-9-313 0 0,-1 0 0 0 0,0 0 0 0 0,1 0 0 0 0,-1-1 0 0 0,1 0 0 0 0,-9-1 0 0 0,11 0-354 0 0,0 0 1 0 0,1 0-1 0 0,-1 0 1 0 0,1-1-1 0 0,-1 0 1 0 0,1 0-1 0 0,0 0 1 0 0,0 0-1 0 0,0 0 1 0 0,-7-6-1 0 0,-3-6-3869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38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2388 0 0,'2'-8'1806'0'0,"8"-26"5121"0"0,-4 14-5294 0 0,-5 18-1382 0 0,-1 2-285 0 0,0-1-1 0 0,0 1 1 0 0,1 0-1 0 0,-1-1 1 0 0,0 1-1 0 0,0-1 1 0 0,1 1 0 0 0,-1-1-1 0 0,0 1 1 0 0,1 0-1 0 0,-1-1 1 0 0,1 1-1 0 0,-1 0 1 0 0,0-1-1 0 0,1 1 1 0 0,-1 0-1 0 0,1 0 1 0 0,-1-1 0 0 0,1 1-1 0 0,-1 0 1 0 0,1 0-1 0 0,-1 0 1 0 0,1 0-1 0 0,0-1 1 0 0,29 14-5755 0 0,-19-7 1838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40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454 218 1280 0 0,'0'0'6159'0'0,"-18"-8"1288"0"0,17 6-7035 0 0,32-33 132 0 0,-21 25-492 0 0,0-1 1 0 0,0 0 0 0 0,-1 0 0 0 0,0-1-1 0 0,-1-1 1 0 0,0 1 0 0 0,-1-1-1 0 0,7-19 1 0 0,-14 30-55 0 0,1-1 0 0 0,-1 1-1 0 0,1-1 1 0 0,-1 1 0 0 0,0-1-1 0 0,0 0 1 0 0,0 1 0 0 0,0-1-1 0 0,-1-4 1 0 0,0 6-3 0 0,1 1-1 0 0,0-1 1 0 0,0 0 0 0 0,-1 0-1 0 0,1 0 1 0 0,-1 0 0 0 0,1 0-1 0 0,-1 0 1 0 0,1 1-1 0 0,-1-1 1 0 0,1 0 0 0 0,-1 0-1 0 0,0 1 1 0 0,1-1 0 0 0,-1 0-1 0 0,0 1 1 0 0,0-1 0 0 0,1 1-1 0 0,-1-1 1 0 0,0 1-1 0 0,0-1 1 0 0,0 1 0 0 0,0-1-1 0 0,0 1 1 0 0,0 0 0 0 0,0 0-1 0 0,1-1 1 0 0,-1 1 0 0 0,0 0-1 0 0,0 0 1 0 0,-1 0-1 0 0,-16 1-27 0 0,0 1 0 0 0,0 1-1 0 0,1 1 1 0 0,-1 0-1 0 0,1 1 1 0 0,0 1-1 0 0,-28 13 1 0 0,-115 71-94 0 0,142-79 105 0 0,-1 1 4 0 0,-26 14-52 0 0,44-25 68 0 0,0-1-1 0 0,0 0 1 0 0,0 1 0 0 0,0-1 0 0 0,0 0 0 0 0,0 1-1 0 0,0-1 1 0 0,0 1 0 0 0,0-1 0 0 0,0 1 0 0 0,1 0-1 0 0,-1-1 1 0 0,0 1 0 0 0,0 0 0 0 0,1-1 0 0 0,-1 1-1 0 0,0 0 1 0 0,1 0 0 0 0,-1 0 0 0 0,1 0 0 0 0,-1 0-1 0 0,1 0 1 0 0,-1 0 0 0 0,1 0 0 0 0,0 0 0 0 0,-1 0-1 0 0,1 0 1 0 0,0 0 0 0 0,0 0 0 0 0,0 0 0 0 0,0 0-1 0 0,0 0 1 0 0,0 0 0 0 0,0 0 0 0 0,0 0 0 0 0,0 0-1 0 0,1 0 1 0 0,-1 0 0 0 0,0 0 0 0 0,1 0 0 0 0,-1 0-1 0 0,0 0 1 0 0,1 0 0 0 0,-1 0 0 0 0,1-1 0 0 0,0 1-1 0 0,-1 0 1 0 0,2 1 0 0 0,1 2 2 0 0,1 0 0 0 0,-1 0 0 0 0,1 0 1 0 0,0-1-1 0 0,0 0 0 0 0,0 0 0 0 0,9 6 0 0 0,103 38-1 0 0,-88-38-4 0 0,0 2 1 0 0,-1 1-1 0 0,0 1 0 0 0,-1 1 1 0 0,27 19-1 0 0,-49-29 9 0 0,1-1 0 0 0,-1 1 0 0 0,0 0 0 0 0,-1 0 0 0 0,1 0 0 0 0,-1 0 0 0 0,1 1 0 0 0,-1-1-1 0 0,-1 1 1 0 0,1 0 0 0 0,-1 0 0 0 0,1 0 0 0 0,1 9 0 0 0,-3-11 3 0 0,-1 1-1 0 0,1 0 1 0 0,-1-1 0 0 0,0 1 0 0 0,0 0-1 0 0,-1-1 1 0 0,1 1 0 0 0,-1 0 0 0 0,1-1 0 0 0,-1 1-1 0 0,-1-1 1 0 0,1 1 0 0 0,0-1 0 0 0,-1 1-1 0 0,1-1 1 0 0,-1 0 0 0 0,0 0 0 0 0,0 0-1 0 0,-1 0 1 0 0,1 0 0 0 0,-3 3 0 0 0,-3 2 3 0 0,-1-1 1 0 0,1 1-1 0 0,-1-2 1 0 0,-1 1 0 0 0,1-1-1 0 0,-1-1 1 0 0,0 1-1 0 0,-1-2 1 0 0,1 1-1 0 0,-1-2 1 0 0,1 1-1 0 0,-1-1 1 0 0,-1-1 0 0 0,1 0-1 0 0,-19 1 1 0 0,-10-3 22 0 0,0-1 0 0 0,0-2 0 0 0,-41-9 0 0 0,48 8 15 0 0,28 2-38 0 0,-38-10-356 0 0,41 11-15 0 0,-8-1-132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41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304 135 1420 0 0,'1'-4'656'0'0,"-1"-1"1"0"0,1 0-1 0 0,-1 1 0 0 0,0-1 0 0 0,-1 0 0 0 0,1 0 1 0 0,-1 1-1 0 0,0-1 0 0 0,0 1 0 0 0,-1-1 1 0 0,1 1-1 0 0,-1-1 0 0 0,-3-4 0 0 0,2 4-459 0 0,0 0 1 0 0,0 0-1 0 0,-1 1 0 0 0,1-1 0 0 0,-1 1 1 0 0,0 0-1 0 0,0 0 0 0 0,-1 0 0 0 0,1 1 0 0 0,-1-1 1 0 0,0 1-1 0 0,0 0 0 0 0,0 1 0 0 0,0-1 1 0 0,0 1-1 0 0,-7-2 0 0 0,8 4-180 0 0,1-1-1 0 0,-1 1 1 0 0,1-1-1 0 0,-1 1 1 0 0,1 0 0 0 0,-1 1-1 0 0,0-1 1 0 0,1 1-1 0 0,-1-1 1 0 0,1 1 0 0 0,0 0-1 0 0,-1 0 1 0 0,1 1-1 0 0,0-1 1 0 0,-1 1 0 0 0,1 0-1 0 0,0-1 1 0 0,0 1-1 0 0,0 1 1 0 0,-4 3 0 0 0,-4 4 3 0 0,1 0 0 0 0,0 1 0 0 0,-12 18-1 0 0,18-24-9 0 0,-8 12 6 0 0,1 0-1 0 0,0 1 1 0 0,1 0-1 0 0,-10 27 1 0 0,17-37-14 0 0,0 0 0 0 0,0 1 0 0 0,1-1 0 0 0,0 0 0 0 0,1 1 0 0 0,0-1 0 0 0,0 1 0 0 0,1-1 0 0 0,0 1-1 0 0,0-1 1 0 0,1 1 0 0 0,0 0 0 0 0,3 10 0 0 0,-2-15-10 0 0,0 0 0 0 0,0 0 0 0 0,1 0 0 0 0,-1 0-1 0 0,1 0 1 0 0,0 0 0 0 0,0-1 0 0 0,0 0 0 0 0,1 1-1 0 0,-1-1 1 0 0,1 0 0 0 0,-1-1 0 0 0,1 1 0 0 0,0 0-1 0 0,0-1 1 0 0,1 0 0 0 0,-1 0 0 0 0,0-1 0 0 0,1 1 0 0 0,-1-1-1 0 0,1 0 1 0 0,-1 0 0 0 0,1 0 0 0 0,8 0 0 0 0,-4 0-6 0 0,0-1 1 0 0,0 0-1 0 0,0 0 1 0 0,0-1-1 0 0,0 0 1 0 0,0 0-1 0 0,0-1 1 0 0,-1-1 0 0 0,1 1-1 0 0,0-1 1 0 0,15-8-1 0 0,-19 7 12 0 0,1-1 0 0 0,-1 1-1 0 0,0-1 1 0 0,0 0 0 0 0,-1 0 0 0 0,1-1-1 0 0,-1 0 1 0 0,0 1 0 0 0,-1-1 0 0 0,1 0-1 0 0,-1-1 1 0 0,0 1 0 0 0,-1 0-1 0 0,0-1 1 0 0,0 0 0 0 0,0 1 0 0 0,-1-1-1 0 0,2-10 1 0 0,-1-12 310 0 0,0 1 1 0 0,-2 0-1 0 0,-4-31 0 0 0,1 29-16 0 0,2 25-334 0 0,1 19 43 0 0,0 18 68 0 0,2 0 0 0 0,10 60 0 0 0,-9-79-199 0 0,0 0-1 0 0,1 0 1 0 0,0-1-1 0 0,1 0 1 0 0,1 0-1 0 0,0 0 1 0 0,0 0-1 0 0,1-1 1 0 0,16 19-1 0 0,-21-27-36 0 0,1 0-1 0 0,-1 0 1 0 0,1-1-1 0 0,0 1 1 0 0,0-1-1 0 0,0 0 1 0 0,0 0-1 0 0,1 0 1 0 0,-1-1-1 0 0,1 1 1 0 0,-1-1-1 0 0,1 1 1 0 0,-1-1-1 0 0,1 0 1 0 0,0-1-1 0 0,-1 1 1 0 0,1-1-1 0 0,0 1 1 0 0,0-1-1 0 0,-1 0 1 0 0,1 0-1 0 0,0-1 1 0 0,0 1-1 0 0,-1-1 1 0 0,1 0-1 0 0,0 0 1 0 0,6-3-1 0 0,-3 1-224 0 0,0-1 0 0 0,-1 0 0 0 0,1 0-1 0 0,-1 0 1 0 0,0-1 0 0 0,0 0 0 0 0,0 0-1 0 0,-1-1 1 0 0,1 0 0 0 0,-1 0 0 0 0,-1 0-1 0 0,7-11 1 0 0,2-9-928 0 0,-1-1 353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41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52 672 3572 0 0,'4'-125'3301'0'0,"-25"-244"-1"0"0,15 320-2493 0 0,4 22-121 0 0,-2 0-1 0 0,-11-46 1 0 0,14 72-603 0 0,1 4-34 0 0,-2 168 47 0 0,4-82-64 0 0,-5 87 11 0 0,0 54 143 0 0,5-162-70 0 0,15 92 0 0 0,-15-149-209 0 0,0 1 1 0 0,1 0-1 0 0,1-1 0 0 0,0 0 0 0 0,0 0 1 0 0,1 0-1 0 0,0 0 0 0 0,1-1 1 0 0,8 11-1 0 0,-12-17 13 0 0,1-1 1 0 0,-1-1-1 0 0,1 1 0 0 0,0 0 1 0 0,0-1-1 0 0,0 1 1 0 0,0-1-1 0 0,0 0 0 0 0,0 0 1 0 0,1 0-1 0 0,-1 0 0 0 0,0-1 1 0 0,1 1-1 0 0,0-1 1 0 0,-1 0-1 0 0,1 0 0 0 0,0-1 1 0 0,0 1-1 0 0,-1-1 0 0 0,1 1 1 0 0,0-1-1 0 0,0 0 1 0 0,0-1-1 0 0,0 1 0 0 0,-1-1 1 0 0,1 1-1 0 0,0-1 0 0 0,0 0 1 0 0,-1-1-1 0 0,1 1 1 0 0,6-4-1 0 0,-3 1 46 0 0,0-1 0 0 0,1 0 0 0 0,-1 0 0 0 0,-1-1 0 0 0,1 0 0 0 0,-1 0 0 0 0,0 0 0 0 0,-1-1 0 0 0,1 0 1 0 0,-1 0-1 0 0,-1 0 0 0 0,1-1 0 0 0,-1 0 0 0 0,4-11 0 0 0,5-13 533 0 0,-2-2 0 0 0,7-40 1 0 0,-16 68-352 0 0,6-57 2376 0 0,-5 39-1099 0 0,-2 21-959 0 0,-1 8-276 0 0,-1 23-140 0 0,2-1 1 0 0,1 0 0 0 0,1 0-1 0 0,1 0 1 0 0,2 0-1 0 0,10 32 1 0 0,-15-56-173 0 0,1 0 0 0 0,-1 0 0 0 0,1 0 0 0 0,0 0 0 0 0,0 0 0 0 0,0 0 0 0 0,1-1 0 0 0,2 3 0 0 0,-4-4-233 0 0,0 0-1 0 0,0 0 1 0 0,0 0-1 0 0,0 0 1 0 0,1 0-1 0 0,-1 0 1 0 0,0-1-1 0 0,0 1 1 0 0,1-1-1 0 0,-1 1 1 0 0,1-1-1 0 0,-1 1 1 0 0,0-1-1 0 0,1 0 0 0 0,-1 0 1 0 0,1 1-1 0 0,-1-1 1 0 0,1 0-1 0 0,-1 0 1 0 0,1-1-1 0 0,-1 1 1 0 0,1 0-1 0 0,2-1 1 0 0,11-5-3990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41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96 912 0 0,'-32'-53'11625'0'0,"15"25"-8590"0"0,15 25-3251 0 0,-3-8 645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42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1 208 0 0,'-122'35'14797'0'0,"121"-34"-14048"0"0,5-1-590 0 0,32-3 18 0 0,188-5-3533 0 0,-114 13-2481 0 0,-74-3 1344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43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115 863 1220 0 0,'14'3'5931'0'0,"-8"-5"-4600"0"0,-1-1 1 0 0,1 1-1 0 0,-1-1 0 0 0,0 0 1 0 0,6-4-1 0 0,-10 5-735 0 0,6-6 1737 0 0,-7 7-2296 0 0,1 0 1 0 0,-1 1 0 0 0,0-1 0 0 0,0 0-1 0 0,0 1 1 0 0,0-1 0 0 0,0 0 0 0 0,0 1 0 0 0,0-1-1 0 0,0 1 1 0 0,0-1 0 0 0,0 0 0 0 0,-1 1-1 0 0,1-1 1 0 0,0 0 0 0 0,0 1 0 0 0,-1-1-1 0 0,1 1 1 0 0,0-1 0 0 0,-1 1 0 0 0,1-1 0 0 0,0 1-1 0 0,-1-1 1 0 0,1 1 0 0 0,-1-1 0 0 0,1 1-1 0 0,-1-1 1 0 0,1 1 0 0 0,-2-1 0 0 0,1 0-19 0 0,-1 1 1 0 0,0-1 0 0 0,1 1-1 0 0,-1 0 1 0 0,0-1 0 0 0,0 1 0 0 0,1 0-1 0 0,-1 0 1 0 0,0 0 0 0 0,0 0-1 0 0,-1 1 1 0 0,-4 0-26 0 0,-1 1 0 0 0,1 0 1 0 0,0 0-1 0 0,-12 5 0 0 0,13-4-26 0 0,0 1 0 0 0,0-1 0 0 0,1 1 0 0 0,-1 0 0 0 0,1 0 0 0 0,0 1 1 0 0,0-1-1 0 0,-8 11 0 0 0,12-14 16 0 0,0 1 1 0 0,0-1-1 0 0,0 1 0 0 0,0-1 1 0 0,1 1-1 0 0,-1-1 0 0 0,0 1 1 0 0,1 0-1 0 0,-1 0 0 0 0,1-1 1 0 0,0 1-1 0 0,0 0 1 0 0,0 0-1 0 0,-1-1 0 0 0,2 1 1 0 0,-1 0-1 0 0,0 0 0 0 0,0-1 1 0 0,0 1-1 0 0,1 0 0 0 0,-1 0 1 0 0,1-1-1 0 0,0 1 1 0 0,-1 0-1 0 0,1-1 0 0 0,0 1 1 0 0,0-1-1 0 0,0 1 0 0 0,0-1 1 0 0,0 0-1 0 0,0 1 0 0 0,0-1 1 0 0,1 0-1 0 0,-1 0 1 0 0,0 1-1 0 0,1-1 0 0 0,-1 0 1 0 0,3 1-1 0 0,14 8-17 0 0,0 0-1 0 0,1-1 1 0 0,0 0-1 0 0,0-2 1 0 0,1 0-1 0 0,29 5 1 0 0,3 3 0 0 0,-30-9 20 0 0,-3 2 8 0 0,-17-5 2 0 0,-1-1 3 0 0,-1-1 0 0 0,0-1 1 0 0,0 1-1 0 0,0 0 1 0 0,0-1-1 0 0,0 1 1 0 0,0 0-1 0 0,0-1 1 0 0,0 1-1 0 0,0 0 0 0 0,0 0 1 0 0,0-1-1 0 0,0 1 1 0 0,-1-1-1 0 0,1 1 1 0 0,0 0-1 0 0,0-1 1 0 0,-1 1-1 0 0,1 0 0 0 0,-1-1 1 0 0,1 1-1 0 0,0-1 1 0 0,-1 1-1 0 0,1-1 1 0 0,-1 1-1 0 0,1-1 0 0 0,-1 1 1 0 0,1-1-1 0 0,-1 0 1 0 0,1 1-1 0 0,-2-1 1 0 0,-16 14 14 0 0,1-6 4 0 0,0 0 1 0 0,-1-1-1 0 0,1-1 0 0 0,-2 0 0 0 0,-23 3 0 0 0,-91 7-324 0 0,132-15 223 0 0,0-1 0 0 0,0 0 1 0 0,0 0-1 0 0,-1 0 0 0 0,1 0 1 0 0,0 0-1 0 0,0 0 0 0 0,0 0 1 0 0,0 0-1 0 0,0 0 1 0 0,0-1-1 0 0,-1 1 0 0 0,1 0 1 0 0,0-1-1 0 0,0 1 0 0 0,0-1 1 0 0,0 1-1 0 0,-1-2 0 0 0,2 2 34 0 0,0-1 0 0 0,0 1-1 0 0,0-1 1 0 0,0 1-1 0 0,0-1 1 0 0,0 1 0 0 0,0-1-1 0 0,0 1 1 0 0,0-1-1 0 0,0 1 1 0 0,0-1 0 0 0,0 1-1 0 0,0-1 1 0 0,0 1-1 0 0,0-1 1 0 0,1 1 0 0 0,-1-1-1 0 0,0 1 1 0 0,0 0-1 0 0,1-1 1 0 0,-1 1 0 0 0,0-1-1 0 0,0 1 1 0 0,1 0-1 0 0,-1-1 1 0 0,1 0 0 0 0,31-25-1646 0 0,-31 24 1611 0 0,75-52-2106 0 0,124-95-329 0 0,-155 111 2332 0 0,-1-2 0 0 0,47-55 0 0 0,-53 49 484 0 0,-1-1 1 0 0,58-101-1 0 0,-84 127-43 0 0,-1 1 0 0 0,0-1 0 0 0,-2-1 0 0 0,-1 1 1 0 0,0-2-1 0 0,-2 1 0 0 0,0 0 0 0 0,-2-1 0 0 0,0 0 0 0 0,-1-41 0 0 0,-4 50-10 0 0,0 0-1 0 0,0 0 0 0 0,-1 0 1 0 0,-1 1-1 0 0,0-1 1 0 0,-1 1-1 0 0,0 0 0 0 0,-1 0 1 0 0,-1 1-1 0 0,0-1 1 0 0,-12-14-1 0 0,19 26-239 0 0,-1 1 0 0 0,1-1 0 0 0,-1 0 0 0 0,1 1 0 0 0,-1-1 0 0 0,1 1 0 0 0,-1-1-1 0 0,0 1 1 0 0,1-1 0 0 0,-1 1 0 0 0,0 0 0 0 0,1-1 0 0 0,-1 1 0 0 0,0 0 0 0 0,1-1 0 0 0,-1 1 0 0 0,0 0 0 0 0,0 0 0 0 0,1 0 0 0 0,-1 0 0 0 0,0 0-1 0 0,0 0 1 0 0,0 0 0 0 0,1 0 0 0 0,-1 0 0 0 0,0 0 0 0 0,0 0 0 0 0,1 0 0 0 0,-1 0 0 0 0,0 1 0 0 0,0-1 0 0 0,1 0 0 0 0,-1 1 0 0 0,0-1 0 0 0,1 0-1 0 0,-1 1 1 0 0,0-1 0 0 0,1 1 0 0 0,-1-1 0 0 0,1 1 0 0 0,-2 0 0 0 0,-1 2-1 0 0,1 0-1 0 0,-1 0 0 0 0,1 0 1 0 0,0 0-1 0 0,0 1 1 0 0,-2 4-1 0 0,-4 11 11 0 0,1 1-1 0 0,0 1 0 0 0,-6 39 0 0 0,-1 68 48 0 0,10-84-54 0 0,-6 97 302 0 0,9 145 0 0 0,32 140 341 0 0,10 180-299 0 0,-41-558-43 0 0,-10 92-1 0 0,6-120-17 0 0,0 1 0 0 0,-1-1 0 0 0,-1 0 0 0 0,0-1 0 0 0,-2 1 0 0 0,0-1 0 0 0,-12 18 0 0 0,19-35-259 0 0,0-1-1 0 0,0 1 1 0 0,0 0-1 0 0,0-1 1 0 0,0 1-1 0 0,-1-1 1 0 0,1 1-1 0 0,0-1 1 0 0,-1 0-1 0 0,0 0 0 0 0,1 1 1 0 0,-1-1-1 0 0,0 0 1 0 0,1 0-1 0 0,-1-1 1 0 0,0 1-1 0 0,0 0 1 0 0,0-1-1 0 0,0 1 1 0 0,1-1-1 0 0,-1 1 0 0 0,0-1 1 0 0,0 0-1 0 0,0 0 1 0 0,0 0-1 0 0,0 0 1 0 0,0 0-1 0 0,0 0 1 0 0,-3-1-1 0 0,3 0-15 0 0,0 0-1 0 0,0 0 0 0 0,0 0 1 0 0,0 0-1 0 0,0-1 1 0 0,0 1-1 0 0,0 0 1 0 0,0-1-1 0 0,0 0 1 0 0,1 1-1 0 0,-1-1 1 0 0,1 0-1 0 0,-1 0 1 0 0,1 0-1 0 0,0 0 1 0 0,-1 0-1 0 0,1 0 1 0 0,0 0-1 0 0,0 0 1 0 0,1 0-1 0 0,-1-1 1 0 0,0 1-1 0 0,1 0 0 0 0,-1-4 1 0 0,0-3-15 0 0,1-1 0 0 0,0 0 0 0 0,1 1 0 0 0,0-1 0 0 0,0 1-1 0 0,1 0 1 0 0,0-1 0 0 0,7-15 0 0 0,3-7-30 0 0,20-31 1 0 0,-26 51 18 0 0,71-120-155 0 0,-49 89 127 0 0,-2-1-1 0 0,32-74 1 0 0,-56 111 36 0 0,1 0 1 0 0,-1 0 0 0 0,-1-1-1 0 0,1 1 1 0 0,-1 0 0 0 0,0-1-1 0 0,-1 1 1 0 0,0-1 0 0 0,0 1 0 0 0,-1-1-1 0 0,0 1 1 0 0,-3-14 0 0 0,1 10-6 0 0,-1 1 0 0 0,0 1 0 0 0,-1-1 1 0 0,0 1-1 0 0,-1-1 0 0 0,0 1 0 0 0,0 1 1 0 0,-8-10-1 0 0,-13-9-17 0 0,-1 2-1 0 0,-1 1 1 0 0,-1 1 0 0 0,-34-20 0 0 0,45 31 21 0 0,-14-8-22 0 0,24 15-314 0 0,-1-1 0 0 0,1 0 0 0 0,0 0 0 0 0,0-1 1 0 0,-12-12-1 0 0,21 18 289 0 0,-1 1 0 0 0,1-1 1 0 0,0 1-1 0 0,-1-1 0 0 0,1 0 1 0 0,0 1-1 0 0,0-1 1 0 0,0 0-1 0 0,0 0 0 0 0,0 1 1 0 0,0-1-1 0 0,0 0 0 0 0,0 1 1 0 0,0-1-1 0 0,0 0 0 0 0,0 1 1 0 0,0-1-1 0 0,1 0 0 0 0,-1 1 1 0 0,0-1-1 0 0,0 0 0 0 0,1 1 1 0 0,-1-1-1 0 0,0 0 1 0 0,1 1-1 0 0,-1-1 0 0 0,1 1 1 0 0,-1-1-1 0 0,0 1 0 0 0,1-1 1 0 0,-1 1-1 0 0,1-1 0 0 0,0 1 1 0 0,0-1-1 0 0,21-14-1307 0 0,-21 14 1275 0 0,22-10-1925 0 0,0 0 0 0 0,45-13 0 0 0,-39 14-814 0 0,2 1-1042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43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77 1784 0 0,'-20'-67'11886'0'0,"20"65"-11477"0"0,-4-5 371 0 0,3 7-766 0 0,1 0 0 0 0,0 0-1 0 0,0 0 1 0 0,0 0 0 0 0,-1 0-1 0 0,1 1 1 0 0,0-1-1 0 0,0 0 1 0 0,0 0 0 0 0,-1 0-1 0 0,1 0 1 0 0,0 1-1 0 0,0-1 1 0 0,0 0 0 0 0,0 0-1 0 0,0 1 1 0 0,0-1 0 0 0,-1 0-1 0 0,1 0 1 0 0,0 0-1 0 0,0 1 1 0 0,0-1 0 0 0,0 0-1 0 0,0 0 1 0 0,0 1 0 0 0,0-1-1 0 0,0 0 1 0 0,0 0-1 0 0,0 1 1 0 0,0-1 0 0 0,0 0-1 0 0,0 0 1 0 0,0 1-1 0 0,1-1 1 0 0,-1 0 0 0 0,0 0-1 0 0,0 1 1 0 0,0-1 0 0 0,0 0-1 0 0,0 0 1 0 0,1 1-1 0 0,3 31 112 0 0,-1 1 0 0 0,-1 41 0 0 0,-2-44-60 0 0,1 1 1 0 0,1-1 0 0 0,9 43-1 0 0,-9-65-137 0 0,-1-3-285 0 0,0 0 0 0 0,1 1 0 0 0,-1-1 0 0 0,1 0-1 0 0,0 0 1 0 0,1 0 0 0 0,-1 0 0 0 0,5 6 0 0 0,12-13-5676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43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92 476 0 0,'-7'-17'2068'0'0,"2"3"-572"0"0,-2 2-304 0 0,2 2-243 0 0,-2-1-205 0 0,4 3-136 0 0,0-1 176 0 0,-6-1-608 0 0,-6 10-1876 0 0,9 10-2689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44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0 668 600 0 0,'7'19'3093'0'0,"-3"-8"-1832"0"0,0 0 0 0 0,1 0 0 0 0,0 0-1 0 0,7 10 1 0 0,-10-17-1130 0 0,1-1 1 0 0,-1 0-1 0 0,1 0 0 0 0,0 0 0 0 0,0-1 1 0 0,0 1-1 0 0,0-1 0 0 0,1 1 1 0 0,-1-1-1 0 0,1 0 0 0 0,-1 0 1 0 0,1 0-1 0 0,0-1 0 0 0,-1 0 1 0 0,1 1-1 0 0,4 0 0 0 0,1-1-3 0 0,0 0-1 0 0,0 0 0 0 0,0-1 1 0 0,0 0-1 0 0,0-1 0 0 0,11-1 1 0 0,-15 1-106 0 0,-1 1 0 0 0,1-1 0 0 0,-1 0 0 0 0,0-1 0 0 0,0 1 0 0 0,0-1 1 0 0,0 0-1 0 0,0 0 0 0 0,0 0 0 0 0,0 0 0 0 0,-1-1 0 0 0,1 1 0 0 0,-1-1 0 0 0,1 0 0 0 0,3-5 1 0 0,-5 4-4 0 0,0 0 1 0 0,0 0-1 0 0,-1 0 1 0 0,1-1 0 0 0,-1 1-1 0 0,0 0 1 0 0,0-1-1 0 0,-1 1 1 0 0,1-1 0 0 0,-1 1-1 0 0,0-1 1 0 0,0 1 0 0 0,0-1-1 0 0,-1 1 1 0 0,0-1-1 0 0,1 1 1 0 0,-4-7 0 0 0,3 3 36 0 0,0 7-44 0 0,1-1-1 0 0,-1 1 1 0 0,0-1 0 0 0,0 1-1 0 0,1-1 1 0 0,-1 1-1 0 0,0-1 1 0 0,0 1 0 0 0,0 0-1 0 0,0-1 1 0 0,-1 1 0 0 0,1 0-1 0 0,0 0 1 0 0,-1 0 0 0 0,1 0-1 0 0,0 0 1 0 0,-1 0 0 0 0,1 1-1 0 0,-1-1 1 0 0,1 0 0 0 0,-1 1-1 0 0,0-1 1 0 0,1 1 0 0 0,-1-1-1 0 0,0 1 1 0 0,1 0-1 0 0,-3 0 1 0 0,0-1 2 0 0,-1 1 0 0 0,1 0 0 0 0,0 0 0 0 0,0 0 0 0 0,-1 0 0 0 0,1 1-1 0 0,0 0 1 0 0,-8 2 0 0 0,5 1-5 0 0,0 0-1 0 0,0 0 0 0 0,0 1 0 0 0,1-1 0 0 0,0 2 0 0 0,0-1 1 0 0,0 1-1 0 0,1 0 0 0 0,0 0 0 0 0,0 0 0 0 0,0 1 0 0 0,1-1 1 0 0,-5 10-1 0 0,7-12-1 0 0,-1 1 1 0 0,1-1-1 0 0,0 1 0 0 0,0 0 1 0 0,1 0-1 0 0,-1 0 0 0 0,1 0 1 0 0,0 0-1 0 0,1 0 0 0 0,-1 0 1 0 0,1 1-1 0 0,0-1 0 0 0,0 0 1 0 0,0 0-1 0 0,1 0 0 0 0,0 0 1 0 0,0 0-1 0 0,0 0 0 0 0,1 0 1 0 0,0 0-1 0 0,3 6 0 0 0,-2-6-112 0 0,0-1 0 0 0,1 0 0 0 0,0 0-1 0 0,0-1 1 0 0,0 1 0 0 0,0-1 0 0 0,1 0-1 0 0,0 0 1 0 0,-1-1 0 0 0,1 1 0 0 0,0-1-1 0 0,0 0 1 0 0,0 0 0 0 0,0 0 0 0 0,0-1-1 0 0,1 0 1 0 0,-1 0 0 0 0,11 0 0 0 0,6 1-605 0 0,1-2 1 0 0,0-1-1 0 0,24-3 1 0 0,-15 0 146 0 0,1-1 1 0 0,-1-2-1 0 0,31-11 1 0 0,-49 13 589 0 0,-1 0 1 0 0,0-1 0 0 0,0 0 0 0 0,0-1 0 0 0,-1 0 0 0 0,0-1 0 0 0,0-1-1 0 0,-1 0 1 0 0,15-16 0 0 0,-21 19 183 0 0,0 0 0 0 0,0 0 0 0 0,-1-1 0 0 0,0 0 0 0 0,-1 0 0 0 0,0 0 0 0 0,0-1 0 0 0,0 1 0 0 0,-1-1 1 0 0,0 1-1 0 0,0-1 0 0 0,-1 0 0 0 0,0 0 0 0 0,0 1 0 0 0,-1-1 0 0 0,0 0 0 0 0,0 0 0 0 0,-1 0 0 0 0,0 0 0 0 0,-1 0 0 0 0,0 1 0 0 0,0-1 0 0 0,-5-11 0 0 0,6 16-159 0 0,0 1 1 0 0,0 0-1 0 0,-1 0 0 0 0,1 0 0 0 0,-1 1 1 0 0,1-1-1 0 0,-1 0 0 0 0,0 0 0 0 0,1 1 1 0 0,-1-1-1 0 0,0 1 0 0 0,0 0 0 0 0,0-1 1 0 0,0 1-1 0 0,-1 0 0 0 0,1 0 0 0 0,0 0 1 0 0,0 1-1 0 0,-1-1 0 0 0,1 0 0 0 0,0 1 1 0 0,-1 0-1 0 0,1-1 0 0 0,0 1 0 0 0,-1 0 1 0 0,1 0-1 0 0,-1 1 0 0 0,1-1 0 0 0,0 0 1 0 0,-1 1-1 0 0,1-1 0 0 0,0 1 0 0 0,-1 0 1 0 0,-2 1-1 0 0,-3 1 22 0 0,0 1 1 0 0,0 0-1 0 0,0 0 1 0 0,0 1-1 0 0,0 0 1 0 0,1 1 0 0 0,-12 11-1 0 0,11-9-21 0 0,0 1 0 0 0,1 1-1 0 0,0-1 1 0 0,1 1 0 0 0,0 0-1 0 0,1 1 1 0 0,0 0 0 0 0,0-1 0 0 0,1 2-1 0 0,1-1 1 0 0,0 0 0 0 0,-3 22-1 0 0,5-27-33 0 0,1-1-1 0 0,-1 1 0 0 0,1 0 0 0 0,0 0 1 0 0,0-1-1 0 0,1 1 0 0 0,0 0 0 0 0,0-1 1 0 0,0 1-1 0 0,1 0 0 0 0,0-1 0 0 0,0 0 1 0 0,0 1-1 0 0,1-1 0 0 0,0 0 0 0 0,0 0 1 0 0,0 0-1 0 0,0-1 0 0 0,1 1 0 0 0,0-1 0 0 0,-1 0 1 0 0,2 0-1 0 0,-1 0 0 0 0,0 0 0 0 0,1-1 1 0 0,0 1-1 0 0,9 3 0 0 0,-5-3-7 0 0,-1-1-1 0 0,1-1 0 0 0,0 1 1 0 0,-1-1-1 0 0,1-1 1 0 0,0 0-1 0 0,0 0 1 0 0,0-1-1 0 0,0 0 1 0 0,0-1-1 0 0,0 0 0 0 0,0 0 1 0 0,0 0-1 0 0,0-2 1 0 0,0 1-1 0 0,-1-1 1 0 0,1 0-1 0 0,10-6 0 0 0,-4 1-21 0 0,0 0-1 0 0,-1-1 0 0 0,0 0 0 0 0,-1-1 0 0 0,0-1 0 0 0,0 0 1 0 0,-1-1-1 0 0,-1 0 0 0 0,11-14 0 0 0,-10 8-46 0 0,-2 0-1 0 0,0-1 0 0 0,0 0 1 0 0,-2 0-1 0 0,-1-1 0 0 0,0 0 1 0 0,-1-1-1 0 0,-2 1 0 0 0,0-1 1 0 0,-1 0-1 0 0,-1 0 0 0 0,-1 0 1 0 0,-1-27-1 0 0,-3 10 41 0 0,0 1-1 0 0,-3 0 1 0 0,-1 1-1 0 0,-2 0 0 0 0,-1 0 1 0 0,-25-58-1 0 0,29 79 65 0 0,-2-3 97 0 0,0 0 1 0 0,0 0-1 0 0,-2 1 1 0 0,0 0 0 0 0,-25-30-1 0 0,35 47-142 0 0,-1 0-1 0 0,1-1 0 0 0,0 1 1 0 0,-1 0-1 0 0,1-1 0 0 0,-1 1 1 0 0,1 0-1 0 0,-1 0 1 0 0,1-1-1 0 0,-1 1 0 0 0,1 0 1 0 0,-1 0-1 0 0,1 0 1 0 0,-1 0-1 0 0,1 0 0 0 0,-1 0 1 0 0,1 0-1 0 0,-1 0 0 0 0,0 0 1 0 0,1 0-1 0 0,-1 0 1 0 0,1 0-1 0 0,-1 0 0 0 0,1 0 1 0 0,-1 0-1 0 0,1 0 0 0 0,-1 1 1 0 0,1-1-1 0 0,-1 0 1 0 0,1 0-1 0 0,-1 1 0 0 0,1-1 1 0 0,0 0-1 0 0,-1 1 1 0 0,1-1-1 0 0,-1 0 0 0 0,1 1 1 0 0,-1 0-1 0 0,-10 18-9 0 0,6-3 74 0 0,2 0 1 0 0,0 0-1 0 0,1 1 0 0 0,0-1 1 0 0,2 1-1 0 0,2 30 0 0 0,19 101 235 0 0,-21-148-299 0 0,48 199-124 0 0,-12-103-2176 0 0,-24-70-982 0 0,23 37-1 0 0,-16-33-2617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0:44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2012 0 0,'26'-27'19256'0'0,"-17"12"-15019"0"0,-5 5-5178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11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71 164 0 0,'-8'-10'5386'0'0,"-19"-19"695"0"0,26 27-5733 0 0,-9-9 603 0 0,10 11-942 0 0,-1-1 0 0 0,1 1 0 0 0,0 0 0 0 0,-1-1 0 0 0,1 1 0 0 0,0 0 0 0 0,0-1 0 0 0,0 1 0 0 0,-1-1 0 0 0,1 1 0 0 0,0-1 0 0 0,0 1 0 0 0,0-1 0 0 0,0 1 0 0 0,0 0 0 0 0,0-1 0 0 0,0 1 0 0 0,0-1 0 0 0,0 1 0 0 0,0-1 0 0 0,0 1 0 0 0,0-1 0 0 0,0 1 0 0 0,0-1 0 0 0,0 1 0 0 0,1-1 0 0 0,-1 1 0 0 0,0 0 0 0 0,0-1 0 0 0,0 1 1 0 0,1-1-1 0 0,21-3-8 0 0,-20 4 14 0 0,23 9 47 0 0,-17-5-48 0 0,-4-3-11 0 0,0 1 0 0 0,0 0-1 0 0,0 1 1 0 0,0-1 0 0 0,-1 1 0 0 0,1 0-1 0 0,-1 0 1 0 0,6 6 0 0 0,-6-7 3 0 0,-1 1 0 0 0,1 0-1 0 0,-1 0 1 0 0,0 0 0 0 0,0 0 0 0 0,0 0 0 0 0,-1 0 0 0 0,1 1 0 0 0,-1-1-1 0 0,0 1 1 0 0,0-1 0 0 0,1 6 0 0 0,0-2 7 0 0,0 5 57 0 0,0-1 0 0 0,-1 1 0 0 0,0-1 0 0 0,-1 1-1 0 0,0-1 1 0 0,-1 1 0 0 0,0-1 0 0 0,-1 1 0 0 0,0-1 0 0 0,-1 0-1 0 0,0 0 1 0 0,-1 0 0 0 0,0 0 0 0 0,-1 0 0 0 0,-11 18 0 0 0,-3 1 244 0 0,-1-1 0 0 0,-1-1 1 0 0,-47 49-1 0 0,17-29 466 0 0,-62 46 0 0 0,-8 6 322 0 0,120-99-1095 0 0,0-1 1 0 0,0 1-1 0 0,0 0 1 0 0,-1 0-1 0 0,1-1 1 0 0,0 1-1 0 0,0 0 1 0 0,0 0-1 0 0,0 0 1 0 0,1 0-1 0 0,-1 0 1 0 0,0 0-1 0 0,0 1 1 0 0,1-1-1 0 0,-1 0 1 0 0,0 0 0 0 0,1 1-1 0 0,-1-1 1 0 0,1 0-1 0 0,0 0 1 0 0,-1 1-1 0 0,1-1 1 0 0,0 0-1 0 0,0 1 1 0 0,0-1-1 0 0,0 1 1 0 0,0-1-1 0 0,0 3 1 0 0,5-3 26 0 0,18-1-12 0 0,1-2 0 0 0,0-1-1 0 0,-1-1 1 0 0,45-13 0 0 0,-21 5-21 0 0,90-21 39 0 0,294-60 76 0 0,-407 86-94 0 0,-20 6-25 0 0,-11 2-6 0 0,5 0 25 0 0,-10 3-256 0 0,12-4 260 0 0,-18 6-3418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12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93 1212 0 0,'-5'-13'5399'0'0,"4"10"-5031"0"0,0 0 1 0 0,0-1-1 0 0,0 1 0 0 0,1-1 0 0 0,-1 1 1 0 0,1-1-1 0 0,0 0 0 0 0,0 1 0 0 0,0-1 0 0 0,0 1 1 0 0,1-1-1 0 0,-1 0 0 0 0,1 1 0 0 0,0-1 0 0 0,0 1 1 0 0,0 0-1 0 0,1-1 0 0 0,1-3 0 0 0,-1 6-334 0 0,0 0 0 0 0,-1 0 0 0 0,1 0 0 0 0,0 0-1 0 0,0 0 1 0 0,0 1 0 0 0,0-1 0 0 0,0 1 0 0 0,0-1 0 0 0,0 1-1 0 0,0 0 1 0 0,0-1 0 0 0,0 1 0 0 0,0 0 0 0 0,0 0-1 0 0,0 1 1 0 0,0-1 0 0 0,3 1 0 0 0,3 1 48 0 0,1 0 1 0 0,-1 1 0 0 0,0 0-1 0 0,0 1 1 0 0,0-1-1 0 0,0 2 1 0 0,-1-1-1 0 0,0 1 1 0 0,0 0-1 0 0,0 0 1 0 0,0 1-1 0 0,-1 0 1 0 0,0 0-1 0 0,0 1 1 0 0,-1 0-1 0 0,1 0 1 0 0,-2 0-1 0 0,1 0 1 0 0,-1 1-1 0 0,0 0 1 0 0,5 14-1 0 0,-6-14-43 0 0,0 1 0 0 0,-1 0-1 0 0,0 0 1 0 0,-1 0-1 0 0,0 0 1 0 0,0 0-1 0 0,-1 0 1 0 0,0 0-1 0 0,-1 0 1 0 0,-2 17 0 0 0,0-13-5 0 0,-1 0 0 0 0,0 0 1 0 0,-1 0-1 0 0,0 0 1 0 0,-1-1-1 0 0,-1 1 0 0 0,-8 12 1 0 0,14-24-17 0 0,1-21 5 0 0,16-17-64 0 0,1 1-1 0 0,40-61 0 0 0,-23 42 8 0 0,38-64 159 0 0,-71 117-108 0 0,-3 4 7 0 0,-1 0 1 0 0,0-1-1 0 0,1 1 1 0 0,-1 1-1 0 0,1-1 1 0 0,0 0-1 0 0,0 0 1 0 0,0 1-1 0 0,0-1 0 0 0,0 1 1 0 0,0 0-1 0 0,-1 3 1 0 0,-5 7 119 0 0,-2 0-40 0 0,1 1-1 0 0,0 1 1 0 0,1-1 0 0 0,0 2-1 0 0,2-1 1 0 0,-11 33 0 0 0,16-42-106 0 0,0 0 1 0 0,0 0-1 0 0,0 0 1 0 0,1 0 0 0 0,0 0-1 0 0,0 0 1 0 0,0 0 0 0 0,1 0-1 0 0,3 12 1 0 0,-3-14-44 0 0,1 0 1 0 0,-1-1-1 0 0,1 1 1 0 0,0-1-1 0 0,0 1 0 0 0,0-1 1 0 0,1 0-1 0 0,-1 1 1 0 0,1-1-1 0 0,0 0 1 0 0,0-1-1 0 0,0 1 1 0 0,0-1-1 0 0,0 1 1 0 0,1-1-1 0 0,4 3 1 0 0,0-1-572 0 0,0-1 0 0 0,0 1 1 0 0,0-1-1 0 0,1-1 0 0 0,-1 1 1 0 0,17 1-1 0 0,-16-3-873 0 0,0-1 0 0 0,0 0 0 0 0,16-2 1 0 0,-3-3-3049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12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23 2864 0 0,'30'-23'16300'0'0,"-29"25"-16176"0"0,-1-1 1 0 0,1 1-1 0 0,-1-1 1 0 0,1 1 0 0 0,-1-1-1 0 0,0 1 1 0 0,0 0-1 0 0,0-1 1 0 0,0 1 0 0 0,0-1-1 0 0,0 1 1 0 0,0 0-1 0 0,0-1 1 0 0,-1 3-1 0 0,-8 32 621 0 0,4-19-464 0 0,-10 45-195 0 0,-22 100 792 0 0,32-130-2290 0 0,1 1-1 0 0,1-1 1 0 0,3 35-1 0 0,0-61 197 0 0,1-1-1 0 0,0 1 1 0 0,0-1 0 0 0,0 0-1 0 0,1 1 1 0 0,3 7-1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13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0 165 852 0 0,'4'-8'2711'0'0,"-2"2"-1047"0"0,0 0-1 0 0,1 0 0 0 0,0 0 0 0 0,0 1 0 0 0,1 0 0 0 0,3-6 1 0 0,-4 9-1463 0 0,-1 0 0 0 0,0 0 1 0 0,1 0-1 0 0,0 0 1 0 0,-1 0-1 0 0,1 0 0 0 0,0 1 1 0 0,0 0-1 0 0,4-2 1 0 0,53-15 549 0 0,0 3 1 0 0,96-11 0 0 0,-69 13-3730 0 0,-1-3-4272 0 0,-65 11 407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13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10 896 0 0,'-22'-5'6940'0'0,"-3"0"-2410"0"0,22 5-3639 0 0,-12 5 2007 0 0,13-2-2652 0 0,1 0-1 0 0,-1 0 1 0 0,1 0-1 0 0,0 0 1 0 0,0 0-1 0 0,0 0 1 0 0,0 0-1 0 0,1 1 1 0 0,-1-1-1 0 0,1 0 1 0 0,0 0-1 0 0,0 1 0 0 0,0-1 1 0 0,1 7-1 0 0,12 53 618 0 0,-8-44-587 0 0,25 136 131 0 0,11 45-4929 0 0,-26-154 927 0 0,1-21-2672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13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0 229 140 0 0,'20'-43'5429'0'0,"-9"19"-2925"0"0,0 1 0 0 0,29-42-1 0 0,-36 59-2318 0 0,1 0-1 0 0,0 0 1 0 0,1 0-1 0 0,-1 1 1 0 0,1 0-1 0 0,0 0 1 0 0,1 0-1 0 0,-1 1 1 0 0,1 0-1 0 0,-1 0 1 0 0,1 1-1 0 0,1 0 1 0 0,-1 0-1 0 0,10-2 0 0 0,-14 4-112 0 0,1 0 0 0 0,-1 0 0 0 0,0 1 0 0 0,1-1 0 0 0,-1 1-1 0 0,0 0 1 0 0,1 0 0 0 0,-1 0 0 0 0,0 1 0 0 0,1-1 0 0 0,-1 1-1 0 0,0 0 1 0 0,0 0 0 0 0,1 0 0 0 0,-1 0 0 0 0,0 0 0 0 0,0 1-1 0 0,4 2 1 0 0,-4-2-7 0 0,0 1 0 0 0,0 0 0 0 0,-1 0 0 0 0,1 0 0 0 0,-1 0 0 0 0,1 1 0 0 0,-1-1 0 0 0,0 1 0 0 0,0-1 0 0 0,-1 1 0 0 0,1 0 0 0 0,-1-1 0 0 0,2 6 0 0 0,-1 5 31 0 0,1 0 0 0 0,-2 0 1 0 0,0 0-1 0 0,0 0 0 0 0,-2 0 1 0 0,1 1-1 0 0,-5 20 0 0 0,-2-6 92 0 0,-1 0 0 0 0,-1 0-1 0 0,-1-1 1 0 0,-22 43-1 0 0,-69 102 942 0 0,55-99-713 0 0,46-74-409 0 0,-1 1 0 0 0,1-1 0 0 0,-1 1 1 0 0,1 0-1 0 0,-1-1 0 0 0,1 1 0 0 0,-1 0 0 0 0,1 0 0 0 0,0-1 0 0 0,-1 1 0 0 0,1 0 0 0 0,0 0 0 0 0,0-1 0 0 0,0 1 0 0 0,-1 0 0 0 0,1 0 0 0 0,0-1 0 0 0,0 1 0 0 0,0 0 0 0 0,0 0 0 0 0,1 0 0 0 0,-1-1 1 0 0,0 1-1 0 0,0 0 0 0 0,0 0 0 0 0,0 0 0 0 0,1-1 0 0 0,-1 1 0 0 0,0 0 0 0 0,1-1 0 0 0,-1 1 0 0 0,1 0 0 0 0,-1-1 0 0 0,1 1 0 0 0,-1 0 0 0 0,1-1 0 0 0,-1 1 0 0 0,1-1 0 0 0,0 1 0 0 0,-1-1 1 0 0,1 1-1 0 0,0-1 0 0 0,-1 0 0 0 0,1 1 0 0 0,0-1 0 0 0,0 0 0 0 0,-1 1 0 0 0,1-1 0 0 0,0 0 0 0 0,0 0 0 0 0,-1 0 0 0 0,1 0 0 0 0,0 0 0 0 0,0 0 0 0 0,0 0 0 0 0,-1 0 0 0 0,1 0 0 0 0,0 0 1 0 0,0 0-1 0 0,0 0 0 0 0,1-1 0 0 0,22-3-269 0 0,1-2 1 0 0,-1 0 0 0 0,47-20 0 0 0,-34 12-679 0 0,57-23-2327 0 0,-33 10-2188 0 0,-52 23 4181 0 0,29-14-6154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14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64 3096 0 0,'-27'-43'11297'0'0,"40"39"-9400"0"0,-6 6-1720 0 0,0 0-1 0 0,0 0 1 0 0,-1 1-1 0 0,1 0 1 0 0,-1 1-1 0 0,1-1 1 0 0,-1 1-1 0 0,0 1 0 0 0,0-1 1 0 0,-1 1-1 0 0,1 0 1 0 0,-1 0-1 0 0,0 0 1 0 0,-1 1-1 0 0,1 0 1 0 0,4 8-1 0 0,-5-7-101 0 0,0 1-1 0 0,0-1 1 0 0,-1 1-1 0 0,0 0 1 0 0,0 0-1 0 0,-1 0 1 0 0,0 0-1 0 0,0 0 0 0 0,-1 1 1 0 0,0-1-1 0 0,-1 0 1 0 0,0 1-1 0 0,0-1 1 0 0,-2 10-1 0 0,-2 0 35 0 0,-1-1 1 0 0,0 1-1 0 0,-2-1 0 0 0,-15 30 0 0 0,12-38-69 0 0,10-9-41 0 0,0 0 0 0 0,-1 0 1 0 0,1 0-1 0 0,0 0 0 0 0,0 0 0 0 0,0 0 1 0 0,0 0-1 0 0,0 0 0 0 0,-1 0 1 0 0,1 0-1 0 0,0 0 0 0 0,0 0 0 0 0,0 0 1 0 0,0 0-1 0 0,0 0 0 0 0,-1 0 0 0 0,1 0 1 0 0,0 0-1 0 0,0 0 0 0 0,0 0 0 0 0,0 0 1 0 0,0-1-1 0 0,0 1 0 0 0,-1 0 0 0 0,1 0 1 0 0,0 0-1 0 0,0 0 0 0 0,0 0 1 0 0,0 0-1 0 0,0 0 0 0 0,0-1 0 0 0,0 1 1 0 0,0 0-1 0 0,0 0 0 0 0,0 0 0 0 0,0 0 1 0 0,0 0-1 0 0,0-1 0 0 0,0 1 0 0 0,0 0 1 0 0,0 0-1 0 0,0 0 0 0 0,0 0 0 0 0,0 0 1 0 0,0-1-1 0 0,0 1 0 0 0,0 0 0 0 0,0 0 1 0 0,0 0-1 0 0,0 0 0 0 0,0 0 1 0 0,0-1-1 0 0,0 1 0 0 0,0 0 0 0 0,0 0 1 0 0,0 0-1 0 0,0 0 0 0 0,0 0 0 0 0,0 0 1 0 0,1 0-1 0 0,-1-1 0 0 0,0 1 0 0 0,0 0 1 0 0,0 0-1 0 0,0 0 0 0 0,0 0 0 0 0,0 0 1 0 0,1 0-1 0 0,-1 0 0 0 0,140-227-1639 0 0,-103 172 1543 0 0,-28 41 70 0 0,-2 6 142 0 0,-1-1 0 0 0,-1-1 1 0 0,5-9-1 0 0,-9 17 7 0 0,-6 3-82 0 0,1 0-10 0 0,0 0 1 0 0,0 0-1 0 0,0 0 0 0 0,0 1 1 0 0,0 0-1 0 0,-4 2 0 0 0,-9 7 169 0 0,1 0-1 0 0,1 1 0 0 0,0 1 0 0 0,0 0 0 0 0,-24 29 1 0 0,30-30-125 0 0,0 0 1 0 0,1 0-1 0 0,0 0 1 0 0,1 1-1 0 0,0 0 1 0 0,1 1-1 0 0,1-1 1 0 0,-7 25-1 0 0,11-35-61 0 0,1 1-1 0 0,-1 0 1 0 0,1 0-1 0 0,0 0 1 0 0,0 0-1 0 0,0 0 1 0 0,0 0-1 0 0,1 0 1 0 0,-1 0-1 0 0,1 0 1 0 0,0 0-1 0 0,0 0 1 0 0,0-1 0 0 0,1 1-1 0 0,0 0 1 0 0,3 5-1 0 0,-1-4-41 0 0,0 0 0 0 0,0-1 0 0 0,0 0 0 0 0,0 1 0 0 0,1-1 0 0 0,0-1 0 0 0,0 1 0 0 0,0-1 0 0 0,0 0 0 0 0,6 3 0 0 0,11 3-563 0 0,1-1 0 0 0,0-1-1 0 0,1-1 1 0 0,31 4 0 0 0,-54-10 561 0 0,93 11-3452 0 0,-29-10-2701 0 0,-26-2-519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14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52 1088 0 0,'-16'-15'5919'0'0,"-14"-14"2091"0"0,30 28-7948 0 0,1 0-1 0 0,-1 1 1 0 0,1-1 0 0 0,0 1 0 0 0,-1-1 0 0 0,1 1 0 0 0,-1-1 0 0 0,1 1 0 0 0,0 0 0 0 0,-1-1-1 0 0,1 1 1 0 0,0 0 0 0 0,0-1 0 0 0,-1 1 0 0 0,1 0 0 0 0,1 0 0 0 0,1 0 39 0 0,1 0 1 0 0,-1 0-1 0 0,0 1 0 0 0,1-1 1 0 0,-1 1-1 0 0,0 0 0 0 0,1 0 1 0 0,-1 0-1 0 0,0 1 1 0 0,0-1-1 0 0,0 1 0 0 0,0-1 1 0 0,0 1-1 0 0,-1 0 0 0 0,1 0 1 0 0,0 0-1 0 0,-1 1 0 0 0,0-1 1 0 0,1 1-1 0 0,-1-1 1 0 0,0 1-1 0 0,0 0 0 0 0,0 0 1 0 0,1 3-1 0 0,-1-1 49 0 0,1 1 1 0 0,-2-1-1 0 0,1 0 0 0 0,-1 1 0 0 0,1-1 0 0 0,-2 1 1 0 0,1-1-1 0 0,0 1 0 0 0,-1 0 0 0 0,0-1 1 0 0,-1 1-1 0 0,1-1 0 0 0,-1 1 0 0 0,-2 9 1 0 0,-3 3 152 0 0,-1 0 0 0 0,0 0 1 0 0,-1-1-1 0 0,-13 21 1 0 0,-48 61 779 0 0,12-18-566 0 0,25-40-366 0 0,32-41-149 0 0,-1 1 0 0 0,1-1 0 0 0,0 0 0 0 0,0 0 0 0 0,-1 0 0 0 0,1 1-1 0 0,0-1 1 0 0,0 0 0 0 0,-1 0 0 0 0,1 1 0 0 0,0-1 0 0 0,0 0 0 0 0,0 1 0 0 0,0-1 0 0 0,0 0 0 0 0,-1 1 0 0 0,1-1 0 0 0,0 0 0 0 0,0 1 0 0 0,0-1 0 0 0,0 0 0 0 0,0 1-1 0 0,0-1 1 0 0,0 0 0 0 0,0 1 0 0 0,0-1 0 0 0,0 0 0 0 0,0 1 0 0 0,0-1 0 0 0,0 0 0 0 0,1 0 0 0 0,-1 1 0 0 0,0-1 0 0 0,0 0 0 0 0,0 1 0 0 0,0-1 0 0 0,0 0 0 0 0,1 1 0 0 0,-1-1-1 0 0,0 0 1 0 0,0 0 0 0 0,1 1 0 0 0,-1-1 0 0 0,0 0 0 0 0,0 0 0 0 0,1 0 0 0 0,-1 1 0 0 0,0-1 0 0 0,1 0 0 0 0,-1 0 0 0 0,0 0 0 0 0,0 0 0 0 0,1 0 0 0 0,-1 0 0 0 0,0 0-1 0 0,1 1 1 0 0,-1-1 0 0 0,0 0 0 0 0,1 0 0 0 0,0 0 0 0 0,21 1 29 0 0,28-16-1349 0 0,-1-1 0 0 0,0-3 0 0 0,58-32 0 0 0,-43 20-1137 0 0,41-20-4886 0 0,-50 23 539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17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87 2616 0 0,'24'-67'14467'0'0,"-20"56"-12767"0"0,-2 2-325 0 0,0 17-816 0 0,-2 21 25 0 0,-1 0-1 0 0,-1-1 1 0 0,-1 1-1 0 0,-13 47 1 0 0,9-43-263 0 0,-24 89 262 0 0,-56 140 0 0 0,78-237-572 0 0,-7 28 27 0 0,16-52-35 0 0,-1-1 1 0 0,1 1-1 0 0,0-1 0 0 0,0 1 1 0 0,0 0-1 0 0,0-1 0 0 0,0 1 1 0 0,0-1-1 0 0,0 1 0 0 0,0-1 1 0 0,0 1-1 0 0,0 0 0 0 0,0-1 1 0 0,0 1-1 0 0,0-1 0 0 0,0 1 1 0 0,1-1-1 0 0,-1 1 0 0 0,0 0 1 0 0,0-1-1 0 0,1 1 0 0 0,-1-1 1 0 0,0 1-1 0 0,1-1 0 0 0,-1 0 1 0 0,1 1-1 0 0,-1-1 0 0 0,0 1 1 0 0,1-1-1 0 0,-1 0 0 0 0,1 1 1 0 0,-1-1-1 0 0,1 0 0 0 0,-1 1 1 0 0,1-1-1 0 0,0 0 0 0 0,20 5 89 0 0,-19-5-63 0 0,17 1 4 0 0,-1-1 0 0 0,0 0 1 0 0,0-1-1 0 0,1-1 0 0 0,-1-1 0 0 0,0-1 0 0 0,23-8 0 0 0,9 0 10 0 0,89-31-203 0 0,-123 37 87 0 0,-1-1 0 0 0,0 0 1 0 0,0-1-1 0 0,-1-1 0 0 0,0 0 0 0 0,22-20 1 0 0,-31 24 55 0 0,0-1 0 0 0,-1 1 0 0 0,0-1 1 0 0,0 0-1 0 0,0 0 0 0 0,-1 0 1 0 0,1 0-1 0 0,-1-1 0 0 0,-1 1 1 0 0,1-1-1 0 0,-1 0 0 0 0,-1 0 0 0 0,1 0 1 0 0,-1 0-1 0 0,0-7 0 0 0,0-7 313 0 0,-1 1 1 0 0,-1-1-1 0 0,-7-36 0 0 0,3 39 201 0 0,0-3-197 0 0,-7 58 104 0 0,-15 157-141 0 0,-37 243-684 0 0,25-219-4156 0 0,-7-3-5542 0 0,26-134 205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18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27 1628 0 0,'-1'-3'851'0'0,"1"0"0"0"0,-1 1 0 0 0,0-1 1 0 0,0 1-1 0 0,0-1 0 0 0,0 1 0 0 0,-1 0 0 0 0,-2-5 0 0 0,-1 11-686 0 0,0-1 1 0 0,0 1-1 0 0,0 1 0 0 0,1-1 1 0 0,-1 0-1 0 0,1 1 0 0 0,0 0 1 0 0,-5 9-1 0 0,-25 49 551 0 0,21-39-456 0 0,-11 25 38 0 0,1 1 1 0 0,2 0 0 0 0,3 2-1 0 0,-12 55 1 0 0,24-80-248 0 0,1 0-1 0 0,1 0 1 0 0,2 0 0 0 0,1 0 0 0 0,1 1 0 0 0,1-1-1 0 0,1 0 1 0 0,2 0 0 0 0,0 0 0 0 0,9 27-1 0 0,-10-43-1 0 0,1-2 1 0 0,0 1-1 0 0,0 0 0 0 0,1-1 0 0 0,0 0 0 0 0,1 0 0 0 0,0 0 0 0 0,0-1 0 0 0,9 10 1 0 0,-11-15 9 0 0,0 0 0 0 0,0 1 1 0 0,0-1-1 0 0,1-1 1 0 0,-1 1-1 0 0,1 0 0 0 0,-1-1 1 0 0,1 0-1 0 0,0 0 1 0 0,0-1-1 0 0,0 1 0 0 0,0-1 1 0 0,0 0-1 0 0,0 0 1 0 0,0-1-1 0 0,0 0 0 0 0,0 0 1 0 0,0 0-1 0 0,1 0 1 0 0,7-2-1 0 0,2-1 3 0 0,1-1 0 0 0,-1-1 0 0 0,0 0 0 0 0,0-1 0 0 0,0 0 0 0 0,-1-1-1 0 0,0-1 1 0 0,0 0 0 0 0,-1-1 0 0 0,0 0 0 0 0,-1-1 0 0 0,0-1 0 0 0,0 0 0 0 0,18-23 0 0 0,-18 17-32 0 0,-1 1 0 0 0,-1-1 1 0 0,0-1-1 0 0,-2 1 0 0 0,1-2 1 0 0,-2 1-1 0 0,-1-1 1 0 0,0 0-1 0 0,-1 0 0 0 0,-2-1 1 0 0,4-30-1 0 0,-6 22-11 0 0,0 1 0 0 0,-2-1 0 0 0,-1 1 0 0 0,-1 0 1 0 0,-1-1-1 0 0,-13-41 0 0 0,12 54-90 0 0,0 0 1 0 0,-1 1-1 0 0,-1 0 1 0 0,0 0-1 0 0,0 0 1 0 0,-2 1-1 0 0,0 0 1 0 0,0 1 0 0 0,-1 0-1 0 0,-1 0 1 0 0,0 1-1 0 0,0 1 1 0 0,-16-11-1 0 0,22 17-69 0 0,1 1-179 0 0,0 0 1 0 0,0 0-1 0 0,-1 0 1 0 0,1 0 0 0 0,-1 1-1 0 0,0 0 1 0 0,0 0-1 0 0,1 0 1 0 0,-1 1 0 0 0,-9-2-1 0 0,13 3-138 0 0,-1 0 0 0 0,0 0 0 0 0,1 1 1 0 0,-1-1-1 0 0,0 0 0 0 0,0 1 0 0 0,1-1 0 0 0,-1 1 0 0 0,1-1 0 0 0,-1 1 0 0 0,-2 1 1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18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1036 0 0,'2'0'7698'0'0,"9"1"-5569"0"0,-11-1-1925 0 0,1 0 1 0 0,-1 0-1 0 0,1 1 0 0 0,0-1 1 0 0,-1 0-1 0 0,1 0 1 0 0,0 0-1 0 0,-1-1 0 0 0,1 1 1 0 0,-1 0-1 0 0,1 0 1 0 0,0 0-1 0 0,-1 0 0 0 0,1 0 1 0 0,-1-1-1 0 0,1 1 1 0 0,-1 0-1 0 0,1-1 0 0 0,0 0 366 0 0,11-14-1616 0 0,-12 10 311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19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12 115 356 0 0,'5'-8'2269'0'0,"0"0"-1"0"0,-1-1 1 0 0,0 0 0 0 0,0 0-1 0 0,-1 0 1 0 0,4-13 0 0 0,-21 76-2151 0 0,-9 77 0 0 0,20-98-117 0 0,0 0-1 0 0,3 0 1 0 0,6 60 0 0 0,-5-84 21 0 0,1 0 0 0 0,0-1 0 0 0,0 1 0 0 0,1 0 1 0 0,0-1-1 0 0,1 1 0 0 0,-1-1 0 0 0,2 0 0 0 0,-1 0 1 0 0,1-1-1 0 0,0 1 0 0 0,1-1 0 0 0,0 0 0 0 0,0 0 1 0 0,7 5-1 0 0,-7-7 50 0 0,0-1 1 0 0,0 0-1 0 0,0-1 0 0 0,1 1 1 0 0,-1-1-1 0 0,1-1 1 0 0,0 1-1 0 0,0-1 1 0 0,0 0-1 0 0,0-1 0 0 0,0 1 1 0 0,0-1-1 0 0,0-1 1 0 0,1 1-1 0 0,-1-1 0 0 0,0-1 1 0 0,0 1-1 0 0,0-1 1 0 0,11-3-1 0 0,-6 1 28 0 0,-1 0 1 0 0,1-1-1 0 0,-1-1 0 0 0,1 0 0 0 0,-1 0 1 0 0,-1-1-1 0 0,1 0 0 0 0,-1-1 1 0 0,0-1-1 0 0,0 1 0 0 0,-1-1 0 0 0,0-1 1 0 0,-1 0-1 0 0,0 0 0 0 0,9-14 1 0 0,-9 12-67 0 0,-2-1 0 0 0,1 0 0 0 0,-2 0 0 0 0,0-1 1 0 0,0 0-1 0 0,-1 1 0 0 0,0-2 0 0 0,-2 1 1 0 0,1 0-1 0 0,-1-1 0 0 0,-1 1 0 0 0,-1-1 0 0 0,-1-23 1 0 0,-1 17-27 0 0,-1 0 1 0 0,-1 0 0 0 0,0 0 0 0 0,-2 1 0 0 0,-11-30 0 0 0,13 41-21 0 0,0 0 1 0 0,0 1-1 0 0,0-1 1 0 0,-1 1 0 0 0,0 0-1 0 0,0 0 1 0 0,-1 1-1 0 0,0 0 1 0 0,0 0 0 0 0,0 0-1 0 0,-1 0 1 0 0,0 1-1 0 0,0 0 1 0 0,0 1 0 0 0,-13-6-1 0 0,15 8-149 0 0,-1 1 1 0 0,1-1-1 0 0,-1 1 0 0 0,0 0 0 0 0,1 1 0 0 0,-1 0 0 0 0,0 0 0 0 0,0 0 1 0 0,1 0-1 0 0,-1 1 0 0 0,0 0 0 0 0,1 0 0 0 0,-1 1 0 0 0,1-1 1 0 0,-1 1-1 0 0,1 0 0 0 0,0 1 0 0 0,-7 3 0 0 0,-2 2-1288 0 0,0 1-1 0 0,1 1 1 0 0,0 0-1 0 0,0 1 1 0 0,-12 13-1 0 0,-1 4-4626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19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3216 0 0,'0'11'8677'0'0,"-2"-3"-8413"0"0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20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60 1760 0 0,'-5'-7'1013'0'0,"0"-1"-1"0"0,-1 1 1 0 0,0 0-1 0 0,0 0 1 0 0,0 1-1 0 0,-14-11 0 0 0,19 16-825 0 0,-2 1-41 0 0,1 0-129 0 0,1 1 0 0 0,-1-1 0 0 0,1 1 1 0 0,-1-1-1 0 0,1 1 0 0 0,-1-1 1 0 0,1 1-1 0 0,0 0 0 0 0,-1 0 1 0 0,1 0-1 0 0,0 0 0 0 0,-1 0 1 0 0,1 0-1 0 0,0 0 0 0 0,0 0 1 0 0,0 0-1 0 0,0 0 0 0 0,0 1 0 0 0,0-1 1 0 0,0 0-1 0 0,1 1 0 0 0,-1-1 1 0 0,0 1-1 0 0,0 2 0 0 0,-14 46 235 0 0,13-38-159 0 0,-12 55 252 0 0,4 1 1 0 0,2-1 0 0 0,4 2-1 0 0,5 91 1 0 0,41 273 235 0 0,-31-341-449 0 0,5-1 0 0 0,3-1 0 0 0,48 132 0 0 0,-51-183-328 0 0,1 0 1 0 0,3-1 0 0 0,45 67-1 0 0,-46-80-442 0 0,1 0 0 0 0,2-1-1 0 0,0-1 1 0 0,2-2 0 0 0,50 38 0 0 0,-34-35-1890 0 0,-3-6-723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21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159 133 1656 0 0,'3'-104'11458'0'0,"-3"102"-11057"0"0,4-24 1919 0 0,-7 30-2315 0 0,0 1-1 0 0,0 0 0 0 0,1 1 0 0 0,-1-1 0 0 0,1 0 0 0 0,0 1 0 0 0,-1 6 0 0 0,-4 9 11 0 0,-35 80-134 0 0,-23 61-658 0 0,56-134-3182 0 0,-10 54-1 0 0,17-67-704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21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1 152 1784 0 0,'39'-146'10498'0'0,"-38"146"-10491"0"0,-1-1-1 0 0,0 1 0 0 0,0 0 0 0 0,0-1 0 0 0,0 1 0 0 0,1 0 0 0 0,-1 0 0 0 0,0-1 0 0 0,0 1 0 0 0,1 0 0 0 0,-1 0 0 0 0,0-1 0 0 0,0 1 0 0 0,1 0 0 0 0,-1 0 0 0 0,0 0 0 0 0,1-1 0 0 0,-1 1 0 0 0,0 0 0 0 0,1 0 0 0 0,-1 0 0 0 0,0 0 0 0 0,1 0 1 0 0,-1 0-1 0 0,0 0 0 0 0,1 0 0 0 0,-1 0 0 0 0,1 0 0 0 0,-1 0 0 0 0,0 0 0 0 0,1 0 0 0 0,-1 0 0 0 0,0 0 0 0 0,1 0 0 0 0,-1 0 0 0 0,0 1 0 0 0,1-1 0 0 0,-1 0 0 0 0,0 0 0 0 0,1 0 0 0 0,-1 0 0 0 0,0 1 0 0 0,0-1 0 0 0,1 0 0 0 0,-1 0 1 0 0,0 1-1 0 0,0-1 0 0 0,1 0 0 0 0,-1 1 0 0 0,15 13 103 0 0,28 47 516 0 0,-2 1 0 0 0,40 84-1 0 0,-69-123-541 0 0,15 31 11 0 0,-1 1 0 0 0,-3 2 0 0 0,-2 0 1 0 0,-3 1-1 0 0,-3 1 0 0 0,-2 1 1 0 0,-3 0-1 0 0,-2 0 0 0 0,-3 1 0 0 0,-2 0 1 0 0,-4 0-1 0 0,-13 108 0 0 0,-2-85-98 0 0,-3 0 0 0 0,-3-1-1 0 0,-4-1 1 0 0,-40 83 0 0 0,22-72-3886 0 0,-75 120 0 0 0,76-146-1781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21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2544 0 0,'7'-9'3261'0'0,"5"-6"2443"0"0,0 5-4800 0 0,-7 3-544 0 0,0 0-452 0 0,2-3-400 0 0,-2 3-800 0 0,2-4-2144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22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43 2472 0 0,'-1'-2'1718'0'0,"0"0"-1502"0"0,-1-4 1273 0 0,-1-1-1 0 0,0 1 1 0 0,-7-12-1 0 0,9 16-1006 0 0,-10 23 344 0 0,-35 168 1242 0 0,26-91-1725 0 0,5-33-260 0 0,-90 328-401 0 0,104-389 165 0 0,-1 0-1 0 0,1 0 1 0 0,-1 0 0 0 0,0 0-1 0 0,0 0 1 0 0,0 0 0 0 0,-1-1 0 0 0,1 1-1 0 0,-1-1 1 0 0,0 0 0 0 0,-5 5-1 0 0,7-8 138 0 0,1 1 0 0 0,-1-1-1 0 0,1 0 1 0 0,-1 0 0 0 0,1 0-1 0 0,-1 0 1 0 0,0 0 0 0 0,1 0-1 0 0,-1 0 1 0 0,1 0 0 0 0,-1 0-1 0 0,1 0 1 0 0,-1 0 0 0 0,1 0-1 0 0,-1 0 1 0 0,0 0 0 0 0,1 0-1 0 0,-1 0 1 0 0,1-1-1 0 0,-1 1 1 0 0,1 0 0 0 0,-1 0-1 0 0,1-1 1 0 0,-1 1 0 0 0,1 0-1 0 0,0-1 1 0 0,-1 1 0 0 0,1-1-1 0 0,-1 1 1 0 0,1 0 0 0 0,0-1-1 0 0,-1 1 1 0 0,1-1 0 0 0,0 1-1 0 0,0-1 1 0 0,-1 1 0 0 0,1-1-1 0 0,-11-21-179 0 0,11 20 185 0 0,-2-1 27 0 0,1 0-1 0 0,0 0 1 0 0,0 0 0 0 0,1 0-1 0 0,-1 0 1 0 0,1 0-1 0 0,-1-1 1 0 0,1 1-1 0 0,0 0 1 0 0,0 0 0 0 0,0 0-1 0 0,1 0 1 0 0,-1 0-1 0 0,1 0 1 0 0,0-1-1 0 0,0 1 1 0 0,0 0 0 0 0,0 1-1 0 0,0-1 1 0 0,1 0-1 0 0,-1 0 1 0 0,3-3-1 0 0,-2 3 16 0 0,1 0-1 0 0,0 1 0 0 0,0-1 0 0 0,0 0 0 0 0,0 1 0 0 0,0 0 1 0 0,0-1-1 0 0,1 1 0 0 0,-1 1 0 0 0,1-1 0 0 0,0 0 0 0 0,-1 1 0 0 0,1 0 1 0 0,0 0-1 0 0,0 0 0 0 0,8-1 0 0 0,56-2 234 0 0,74 6-1 0 0,9 0-1005 0 0,-120-3-607 0 0,-1-2 0 0 0,57-12 0 0 0,-42-1-2029 0 0,-24 6 1375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23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83 138 1104 0 0,'-7'-135'12614'0'0,"7"133"-11791"0"0,0 5-454 0 0,-43 410 2066 0 0,37-344-3169 0 0,-5 31-3277 0 0,2-146-1178 0 0,8 29 5387 0 0,-5-81 3608 0 0,7 97-3752 0 0,-1-1 1 0 0,0 1-1 0 0,0-1 0 0 0,1 1 1 0 0,-1 0-1 0 0,1-1 0 0 0,-1 1 1 0 0,1 0-1 0 0,0-1 0 0 0,0 1 1 0 0,-1 0-1 0 0,1 0 0 0 0,0 0 1 0 0,0 0-1 0 0,0 0 1 0 0,0 0-1 0 0,0 0 0 0 0,0 0 1 0 0,1 0-1 0 0,-1 0 0 0 0,0 0 1 0 0,0 1-1 0 0,1-1 0 0 0,-1 0 1 0 0,0 1-1 0 0,1-1 0 0 0,-1 1 1 0 0,3-1-1 0 0,4-1 116 0 0,0 1-1 0 0,0-1 1 0 0,13 1-1 0 0,-21 1-166 0 0,59-2 277 0 0,58-5-94 0 0,-105 6-412 0 0,1-2 0 0 0,-1 1-1 0 0,1-2 1 0 0,-1 1 0 0 0,0-2-1 0 0,0 0 1 0 0,11-6 0 0 0,-17 7 100 0 0,-1 0 1 0 0,1 0-1 0 0,-1 0 1 0 0,0-1-1 0 0,0 1 0 0 0,-1-1 1 0 0,1-1-1 0 0,-1 1 1 0 0,-1 0-1 0 0,1-1 1 0 0,-1 0-1 0 0,1 0 0 0 0,-2 0 1 0 0,1 0-1 0 0,-1-1 1 0 0,0 1-1 0 0,2-12 1 0 0,-1 1 1018 0 0,-1-1 1 0 0,-1 0 0 0 0,0-1 0 0 0,-2 1 0 0 0,-2-21 0 0 0,0 22 25 0 0,0 21-464 0 0,1 24-221 0 0,2-27-233 0 0,-10 102 287 0 0,-1 54 131 0 0,11-141-608 0 0,1 0 1 0 0,0 0-1 0 0,1 0 0 0 0,1 0 0 0 0,1 0 0 0 0,0-1 1 0 0,10 23-1 0 0,-13-35-25 0 0,0 0 0 0 0,1 0-1 0 0,0-1 1 0 0,-1 1 0 0 0,1 0 0 0 0,0-1 0 0 0,0 0 0 0 0,0 1 0 0 0,1-1 0 0 0,-1 0-1 0 0,1 0 1 0 0,-1 0 0 0 0,1 0 0 0 0,0 0 0 0 0,-1-1 0 0 0,1 1 0 0 0,0-1-1 0 0,6 2 1 0 0,-4-2-345 0 0,0 0-1 0 0,-1-1 0 0 0,1 1 0 0 0,0-1 0 0 0,0 0 0 0 0,1 0 1 0 0,-2-1-1 0 0,1 1 0 0 0,0-1 0 0 0,0 0 0 0 0,7-3 0 0 0,9-4-2486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23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232 122 2684 0 0,'4'-8'868'0'0,"1"-3"766"0"0,0 0-1 0 0,-1-1 1 0 0,0 0 0 0 0,0 0-1 0 0,-2 0 1 0 0,3-20-1 0 0,-5 31-1605 0 0,0 1-1 0 0,0-1 0 0 0,0 1 1 0 0,0-1-1 0 0,0 1 0 0 0,0-1 0 0 0,-1 1 1 0 0,1-1-1 0 0,0 1 0 0 0,0-1 1 0 0,0 1-1 0 0,-1 0 0 0 0,1-1 0 0 0,0 1 1 0 0,0-1-1 0 0,-1 1 0 0 0,1 0 1 0 0,0-1-1 0 0,-1 1 0 0 0,1 0 0 0 0,-1-1 1 0 0,1 1-1 0 0,0 0 0 0 0,-1 0 1 0 0,1-1-1 0 0,-1 1 0 0 0,1 0 0 0 0,-1 0 1 0 0,1 0-1 0 0,0 0 0 0 0,-1-1 1 0 0,1 1-1 0 0,-1 0 0 0 0,1 0 0 0 0,-1 0 1 0 0,1 0-1 0 0,-1 0 0 0 0,1 0 1 0 0,-1 0-1 0 0,1 0 0 0 0,-1 1 0 0 0,1-1 1 0 0,-1 0-1 0 0,-20 7 311 0 0,11-3-254 0 0,1 1-1 0 0,0 1 0 0 0,0 0 1 0 0,0 0-1 0 0,1 1 1 0 0,0 0-1 0 0,0 0 0 0 0,1 1 1 0 0,0 0-1 0 0,0 0 0 0 0,-7 13 1 0 0,11-16-76 0 0,1-1 0 0 0,-1 1-1 0 0,1 0 1 0 0,0-1 0 0 0,0 1 0 0 0,1 0 0 0 0,0 0 0 0 0,-1 0-1 0 0,2 0 1 0 0,-1 0 0 0 0,1 1 0 0 0,-1-1 0 0 0,1 0 0 0 0,1 0 0 0 0,-1 0-1 0 0,1 0 1 0 0,0 1 0 0 0,0-1 0 0 0,0 0 0 0 0,1-1 0 0 0,0 1 0 0 0,0 0-1 0 0,0 0 1 0 0,0-1 0 0 0,4 6 0 0 0,8 6 26 0 0,0 0 1 0 0,1-1 0 0 0,0-1-1 0 0,1 0 1 0 0,1-1-1 0 0,0-1 1 0 0,20 10-1 0 0,-8-3 293 0 0,37 30 0 0 0,-65-48-326 0 0,6 5 285 0 0,0 0 0 0 0,0 1-1 0 0,-1 0 1 0 0,1 0-1 0 0,8 14 1 0 0,-14-19-201 0 0,1 1 0 0 0,-1 0 0 0 0,0 0 1 0 0,0-1-1 0 0,-1 1 0 0 0,1 0 0 0 0,0 0 0 0 0,-1 0 0 0 0,0 0 0 0 0,0 0 0 0 0,0 0 0 0 0,0 0 0 0 0,0 0 1 0 0,0 0-1 0 0,-1 0 0 0 0,1 0 0 0 0,-1-1 0 0 0,0 1 0 0 0,0 0 0 0 0,0 0 0 0 0,0 0 0 0 0,-4 4 0 0 0,-1 3 24 0 0,-1-1 0 0 0,0 0 0 0 0,0 0 0 0 0,-1 0 0 0 0,0-1 0 0 0,-1-1 0 0 0,0 1 0 0 0,0-1 0 0 0,-1-1 0 0 0,-13 8 0 0 0,9-6-28 0 0,-1-1 0 0 0,-1 0 1 0 0,1-2-1 0 0,-1 1 1 0 0,0-2-1 0 0,-26 5 1 0 0,30-8-275 0 0,1-1 1 0 0,-1 0 0 0 0,0 0-1 0 0,1-1 1 0 0,-1 0 0 0 0,1-1 0 0 0,0-1-1 0 0,-1 0 1 0 0,1 0 0 0 0,0-1 0 0 0,1 0-1 0 0,-12-7 1 0 0,20 10-186 0 0,1 0-1 0 0,-1 0 1 0 0,1 0 0 0 0,-1-1-1 0 0,1 1 1 0 0,0-1 0 0 0,-1 1 0 0 0,1-1-1 0 0,0 1 1 0 0,0-1 0 0 0,-1-2-1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24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38 1332 0 0,'-1'-2'998'0'0,"-1"-1"-314"0"0,0 0 0 0 0,0 0-1 0 0,0 0 1 0 0,-1 0 0 0 0,1 1 0 0 0,-1-1-1 0 0,0 1 1 0 0,0-1 0 0 0,0 1 0 0 0,0 0 0 0 0,0 0-1 0 0,-6-2 1 0 0,8 4-621 0 0,-1-1 0 0 0,1 1 0 0 0,-1 0 0 0 0,1 0 0 0 0,-1 1 0 0 0,1-1 0 0 0,-1 0 1 0 0,1 0-1 0 0,-1 1 0 0 0,1-1 0 0 0,-1 1 0 0 0,1-1 0 0 0,-1 1 0 0 0,1 0 0 0 0,0 0 0 0 0,-1-1 0 0 0,1 1 0 0 0,0 0 0 0 0,-2 2 0 0 0,-22 23 529 0 0,21-22-447 0 0,-13 17 135 0 0,1 2 0 0 0,1-1 0 0 0,1 2 0 0 0,1 0 0 0 0,1 1 0 0 0,-10 30 0 0 0,9-16-117 0 0,1 0 0 0 0,2 1-1 0 0,-6 61 1 0 0,14-76-122 0 0,0 1-1 0 0,2 0 1 0 0,1 0 0 0 0,1 0-1 0 0,2-1 1 0 0,10 44-1 0 0,-10-57-14 0 0,-1 0-1 0 0,2 0 0 0 0,-1 0 1 0 0,1-1-1 0 0,1 1 0 0 0,0-1 1 0 0,1-1-1 0 0,0 1 0 0 0,1-1 1 0 0,0-1-1 0 0,0 1 0 0 0,1-1 1 0 0,0-1-1 0 0,1 1 0 0 0,18 11 1 0 0,-16-15 28 0 0,0 1 1 0 0,0-2-1 0 0,1 0 1 0 0,-1 0-1 0 0,1-1 1 0 0,0-1-1 0 0,0 0 1 0 0,0-1-1 0 0,0 0 1 0 0,0-1-1 0 0,0-1 1 0 0,0 0-1 0 0,0 0 1 0 0,0-1-1 0 0,16-5 1 0 0,-10 1 21 0 0,0 1 1 0 0,-1-2-1 0 0,0-1 0 0 0,0 0 1 0 0,-1-1-1 0 0,0-1 1 0 0,-1 0-1 0 0,0-1 0 0 0,24-23 1 0 0,-23 17-42 0 0,-1-1 1 0 0,-1-1-1 0 0,-1 0 0 0 0,-1-1 1 0 0,-1 0-1 0 0,0-1 1 0 0,-2-1-1 0 0,0 0 1 0 0,-1 0-1 0 0,-1-1 0 0 0,7-38 1 0 0,-11 42-34 0 0,-1 1 0 0 0,-1-1 0 0 0,-1 0 0 0 0,-1 0 0 0 0,0 0 0 0 0,-2 0 1 0 0,0 1-1 0 0,-1-1 0 0 0,0 1 0 0 0,-2-1 0 0 0,0 1 0 0 0,-1 0 0 0 0,-1 1 0 0 0,-1 0 0 0 0,-12-23 0 0 0,12 30 2 0 0,1 0 0 0 0,-1 1 0 0 0,-1-1 0 0 0,0 1 0 0 0,0 1 0 0 0,0 0 0 0 0,-1 0 0 0 0,-1 1 0 0 0,1 0 0 0 0,-1 1 0 0 0,0 0-1 0 0,0 1 1 0 0,-23-7 0 0 0,29 10-122 0 0,-1 0 1 0 0,0 1-1 0 0,0-1 0 0 0,0 1 0 0 0,0 1 0 0 0,-1-1 0 0 0,1 1 0 0 0,0 0 0 0 0,0 1 0 0 0,0-1 1 0 0,0 1-1 0 0,0 1 0 0 0,0-1 0 0 0,0 1 0 0 0,0 0 0 0 0,0 0 0 0 0,1 0 0 0 0,-1 1 0 0 0,1 0 1 0 0,0 0-1 0 0,0 1 0 0 0,0-1 0 0 0,0 1 0 0 0,0 0 0 0 0,1 0 0 0 0,0 1 0 0 0,0-1 0 0 0,0 1 1 0 0,-6 9-1 0 0,8-10-467 0 0,-1 1 1 0 0,1-1-1 0 0,-1 0 1 0 0,1 1-1 0 0,1 0 1 0 0,-1-1-1 0 0,1 1 0 0 0,0 0 1 0 0,0 0-1 0 0,0 0 1 0 0,0 0-1 0 0,1 0 1 0 0,0 8-1 0 0,5 6-3958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24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2432 0 0,'8'6'11548'0'0,"-6"-4"-11304"0"0,1-1 0 0 0,0 0 0 0 0,-1 0 0 0 0,1 0 0 0 0,0 0 1 0 0,-1-1-1 0 0,1 1 0 0 0,0-1 0 0 0,0 1 0 0 0,0-1 0 0 0,0 0 0 0 0,4-1 0 0 0,43-4 246 0 0,-34 3-265 0 0,71-8 55 0 0,99-14-398 0 0,-63 1-5568 0 0,-103 16 1675 0 0,-1-1-1918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24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11 1324 0 0,'-3'-1'3028'0'0,"-28"-8"5184"0"0,30 9-8020 0 0,0 0-1 0 0,-1 1 1 0 0,1-1 0 0 0,-1 0 0 0 0,1 1-1 0 0,0-1 1 0 0,0 1 0 0 0,-1 0 0 0 0,1-1-1 0 0,0 1 1 0 0,0 0 0 0 0,0 0 0 0 0,-1 0 0 0 0,1 0-1 0 0,0 0 1 0 0,0 0 0 0 0,1 0 0 0 0,-1 0-1 0 0,-1 2 1 0 0,0 0 48 0 0,0 1 0 0 0,1-1 1 0 0,0 0-1 0 0,-1 1 0 0 0,1-1 0 0 0,1 1 0 0 0,-2 6 0 0 0,1 7 117 0 0,1 1 0 0 0,3 28-1 0 0,-1-31-122 0 0,18 154-326 0 0,-16-144-1403 0 0,2 0 0 0 0,1 0 0 0 0,1-1 1 0 0,19 39-1 0 0,-15-44-2433 0 0,0-2-1798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5:51:25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509 535 20973,'-7'17'0,"-1"0"0,0-1 0,0 1 0,0-1 0,-1 0 0,0-1 0,0 0 0,0 0 0,-1 0 0,0-1 0,0 0 0,0-1 0,-1 0 0,1-1 0,-1 0 0,0 0 0,0-2 0,0 1 0,0-1 0,0-1 0,0-1 0,-1 0 0,1 0 0,0-1 0,0-1 0,0-1 0,0 0 0,0-1 0,0 0 0,0-1 0,1-1 0,-1-1 0,1 0 0,0-1 0,0 0 0,1-1 0,-1-1 0,1-1 0,0 0 0,1-1 0,-1-1 0,1 0 0,0-1 0,1 0 0,0-1 0,0-1 0,1-1 0,0 1 0,0-2 0,1 0 0,0-1 0,1 0 0,0-1 0,0 0 0,1-1 0,0 0 0,1 0 0,0-1 0,0-1 0,1 1 0,0-1 0,1-1 0,1 0 0,-1 0 0,1 0 0,1 0 0,0-1 0,0 0 0,1 0 0,0 0 0,1 0 0,0-1 0,1 1 0,0 0 0,0-1 0,1 1 0,0 0 0,0-1 0,1 1 0,0 0 0,1 1 0,-1-1 0,1 1 0,1 0 0,0 0 0,-1 0 0,2 1 0,-1 0 0,1 0 0,0 1 0,0 1 0,0-1 0,0 1 0,1 1 0,0 0 0,0 1 0,0 0 0,0 1 0,0 0 0,0 1 0,0 0 0,0 1 0,0 0 0,1 2 0,-1 0 0,0 0 0,0 1 0,0 1 0,0 0 0,-1 2 0,1-1 0,-1 2 0,0 0 0,1 1 0,-2 0 0,1 2 0,-1 0 0,1 0 0,-1 1 0,-1 1 0,0 1 0,1 0 0,-2 1 0,1 1 0,-1 0 0,-1 0 0,1 2 0,-1 0 0,-1 0 0,1 1 0,-1 1 0,-1 0 0,0 1 0,0 0 0,-1 1 0,0 0 0,-1 1 0,0 0 0,0 0 0,-1 1 0,-1 0 0,0 0 0,0 1 0,-1 0 0,0 0 0,0 1 0,-1-1 0,-1 1 0,0 0 0,0 0 0,-1 1 0,0-1 0,0 0 0,-1 1 0,0-1 0,-1 0 0,0 1 0,-1-1 0,1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33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76 1184 0 0,'-2'-2'1734'0'0,"-2"-4"-663"0"0,-1-1 0 0 0,0 1 0 0 0,0 0 0 0 0,-1 1 0 0 0,0 0 0 0 0,0-1 0 0 0,0 2 0 0 0,-13-8 0 0 0,4 1 251 0 0,7 6-1018 0 0,7 5-281 0 0,1 0-1 0 0,0 0 1 0 0,-1 0-1 0 0,1 0 1 0 0,0 0-1 0 0,-1 0 1 0 0,1 0-1 0 0,0 1 1 0 0,-1-1-1 0 0,1 0 1 0 0,0 0-1 0 0,0 0 1 0 0,-1 1-1 0 0,1-1 1 0 0,0 0-1 0 0,0 0 1 0 0,-1 0-1 0 0,1 1 1 0 0,0-1-1 0 0,0 0 1 0 0,0 1 0 0 0,-1-1-1 0 0,1 0 1 0 0,0 0-1 0 0,0 1 1 0 0,0-1-1 0 0,0 0 1 0 0,0 1-1 0 0,0 0 1 0 0,1 2 53 0 0,0 0-1 0 0,0-1 1 0 0,0 1 0 0 0,0 0 0 0 0,1 0 0 0 0,0 0 0 0 0,-1-1-1 0 0,1 1 1 0 0,0-1 0 0 0,3 3 0 0 0,-4-4-40 0 0,24 25 117 0 0,1-1 0 0 0,2-1 0 0 0,0-1 0 0 0,33 19 0 0 0,8 7-65 0 0,-41-27-59 0 0,2 0 22 0 0,0 2 0 0 0,38 39 0 0 0,-66-62-40 0 0,0 1 1 0 0,-1 0-1 0 0,1 0 0 0 0,0 1 1 0 0,-1-1-1 0 0,0 0 0 0 0,1 0 0 0 0,-1 1 1 0 0,0-1-1 0 0,0 1 0 0 0,0-1 1 0 0,-1 1-1 0 0,1-1 0 0 0,0 1 1 0 0,-1 0-1 0 0,0-1 0 0 0,0 1 0 0 0,0-1 1 0 0,0 1-1 0 0,0 0 0 0 0,0-1 1 0 0,0 1-1 0 0,-1 0 0 0 0,0-1 0 0 0,1 1 1 0 0,-1-1-1 0 0,0 1 0 0 0,0-1 1 0 0,0 0-1 0 0,-1 1 0 0 0,1-1 0 0 0,-1 0 1 0 0,1 0-1 0 0,-1 0 0 0 0,-2 3 1 0 0,-2 1 10 0 0,0-1 1 0 0,0 0-1 0 0,0 0 1 0 0,-1 0-1 0 0,0 0 1 0 0,0-1 0 0 0,0-1-1 0 0,-1 1 1 0 0,1-1-1 0 0,-13 4 1 0 0,-26 5-96 0 0,-39 11-336 0 0,-106 44-1 0 0,185-64 56 0 0,0 0 1 0 0,0 0-1 0 0,0 0 1 0 0,0 1-1 0 0,1 0 0 0 0,0 0 1 0 0,-7 8-1 0 0,8-9-651 0 0,1 1 0 0 0,0 0 0 0 0,1 0 0 0 0,-1 0 0 0 0,1 1 0 0 0,-4 6 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33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770 21 1088 0 0,'3'0'2406'0'0,"52"-14"9424"0"0,-47 12-10100 0 0,11-2 3623 0 0,-26 12-5497 0 0,-15 11 310 0 0,-35 26-1 0 0,6-7-138 0 0,-353 283-1701 0 0,267-217-2219 0 0,-1-1-4175 0 0,99-75 1486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40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7 2472 0 0,'-17'-6'11779'0'0,"14"6"-10942"0"0,3 3-774 0 0,1 0-1 0 0,0 0 1 0 0,0 0 0 0 0,0 0-1 0 0,0 0 1 0 0,1 0 0 0 0,-1-1-1 0 0,1 1 1 0 0,0 0-1 0 0,0-1 1 0 0,0 1 0 0 0,3 2-1 0 0,33 33 201 0 0,-31-32-212 0 0,46 40 140 0 0,75 50-1 0 0,-59-47-127 0 0,-45-34-47 0 0,-14-9 46 0 0,0 0-1 0 0,16 14 0 0 0,-25-20-59 0 0,-1 1-1 0 0,0-1 1 0 0,1 0-1 0 0,-1 1 0 0 0,0-1 1 0 0,0 0-1 0 0,1 1 1 0 0,-1-1-1 0 0,0 0 1 0 0,0 1-1 0 0,0-1 1 0 0,0 1-1 0 0,1-1 0 0 0,-1 0 1 0 0,0 1-1 0 0,0-1 1 0 0,0 1-1 0 0,0-1 1 0 0,0 1-1 0 0,0-1 1 0 0,0 0-1 0 0,0 1 0 0 0,0-1 1 0 0,0 1-1 0 0,0-1 1 0 0,0 0-1 0 0,-1 1 1 0 0,1-1-1 0 0,0 1 1 0 0,0-1-1 0 0,0 0 0 0 0,-1 1 1 0 0,1-1-1 0 0,0 0 1 0 0,0 1-1 0 0,-1-1 1 0 0,1 0-1 0 0,0 1 1 0 0,0-1-1 0 0,-1 0 0 0 0,1 1 1 0 0,0-1-1 0 0,-1 0 1 0 0,0 1-1 0 0,-15 8 33 0 0,16-9-34 0 0,-23 9 160 0 0,0-1 1 0 0,-31 7-1 0 0,19-6 14 0 0,-77 21 224 0 0,-187 78 0 0 0,276-98-458 0 0,-37 24 0 0 0,52-29-773 0 0,0 1 0 0 0,1 0-1 0 0,0 0 1 0 0,-8 10-1 0 0,11-6-1823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40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598 0 3028 0 0,'32'2'14517'0'0,"-41"7"-14365"0"0,-395 221 2718 0 0,295-172-6629 0 0,1 0-4392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42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157 149 1080 0 0,'46'-139'16422'0'0,"-45"137"-16119"0"0,-1-6 178 0 0,0 11-91 0 0,-2 16-230 0 0,-18 44 15 0 0,-2-1-1 0 0,-51 98 1 0 0,-1 3-15 0 0,71-157-150 0 0,1 0-1 0 0,0 0 0 0 0,1 0 1 0 0,-1 1-1 0 0,1-1 0 0 0,0 1 0 0 0,0-1 1 0 0,1 1-1 0 0,0-1 0 0 0,0 1 0 0 0,1-1 1 0 0,2 12-1 0 0,-2-15-5 0 0,0 1 0 0 0,1-1 0 0 0,-1 0 0 0 0,1 1 0 0 0,0-1 0 0 0,0 0 0 0 0,0 0 1 0 0,0 0-1 0 0,0 0 0 0 0,1-1 0 0 0,-1 1 0 0 0,1-1 0 0 0,0 1 0 0 0,0-1 0 0 0,0 0 0 0 0,0 0 0 0 0,0 0 0 0 0,0 0 0 0 0,0-1 0 0 0,1 0 0 0 0,-1 1 0 0 0,1-1 0 0 0,-1 0 0 0 0,4 0 0 0 0,6 2-3 0 0,1-1 0 0 0,-1 0 0 0 0,0-1-1 0 0,1-1 1 0 0,-1 0 0 0 0,0-1-1 0 0,0 0 1 0 0,1-1 0 0 0,-1-1-1 0 0,0 0 1 0 0,13-5 0 0 0,-17 4-3 0 0,0 1 0 0 0,0-2 1 0 0,-1 1-1 0 0,1-1 0 0 0,-1 0 1 0 0,0-1-1 0 0,-1 0 0 0 0,0 0 1 0 0,0-1-1 0 0,0 0 0 0 0,-1 0 1 0 0,1 0-1 0 0,-2-1 0 0 0,1 0 0 0 0,8-17 1 0 0,-2-1 52 0 0,-2 1 1 0 0,0-2 0 0 0,10-43-1 0 0,-9 25 1256 0 0,-11 43-1185 0 0,11-34 563 0 0,-7 18 180 0 0,-1 13-422 0 0,-2 17-714 0 0,-1 18 249 0 0,-6 153-8 0 0,-1-130 60 0 0,-25 270-644 0 0,26 3-4675 0 0,16-179-2381 0 0,-5-76 588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45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0 534 2720 0 0,'5'-16'5017'0'0,"3"-1"-2403"0"0,-4 12-1565 0 0,-4 4-583 0 0,12 87 2591 0 0,-8-29-2526 0 0,21 99-1 0 0,-20-136-500 0 0,1 0 0 0 0,0 0 0 0 0,1-1-1 0 0,2 0 1 0 0,0 0 0 0 0,0-1 0 0 0,2 0-1 0 0,17 22 1 0 0,-26-37-23 0 0,1 1-1 0 0,0-1 1 0 0,-1-1 0 0 0,1 1-1 0 0,0 0 1 0 0,0-1-1 0 0,0 1 1 0 0,1-1 0 0 0,-1 0-1 0 0,1 0 1 0 0,-1-1-1 0 0,1 1 1 0 0,-1-1 0 0 0,1 1-1 0 0,0-1 1 0 0,7 1-1 0 0,-8-2-2 0 0,1 0 0 0 0,-1-1 0 0 0,1 1 0 0 0,0-1 0 0 0,-1 0 0 0 0,1 0 0 0 0,-1 0 0 0 0,0 0 0 0 0,1 0 0 0 0,-1-1 0 0 0,0 0 0 0 0,0 1 0 0 0,0-1 0 0 0,0-1 0 0 0,0 1 0 0 0,0 0 0 0 0,0-1 0 0 0,2-2 0 0 0,3-4 3 0 0,0-1 1 0 0,0 1 0 0 0,0-2 0 0 0,-2 1 0 0 0,9-16 0 0 0,21-60 43 0 0,6-16-167 0 0,-41 101 110 0 0,4 2 0 0 0,-4-1 5 0 0,0 0 1 0 0,-1 0-1 0 0,1 0 0 0 0,0 0 0 0 0,-1 0 0 0 0,1 0 0 0 0,-1 0 0 0 0,1 0 1 0 0,0 0-1 0 0,-1 0 0 0 0,1 1 0 0 0,-1-1 0 0 0,1 0 0 0 0,0 0 0 0 0,-1 1 0 0 0,1-1 1 0 0,-1 0-1 0 0,1 1 0 0 0,-1-1 0 0 0,1 1 0 0 0,13 24-26 0 0,-8-12 22 0 0,1-1-1 0 0,0 0 1 0 0,18 22-1 0 0,-22-31 8 0 0,1 0 1 0 0,-1 1-1 0 0,1-1 0 0 0,0-1 1 0 0,0 1-1 0 0,0 0 0 0 0,0-1 0 0 0,0 0 1 0 0,0 0-1 0 0,1 0 0 0 0,-1-1 1 0 0,0 1-1 0 0,1-1 0 0 0,0 0 1 0 0,-1 0-1 0 0,7 0 0 0 0,-4-1 2 0 0,0 0 0 0 0,1 0 0 0 0,-1 0 0 0 0,0-1 1 0 0,0 0-1 0 0,0-1 0 0 0,1 0 0 0 0,-2 0 0 0 0,1 0 0 0 0,0-1 0 0 0,0 0 0 0 0,-1 0 0 0 0,1-1 0 0 0,6-4 0 0 0,-6 1-1 0 0,1 1 0 0 0,-1-1 0 0 0,0 0 0 0 0,-1 0 0 0 0,0-1 0 0 0,0 0 0 0 0,0 0-1 0 0,-1-1 1 0 0,6-13 0 0 0,-4 4-5 0 0,0 1-1 0 0,-2-1 1 0 0,0 0-1 0 0,-1-1 1 0 0,0 1-1 0 0,-2-1 1 0 0,0 0-1 0 0,-1 0 1 0 0,-1 0-1 0 0,-4-27 1 0 0,2 29-3 0 0,-7-32-11 0 0,9 49 15 0 0,0-1 0 0 0,0 0 1 0 0,-1 0-1 0 0,1 0 0 0 0,0 1 1 0 0,0-1-1 0 0,-1 0 1 0 0,1 1-1 0 0,-1-1 0 0 0,1 0 1 0 0,0 1-1 0 0,-1-1 1 0 0,1 0-1 0 0,-1 1 0 0 0,0-1 1 0 0,1 1-1 0 0,-1-1 0 0 0,1 1 1 0 0,-1-1-1 0 0,0 1 1 0 0,1 0-1 0 0,-1-1 0 0 0,0 1 1 0 0,1 0-1 0 0,-1-1 1 0 0,0 1-1 0 0,0 0 0 0 0,0 0 1 0 0,1 0-1 0 0,-1 0 0 0 0,0 0 1 0 0,0 0-1 0 0,1 0 1 0 0,-1 0-1 0 0,0 0 0 0 0,0 0 1 0 0,0 0-1 0 0,1 0 1 0 0,-1 0-1 0 0,0 1 0 0 0,0-1 1 0 0,1 0-1 0 0,-1 1 1 0 0,0-1-1 0 0,1 0 0 0 0,-1 1 1 0 0,0-1-1 0 0,1 1 0 0 0,-2 0 1 0 0,0 1 1 0 0,0 0 1 0 0,0 0-1 0 0,0 1 0 0 0,0-1 1 0 0,1 0-1 0 0,-1 1 1 0 0,0 0-1 0 0,1-1 1 0 0,0 1-1 0 0,0 0 0 0 0,0 0 1 0 0,0-1-1 0 0,-1 6 1 0 0,2-6 0 0 0,0 0 1 0 0,0 0-1 0 0,0 0 1 0 0,0 0-1 0 0,0-1 1 0 0,1 1-1 0 0,-1 0 1 0 0,1 0-1 0 0,-1 0 1 0 0,1-1-1 0 0,0 1 1 0 0,-1 0-1 0 0,1-1 1 0 0,0 1-1 0 0,0-1 1 0 0,2 3-1 0 0,0-1 2 0 0,0 0-1 0 0,0-1 1 0 0,0 1-1 0 0,0-1 1 0 0,0 0 0 0 0,1 0-1 0 0,-1 0 1 0 0,1 0-1 0 0,-1-1 1 0 0,1 1 0 0 0,0-1-1 0 0,-1 0 1 0 0,1 0-1 0 0,0 0 1 0 0,0-1 0 0 0,5 1-1 0 0,14-2-91 0 0,0-1 0 0 0,-1-1 0 0 0,0-1 0 0 0,1-1-1 0 0,-2 0 1 0 0,1-2 0 0 0,-1-1 0 0 0,0 0 0 0 0,0-2-1 0 0,-1 0 1 0 0,0-2 0 0 0,-1 0 0 0 0,0-1 0 0 0,-1 0 0 0 0,-1-2-1 0 0,0 0 1 0 0,-1-1 0 0 0,-1-1 0 0 0,0 0 0 0 0,-1-1 0 0 0,-1-1-1 0 0,-1 0 1 0 0,0 0 0 0 0,8-23 0 0 0,-10 19 39 0 0,-1 0 1 0 0,-2-1-1 0 0,0 0 1 0 0,-2 0-1 0 0,0 0 1 0 0,-2-1-1 0 0,0-27 1 0 0,-3 52 47 0 0,1-1 1 0 0,-1 1-1 0 0,0-1 1 0 0,0 1-1 0 0,-1-1 1 0 0,1 1-1 0 0,0-1 0 0 0,0 0 1 0 0,0 1-1 0 0,0-1 1 0 0,0 1-1 0 0,-1-1 1 0 0,1 1-1 0 0,0-1 0 0 0,0 1 1 0 0,-1-1-1 0 0,1 1 1 0 0,0-1-1 0 0,-1 1 1 0 0,1 0-1 0 0,0-1 1 0 0,-1 1-1 0 0,1-1 0 0 0,-1 1 1 0 0,1 0-1 0 0,-1-1 1 0 0,1 1-1 0 0,-1 0 1 0 0,1 0-1 0 0,-1-1 0 0 0,1 1 1 0 0,-1 0-1 0 0,1 0 1 0 0,-1 0-1 0 0,0 0 1 0 0,1 0-1 0 0,-1 0 0 0 0,0 0 1 0 0,0 0-1 0 0,-1 0 0 0 0,1 0 0 0 0,0 0-1 0 0,-1 0 1 0 0,1 1 0 0 0,0-1 0 0 0,0 1 0 0 0,-1-1 0 0 0,1 1 0 0 0,0-1 0 0 0,0 1-1 0 0,0 0 1 0 0,0-1 0 0 0,0 1 0 0 0,-2 2 0 0 0,-7 9 21 0 0,0 1 1 0 0,1 0-1 0 0,0 1 0 0 0,1 0 1 0 0,-12 29-1 0 0,8-10 48 0 0,-14 57 1 0 0,21-66-47 0 0,1 0 0 0 0,1 0 0 0 0,2 0 0 0 0,0 0 0 0 0,2 1 1 0 0,0-1-1 0 0,2 0 0 0 0,0 0 0 0 0,2 0 0 0 0,1-1 0 0 0,1 1 0 0 0,0-1 1 0 0,2-1-1 0 0,1 1 0 0 0,1-1 0 0 0,0-1 0 0 0,26 35 0 0 0,-35-53-20 0 0,1 1 4 0 0,-1-1 0 0 0,0 1 0 0 0,1-1 0 0 0,0 1 0 0 0,0-1 0 0 0,0 0 0 0 0,0 0 0 0 0,0-1 0 0 0,1 1 0 0 0,-1-1 0 0 0,1 1 0 0 0,4 1 0 0 0,-4-4 12 0 0,-3 0-18 0 0,1-1 1 0 0,-1 0 0 0 0,0 1 0 0 0,0-1-1 0 0,1 0 1 0 0,-1 0 0 0 0,0 0-1 0 0,0 0 1 0 0,0 0 0 0 0,0 0 0 0 0,0 0-1 0 0,0 0 1 0 0,-1 0 0 0 0,1-1 0 0 0,0 1-1 0 0,0 0 1 0 0,-1-1 0 0 0,1 1-1 0 0,-1 0 1 0 0,1-1 0 0 0,-1 1 0 0 0,0-1-1 0 0,0 1 1 0 0,1 0 0 0 0,-1-1 0 0 0,0 1-1 0 0,0-1 1 0 0,-1-2 0 0 0,1 1-3 0 0,2-40-19 0 0,-3 22 6 0 0,2 0 0 0 0,1 1-1 0 0,0-1 1 0 0,6-22 0 0 0,-7 39 11 0 0,1-1-1 0 0,-1 1 1 0 0,1-1-1 0 0,0 1 1 0 0,0 0 0 0 0,0-1-1 0 0,1 1 1 0 0,-1 0 0 0 0,1 1-1 0 0,0-1 1 0 0,0 0-1 0 0,0 1 1 0 0,1 0 0 0 0,-1 0-1 0 0,1 0 1 0 0,0 0 0 0 0,0 0-1 0 0,0 1 1 0 0,0 0-1 0 0,0-1 1 0 0,0 2 0 0 0,1-1-1 0 0,5-1 1 0 0,-5 2 12 0 0,-1 0 1 0 0,0 1-1 0 0,0-1 0 0 0,0 1 0 0 0,0 0 1 0 0,0 1-1 0 0,1-1 0 0 0,-1 1 1 0 0,0-1-1 0 0,0 1 0 0 0,0 1 1 0 0,0-1-1 0 0,0 0 0 0 0,0 1 0 0 0,-1 0 1 0 0,1 0-1 0 0,0 0 0 0 0,-1 0 1 0 0,1 1-1 0 0,-1-1 0 0 0,0 1 1 0 0,0 0-1 0 0,0 0 0 0 0,0 0 0 0 0,-1 0 1 0 0,1 1-1 0 0,-1-1 0 0 0,3 6 1 0 0,1 1 53 0 0,-1 0 0 0 0,0 1 0 0 0,-1-1 0 0 0,0 1 0 0 0,0 0 0 0 0,-1 0 0 0 0,-1 0 0 0 0,0 0 0 0 0,1 16 0 0 0,-4 93 156 0 0,-1-38-144 0 0,1-78-69 0 0,1 0-1 0 0,0 0 1 0 0,0 0-1 0 0,1 0 1 0 0,-1-1-1 0 0,1 1 1 0 0,-1 0-1 0 0,1 0 1 0 0,0 0-1 0 0,1-1 0 0 0,-1 1 1 0 0,1-1-1 0 0,-1 1 1 0 0,1-1-1 0 0,4 6 1 0 0,-5-8-3 0 0,1 0 1 0 0,-1-1-1 0 0,0 1 0 0 0,1 0 1 0 0,-1-1-1 0 0,1 1 1 0 0,-1-1-1 0 0,1 0 0 0 0,-1 1 1 0 0,1-1-1 0 0,-1 0 1 0 0,1 0-1 0 0,-1 0 0 0 0,1 0 1 0 0,2-1-1 0 0,24-3 8 0 0,-14-1-18 0 0,0-1-1 0 0,0 0 0 0 0,0 0 1 0 0,-1-1-1 0 0,0-1 0 0 0,0-1 0 0 0,-1 1 1 0 0,0-2-1 0 0,0 0 0 0 0,-1 0 0 0 0,17-21 1 0 0,0-5-54 0 0,-1-1 0 0 0,35-64 0 0 0,32-93 310 0 0,-93 192 87 0 0,-2 18 61 0 0,-10 39 371 0 0,5-27-396 0 0,-6 55-1 0 0,11-67-316 0 0,1-1 0 0 0,1 1 0 0 0,0 0 0 0 0,0-1 0 0 0,6 20 0 0 0,-6-31-89 0 0,0 0 0 0 0,0 0 0 0 0,1 1 0 0 0,0-1-1 0 0,0-1 1 0 0,0 1 0 0 0,0 0 0 0 0,0 0 0 0 0,1-1-1 0 0,0 1 1 0 0,-1-1 0 0 0,1 0 0 0 0,1 0 0 0 0,-1 0-1 0 0,0 0 1 0 0,1-1 0 0 0,-1 1 0 0 0,1-1 0 0 0,0 0-1 0 0,0 0 1 0 0,0 0 0 0 0,0-1 0 0 0,7 3 0 0 0,-7-3-379 0 0,1 0 0 0 0,-1 0 0 0 0,0-1 0 0 0,0 0 0 0 0,0 0 0 0 0,0 0 1 0 0,0 0-1 0 0,1 0 0 0 0,-1-1 0 0 0,7-1 0 0 0,9-9-4425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45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76 1204 0 0,'-17'-14'2001'0'0,"0"1"-1"0"0,-1 0 0 0 0,-1 2 1 0 0,-26-13-1 0 0,43 23-1761 0 0,0 2-181 0 0,-9 7-816 0 0,11-7 609 0 0,0 0-1 0 0,0 0 1 0 0,0 0 0 0 0,1 0 0 0 0,-1 0 0 0 0,0 0 0 0 0,0 0 0 0 0,0 0 0 0 0,1 0-1 0 0,-1 0 1 0 0,1 0 0 0 0,-1 0 0 0 0,1 0 0 0 0,-1 0 0 0 0,2 1 0 0 0,4 7-2481 0 0,2 1-695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45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50 584 0 0,'11'-24'10152'0'0,"-12"10"-7306"0"0,1 13-2785 0 0,0 0 0 0 0,0 1 1 0 0,0-1-1 0 0,0 1 0 0 0,0-1 1 0 0,-1 1-1 0 0,1-1 0 0 0,0 1 1 0 0,0-1-1 0 0,-1 1 0 0 0,1-1 1 0 0,0 1-1 0 0,-1 0 0 0 0,1-1 1 0 0,0 1-1 0 0,-1-1 1 0 0,1 1-1 0 0,-1 0 0 0 0,1-1 1 0 0,-1 1-1 0 0,1 0 0 0 0,-1 0 1 0 0,1-1-1 0 0,-1 1 0 0 0,1 0 1 0 0,-1 0-1 0 0,1 0 0 0 0,-1 0 1 0 0,1-1-1 0 0,-1 1 0 0 0,1 0 1 0 0,-2 0-1 0 0,-6 1 42 0 0,1 0 1 0 0,-1 1-1 0 0,0 0 0 0 0,0 0 1 0 0,1 0-1 0 0,-1 1 0 0 0,1 1 0 0 0,0-1 1 0 0,0 1-1 0 0,0 0 0 0 0,0 0 1 0 0,1 1-1 0 0,-1 0 0 0 0,1 0 1 0 0,1 1-1 0 0,-11 11 0 0 0,0 3-56 0 0,0 0 0 0 0,2 1 0 0 0,0 0 0 0 0,-12 27 0 0 0,21-37-32 0 0,-1 1 1 0 0,1 0 0 0 0,1 1-1 0 0,0-1 1 0 0,1 1-1 0 0,1 0 1 0 0,0-1-1 0 0,0 1 1 0 0,1 15-1 0 0,1-24-42 0 0,0 1-1 0 0,1-1 0 0 0,-1 1 0 0 0,1-1 0 0 0,0 0 1 0 0,0 1-1 0 0,0-1 0 0 0,1 0 0 0 0,0 1 0 0 0,0-1 1 0 0,0 0-1 0 0,0 0 0 0 0,0-1 0 0 0,1 1 0 0 0,0 0 0 0 0,0-1 1 0 0,0 0-1 0 0,0 1 0 0 0,0-1 0 0 0,1 0 0 0 0,-1-1 1 0 0,1 1-1 0 0,0-1 0 0 0,0 1 0 0 0,0-1 0 0 0,0-1 1 0 0,0 1-1 0 0,0 0 0 0 0,7 1 0 0 0,1-1-356 0 0,1 0-1 0 0,0 0 1 0 0,0-1-1 0 0,0-1 1 0 0,0 0-1 0 0,0-1 1 0 0,0 0-1 0 0,0-1 1 0 0,0 0-1 0 0,0-1 0 0 0,-1-1 1 0 0,1 0-1 0 0,18-9 1 0 0,-10 3-568 0 0,0-1-1 0 0,-1-1 1 0 0,0 0 0 0 0,0-2 0 0 0,-2 0-1 0 0,29-28 1 0 0,-16 6-1513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45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0 212 2196 0 0,'19'-69'4710'0'0,"10"-72"0"0"0,-28 139-4202 0 0,-8 29 674 0 0,-23 233 1589 0 0,28-205-2623 0 0,2-1 1 0 0,15 100-1 0 0,-16-154-144 0 0,1 1 0 0 0,1 0-1 0 0,-1 0 1 0 0,0-1 0 0 0,0 1 0 0 0,0 0 0 0 0,0 0-1 0 0,1-1 1 0 0,-1 1 0 0 0,0 0 0 0 0,0 0-1 0 0,1-1 1 0 0,-1 1 0 0 0,1 0 0 0 0,-1-1-1 0 0,1 1 1 0 0,-1-1 0 0 0,1 1 0 0 0,-1 0 0 0 0,1-1-1 0 0,-1 1 1 0 0,1-1 0 0 0,0 0 0 0 0,-1 1-1 0 0,1-1 1 0 0,0 1 0 0 0,0-1 0 0 0,1 0-4 0 0,-1 0 1 0 0,0 0 0 0 0,0 0-1 0 0,1 0 1 0 0,-1-1 0 0 0,0 1-1 0 0,0 0 1 0 0,0-1 0 0 0,0 1-1 0 0,1-1 1 0 0,-1 1-1 0 0,0-1 1 0 0,0 0 0 0 0,0 1-1 0 0,1-2 1 0 0,5-4-7 0 0,0-1-1 0 0,0 0 1 0 0,7-9 0 0 0,-13 15 9 0 0,22-30 6 0 0,-10 14-25 0 0,0 1 0 0 0,18-17 1 0 0,-16 17 2 0 0,-13 13 9 0 0,0 0 1 0 0,0 1 0 0 0,0-1-1 0 0,1 1 1 0 0,-1-1 0 0 0,1 1-1 0 0,-1 0 1 0 0,1 0 0 0 0,0 0-1 0 0,0 0 1 0 0,0 0-1 0 0,0 1 1 0 0,0 0 0 0 0,0-1-1 0 0,0 1 1 0 0,1 0 0 0 0,-1 0-1 0 0,0 1 1 0 0,1-1 0 0 0,-1 1-1 0 0,5-1 1 0 0,-5 2 5 0 0,0-1 1 0 0,0 1-1 0 0,0 0 1 0 0,0 0 0 0 0,0 0-1 0 0,0 0 1 0 0,0 1-1 0 0,0-1 1 0 0,0 1-1 0 0,-1 0 1 0 0,1 0-1 0 0,-1 0 1 0 0,1 0-1 0 0,-1 0 1 0 0,4 4-1 0 0,-3-1 3 0 0,1 0 0 0 0,-1 0 1 0 0,0 0-1 0 0,0 0 0 0 0,0 1 0 0 0,-1-1 0 0 0,0 1 0 0 0,2 6 0 0 0,-1 4-25 0 0,-1-1 0 0 0,0 1 0 0 0,-1-1 0 0 0,-1 18 1 0 0,1 18-2261 0 0,-1-41 425 0 0,2 0 0 0 0,-1-1 0 0 0,4 12-1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46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2360 0 0,'12'-13'2998'0'0,"0"0"-1"0"0,17-13 1 0 0,4-11 2149 0 0,-28 40-4938 0 0,-5-3-202 0 0,0 0 0 0 0,1 0 0 0 0,-1 0 0 0 0,0 0-1 0 0,1 0 1 0 0,-1 0 0 0 0,0 0 0 0 0,1 0-1 0 0,-1 0 1 0 0,0 0 0 0 0,0 1 0 0 0,1-1 0 0 0,-1 0-1 0 0,0 0 1 0 0,1 0 0 0 0,-1 0 0 0 0,0 1 0 0 0,0-1-1 0 0,0 0 1 0 0,1 0 0 0 0,-1 1 0 0 0,0-1-1 0 0,0 0 1 0 0,0 0 0 0 0,1 1 0 0 0,-1-1 0 0 0,0 0-1 0 0,0 0 1 0 0,0 1 0 0 0,0-1 0 0 0,0 0-1 0 0,0 1 1 0 0,1-1 0 0 0,-1 0 0 0 0,0 1 0 0 0,1 33 286 0 0,-1-1 0 0 0,-1 1 1 0 0,-11 61-1 0 0,-34 101-311 0 0,43-182-396 0 0,-8 23-1331 0 0,3-16-2910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46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6 179 1792 0 0,'-3'-88'9332'0'0,"0"-3"-6514"0"0,4 103-5102 0 0,0 6-2795 0 0,-1-1 904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46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2 2836 0 0,'31'-1'5479'0'0,"2"0"179"0"0,-27 2-3834 0 0,-12 1-1124 0 0,1-1-666 0 0,0 0 0 0 0,0 0 1 0 0,0 0-1 0 0,0 1 0 0 0,0 0 1 0 0,0 0-1 0 0,0 0 0 0 0,0 1 0 0 0,1 0 1 0 0,-1 0-1 0 0,1 0 0 0 0,0 0 1 0 0,-7 8-1 0 0,10-10-29 0 0,0 1-1 0 0,-1 0 1 0 0,1-1 0 0 0,1 1 0 0 0,-1 0-1 0 0,0 0 1 0 0,0 0 0 0 0,1-1-1 0 0,-1 1 1 0 0,1 0 0 0 0,-1 0 0 0 0,1 0-1 0 0,0 0 1 0 0,0 0 0 0 0,0 0 0 0 0,0 0-1 0 0,0 0 1 0 0,0 0 0 0 0,1 0 0 0 0,-1 0-1 0 0,1 0 1 0 0,-1 0 0 0 0,1 0-1 0 0,0 0 1 0 0,-1-1 0 0 0,3 3 0 0 0,1 5 14 0 0,2-1 0 0 0,-1 0 1 0 0,1 0-1 0 0,7 6 1 0 0,-6-5-18 0 0,1-1 9 0 0,0 0 0 0 0,1 0 1 0 0,10 7-1 0 0,-11-10-5 0 0,0 1-1 0 0,-1 0 1 0 0,0 1 0 0 0,7 8 0 0 0,-7-9 2 0 0,7 6 137 0 0,-14-12-135 0 0,1 1 1 0 0,-1-1-1 0 0,0 0 1 0 0,0 0-1 0 0,1 1 0 0 0,-1-1 1 0 0,0 0-1 0 0,0 0 0 0 0,0 1 1 0 0,0-1-1 0 0,1 0 1 0 0,-1 1-1 0 0,0-1 0 0 0,0 0 1 0 0,0 1-1 0 0,0-1 0 0 0,0 0 1 0 0,0 1-1 0 0,0-1 1 0 0,0 0-1 0 0,0 1 0 0 0,0-1 1 0 0,0 0-1 0 0,0 1 0 0 0,0-1 1 0 0,0 0-1 0 0,0 1 1 0 0,0-1-1 0 0,0 0 0 0 0,0 1 1 0 0,-1-1-1 0 0,1 0 0 0 0,0 1 1 0 0,0-1-1 0 0,0 0 1 0 0,0 0-1 0 0,-1 1 0 0 0,1-1 1 0 0,-7 5 37 0 0,1-1 0 0 0,-1 0 1 0 0,0-1-1 0 0,0 0 0 0 0,0 0 1 0 0,0 0-1 0 0,-1-1 0 0 0,1 0 1 0 0,-11 2-1 0 0,-76 5 10 0 0,74-7-64 0 0,-176 2-2988 0 0,68-12-4850 0 0,88 5 2715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47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26 2248 0 0,'0'-2'701'0'0,"-1"0"-1"0"0,0 1 0 0 0,0-1 0 0 0,1 0 1 0 0,-1 0-1 0 0,1 0 0 0 0,0 0 1 0 0,0 0-1 0 0,-1 0 0 0 0,2-2 1 0 0,2 3-603 0 0,0 1 1 0 0,0-1 0 0 0,0 1 0 0 0,0 0 0 0 0,0 0 0 0 0,0 0 0 0 0,0 0 0 0 0,0 1 0 0 0,1-1-1 0 0,-1 1 1 0 0,0 0 0 0 0,0-1 0 0 0,-1 1 0 0 0,1 1 0 0 0,0-1 0 0 0,0 0 0 0 0,0 1 0 0 0,-1 0-1 0 0,4 2 1 0 0,8 5 139 0 0,-1 1 0 0 0,16 16-1 0 0,-15-12-97 0 0,0 1-1 0 0,0 0 0 0 0,-1 1 0 0 0,-1 0 1 0 0,-1 1-1 0 0,-1 0 0 0 0,0 1 0 0 0,8 20 1 0 0,-15-29-88 0 0,1 0-1 0 0,-2 1 1 0 0,1-1 0 0 0,-1 1 0 0 0,-1 0 0 0 0,0 0 0 0 0,0 0 0 0 0,-1-1 0 0 0,0 1 0 0 0,-1 0 0 0 0,0 0 0 0 0,-1 0 0 0 0,0-1-1 0 0,0 1 1 0 0,-1-1 0 0 0,0 1 0 0 0,0-1 0 0 0,-8 13 0 0 0,10-20-4 0 0,-1 1 0 0 0,0 0 1 0 0,0-1-1 0 0,0 1 0 0 0,0-1 0 0 0,0 1 0 0 0,-5 2 0 0 0,6-4-15 0 0,0-1-30 0 0,1 0 1 0 0,-1-1-1 0 0,1 1 0 0 0,-1 0 1 0 0,0-1-1 0 0,1 1 0 0 0,-1 0 1 0 0,1-1-1 0 0,-1 1 0 0 0,1-1 1 0 0,-1 1-1 0 0,1 0 0 0 0,0-1 1 0 0,-1 1-1 0 0,1-1 0 0 0,0 1 1 0 0,-1-2-1 0 0,0-6-3 0 0,0 1-1 0 0,1-1 1 0 0,0 0-1 0 0,1 0 1 0 0,0 0-1 0 0,0 0 1 0 0,0 1-1 0 0,1-1 1 0 0,4-11-1 0 0,2-3-18 0 0,1 1 1 0 0,13-23-1 0 0,-12 27 13 0 0,0 1 0 0 0,1 0 1 0 0,1 0-1 0 0,0 2 0 0 0,1-1 1 0 0,0 2-1 0 0,2-1 0 0 0,-1 2 0 0 0,25-16 1 0 0,-31 23 4 0 0,0 1-1 0 0,0 0 1 0 0,1 0 0 0 0,-1 1 0 0 0,1 0 0 0 0,0 0-1 0 0,0 1 1 0 0,0 1 0 0 0,14-2 0 0 0,-15 3 2 0 0,-1 0 0 0 0,0 1 0 0 0,1 0 0 0 0,-1 0 0 0 0,0 1 0 0 0,1-1 0 0 0,-1 2 0 0 0,0-1 0 0 0,-1 1 0 0 0,1 0 1 0 0,0 1-1 0 0,-1-1 0 0 0,8 6 0 0 0,-9-5 8 0 0,0-1 0 0 0,-1 1 0 0 0,1 0 1 0 0,-1 1-1 0 0,0-1 0 0 0,0 1 0 0 0,-1-1 1 0 0,1 1-1 0 0,-1 0 0 0 0,0 0 0 0 0,0 1 0 0 0,-1-1 1 0 0,1 1-1 0 0,-1-1 0 0 0,-1 1 0 0 0,3 10 1 0 0,-2 1-19 0 0,-1 0 0 0 0,-1 0 0 0 0,0 1 1 0 0,-4 21-1 0 0,2-16-1200 0 0,1-1 0 0 0,1 24 0 0 0,0-44 568 0 0,1 1 0 0 0,-1-1 0 0 0,1 1 0 0 0,0-1 0 0 0,-1 1 1 0 0,1-1-1 0 0,0 1 0 0 0,1-1 0 0 0,2 5 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47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20 174 912 0 0,'22'-26'6176'0'0,"31"-45"0"0"0,-52 70-5743 0 0,-12 16 380 0 0,-6 10-253 0 0,-21 39 0 0 0,33-54-517 0 0,1 1 0 0 0,-1 0 0 0 0,2-1-1 0 0,-1 1 1 0 0,2 1 0 0 0,-1-1-1 0 0,0 13 1 0 0,3-21-30 0 0,0 1-1 0 0,0-1 1 0 0,0 0-1 0 0,1 1 1 0 0,-1-1-1 0 0,1 0 1 0 0,-1 0-1 0 0,1 1 1 0 0,0-1-1 0 0,1 0 1 0 0,-1 0-1 0 0,0 0 1 0 0,1 0 0 0 0,0 0-1 0 0,-1 0 1 0 0,1-1-1 0 0,3 4 1 0 0,-1-3 4 0 0,-1 1 1 0 0,1-1-1 0 0,0 0 1 0 0,1 0 0 0 0,-1-1-1 0 0,0 1 1 0 0,1-1-1 0 0,-1 0 1 0 0,1 0 0 0 0,7 1-1 0 0,0 0 5 0 0,-1-1 0 0 0,1 0 0 0 0,0-1-1 0 0,0 0 1 0 0,0-1 0 0 0,0 0 0 0 0,0-1 0 0 0,22-5 0 0 0,-25 4-17 0 0,0-1 1 0 0,0 0-1 0 0,0-1 1 0 0,-1 1-1 0 0,1-2 1 0 0,-1 1-1 0 0,0-1 1 0 0,0-1-1 0 0,-1 1 1 0 0,1-1-1 0 0,-1-1 1 0 0,-1 1-1 0 0,1-1 1 0 0,-1 0-1 0 0,0-1 1 0 0,-1 1-1 0 0,8-14 1 0 0,-10 13 0 0 0,1 1 0 0 0,-1 0 1 0 0,-1-1-1 0 0,0 1 0 0 0,0-1 0 0 0,0 0 1 0 0,-1 0-1 0 0,0 0 0 0 0,-1 1 1 0 0,1-1-1 0 0,-2 0 0 0 0,1 0 0 0 0,-1 0 1 0 0,0 0-1 0 0,-1 0 0 0 0,0 0 0 0 0,0 1 1 0 0,0-1-1 0 0,-1 1 0 0 0,0 0 1 0 0,-6-9-1 0 0,5 9-26 0 0,0 1 0 0 0,-1 0 0 0 0,0 0 1 0 0,0 0-1 0 0,0 1 0 0 0,-1 0 0 0 0,0 0 0 0 0,0 0 1 0 0,0 1-1 0 0,-1 0 0 0 0,1 0 0 0 0,-1 0 0 0 0,0 1 1 0 0,0 0-1 0 0,0 1 0 0 0,-1-1 0 0 0,1 1 0 0 0,0 1 1 0 0,-1 0-1 0 0,1 0 0 0 0,-1 0 0 0 0,0 1 0 0 0,1 0 0 0 0,-1 0 1 0 0,0 1-1 0 0,1 0 0 0 0,-1 0 0 0 0,1 1 0 0 0,-1 0 1 0 0,1 0-1 0 0,0 0 0 0 0,0 1 0 0 0,0 1 0 0 0,0-1 1 0 0,1 1-1 0 0,-1 0 0 0 0,-10 10 0 0 0,15-13-198 0 0,1 0-1 0 0,-1 0 1 0 0,1 0-1 0 0,-1 0 1 0 0,1 1-1 0 0,0-1 1 0 0,-1 0-1 0 0,1 1 1 0 0,0-1-1 0 0,0 1 1 0 0,0-1-1 0 0,0 1 1 0 0,0 0-1 0 0,1 0 1 0 0,-1-1-1 0 0,1 1 1 0 0,-1 0-1 0 0,1 0 1 0 0,-1 0-1 0 0,1-1 1 0 0,0 1-1 0 0,0 0 1 0 0,0 0-1 0 0,0 0 1 0 0,0 0-1 0 0,0 0 1 0 0,1 3-1 0 0,17 4-7331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48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0 102 1000 0 0,'15'-29'4786'0'0,"22"-44"5381"0"0,-36 194-8018 0 0,2 293-74 0 0,-3-404-2041 0 0,1 0 1 0 0,0 1-1 0 0,1-1 0 0 0,0 0 1 0 0,0 0-1 0 0,1 0 0 0 0,1 0 0 0 0,0 0 1 0 0,0-1-1 0 0,7 12 0 0 0,-8-17-123 0 0,0-1 0 0 0,0 1 0 0 0,0-1 0 0 0,0 1 0 0 0,0-1 0 0 0,1 0 0 0 0,-1-1 0 0 0,1 1 0 0 0,0 0 0 0 0,0-1 0 0 0,0 0 0 0 0,0 0 0 0 0,0 0 0 0 0,0-1 0 0 0,1 1 0 0 0,-1-1-1 0 0,0 0 1 0 0,1 0 0 0 0,0 0 0 0 0,-1-1 0 0 0,1 0 0 0 0,-1 0 0 0 0,1 0 0 0 0,-1 0 0 0 0,8-2 0 0 0,-2 0-724 0 0,0 0-1 0 0,-1 0 1 0 0,1-1 0 0 0,9-5-1 0 0,18-11-5141 0 0,-15 6 142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48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251 137 512 0 0,'-108'-33'7746'0'0,"-32"-11"-936"0"0,137 43-6607 0 0,4 1-187 0 0,-1-1-1 0 0,1 0 0 0 0,-1 1 0 0 0,1-1 1 0 0,-1 0-1 0 0,1 1 0 0 0,-1-1 0 0 0,1 1 1 0 0,0-1-1 0 0,-1 1 0 0 0,1-1 1 0 0,0 1-1 0 0,-1 0 0 0 0,1-1 0 0 0,0 1 1 0 0,0 0-1 0 0,-1-1 0 0 0,1 1 0 0 0,0 0 1 0 0,1 0-1 0 0,17-5 69 0 0,323-28 15 0 0,-113 24-7499 0 0,-223 9 6995 0 0,45-2-5161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0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47 814 1348 0 0,'-2'1'2450'0'0,"1"0"-2108"0"0,-4 0 632 0 0,0 1-1 0 0,1 0 0 0 0,-1 0 0 0 0,1 0 0 0 0,-6 4 1 0 0,9-5-912 0 0,0-1 0 0 0,1 0 0 0 0,-1 1 0 0 0,0 0 0 0 0,1-1 0 0 0,-1 1 0 0 0,1-1 0 0 0,-1 1 0 0 0,1 0 0 0 0,-1-1 0 0 0,1 1 0 0 0,-1 0 0 0 0,1 0 0 0 0,0-1 0 0 0,-1 1 0 0 0,1 0 0 0 0,0 0 1 0 0,-1 0-1 0 0,1 0 0 0 0,0-1 0 0 0,0 1 0 0 0,0 0 0 0 0,0 0 0 0 0,0 0 0 0 0,0 0 0 0 0,0 0 0 0 0,0-1 0 0 0,0 1 0 0 0,1 0 0 0 0,-1 0 0 0 0,0 0 0 0 0,0-1 0 0 0,1 1 0 0 0,-1 0 0 0 0,0 0 0 0 0,1 0 0 0 0,-1-1 1 0 0,1 1-1 0 0,-1 0 0 0 0,1-1 0 0 0,-1 1 0 0 0,1-1 0 0 0,0 1 0 0 0,1 0 0 0 0,2 3 34 0 0,0-1 0 0 0,0 0-1 0 0,0 0 1 0 0,1-1 0 0 0,-1 1 0 0 0,1-1 0 0 0,-1 0 0 0 0,1 0-1 0 0,0 0 1 0 0,0-1 0 0 0,0 0 0 0 0,0 0 0 0 0,0 0 0 0 0,0-1-1 0 0,1 1 1 0 0,-1-1 0 0 0,0-1 0 0 0,0 1 0 0 0,0-1 0 0 0,0 1-1 0 0,0-1 1 0 0,7-3 0 0 0,10-2-51 0 0,1-1 1 0 0,-1-1-1 0 0,0 0 1 0 0,-1-2-1 0 0,0-1 0 0 0,-1 0 1 0 0,0-2-1 0 0,-1 0 1 0 0,0-1-1 0 0,32-33 0 0 0,-30 24-45 0 0,0 0 0 0 0,-2-2 0 0 0,-1 0 0 0 0,-1-1 0 0 0,-1-1 0 0 0,-2 0 0 0 0,20-53 0 0 0,-13 21 8 0 0,-3-2 0 0 0,-3 0 0 0 0,14-118 0 0 0,-18 71-11 0 0,-11 103-8 0 0,-2-4 2 0 0,2 9 9 0 0,-1 0-1 0 0,1 0 1 0 0,0 0 0 0 0,0 0 0 0 0,0-1-1 0 0,-1 1 1 0 0,1 0 0 0 0,0 0-1 0 0,0 0 1 0 0,-1 0 0 0 0,1 0-1 0 0,0 0 1 0 0,0 0 0 0 0,0 0 0 0 0,-1 0-1 0 0,1 0 1 0 0,0 0 0 0 0,0 0-1 0 0,-1 0 1 0 0,1 0 0 0 0,0 0-1 0 0,0 0 1 0 0,-1 0 0 0 0,1 0 0 0 0,0 0-1 0 0,0 0 1 0 0,-1 0 0 0 0,1 0-1 0 0,0 0 1 0 0,0 1 0 0 0,0-1-1 0 0,-1 0 1 0 0,1 0 0 0 0,0 0 0 0 0,0 0-1 0 0,0 1 1 0 0,0-1 0 0 0,-1 0-1 0 0,1 0 1 0 0,0 0 0 0 0,0 1-1 0 0,0-1 1 0 0,0 0 0 0 0,0 0 0 0 0,0 0-1 0 0,-1 1 1 0 0,-7 8-4 0 0,0 11 4 0 0,0-1-1 0 0,1 1 1 0 0,1 0 0 0 0,1 1-1 0 0,-3 34 1 0 0,5-41 0 0 0,-32 259 105 0 0,32-228-81 0 0,2 0-1 0 0,2-1 1 0 0,2 1-1 0 0,10 52 1 0 0,-9-79-14 0 0,0 0 0 0 0,1 0 0 0 0,2 0 0 0 0,-1-1 0 0 0,2 0 0 0 0,0 0 0 0 0,18 25 0 0 0,-22-35-6 0 0,1-1-1 0 0,0 0 1 0 0,0 0 0 0 0,1 0-1 0 0,0-1 1 0 0,0 0-1 0 0,0 0 1 0 0,1-1 0 0 0,-1 1-1 0 0,1-2 1 0 0,0 1 0 0 0,0-1-1 0 0,1 0 1 0 0,-1 0 0 0 0,1-1-1 0 0,-1 0 1 0 0,1 0 0 0 0,0 0-1 0 0,0-1 1 0 0,11 0-1 0 0,-10-2 0 0 0,-1 1 0 0 0,1-1 0 0 0,-1 0-1 0 0,0-1 1 0 0,1 0 0 0 0,-1 0 0 0 0,0-1-1 0 0,0 0 1 0 0,0 0 0 0 0,-1-1 0 0 0,15-9-1 0 0,-12 6-7 0 0,-1-1 0 0 0,0 0 0 0 0,0-1 0 0 0,0 0 0 0 0,-1 0 0 0 0,-1-1 0 0 0,11-16 1 0 0,-6 5-1 0 0,-1-1 0 0 0,-1 0 0 0 0,-1-1 0 0 0,-2 0 0 0 0,0 0 0 0 0,-1 0 0 0 0,5-46 0 0 0,-9 52 41 0 0,0 1 1 0 0,-2 0-1 0 0,0-1 0 0 0,-1 1 1 0 0,0-1-1 0 0,-1 1 1 0 0,-1 0-1 0 0,-1 0 0 0 0,-10-28 1 0 0,13 42-45 0 0,1 2-13 0 0,0 0 21 0 0,-1 0 0 0 0,1 0 0 0 0,0 0 0 0 0,-1 0 0 0 0,1 0 0 0 0,0 0 0 0 0,-1 0 0 0 0,1 0 0 0 0,-1 0 0 0 0,1 1 0 0 0,0-1 0 0 0,-1 0 0 0 0,1 0 0 0 0,0 0 0 0 0,0 0 0 0 0,-1 1 0 0 0,1-1 0 0 0,0 0 0 0 0,-1 0 0 0 0,1 1 0 0 0,0-1 0 0 0,0 0 0 0 0,-1 0 0 0 0,1 1 0 0 0,0-1 0 0 0,0 0 1 0 0,0 1-1 0 0,0-1 0 0 0,-1 0 0 0 0,1 1 0 0 0,0-1 0 0 0,0 0 0 0 0,0 1 0 0 0,0-1 0 0 0,0 0 0 0 0,0 1 0 0 0,0-1 0 0 0,0 0 0 0 0,0 1 0 0 0,0-1 0 0 0,0 1 0 0 0,0-1 0 0 0,0 0 0 0 0,0 1 0 0 0,0-1 0 0 0,0 0 0 0 0,0 1 0 0 0,1-1 0 0 0,-1 0 0 0 0,0 1 0 0 0,0-1 0 0 0,0 0 0 0 0,1 0 0 0 0,-1 1 0 0 0,0-1 0 0 0,0 0 0 0 0,1 1 0 0 0,-1-1 0 0 0,0 0 0 0 0,1 0 0 0 0,15 20 12 0 0,-2-10-8 0 0,-1 0 0 0 0,1-2 0 0 0,1 1 0 0 0,0-2 0 0 0,0 0 0 0 0,0 0 0 0 0,32 7 0 0 0,-19-8 3 0 0,0 0 0 0 0,1-2 0 0 0,52 0 0 0 0,-74-4-3 0 0,1 0-1 0 0,-1-1 0 0 0,0 1 0 0 0,1-2 1 0 0,-1 1-1 0 0,1-1 0 0 0,-1 0 0 0 0,0-1 0 0 0,0 0 1 0 0,0 0-1 0 0,8-6 0 0 0,-12 7-1 0 0,13-8 8 0 0,-14 5-12 0 0,0 0-5 0 0,-2 4 7 0 0,1 0 0 0 0,-1-1 0 0 0,1 1-1 0 0,-1 0 1 0 0,0-1 0 0 0,0 1-1 0 0,1-1 1 0 0,-1 1 0 0 0,0 0-1 0 0,0-1 1 0 0,0 1 0 0 0,0 0-1 0 0,-1-1 1 0 0,1 1 0 0 0,-1-3-1 0 0,1 3 1 0 0,-1 1-1 0 0,1 0 1 0 0,0-1-1 0 0,-1 1 1 0 0,1-1 0 0 0,-1 1-1 0 0,1 0 1 0 0,0-1-1 0 0,-1 1 1 0 0,1 0-1 0 0,-1 0 1 0 0,1-1 0 0 0,-1 1-1 0 0,1 0 1 0 0,-1 0-1 0 0,1 0 1 0 0,-1 0-1 0 0,0-1 1 0 0,1 1-1 0 0,-1 0 1 0 0,1 0 0 0 0,-1 0-1 0 0,1 0 1 0 0,-1 0-1 0 0,0 1 1 0 0,-3-1-2 0 0,1 1 0 0 0,0 0 0 0 0,-1 0 1 0 0,1 1-1 0 0,0-1 0 0 0,0 1 0 0 0,0-1 1 0 0,-5 4-1 0 0,-7 8 26 0 0,1 0-1 0 0,0 1 1 0 0,1 1 0 0 0,1 0 0 0 0,0 1 0 0 0,1 0 0 0 0,1 0 0 0 0,0 1-1 0 0,1 1 1 0 0,1-1 0 0 0,-11 37 0 0 0,17-45-13 0 0,0-1-1 0 0,1 0 1 0 0,0 0 0 0 0,0 1 0 0 0,1-1-1 0 0,0 0 1 0 0,1 1 0 0 0,-1-1 0 0 0,2 0-1 0 0,-1 1 1 0 0,1-1 0 0 0,5 14 0 0 0,-4-16-5 0 0,-1-1 0 0 0,1 0 1 0 0,0 0-1 0 0,0 0 0 0 0,0-1 0 0 0,1 1 1 0 0,0-1-1 0 0,0 0 0 0 0,0 0 0 0 0,0 0 1 0 0,1 0-1 0 0,-1-1 0 0 0,1 0 1 0 0,0 0-1 0 0,0 0 0 0 0,0 0 0 0 0,0-1 1 0 0,1 0-1 0 0,7 2 0 0 0,-3-1-18 0 0,0 0 0 0 0,1-1 0 0 0,-1 0-1 0 0,1-1 1 0 0,-1 0 0 0 0,1-1 0 0 0,0 0 0 0 0,-1 0-1 0 0,1-1 1 0 0,-1-1 0 0 0,1 0 0 0 0,-1 0 0 0 0,0-1-1 0 0,1 0 1 0 0,-1-1 0 0 0,-1 0 0 0 0,1-1 0 0 0,-1 0 0 0 0,1 0-1 0 0,-1-1 1 0 0,-1 0 0 0 0,1 0 0 0 0,7-9 0 0 0,8-12 17 0 0,-2-2 1 0 0,0 0-1 0 0,-2-2 1 0 0,28-57 0 0 0,-38 70 138 0 0,24-45 69 0 0,-33 61-212 0 0,-8 101 219 0 0,1 17 287 0 0,6-103-465 0 0,1 0 1 0 0,0 0-1 0 0,2-1 0 0 0,-1 1 0 0 0,1 0 0 0 0,10 22 0 0 0,-11-31-38 0 0,1 1 0 0 0,0-1-1 0 0,0 1 1 0 0,0-1-1 0 0,1 0 1 0 0,0-1 0 0 0,-1 1-1 0 0,1 0 1 0 0,0-1-1 0 0,1 0 1 0 0,-1 0 0 0 0,1 0-1 0 0,-1-1 1 0 0,1 0 0 0 0,0 0-1 0 0,0 0 1 0 0,0 0-1 0 0,0-1 1 0 0,7 2 0 0 0,2 0-2 0 0,1-1 1 0 0,0 0 0 0 0,0-1 0 0 0,0-1 0 0 0,24-2 0 0 0,-27 0-9 0 0,0 0 0 0 0,0-1 1 0 0,0 0-1 0 0,0-1 1 0 0,-1-1-1 0 0,1 1 1 0 0,-1-2-1 0 0,0 0 0 0 0,-1 0 1 0 0,1-1-1 0 0,-1 0 1 0 0,-1 0-1 0 0,1-1 0 0 0,-1-1 1 0 0,-1 0-1 0 0,12-14 1 0 0,5-12-25 0 0,-1-1 1 0 0,-2-1-1 0 0,23-53 0 0 0,-27 54 40 0 0,22-43-22 0 0,-38 77-3 0 0,1 4-10 0 0,-2-1 25 0 0,0-1-1 0 0,0 1 0 0 0,-1-1 0 0 0,1 0 0 0 0,0 1 1 0 0,-1-1-1 0 0,1 1 0 0 0,0-1 0 0 0,-1 1 1 0 0,1 0-1 0 0,0-1 0 0 0,-1 1 0 0 0,1 0 1 0 0,-1-1-1 0 0,0 1 0 0 0,1 0 0 0 0,-1 0 1 0 0,1-1-1 0 0,-1 1 0 0 0,1 1 0 0 0,2 15 4 0 0,4 22 46 0 0,13 42 0 0 0,-16-69-37 0 0,0 1 1 0 0,1-1-1 0 0,1 0 0 0 0,0 0 1 0 0,1-1-1 0 0,0 1 0 0 0,13 13 1 0 0,-8-11 3 0 0,1-2-1 0 0,1 0 1 0 0,0-1 0 0 0,1 0 0 0 0,0-1 0 0 0,1 0 0 0 0,0-2 0 0 0,0 1 0 0 0,0-2-1 0 0,22 6 1 0 0,-18-7-4 0 0,-1-1 0 0 0,1 0-1 0 0,0-2 1 0 0,1 0-1 0 0,-1-2 1 0 0,1 0 0 0 0,-1-1-1 0 0,38-5 1 0 0,-46 2-16 0 0,-1 0 1 0 0,0 0-1 0 0,0-1 0 0 0,0 0 1 0 0,0-1-1 0 0,-1 0 0 0 0,0-1 1 0 0,0 0-1 0 0,0-1 1 0 0,-1 0-1 0 0,0 0 0 0 0,0-1 1 0 0,-1 0-1 0 0,0 0 0 0 0,10-15 1 0 0,-8 10 36 0 0,-1-1 0 0 0,-1 0 0 0 0,0-1 0 0 0,-1 1 0 0 0,-1-2 0 0 0,0 1 0 0 0,-1-1 0 0 0,-1 1 0 0 0,0-1 0 0 0,2-26 0 0 0,-6-6 218 0 0,0 46-242 0 0,0-1 1 0 0,-1 1 0 0 0,1 0-1 0 0,-1-1 1 0 0,0 1 0 0 0,1-1-1 0 0,-1 1 1 0 0,0 0 0 0 0,-1 0-1 0 0,1-1 1 0 0,0 1-1 0 0,-1 0 1 0 0,1 0 0 0 0,-1 0-1 0 0,-3-3 1 0 0,4 5-8 0 0,0-1 1 0 0,0 1-1 0 0,0-1 0 0 0,0 1 0 0 0,0 0 1 0 0,0-1-1 0 0,-1 1 0 0 0,1 0 0 0 0,0 0 1 0 0,0 0-1 0 0,0 0 0 0 0,0 0 1 0 0,0 0-1 0 0,-1 0 0 0 0,1 0 0 0 0,-1 1 1 0 0,-2-1 3 0 0,-2 1 5 0 0,-1-1 1 0 0,1 1-1 0 0,0 0 0 0 0,-1 1 1 0 0,1 0-1 0 0,0 0 0 0 0,0 0 1 0 0,0 1-1 0 0,0-1 1 0 0,1 1-1 0 0,-1 1 0 0 0,1-1 1 0 0,-1 1-1 0 0,1 0 1 0 0,-6 6-1 0 0,2-1 17 0 0,1 0 0 0 0,0 1 0 0 0,0 0 0 0 0,1 0 0 0 0,0 1 0 0 0,-9 20 0 0 0,14-27-16 0 0,0 0 0 0 0,0 1 0 0 0,1 0 0 0 0,0-1-1 0 0,-1 1 1 0 0,1 0 0 0 0,1 0 0 0 0,-1 0 0 0 0,1 0-1 0 0,0 0 1 0 0,0 0 0 0 0,1-1 0 0 0,-1 1-1 0 0,1 0 1 0 0,3 9 0 0 0,-2-8-1 0 0,1 0-1 0 0,0 0 1 0 0,0 0 0 0 0,1 0 0 0 0,0-1-1 0 0,0 0 1 0 0,0 0 0 0 0,0 0-1 0 0,1 0 1 0 0,8 6 0 0 0,5 2 7 0 0,1-1 0 0 0,0-1 0 0 0,1 0 0 0 0,0-2 1 0 0,41 14-1 0 0,-19-10-184 0 0,1-1 0 0 0,0-3 0 0 0,47 5 0 0 0,-61-11-846 0 0,-1-2 0 0 0,0-1 0 0 0,36-5 0 0 0,-56 4 42 0 0,1-1 0 0 0,0 0 0 0 0,0-1 0 0 0,-1 0 0 0 0,1 0 0 0 0,-1-1 0 0 0,12-7 0 0 0,-2-2-3882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0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1 404 0 0,'-229'17'10666'0'0,"224"-17"-10196"0"0,0 1-1 0 0,-1 0 1 0 0,1 1 0 0 0,0-1 0 0 0,-8 5 0 0 0,13-6-431 0 0,0 0 0 0 0,0 1 0 0 0,0-1 0 0 0,0 0 0 0 0,0 1 0 0 0,0-1 1 0 0,0 0-1 0 0,0 0 0 0 0,1 1 0 0 0,-1-1 0 0 0,0 0 0 0 0,0 1 0 0 0,0-1 1 0 0,0 0-1 0 0,1 0 0 0 0,-1 1 0 0 0,0-1 0 0 0,0 0 0 0 0,1 0 0 0 0,-1 0 0 0 0,0 1 1 0 0,0-1-1 0 0,1 0 0 0 0,-1 0 0 0 0,0 0 0 0 0,1 0 0 0 0,-1 1 0 0 0,0-1 1 0 0,1 0-1 0 0,5 1 83 0 0,0 0 0 0 0,1 0 0 0 0,-1 0 1 0 0,0-1-1 0 0,0 1 0 0 0,1-2 0 0 0,8 0 1 0 0,3 0 15 0 0,178-9 467 0 0,188-4-193 0 0,-366 14-536 0 0,290-2-1438 0 0,-104-5-6270 0 0,-157 4 2558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1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2320 0 0,'48'-7'9876'0'0,"-5"3"-4640"0"0,6-1-2293 0 0,-47 5-3230 0 0,4 5-1061 0 0,9 11-5049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1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66 148 2044 0 0,'-48'-8'9611'0'0,"46"7"-9221"0"0,0 1 0 0 0,1-1 0 0 0,-1 1-1 0 0,1-1 1 0 0,-1 0 0 0 0,1 0 0 0 0,-1 0 0 0 0,1 0 0 0 0,-3-2-1 0 0,10-1-222 0 0,0 1 0 0 0,0 0-1 0 0,0 0 1 0 0,0 0 0 0 0,0 0-1 0 0,13-2 1 0 0,45-9 128 0 0,-50 12-212 0 0,485-52 398 0 0,-298 39-428 0 0,-94 7 83 0 0,-105 8-136 0 0,-9-8 14 0 0,4 7-13 0 0,-23-2-26 0 0,22 3 20 0 0,0 0 0 0 0,0 0 0 0 0,0 0 0 0 0,0 1 0 0 0,0-1 0 0 0,0 1 0 0 0,0 0 0 0 0,0 1 0 0 0,0-1 0 0 0,0 0 0 0 0,1 1 0 0 0,-1 0 0 0 0,1 0 0 0 0,-7 4 1 0 0,5-1-2 0 0,1-1 0 0 0,-1 1 0 0 0,1-1 1 0 0,0 1-1 0 0,0 1 0 0 0,1-1 0 0 0,-1 0 1 0 0,-3 10-1 0 0,-2 6 5 0 0,2 1 0 0 0,0 0 0 0 0,2 1 0 0 0,-4 24 1 0 0,-3 57 219 0 0,-1 132-1 0 0,5-38-39 0 0,8-192-182 0 0,-13 116 292 0 0,10-103 22 0 0,-1-1-1 0 0,-1 1 1 0 0,0-1 0 0 0,-12 24-1 0 0,15-38-234 0 0,0 1 0 0 0,0-1 0 0 0,-1 0 0 0 0,0 0-1 0 0,1-1 1 0 0,-2 1 0 0 0,1 0 0 0 0,0-1 0 0 0,-1 0 0 0 0,1 0 0 0 0,-1 0-1 0 0,0 0 1 0 0,-7 3 0 0 0,4-3-26 0 0,1 0 0 0 0,-1-1 0 0 0,0 0 1 0 0,0 0-1 0 0,1-1 0 0 0,-1 0 0 0 0,0 0 0 0 0,-11-1 0 0 0,-7-1-22 0 0,-1-2-1 0 0,1-1 1 0 0,0-1 0 0 0,-26-9-1 0 0,36 10-1 0 0,11 3-64 0 0,-87-27-798 0 0,78 23-964 0 0,0 0-1 0 0,-16-10 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2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60 3016 0 0,'60'-60'9871'0'0,"-59"61"-9800"0"0,0-1 1 0 0,0 1-1 0 0,0-1 1 0 0,0 1 0 0 0,0 0-1 0 0,0-1 1 0 0,0 1 0 0 0,0 0-1 0 0,-1 0 1 0 0,1-1 0 0 0,0 1-1 0 0,-1 0 1 0 0,1 0-1 0 0,0 0 1 0 0,-1 0 0 0 0,1 0-1 0 0,-1 0 1 0 0,0 0 0 0 0,1 2-1 0 0,1 27 582 0 0,-1 1 0 0 0,-2-1 0 0 0,-1 0-1 0 0,-11 57 1 0 0,5-37-235 0 0,-15 92 241 0 0,-22 192-9 0 0,34-220-342 0 0,11-113-304 0 0,-1-1 0 0 0,1 1 0 0 0,0 0 0 0 0,0-1 0 0 0,0 1 0 0 0,0-1 0 0 0,0 1-1 0 0,0 0 1 0 0,0-1 0 0 0,0 1 0 0 0,0 0 0 0 0,0-1 0 0 0,0 1 0 0 0,0-1-1 0 0,0 1 1 0 0,0 0 0 0 0,1-1 0 0 0,-1 1 0 0 0,0-1 0 0 0,0 1 0 0 0,1-1-1 0 0,-1 1 1 0 0,1 0 0 0 0,-1-1 0 0 0,1 0-1 0 0,-1 0 0 0 0,1 0 1 0 0,0 0-1 0 0,-1 0 0 0 0,1 0 1 0 0,-1 0-1 0 0,1 0 0 0 0,-1 0 1 0 0,1 0-1 0 0,-1 0 0 0 0,1 0 1 0 0,-1 0-1 0 0,1-1 1 0 0,-1 1-1 0 0,0 0 0 0 0,1 0 1 0 0,-1-1-1 0 0,1 1 0 0 0,-1 0 1 0 0,1-1-1 0 0,2-1 5 0 0,1-1-1 0 0,-1 0 1 0 0,0 0 0 0 0,-1 0-1 0 0,6-6 1 0 0,60-122 50 0 0,-23 43-100 0 0,-40 76 25 0 0,-4 10 7 0 0,0 0 0 0 0,0 0 0 0 0,-1 0 0 0 0,1 1 0 0 0,0-1 0 0 0,1 0 0 0 0,-1 0 0 0 0,0 1-1 0 0,0-1 1 0 0,1 1 0 0 0,-1-1 0 0 0,1 1 0 0 0,-1 0 0 0 0,1-1 0 0 0,0 1 0 0 0,2-1 0 0 0,-2 1-7 0 0,1 2 9 0 0,0 0 6 0 0,0 1 1 0 0,0-1-1 0 0,0 1 1 0 0,0 0-1 0 0,-1 0 1 0 0,1 0-1 0 0,-1 0 1 0 0,0 1-1 0 0,1-1 0 0 0,-1 0 1 0 0,0 1-1 0 0,0 0 1 0 0,-1-1-1 0 0,1 1 1 0 0,0 0-1 0 0,-1 0 1 0 0,0 0-1 0 0,0 0 1 0 0,1 4-1 0 0,5 15 11 0 0,-2 1 0 0 0,0 0 0 0 0,2 44 1 0 0,-6-41 0 0 0,3 1 0 0 0,9 39 0 0 0,-12-62-7 0 0,0 0 0 0 0,1 0-1 0 0,-1 0 1 0 0,1-1 0 0 0,0 1 0 0 0,0 0 0 0 0,0-1 0 0 0,0 0 0 0 0,1 1-1 0 0,-1-1 1 0 0,1 0 0 0 0,0-1 0 0 0,0 1 0 0 0,0 0 0 0 0,1-1 0 0 0,-1 1-1 0 0,0-1 1 0 0,5 2 0 0 0,-5-3-9 0 0,0 0 1 0 0,1 0-1 0 0,-1 0 0 0 0,0-1 0 0 0,1 1 0 0 0,-1-1 1 0 0,0 0-1 0 0,1 1 0 0 0,-1-2 0 0 0,0 1 0 0 0,1 0 0 0 0,-1-1 1 0 0,0 1-1 0 0,0-1 0 0 0,1 0 0 0 0,-1 0 0 0 0,0-1 1 0 0,0 1-1 0 0,0 0 0 0 0,0-1 0 0 0,0 0 0 0 0,2-2 0 0 0,6-5-44 0 0,0 0-1 0 0,-1-1 0 0 0,0 0 0 0 0,-1 0 0 0 0,0-1 0 0 0,0-1 1 0 0,-2 0-1 0 0,1 0 0 0 0,9-23 0 0 0,2-10-31 0 0,19-68-1 0 0,-37 110 82 0 0,26-108-38 0 0,-27 109 31 0 0,-8 33-27 0 0,1-5-95 0 0,2 1 1 0 0,1-1-1 0 0,1 1 1 0 0,2 0-1 0 0,0 0 1 0 0,2 0-1 0 0,1-1 1 0 0,1 1-1 0 0,9 35 1 0 0,-10-55-358 0 0,0 0-1 0 0,0 0 1 0 0,1-1-1 0 0,0 0 1 0 0,0 1-1 0 0,1-1 1 0 0,4 6 0 0 0,-5-8-321 0 0,0 0 0 0 0,1-1 0 0 0,-1 0-1 0 0,1 0 1 0 0,-1 0 0 0 0,1 0 0 0 0,4 2 0 0 0,6 2-3963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3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52 636 0 0,'1'-3'759'0'0,"-1"-1"0"0"0,0 1 0 0 0,0-1 0 0 0,-1 1 0 0 0,1-1 0 0 0,-1 1 0 0 0,0-1-1 0 0,0 1 1 0 0,-1-4 0 0 0,1 5-665 0 0,0 1 0 0 0,0 0-1 0 0,0 0 1 0 0,0 0 0 0 0,0 0-1 0 0,-1 1 1 0 0,1-1 0 0 0,0 0 0 0 0,0 0-1 0 0,-1 1 1 0 0,1-1 0 0 0,0 0-1 0 0,-1 1 1 0 0,1 0 0 0 0,0-1-1 0 0,-1 1 1 0 0,1 0 0 0 0,-1-1-1 0 0,1 1 1 0 0,-1 0 0 0 0,1 0 0 0 0,0 0-1 0 0,-1 1 1 0 0,-2-1 0 0 0,-2 1 5 0 0,0 0 1 0 0,0 0-1 0 0,0 0 0 0 0,1 1 1 0 0,-1 0-1 0 0,0 0 1 0 0,1 0-1 0 0,-1 1 1 0 0,1 0-1 0 0,0 0 1 0 0,0 0-1 0 0,0 1 1 0 0,0 0-1 0 0,1 0 0 0 0,-5 4 1 0 0,6-5-65 0 0,0 0 0 0 0,1 0 0 0 0,0 0 0 0 0,0 0 1 0 0,-1 0-1 0 0,2 1 0 0 0,-1-1 0 0 0,0 0 0 0 0,1 1 0 0 0,-1 0 0 0 0,1-1 0 0 0,0 1 1 0 0,0 0-1 0 0,1-1 0 0 0,-1 1 0 0 0,1 0 0 0 0,0 0 0 0 0,0 0 0 0 0,0 0 0 0 0,0-1 0 0 0,1 1 1 0 0,0 0-1 0 0,1 7 0 0 0,7 7 226 0 0,0-1 1 0 0,1 0 0 0 0,1 0-1 0 0,0-1 1 0 0,2 0-1 0 0,15 16 1 0 0,22 29 534 0 0,-49-59-743 0 0,0-1 0 0 0,0 1-1 0 0,0-1 1 0 0,0 1 0 0 0,0 0 0 0 0,0-1 0 0 0,0 1 0 0 0,0 0 0 0 0,-1 0 0 0 0,1 0 0 0 0,-1 0-1 0 0,1 0 1 0 0,-1 0 0 0 0,0 0 0 0 0,0-1 0 0 0,0 1 0 0 0,0 0 0 0 0,0 0 0 0 0,0 0 0 0 0,-1 0-1 0 0,1 0 1 0 0,-1 3 0 0 0,-1-3-6 0 0,1 1-1 0 0,-1 0 1 0 0,0-1-1 0 0,0 1 1 0 0,0-1-1 0 0,0 1 1 0 0,0-1-1 0 0,0 0 1 0 0,-1 0 0 0 0,1 0-1 0 0,-1 0 1 0 0,-4 2-1 0 0,-3 1-129 0 0,0-1 0 0 0,0 0 1 0 0,0 0-1 0 0,0-1 0 0 0,0 0 0 0 0,-1-1 0 0 0,-13 2 1 0 0,5-4-1278 0 0,1 0 0 0 0,0-1 0 0 0,-1 0 1 0 0,1-2-1 0 0,0 0 0 0 0,-34-12 0 0 0,13 1-3505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3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89 476 0 0,'10'-12'3236'0'0,"-3"0"-959"0"0,0 3-477 0 0,2-1-404 0 0,1 1-324 0 0,-1 4-232 0 0,4-2-148 0 0,3-2-172 0 0,-1 6-264 0 0,1-2-516 0 0,1 1-320 0 0,-5 3-796 0 0,7-1-6569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4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6 2708 0 0,'-10'-5'16402'0'0,"9"6"-16398"0"0,0-1 0 0 0,0 1 0 0 0,1-1 0 0 0,-1 1 0 0 0,0 0-1 0 0,1 0 1 0 0,-1-1 0 0 0,0 1 0 0 0,1 0 0 0 0,-1 0 0 0 0,1 0 0 0 0,0 0-1 0 0,-1 0 1 0 0,1 0 0 0 0,-1 0 0 0 0,1 0 0 0 0,0 0 0 0 0,0 0-1 0 0,0 0 1 0 0,0 0 0 0 0,0 0 0 0 0,0 0 0 0 0,0 0 0 0 0,0 0 0 0 0,0 1-1 0 0,4 39 234 0 0,-2-18-151 0 0,-4 155 272 0 0,-9-60-6414 0 0,4-94-127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4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2796 0 0,'2'-12'2108'0'0,"0"2"781"0"0,-2-4-1077 0 0,2 0-816 0 0,-1 6-808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4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1324 0 0,'2'2'2351'0'0,"49"77"5588"0"0,-7 7-6217 0 0,-33-61-1734 0 0,-2 0 1 0 0,-1 0 0 0 0,0 1-1 0 0,-2 0 1 0 0,3 33-1 0 0,-8-52 145 0 0,2 14-132 0 0,-3-21-5 0 0,0 0 0 0 0,0 0 1 0 0,0 0-1 0 0,0 0 0 0 0,0 0 0 0 0,0-1 1 0 0,0 1-1 0 0,0 0 0 0 0,0 0 0 0 0,0 0 0 0 0,0 0 1 0 0,0 0-1 0 0,0 0 0 0 0,0 0 0 0 0,0 0 0 0 0,0 0 1 0 0,0 0-1 0 0,0 0 0 0 0,0 0 0 0 0,0 0 0 0 0,0 0 1 0 0,0 0-1 0 0,0 0 0 0 0,0 0 0 0 0,1 0 0 0 0,-1 0 1 0 0,0 0-1 0 0,0 0 0 0 0,0 0 0 0 0,0 0 0 0 0,0 0 1 0 0,0 0-1 0 0,0 0 0 0 0,0 0 0 0 0,0 0 1 0 0,0 0-1 0 0,0 0 0 0 0,0 0 0 0 0,0 0 0 0 0,0 0 1 0 0,0 0-1 0 0,0 1 0 0 0,2-15-183 0 0,-2 13 183 0 0,2-35-12 0 0,2-1 0 0 0,2 1 0 0 0,10-36 0 0 0,-14 63 55 0 0,1 0-1 0 0,0 1 0 0 0,0-1 0 0 0,1 1 0 0 0,0-1 0 0 0,1 1 1 0 0,0 0-1 0 0,0 0 0 0 0,1 1 0 0 0,0 0 0 0 0,0 0 1 0 0,1 0-1 0 0,-1 1 0 0 0,1 0 0 0 0,1 0 0 0 0,-1 1 0 0 0,14-8 1 0 0,-18 12-34 0 0,1-1 0 0 0,-1 0 0 0 0,1 1 1 0 0,0 0-1 0 0,-1 0 0 0 0,1 0 0 0 0,0 1 1 0 0,0-1-1 0 0,6 1 0 0 0,15-1-7 0 0,-16 3-1 0 0,-1 2 7 0 0,-3-3 2 0 0,-1 1 0 0 0,0 1 0 0 0,0-1 0 0 0,-1 0 1 0 0,1 1-1 0 0,0 0 0 0 0,-1 0 0 0 0,0 0 0 0 0,1 0 0 0 0,-1 1 0 0 0,-1-1 0 0 0,1 1 1 0 0,0 0-1 0 0,-1 0 0 0 0,0 0 0 0 0,0 0 0 0 0,0 0 0 0 0,0 0 0 0 0,-1 1 0 0 0,2 5 1 0 0,-1 3 16 0 0,0-1 1 0 0,0 1-1 0 0,-2-1 1 0 0,1 1-1 0 0,-3 16 1 0 0,1 32-7075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5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121 149 1740 0 0,'7'-8'9918'0'0,"-7"8"-9856"0"0,0-1 0 0 0,0 1 0 0 0,1 0 0 0 0,-1 0 0 0 0,0 0 1 0 0,0 0-1 0 0,1 0 0 0 0,-1-1 0 0 0,0 1 0 0 0,0 0 0 0 0,1 0 0 0 0,-1 0 1 0 0,0 0-1 0 0,1 0 0 0 0,-1 0 0 0 0,0 0 0 0 0,0 0 0 0 0,1 0 0 0 0,-1 0 1 0 0,0 0-1 0 0,1 0 0 0 0,-1 0 0 0 0,0 1 0 0 0,0-1 0 0 0,1 0 0 0 0,-1 0 1 0 0,0 0-1 0 0,0 0 0 0 0,1 0 0 0 0,-1 1 0 0 0,0-1 0 0 0,0 0 0 0 0,1 0 1 0 0,11 12 438 0 0,-10-10-481 0 0,1 1-1 0 0,-1-1 1 0 0,1 1 0 0 0,0-1-1 0 0,-1 0 1 0 0,1 0 0 0 0,5 3-1 0 0,-4-4 2 0 0,0 0-1 0 0,0 0 1 0 0,0 0-1 0 0,1-1 0 0 0,-1 0 1 0 0,0 1-1 0 0,0-1 1 0 0,0-1-1 0 0,1 1 0 0 0,-1-1 1 0 0,0 1-1 0 0,0-1 1 0 0,0 0-1 0 0,5-3 0 0 0,-7 4-15 0 0,0-1-1 0 0,0 0 0 0 0,0 0 0 0 0,-1 0 0 0 0,1 0 0 0 0,0 0 0 0 0,0-1 0 0 0,-1 1 1 0 0,1 0-1 0 0,-1-1 0 0 0,1 1 0 0 0,-1-1 0 0 0,0 0 0 0 0,1 1 0 0 0,-1-1 0 0 0,0 0 1 0 0,0 0-1 0 0,0 0 0 0 0,-1 0 0 0 0,1 0 0 0 0,0 0 0 0 0,-1 0 0 0 0,1 0 0 0 0,-1 0 0 0 0,0 0 1 0 0,1 0-1 0 0,-1 0 0 0 0,0 0 0 0 0,0 0 0 0 0,-1 0 0 0 0,1-3 0 0 0,-2-2-7 0 0,1 1-1 0 0,-1-1 1 0 0,-1 0 0 0 0,1 1-1 0 0,-1 0 1 0 0,0-1-1 0 0,0 1 1 0 0,-1 0-1 0 0,0 1 1 0 0,0-1 0 0 0,0 1-1 0 0,-1 0 1 0 0,0 0-1 0 0,0 0 1 0 0,0 0-1 0 0,0 1 1 0 0,-1 0-1 0 0,-9-6 1 0 0,13 9 0 0 0,0 1 0 0 0,1-1 0 0 0,-1 1 0 0 0,1-1 0 0 0,-1 1-1 0 0,0 0 1 0 0,0 0 0 0 0,1 0 0 0 0,-1 0 0 0 0,0 0 0 0 0,1 0 0 0 0,-1 0 0 0 0,0 0 0 0 0,1 1 0 0 0,-1-1-1 0 0,0 1 1 0 0,-1 0 0 0 0,-25 13-60 0 0,19-6 50 0 0,0-1 0 0 0,1 1 1 0 0,0 0-1 0 0,0 1 0 0 0,1 0 0 0 0,0 0 0 0 0,-9 16 0 0 0,4-3 8 0 0,1 0 1 0 0,-12 35-1 0 0,20-48 5 0 0,0 0-1 0 0,1 0 1 0 0,0 0 0 0 0,0 0 0 0 0,1 0-1 0 0,0 1 1 0 0,0-1 0 0 0,1 1 0 0 0,2 12-1 0 0,-1-17 3 0 0,0 0 0 0 0,0-1-1 0 0,1 1 1 0 0,0-1 0 0 0,-1 1-1 0 0,2-1 1 0 0,-1 0 0 0 0,0 1-1 0 0,1-1 1 0 0,0-1 0 0 0,0 1-1 0 0,0 0 1 0 0,0-1-1 0 0,1 1 1 0 0,-1-1 0 0 0,1 0-1 0 0,0 0 1 0 0,0-1 0 0 0,0 1-1 0 0,5 2 1 0 0,3 0-181 0 0,0 0 1 0 0,0-1-1 0 0,1 0 1 0 0,0-1-1 0 0,0 0 1 0 0,0-1-1 0 0,22 0 1 0 0,-2-1-1320 0 0,63-8 1 0 0,32-17-3372 0 0,-85 13 1967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5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178 142 600 0 0,'4'-7'1136'0'0,"1"-1"-1"0"0,-1 1 1 0 0,0-1-1 0 0,-1 0 1 0 0,0 0-1 0 0,3-11 1 0 0,-5 16-829 0 0,0-1-1 0 0,-1 0 1 0 0,1 1 0 0 0,-1-1-1 0 0,0 0 1 0 0,0 1 0 0 0,0-1-1 0 0,-1 0 1 0 0,1 1 0 0 0,-1-1-1 0 0,0 0 1 0 0,0 1 0 0 0,0-1 0 0 0,-1 1-1 0 0,1-1 1 0 0,-3-3 0 0 0,3 6-277 0 0,1 0-1 0 0,-1 0 1 0 0,0 0 0 0 0,0 0 0 0 0,0 1 0 0 0,0-1 0 0 0,1 0 0 0 0,-1 1 0 0 0,0-1 0 0 0,0 1 0 0 0,0-1 0 0 0,0 1 0 0 0,0-1-1 0 0,-1 1 1 0 0,1-1 0 0 0,0 1 0 0 0,0 0 0 0 0,0 0 0 0 0,0 0 0 0 0,0-1 0 0 0,0 1 0 0 0,-1 0 0 0 0,1 1 0 0 0,0-1 0 0 0,0 0-1 0 0,0 0 1 0 0,0 0 0 0 0,0 1 0 0 0,0-1 0 0 0,-2 1 0 0 0,-1 0-6 0 0,0 1 1 0 0,1 0-1 0 0,-1 0 0 0 0,0 0 1 0 0,-6 4-1 0 0,-5 7 16 0 0,1 0 0 0 0,0 0 0 0 0,0 2 0 0 0,2-1 0 0 0,-13 19 0 0 0,20-25-36 0 0,0 0-1 0 0,0 0 1 0 0,1 0 0 0 0,0 0 0 0 0,0 1-1 0 0,1 0 1 0 0,0 0 0 0 0,1 0 0 0 0,0 0-1 0 0,0 0 1 0 0,1 0 0 0 0,0 18 0 0 0,1-24-7 0 0,1 1 0 0 0,-1-1 0 0 0,1 1 1 0 0,0-1-1 0 0,0 0 0 0 0,0 1 0 0 0,0-1 0 0 0,1 0 1 0 0,-1 0-1 0 0,1 0 0 0 0,0 0 0 0 0,0 0 0 0 0,0 0 1 0 0,0-1-1 0 0,1 1 0 0 0,-1-1 0 0 0,1 1 1 0 0,-1-1-1 0 0,1 0 0 0 0,0 0 0 0 0,0 0 0 0 0,0 0 1 0 0,0-1-1 0 0,0 1 0 0 0,0-1 0 0 0,1 0 0 0 0,-1 0 1 0 0,0 0-1 0 0,1 0 0 0 0,-1 0 0 0 0,7 0 1 0 0,-5-1-44 0 0,0 0 1 0 0,0 0 0 0 0,0 0-1 0 0,0 0 1 0 0,0-1-1 0 0,0 1 1 0 0,0-1 0 0 0,-1-1-1 0 0,1 1 1 0 0,0-1 0 0 0,-1 0-1 0 0,1 0 1 0 0,-1 0 0 0 0,1 0-1 0 0,-1-1 1 0 0,0 0 0 0 0,0 0-1 0 0,0 0 1 0 0,-1 0 0 0 0,1-1-1 0 0,-1 1 1 0 0,5-6 0 0 0,0-8 213 0 0,0 0 0 0 0,0 0 0 0 0,-2 0 0 0 0,0-1 0 0 0,5-24 0 0 0,5-18 1540 0 0,-15 59-1661 0 0,-11 801 3440 0 0,-4-519-3697 0 0,7-176-3343 0 0,6-97 2777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6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78 119 788 0 0,'-19'-80'11118'0'0,"9"42"-7405"0"0,-4 57-2889 0 0,6 6-609 0 0,1 1 1 0 0,1-1-1 0 0,1 1 1 0 0,1 0-1 0 0,1 0 1 0 0,2 0-1 0 0,2 33 1 0 0,0-46-189 0 0,0-1 1 0 0,1 1-1 0 0,1 0 1 0 0,0 0-1 0 0,1-1 1 0 0,0 0-1 0 0,12 23 1 0 0,-12-29-14 0 0,-1 0 0 0 0,1-1 1 0 0,0 0-1 0 0,1 1 1 0 0,-1-1-1 0 0,1-1 0 0 0,0 1 1 0 0,0-1-1 0 0,0 0 0 0 0,1 0 1 0 0,0 0-1 0 0,-1-1 1 0 0,1 0-1 0 0,0 0 0 0 0,1 0 1 0 0,12 3-1 0 0,-9-4-59 0 0,0 0 0 0 0,-1 0 0 0 0,1-1 0 0 0,1 0 0 0 0,-1-1 0 0 0,0 0 0 0 0,0-1-1 0 0,0 0 1 0 0,0 0 0 0 0,11-4 0 0 0,-14 3-48 0 0,1-1 0 0 0,-1 0 0 0 0,0-1 0 0 0,0 1 0 0 0,0-1 0 0 0,0 0 0 0 0,-1-1 0 0 0,1 0 0 0 0,-1 0 0 0 0,-1 0 0 0 0,1-1 0 0 0,-1 0 0 0 0,7-8 0 0 0,-1-4-29 0 0,0 0 1 0 0,-1 0 0 0 0,0-1-1 0 0,-2 0 1 0 0,0-1-1 0 0,8-36 1 0 0,-6 8 819 0 0,8-86 0 0 0,-15 96-393 0 0,-15 58-57 0 0,-4 30 517 0 0,-18 97-1 0 0,31-124-994 0 0,0 1 0 0 0,2 0 0 0 0,0 0 0 0 0,2 0 0 0 0,0 0 0 0 0,7 33 0 0 0,-7-53-77 0 0,0-1-1 0 0,0 1 1 0 0,1 0 0 0 0,-1-1-1 0 0,1 1 1 0 0,-1-1 0 0 0,1 1-1 0 0,1-1 1 0 0,-1 0 0 0 0,0 1-1 0 0,1-1 1 0 0,-1 0 0 0 0,1-1-1 0 0,3 4 1 0 0,-3-4-349 0 0,0 0 1 0 0,0 0-1 0 0,0-1 1 0 0,0 1-1 0 0,1-1 0 0 0,-1 1 1 0 0,0-1-1 0 0,1 0 0 0 0,6 1 1 0 0,8 0-3626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6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179 126 2248 0 0,'2'-6'1168'0'0,"0"-1"0"0"0,0 0 0 0 0,0 0 0 0 0,-1 0 0 0 0,0-1 0 0 0,0-12 0 0 0,-1 16-878 0 0,0 0 1 0 0,-1 1-1 0 0,1-1 0 0 0,-1 1 1 0 0,0-1-1 0 0,0 1 0 0 0,0 0 0 0 0,0-1 1 0 0,-1 1-1 0 0,1 0 0 0 0,-1 0 1 0 0,0 0-1 0 0,0 0 0 0 0,0 0 0 0 0,-3-4 1 0 0,4 7-261 0 0,0-1 0 0 0,0 0 1 0 0,0 0-1 0 0,0 1 0 0 0,0-1 1 0 0,-1 1-1 0 0,1-1 0 0 0,0 1 1 0 0,0-1-1 0 0,0 1 0 0 0,-1 0 1 0 0,1 0-1 0 0,0-1 0 0 0,0 1 1 0 0,-1 0-1 0 0,1 0 0 0 0,0 0 1 0 0,-1 0-1 0 0,1 1 0 0 0,0-1 1 0 0,0 0-1 0 0,-1 0 1 0 0,1 1-1 0 0,0-1 0 0 0,0 1 1 0 0,0-1-1 0 0,0 1 0 0 0,-3 1 1 0 0,-25 21 111 0 0,17-12-116 0 0,1 1 0 0 0,1 0-1 0 0,0 1 1 0 0,1 0 0 0 0,0 1-1 0 0,-6 14 1 0 0,11-20-20 0 0,0 0 0 0 0,1 0 0 0 0,0 1 1 0 0,0 0-1 0 0,1-1 0 0 0,0 1 0 0 0,0 0 0 0 0,1 0 1 0 0,0 0-1 0 0,1 0 0 0 0,0 0 0 0 0,1 10 0 0 0,0-15-15 0 0,0-1-1 0 0,-1 1 1 0 0,2 0-1 0 0,-1-1 1 0 0,0 1-1 0 0,1-1 1 0 0,-1 0-1 0 0,1 1 1 0 0,0-1-1 0 0,0 0 0 0 0,1 0 1 0 0,-1 0-1 0 0,0-1 1 0 0,1 1-1 0 0,0 0 1 0 0,0-1-1 0 0,-1 0 1 0 0,1 1-1 0 0,1-1 0 0 0,-1-1 1 0 0,0 1-1 0 0,0 0 1 0 0,1-1-1 0 0,-1 1 1 0 0,1-1-1 0 0,0 0 1 0 0,-1 0-1 0 0,1-1 1 0 0,0 1-1 0 0,-1-1 0 0 0,1 0 1 0 0,0 1-1 0 0,-1-2 1 0 0,1 1-1 0 0,0 0 1 0 0,0-1-1 0 0,-1 0 1 0 0,1 0-1 0 0,-1 0 0 0 0,1 0 1 0 0,-1 0-1 0 0,6-4 1 0 0,-1 1-36 0 0,-1-1-1 0 0,0 0 1 0 0,-1 0 0 0 0,1-1-1 0 0,-1 0 1 0 0,0 0 0 0 0,0 0 0 0 0,-1-1-1 0 0,0 0 1 0 0,0 0 0 0 0,0 0-1 0 0,-1-1 1 0 0,0 1 0 0 0,3-11 0 0 0,0-3 189 0 0,0 0 1 0 0,-2 0 0 0 0,0-1 0 0 0,1-27-1 0 0,-3 38-91 0 0,1 16 36 0 0,0 15 6 0 0,-3 3-24 0 0,2 0-1 0 0,0 0 1 0 0,2 0-1 0 0,9 26 1 0 0,-11-38-88 0 0,1-1 0 0 0,0-1 0 0 0,1 1-1 0 0,0-1 1 0 0,0 1 0 0 0,1-1 0 0 0,0-1 0 0 0,1 1-1 0 0,0-1 1 0 0,0 0 0 0 0,11 8 0 0 0,-13-13-245 0 0,0 0 1 0 0,-1 0 0 0 0,1 0-1 0 0,1-1 1 0 0,-1 0-1 0 0,0 0 1 0 0,0-1-1 0 0,1 1 1 0 0,-1-1-1 0 0,1 0 1 0 0,-1-1 0 0 0,1 1-1 0 0,-1-1 1 0 0,1 0-1 0 0,9-1 1 0 0,-10 0-427 0 0,1 0 1 0 0,0-1 0 0 0,0 1 0 0 0,-1-1 0 0 0,1 0-1 0 0,-1-1 1 0 0,1 1 0 0 0,9-7 0 0 0,1-4-2910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6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69 292 1940 0 0,'-45'-221'10959'0'0,"31"174"-8842"0"0,4 23-539 0 0,12 57-840 0 0,1 0 1 0 0,13 56 0 0 0,-2-18-172 0 0,27 189 140 0 0,7 269 0 0 0,-48-508-1276 0 0,4 55-1070 0 0,4-39-1587 0 0,7-6-3452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7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2360 0 0,'4'-29'8609'0'0,"-1"8"-3810"0"0,-3 21-4747 0 0,0 0 0 0 0,0-1-1 0 0,0 1 1 0 0,1 0 0 0 0,-1 0 0 0 0,0 0-1 0 0,0-1 1 0 0,0 1 0 0 0,0 0 0 0 0,0 0-1 0 0,0 0 1 0 0,0-1 0 0 0,0 1-1 0 0,0 0 1 0 0,0 0 0 0 0,0-1 0 0 0,0 1-1 0 0,0 0 1 0 0,0 0 0 0 0,0 0 0 0 0,0-1-1 0 0,0 1 1 0 0,0 0 0 0 0,0 0 0 0 0,0 0-1 0 0,-1-1 1 0 0,1 1 0 0 0,0 0 0 0 0,0 0-1 0 0,0 0 1 0 0,0-1 0 0 0,0 1-1 0 0,0 0 1 0 0,-1 0 0 0 0,-2-1 1079 0 0,2 10-381 0 0,0 24-607 0 0,0-7 12 0 0,1 1 1 0 0,2-1-1 0 0,8 49 1 0 0,-8-68-599 0 0,0 1 0 0 0,0-1-1 0 0,1 0 1 0 0,0 0 0 0 0,1 0 0 0 0,0 0 0 0 0,6 9-1 0 0,-6-12-312 0 0,-1 0-1 0 0,1 0 0 0 0,0 0 1 0 0,0 0-1 0 0,0-1 0 0 0,1 0 0 0 0,-1 0 1 0 0,1 0-1 0 0,0 0 0 0 0,0-1 0 0 0,9 4 1 0 0,2-2-4439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7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80 376 0 0,'6'-35'12013'0'0,"-7"63"-10779"0"0,2 1 0 0 0,1-1 1 0 0,1 1-1 0 0,11 42 0 0 0,-13-64-1213 0 0,1-1-1 0 0,1 1 1 0 0,-1 0 0 0 0,1-1 0 0 0,0 1 0 0 0,1-1-1 0 0,-1 0 1 0 0,1 0 0 0 0,1 0 0 0 0,-1 0-1 0 0,1-1 1 0 0,0 0 0 0 0,0 0 0 0 0,0 0-1 0 0,1-1 1 0 0,0 1 0 0 0,0-1 0 0 0,0-1 0 0 0,0 1-1 0 0,1-1 1 0 0,-1 0 0 0 0,1 0 0 0 0,10 2-1 0 0,-4-3-4 0 0,-1 0 0 0 0,0 0 0 0 0,1-1 0 0 0,-1-1 0 0 0,1 0 0 0 0,-1-1 0 0 0,1 0 0 0 0,-1-1 0 0 0,0 0 0 0 0,0-1 0 0 0,0-1 0 0 0,0 0 0 0 0,0 0 0 0 0,-1-1 0 0 0,19-11 0 0 0,-22 11-8 0 0,0 0-1 0 0,-1-1 0 0 0,0 0 0 0 0,0 0 0 0 0,0 0 1 0 0,-1-1-1 0 0,0 0 0 0 0,0 0 0 0 0,-1-1 0 0 0,0 1 0 0 0,0-1 1 0 0,-1 0-1 0 0,0-1 0 0 0,0 1 0 0 0,-1-1 0 0 0,0 1 1 0 0,-1-1-1 0 0,0 0 0 0 0,0 0 0 0 0,-1 0 0 0 0,1-17 0 0 0,-2 21-8 0 0,-1 0-1 0 0,1 0 1 0 0,-1 0-1 0 0,0 0 1 0 0,0 0-1 0 0,0 0 1 0 0,-1 0-1 0 0,1 0 1 0 0,-1 0-1 0 0,0 1 1 0 0,-1-1-1 0 0,1 1 1 0 0,-1 0-1 0 0,-5-7 1 0 0,3 6-1 0 0,0 0-1 0 0,0 0 1 0 0,0 1 0 0 0,-1 0 0 0 0,0 0-1 0 0,1 1 1 0 0,-1-1 0 0 0,0 1 0 0 0,-13-4 0 0 0,7 3-6 0 0,0 1 1 0 0,0 0 0 0 0,0 1 0 0 0,-1 1-1 0 0,1 0 1 0 0,0 0 0 0 0,-1 2-1 0 0,1-1 1 0 0,0 1 0 0 0,0 1 0 0 0,-21 5-1 0 0,16-1 14 0 0,1 0-1 0 0,0 1 0 0 0,0 0 0 0 0,1 1 0 0 0,-24 17 1 0 0,34-22-95 0 0,0 1 0 0 0,1 0 0 0 0,-1 0 0 0 0,1 0 0 0 0,-1 0 0 0 0,1 1 0 0 0,1 0 0 0 0,-1 0 0 0 0,1 0 0 0 0,0 0 0 0 0,0 0 0 0 0,0 1 0 0 0,1-1 1 0 0,0 1-1 0 0,0 0 0 0 0,0 0 0 0 0,1-1 0 0 0,-1 1 0 0 0,1 10 0 0 0,1-13-189 0 0,0 0 1 0 0,0 0-1 0 0,1 0 1 0 0,-1 0-1 0 0,1 0 1 0 0,0 0-1 0 0,0 0 1 0 0,0-1-1 0 0,1 1 1 0 0,-1 0-1 0 0,0-1 1 0 0,1 1 0 0 0,0-1-1 0 0,0 1 1 0 0,3 3-1 0 0,23 16-5757 0 0,-15-14 1321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8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1772 0 0,'5'-15'4240'0'0,"3"-5"982"0"0,-7 20-5182 0 0,-1 0-1 0 0,0 0 1 0 0,0 0-1 0 0,0 0 1 0 0,0 0 0 0 0,0 0-1 0 0,0-1 1 0 0,1 1-1 0 0,-1 0 1 0 0,0 0-1 0 0,0 0 1 0 0,0 0-1 0 0,0 0 1 0 0,1 0-1 0 0,-1 0 1 0 0,0 0-1 0 0,0 0 1 0 0,0 0-1 0 0,1 0 1 0 0,-1 0-1 0 0,0 0 1 0 0,0 0-1 0 0,0 0 1 0 0,0 0 0 0 0,1 0-1 0 0,-1 0 1 0 0,0 0-1 0 0,0 0 1 0 0,0 0-1 0 0,0 1 1 0 0,1-1-1 0 0,-1 0 1 0 0,0 0-1 0 0,0 0 1 0 0,0 0-1 0 0,0 0 1 0 0,0 0-1 0 0,0 0 1 0 0,1 1-1 0 0,-1-1 1 0 0,8 10 1047 0 0,3 9 89 0 0,-6-4-680 0 0,1-1 0 0 0,-2 1 0 0 0,0-1 0 0 0,3 23 0 0 0,3 65 219 0 0,-4-29-392 0 0,-1-12-49 0 0,-5-61-270 0 0,0 1 0 0 0,0-1-1 0 0,0 1 1 0 0,0-1 0 0 0,0 1 0 0 0,0-1-1 0 0,0 1 1 0 0,0-1 0 0 0,0 1-1 0 0,0-1 1 0 0,0 1 0 0 0,1-1-1 0 0,-1 1 1 0 0,0-1 0 0 0,0 1-1 0 0,0-1 1 0 0,1 1 0 0 0,-1-1-1 0 0,0 1 1 0 0,1-1 0 0 0,-1 1 0 0 0,0-1-1 0 0,1 0 1 0 0,-1 1 0 0 0,0-1-1 0 0,1 0 1 0 0,-1 1 0 0 0,1-1-1 0 0,0 0 1 0 0,0 1-2 0 0,-1-1 0 0 0,1 0 1 0 0,0-1-1 0 0,0 1 0 0 0,0 0 0 0 0,0 0 1 0 0,0 0-1 0 0,-1 0 0 0 0,1-1 0 0 0,0 1 0 0 0,0 0 1 0 0,0-1-1 0 0,-1 1 0 0 0,1-1 0 0 0,1 0 0 0 0,22-21-27 0 0,54-102-409 0 0,-54 82 357 0 0,49-64 1 0 0,-71 103 68 0 0,1 0 0 0 0,-1 0 1 0 0,1 0-1 0 0,0 0 0 0 0,0 1 1 0 0,0-1-1 0 0,0 1 0 0 0,0 0 1 0 0,1 0-1 0 0,3-2 0 0 0,-6 4 10 0 0,0 0-1 0 0,1-1 0 0 0,-1 1 0 0 0,0 0 0 0 0,0 0 0 0 0,0 0 0 0 0,1 0 0 0 0,-1 0 0 0 0,0 0 1 0 0,0 0-1 0 0,0 1 0 0 0,1-1 0 0 0,-1 0 0 0 0,0 1 0 0 0,0-1 0 0 0,0 1 0 0 0,0-1 1 0 0,0 1-1 0 0,0-1 0 0 0,0 1 0 0 0,0 0 0 0 0,0 0 0 0 0,0-1 0 0 0,0 1 0 0 0,0 0 1 0 0,0 0-1 0 0,-1 0 0 0 0,1 0 0 0 0,0 0 0 0 0,-1 0 0 0 0,1 0 0 0 0,0 2 0 0 0,2 2 84 0 0,0 1 0 0 0,-1-1-1 0 0,0 1 1 0 0,0 0 0 0 0,-1 0-1 0 0,1 0 1 0 0,-1 0-1 0 0,0 8 1 0 0,-1 53 413 0 0,-1-35-44 0 0,0 8-118 0 0,-1-27-260 0 0,2 0 1 0 0,0 0-1 0 0,0 0 1 0 0,1-1-1 0 0,5 23 1 0 0,-6-33-97 0 0,1 0 0 0 0,-1 0 0 0 0,1-1 0 0 0,0 1 0 0 0,0 0 0 0 0,0-1 1 0 0,0 1-1 0 0,0 0 0 0 0,0-1 0 0 0,0 1 0 0 0,0-1 0 0 0,0 0 0 0 0,1 1 0 0 0,-1-1 1 0 0,1 0-1 0 0,-1 0 0 0 0,1 0 0 0 0,-1 0 0 0 0,1 0 0 0 0,0 0 0 0 0,-1 0 0 0 0,1 0 1 0 0,0-1-1 0 0,0 1 0 0 0,0-1 0 0 0,-1 1 0 0 0,1-1 0 0 0,0 0 0 0 0,0 0 1 0 0,0 0-1 0 0,0 0 0 0 0,0 0 0 0 0,0 0 0 0 0,3-1 0 0 0,-3 1-333 0 0,1-1 0 0 0,-1 0 0 0 0,1 0 0 0 0,-1 0 0 0 0,0 0 0 0 0,1 0 0 0 0,-1-1 0 0 0,0 1 0 0 0,0-1 0 0 0,4-2 0 0 0,-4 2-281 0 0,-1 0 0 0 0,1 0-1 0 0,-1 0 1 0 0,1 0-1 0 0,-1 0 1 0 0,0 0 0 0 0,0 0-1 0 0,0 0 1 0 0,0 0 0 0 0,0-1-1 0 0,0 1 1 0 0,0-4-1 0 0,0-10-5040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8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72 1904 0 0,'-92'-17'6122'0'0,"-55"-12"3713"0"0,53 5-10539 0 0,94 24 668 0 0,-10-2-2260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8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11 16 0 0,'-17'11'3084'0'0,"11"-7"-1905"0"0,0-1 0 0 0,0 2-1 0 0,0-1 1 0 0,1 0 0 0 0,-1 1 0 0 0,-6 9 0 0 0,12-13-1054 0 0,1 0-1 0 0,0-1 1 0 0,0 1-1 0 0,0 0 1 0 0,0-1 0 0 0,0 1-1 0 0,0-1 1 0 0,0 1-1 0 0,0-1 1 0 0,0 1-1 0 0,0-1 1 0 0,2 1-1 0 0,10 0 102 0 0,0 1-1 0 0,-1-2 0 0 0,1 0 1 0 0,0 0-1 0 0,-1-1 1 0 0,17-4-1 0 0,1 1-37 0 0,7 0-102 0 0,181-21-1747 0 0,-72 5-4188 0 0,-77 8 940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8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2456 0 0,'12'-45'10579'0'0,"-8"36"-9340"0"0,0 0-350 0 0,-2 20-631 0 0,-5 84-110 0 0,1 65 272 0 0,4-137-1750 0 0,7 33-1 0 0,-5-41-278 0 0,0 0 1 0 0,1-1-1 0 0,8 16 0 0 0,-4-13-2880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9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100 174 1672 0 0,'14'-39'6923'0'0,"11"-55"-1"0"0,-20 55-4670 0 0,-4 37-1899 0 0,-16 6-205 0 0,13-3-146 0 0,1 0 0 0 0,0 0 0 0 0,0 0 0 0 0,0 1 0 0 0,0-1 0 0 0,1 0 0 0 0,-1 1-1 0 0,0-1 1 0 0,0 1 0 0 0,1-1 0 0 0,-1 1 0 0 0,1-1 0 0 0,0 1 0 0 0,-1-1 0 0 0,1 1 0 0 0,0 0-1 0 0,0-1 1 0 0,0 1 0 0 0,0 1 0 0 0,0 0-2 0 0,1 1 1 0 0,0-1-1 0 0,0 0 0 0 0,0 0 1 0 0,0 0-1 0 0,0-1 0 0 0,1 1 0 0 0,-1 0 1 0 0,4 3-1 0 0,4 6-2 0 0,0-2 1 0 0,1 1-1 0 0,17 13 1 0 0,-21-18 6 0 0,41 32-13 0 0,-26-23 0 0 0,-2 2 0 0 0,19 19 0 0 0,-37-35 10 0 0,0 0-1 0 0,0 1 1 0 0,0-1 0 0 0,0 0 0 0 0,0 1 0 0 0,0-1-1 0 0,0 1 1 0 0,0-1 0 0 0,-1 1 0 0 0,1-1 0 0 0,-1 1 0 0 0,1-1-1 0 0,-1 1 1 0 0,0 0 0 0 0,1-1 0 0 0,-1 1 0 0 0,0 0 0 0 0,0-1-1 0 0,0 1 1 0 0,0 0 0 0 0,-1 1 0 0 0,0 0 0 0 0,0 0 1 0 0,0-1-1 0 0,0 1 1 0 0,-1-1-1 0 0,1 1 1 0 0,-1-1 0 0 0,1 1-1 0 0,-1-1 1 0 0,0 0-1 0 0,0 0 1 0 0,-3 3-1 0 0,-3 2 8 0 0,-1-1-1 0 0,0 0 1 0 0,-1 0 0 0 0,1-1 0 0 0,-15 6-1 0 0,12-7-216 0 0,0 0 0 0 0,0 0-1 0 0,-1-1 1 0 0,1-1 0 0 0,-1 0 0 0 0,0-1-1 0 0,0 0 1 0 0,-16-2 0 0 0,19 0-932 0 0,0 0-1 0 0,-1-1 1 0 0,1 0 0 0 0,0 0 0 0 0,0-1 0 0 0,-13-6 0 0 0,-3-5-5024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1:59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80 3432 0 0,'-5'-12'2589'0'0,"-2"-2"-505"0"0,5 6-372 0 0,-3-1 712 0 0,0-6-888 0 0,1 4-596 0 0,1 1-376 0 0,20 12-3556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00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19 160 1536 0 0,'-3'-8'899'0'0,"0"1"0"0"0,0 0 0 0 0,1-1 0 0 0,0 1 0 0 0,0-1 0 0 0,1 1 0 0 0,0-1 0 0 0,0-10 0 0 0,1 15-807 0 0,0 1 0 0 0,0 0 0 0 0,1 0 0 0 0,-1-1 0 0 0,1 1 0 0 0,-1 0 0 0 0,1 0 0 0 0,0 0 0 0 0,0 0 0 0 0,0 0 0 0 0,0 0 0 0 0,0 0 0 0 0,1 0 0 0 0,-1 0 0 0 0,0 1 1 0 0,1-1-1 0 0,-1 0 0 0 0,1 1 0 0 0,0-1 0 0 0,0 1 0 0 0,0 0 0 0 0,-1-1 0 0 0,1 1 0 0 0,0 0 0 0 0,0 0 0 0 0,0 0 0 0 0,1 1 0 0 0,-1-1 0 0 0,0 0 0 0 0,0 1 0 0 0,0 0 0 0 0,5-1 1 0 0,2 0-8 0 0,1 1 1 0 0,0-1 0 0 0,0 2-1 0 0,-1 0 1 0 0,1 0 0 0 0,0 0 0 0 0,-1 2-1 0 0,1-1 1 0 0,-1 1 0 0 0,1 0 0 0 0,-1 1-1 0 0,0 0 1 0 0,-1 0 0 0 0,15 11 0 0 0,-9-6-46 0 0,0 2 1 0 0,-1 0-1 0 0,0 0 1 0 0,-1 1-1 0 0,0 1 1 0 0,-1 0-1 0 0,15 23 1 0 0,-22-30-6 0 0,-1 1 0 0 0,0-1 0 0 0,0 1 1 0 0,0 0-1 0 0,-1 0 0 0 0,0 0 0 0 0,-1 0 1 0 0,1 0-1 0 0,-1 0 0 0 0,0 13 0 0 0,-2 2 347 0 0,0 0 0 0 0,-6 25 0 0 0,2-18 468 0 0,5-27-574 0 0,-2-6-253 0 0,-1 1 0 0 0,1-1-1 0 0,0 0 1 0 0,1 0 0 0 0,-1 1 0 0 0,0-1 0 0 0,1 0 0 0 0,0 0 0 0 0,0-1 0 0 0,1 1 0 0 0,-1 0 0 0 0,1 0 0 0 0,-1 0 0 0 0,1 0 0 0 0,1-9 0 0 0,1-5 6 0 0,0 0 1 0 0,7-24-1 0 0,-3 22-22 0 0,0 1 0 0 0,1 0 0 0 0,1 0 0 0 0,1 1 0 0 0,18-30 0 0 0,-21 40-5 0 0,-1-1 0 0 0,1 2 0 0 0,1-1 0 0 0,-1 0 1 0 0,1 1-1 0 0,1 1 0 0 0,-1-1 0 0 0,1 1 0 0 0,0 0 0 0 0,1 1 0 0 0,-1 0 0 0 0,1 0 0 0 0,16-5 0 0 0,-20 8-2 0 0,0 1-1 0 0,1 0 0 0 0,-1 0 1 0 0,1 0-1 0 0,-1 1 0 0 0,1 0 1 0 0,-1 0-1 0 0,1 0 0 0 0,0 1 1 0 0,-1 0-1 0 0,0 0 0 0 0,1 0 1 0 0,-1 1-1 0 0,0-1 1 0 0,1 1-1 0 0,-1 1 0 0 0,0-1 1 0 0,0 1-1 0 0,8 5 0 0 0,-8-3 0 0 0,1 0 0 0 0,-1 0 0 0 0,0 0 0 0 0,0 1 0 0 0,0 0 0 0 0,-1 0 0 0 0,0 0 0 0 0,0 0 0 0 0,-1 1 0 0 0,1-1 0 0 0,-2 1 0 0 0,1 0 0 0 0,-1 0 0 0 0,3 10 0 0 0,-3 0-5 0 0,0 1 0 0 0,-1 0 0 0 0,-1 0 0 0 0,-3 29 0 0 0,1-30-703 0 0,1-1 0 0 0,1 0 0 0 0,0 1 0 0 0,1-1 0 0 0,6 28 1 0 0,-7-43 477 0 0,10 24-2158 0 0,-9-24 2058 0 0,0 0 0 0 0,0 0 1 0 0,-1-1-1 0 0,1 1 0 0 0,0 0 0 0 0,0 0 0 0 0,0-1 0 0 0,0 1 1 0 0,0 0-1 0 0,0-1 0 0 0,0 1 0 0 0,0-1 0 0 0,0 0 0 0 0,0 1 1 0 0,2-1-1 0 0,11 3-2501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00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1 960 952 0 0,'19'-51'4717'0'0,"-1"0"-1"0"0,17-85 1 0 0,-35 127-3821 0 0,-6 17-673 0 0,-6 20-118 0 0,5-3-35 0 0,1 1-1 0 0,1-1 1 0 0,-3 30-1 0 0,8-45-61 0 0,-1 0-1 0 0,1 0 0 0 0,1 1 0 0 0,0-1 0 0 0,1 0 1 0 0,0 0-1 0 0,0 0 0 0 0,1 0 0 0 0,0-1 0 0 0,1 1 1 0 0,4 9-1 0 0,-4-14 0 0 0,0 1 0 0 0,0-1 1 0 0,0 0-1 0 0,1-1 0 0 0,0 1 1 0 0,0-1-1 0 0,0 0 0 0 0,0 0 0 0 0,1 0 1 0 0,-1-1-1 0 0,1 0 0 0 0,0 0 1 0 0,0-1-1 0 0,0 1 0 0 0,0-1 0 0 0,1 0 1 0 0,-1-1-1 0 0,0 0 0 0 0,1 0 0 0 0,8 0 1 0 0,-2 0 4 0 0,0 0 0 0 0,-1-2-1 0 0,1 1 1 0 0,-1-2 0 0 0,1 1 0 0 0,-1-2 0 0 0,1 0 0 0 0,-1 0 0 0 0,20-9 0 0 0,-27 9-6 0 0,1 0 0 0 0,0 0 1 0 0,-1-1-1 0 0,0 0 0 0 0,0 0 0 0 0,0 0 1 0 0,0 0-1 0 0,-1-1 0 0 0,0 0 0 0 0,0 0 1 0 0,0 0-1 0 0,0 0 0 0 0,-1-1 1 0 0,0 1-1 0 0,3-9 0 0 0,-3 6 0 0 0,0 0-1 0 0,-1 0 1 0 0,0 0-1 0 0,-1 0 1 0 0,0-1-1 0 0,0 1 1 0 0,-1-1-1 0 0,0 1 1 0 0,0-1-1 0 0,-3-15 1 0 0,1 16-7 0 0,0-1 0 0 0,0 0 0 0 0,-1 0 1 0 0,0 1-1 0 0,0 0 0 0 0,-1-1 0 0 0,0 1 0 0 0,0 1 0 0 0,-1-1 1 0 0,0 1-1 0 0,-1-1 0 0 0,1 1 0 0 0,-1 1 0 0 0,-1-1 1 0 0,1 1-1 0 0,-1 0 0 0 0,0 1 0 0 0,-1 0 0 0 0,1 0 0 0 0,-1 0 1 0 0,0 1-1 0 0,-14-6 0 0 0,9 7-5 0 0,0 0 0 0 0,-1 0 1 0 0,1 1-1 0 0,0 1 0 0 0,-21 0 0 0 0,28 1 6 0 0,0 1 1 0 0,0-1-1 0 0,0 1 0 0 0,0 0 0 0 0,1 1 1 0 0,-1-1-1 0 0,0 1 0 0 0,1 0 0 0 0,-1 1 0 0 0,1-1 1 0 0,0 1-1 0 0,0 0 0 0 0,0 1 0 0 0,-9 6 1 0 0,13-9-1 0 0,0 0 0 0 0,0 0 1 0 0,0 0-1 0 0,1 0 0 0 0,-1 0 1 0 0,0 0-1 0 0,0 0 1 0 0,1 0-1 0 0,-1 0 0 0 0,0 0 1 0 0,1 1-1 0 0,-1-1 1 0 0,1 0-1 0 0,0 0 0 0 0,-1 1 1 0 0,1-1-1 0 0,0 0 0 0 0,0 0 1 0 0,0 1-1 0 0,0-1 1 0 0,0 0-1 0 0,0 1 0 0 0,0 1 1 0 0,1-1-7 0 0,0 0 0 0 0,0 0 1 0 0,0-1-1 0 0,0 1 1 0 0,0 0-1 0 0,0-1 0 0 0,0 1 1 0 0,1-1-1 0 0,-1 1 0 0 0,1-1 1 0 0,-1 0-1 0 0,1 1 0 0 0,3 1 1 0 0,3 1-122 0 0,0 0 0 0 0,0 0 1 0 0,0-1-1 0 0,1 0 0 0 0,14 4 0 0 0,-1-4-219 0 0,-1 0 0 0 0,1-2 0 0 0,0 0 0 0 0,0-2 0 0 0,42-5 0 0 0,-26-1-34 0 0,0-1 0 0 0,52-19 0 0 0,-68 19 300 0 0,-2-1 0 0 0,1-1 0 0 0,-1 0 0 0 0,0-2 0 0 0,-1 0 0 0 0,-1-1 0 0 0,0-1 0 0 0,0 0 0 0 0,-2-2 0 0 0,0 0 0 0 0,-1-1 1 0 0,0 0-1 0 0,-1-1 0 0 0,-1-1 0 0 0,-1 0 0 0 0,-1-1 0 0 0,0 0 0 0 0,8-26 0 0 0,-8 16 183 0 0,-2-1 1 0 0,-2 0 0 0 0,0-1-1 0 0,3-53 1 0 0,-12-129 2855 0 0,2 208-2902 0 0,0 4-26 0 0,0 0 1 0 0,0 1 0 0 0,0-1-1 0 0,0 1 1 0 0,0-1-1 0 0,0 1 1 0 0,-1-1 0 0 0,1 1-1 0 0,-1-1 1 0 0,1 1 0 0 0,-1-1-1 0 0,1 1 1 0 0,-1-1-1 0 0,-1 0 1 0 0,-8 27 369 0 0,0 26 285 0 0,3-1-1 0 0,-1 56 0 0 0,6 105 970 0 0,2-66-818 0 0,5 165-49 0 0,-4-300-779 0 0,0 19 43 0 0,7 40 0 0 0,-7-62-37 0 0,1 0 0 0 0,-1-1 0 0 0,1 1 0 0 0,0-1 0 0 0,1 0 0 0 0,0 1 0 0 0,0-1 0 0 0,0-1 0 0 0,1 1 0 0 0,-1 0 0 0 0,10 9 0 0 0,-9-12-18 0 0,-1 0 0 0 0,1-1 0 0 0,0 0 0 0 0,0 0 0 0 0,0 0 0 0 0,0 0 0 0 0,0-1 0 0 0,1 1 0 0 0,-1-1 0 0 0,0 0 0 0 0,1 0 0 0 0,-1-1 0 0 0,1 1 0 0 0,-1-1 0 0 0,1 0 0 0 0,-1-1 0 0 0,1 1 0 0 0,-1-1 0 0 0,0 1-1 0 0,1-1 1 0 0,-1-1 0 0 0,0 1 0 0 0,5-3 0 0 0,5-1-283 0 0,0-1 1 0 0,-1 0-1 0 0,0-1 0 0 0,0-1 0 0 0,20-15 0 0 0,-16 8-658 0 0,0 0-1 0 0,-2-1 1 0 0,1 0 0 0 0,20-30 0 0 0,-24 28-1448 0 0,-1-1 1 0 0,14-31 0 0 0,-11 11-3068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00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143 107 2404 0 0,'-30'-3'2942'0'0,"-82"-16"6608"0"0,120 10-8932 0 0,1 4-539 0 0,0 0 0 0 0,0 1 0 0 0,1 1 0 0 0,0-1-1 0 0,0 1 1 0 0,0 1 0 0 0,18-2 0 0 0,-1-1-183 0 0,104-18-2197 0 0,-42 11-3447 0 0,-42 7 160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05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3100 0 0,'0'0'3345'0'0,"21"-2"587"0"0,-11-3-4176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03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17 1960 0 0,'-2'-16'9410'0'0,"1"16"-9319"0"0,-32 59 1393 0 0,-29 73-1 0 0,30-60-1230 0 0,-59 140 163 0 0,77-173-1706 0 0,1 1 0 0 0,2 1 0 0 0,-8 60 0 0 0,14-77-3010 0 0,5-13 1067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04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1 129 876 0 0,'2'-4'592'0'0,"0"0"-1"0"0,1 0 1 0 0,-1 0 0 0 0,1 0 0 0 0,0 1-1 0 0,0-1 1 0 0,0 1 0 0 0,1 0-1 0 0,0 0 1 0 0,-1 0 0 0 0,1 0-1 0 0,7-3 1 0 0,-10 5-522 0 0,1 1 0 0 0,-1 0-1 0 0,0-1 1 0 0,1 1 0 0 0,-1 0 0 0 0,0 0-1 0 0,0 0 1 0 0,1 0 0 0 0,-1 0 0 0 0,0 0-1 0 0,1 1 1 0 0,-1-1 0 0 0,0 0 0 0 0,0 1-1 0 0,1-1 1 0 0,-1 1 0 0 0,0-1-1 0 0,0 1 1 0 0,0 0 0 0 0,0-1 0 0 0,1 1-1 0 0,-1 0 1 0 0,0 0 0 0 0,1 1 0 0 0,20 23 782 0 0,-12-8-513 0 0,-1 0-1 0 0,0 0 0 0 0,-1 1 0 0 0,5 19 0 0 0,19 77 316 0 0,-27-92-589 0 0,32 126 388 0 0,-37-147-428 0 0,0-1-1 0 0,0 0 1 0 0,0 1-1 0 0,0-1 1 0 0,0 1-1 0 0,0-1 1 0 0,0 1-1 0 0,1-1 1 0 0,-1 1-1 0 0,0-1 1 0 0,0 1-1 0 0,0-1 1 0 0,0 1-1 0 0,1-1 1 0 0,-1 1-1 0 0,0-1 1 0 0,0 0-1 0 0,1 1 1 0 0,-1-1-1 0 0,0 1 1 0 0,1-1-1 0 0,-1 0 1 0 0,1 1-1 0 0,-1-1 1 0 0,0 0-1 0 0,1 0 1 0 0,-1 1-1 0 0,1-1 0 0 0,-1 0 1 0 0,0 0-1 0 0,1 0 1 0 0,-1 1-1 0 0,1-1 1 0 0,0 0-1 0 0,0-1-7 0 0,0 1 0 0 0,0-1 0 0 0,0 1-1 0 0,1-1 1 0 0,-1 0 0 0 0,-1 1 0 0 0,1-1-1 0 0,0 0 1 0 0,0 0 0 0 0,0 0 0 0 0,0 1 0 0 0,0-1-1 0 0,0-2 1 0 0,20-33 42 0 0,35-90 64 0 0,-33 69-66 0 0,2 2 1 0 0,3 0-1 0 0,45-65 1 0 0,-70 115-64 0 0,0 0-1 0 0,1 0 1 0 0,-1 1 0 0 0,1 0 0 0 0,0-1 0 0 0,1 1-1 0 0,-1 1 1 0 0,0-1 0 0 0,1 1 0 0 0,0 0-1 0 0,0 0 1 0 0,8-4 0 0 0,-12 7 6 0 0,1 0 1 0 0,-1 0-1 0 0,0 0 0 0 0,0 0 1 0 0,0 0-1 0 0,1 0 0 0 0,-1 0 0 0 0,0 0 1 0 0,0 1-1 0 0,0-1 0 0 0,0 0 1 0 0,1 1-1 0 0,-1-1 0 0 0,0 1 1 0 0,0-1-1 0 0,0 1 0 0 0,0-1 0 0 0,0 1 1 0 0,0 0-1 0 0,0 0 0 0 0,0-1 1 0 0,-1 1-1 0 0,1 0 0 0 0,0 0 1 0 0,0 0-1 0 0,-1 0 0 0 0,1 0 0 0 0,0 0 1 0 0,0 1-1 0 0,1 3 0 0 0,0-1 0 0 0,1 0 1 0 0,-2 1-1 0 0,1 0 0 0 0,1 6 0 0 0,0 3 47 0 0,-2 1 1 0 0,0-1-1 0 0,0 1 0 0 0,-1 0 0 0 0,-1-1 0 0 0,-1 1 1 0 0,-5 23-1 0 0,-34 101 139 0 0,33-115-177 0 0,-2 7-95 0 0,-2 2 129 0 0,-10 47 0 0 0,20-71-392 0 0,1 0-1 0 0,0 0 1 0 0,0 0-1 0 0,1 0 0 0 0,0 0 1 0 0,0 0-1 0 0,1 1 1 0 0,1-1-1 0 0,-1 0 0 0 0,5 12 1 0 0,-5-18-56 0 0,1 0 0 0 0,-1 0 0 0 0,0-1 1 0 0,1 1-1 0 0,0-1 0 0 0,0 1 0 0 0,0-1 0 0 0,0 0 0 0 0,0 0 1 0 0,0 0-1 0 0,0 0 0 0 0,1 0 0 0 0,-1 0 0 0 0,1 0 0 0 0,-1-1 1 0 0,6 3-1 0 0,4 1-2497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04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97 1764 0 0,'4'-9'1335'0'0,"-1"0"0"0"0,0 0-1 0 0,0 0 1 0 0,2-19 0 0 0,-3 16-481 0 0,-2 11-811 0 0,1 1-1 0 0,-1-1 0 0 0,0 0 0 0 0,0 1 1 0 0,0-1-1 0 0,0 0 0 0 0,0 1 1 0 0,0-1-1 0 0,0 0 0 0 0,0 0 1 0 0,0 1-1 0 0,0-1 0 0 0,0 0 1 0 0,0 1-1 0 0,0-1 0 0 0,-1 0 1 0 0,1 1-1 0 0,0-1 0 0 0,0 0 1 0 0,-1 1-1 0 0,1-1 0 0 0,-1 0 1 0 0,1 1-1 0 0,0-1 0 0 0,-1 1 0 0 0,1-1 1 0 0,-2 0-1 0 0,1 1-2 0 0,0 0-1 0 0,0-1 0 0 0,0 1 1 0 0,0 0-1 0 0,0 0 1 0 0,0 0-1 0 0,0 0 1 0 0,0 0-1 0 0,0 0 1 0 0,0 0-1 0 0,0 0 1 0 0,0 0-1 0 0,0 1 1 0 0,0-1-1 0 0,-2 1 0 0 0,-3 1 95 0 0,1 1 0 0 0,-1 0 0 0 0,0 0-1 0 0,-6 5 1 0 0,-10 10 26 0 0,0 2 1 0 0,1 0-1 0 0,1 1 1 0 0,1 1-1 0 0,1 0 1 0 0,1 2-1 0 0,1 0 0 0 0,2 1 1 0 0,-14 29-1 0 0,25-47-146 0 0,1 0-1 0 0,0 0 0 0 0,0 0 1 0 0,0 0-1 0 0,1 1 0 0 0,0-1 1 0 0,0 10-1 0 0,1-14-10 0 0,0-1 0 0 0,0 0 0 0 0,0 0 1 0 0,1 0-1 0 0,-1 0 0 0 0,0 0 0 0 0,1 0 1 0 0,0 0-1 0 0,-1 0 0 0 0,1 0 0 0 0,0-1 0 0 0,0 1 1 0 0,0 0-1 0 0,0 0 0 0 0,0 0 0 0 0,0-1 0 0 0,1 1 1 0 0,-1-1-1 0 0,0 1 0 0 0,1-1 0 0 0,0 0 1 0 0,-1 1-1 0 0,1-1 0 0 0,0 0 0 0 0,-1 0 0 0 0,1 0 1 0 0,0 0-1 0 0,0 0 0 0 0,0-1 0 0 0,0 1 0 0 0,0 0 1 0 0,3 0-1 0 0,0-1-2 0 0,1 1-1 0 0,-1-1 1 0 0,0 0 0 0 0,0 0-1 0 0,1 0 1 0 0,-1-1-1 0 0,0 0 1 0 0,0 0 0 0 0,0 0-1 0 0,1-1 1 0 0,-2 1 0 0 0,1-1-1 0 0,7-4 1 0 0,-4 1-1 0 0,0 0-1 0 0,-1 0 1 0 0,0-1 0 0 0,0 0-1 0 0,0 0 1 0 0,-1-1 0 0 0,8-9-1 0 0,-2-2 19 0 0,0 0-1 0 0,-2-1 0 0 0,0 0 0 0 0,0 0 1 0 0,-2-1-1 0 0,6-22 0 0 0,-6 20 142 0 0,-5 13-16 0 0,0 0 0 0 0,0 0 0 0 0,-1 0-1 0 0,0-1 1 0 0,0-9 0 0 0,-17 52-22 0 0,7-14-217 0 0,0 1 0 0 0,2 0 1 0 0,0 1-1 0 0,2-1 0 0 0,0 1 0 0 0,1 0 1 0 0,1 0-1 0 0,1 1 0 0 0,1-1 0 0 0,3 22 1 0 0,6-9-2170 0 0,2-13-2284 0 0,-2-11-38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05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1 142 408 0 0,'3'-10'1929'0'0,"1"0"-299"0"0,0 0 1 0 0,0-1-1 0 0,9-12 0 0 0,-12 21-1497 0 0,0 0 1 0 0,0 0-1 0 0,1 0 0 0 0,-1 0 1 0 0,0 1-1 0 0,1-1 0 0 0,0 0 1 0 0,-1 1-1 0 0,1-1 1 0 0,0 1-1 0 0,0 0 0 0 0,0 0 1 0 0,0 0-1 0 0,0 0 0 0 0,0 0 1 0 0,0 0-1 0 0,0 0 0 0 0,0 0 1 0 0,0 1-1 0 0,1-1 0 0 0,-1 1 1 0 0,0 0-1 0 0,4-1 0 0 0,-2 2-73 0 0,1-1-1 0 0,-1 1 1 0 0,0 0-1 0 0,0 0 0 0 0,0 0 1 0 0,0 1-1 0 0,0-1 0 0 0,0 1 1 0 0,-1 0-1 0 0,1 0 1 0 0,-1 0-1 0 0,1 1 0 0 0,-1-1 1 0 0,0 1-1 0 0,1 0 1 0 0,-1 0-1 0 0,-1 0 0 0 0,1 0 1 0 0,0 0-1 0 0,-1 1 0 0 0,0-1 1 0 0,1 1-1 0 0,-1 0 1 0 0,-1-1-1 0 0,1 1 0 0 0,2 8 1 0 0,-3-5-6 0 0,1 0 0 0 0,-1 0 0 0 0,0 0 0 0 0,-1 1 1 0 0,0-1-1 0 0,0 0 0 0 0,-1 0 0 0 0,1 0 0 0 0,-1 1 1 0 0,-1-1-1 0 0,0 0 0 0 0,0 0 0 0 0,0-1 0 0 0,-1 1 0 0 0,-5 10 1 0 0,-5 3 210 0 0,0-1 0 0 0,-1 0 0 0 0,-30 29 0 0 0,39-44 92 0 0,8-10-265 0 0,8-11-58 0 0,195-198 116 0 0,-132 122-102 0 0,-66 76-43 0 0,-8 17-6 0 0,0 0 1 0 0,0 0-1 0 0,0-1 1 0 0,0 1-1 0 0,0 0 1 0 0,0-1-1 0 0,0 1 0 0 0,0 0 1 0 0,0 0-1 0 0,0-1 1 0 0,0 1-1 0 0,0 0 1 0 0,0 0-1 0 0,0-1 1 0 0,0 1-1 0 0,-1 0 1 0 0,1 0-1 0 0,0-1 1 0 0,0 1-1 0 0,0 0 1 0 0,-1 0-1 0 0,1 0 1 0 0,0 0-1 0 0,0-1 1 0 0,0 1-1 0 0,-1 0 1 0 0,1 0-1 0 0,0 0 0 0 0,0 0 1 0 0,-1 0-1 0 0,1-1 1 0 0,-1 1-1 0 0,0 0-1 0 0,-1 0 0 0 0,0 0 0 0 0,1 1 0 0 0,-1-1-1 0 0,1 0 1 0 0,-1 1 0 0 0,0-1 0 0 0,1 0-1 0 0,-1 1 1 0 0,1 0 0 0 0,-1-1 0 0 0,1 1 0 0 0,0 0-1 0 0,-1 0 1 0 0,1 0 0 0 0,0 0 0 0 0,-3 2-1 0 0,-8 9 20 0 0,0 1-1 0 0,0 0 0 0 0,1 0 0 0 0,-16 26 1 0 0,22-31-12 0 0,1 1 1 0 0,-1 0 0 0 0,1 0 0 0 0,1 0-1 0 0,0 0 1 0 0,0 0 0 0 0,1 1 0 0 0,0-1-1 0 0,-2 20 1 0 0,5-25-17 0 0,-1 0 0 0 0,0 0-1 0 0,1 0 1 0 0,-1 0 0 0 0,1-1-1 0 0,0 1 1 0 0,1 0 0 0 0,-1 0-1 0 0,1-1 1 0 0,-1 1 0 0 0,1-1-1 0 0,0 1 1 0 0,0-1 0 0 0,1 0-1 0 0,-1 0 1 0 0,1 0 0 0 0,-1 0-1 0 0,1 0 1 0 0,0-1 0 0 0,0 1-1 0 0,0-1 1 0 0,1 0 0 0 0,-1 1-1 0 0,0-2 1 0 0,1 1 0 0 0,0 0-1 0 0,4 1 1 0 0,1 0-462 0 0,1 0-1 0 0,-1 0 1 0 0,0-1 0 0 0,13 1 0 0 0,34-2-5659 0 0,-31-3 995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05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106 105 2300 0 0,'-2'-2'2015'0'0,"-18"-21"4148"0"0,14 15-4752 0 0,-1 0-1 0 0,0 1 0 0 0,0-1 1 0 0,-1 1-1 0 0,-14-9 0 0 0,3 0-356 0 0,18 9-953 0 0,12 5-62 0 0,302 29 36 0 0,-296-26-76 0 0,135 14-36 0 0,-127-9 23 0 0,-23-4 12 0 0,-2-1 1 0 0,0-1 1 0 0,1 1 0 0 0,-1-1 0 0 0,0 0 0 0 0,1 1 0 0 0,-1-1 0 0 0,0 1 0 0 0,0-1 0 0 0,0 1 0 0 0,1-1 0 0 0,-1 1 0 0 0,0-1 0 0 0,0 1 0 0 0,0-1 0 0 0,0 1 0 0 0,0-1 0 0 0,0 1-1 0 0,0-1 1 0 0,0 1 0 0 0,0-1 0 0 0,0 1 0 0 0,0-1 0 0 0,0 1 0 0 0,-1-1 0 0 0,1 1 0 0 0,0 0 0 0 0,-6 12-13 0 0,-8 7 15 0 0,0 0 0 0 0,-2-2 0 0 0,-1 0 0 0 0,-29 26 0 0 0,19-19-9 0 0,-117 97 323 0 0,88-78 89 0 0,-83 86 0 0 0,133-123-386 0 0,0 0 0 0 0,0 0 0 0 0,1 1 0 0 0,0 0 1 0 0,0 0-1 0 0,1 0 0 0 0,-5 11 0 0 0,9-17-9 0 0,-1 0-1 0 0,0 0 1 0 0,1 0-1 0 0,-1 0 1 0 0,1 1-1 0 0,0-1 1 0 0,0 0 0 0 0,0 0-1 0 0,0 0 1 0 0,0 1-1 0 0,0-1 1 0 0,0 0-1 0 0,1 0 1 0 0,-1 0-1 0 0,1 0 1 0 0,0 0-1 0 0,0 1 1 0 0,0-1 0 0 0,0-1-1 0 0,0 1 1 0 0,0 0-1 0 0,0 0 1 0 0,0 0-1 0 0,1 0 1 0 0,-1-1-1 0 0,1 1 1 0 0,-1-1 0 0 0,1 1-1 0 0,0-1 1 0 0,0 0-1 0 0,-1 1 1 0 0,1-1-1 0 0,0 0 1 0 0,0 0-1 0 0,3 1 1 0 0,6 2 16 0 0,0 0 0 0 0,1-1 0 0 0,-1 0 1 0 0,1 0-1 0 0,0-1 0 0 0,18 0 0 0 0,75-3-26 0 0,-15-8-39 0 0,106-24 0 0 0,-150 20-2716 0 0,-15-2-7081 0 0,-15 6 2960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06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419 67 1752 0 0,'14'-31'6979'0'0,"-14"30"-6887"0"0,-1-1 1 0 0,1 0 0 0 0,0 1 0 0 0,-1-1-1 0 0,1 1 1 0 0,-1-1 0 0 0,0 0-1 0 0,1 1 1 0 0,-1-1 0 0 0,0 1-1 0 0,0-1 1 0 0,0 1 0 0 0,0 0 0 0 0,0-1-1 0 0,0 1 1 0 0,0 0 0 0 0,-1 0-1 0 0,1 0 1 0 0,0 0 0 0 0,-1 0-1 0 0,1 0 1 0 0,-1 0 0 0 0,1 0-1 0 0,-1 1 1 0 0,1-1 0 0 0,-1 0 0 0 0,1 1-1 0 0,-1-1 1 0 0,0 1 0 0 0,1 0-1 0 0,-1 0 1 0 0,0-1 0 0 0,0 1-1 0 0,-3 1 1 0 0,-7 1 36 0 0,0 0-1 0 0,0 2 1 0 0,-1-1-1 0 0,2 2 1 0 0,-1-1 0 0 0,0 2-1 0 0,1-1 1 0 0,0 2-1 0 0,1-1 1 0 0,-1 1-1 0 0,-13 13 1 0 0,-7 7 118 0 0,2 1-1 0 0,-34 41 1 0 0,62-68-243 0 0,-65 84 251 0 0,58-74-226 0 0,1 1-1 0 0,1-1 0 0 0,0 1 1 0 0,0 0-1 0 0,-7 26 0 0 0,13-35-25 0 0,-1 0-1 0 0,1 0 0 0 0,0 1 0 0 0,-1-1 1 0 0,1 0-1 0 0,1 1 0 0 0,-1-1 0 0 0,0 0 1 0 0,1 0-1 0 0,0 0 0 0 0,0 1 0 0 0,0-1 1 0 0,0 0-1 0 0,0 0 0 0 0,1 0 0 0 0,-1 0 1 0 0,1-1-1 0 0,0 1 0 0 0,-1 0 0 0 0,1-1 1 0 0,1 1-1 0 0,-1-1 0 0 0,0 0 0 0 0,1 1 1 0 0,-1-1-1 0 0,1 0 0 0 0,-1-1 0 0 0,1 1 1 0 0,0 0-1 0 0,3 1 0 0 0,7 3-49 0 0,-1-1 0 0 0,1 0 0 0 0,0 0-1 0 0,0-1 1 0 0,25 4 0 0 0,-1-3-431 0 0,0-2 1 0 0,0-1-1 0 0,0-2 0 0 0,1-1 0 0 0,-1-2 1 0 0,0-1-1 0 0,0-3 0 0 0,0 0 0 0 0,62-24 1 0 0,-68 20 277 0 0,-1-3 0 0 0,0 0-1 0 0,-1-2 1 0 0,0-1 0 0 0,-2-1 0 0 0,0-1 0 0 0,-1-2 0 0 0,-1 0 0 0 0,-1-2 0 0 0,-1-1 0 0 0,26-34 0 0 0,-41 47 462 0 0,0 0-1 0 0,7-17 1 0 0,-13 25-158 0 0,0-1 1 0 0,-1 1 0 0 0,1-1 0 0 0,-1 0 0 0 0,0 1-1 0 0,0-1 1 0 0,-1 0 0 0 0,1 0 0 0 0,-1 0-1 0 0,0 0 1 0 0,0 0 0 0 0,-1-6 0 0 0,1 9-74 0 0,0-1 0 0 0,-1 1 0 0 0,0 0 0 0 0,1 0 0 0 0,-1-1 0 0 0,0 1 0 0 0,0 0 0 0 0,1 0 0 0 0,-1 0 0 0 0,0 0 0 0 0,0 0 0 0 0,0 0 0 0 0,0 0 0 0 0,0 1 0 0 0,-1-1 0 0 0,1 0 0 0 0,0 0 0 0 0,0 1 0 0 0,0-1 0 0 0,-1 1 0 0 0,1-1 0 0 0,0 1 0 0 0,-1 0 0 0 0,1-1 0 0 0,0 1 0 0 0,-1 0 0 0 0,1 0 0 0 0,0 0 0 0 0,-1 0 0 0 0,1 0 0 0 0,-1 0 0 0 0,1 0 0 0 0,0 1 0 0 0,-3 0 0 0 0,-5 0 166 0 0,1 1 0 0 0,-1 0-1 0 0,-14 7 1 0 0,1 2-35 0 0,0 1 0 0 0,1 0-1 0 0,1 2 1 0 0,0 1 0 0 0,1 1 0 0 0,1 0-1 0 0,0 1 1 0 0,1 1 0 0 0,-19 26 0 0 0,29-34-135 0 0,-1 1 0 0 0,1-1 0 0 0,1 2 0 0 0,0-1 0 0 0,1 1 0 0 0,0 0 0 0 0,-5 20 1 0 0,9-29-21 0 0,0-1 0 0 0,1 1 1 0 0,-1 0-1 0 0,1 0 0 0 0,0 0 1 0 0,0 0-1 0 0,0 0 0 0 0,0 0 1 0 0,0 0-1 0 0,1 0 0 0 0,-1 0 1 0 0,1 0-1 0 0,0 0 0 0 0,0 0 1 0 0,0 0-1 0 0,0 0 0 0 0,1-1 1 0 0,-1 1-1 0 0,1-1 0 0 0,-1 1 1 0 0,1-1-1 0 0,0 1 0 0 0,0-1 1 0 0,0 0-1 0 0,0 0 0 0 0,0 0 1 0 0,1 0-1 0 0,-1 0 1 0 0,1 0-1 0 0,-1-1 0 0 0,1 1 1 0 0,0-1-1 0 0,-1 0 0 0 0,1 0 1 0 0,0 0-1 0 0,6 1 0 0 0,-3-1-7 0 0,24 0 52 0 0,-23-3-39 0 0,0 0-2 0 0,0 0-7 0 0,1-1-1 0 0,0 1 1 0 0,-1-1 0 0 0,0 0 0 0 0,0-1 0 0 0,0 0 0 0 0,0 0 0 0 0,0-1 0 0 0,-1 1 0 0 0,0-1 0 0 0,9-10 0 0 0,3-4 13 0 0,-2-1 0 0 0,17-27 0 0 0,-9 13 45 0 0,-10 10 93 0 0,-12 20-73 0 0,-1 1 1 0 0,1-1-1 0 0,0 1 0 0 0,0-1 1 0 0,1 1-1 0 0,-1 0 1 0 0,1 0-1 0 0,3-4 0 0 0,16-27 458 0 0,-22 33-540 0 0,0 1-1 0 0,0 0 1 0 0,1 0-1 0 0,-1 0 0 0 0,0-1 1 0 0,0 1-1 0 0,1 0 1 0 0,-1 0-1 0 0,0 0 0 0 0,1 0 1 0 0,-1 0-1 0 0,0 0 1 0 0,1-1-1 0 0,-1 1 0 0 0,0 0 1 0 0,1 0-1 0 0,-1 0 1 0 0,0 0-1 0 0,0 0 1 0 0,1 0-1 0 0,-1 0 0 0 0,0 0 1 0 0,1 1-1 0 0,-1-1 1 0 0,0 0-1 0 0,1 0 0 0 0,-1 0 1 0 0,0 0-1 0 0,1 0 1 0 0,-1 0-1 0 0,0 1 0 0 0,0-1 1 0 0,1 0-1 0 0,-1 0 1 0 0,0 0-1 0 0,0 1 0 0 0,1-1 1 0 0,-1 0-1 0 0,0 0 1 0 0,0 1-1 0 0,1-1 0 0 0,6 20-10 0 0,-1 25 241 0 0,-6-44-222 0 0,3 34 219 0 0,6 37-1 0 0,-7-63-228 0 0,0 0 0 0 0,0 1 1 0 0,1-1-1 0 0,0 0 0 0 0,1-1 0 0 0,0 1 0 0 0,1 0 1 0 0,-1-1-1 0 0,7 8 0 0 0,-8-13-247 0 0,0 0-1 0 0,0 0 1 0 0,0-1-1 0 0,0 1 1 0 0,0-1-1 0 0,1 0 1 0 0,-1 0 0 0 0,1 0-1 0 0,-1-1 1 0 0,1 1-1 0 0,-1-1 1 0 0,7 2-1 0 0,-6-2-633 0 0,1 0 0 0 0,-1-1 0 0 0,1 1-1 0 0,0-1 1 0 0,-1 0 0 0 0,6-1 0 0 0,6 0-3018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07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48 2332 0 0,'7'-21'9745'0'0,"-6"21"-9623"0"0,-1 0 1 0 0,0 0-1 0 0,8 9 1154 0 0,1 21-451 0 0,-7-9-450 0 0,0 1 1 0 0,-2-1-1 0 0,0 1 1 0 0,-7 40 0 0 0,-1-22-173 0 0,-22 64 1 0 0,28-97-147 0 0,-6 13 105 0 0,8-20-156 0 0,0 1 0 0 0,0-1 0 0 0,0 0 0 0 0,0 1 1 0 0,-1-1-1 0 0,1 0 0 0 0,0 0 0 0 0,0 1 0 0 0,0-1 0 0 0,-1 0 0 0 0,1 0 1 0 0,0 0-1 0 0,0 1 0 0 0,0-1 0 0 0,-1 0 0 0 0,1 0 0 0 0,0 0 0 0 0,-1 0 1 0 0,1 0-1 0 0,0 0 0 0 0,0 1 0 0 0,-1-1 0 0 0,1 0 0 0 0,0 0 0 0 0,-1 0 0 0 0,1 0 1 0 0,0 0-1 0 0,-1 0 0 0 0,1 0 0 0 0,0 0 0 0 0,0 0 0 0 0,-1 0 0 0 0,1 0 1 0 0,0-1-1 0 0,-1 1 0 0 0,1 0 0 0 0,0 0 0 0 0,0 0 0 0 0,-1 0 0 0 0,1 0 0 0 0,0 0 1 0 0,-1-1-1 0 0,1 1 0 0 0,0 0 0 0 0,0 0 0 0 0,0 0 0 0 0,-1-1 0 0 0,1 1 1 0 0,-1-2-4 0 0,1 0 0 0 0,-1 0 1 0 0,1 0-1 0 0,-1 0 0 0 0,1 0 1 0 0,0 0-1 0 0,0-1 1 0 0,0 1-1 0 0,0 0 0 0 0,0 0 1 0 0,0 0-1 0 0,2-3 0 0 0,-2 2 4 0 0,5-22 5 0 0,0 1 0 0 0,2 0 0 0 0,1 0 0 0 0,0 0 1 0 0,2 1-1 0 0,1 1 0 0 0,1 0 0 0 0,21-32 1 0 0,-25 44-22 0 0,-1 1 1 0 0,1 0-1 0 0,1 0 1 0 0,-1 0-1 0 0,1 1 1 0 0,1 1-1 0 0,0 0 1 0 0,0 0 0 0 0,0 0-1 0 0,1 2 1 0 0,0-1-1 0 0,15-5 1 0 0,-22 10 5 0 0,1-1 0 0 0,-1 1 0 0 0,1 0 0 0 0,-1 0-1 0 0,1 0 1 0 0,0 1 0 0 0,-1 0 0 0 0,1 0 0 0 0,-1 0 0 0 0,1 0 0 0 0,0 1 0 0 0,-1-1 0 0 0,1 1 0 0 0,-1 0 0 0 0,1 1 0 0 0,-1-1 0 0 0,1 1 0 0 0,-1 0 0 0 0,0 0 0 0 0,0 0 0 0 0,0 1 0 0 0,0-1 0 0 0,0 1-1 0 0,-1 0 1 0 0,1 0 0 0 0,-1 0 0 0 0,0 1 0 0 0,0-1 0 0 0,0 1 0 0 0,0 0 0 0 0,-1-1 0 0 0,1 1 0 0 0,-1 1 0 0 0,3 5 0 0 0,-2-1 26 0 0,0-1-1 0 0,0 1 1 0 0,-1 0 0 0 0,0 0-1 0 0,0 0 1 0 0,-1 0 0 0 0,0 17-1 0 0,-7 66 223 0 0,0-15-118 0 0,6-76-124 0 0,0 0 1 0 0,0 0-1 0 0,0 0 1 0 0,1 0-1 0 0,-1 0 1 0 0,0-1-1 0 0,1 1 1 0 0,-1 0-1 0 0,1 0 1 0 0,-1 0 0 0 0,1 0-1 0 0,-1 0 1 0 0,1-1-1 0 0,0 1 1 0 0,-1 0-1 0 0,1-1 1 0 0,0 1-1 0 0,-1 0 1 0 0,1-1-1 0 0,0 1 1 0 0,0-1-1 0 0,0 1 1 0 0,0-1 0 0 0,-1 1-1 0 0,1-1 1 0 0,0 0-1 0 0,0 1 1 0 0,0-1-1 0 0,0 0 1 0 0,0 0-1 0 0,2 1 1 0 0,31-1-17 0 0,-12-3-646 0 0,-1 0-1 0 0,1-2 0 0 0,34-13 0 0 0,61-30-6567 0 0,-71 27 1551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09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0 459 1296 0 0,'20'-19'6444'0'0,"7"-6"-3046"0"0,-25 24-3300 0 0,0-1-1 0 0,-1 1 1 0 0,1 1 0 0 0,0-1 0 0 0,0 0 0 0 0,0 0 0 0 0,-1 1 0 0 0,1-1 0 0 0,0 1 0 0 0,0-1-1 0 0,0 1 1 0 0,0 0 0 0 0,0 0 0 0 0,0 0 0 0 0,0 0 0 0 0,3 1 0 0 0,-1-1-20 0 0,0 1 0 0 0,-1 0 1 0 0,1 1-1 0 0,-1-1 0 0 0,1 0 1 0 0,-1 1-1 0 0,0 0 0 0 0,0 0 1 0 0,1 0-1 0 0,-1 0 0 0 0,0 0 0 0 0,-1 1 1 0 0,1-1-1 0 0,0 1 0 0 0,-1 0 1 0 0,1 0-1 0 0,2 5 0 0 0,-2-2 42 0 0,0 0-1 0 0,0 0 0 0 0,-1 1 1 0 0,0-1-1 0 0,0 0 0 0 0,-1 1 1 0 0,0-1-1 0 0,0 1 0 0 0,0 10 1 0 0,-1-2 15 0 0,-1 1 0 0 0,0 0 0 0 0,-2-1 1 0 0,0 1-1 0 0,0-1 0 0 0,-2 1 1 0 0,-11 28-1 0 0,1-11-41 0 0,9-18 43 0 0,-1 1 0 0 0,-1-1-1 0 0,-15 23 1 0 0,21-36 76 0 0,0-4-154 0 0,1 2-58 0 0,1 0 0 0 0,0 0 0 0 0,0 0 0 0 0,0 0 0 0 0,-1-1 0 0 0,1 1 0 0 0,0 0 0 0 0,0 0 0 0 0,0 0 0 0 0,0 0 0 0 0,-1 0 0 0 0,1 0 0 0 0,0 0 0 0 0,0 0 1 0 0,0-1-1 0 0,0 1 0 0 0,0 0 0 0 0,-1 0 0 0 0,1 0 0 0 0,0 0 0 0 0,0-1 0 0 0,0 1 0 0 0,0 0 0 0 0,0 0 0 0 0,0 0 0 0 0,0 0 0 0 0,0-1 0 0 0,0 1 0 0 0,0 0 0 0 0,0 0 0 0 0,0 0 0 0 0,0-1 0 0 0,0 1 0 0 0,0 0 0 0 0,0 0 0 0 0,0 0 0 0 0,0-1 0 0 0,0 1 0 0 0,0 0 0 0 0,0 0 0 0 0,0 0 0 0 0,0-1 0 0 0,4-17 14 0 0,1 0 0 0 0,1 0-1 0 0,0 0 1 0 0,1 1 0 0 0,1 0 0 0 0,1 0 0 0 0,15-22 0 0 0,-8 16-16 0 0,0 2 0 0 0,2 0-1 0 0,0 1 1 0 0,36-30 0 0 0,-44 42-8 0 0,1 1 0 0 0,-1 0 0 0 0,2 1-1 0 0,-1 0 1 0 0,1 1 0 0 0,-1 0 0 0 0,2 1 0 0 0,-1 0 0 0 0,13-2 0 0 0,-22 5 5 0 0,1 1 1 0 0,0-1 0 0 0,-1 1-1 0 0,1-1 1 0 0,0 1 0 0 0,-1 0-1 0 0,1 1 1 0 0,0-1-1 0 0,-1 1 1 0 0,1 0 0 0 0,-1-1-1 0 0,1 1 1 0 0,-1 1 0 0 0,1-1-1 0 0,-1 1 1 0 0,0-1 0 0 0,0 1-1 0 0,1 0 1 0 0,-1 0 0 0 0,-1 0-1 0 0,1 0 1 0 0,0 1 0 0 0,0-1-1 0 0,-1 1 1 0 0,1 0 0 0 0,2 4-1 0 0,-1 0 1 0 0,-1-1 0 0 0,1 1-1 0 0,-1 0 1 0 0,0 0 0 0 0,-1 0 0 0 0,0 0-1 0 0,0 0 1 0 0,-1 0 0 0 0,0 1 0 0 0,0-1-1 0 0,0 11 1 0 0,-4 33-14 0 0,2-37-158 0 0,0 1 0 0 0,1-1 1 0 0,0 0-1 0 0,1 1 0 0 0,3 16 1 0 0,-3-29 15 0 0,0 1 0 0 0,-1-1-1 0 0,1 0 1 0 0,0 0 0 0 0,0 0 0 0 0,1 1 0 0 0,-1-1 0 0 0,0 0 0 0 0,1-1-1 0 0,-1 1 1 0 0,1 0 0 0 0,0 0 0 0 0,-1-1 0 0 0,1 1 0 0 0,0-1 0 0 0,0 1 0 0 0,0-1-1 0 0,0 0 1 0 0,0 0 0 0 0,0 0 0 0 0,1 0 0 0 0,-1 0 0 0 0,0 0 0 0 0,1-1 0 0 0,-1 1-1 0 0,0-1 1 0 0,5 1 0 0 0,1-1-277 0 0,-1 0 0 0 0,1 0 0 0 0,0-1 1 0 0,-1 1-1 0 0,1-2 0 0 0,-1 1 0 0 0,14-5 0 0 0,-9 1 154 0 0,0-1 0 0 0,0 0 0 0 0,-1 0 0 0 0,0-1-1 0 0,0-1 1 0 0,-1 0 0 0 0,18-17 0 0 0,-3-1 605 0 0,34-45 0 0 0,-22 14 2007 0 0,-26 39-819 0 0,19-25 901 0 0,-40 53-1522 0 0,4-3-791 0 0,1 1 0 0 0,0 0 0 0 0,1 0 0 0 0,0 0 0 0 0,0 1 1 0 0,1-1-1 0 0,0 1 0 0 0,1 0 0 0 0,-1 0 0 0 0,2 0 0 0 0,-1 0 0 0 0,1 10 0 0 0,1-14-86 0 0,0 1 0 0 0,0-1 0 0 0,1 0 0 0 0,0 1 0 0 0,0-1 0 0 0,0 0 0 0 0,0 0 0 0 0,1 1 0 0 0,0-1 0 0 0,0-1 0 0 0,1 1 0 0 0,-1 0 0 0 0,1 0 0 0 0,0-1 0 0 0,0 0 0 0 0,1 1 0 0 0,-1-1 0 0 0,1 0 0 0 0,0-1 0 0 0,0 1 0 0 0,0-1 0 0 0,6 4 0 0 0,-1-1-2 0 0,1-2 0 0 0,-1 1-1 0 0,0-1 1 0 0,1-1 0 0 0,0 1 0 0 0,0-2 0 0 0,0 1 0 0 0,0-2 0 0 0,0 1 0 0 0,0-1 0 0 0,1-1-1 0 0,-1 0 1 0 0,0 0 0 0 0,1-1 0 0 0,-1 0 0 0 0,11-3 0 0 0,-14 2-1 0 0,0 0 0 0 0,1 0 0 0 0,-1-1 0 0 0,0 0 0 0 0,-1 0 0 0 0,1-1 1 0 0,-1 0-1 0 0,1 0 0 0 0,-1 0 0 0 0,0-1 0 0 0,0 0 0 0 0,-1 0 0 0 0,0-1 0 0 0,0 1 0 0 0,0-1 0 0 0,0 0 1 0 0,-1 0-1 0 0,0-1 0 0 0,0 1 0 0 0,-1-1 0 0 0,0 0 0 0 0,3-11 0 0 0,-3 8 2 0 0,-1-1-1 0 0,0 1 1 0 0,0-1-1 0 0,-2 1 1 0 0,1-1-1 0 0,-1 1 1 0 0,-1-1 0 0 0,0 1-1 0 0,0-1 1 0 0,-1 1-1 0 0,0-1 1 0 0,-1 1-1 0 0,0 0 1 0 0,-1 0 0 0 0,0 0-1 0 0,0 1 1 0 0,-11-17-1 0 0,10 20-8 0 0,1-1 0 0 0,-1 1 0 0 0,-1 0 0 0 0,1 0 0 0 0,-1 0 1 0 0,0 1-1 0 0,0 0 0 0 0,-1 0 0 0 0,0 1 0 0 0,1 0 0 0 0,-1 0 0 0 0,-1 0 0 0 0,1 1 0 0 0,0 0 0 0 0,-1 1 0 0 0,0-1 0 0 0,0 2 0 0 0,1-1 0 0 0,-1 1 0 0 0,0 0 1 0 0,0 0-1 0 0,0 1 0 0 0,0 0 0 0 0,-10 2 0 0 0,10-1-2 0 0,-1 1 1 0 0,1 0-1 0 0,-1 1 1 0 0,1 0-1 0 0,0 0 0 0 0,0 1 1 0 0,0 0-1 0 0,1 0 1 0 0,-1 1-1 0 0,1 0 1 0 0,0 0-1 0 0,-8 8 0 0 0,13-11-2 0 0,0 0 0 0 0,0 0 0 0 0,0 0 0 0 0,0 1 1 0 0,0-1-1 0 0,1 1 0 0 0,-1-1 0 0 0,1 1 0 0 0,0-1 0 0 0,-1 1 0 0 0,1 0 0 0 0,0 0 0 0 0,1 0 0 0 0,-1 0 0 0 0,0 0 0 0 0,1 0 0 0 0,0 0 0 0 0,-1-1 0 0 0,1 1 0 0 0,0 0 0 0 0,1 0 0 0 0,-1 0 0 0 0,1 0 0 0 0,-1 0 0 0 0,1 0 0 0 0,0 0 0 0 0,0 0 0 0 0,0 0 0 0 0,0-1 0 0 0,0 1 0 0 0,1 0 0 0 0,0-1 0 0 0,-1 1 0 0 0,1-1 0 0 0,0 0 0 0 0,0 1 0 0 0,0-1 0 0 0,4 3 0 0 0,7 6 0 0 0,0 0-1 0 0,1 0 0 0 0,1-2 0 0 0,-1 0 0 0 0,1-1 0 0 0,1 0 0 0 0,-1-1 0 0 0,2-1 0 0 0,27 8 0 0 0,-14-7-273 0 0,1-1-1 0 0,0-1 1 0 0,0-2-1 0 0,47 0 1 0 0,-53-5-51 0 0,1 0 0 0 0,0-2 0 0 0,-1 0 0 0 0,0-2 1 0 0,0-1-1 0 0,0-1 0 0 0,-1-1 0 0 0,0-1 0 0 0,0-1 1 0 0,34-23-1 0 0,-34 18 234 0 0,-2-1 0 0 0,1-1 0 0 0,-2 0 1 0 0,-1-2-1 0 0,0-1 0 0 0,-1 0 0 0 0,-2-2 1 0 0,0 0-1 0 0,19-36 0 0 0,-26 39 323 0 0,0 0 1 0 0,-2 0-1 0 0,10-37 0 0 0,-15 45 92 0 0,-1-1 0 0 0,0 1 1 0 0,0-1-1 0 0,-1 0 0 0 0,-1 1 0 0 0,0-1 0 0 0,-3-23 0 0 0,3 35-279 0 0,-1 0-1 0 0,1 0 1 0 0,0 0-1 0 0,0-1 1 0 0,0 1-1 0 0,-1 0 1 0 0,1 0 0 0 0,-1 0-1 0 0,1-1 1 0 0,-1 1-1 0 0,1 0 1 0 0,-1 0-1 0 0,1 0 1 0 0,-1 0-1 0 0,0 0 1 0 0,0 0-1 0 0,0 0 1 0 0,0 0-1 0 0,1 0 1 0 0,-1 1 0 0 0,0-1-1 0 0,0 0 1 0 0,-1 1-1 0 0,1-1 1 0 0,0 0-1 0 0,0 1 1 0 0,0-1-1 0 0,-3 0 1 0 0,2 2 29 0 0,0-1 0 0 0,0 0 0 0 0,0 1 0 0 0,0-1 0 0 0,0 1 0 0 0,0 0 0 0 0,0-1 0 0 0,0 1 0 0 0,0 0 0 0 0,0 0 0 0 0,0 1 0 0 0,1-1 0 0 0,-1 0 0 0 0,0 0 0 0 0,1 1 0 0 0,-3 2 0 0 0,-10 12 328 0 0,0 0 0 0 0,2 1-1 0 0,0 0 1 0 0,1 1 0 0 0,1 0-1 0 0,0 1 1 0 0,-9 26-1 0 0,-39 145 1325 0 0,54-170-1591 0 0,0-8-63 0 0,-33 143 505 0 0,30-120-486 0 0,2 1 0 0 0,-1 51 0 0 0,6-84-81 0 0,0 1-1 0 0,0-1 1 0 0,1 1 0 0 0,-1 0-1 0 0,1-1 1 0 0,-1 1-1 0 0,1-1 1 0 0,0 1 0 0 0,1-1-1 0 0,-1 1 1 0 0,0-1 0 0 0,1 0-1 0 0,0 0 1 0 0,0 0-1 0 0,4 6 1 0 0,-4-7-46 0 0,1 0-1 0 0,0 0 0 0 0,-1 0 1 0 0,1-1-1 0 0,0 1 1 0 0,0-1-1 0 0,0 1 1 0 0,0-1-1 0 0,0 0 0 0 0,0 0 1 0 0,1-1-1 0 0,-1 1 1 0 0,0 0-1 0 0,0-1 1 0 0,1 0-1 0 0,-1 0 1 0 0,6 0-1 0 0,1-1-480 0 0,0-1-1 0 0,0 0 1 0 0,0 0 0 0 0,-1-1-1 0 0,1 0 1 0 0,0 0 0 0 0,-1-1-1 0 0,17-10 1 0 0,-8 2-1693 0 0,0 0 1 0 0,-1-1-1 0 0,19-18 1 0 0,-7 2-3567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09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 1236 0 0,'-57'-1'4631'0'0,"-74"4"3788"0"0,128-3-7538 0 0,5 2-535 0 0,0-1-304 0 0,-1 0 0 0 0,1 1 0 0 0,0-1 0 0 0,0 0 0 0 0,0 0 1 0 0,1 0-1 0 0,-1-1 0 0 0,0 1 0 0 0,0 0 0 0 0,0-1 0 0 0,1 1 0 0 0,2-1 1 0 0,33 2 181 0 0,-20-2-158 0 0,186 0-2109 0 0,-69-11-4468 0 0,-83 5 1118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10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51 2248 0 0,'0'-50'8991'0'0,"0"52"-8368"0"0,-47 277 4981 0 0,13-145-5289 0 0,-56 141-1 0 0,71-218-85 0 0,19-55-138 0 0,-1-5-72 0 0,2-9-11 0 0,1 0 0 0 0,0 0 0 0 0,0 0-1 0 0,1 0 1 0 0,1 1 0 0 0,9-21-1 0 0,-7 17-5 0 0,0 1-1 0 0,1 1 0 0 0,0-1 0 0 0,1 1 1 0 0,1 1-1 0 0,0-1 0 0 0,1 1 0 0 0,0 1 0 0 0,1 0 1 0 0,12-10-1 0 0,-17 16-8 0 0,0 1 1 0 0,1 0-1 0 0,-1 0 0 0 0,1 1 1 0 0,-1-1-1 0 0,1 2 0 0 0,0-1 1 0 0,0 1-1 0 0,1 0 0 0 0,-1 0 0 0 0,0 1 1 0 0,1 0-1 0 0,-1 0 0 0 0,0 1 1 0 0,1 0-1 0 0,-1 0 0 0 0,1 1 1 0 0,-1 0-1 0 0,0 0 0 0 0,1 1 1 0 0,-1-1-1 0 0,12 6 0 0 0,-10-3 4 0 0,0 0 0 0 0,1 1 0 0 0,-2 0 0 0 0,1 0 0 0 0,0 1 0 0 0,-1 0 0 0 0,0 1 0 0 0,-1 0 0 0 0,0 0 0 0 0,0 0 0 0 0,0 1 0 0 0,-1 0 0 0 0,0 0 0 0 0,5 10 0 0 0,-7-11 64 0 0,-1 0 1 0 0,0 0-1 0 0,0 1 0 0 0,-1-1 1 0 0,0 1-1 0 0,0-1 0 0 0,-1 1 0 0 0,0-1 1 0 0,0 1-1 0 0,-1 0 0 0 0,0 0 1 0 0,0-1-1 0 0,-1 1 0 0 0,0 0 1 0 0,0-1-1 0 0,-1 1 0 0 0,0 0 0 0 0,-6 13 1 0 0,4-12-4 0 0,-1 0 1 0 0,0-1-1 0 0,-1 1 1 0 0,0-1-1 0 0,0-1 1 0 0,-1 1-1 0 0,0-1 1 0 0,0 0-1 0 0,0-1 1 0 0,-1 0 0 0 0,0 0-1 0 0,0-1 1 0 0,-1 1-1 0 0,0-2 1 0 0,1 1-1 0 0,-2-2 1 0 0,1 1-1 0 0,0-1 1 0 0,-13 3-1 0 0,13-4-90 0 0,1 0-1 0 0,-1-1 1 0 0,0 0-1 0 0,0-1 1 0 0,1 1-1 0 0,-1-2 1 0 0,0 1-1 0 0,0-1 1 0 0,1-1-1 0 0,-1 1 1 0 0,0-1-1 0 0,1-1 1 0 0,0 0-1 0 0,0 0 1 0 0,0-1 0 0 0,0 1-1 0 0,0-2 1 0 0,1 1-1 0 0,-1-1 1 0 0,1 0-1 0 0,0-1 1 0 0,-6-6-1 0 0,11 10-163 0 0,0 0 0 0 0,0 0-1 0 0,1 0 1 0 0,-1 0 0 0 0,0 0-1 0 0,1-1 1 0 0,0 1 0 0 0,-1-1-1 0 0,1 1 1 0 0,0-1 0 0 0,0 1-1 0 0,0-1 1 0 0,1 1 0 0 0,-1-1-1 0 0,1 0 1 0 0,-1 0 0 0 0,1 1-1 0 0,0-1 1 0 0,0 0 0 0 0,0 0 0 0 0,0 1-1 0 0,2-6 1 0 0,0 3-529 0 0,0 0 0 0 0,0 0 0 0 0,1 1 1 0 0,-1-1-1 0 0,1 1 0 0 0,0-1 0 0 0,1 1 0 0 0,-1 0 0 0 0,1 0 1 0 0,8-6-1 0 0,10-9-4274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10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64 2128 0 0,'4'0'2036'0'0,"8"2"-915"0"0,46 7 7472 0 0,-54-6-8112 0 0,1 0 0 0 0,-1 1 0 0 0,0 0 0 0 0,6 6 0 0 0,-6-6-414 0 0,0-1 0 0 0,0 0-1 0 0,0 0 1 0 0,0 0-1 0 0,1 0 1 0 0,-1-1-1 0 0,1 0 1 0 0,0 0-1 0 0,0 0 1 0 0,0 0 0 0 0,0-1-1 0 0,0 0 1 0 0,0 0-1 0 0,0 0 1 0 0,8 0-1 0 0,0-1-13 0 0,0 0 0 0 0,0-1 0 0 0,0 0-1 0 0,0-1 1 0 0,16-4 0 0 0,-25 5-40 0 0,0 0 1 0 0,0-1-1 0 0,0 1 0 0 0,0-1 0 0 0,-1 0 1 0 0,1 0-1 0 0,-1 0 0 0 0,1 0 0 0 0,-1-1 1 0 0,0 1-1 0 0,0-1 0 0 0,0 0 1 0 0,0 0-1 0 0,0 0 0 0 0,0-1 0 0 0,-1 1 1 0 0,0 0-1 0 0,0-1 0 0 0,0 0 1 0 0,0 1-1 0 0,0-1 0 0 0,-1 0 0 0 0,3-8 1 0 0,-4 10-13 0 0,0 1 0 0 0,0-1 0 0 0,0 0 1 0 0,0 1-1 0 0,0-1 0 0 0,0 1 1 0 0,-1-1-1 0 0,1 0 0 0 0,-1 1 0 0 0,1-1 1 0 0,-1 1-1 0 0,1-1 0 0 0,-1 1 1 0 0,0-1-1 0 0,1 1 0 0 0,-1 0 0 0 0,0-1 1 0 0,0 1-1 0 0,0 0 0 0 0,0 0 1 0 0,0 0-1 0 0,-1 0 0 0 0,1 0 0 0 0,0 0 1 0 0,0 0-1 0 0,-1 0 0 0 0,1 0 1 0 0,-1 0-1 0 0,1 1 0 0 0,-1-1 0 0 0,-1 0 1 0 0,-2-1-2 0 0,0 0 1 0 0,0 1-1 0 0,-1 0 0 0 0,1 0 1 0 0,-1 0-1 0 0,1 0 1 0 0,-9 1-1 0 0,-7 3 12 0 0,0 0-1 0 0,0 2 1 0 0,0 0-1 0 0,0 1 1 0 0,1 1-1 0 0,0 1 1 0 0,1 1 0 0 0,0 1-1 0 0,0 0 1 0 0,1 1-1 0 0,0 1 1 0 0,1 1-1 0 0,-18 17 1 0 0,32-27-8 0 0,0 0 0 0 0,0 0 1 0 0,1 0-1 0 0,-1 1 1 0 0,0-1-1 0 0,1 1 0 0 0,0 0 1 0 0,0-1-1 0 0,0 1 0 0 0,0 0 1 0 0,1 0-1 0 0,-1 0 0 0 0,1 0 1 0 0,0 0-1 0 0,1 1 1 0 0,-2 3-1 0 0,3-4 0 0 0,-1-1 0 0 0,0 0-1 0 0,1 0 1 0 0,-1 1 0 0 0,1-1 0 0 0,0 0 0 0 0,0 0 0 0 0,0 0-1 0 0,1 0 1 0 0,-1 0 0 0 0,1 0 0 0 0,-1 0 0 0 0,1-1 0 0 0,0 1 0 0 0,0 0-1 0 0,0-1 1 0 0,1 0 0 0 0,-1 1 0 0 0,1-1 0 0 0,-1 0 0 0 0,5 2-1 0 0,7 5-43 0 0,0-1-1 0 0,0-1 0 0 0,1-1 0 0 0,0 0 1 0 0,0-1-1 0 0,1 0 0 0 0,-1-1 0 0 0,1-1 1 0 0,0 0-1 0 0,18-1 0 0 0,-3 0-1290 0 0,39-3-1 0 0,26-11-5132 0 0,-42 3 95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01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78 112 0 0,'-3'-10'7005'0'0,"11"-30"-1343"0"0,-8 38-5043 0 0,0 0-83 0 0,1-8-93 0 0,0 7-91 0 0,-1 2-317 0 0,0 1 0 0 0,0-1 0 0 0,-1 1 0 0 0,1-1 1 0 0,0 1-1 0 0,0-1 0 0 0,0 1 0 0 0,0-1 0 0 0,-1 1 1 0 0,1-1-1 0 0,0 1 0 0 0,0-1 0 0 0,-1 1 0 0 0,1 0 0 0 0,0-1 1 0 0,-1 1-1 0 0,1-1 0 0 0,0 1 0 0 0,-1 0 0 0 0,1-1 1 0 0,-1 0-1 0 0,-6 2 2 0 0,0-1 1 0 0,0 1 0 0 0,0 0-1 0 0,0 0 1 0 0,0 1 0 0 0,1 0-1 0 0,-1 0 1 0 0,1 0 0 0 0,-1 1-1 0 0,-9 6 1 0 0,-63 41 56 0 0,73-46-88 0 0,0 0-1 0 0,1 1 1 0 0,-1 0 0 0 0,1 0 0 0 0,0 0 0 0 0,1 0 0 0 0,-1 1-1 0 0,1 0 1 0 0,0 0 0 0 0,-5 11 0 0 0,7-14-5 0 0,1 0-1 0 0,0 1 1 0 0,0-1-1 0 0,1 0 1 0 0,-1 1-1 0 0,1-1 1 0 0,-1 1 0 0 0,1-1-1 0 0,0 1 1 0 0,0-1-1 0 0,1 1 1 0 0,-1-1-1 0 0,1 1 1 0 0,0-1 0 0 0,0 0-1 0 0,0 1 1 0 0,0-1-1 0 0,0 0 1 0 0,1 0 0 0 0,-1 0-1 0 0,1 0 1 0 0,0 0-1 0 0,4 5 1 0 0,7 7-5 0 0,0-1-1 0 0,1 0 1 0 0,1-1 0 0 0,17 12-1 0 0,69 42-30 0 0,-30-21-2 0 0,-50-33 27 0 0,-14-9 11 0 0,1 1-1 0 0,-1-1 1 0 0,0 2 0 0 0,-1-1-1 0 0,11 12 1 0 0,-16-17 2 0 0,-1 1 0 0 0,0-1 0 0 0,1 0 0 0 0,-1 1 1 0 0,0-1-1 0 0,1 1 0 0 0,-1-1 0 0 0,0 1 0 0 0,1 0 0 0 0,-1-1 0 0 0,0 1 0 0 0,0-1 1 0 0,0 1-1 0 0,0-1 0 0 0,0 1 0 0 0,0 0 0 0 0,0-1 0 0 0,0 1 0 0 0,0-1 1 0 0,0 1-1 0 0,0 0 0 0 0,0-1 0 0 0,0 1 0 0 0,0-1 0 0 0,0 1 0 0 0,-1-1 1 0 0,1 2-1 0 0,-1-1 1 0 0,0 0 0 0 0,0 0 1 0 0,0 0-1 0 0,0-1 1 0 0,0 1-1 0 0,0 0 0 0 0,0 0 1 0 0,0-1-1 0 0,0 1 0 0 0,0-1 1 0 0,0 1-1 0 0,-2 0 0 0 0,-36 6 60 0 0,13-5-42 0 0,1-2 0 0 0,-1-1 0 0 0,0-1 0 0 0,-31-6 0 0 0,6-3-26 0 0,-55-20 1 0 0,100 30-308 0 0,1-1 1 0 0,0 0 0 0 0,0 0-1 0 0,0 0 1 0 0,0-1 0 0 0,0 0 0 0 0,0 0-1 0 0,1 0 1 0 0,0 0 0 0 0,-1-1 0 0 0,-4-5-1 0 0,9 8 30 0 0,0 0-1 0 0,0 0 1 0 0,0 0-1 0 0,0 0 1 0 0,0 0-1 0 0,0 0 1 0 0,0 0-1 0 0,0 0 1 0 0,1 0 0 0 0,-1 0-1 0 0,0 0 1 0 0,1 0-1 0 0,-1 0 1 0 0,1 0-1 0 0,-1 1 1 0 0,2-3-1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01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57 872 0 0,'82'-38'8107'0'0,"-81"37"-8021"0"0,-1 1-1 0 0,1 0 0 0 0,-1-1 0 0 0,1 1 1 0 0,-1-1-1 0 0,1 1 0 0 0,-1-1 0 0 0,1 1 1 0 0,-1-1-1 0 0,1 1 0 0 0,-1-1 0 0 0,1 0 1 0 0,-1 1-1 0 0,0-1 0 0 0,0 1 0 0 0,1-1 1 0 0,-1 0-1 0 0,0 0 0 0 0,0 0-59 0 0,0 1 0 0 0,0 0-1 0 0,1 0 1 0 0,-1 0 0 0 0,0-1 0 0 0,0 1-1 0 0,0 0 1 0 0,0 0 0 0 0,-1-1 0 0 0,1 1 0 0 0,0 0-1 0 0,0 0 1 0 0,0-1 0 0 0,0 1 0 0 0,0 0-1 0 0,0 0 1 0 0,0 0 0 0 0,0-1 0 0 0,0 1-1 0 0,0 0 1 0 0,-1 0 0 0 0,1 0 0 0 0,0-1-1 0 0,0 1 1 0 0,0 0 0 0 0,0 0 0 0 0,-1 0-1 0 0,1 0 1 0 0,0-1 0 0 0,0 1 0 0 0,0 0-1 0 0,-1 0 1 0 0,1 0 0 0 0,0 0 0 0 0,0 0-1 0 0,-1 0 1 0 0,1 0 0 0 0,0 0 0 0 0,0 0-1 0 0,-1 0 1 0 0,1 0 0 0 0,0 0 0 0 0,0 0-1 0 0,0 0 1 0 0,-1 0 0 0 0,1 0 0 0 0,0 0-1 0 0,0 0 1 0 0,-1 0 0 0 0,1 0 0 0 0,0 0 0 0 0,0 0-1 0 0,-1 0 1 0 0,1 1 0 0 0,-21 5 141 0 0,1 1 1 0 0,0 1 0 0 0,0 1-1 0 0,0 0 1 0 0,1 2 0 0 0,1 0-1 0 0,0 1 1 0 0,0 1 0 0 0,1 1-1 0 0,1 0 1 0 0,1 1 0 0 0,0 1-1 0 0,0 0 1 0 0,-21 33 0 0 0,32-41-154 0 0,0-1 1 0 0,0 1 0 0 0,0 0-1 0 0,1 1 1 0 0,0-1 0 0 0,1 0-1 0 0,-3 18 1 0 0,5-23-10 0 0,0 1-1 0 0,0 0 1 0 0,0 0-1 0 0,0 0 1 0 0,0-1 0 0 0,1 1-1 0 0,0 0 1 0 0,0-1-1 0 0,0 1 1 0 0,0 0 0 0 0,1-1-1 0 0,-1 1 1 0 0,1-1-1 0 0,0 0 1 0 0,0 1 0 0 0,0-1-1 0 0,0 0 1 0 0,1 0-1 0 0,-1-1 1 0 0,5 5 0 0 0,-1-2-8 0 0,0-1 0 0 0,0 0 0 0 0,0-1 1 0 0,1 0-1 0 0,-1 1 0 0 0,1-2 0 0 0,-1 1 1 0 0,1-1-1 0 0,0 0 0 0 0,0-1 0 0 0,0 1 1 0 0,0-1-1 0 0,1-1 0 0 0,-1 1 0 0 0,0-1 1 0 0,0-1-1 0 0,12-1 0 0 0,-10 1-14 0 0,1-1 1 0 0,-1 0-1 0 0,1-1 0 0 0,-1 0 0 0 0,0-1 1 0 0,0 0-1 0 0,0 0 0 0 0,-1-1 0 0 0,1 0 1 0 0,-1 0-1 0 0,0-1 0 0 0,10-10 0 0 0,-1-2 7 0 0,-1-2 1 0 0,-1 0-1 0 0,24-42 0 0 0,-36 57 20 0 0,1-2-101 0 0,8-10 432 0 0,-12 16-322 0 0,1 1 0 0 0,-1 0 0 0 0,1-1 0 0 0,-1 1 0 0 0,0 0 0 0 0,1 0 0 0 0,-1-1 0 0 0,1 1 0 0 0,-1 0 0 0 0,1 0 0 0 0,-1 0 0 0 0,1-1 0 0 0,-1 1 0 0 0,1 0 0 0 0,-1 0 0 0 0,1 0 0 0 0,-1 0 0 0 0,1 0 0 0 0,0 0 0 0 0,-1 0 0 0 0,1 0 0 0 0,-1 0 0 0 0,1 1 0 0 0,-1-1 0 0 0,1 0 0 0 0,0 0 0 0 0,0 2 40 0 0,1 0-1 0 0,-1 0 1 0 0,0 1-1 0 0,0-1 1 0 0,0 0-1 0 0,0 0 1 0 0,-1 1-1 0 0,1-1 1 0 0,-1 0-1 0 0,1 1 0 0 0,-1-1 1 0 0,0 1-1 0 0,1 2 1 0 0,-1 1 34 0 0,3 9-10 0 0,0 0 0 0 0,1 0 0 0 0,1-1 0 0 0,8 21-1 0 0,-9-29-329 0 0,-1 0 0 0 0,1 0 0 0 0,0 0-1 0 0,0 0 1 0 0,1-1 0 0 0,-1 1-1 0 0,1-1 1 0 0,0-1 0 0 0,1 1-1 0 0,-1-1 1 0 0,12 8 0 0 0,-7-7-1030 0 0,-1 0-1 0 0,1-1 1 0 0,0 0 0 0 0,11 3-1 0 0,-2-3-3501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02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45 160 1028 0 0,'18'-114'11457'0'0,"-13"70"-8455"0"0,-4 42-2328 0 0,-3 42 349 0 0,-14 76-1 0 0,0-14-618 0 0,2 20-185 0 0,4-54-983 0 0,-1 135-1 0 0,12-196 238 0 0,-1-1-1 0 0,1 1 1 0 0,0-1-1 0 0,1 0 1 0 0,-1 0-1 0 0,5 11 1 0 0,-4-14-88 0 0,-1-1 1 0 0,1 1 0 0 0,0 0-1 0 0,-1 0 1 0 0,1-1 0 0 0,1 1 0 0 0,-1-1-1 0 0,0 1 1 0 0,4 2 0 0 0,9 4-4447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02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2940 0 0,'12'-23'6546'0'0,"12"-31"1224"0"0,-23 60-7552 0 0,0 0 1 0 0,0 0-1 0 0,-1 1 1 0 0,1-1 0 0 0,-1 0-1 0 0,-1 1 1 0 0,1-1-1 0 0,-1 0 1 0 0,-2 8-1 0 0,-1 13 38 0 0,3-12-331 0 0,1-1-1 0 0,1 1 1 0 0,0-1-1 0 0,0 1 1 0 0,2-1-1 0 0,0 1 1 0 0,7 19-1 0 0,-9-32-269 0 0,0 0 0 0 0,1 0-1 0 0,-1 0 1 0 0,0 0 0 0 0,1-1 0 0 0,-1 1-1 0 0,1-1 1 0 0,0 1 0 0 0,-1-1 0 0 0,3 2-1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02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282 143 1700 0 0,'-134'-69'10798'0'0,"3"3"-4451"0"0,126 64-6212 0 0,-7-4-849 0 0,44 23-9707 0 0,-19-11 4980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03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284 672 696 0 0,'99'-4'9834'0'0,"-97"4"-9226"0"0,15-13 2787 0 0,-18 12-3347 0 0,1-1 0 0 0,-1 1-1 0 0,0 0 1 0 0,0 0 0 0 0,0 0 0 0 0,0 0-1 0 0,0 0 1 0 0,0 0 0 0 0,0 1-1 0 0,0-1 1 0 0,0 0 0 0 0,0 0-1 0 0,0 1 1 0 0,-1-1 0 0 0,1 1 0 0 0,0-1-1 0 0,0 1 1 0 0,-1 0 0 0 0,1-1-1 0 0,0 1 1 0 0,-1 0 0 0 0,-1 0-1 0 0,-35-1 445 0 0,31 2-399 0 0,-17 0 94 0 0,0 1 0 0 0,0 1 0 0 0,-29 8 0 0 0,45-9-167 0 0,1 1-1 0 0,-1-1 1 0 0,0 1-1 0 0,1 1 0 0 0,-1-1 1 0 0,1 1-1 0 0,0 1 1 0 0,0-1-1 0 0,1 1 1 0 0,-1 0-1 0 0,1 1 1 0 0,0-1-1 0 0,-6 9 1 0 0,9-10-17 0 0,1 1 1 0 0,0-1-1 0 0,1 0 1 0 0,-1 0-1 0 0,1 1 1 0 0,0-1 0 0 0,0 1-1 0 0,0 0 1 0 0,0-1-1 0 0,1 1 1 0 0,0-1-1 0 0,0 1 1 0 0,0 0 0 0 0,1-1-1 0 0,-1 1 1 0 0,1-1-1 0 0,0 1 1 0 0,1-1-1 0 0,-1 1 1 0 0,1-1 0 0 0,3 7-1 0 0,3 6 14 0 0,1 0 0 0 0,0-1 0 0 0,23 28 0 0 0,2-2-19 0 0,-18-24 2 0 0,-1 1 1 0 0,-1 0-1 0 0,15 28 1 0 0,-28-46 2 0 0,-1 1 0 0 0,1-1 0 0 0,0 1 1 0 0,-1-1-1 0 0,0 1 0 0 0,1-1 0 0 0,-1 1 0 0 0,0-1 1 0 0,0 1-1 0 0,0-1 0 0 0,0 1 0 0 0,0-1 1 0 0,0 1-1 0 0,0-1 0 0 0,0 1 0 0 0,-1-1 1 0 0,1 1-1 0 0,0-1 0 0 0,-1 1 0 0 0,0-1 1 0 0,0 2-1 0 0,-1 0 3 0 0,0 0 0 0 0,0 0 0 0 0,0-1 0 0 0,-1 1 1 0 0,1-1-1 0 0,-1 1 0 0 0,1-1 0 0 0,-1 0 0 0 0,-4 2 0 0 0,-2 2 2 0 0,0-1-1 0 0,-1-1 0 0 0,0 0 0 0 0,0 0 0 0 0,-16 3 1 0 0,7-3 22 0 0,1-1 1 0 0,-22 0-1 0 0,35-2-24 0 0,-1-1 0 0 0,1-1 0 0 0,0 1 0 0 0,-1 0 1 0 0,1-1-1 0 0,0 0 0 0 0,0-1 0 0 0,0 1 0 0 0,0-1 0 0 0,0 0 0 0 0,0 0 0 0 0,-7-4 0 0 0,11 5-20 0 0,0 0-1 0 0,0 0 0 0 0,0 0 1 0 0,0 0-1 0 0,0 0 0 0 0,0 0 1 0 0,1 0-1 0 0,-1-1 0 0 0,1 1 1 0 0,-1 0-1 0 0,1 0 0 0 0,-1-1 1 0 0,1 1-1 0 0,-1 0 1 0 0,1 0-1 0 0,0-1 0 0 0,0 1 1 0 0,0 0-1 0 0,0-1 0 0 0,0 1 1 0 0,0 0-1 0 0,0-1 0 0 0,0 1 1 0 0,0 0-1 0 0,1-1 0 0 0,-1 1 1 0 0,0 0-1 0 0,1 0 0 0 0,-1-1 1 0 0,1 1-1 0 0,0 0 0 0 0,-1 0 1 0 0,1 0-1 0 0,1-2 1 0 0,2-4-175 0 0,1 1 0 0 0,0-1 0 0 0,0 1 0 0 0,7-7 0 0 0,48-41-1567 0 0,108-75-1 0 0,-67 54 1053 0 0,215-193-415 0 0,-249 201 1408 0 0,-3-3 1 0 0,75-103-1 0 0,-134 166-215 0 0,15-22 472 0 0,23-42-1 0 0,-39 64-444 0 0,0 0 0 0 0,-1 0 0 0 0,0-1 1 0 0,-1 0-1 0 0,1 1 0 0 0,-1-1 0 0 0,-1 0 1 0 0,1 0-1 0 0,-1 0 0 0 0,-1 0 0 0 0,0-14 1 0 0,0 22-94 0 0,0-1 1 0 0,0 0 0 0 0,0 0 0 0 0,0 1 0 0 0,0-1 0 0 0,0 0 0 0 0,-1 1-1 0 0,1-1 1 0 0,0 0 0 0 0,0 1 0 0 0,-1-1 0 0 0,1 1 0 0 0,0-1-1 0 0,-1 0 1 0 0,1 1 0 0 0,-1-1 0 0 0,1 1 0 0 0,-1-1 0 0 0,1 1 0 0 0,-1-1-1 0 0,1 1 1 0 0,-1-1 0 0 0,1 1 0 0 0,-1 0 0 0 0,0-1 0 0 0,1 1-1 0 0,-1 0 1 0 0,-1-1 0 0 0,1 1 2 0 0,-1 0 1 0 0,1 0-1 0 0,-1 0 0 0 0,1 0 0 0 0,-1 1 1 0 0,1-1-1 0 0,-1 0 0 0 0,1 1 0 0 0,0-1 1 0 0,-1 1-1 0 0,1 0 0 0 0,-3 1 0 0 0,-2 2 38 0 0,0 0-1 0 0,0 1 1 0 0,0 0-1 0 0,-7 7 1 0 0,-13 21 236 0 0,0 1-1 0 0,2 1 1 0 0,2 1-1 0 0,-19 40 1 0 0,-57 163 1445 0 0,-31 208 1013 0 0,34 9-1814 0 0,88-420-900 0 0,-28 188 177 0 0,-9 336 1 0 0,43-525-204 0 0,1-12 247 0 0,-1 0-1 0 0,-1 1 1 0 0,-8 33 0 0 0,10-55-223 0 0,-1 0 0 0 0,1-1 0 0 0,-1 1 0 0 0,1 0-1 0 0,-1-1 1 0 0,1 1 0 0 0,-1-1 0 0 0,0 1 0 0 0,0-1 0 0 0,0 1 0 0 0,0-1 0 0 0,0 0 0 0 0,0 0 0 0 0,0 1 0 0 0,-1-1 0 0 0,1 0 0 0 0,0 0 0 0 0,-1 0 0 0 0,-1 1 0 0 0,2-1-9 0 0,-1-1 0 0 0,1 0 0 0 0,-1 0 0 0 0,1 0 0 0 0,0 0 1 0 0,-1 0-1 0 0,1 0 0 0 0,-1 0 0 0 0,1 0 0 0 0,0 0 0 0 0,-1-1 1 0 0,1 1-1 0 0,0 0 0 0 0,-1-1 0 0 0,1 1 0 0 0,0-1 0 0 0,-1 0 0 0 0,0 0 1 0 0,-5-4 6 0 0,2 1 0 0 0,-1-1 0 0 0,0 0 1 0 0,1 0-1 0 0,0-1 0 0 0,0 1 1 0 0,-5-9-1 0 0,-3-8-13 0 0,0-1 0 0 0,1 0 0 0 0,2 0 0 0 0,0-2 0 0 0,2 1-1 0 0,-9-38 1 0 0,9 18-6 0 0,1 1-1 0 0,3-1 0 0 0,0-45 1 0 0,5 56-51 0 0,1 0 0 0 0,2 0 0 0 0,1 1 1 0 0,1-1-1 0 0,2 1 0 0 0,1 0 0 0 0,2 1 1 0 0,1 1-1 0 0,1-1 0 0 0,2 2 0 0 0,1 0 1 0 0,1 1-1 0 0,2 0 0 0 0,0 2 1 0 0,2 0-1 0 0,1 1 0 0 0,0 1 0 0 0,2 2 1 0 0,1 0-1 0 0,28-19 0 0 0,-1 7-694 0 0,105-52-1 0 0,63-10-1968 0 0,45-22-4249 0 0,-246 109 5965 0 0,0-2-1 0 0,-1 0 1 0 0,0-1-1 0 0,-1 0 1 0 0,21-22-1 0 0,-32 29 860 0 0,-1-1 1 0 0,0-1-1 0 0,0 1 0 0 0,-1-1 0 0 0,0 1 0 0 0,0-1 1 0 0,4-12-1 0 0,-6 13 329 0 0,0 1-1 0 0,-1-1 1 0 0,1 0 0 0 0,-2 0-1 0 0,1 0 1 0 0,-1 0 0 0 0,1 0 0 0 0,-2 0-1 0 0,1 0 1 0 0,-1 0 0 0 0,-1-7-1 0 0,-2-2 796 0 0,-1 1-1 0 0,-12-24 1 0 0,11 25-70 0 0,1 0 0 0 0,0 0 0 0 0,-4-15 0 0 0,9 27-884 0 0,0 1 0 0 0,0-1 1 0 0,0 0-1 0 0,0 0 0 0 0,0 0 0 0 0,-1 1 1 0 0,1-1-1 0 0,0 0 0 0 0,-1 1 1 0 0,1-1-1 0 0,0 0 0 0 0,-1 0 1 0 0,1 1-1 0 0,-1-1 0 0 0,1 1 0 0 0,-1-1 1 0 0,1 0-1 0 0,-1 1 0 0 0,1-1 1 0 0,-2 0-1 0 0,2 1-12 0 0,-1 0 0 0 0,1 0-1 0 0,-1 0 1 0 0,1 0 0 0 0,-1 0 0 0 0,1 0 0 0 0,-1 0-1 0 0,1 1 1 0 0,0-1 0 0 0,-1 0 0 0 0,1 0 0 0 0,-1 0-1 0 0,1 0 1 0 0,-1 1 0 0 0,1-1 0 0 0,-1 0 0 0 0,1 0-1 0 0,0 1 1 0 0,-1-1 0 0 0,1 0 0 0 0,0 1 0 0 0,-1 0 0 0 0,-2 1 89 0 0,1 1 1 0 0,0 0 0 0 0,0-1-1 0 0,0 1 1 0 0,1 0 0 0 0,-3 5-1 0 0,0 6 30 0 0,0 0 0 0 0,1 0 0 0 0,1 0-1 0 0,0 0 1 0 0,1 1 0 0 0,0-1-1 0 0,2 0 1 0 0,-1 1 0 0 0,2-1-1 0 0,0 0 1 0 0,0 0 0 0 0,8 22-1 0 0,-5-22-259 0 0,0-1-1 0 0,0 0 1 0 0,2 0 0 0 0,0-1-1 0 0,11 17 1 0 0,-11-20-429 0 0,0 0 1 0 0,0-1-1 0 0,1 0 1 0 0,0 0 0 0 0,1-1-1 0 0,-1 0 1 0 0,13 7-1 0 0,-17-12-445 0 0,0 0 1 0 0,0 0-1 0 0,0 0 0 0 0,0 0 0 0 0,8 1 1 0 0,4 1-3830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04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83 1604 0 0,'-7'-12'2628'0'0,"2"-2"-535"0"0,0 6-365 0 0,3-1-340 0 0,-3 0 536 0 0,-2-3-744 0 0,2 2-920 0 0,2 2-444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04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0 452 0 0,'10'34'6155'0'0,"-9"-25"-5112"0"0,2 0 0 0 0,-1-1 0 0 0,1 1 0 0 0,1-1 0 0 0,5 10 0 0 0,-7-15-892 0 0,0 0 0 0 0,0 0 0 0 0,1 0 1 0 0,-1-1-1 0 0,1 1 0 0 0,0-1 0 0 0,0 1 0 0 0,0-1 1 0 0,0 0-1 0 0,0 0 0 0 0,0 0 0 0 0,1-1 1 0 0,-1 1-1 0 0,1-1 0 0 0,-1 0 0 0 0,7 2 0 0 0,0-1 1 0 0,-1 0 0 0 0,1-1-1 0 0,0 0 1 0 0,0-1-1 0 0,0 0 1 0 0,0 0 0 0 0,0-1-1 0 0,11-2 1 0 0,-18 2-130 0 0,0 1 1 0 0,0-1-1 0 0,1 0 1 0 0,-1 0-1 0 0,0-1 1 0 0,0 1-1 0 0,0 0 1 0 0,0-1-1 0 0,0 0 1 0 0,0 0-1 0 0,-1 0 1 0 0,1 0-1 0 0,-1 0 1 0 0,1-1-1 0 0,-1 1 1 0 0,0-1-1 0 0,0 1 1 0 0,0-1-1 0 0,0 0 1 0 0,0 0 0 0 0,-1 0-1 0 0,1 0 1 0 0,-1 0-1 0 0,0 0 1 0 0,0 0-1 0 0,1-6 1 0 0,-1 7-23 0 0,-1 0 0 0 0,1-1 1 0 0,-1 1-1 0 0,0 0 1 0 0,0-1-1 0 0,0 1 1 0 0,0 0-1 0 0,-1-1 0 0 0,1 1 1 0 0,-1 0-1 0 0,1-1 1 0 0,-1 1-1 0 0,0 0 1 0 0,0 0-1 0 0,0 0 1 0 0,0 0-1 0 0,0 0 0 0 0,0 0 1 0 0,-3-3-1 0 0,2 2-2 0 0,-1 1 0 0 0,1 0 0 0 0,-1 0 0 0 0,0 0-1 0 0,0 1 1 0 0,0-1 0 0 0,0 1 0 0 0,0-1 0 0 0,0 1 0 0 0,0 0 0 0 0,0 0-1 0 0,-5 0 1 0 0,-4-1-9 0 0,-1 1 0 0 0,0 0 0 0 0,0 1 0 0 0,0 1 0 0 0,-21 3 0 0 0,11 1 14 0 0,1 0 0 0 0,0 1 0 0 0,0 2 0 0 0,1 0 0 0 0,0 1 0 0 0,-29 17 0 0 0,37-18-9 0 0,0 1-1 0 0,0 0 1 0 0,0 0 0 0 0,1 2-1 0 0,1-1 1 0 0,0 1 0 0 0,0 1-1 0 0,1 0 1 0 0,1 1 0 0 0,-11 18 0 0 0,18-28-109 0 0,0 0 0 0 0,1 1 0 0 0,0-1 0 0 0,0 1 0 0 0,0 0 0 0 0,0-1 0 0 0,0 1 0 0 0,1 0 0 0 0,-1-1 0 0 0,1 1 1 0 0,0 0-1 0 0,0 0 0 0 0,1-1 0 0 0,-1 1 0 0 0,1 0 0 0 0,0 0 0 0 0,0-1 0 0 0,0 1 0 0 0,0-1 0 0 0,0 1 1 0 0,1-1-1 0 0,0 0 0 0 0,0 1 0 0 0,0-1 0 0 0,0 0 0 0 0,0 0 0 0 0,0 0 0 0 0,5 3 0 0 0,2 3-778 0 0,1 0 0 0 0,0-1 0 0 0,0-1 0 0 0,1 1-1 0 0,0-2 1 0 0,0 1 0 0 0,14 4 0 0 0,15 5-3499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2:04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405 983 1420 0 0,'3'-4'555'0'0,"2"-2"439"0"0,0 0 0 0 0,0-1 0 0 0,-1 1 1 0 0,0-1-1 0 0,6-14 0 0 0,-9 20-866 0 0,-1-1 0 0 0,1 0 0 0 0,-1 0 0 0 0,1 1 0 0 0,-1-1 0 0 0,0 0 0 0 0,0 0 0 0 0,0 0 0 0 0,0 0 0 0 0,0 0 0 0 0,-1 1-1 0 0,1-1 1 0 0,0 0 0 0 0,-1 0 0 0 0,1 0 0 0 0,-1 1 0 0 0,0-1 0 0 0,0 0 0 0 0,1 1 0 0 0,-1-1 0 0 0,0 1 0 0 0,-1-1 0 0 0,1 1 0 0 0,0-1 0 0 0,0 1 0 0 0,0 0 0 0 0,-1-1 0 0 0,1 1 0 0 0,-1 0-1 0 0,-2-2 1 0 0,-3-1 53 0 0,-1 1 0 0 0,1-1 0 0 0,0 2 0 0 0,-1-1 0 0 0,1 1-1 0 0,-1 0 1 0 0,0 0 0 0 0,0 1 0 0 0,0 0 0 0 0,0 0 0 0 0,-8 1-1 0 0,-8 1 114 0 0,1 0 0 0 0,-36 8-1 0 0,42-6-207 0 0,0 2 0 0 0,0 0 0 0 0,0 1 0 0 0,1 0 0 0 0,0 1 0 0 0,-18 11 0 0 0,28-14-68 0 0,0 0 1 0 0,1-1 0 0 0,-1 2 0 0 0,1-1 0 0 0,0 1 0 0 0,0-1 0 0 0,0 1-1 0 0,1 1 1 0 0,0-1 0 0 0,0 1 0 0 0,0-1 0 0 0,0 1 0 0 0,1 0 0 0 0,0 1-1 0 0,1-1 1 0 0,-1 0 0 0 0,1 1 0 0 0,-2 12 0 0 0,3-16-10 0 0,1 0 1 0 0,0 1 0 0 0,0-1-1 0 0,0 0 1 0 0,0 1-1 0 0,1-1 1 0 0,-1 1 0 0 0,1-1-1 0 0,0 0 1 0 0,0 0-1 0 0,0 1 1 0 0,0-1-1 0 0,1 0 1 0 0,-1 0 0 0 0,1 0-1 0 0,0 0 1 0 0,3 3-1 0 0,-2-2 2 0 0,1 0-1 0 0,0-1 0 0 0,0 0 0 0 0,1 1 0 0 0,-1-1 0 0 0,1-1 0 0 0,-1 1 1 0 0,1-1-1 0 0,0 0 0 0 0,6 3 0 0 0,1-2 3 0 0,-1 0-1 0 0,1-1 1 0 0,0 0 0 0 0,0-1-1 0 0,0 0 1 0 0,0 0 0 0 0,0-2-1 0 0,0 1 1 0 0,14-4-1 0 0,-16 2-61 0 0,0-1 0 0 0,-1 0 0 0 0,1-1 0 0 0,-1 1 0 0 0,0-2 0 0 0,0 0 0 0 0,0 0 0 0 0,0 0 0 0 0,-1-1 0 0 0,12-11 0 0 0,-9 7-133 0 0,-1-1 0 0 0,-1-1 0 0 0,0 1-1 0 0,0-2 1 0 0,-1 1 0 0 0,10-22 0 0 0,-5 3-149 0 0,-2 0 0 0 0,0-1 1 0 0,-3 0-1 0 0,0-1 0 0 0,5-58 0 0 0,-10 51 218 0 0,-2-1 1 0 0,-2 1 0 0 0,-1-1-1 0 0,-3 1 1 0 0,-1 0 0 0 0,-20-72-1 0 0,15 77 200 0 0,-2 0-1 0 0,0 1 1 0 0,-3 1-1 0 0,-1 1 0 0 0,-1 0 1 0 0,-2 1-1 0 0,-41-50 0 0 0,57 76-57 0 0,-1 0-1 0 0,0 0 0 0 0,0 1 1 0 0,0-1-1 0 0,0 1 0 0 0,-1 0 1 0 0,0 1-1 0 0,-7-5 0 0 0,10 7 17 0 0,0 0-1 0 0,0 0 1 0 0,0 1-1 0 0,0-1 0 0 0,1 1 1 0 0,-1-1-1 0 0,0 1 1 0 0,0 0-1 0 0,0 0 0 0 0,0 0 1 0 0,0 0-1 0 0,0 1 1 0 0,0-1-1 0 0,0 1 1 0 0,0 0-1 0 0,0 0 0 0 0,1 0 1 0 0,-1 0-1 0 0,0 0 1 0 0,-4 3-1 0 0,-1 2 140 0 0,0 1-1 0 0,0 0 1 0 0,1 0 0 0 0,0 0 0 0 0,0 1-1 0 0,0 0 1 0 0,1 0 0 0 0,1 1 0 0 0,-1-1-1 0 0,1 1 1 0 0,1 0 0 0 0,0 1 0 0 0,0-1-1 0 0,-3 15 1 0 0,-1 7 294 0 0,1 0 0 0 0,2 0-1 0 0,-2 42 1 0 0,6-34-139 0 0,1 0 0 0 0,10 70 1 0 0,26 76-978 0 0,-9-50-7621 0 0,-20-102 255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11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426 136 1940 0 0,'-24'-43'4723'0'0,"18"31"-3868"0"0,0 1 1 0 0,0-1 0 0 0,-2 1 0 0 0,1 0-1 0 0,-11-10 1 0 0,16 19-764 0 0,-1 1 0 0 0,1-1 0 0 0,-1 1 1 0 0,0 0-1 0 0,0-1 0 0 0,1 1 0 0 0,-1 0 0 0 0,0 1 0 0 0,0-1 0 0 0,-4 0 0 0 0,5 1-73 0 0,-3-1 59 0 0,1 1 1 0 0,0 0 0 0 0,0 0 0 0 0,-1 0 0 0 0,1 0-1 0 0,0 1 1 0 0,0 0 0 0 0,-1 0 0 0 0,1 0 0 0 0,0 0-1 0 0,0 1 1 0 0,-4 1 0 0 0,-4 3 126 0 0,1 0 1 0 0,-16 12-1 0 0,5-2-36 0 0,0 2-1 0 0,2 0 0 0 0,0 1 0 0 0,-28 36 1 0 0,39-44-154 0 0,1 1 1 0 0,0 0 0 0 0,0 1 0 0 0,2 0 0 0 0,-1 0 0 0 0,2 0 0 0 0,0 1 0 0 0,0 0 0 0 0,1 0 0 0 0,-3 22-1 0 0,7-32-13 0 0,-1-1 0 0 0,1 1 0 0 0,0-1 0 0 0,0 0 0 0 0,0 1 0 0 0,1-1 0 0 0,-1 0 0 0 0,1 1-1 0 0,0-1 1 0 0,0 0 0 0 0,0 1 0 0 0,0-1 0 0 0,0 0 0 0 0,1 0 0 0 0,0 0 0 0 0,-1 0 0 0 0,1 0-1 0 0,0-1 1 0 0,0 1 0 0 0,1 0 0 0 0,-1-1 0 0 0,0 0 0 0 0,1 1 0 0 0,0-1 0 0 0,-1 0 0 0 0,1 0-1 0 0,0-1 1 0 0,0 1 0 0 0,4 1 0 0 0,-1-1-3 0 0,1 1-1 0 0,0-2 1 0 0,0 1-1 0 0,-1-1 0 0 0,1 0 1 0 0,0-1-1 0 0,0 1 1 0 0,0-1-1 0 0,0-1 1 0 0,0 1-1 0 0,0-1 1 0 0,-1 0-1 0 0,12-4 1 0 0,3-3-75 0 0,0 0 1 0 0,0-2 0 0 0,-1 0-1 0 0,37-26 1 0 0,68-62-130 0 0,-101 78 179 0 0,-23 19 22 0 0,0 0 0 0 0,1 0 0 0 0,-1 0 0 0 0,0 1 1 0 0,1-1-1 0 0,-1 0 0 0 0,0 1 0 0 0,1-1 0 0 0,-1 1 0 0 0,1 0 1 0 0,-1-1-1 0 0,1 1 0 0 0,-1 0 0 0 0,1 0 0 0 0,-1 0 1 0 0,1 0-1 0 0,-1 0 0 0 0,3 1 0 0 0,-2-1 7 0 0,-1 0-2 0 0,-1 1 0 0 0,1-1 0 0 0,0 1 1 0 0,0-1-1 0 0,-1 1 0 0 0,1 0 1 0 0,-1-1-1 0 0,1 1 0 0 0,0 0 0 0 0,-1-1 1 0 0,1 1-1 0 0,-1 0 0 0 0,1 0 0 0 0,-1 0 1 0 0,0 0-1 0 0,1-1 0 0 0,-1 1 0 0 0,0 0 1 0 0,0 0-1 0 0,1 1 0 0 0,3 21 25 0 0,-3-16-26 0 0,0 0 0 0 0,0 0 0 0 0,0-1 0 0 0,1 1 0 0 0,0 0 0 0 0,0-1 1 0 0,1 1-1 0 0,0-1 0 0 0,0 0 0 0 0,0 0 0 0 0,1 0 0 0 0,0 0 0 0 0,0-1 0 0 0,0 1 0 0 0,1-1 0 0 0,0 0 0 0 0,0 0 0 0 0,0-1 0 0 0,0 0 0 0 0,1 0 0 0 0,0 0 0 0 0,0 0 0 0 0,0-1 0 0 0,0 0 0 0 0,0 0 0 0 0,1-1 0 0 0,-1 0 0 0 0,1 0 0 0 0,0 0 0 0 0,0-1 0 0 0,11 1 0 0 0,-8-1-282 0 0,0-1 1 0 0,-1 0-1 0 0,1-1 0 0 0,-1 0 1 0 0,1 0-1 0 0,-1-1 1 0 0,1-1-1 0 0,-1 1 0 0 0,0-1 1 0 0,0-1-1 0 0,15-8 0 0 0,-11 5-523 0 0,-1-1-1 0 0,0-1 1 0 0,-1 0-1 0 0,1-1 0 0 0,-2 0 1 0 0,0 0-1 0 0,10-14 1 0 0,2-5-1863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11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156 123 1216 0 0,'10'-33'4534'0'0,"20"-44"-1"0"0,-28 66-3544 0 0,-8 9 350 0 0,5 3-1240 0 0,-1-1-1 0 0,1 1 1 0 0,0-1 0 0 0,-1 1 0 0 0,1-1-1 0 0,0 1 1 0 0,-1 0 0 0 0,1-1 0 0 0,0 1-1 0 0,0 0 1 0 0,0 0 0 0 0,-1 1 0 0 0,-20 27 269 0 0,1 0 0 0 0,2 1 1 0 0,2 1-1 0 0,0 1 0 0 0,2 0 0 0 0,1 1 1 0 0,2 1-1 0 0,2 0 0 0 0,-13 70 1 0 0,21-90-387 0 0,1 0 1 0 0,0 0-1 0 0,1 0 1 0 0,0 0-1 0 0,2 0 1 0 0,-1 0-1 0 0,2 0 1 0 0,7 25-1 0 0,-8-33-233 0 0,0-1-1 0 0,1 0 1 0 0,-1 1-1 0 0,1-1 0 0 0,1 0 1 0 0,-1-1-1 0 0,1 1 0 0 0,-1 0 1 0 0,1-1-1 0 0,7 6 1 0 0,-8-7-248 0 0,1-1 1 0 0,0 1 0 0 0,0-1 0 0 0,0 0-1 0 0,1 0 1 0 0,-1-1 0 0 0,0 1 0 0 0,1-1 0 0 0,-1 0-1 0 0,1 0 1 0 0,-1 0 0 0 0,1 0 0 0 0,-1-1 0 0 0,10 0-1 0 0,7-3-4276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11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48 1204 0 0,'24'-48'9137'0'0,"-25"68"-7723"0"0,0 0-1 0 0,-2 0 1 0 0,-8 35-1 0 0,-25 58-582 0 0,18-60-321 0 0,2-6-346 0 0,-45 157 150 0 0,59-195-437 0 0,1 0 1 0 0,-1 0-1 0 0,2 0 0 0 0,-1 1 0 0 0,1-1 0 0 0,2 14 0 0 0,-2-21-364 0 0,1-1 0 0 0,0 1 0 0 0,-1-1 0 0 0,1 0 0 0 0,0 1 0 0 0,0-1 0 0 0,0 0 0 0 0,0 0 0 0 0,0 1 0 0 0,0-1 0 0 0,0 0 0 0 0,0 0 0 0 0,1 0 0 0 0,-1 0 0 0 0,0-1 0 0 0,3 2 0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11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96 1116 0 0,'-115'-39'12091'0'0,"114"39"-12031"0"0,1 0 1 0 0,-1 0-1 0 0,0 0 0 0 0,1 0 0 0 0,-1-1 1 0 0,1 1-1 0 0,-1 0 0 0 0,1 0 0 0 0,-1 0 1 0 0,1-1-1 0 0,-1 1 0 0 0,1 0 0 0 0,-1-1 1 0 0,1 1-1 0 0,0-1 0 0 0,-1 1 0 0 0,1 0 1 0 0,0-1-1 0 0,-1 1 0 0 0,1-1 0 0 0,0 1 1 0 0,-1-1-1 0 0,1 1 0 0 0,0-1 0 0 0,0 1 1 0 0,-1-1-1 0 0,1 0 0 0 0,0 0-28 0 0,1 0-1 0 0,-1 1 1 0 0,1-1 0 0 0,-1 0-1 0 0,0 1 1 0 0,1-1 0 0 0,0 1-1 0 0,-1-1 1 0 0,1 0 0 0 0,-1 1-1 0 0,1 0 1 0 0,-1-1 0 0 0,1 1-1 0 0,0-1 1 0 0,-1 1-1 0 0,1 0 1 0 0,1-1 0 0 0,34-11 303 0 0,22 2-359 0 0,0 3 0 0 0,1 2 0 0 0,71 3 1 0 0,178 23-4955 0 0,-266-18 3834 0 0,24 3-1931 0 0,-1 2-1028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12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44 1760 0 0,'2'-14'4954'0'0,"-3"12"-4777"0"0,1 1 1 0 0,0 0-1 0 0,0 0 1 0 0,-1 0-1 0 0,1-1 1 0 0,-1 1-1 0 0,1 0 1 0 0,-1 0-1 0 0,0 0 1 0 0,1 0-1 0 0,-1 0 1 0 0,0 0-1 0 0,0 0 1 0 0,0 0-1 0 0,0 1 1 0 0,0-1-1 0 0,0 0 1 0 0,0 0-1 0 0,0 1 0 0 0,0-1 1 0 0,0 0-1 0 0,-2 0 1 0 0,-1 0 100 0 0,0-1 1 0 0,0 1 0 0 0,0 1-1 0 0,0-1 1 0 0,0 0-1 0 0,-9 1 1 0 0,-2 0 352 0 0,0 2 0 0 0,-30 5 0 0 0,26-2-457 0 0,0 1 1 0 0,0 0-1 0 0,1 2 1 0 0,0 0-1 0 0,0 1 1 0 0,1 0-1 0 0,0 2 0 0 0,0 0 1 0 0,1 1-1 0 0,1 0 1 0 0,0 2-1 0 0,-25 29 1 0 0,36-39-164 0 0,1 1 1 0 0,0 0-1 0 0,0 0 0 0 0,0 0 1 0 0,0 0-1 0 0,1 1 0 0 0,0-1 1 0 0,0 1-1 0 0,1-1 1 0 0,0 1-1 0 0,0 0 0 0 0,0-1 1 0 0,0 1-1 0 0,1 0 0 0 0,0 0 1 0 0,1 10-1 0 0,0-12-7 0 0,0 0-1 0 0,0 0 0 0 0,0-1 1 0 0,0 1-1 0 0,1-1 1 0 0,0 1-1 0 0,-1-1 0 0 0,1 1 1 0 0,0-1-1 0 0,1 0 1 0 0,-1 0-1 0 0,1 0 0 0 0,-1 0 1 0 0,1 0-1 0 0,0-1 1 0 0,0 1-1 0 0,0-1 1 0 0,0 0-1 0 0,0 0 0 0 0,1 0 1 0 0,-1 0-1 0 0,1-1 1 0 0,-1 1-1 0 0,1-1 0 0 0,0 0 1 0 0,4 1-1 0 0,-1 0-26 0 0,0-1 1 0 0,0 0-1 0 0,0-1 0 0 0,1 0 0 0 0,-1 0 0 0 0,0 0 1 0 0,1-1-1 0 0,-1 0 0 0 0,0 0 0 0 0,0-1 0 0 0,0 0 0 0 0,0 0 1 0 0,0-1-1 0 0,0 1 0 0 0,-1-2 0 0 0,1 1 0 0 0,-1-1 1 0 0,11-8-1 0 0,4-6-56 0 0,-1 0 0 0 0,-1-2 1 0 0,30-38-1 0 0,10-10 259 0 0,-58 67-7 0 0,0 6-107 0 0,0 0 1 0 0,0 0-1 0 0,0 0 0 0 0,0 0 1 0 0,-1 0-1 0 0,0 0 0 0 0,0 1 1 0 0,-1-1-1 0 0,-1 8 0 0 0,0 22 56 0 0,3-28-179 0 0,0-1-1 0 0,0 1 1 0 0,0-1-1 0 0,1 1 0 0 0,0-1 1 0 0,0 0-1 0 0,0 0 1 0 0,1 0-1 0 0,0 0 0 0 0,0-1 1 0 0,1 1-1 0 0,-1-1 1 0 0,1 1-1 0 0,0-1 0 0 0,1-1 1 0 0,-1 1-1 0 0,1-1 1 0 0,0 1-1 0 0,0-1 1 0 0,1 0-1 0 0,-1-1 0 0 0,1 0 1 0 0,-1 0-1 0 0,1 0 1 0 0,0 0-1 0 0,0-1 0 0 0,8 2 1 0 0,-3-1-457 0 0,0 0 0 0 0,0-1 1 0 0,0-1-1 0 0,0 0 0 0 0,1 0 0 0 0,-1-1 0 0 0,0 0 1 0 0,0-1-1 0 0,1 0 0 0 0,-1-1 0 0 0,0-1 0 0 0,0 1 1 0 0,0-2-1 0 0,-1 1 0 0 0,12-7 0 0 0,24-18-2771 0 0,-23 11 1225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12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2 155 3900 0 0,'60'-125'7868'0'0,"-51"98"-5456"0"0,-9 27-2389 0 0,0 0 0 0 0,0 0 0 0 0,0 0 0 0 0,0 0 1 0 0,1 0-1 0 0,-1 0 0 0 0,0 0 0 0 0,0 0 0 0 0,0 0 1 0 0,0 0-1 0 0,0 0 0 0 0,0 0 0 0 0,0-1 1 0 0,0 1-1 0 0,0 0 0 0 0,0 0 0 0 0,0 0 0 0 0,0 0 1 0 0,0 0-1 0 0,0 0 0 0 0,0 0 0 0 0,0 0 0 0 0,0 0 1 0 0,0 0-1 0 0,0 0 0 0 0,0-1 0 0 0,0 1 0 0 0,0 0 1 0 0,0 0-1 0 0,0 0 0 0 0,0 0 0 0 0,0 0 0 0 0,0 0 1 0 0,0 0-1 0 0,0 0 0 0 0,-1 0 0 0 0,1 0 0 0 0,0 0 1 0 0,0 0-1 0 0,0 0 0 0 0,0-1 0 0 0,0 1 0 0 0,0 0 1 0 0,0 0-1 0 0,0 0 0 0 0,0 0 0 0 0,0 0 0 0 0,0 0 1 0 0,0 0-1 0 0,0 0 0 0 0,-1 0 0 0 0,1 0 1 0 0,0 0-1 0 0,0 0 0 0 0,0 0 0 0 0,0 0 0 0 0,0 0 1 0 0,0 0-1 0 0,0 0 0 0 0,0 0 0 0 0,0 0 0 0 0,0 0 1 0 0,0 0-1 0 0,-1 0 0 0 0,1 0 0 0 0,0 0 0 0 0,0 0 1 0 0,-9 13 912 0 0,-1 4-502 0 0,0 1 0 0 0,1 0 0 0 0,1 1 1 0 0,-7 25-1 0 0,13-37-612 0 0,0-1 0 0 0,1 1 0 0 0,0-1 1 0 0,0 1-1 0 0,0 0 0 0 0,1-1 0 0 0,0 1 1 0 0,0 0-1 0 0,1-1 0 0 0,0 1 0 0 0,0-1 1 0 0,1 1-1 0 0,-1-1 0 0 0,1 1 0 0 0,1-1 1 0 0,5 12-1 0 0,1-8-2069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12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90 140 0 0,'-12'-13'3328'0'0,"5"-1"-807"0"0,0 4-361 0 0,0-1-432 0 0,4 3-392 0 0,-4 1-296 0 0,2-2 444 0 0,-2-3-992 0 0,2 7-728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13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1184 0 0,'1'-2'2174'0'0,"1"-3"-1368"0"0,1 0 0 0 0,-1 0 1 0 0,1 0-1 0 0,0 0 1 0 0,1 1-1 0 0,-1-1 0 0 0,1 1 1 0 0,-1 0-1 0 0,6-5 0 0 0,-7 8-734 0 0,0 0 0 0 0,0 0 0 0 0,-1 0-1 0 0,1 0 1 0 0,0 0 0 0 0,0 0-1 0 0,0 1 1 0 0,0-1 0 0 0,0 1 0 0 0,0-1-1 0 0,0 1 1 0 0,1 0 0 0 0,-1 0-1 0 0,0 0 1 0 0,0 0 0 0 0,0 0 0 0 0,0 0-1 0 0,0 1 1 0 0,0-1 0 0 0,0 0-1 0 0,0 1 1 0 0,0 0 0 0 0,0 0 0 0 0,0-1-1 0 0,0 1 1 0 0,0 0 0 0 0,0 1-1 0 0,-1-1 1 0 0,1 0 0 0 0,2 2 0 0 0,1 2 2 0 0,1 0 0 0 0,-1 0 0 0 0,0 0 0 0 0,0 1-1 0 0,0-1 1 0 0,-1 1 0 0 0,0 0 0 0 0,0 1 0 0 0,-1-1 0 0 0,1 0 0 0 0,-1 1 0 0 0,-1 0 0 0 0,1 0 0 0 0,-1 0 0 0 0,-1 0 0 0 0,1 0 0 0 0,0 9 0 0 0,-1-7-22 0 0,-1 0 0 0 0,0 0 1 0 0,-1-1-1 0 0,0 1 0 0 0,0 0 0 0 0,-1-1 0 0 0,0 1 0 0 0,0-1 0 0 0,-1 0 0 0 0,0 1 1 0 0,0-1-1 0 0,-1-1 0 0 0,0 1 0 0 0,-6 7 0 0 0,2-3 26 0 0,0-1 0 0 0,-2 0 0 0 0,1 0 0 0 0,-1-1 0 0 0,0-1 0 0 0,-15 11 0 0 0,23-19-41 0 0,-2-9 32 0 0,4 7-68 0 0,-1 1 0 0 0,1 0 1 0 0,0-1-1 0 0,0 1 0 0 0,-1-1 0 0 0,1 1 1 0 0,0 0-1 0 0,0-1 0 0 0,0 1 0 0 0,-1-1 1 0 0,1 1-1 0 0,0-1 0 0 0,0 1 1 0 0,0-1-1 0 0,0 1 0 0 0,0-1 0 0 0,0 1 1 0 0,0 0-1 0 0,0-1 0 0 0,0 1 0 0 0,0-1 1 0 0,0 1-1 0 0,0-1 0 0 0,1 0 1 0 0,2-7-12 0 0,1 0 0 0 0,0 0 0 0 0,0 0 1 0 0,1 1-1 0 0,0-1 0 0 0,0 1 1 0 0,1 0-1 0 0,0 1 0 0 0,9-9 0 0 0,-1 1-40 0 0,10-12 10 0 0,2 1 0 0 0,0 2-1 0 0,2 0 1 0 0,1 2 0 0 0,0 1 0 0 0,2 1 0 0 0,0 2-1 0 0,46-19 1 0 0,-73 34 35 0 0,-1 1-1 0 0,1 0 1 0 0,-1-1-1 0 0,1 1 1 0 0,-1 1-1 0 0,1-1 1 0 0,0 0-1 0 0,-1 1 1 0 0,1 0-1 0 0,0 0 1 0 0,0 0 0 0 0,-1 0-1 0 0,1 1 1 0 0,6 1-1 0 0,-9-2 6 0 0,0 1 1 0 0,0-1-1 0 0,0 1 0 0 0,0 0 1 0 0,0-1-1 0 0,0 1 0 0 0,0 0 1 0 0,0 0-1 0 0,-1 0 0 0 0,1-1 1 0 0,0 1-1 0 0,-1 0 0 0 0,1 0 1 0 0,0 0-1 0 0,-1 0 0 0 0,1 0 1 0 0,-1 1-1 0 0,0-1 0 0 0,1 0 1 0 0,-1 0-1 0 0,0 0 0 0 0,0 0 1 0 0,1 2-1 0 0,-3 26 8 0 0,-15 30-52 0 0,12-49 45 0 0,2 0 0 0 0,-1 0 1 0 0,1 0-1 0 0,1 0 0 0 0,0 0 1 0 0,1 1-1 0 0,-1-1 0 0 0,2 1 1 0 0,0-1-1 0 0,1 15 0 0 0,1-21 5 0 0,-1 0-1 0 0,1 0 0 0 0,0 0 1 0 0,0 0-1 0 0,0 0 0 0 0,1 0 1 0 0,-1-1-1 0 0,1 1 1 0 0,0-1-1 0 0,0 0 0 0 0,0 0 1 0 0,1 0-1 0 0,-1 0 1 0 0,1 0-1 0 0,-1-1 0 0 0,1 0 1 0 0,0 1-1 0 0,0-1 1 0 0,6 2-1 0 0,2 0 6 0 0,-1 0 1 0 0,0 0-1 0 0,1-1 0 0 0,0 0 0 0 0,0-1 1 0 0,14 1-1 0 0,-15-4-14 0 0,0 1 1 0 0,1-1-1 0 0,-1-1 0 0 0,0 0 1 0 0,0-1-1 0 0,0 0 0 0 0,0-1 1 0 0,0 0-1 0 0,-1 0 1 0 0,0-1-1 0 0,0-1 0 0 0,0 1 1 0 0,0-2-1 0 0,-1 1 0 0 0,0-1 1 0 0,13-14-1 0 0,-5 3-28 0 0,0-1-1 0 0,-1 0 0 0 0,0-2 1 0 0,-2 0-1 0 0,-1 0 0 0 0,15-33 1 0 0,-26 51 26 0 0,0 0 0 0 0,-1 0 0 0 0,0 0 0 0 0,1 0 0 0 0,-1 0 0 0 0,0-1 0 0 0,-1 1 0 0 0,1 0 1 0 0,-1-1-1 0 0,1 1 0 0 0,-1 0 0 0 0,0-1 0 0 0,0 1 0 0 0,0-1 0 0 0,-2-3 0 0 0,-4 0-4 0 0,-7-1-1 0 0,-2 4 8 0 0,9 3 5 0 0,-1 1-1 0 0,0 0 1 0 0,1 1-1 0 0,-1 0 0 0 0,0 0 1 0 0,1 0-1 0 0,-1 1 0 0 0,1 0 1 0 0,0 0-1 0 0,-1 1 1 0 0,1 0-1 0 0,0 0 0 0 0,0 0 1 0 0,1 1-1 0 0,-1 0 0 0 0,1 0 1 0 0,0 0-1 0 0,-8 8 1 0 0,8-6-1 0 0,0 0 1 0 0,0 0 0 0 0,1 0-1 0 0,-1 0 1 0 0,2 1 0 0 0,-1 0 0 0 0,1-1-1 0 0,0 1 1 0 0,0 1 0 0 0,0-1-1 0 0,1 0 1 0 0,1 1 0 0 0,-1-1 0 0 0,1 1-1 0 0,0-1 1 0 0,1 11 0 0 0,1-9-77 0 0,0-1 1 0 0,0 1-1 0 0,1-1 0 0 0,1 1 1 0 0,-1-1-1 0 0,1 0 1 0 0,1 0-1 0 0,-1 0 0 0 0,1 0 1 0 0,1-1-1 0 0,0 0 1 0 0,0 1-1 0 0,0-2 0 0 0,1 1 1 0 0,11 11-1 0 0,-6-9-734 0 0,-1-1 0 0 0,1 0-1 0 0,0 0 1 0 0,1-1 0 0 0,0 0 0 0 0,0-1-1 0 0,1-1 1 0 0,-1 0 0 0 0,21 5 0 0 0,0-3-3277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14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297 687 1772 0 0,'-1'-3'332'0'0,"1"0"1"0"0,-1 0-1 0 0,-1 0 0 0 0,1 0 0 0 0,0 0 1 0 0,-1 0-1 0 0,1 1 0 0 0,-1-1 0 0 0,0 1 1 0 0,0-1-1 0 0,0 1 0 0 0,0 0 0 0 0,0-1 1 0 0,0 1-1 0 0,-1 0 0 0 0,1 1 0 0 0,-1-1 1 0 0,1 0-1 0 0,-1 1 0 0 0,0-1 0 0 0,0 1 1 0 0,0 0-1 0 0,0 0 0 0 0,0 0 0 0 0,0 0 1 0 0,0 1-1 0 0,0-1 0 0 0,0 1 0 0 0,0 0 1 0 0,-5 0-1 0 0,-3 1-176 0 0,1 0 0 0 0,-1 2 0 0 0,1-1 0 0 0,-1 1 0 0 0,1 1 0 0 0,0-1 0 0 0,0 2 0 0 0,0 0 0 0 0,1 0 0 0 0,0 0 0 0 0,0 1 0 0 0,0 1 0 0 0,1-1 0 0 0,-1 2 0 0 0,2-1 0 0 0,-1 1 0 0 0,1 0 0 0 0,0 0 0 0 0,1 1 0 0 0,0 0 0 0 0,0 0 0 0 0,1 1 0 0 0,-7 18 0 0 0,9-20-123 0 0,1-1 0 0 0,0 1 0 0 0,0-1 1 0 0,1 1-1 0 0,0 0 0 0 0,0 0 0 0 0,1-1 0 0 0,0 1 0 0 0,0 0 0 0 0,1 0 0 0 0,0-1 0 0 0,1 1 1 0 0,3 11-1 0 0,-3-14-9 0 0,0 0 0 0 0,1 1 0 0 0,-1-1 0 0 0,1 0 0 0 0,1-1 0 0 0,-1 1 0 0 0,1 0 0 0 0,-1-1 1 0 0,1 0-1 0 0,1 0 0 0 0,-1 0 0 0 0,1 0 0 0 0,-1-1 0 0 0,1 0 0 0 0,0 0 0 0 0,0 0 0 0 0,0 0 0 0 0,10 3 1 0 0,-7-4-31 0 0,-1 1 1 0 0,1-1 0 0 0,0-1-1 0 0,0 1 1 0 0,0-1 0 0 0,0-1-1 0 0,0 0 1 0 0,0 0 0 0 0,0 0-1 0 0,0-1 1 0 0,0 0 0 0 0,13-4-1 0 0,-10 1-132 0 0,1 0-1 0 0,-1-1 0 0 0,-1 0 0 0 0,1-1 0 0 0,-1 0 1 0 0,0-1-1 0 0,16-14 0 0 0,-4 1-227 0 0,-2-2 0 0 0,0 0 1 0 0,-2-2-1 0 0,0 0 0 0 0,-2-1 1 0 0,15-29-1 0 0,-8 10 317 0 0,-2 0-1 0 0,-3-2 1 0 0,-1-1 0 0 0,-2 0 0 0 0,-3-1-1 0 0,-1 0 1 0 0,-3 0 0 0 0,-2-1 0 0 0,-1-1 0 0 0,-3 1-1 0 0,-9-97 1 0 0,-2 103 246 0 0,8 40-169 0 0,1 1 0 0 0,-1-1 1 0 0,0 1-1 0 0,-1-1 0 0 0,1 1 0 0 0,0-1 0 0 0,-1 1 0 0 0,1 0 1 0 0,-1-1-1 0 0,0 1 0 0 0,0 0 0 0 0,0 0 0 0 0,-2-2 1 0 0,3 4-6 0 0,0 0 0 0 0,0-1 1 0 0,-1 1-1 0 0,1 0 1 0 0,0 0-1 0 0,0-1 0 0 0,0 1 1 0 0,0 0-1 0 0,0 0 0 0 0,-1 0 1 0 0,1 1-1 0 0,0-1 1 0 0,0 0-1 0 0,0 0 0 0 0,0 1 1 0 0,0-1-1 0 0,-2 1 1 0 0,0 0 44 0 0,-1 1 9 0 0,-1 0 1 0 0,1 0-1 0 0,-1 0 1 0 0,1 0-1 0 0,0 1 1 0 0,0 0-1 0 0,0 0 1 0 0,0 0-1 0 0,1 0 1 0 0,-1 1-1 0 0,1-1 1 0 0,-5 7-1 0 0,-4 6 245 0 0,-15 29 0 0 0,26-44-312 0 0,-20 40 297 0 0,1 1-1 0 0,2 2 0 0 0,2-1 1 0 0,1 2-1 0 0,3 0 1 0 0,-12 88-1 0 0,19-84-232 0 0,1 1-1 0 0,3-1 1 0 0,3 1 0 0 0,1 0 0 0 0,3-1 0 0 0,15 68-1 0 0,-15-95-309 0 0,1 0-1 0 0,1 0 1 0 0,10 21-1 0 0,-13-33-387 0 0,1 0-1 0 0,0 0 1 0 0,9 9 0 0 0,-10-13-395 0 0,-1-1 1 0 0,2 0 0 0 0,-1 0-1 0 0,1 0 1 0 0,10 7 0 0 0,8 0-4835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15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416 227 832 0 0,'7'-39'6561'0'0,"-7"2"-3543"0"0,-1 34-2901 0 0,1 0 0 0 0,-1 0-1 0 0,0 0 1 0 0,0 0 0 0 0,0 0-1 0 0,0 0 1 0 0,-1 0 0 0 0,1 0-1 0 0,-1 1 1 0 0,0-1 0 0 0,0 1-1 0 0,0-1 1 0 0,0 1 0 0 0,0-1-1 0 0,0 1 1 0 0,-1 0 0 0 0,1 0-1 0 0,-1 0 1 0 0,1 1 0 0 0,-1-1-1 0 0,-3-1 1 0 0,3 2-82 0 0,1 0 1 0 0,-1 1 0 0 0,0-1-1 0 0,0 0 1 0 0,0 1-1 0 0,-1 0 1 0 0,1 0 0 0 0,0 0-1 0 0,0 0 1 0 0,0 0-1 0 0,0 1 1 0 0,-4 1 0 0 0,-35 10 230 0 0,41-11-258 0 0,-21 9 38 0 0,-1 1 0 0 0,2 1 0 0 0,0 1 0 0 0,0 1 0 0 0,1 1 0 0 0,1 1 0 0 0,1 0 0 0 0,0 2 0 0 0,1 0 0 0 0,1 1 0 0 0,0 0 0 0 0,2 1 0 0 0,-15 27 0 0 0,26-41-43 0 0,0 0 1 0 0,0 0 0 0 0,1 0 0 0 0,0 0-1 0 0,0 0 1 0 0,1 1 0 0 0,-1-1 0 0 0,1 1-1 0 0,1-1 1 0 0,-1 1 0 0 0,1-1 0 0 0,0 1-1 0 0,2 11 1 0 0,-1-14-1 0 0,0-1 0 0 0,0 0-1 0 0,0 1 1 0 0,1-1 0 0 0,-1 0-1 0 0,1 0 1 0 0,0 1 0 0 0,0-1-1 0 0,0-1 1 0 0,0 1 0 0 0,0 0 0 0 0,0 0-1 0 0,1-1 1 0 0,0 1 0 0 0,-1-1-1 0 0,1 0 1 0 0,0 0 0 0 0,0 0-1 0 0,0 0 1 0 0,0-1 0 0 0,1 1 0 0 0,-1-1-1 0 0,0 1 1 0 0,1-1 0 0 0,-1 0-1 0 0,4 0 1 0 0,1 1 5 0 0,0-1-1 0 0,0 0 1 0 0,0-1 0 0 0,0 1 0 0 0,0-1-1 0 0,0-1 1 0 0,0 0 0 0 0,0 0 0 0 0,0 0-1 0 0,0-1 1 0 0,-1 0 0 0 0,1-1 0 0 0,11-5-1 0 0,-9 3 0 0 0,-1-1-1 0 0,0 0 0 0 0,0-1 0 0 0,0 0 0 0 0,-1 0 1 0 0,0-1-1 0 0,0 0 0 0 0,11-16 0 0 0,-2-3-9 0 0,-1 0 0 0 0,-1-1-1 0 0,-1-1 1 0 0,-2 0-1 0 0,16-56 1 0 0,11-68-144 0 0,-38 151 137 0 0,-1 66 92 0 0,-1-38-94 0 0,1 1 1 0 0,2 0-1 0 0,1-1 0 0 0,6 30 0 0 0,-5-42-52 0 0,1 0 0 0 0,0 0 0 0 0,0-1 0 0 0,2 1 0 0 0,-1-1 0 0 0,2-1 0 0 0,0 0 0 0 0,0 0 0 0 0,11 11 0 0 0,-16-19-2 0 0,0-1 0 0 0,0 0 0 0 0,0 0 0 0 0,1 0 0 0 0,-1 0 1 0 0,1 0-1 0 0,0-1 0 0 0,0 1 0 0 0,0-1 0 0 0,0 0 0 0 0,0-1 0 0 0,1 1 0 0 0,-1-1 0 0 0,0 1 1 0 0,1-1-1 0 0,-1-1 0 0 0,1 1 0 0 0,-1-1 0 0 0,1 1 0 0 0,-1-1 0 0 0,1-1 0 0 0,0 1 1 0 0,-1 0-1 0 0,1-1 0 0 0,-1 0 0 0 0,1 0 0 0 0,-1-1 0 0 0,0 1 0 0 0,0-1 0 0 0,1 0 0 0 0,-1 0 1 0 0,6-4-1 0 0,-1-1-25 0 0,1 0 0 0 0,-2 0 0 0 0,1-1 0 0 0,-1 0 0 0 0,0-1 1 0 0,-1 0-1 0 0,0 0 0 0 0,6-10 0 0 0,7-15-157 0 0,15-37 1 0 0,1 0 149 0 0,-28 55 110 0 0,0 1 64 0 0,1-1-1 0 0,0 2 0 0 0,1-1 1 0 0,21-23-1 0 0,-28 35-43 0 0,-1 0 0 0 0,1 1 0 0 0,0 0 0 0 0,0-1 0 0 0,0 1 0 0 0,0 0 0 0 0,0 0 0 0 0,1 1 0 0 0,-1-1 0 0 0,0 1 0 0 0,1 0 0 0 0,-1-1 0 0 0,1 1-1 0 0,0 1 1 0 0,-1-1 0 0 0,1 1 0 0 0,0-1 0 0 0,-1 1 0 0 0,1 0 0 0 0,0 0 0 0 0,-1 1 0 0 0,1-1 0 0 0,0 1 0 0 0,-1 0 0 0 0,1 0 0 0 0,-1 0 0 0 0,1 0-1 0 0,6 4 1 0 0,-7-3 23 0 0,1 0-1 0 0,-1 0 0 0 0,1 0 1 0 0,-1 1-1 0 0,0-1 0 0 0,0 1 1 0 0,0 0-1 0 0,0 0 0 0 0,-1 0 0 0 0,1 1 1 0 0,-1-1-1 0 0,0 1 0 0 0,1-1 1 0 0,0 5-1 0 0,0-1 5 0 0,-1 0 0 0 0,0 0-1 0 0,0 0 1 0 0,0 0 0 0 0,-1 1 0 0 0,-1-1-1 0 0,1 10 1 0 0,-2 1-6 0 0,0-1 0 0 0,-1 1 1 0 0,-1-1-1 0 0,-1 0 0 0 0,-11 30 0 0 0,-15 33 876 0 0,23-71-79 0 0,6-17-671 0 0,7-20-166 0 0,6-5 24 0 0,2 2-1 0 0,1-1 0 0 0,2 2 1 0 0,26-38-1 0 0,-32 53-33 0 0,0 1 1 0 0,1 0-1 0 0,0 1 0 0 0,1 1 1 0 0,1 0-1 0 0,0 1 0 0 0,0 0 0 0 0,1 1 1 0 0,0 0-1 0 0,20-8 0 0 0,-30 16-1 0 0,1 0-1 0 0,-1 0 0 0 0,1 0 0 0 0,-1 1 0 0 0,1 0 1 0 0,-1 0-1 0 0,1 1 0 0 0,-1-1 0 0 0,1 1 0 0 0,0 0 1 0 0,-1 1-1 0 0,1 0 0 0 0,-1-1 0 0 0,1 2 0 0 0,-1-1 1 0 0,10 4-1 0 0,-11-3 0 0 0,0 0-1 0 0,0 0 1 0 0,0 1 0 0 0,-1-1 0 0 0,1 1 0 0 0,-1 0 0 0 0,0 0-1 0 0,0 0 1 0 0,0 0 0 0 0,0 1 0 0 0,0-1 0 0 0,-1 1 0 0 0,1 0-1 0 0,-1 0 1 0 0,0-1 0 0 0,0 2 0 0 0,-1-1 0 0 0,1 0 0 0 0,-1 0-1 0 0,0 0 1 0 0,1 8 0 0 0,0 10-148 0 0,-1-1-1 0 0,-1 0 1 0 0,-1 1-1 0 0,-6 30 1 0 0,4-29-108 0 0,0 1 0 0 0,2 0 0 0 0,1 26 0 0 0,0-47-160 0 0,1 1 0 0 0,-1 0 0 0 0,1 0 1 0 0,-1 0-1 0 0,1-1 0 0 0,1 1 1 0 0,-1-1-1 0 0,0 1 0 0 0,1-1 1 0 0,0 1-1 0 0,0-1 0 0 0,0 0 0 0 0,0 0 1 0 0,0 1-1 0 0,1-2 0 0 0,3 5 1 0 0,9 5-3791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16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441 732 1244 0 0,'2'-3'419'0'0,"0"0"0"0"0,0-1-1 0 0,0 1 1 0 0,-1-1 0 0 0,1 0 0 0 0,-1 1 0 0 0,0-1-1 0 0,0 0 1 0 0,0 0 0 0 0,-1 0 0 0 0,1 0 0 0 0,-1 0-1 0 0,0 0 1 0 0,0 1 0 0 0,-1-7 0 0 0,0 7-252 0 0,0 0 0 0 0,0 0 0 0 0,-1 0 0 0 0,1 0-1 0 0,-1 0 1 0 0,1 1 0 0 0,-1-1 0 0 0,0 0 0 0 0,0 1 0 0 0,0 0 0 0 0,0-1 0 0 0,-1 1 0 0 0,1 0 0 0 0,-1 0 0 0 0,1 0 0 0 0,-1 0 0 0 0,0 1 0 0 0,0-1 0 0 0,-4-1 0 0 0,-3-1 12 0 0,0 1 1 0 0,1 0 0 0 0,-2 0 0 0 0,1 1-1 0 0,0 1 1 0 0,0 0 0 0 0,-1 0 0 0 0,1 1-1 0 0,0 0 1 0 0,-1 1 0 0 0,1 0-1 0 0,0 1 1 0 0,0 0 0 0 0,-12 4 0 0 0,0 1-42 0 0,1 1 0 0 0,0 0 1 0 0,0 2-1 0 0,1 0 1 0 0,-27 19-1 0 0,37-22-111 0 0,1 1-1 0 0,0-1 1 0 0,1 1-1 0 0,0 1 1 0 0,0 0-1 0 0,0 0 1 0 0,2 0 0 0 0,-12 20-1 0 0,16-26-21 0 0,1 1 0 0 0,-1-1-1 0 0,1 1 1 0 0,0 0 0 0 0,0 0-1 0 0,0-1 1 0 0,0 1 0 0 0,1 0-1 0 0,-1 0 1 0 0,1 0 0 0 0,0 0-1 0 0,1 8 1 0 0,0-9-4 0 0,0 0 0 0 0,0 0 0 0 0,1-1 0 0 0,-1 1 0 0 0,0 0 0 0 0,1 0 0 0 0,0-1 0 0 0,0 1 0 0 0,0 0 0 0 0,0-1 0 0 0,0 0 0 0 0,0 0 0 0 0,0 1 0 0 0,1-1 0 0 0,-1-1 0 0 0,1 1 0 0 0,0 0 0 0 0,3 1 0 0 0,2 1 7 0 0,0-1-1 0 0,0 0 1 0 0,0-1 0 0 0,0 1 0 0 0,0-2 0 0 0,0 1 0 0 0,1-1 0 0 0,-1 0 0 0 0,1-1-1 0 0,-1 0 1 0 0,0 0 0 0 0,1-1 0 0 0,-1 0 0 0 0,15-4 0 0 0,-7 0 4 0 0,1 0 1 0 0,-1-1-1 0 0,0-1 1 0 0,0 0-1 0 0,-1-1 1 0 0,17-11-1 0 0,-10 2-42 0 0,-1-1 0 0 0,0 0 0 0 0,-1-2 0 0 0,-1 0 0 0 0,-1-1 0 0 0,-1-1 0 0 0,0 0 0 0 0,-2-2 0 0 0,-1 0-1 0 0,-1 0 1 0 0,16-41 0 0 0,-8 6-59 0 0,-2-1-1 0 0,-3 0 1 0 0,-3-1-1 0 0,6-66 0 0 0,-7-35 350 0 0,-11 162-259 0 0,-1-1 0 0 0,0 1 0 0 0,0-1 0 0 0,0 1 0 0 0,0-1 0 0 0,0 1 0 0 0,0-1 0 0 0,0 0 0 0 0,0 1-1 0 0,0-1 1 0 0,0 1 0 0 0,0-1 0 0 0,0 1 0 0 0,0-1 0 0 0,-1 1 0 0 0,1-1 0 0 0,0 1 0 0 0,0-1 0 0 0,0 1 0 0 0,-1-1 0 0 0,1 1 0 0 0,0-1 0 0 0,-1 1 0 0 0,1 0 0 0 0,0-1 0 0 0,-1 1 0 0 0,1 0 0 0 0,-1-1 0 0 0,0 0 0 0 0,0 2 2 0 0,1-1 0 0 0,-1 0 0 0 0,0 1 0 0 0,0-1 0 0 0,1 0-1 0 0,-1 1 1 0 0,0-1 0 0 0,0 1 0 0 0,1-1 0 0 0,-1 1 0 0 0,1-1 0 0 0,-1 1 0 0 0,0-1-1 0 0,1 1 1 0 0,-2 1 0 0 0,-19 32 102 0 0,-1 13 15 0 0,2 0 0 0 0,2 1 0 0 0,2 1 0 0 0,3 1 0 0 0,1 0 0 0 0,3 1-1 0 0,2 0 1 0 0,0 98 0 0 0,7-122-97 0 0,3 1 0 0 0,7 37 0 0 0,-7-51-639 0 0,1 0 0 0 0,7 17 1 0 0,-7-23-657 0 0,0 0-1 0 0,0 0 1 0 0,1 0 0 0 0,8 10 0 0 0,1-3-4229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17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52 584 2052 0 0,'-3'1'1734'0'0,"-46"19"5884"0"0,59-27-7190 0 0,91-44 48 0 0,-70 37-466 0 0,-1-1-1 0 0,0-2 1 0 0,-1-1 0 0 0,45-36-1 0 0,-55 35-7 0 0,0 0-1 0 0,-1-2 0 0 0,-1 0 0 0 0,0-1 0 0 0,22-43 1 0 0,-20 28 21 0 0,-2-1 0 0 0,-2 0 0 0 0,13-48 0 0 0,-15 44-18 0 0,-13 24-12 0 0,0 18 6 0 0,0 0 0 0 0,0 0-1 0 0,0 0 1 0 0,0-1 0 0 0,0 1-1 0 0,0 0 1 0 0,-1 0 0 0 0,1 0-1 0 0,0 0 1 0 0,0 0-1 0 0,0-1 1 0 0,0 1 0 0 0,-1 0-1 0 0,1 0 1 0 0,0 0 0 0 0,0 0-1 0 0,0 0 1 0 0,-1 0 0 0 0,1 0-1 0 0,0 0 1 0 0,0 0-1 0 0,0 0 1 0 0,-1 0 0 0 0,1 0-1 0 0,0 0 1 0 0,0 0 0 0 0,-1 0-1 0 0,1 0 1 0 0,0 0 0 0 0,0 0-1 0 0,0 0 1 0 0,-1 0 0 0 0,1 0-1 0 0,0 0 1 0 0,-1 0-1 0 0,-15 12-68 0 0,16-11 73 0 0,-14 13-30 0 0,0 1 0 0 0,1 0 0 0 0,-20 33 0 0 0,-27 57 23 0 0,43-73 14 0 0,-16 32 64 0 0,3 1-1 0 0,-26 79 1 0 0,43-99-58 0 0,1 1 0 0 0,2 0 0 0 0,2 0 1 0 0,-3 64-1 0 0,12-56-40 0 0,-1-50 25 0 0,0-1 0 0 0,1 1 1 0 0,0-1-1 0 0,-1 1 0 0 0,1-1 0 0 0,0 1 1 0 0,0-1-1 0 0,1 0 0 0 0,-1 0 0 0 0,1 1 0 0 0,0-1 1 0 0,3 4-1 0 0,-2-5-2 0 0,-2-2 1 0 0,0 0-1 0 0,0 1 0 0 0,1-1 1 0 0,-1 0-1 0 0,0 0 1 0 0,0 1-1 0 0,1-1 1 0 0,-1 0-1 0 0,0 0 1 0 0,0-1-1 0 0,1 1 0 0 0,-1 0 1 0 0,0 0-1 0 0,0-1 1 0 0,1 1-1 0 0,-1 0 1 0 0,0-1-1 0 0,0 1 1 0 0,0-1-1 0 0,0 0 0 0 0,0 1 1 0 0,0-1-1 0 0,0 0 1 0 0,0 0-1 0 0,0 1 1 0 0,0-1-1 0 0,0 0 0 0 0,0 0 1 0 0,1-2-1 0 0,1 0 3 0 0,13-18-49 0 0,0-1 0 0 0,-2 0 0 0 0,0 0 0 0 0,16-38 0 0 0,8-14-141 0 0,-27 56 157 0 0,0 0 0 0 0,1 1 0 0 0,20-21 1 0 0,-28 33 26 0 0,1 0 0 0 0,0 0 0 0 0,0 1 1 0 0,1-1-1 0 0,-1 1 0 0 0,1 0 1 0 0,0 1-1 0 0,0 0 0 0 0,0 0 1 0 0,0 0-1 0 0,1 0 0 0 0,-1 1 0 0 0,12-2 1 0 0,-13 4 9 0 0,0 0 1 0 0,-1 0 0 0 0,1 0-1 0 0,0 1 1 0 0,-1 0 0 0 0,1 0-1 0 0,-1 0 1 0 0,1 0 0 0 0,-1 1-1 0 0,0 0 1 0 0,1 0 0 0 0,-1 0-1 0 0,0 0 1 0 0,0 1-1 0 0,0-1 1 0 0,-1 1 0 0 0,1 0-1 0 0,-1 1 1 0 0,1-1 0 0 0,-1 0-1 0 0,0 1 1 0 0,0 0 0 0 0,-1-1-1 0 0,4 8 1 0 0,3 4 48 0 0,-1 1 0 0 0,0 1 0 0 0,-1 0 0 0 0,8 31 0 0 0,-3 13-14 0 0,-11-47-30 0 0,2 0 1 0 0,-1 0-1 0 0,2-1 1 0 0,0 1-1 0 0,10 21 0 0 0,-13-33-9 0 0,0 0-1 0 0,0 0 0 0 0,1-1 0 0 0,-1 1 0 0 0,1 0 0 0 0,0-1 1 0 0,-1 1-1 0 0,1-1 0 0 0,0 1 0 0 0,0-1 0 0 0,0 0 0 0 0,0 0 1 0 0,0 0-1 0 0,0 0 0 0 0,1 0 0 0 0,-1 0 0 0 0,0-1 0 0 0,0 1 0 0 0,1-1 1 0 0,-1 1-1 0 0,0-1 0 0 0,0 0 0 0 0,1 0 0 0 0,-1 0 0 0 0,0 0 1 0 0,1 0-1 0 0,1-1 0 0 0,6-1-117 0 0,-1 0 0 0 0,1-1-1 0 0,-1 0 1 0 0,0 0 0 0 0,11-6 0 0 0,-3 0-157 0 0,0-1 1 0 0,-1-1-1 0 0,0 0 1 0 0,-1-1-1 0 0,0-1 1 0 0,-1 0-1 0 0,-1-1 1 0 0,15-18-1 0 0,-14 13 344 0 0,0-1 1 0 0,-1-1-1 0 0,-1 1 0 0 0,-1-2 0 0 0,-1 0 0 0 0,10-29 1 0 0,-12 16 254 0 0,-8 33-306 0 0,1 0-1 0 0,-1 0 1 0 0,0-1 0 0 0,0 1 0 0 0,0 0 0 0 0,0 0 0 0 0,0 0 0 0 0,0 0 0 0 0,-1 0 0 0 0,1 0 0 0 0,-1 0-1 0 0,1 0 1 0 0,-3-4 0 0 0,2 5-15 0 0,-2 2 6 0 0,1-1 0 0 0,-1 1 1 0 0,0 0-1 0 0,0 0 0 0 0,0 0 0 0 0,0 0 0 0 0,1 0 1 0 0,-1 0-1 0 0,1 1 0 0 0,-1 0 0 0 0,1-1 0 0 0,-1 1 1 0 0,1 0-1 0 0,0 0 0 0 0,0 0 0 0 0,0 0 0 0 0,0 1 1 0 0,0-1-1 0 0,1 1 0 0 0,-3 2 0 0 0,-5 10 122 0 0,-15 31 0 0 0,22-43-131 0 0,-2 5 11 0 0,1 1 1 0 0,0 0-1 0 0,0 0 1 0 0,1 1-1 0 0,0-1 1 0 0,0 1-1 0 0,1-1 1 0 0,1 1-1 0 0,0-1 1 0 0,0 1-1 0 0,0-1 1 0 0,1 1-1 0 0,1-1 1 0 0,4 16-1 0 0,-5-20-12 0 0,1 0 0 0 0,-1-1-1 0 0,1 1 1 0 0,1-1 0 0 0,-1 1 0 0 0,1-1-1 0 0,0 0 1 0 0,0 0 0 0 0,0 0 0 0 0,0 0-1 0 0,1 0 1 0 0,-1-1 0 0 0,1 1-1 0 0,0-1 1 0 0,0 0 0 0 0,0-1 0 0 0,0 1-1 0 0,1-1 1 0 0,-1 1 0 0 0,1-1 0 0 0,0 0-1 0 0,-1-1 1 0 0,1 1 0 0 0,0-1 0 0 0,0 0-1 0 0,0-1 1 0 0,0 1 0 0 0,9-1 0 0 0,-3 0-63 0 0,-1-1 1 0 0,1-1 0 0 0,-1 0 0 0 0,0 0-1 0 0,1-1 1 0 0,-1 0 0 0 0,-1-1-1 0 0,1 0 1 0 0,0-1 0 0 0,-1 1 0 0 0,0-2-1 0 0,0 0 1 0 0,0 0 0 0 0,-1 0-1 0 0,0-1 1 0 0,10-11 0 0 0,9-12-16 0 0,-2-1 0 0 0,42-67-1 0 0,-50 72 209 0 0,3-6 60 0 0,19-28 205 0 0,-38 59-391 0 0,0 0-1 0 0,0 0 1 0 0,0 0-1 0 0,0 0 1 0 0,0 0-1 0 0,0 0 1 0 0,1 0-1 0 0,-1 1 1 0 0,0-1-1 0 0,1 0 1 0 0,-1 0-1 0 0,0 1 1 0 0,1-1-1 0 0,-1 1 1 0 0,1 0-1 0 0,-1-1 1 0 0,1 1-1 0 0,-1 0 1 0 0,1 0-1 0 0,-1 0 1 0 0,0 0-1 0 0,1 0 1 0 0,-1 0-1 0 0,1 0 1 0 0,-1 0-1 0 0,1 1 1 0 0,-1-1-1 0 0,1 1 1 0 0,-1-1-1 0 0,1 1 1 0 0,-1-1-1 0 0,0 1 1 0 0,0 0-1 0 0,1 0 1 0 0,-1-1-1 0 0,0 1 1 0 0,0 0-1 0 0,0 0 1 0 0,2 2-1 0 0,1 1 32 0 0,1 0 1 0 0,-1 1-1 0 0,-1-1 0 0 0,1 1 0 0 0,-1 0 1 0 0,1 0-1 0 0,-1 0 0 0 0,3 9 0 0 0,-2-2 20 0 0,0 0 0 0 0,-2 1 0 0 0,1 0 0 0 0,-2 0 0 0 0,1-1 0 0 0,-2 1 0 0 0,0 0 0 0 0,-2 17 0 0 0,0-10 4 0 0,-2 1-1 0 0,0-1 1 0 0,-2 0-1 0 0,-10 27 1 0 0,16-46-51 0 0,-1 0 0 0 0,1 1 0 0 0,-1-1 0 0 0,0 0-1 0 0,1 0 1 0 0,-1 0 0 0 0,0 1 0 0 0,0-1 0 0 0,0 0 0 0 0,0 0 0 0 0,0 0 0 0 0,0 0 0 0 0,0 0 0 0 0,0-1 0 0 0,0 1 0 0 0,-2 1 0 0 0,1-3 24 0 0,3-9-74 0 0,0 1 0 0 0,0-1 0 0 0,1 0 0 0 0,0 1 0 0 0,0-1 1 0 0,1 1-1 0 0,0 0 0 0 0,8-14 0 0 0,2-9-66 0 0,-1 0 18 0 0,1 1 0 0 0,2 0 0 0 0,31-47 0 0 0,-36 62 85 0 0,2 1-1 0 0,-1 1 0 0 0,2 0 0 0 0,0 0 0 0 0,1 1 0 0 0,0 1 1 0 0,1 1-1 0 0,19-13 0 0 0,-26 20 21 0 0,0 0 0 0 0,0 0 0 0 0,0 1 0 0 0,0-1 0 0 0,0 2 0 0 0,1-1 0 0 0,0 1 0 0 0,-1 1 0 0 0,1 0 0 0 0,0 0 0 0 0,0 0 0 0 0,0 1 0 0 0,17 3 0 0 0,-21-2 5 0 0,1 0-1 0 0,-1 0 1 0 0,0 1 0 0 0,0 0 0 0 0,0 0-1 0 0,0 1 1 0 0,-1-1 0 0 0,1 1 0 0 0,-1 0-1 0 0,1 0 1 0 0,-1 0 0 0 0,0 1 0 0 0,0 0 0 0 0,-1 0-1 0 0,1 0 1 0 0,-1 0 0 0 0,1 0 0 0 0,-1 1-1 0 0,-1-1 1 0 0,1 1 0 0 0,-1 0 0 0 0,0 0-1 0 0,0 0 1 0 0,2 5 0 0 0,-2 2 43 0 0,1 1 0 0 0,-2 0 0 0 0,0-1 0 0 0,0 1 1 0 0,-1 0-1 0 0,-1-1 0 0 0,0 1 0 0 0,-5 19 0 0 0,3-17-312 0 0,1 0 0 0 0,1 0 0 0 0,0 0 1 0 0,1 0-1 0 0,2 22 0 0 0,-1-34-100 0 0,-1-1 0 0 0,1 1 1 0 0,0-1-1 0 0,0 1 0 0 0,0-1 1 0 0,0 0-1 0 0,0 1 0 0 0,0-1 1 0 0,0 0-1 0 0,1 0 0 0 0,-1 0 1 0 0,1 0-1 0 0,0 0 0 0 0,2 2 1 0 0,7 3-3114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18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308 141 1720 0 0,'-1'-1'271'0'0,"1"-1"1"0"0,-1 1-1 0 0,0-1 0 0 0,1 1 0 0 0,-1-1 0 0 0,0 1 1 0 0,0 0-1 0 0,0 0 0 0 0,0-1 0 0 0,0 1 1 0 0,0 0-1 0 0,-1 0 0 0 0,1 0 0 0 0,0 0 0 0 0,0 0 1 0 0,-1 0-1 0 0,1 1 0 0 0,-1-1 0 0 0,1 0 1 0 0,-1 1-1 0 0,-2-2 0 0 0,1 2-58 0 0,0 0 0 0 0,0 0-1 0 0,0 0 1 0 0,0 0 0 0 0,0 0 0 0 0,0 1-1 0 0,0-1 1 0 0,0 1 0 0 0,0 0 0 0 0,-5 2 0 0 0,-6 3 141 0 0,0 1 1 0 0,1 1 0 0 0,-21 15-1 0 0,33-22-294 0 0,-17 12 245 0 0,1 1 1 0 0,0 1-1 0 0,2 1 0 0 0,-22 25 0 0 0,29-30-223 0 0,1-1 1 0 0,0 1 0 0 0,0 0 0 0 0,1 0-1 0 0,1 1 1 0 0,0-1 0 0 0,0 1-1 0 0,1 1 1 0 0,-3 15 0 0 0,7-25-68 0 0,-1 1 1 0 0,1-1-1 0 0,0 1 0 0 0,-1-1 1 0 0,2 1-1 0 0,-1-1 1 0 0,0 1-1 0 0,1-1 1 0 0,-1 1-1 0 0,1-1 1 0 0,0 0-1 0 0,0 1 1 0 0,1-1-1 0 0,-1 0 1 0 0,1 0-1 0 0,-1 0 1 0 0,4 5-1 0 0,-2-5-4 0 0,0 0-1 0 0,0 0 1 0 0,1 0 0 0 0,-1 0-1 0 0,1 0 1 0 0,0-1 0 0 0,0 0-1 0 0,-1 0 1 0 0,2 0-1 0 0,-1 0 1 0 0,0 0 0 0 0,5 0-1 0 0,6 1-10 0 0,-1 0 0 0 0,1-1 1 0 0,0-1-1 0 0,0 0 0 0 0,0-2 0 0 0,0 1 0 0 0,17-4 0 0 0,-5-1-10 0 0,-1-1 0 0 0,-1-1 0 0 0,1-1 0 0 0,-2-2 1 0 0,1 0-1 0 0,-1-1 0 0 0,0-2 0 0 0,-2 0 0 0 0,1-2 0 0 0,-2 0 0 0 0,27-25 0 0 0,-30 24 19 0 0,-1-1 1 0 0,-1 0-1 0 0,-1-2 0 0 0,-1 1 0 0 0,0-2 0 0 0,-2 0 1 0 0,0 0-1 0 0,-1-1 0 0 0,-1-1 0 0 0,-1 0 0 0 0,-1 0 1 0 0,-1-1-1 0 0,4-23 0 0 0,-10 44-9 0 0,-1 1 0 0 0,0-1 1 0 0,1 1-1 0 0,-1-1 0 0 0,0 1 0 0 0,0-1 0 0 0,0 1 1 0 0,0-1-1 0 0,0 1 0 0 0,0-1 0 0 0,0 1 1 0 0,-1-1-1 0 0,1 1 0 0 0,0-1 0 0 0,-1 1 0 0 0,1-1 1 0 0,-1 1-1 0 0,0 0 0 0 0,1-1 0 0 0,-1 1 1 0 0,0 0-1 0 0,0-1 0 0 0,-1-1 0 0 0,0 3 4 0 0,1-1-1 0 0,-1 0 1 0 0,0 1 0 0 0,1-1-1 0 0,-1 1 1 0 0,0-1-1 0 0,1 1 1 0 0,-1 0 0 0 0,0-1-1 0 0,1 1 1 0 0,-1 0-1 0 0,0 0 1 0 0,1 0 0 0 0,-1 1-1 0 0,0-1 1 0 0,1 0-1 0 0,-3 1 1 0 0,-5 2 42 0 0,0 0-1 0 0,0 1 1 0 0,0 0 0 0 0,1 0 0 0 0,0 0-1 0 0,-10 8 1 0 0,8-4 11 0 0,0 0 0 0 0,1 0 0 0 0,0 1 0 0 0,1 0 0 0 0,0 1 0 0 0,0 0 0 0 0,1 0 1 0 0,0 1-1 0 0,1-1 0 0 0,0 2 0 0 0,-5 14 0 0 0,9-20-42 0 0,0-1 1 0 0,1 1 0 0 0,-1-1-1 0 0,2 1 1 0 0,-1 0 0 0 0,0-1-1 0 0,1 1 1 0 0,0 0-1 0 0,0 0 1 0 0,1-1 0 0 0,0 1-1 0 0,0 0 1 0 0,0-1 0 0 0,0 1-1 0 0,1-1 1 0 0,0 0 0 0 0,0 1-1 0 0,1-1 1 0 0,-1 0-1 0 0,1 0 1 0 0,0 0 0 0 0,1-1-1 0 0,-1 1 1 0 0,1-1 0 0 0,0 0-1 0 0,8 8 1 0 0,-2-4-210 0 0,1 0 0 0 0,0-1 0 0 0,1 0 1 0 0,-1-1-1 0 0,1 0 0 0 0,1-1 0 0 0,14 5 1 0 0,2-2-1808 0 0,1-1 1 0 0,32 3-1 0 0,4-3-3826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19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481 238 1428 0 0,'11'-20'4481'0'0,"10"-28"0"0"0,10-17-1594 0 0,-28 61-2727 0 0,-1 0 1 0 0,0-1-1 0 0,0 1 1 0 0,0 0-1 0 0,0-1 0 0 0,-1 0 1 0 0,1 1-1 0 0,-1-1 1 0 0,0 0-1 0 0,-1 0 1 0 0,1 1-1 0 0,-1-1 1 0 0,-1-7-1 0 0,1 10-156 0 0,0 1 0 0 0,0-1 0 0 0,0 1 0 0 0,0 0 0 0 0,-1-1 0 0 0,1 1 0 0 0,-1-1 0 0 0,1 1 0 0 0,-1 0 0 0 0,1-1 0 0 0,-1 1 0 0 0,0 0 0 0 0,0 0 0 0 0,1 0 0 0 0,-1 0 0 0 0,0-1 0 0 0,0 1 0 0 0,0 0 0 0 0,0 0 0 0 0,-1 1 0 0 0,1-1 0 0 0,0 0 0 0 0,0 0 0 0 0,0 1 0 0 0,-1-1 0 0 0,1 0 0 0 0,0 1 0 0 0,-1-1 0 0 0,1 1 0 0 0,-1 0 0 0 0,1-1 0 0 0,0 1 0 0 0,-1 0 0 0 0,1 0 0 0 0,-1 0 0 0 0,1 0 0 0 0,-1 0 0 0 0,1 0 0 0 0,0 0 0 0 0,-1 1 0 0 0,1-1 0 0 0,-1 0 0 0 0,-1 2 0 0 0,-6 0-13 0 0,1 1 1 0 0,0 1-1 0 0,0-1 0 0 0,1 1 1 0 0,-11 7-1 0 0,-8 7-11 0 0,1 1-1 0 0,1 1 1 0 0,0 1-1 0 0,2 1 1 0 0,1 1-1 0 0,-19 26 0 0 0,37-45 17 0 0,0 0-1 0 0,0 0 0 0 0,1 1 0 0 0,0-1 0 0 0,0 0 0 0 0,0 1 0 0 0,0 0 1 0 0,1-1-1 0 0,-2 6 0 0 0,3-8 4 0 0,0 0 1 0 0,0 0-1 0 0,0 0 1 0 0,0 0-1 0 0,0-1 1 0 0,1 1-1 0 0,-1 0 1 0 0,1 0-1 0 0,-1-1 1 0 0,1 1-1 0 0,-1 0 1 0 0,1-1-1 0 0,0 1 1 0 0,0 0-1 0 0,0-1 1 0 0,0 1-1 0 0,0-1 1 0 0,0 0-1 0 0,0 1 1 0 0,1-1-1 0 0,-1 0 1 0 0,0 1-1 0 0,1-1 1 0 0,-1 0-1 0 0,1 0 1 0 0,-1 0-1 0 0,4 1 1 0 0,57 28-10 0 0,38 22-17 0 0,-90-46 24 0 0,-1 1 0 0 0,0 0 1 0 0,0 0-1 0 0,0 1 1 0 0,-1-1-1 0 0,-1 2 0 0 0,12 14 1 0 0,-17-20 2 0 0,0 1 0 0 0,0-1 0 0 0,0 0 0 0 0,0 1 0 0 0,0 0 0 0 0,-1-1 1 0 0,0 1-1 0 0,0 0 0 0 0,0 0 0 0 0,0 0 0 0 0,0 0 0 0 0,-1 0 0 0 0,0-1 0 0 0,0 1 0 0 0,0 0 0 0 0,0 0 1 0 0,-1 0-1 0 0,1 0 0 0 0,-1 0 0 0 0,0 0 0 0 0,-2 6 0 0 0,0-5 3 0 0,0 1 1 0 0,0-1-1 0 0,-1 0 0 0 0,0 0 0 0 0,0 0 0 0 0,0 0 1 0 0,0-1-1 0 0,-1 0 0 0 0,1 0 0 0 0,-1 0 0 0 0,0 0 1 0 0,-1-1-1 0 0,-6 4 0 0 0,-2 0 31 0 0,0-1 0 0 0,0 0 0 0 0,-1-1 0 0 0,0-1 0 0 0,0 0 0 0 0,0-1 0 0 0,-1 0 0 0 0,1-2 0 0 0,-1 0-1 0 0,1 0 1 0 0,-22-3 0 0 0,13-1 7 0 0,0-1-1 0 0,0 0 0 0 0,1-2 1 0 0,0-1-1 0 0,0-1 0 0 0,-36-18 0 0 0,52 22-95 0 0,-1 0-1 0 0,1 0 1 0 0,0-1-1 0 0,1 0 1 0 0,-1 0-1 0 0,1-1 0 0 0,-9-10 1 0 0,14 15-12 0 0,1 0 1 0 0,0 0-1 0 0,-1 0 1 0 0,1 0 0 0 0,0 0-1 0 0,-1 0 1 0 0,1 0-1 0 0,0-1 1 0 0,0 1-1 0 0,0 0 1 0 0,0 0-1 0 0,0 0 1 0 0,0 0 0 0 0,1-1-1 0 0,-1 1 1 0 0,0 0-1 0 0,0 0 1 0 0,1 0-1 0 0,-1 0 1 0 0,1 0-1 0 0,-1 0 1 0 0,1 0 0 0 0,-1 0-1 0 0,1 0 1 0 0,0 0-1 0 0,-1 0 1 0 0,1 0-1 0 0,1-1 1 0 0,24-22-1986 0 0,-19 20 1193 0 0,1-1 1 0 0,0 1 0 0 0,0 1-1 0 0,10-4 1 0 0,-11 4-376 0 0,14-5-2532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0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199 368 1188 0 0,'18'-20'4860'0'0,"-5"4"-1594"0"0,-16 12-2635 0 0,3 4-612 0 0,-1 0 0 0 0,1-1 0 0 0,0 1 1 0 0,0 0-1 0 0,0 0 0 0 0,-1-1 1 0 0,1 1-1 0 0,0 0 0 0 0,0 0 0 0 0,-1-1 1 0 0,1 1-1 0 0,0 0 0 0 0,0 0 1 0 0,-1 0-1 0 0,1-1 0 0 0,0 1 0 0 0,-1 0 1 0 0,1 0-1 0 0,0 0 0 0 0,-1 0 1 0 0,1 0-1 0 0,0 0 0 0 0,-1 0 1 0 0,1 0-1 0 0,-1 0 0 0 0,1 0 0 0 0,0 0 1 0 0,-1 0-1 0 0,1 0 0 0 0,0 0 1 0 0,-1 0-1 0 0,1 0 0 0 0,0 0 0 0 0,-1 0 1 0 0,1 0-1 0 0,0 1 0 0 0,-1-1 1 0 0,1 0-1 0 0,0 0 0 0 0,0 0 0 0 0,-1 1 1 0 0,1-1-1 0 0,0 0 0 0 0,0 0 1 0 0,-1 1-1 0 0,1-1 0 0 0,0 0 0 0 0,0 0 1 0 0,-1 1-1 0 0,1-1 0 0 0,0 1 1 0 0,-11 10 70 0 0,0 1 1 0 0,0 0-1 0 0,1 1 0 0 0,1 0 1 0 0,0 1-1 0 0,1-1 1 0 0,1 2-1 0 0,0-1 1 0 0,-7 23-1 0 0,7-18-89 0 0,2 1 0 0 0,0 0 0 0 0,1 0 0 0 0,1 0 0 0 0,1 0 0 0 0,0 1 0 0 0,3 22 0 0 0,-1-35 2 0 0,1 0 0 0 0,1-1 0 0 0,-1 1 0 0 0,1-1 0 0 0,0 0 0 0 0,1 1 0 0 0,0-1 0 0 0,0 0 0 0 0,1-1 0 0 0,-1 1 0 0 0,2 0 0 0 0,-1-1 0 0 0,1 0-1 0 0,-1 0 1 0 0,2-1 0 0 0,-1 1 0 0 0,1-1 0 0 0,-1 0 0 0 0,12 7 0 0 0,-11-9 4 0 0,-1 0 0 0 0,1 0 1 0 0,0-1-1 0 0,-1 0 0 0 0,1 0 0 0 0,0 0 0 0 0,0-1 0 0 0,0 1 0 0 0,1-2 1 0 0,-1 1-1 0 0,0-1 0 0 0,0 0 0 0 0,0 0 0 0 0,1 0 0 0 0,-1-1 0 0 0,0 0 1 0 0,0 0-1 0 0,0-1 0 0 0,0 0 0 0 0,0 0 0 0 0,0 0 0 0 0,-1-1 0 0 0,1 0 1 0 0,7-5-1 0 0,-8 5 3 0 0,0 0 1 0 0,-1-1-1 0 0,0 0 0 0 0,0 0 1 0 0,0 0-1 0 0,0 0 1 0 0,-1-1-1 0 0,1 1 0 0 0,-1-1 1 0 0,0 0-1 0 0,-1 0 1 0 0,5-10-1 0 0,-4 6 9 0 0,-1 1 1 0 0,0-1-1 0 0,0 0 0 0 0,-1 0 1 0 0,0 0-1 0 0,0 0 0 0 0,-2-14 1 0 0,-1 5 8 0 0,-1 0 0 0 0,0-1 1 0 0,-1 2-1 0 0,-1-1 0 0 0,-1 0 1 0 0,-1 1-1 0 0,-11-23 0 0 0,11 29-20 0 0,0 0 0 0 0,0 0 0 0 0,-1 0 0 0 0,-1 1-1 0 0,1 0 1 0 0,-2 1 0 0 0,1 0 0 0 0,-1 0-1 0 0,-1 1 1 0 0,-13-8 0 0 0,18 12-13 0 0,-1 0 1 0 0,0 1-1 0 0,0-1 0 0 0,-1 2 1 0 0,1-1-1 0 0,-1 1 0 0 0,1 0 1 0 0,-1 0-1 0 0,0 1 0 0 0,0 0 1 0 0,0 0-1 0 0,1 1 0 0 0,-1 0 1 0 0,0 1-1 0 0,0 0 0 0 0,0 0 1 0 0,0 0-1 0 0,-9 4 0 0 0,12-3-6 0 0,1 0 0 0 0,-1 0 0 0 0,1 0 0 0 0,0 0 0 0 0,-1 1 0 0 0,1 0 0 0 0,0 0 0 0 0,1 0 0 0 0,-1 0 0 0 0,1 1 0 0 0,-1 0-1 0 0,1-1 1 0 0,0 1 0 0 0,0 0 0 0 0,1 0 0 0 0,-1 1 0 0 0,1-1 0 0 0,0 1 0 0 0,0-1 0 0 0,0 1 0 0 0,1-1 0 0 0,0 1 0 0 0,0 0 0 0 0,-1 5 0 0 0,2-4 4 0 0,-1-1 1 0 0,1 1 0 0 0,0-1 0 0 0,1 0 0 0 0,-1 1-1 0 0,1-1 1 0 0,0 0 0 0 0,1 1 0 0 0,-1-1-1 0 0,1 0 1 0 0,0 0 0 0 0,0 0 0 0 0,0 0 0 0 0,1-1-1 0 0,0 1 1 0 0,0 0 0 0 0,0-1 0 0 0,1 0-1 0 0,-1 0 1 0 0,1 0 0 0 0,7 5 0 0 0,-1-2-3 0 0,0-1 0 0 0,0 0 0 0 0,1-1 0 0 0,0-1 1 0 0,0 1-1 0 0,1-2 0 0 0,-1 0 0 0 0,1 0 0 0 0,-1-1 0 0 0,1 0 1 0 0,0-1-1 0 0,0 0 0 0 0,0-1 0 0 0,0 0 0 0 0,14-3 0 0 0,6-1-31 0 0,-1-2 1 0 0,1-1-1 0 0,-1-2 0 0 0,42-17 0 0 0,-52 18 45 0 0,0-2-1 0 0,-1 0 1 0 0,-1-1-1 0 0,0-1 1 0 0,0-1 0 0 0,-1 0-1 0 0,-1-2 1 0 0,-1 0-1 0 0,0-1 1 0 0,0 0-1 0 0,-2-1 1 0 0,0-1 0 0 0,-1 0-1 0 0,-1-1 1 0 0,-1-1-1 0 0,0 1 1 0 0,-1-2 0 0 0,-2 0-1 0 0,0 0 1 0 0,-1 0-1 0 0,-1-1 1 0 0,5-33-1 0 0,-9 39 94 0 0,0 0-1 0 0,-1 0 1 0 0,0-1-1 0 0,-1 1 1 0 0,-1 0-1 0 0,-3-19 0 0 0,4 35-96 0 0,0-1 0 0 0,0 1 0 0 0,-1 0 0 0 0,1-1 0 0 0,0 1 0 0 0,0 0 0 0 0,0-1 0 0 0,0 1 0 0 0,0 0 0 0 0,-1-1 0 0 0,1 1 0 0 0,0 0 0 0 0,0 0 0 0 0,-1-1 0 0 0,1 1 0 0 0,0 0 0 0 0,0 0 0 0 0,-1-1 0 0 0,1 1 0 0 0,0 0 0 0 0,-1 0 0 0 0,1 0 0 0 0,0 0-1 0 0,0-1 1 0 0,-1 1 0 0 0,1 0 0 0 0,0 0 0 0 0,-1 0 0 0 0,1 0 0 0 0,-1 0 0 0 0,1 0 0 0 0,0 0 0 0 0,-1 0 0 0 0,1 0 0 0 0,0 0 0 0 0,-1 0 0 0 0,1 0 0 0 0,0 0 0 0 0,-1 0 0 0 0,1 0 0 0 0,0 0 0 0 0,-1 1 0 0 0,1-1 0 0 0,0 0 0 0 0,-1 0 0 0 0,1 0-1 0 0,0 0 1 0 0,-1 1 0 0 0,1-1 0 0 0,0 0 0 0 0,0 0 0 0 0,-1 1 0 0 0,1-1 0 0 0,0 0 0 0 0,-1 1 0 0 0,-13 14 90 0 0,0 8 85 0 0,2 0 1 0 0,0 1 0 0 0,2 0 0 0 0,0 0 0 0 0,-8 39 0 0 0,10-37-94 0 0,-13 45 79 0 0,-14 88 0 0 0,31-129-136 0 0,0 0 0 0 0,2 0 0 0 0,2 0 0 0 0,0 0 0 0 0,9 55 0 0 0,-8-78-18 0 0,1 0 1 0 0,0 0-1 0 0,0 0 0 0 0,1 0 0 0 0,0 0 0 0 0,0 0 0 0 0,0-1 0 0 0,1 0 0 0 0,0 1 1 0 0,0-2-1 0 0,1 1 0 0 0,0 0 0 0 0,9 8 0 0 0,-10-11-3 0 0,0 1 0 0 0,1-2-1 0 0,0 1 1 0 0,-1 0 0 0 0,1-1 0 0 0,0 0 0 0 0,0 0 0 0 0,0-1-1 0 0,0 1 1 0 0,0-1 0 0 0,0 0 0 0 0,1 0 0 0 0,-1-1-1 0 0,0 0 1 0 0,1 0 0 0 0,-1 0 0 0 0,0 0 0 0 0,1-1 0 0 0,7-2-1 0 0,-1 0-36 0 0,-1 0-1 0 0,0-1 0 0 0,0-1 0 0 0,0 0 0 0 0,0 0 1 0 0,-1-1-1 0 0,0 0 0 0 0,14-12 0 0 0,-10 6-50 0 0,-1 0-1 0 0,-1-1 1 0 0,0-1-1 0 0,20-29 1 0 0,-8 2 82 0 0,-1-2 0 0 0,-2 0 1 0 0,18-57-1 0 0,-31 79 238 0 0,-5 14-174 0 0,0 1 0 0 0,0-1 1 0 0,-1 1-1 0 0,0-1 0 0 0,0 0 1 0 0,1-11 48 0 0,-5 40-118 0 0,0-15 3 0 0,-20 116 10 0 0,20-106 3 0 0,1-1 0 0 0,0 1 0 0 0,2-1 0 0 0,0 1 0 0 0,5 25 0 0 0,-5-37-6 0 0,0 0-1 0 0,1 1 1 0 0,-1-1-1 0 0,1 0 1 0 0,0 0-1 0 0,1-1 1 0 0,-1 1-1 0 0,1 0 1 0 0,0-1-1 0 0,0 0 1 0 0,1 1-1 0 0,-1-1 1 0 0,1-1-1 0 0,0 1 1 0 0,0 0-1 0 0,5 2 1 0 0,-4-3-16 0 0,1 0 1 0 0,-1 0-1 0 0,1-1 0 0 0,0 0 1 0 0,0 0-1 0 0,0-1 0 0 0,0 1 1 0 0,0-1-1 0 0,0-1 0 0 0,0 1 1 0 0,0-1-1 0 0,0 0 0 0 0,0 0 1 0 0,7-2-1 0 0,1 0-96 0 0,0-1 0 0 0,-1-1 1 0 0,1 0-1 0 0,-1-1 0 0 0,0-1 0 0 0,0 0 0 0 0,0 0 0 0 0,-1-1 1 0 0,0-1-1 0 0,-1 0 0 0 0,1-1 0 0 0,-2 0 0 0 0,1 0 0 0 0,-1-1 1 0 0,15-21-1 0 0,-12 15 208 0 0,-1-1 0 0 0,-1-1 0 0 0,-1 0 0 0 0,0-1 0 0 0,-2 0 0 0 0,0 0 0 0 0,-1 0 0 0 0,-1-1 0 0 0,-1 0 0 0 0,4-24 0 0 0,1-11 887 0 0,-10 53-931 0 0,-7 32 143 0 0,6-24-159 0 0,-22 128 422 0 0,20-112-429 0 0,2 0 1 0 0,1-1-1 0 0,0 1 0 0 0,4 25 0 0 0,-3-44-35 0 0,0 1 0 0 0,-1-1 0 0 0,1 1-1 0 0,0-1 1 0 0,1 0 0 0 0,-1 1 0 0 0,1-1-1 0 0,-1 0 1 0 0,1 0 0 0 0,0 0-1 0 0,0 0 1 0 0,0 0 0 0 0,1-1 0 0 0,-1 1-1 0 0,1-1 1 0 0,4 4 0 0 0,-2-3-132 0 0,-1 0 0 0 0,1 0 0 0 0,0-1 0 0 0,0 0 0 0 0,0 0-1 0 0,0 0 1 0 0,1-1 0 0 0,-1 0 0 0 0,11 1 0 0 0,-1-1-458 0 0,-1-1-1 0 0,1 0 0 0 0,-1-2 1 0 0,1 0-1 0 0,-1 0 0 0 0,0-1 1 0 0,20-7-1 0 0,-21 4-828 0 0,1 0 0 0 0,22-13 0 0 0,-5-1-1657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0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129 225 1408 0 0,'4'-38'2898'0'0,"-2"0"0"0"0,-1 0 0 0 0,-6-61 1 0 0,5 99-2863 0 0,0-1 1 0 0,0 1-1 0 0,0-1 1 0 0,0 1-1 0 0,0 0 1 0 0,0-1-1 0 0,0 1 1 0 0,0-1-1 0 0,0 1 1 0 0,0 0-1 0 0,-1-1 1 0 0,1 1-1 0 0,0-1 1 0 0,0 1 0 0 0,0 0-1 0 0,0-1 1 0 0,-1 1-1 0 0,1 0 1 0 0,0-1-1 0 0,0 1 1 0 0,-1 0-1 0 0,1-1 1 0 0,0 1-1 0 0,0 0 1 0 0,-1 0-1 0 0,1-1 1 0 0,0 1-1 0 0,-1 0 1 0 0,1 0 0 0 0,0-1-1 0 0,-1 1 1 0 0,1 0-1 0 0,-1 0 1 0 0,0 0-1 0 0,-10 9 389 0 0,-7 23-22 0 0,3 6 43 0 0,2 1 0 0 0,-16 76 0 0 0,0 84-55 0 0,24-147-306 0 0,2 103 1 0 0,4-136-142 0 0,1 0 0 0 0,1 0 0 0 0,1-1-1 0 0,0 1 1 0 0,1-1 0 0 0,1 0 0 0 0,1 0 0 0 0,16 31 0 0 0,-18-41-215 0 0,0 0 0 0 0,1-1 1 0 0,0 0-1 0 0,0 0 1 0 0,1-1-1 0 0,-1 0 0 0 0,1 0 1 0 0,1 0-1 0 0,-1-1 1 0 0,1 0-1 0 0,0-1 1 0 0,0 0-1 0 0,1 0 0 0 0,12 4 1 0 0,-14-6 11 0 0,0 0 0 0 0,0 0 0 0 0,1-1 0 0 0,-1 0 0 0 0,0-1 0 0 0,1 0 0 0 0,-1 0 0 0 0,0 0 1 0 0,1-1-1 0 0,-1 0 0 0 0,0 0 0 0 0,1-1 0 0 0,-1 0 0 0 0,0 0 0 0 0,0-1 0 0 0,-1 0 0 0 0,1 0 0 0 0,8-5 0 0 0,-5 0 283 0 0,0 0 0 0 0,-1 0 0 0 0,0-1 0 0 0,0 0 0 0 0,-1-1 0 0 0,0 0-1 0 0,0 0 1 0 0,-1 0 0 0 0,-1-1 0 0 0,0 0 0 0 0,0-1 0 0 0,-1 1 0 0 0,6-23 0 0 0,-3 6 1670 0 0,-2-1 0 0 0,-1 1 0 0 0,-1-1 1 0 0,0-54-1 0 0,-4 80-1128 0 0,-2 4-546 0 0,1-1-1 0 0,0 1 1 0 0,-1-1 0 0 0,1 1 0 0 0,-1 0-1 0 0,1 0 1 0 0,0-1 0 0 0,-1 1 0 0 0,1 0 0 0 0,0 0-1 0 0,0 0 1 0 0,0 0 0 0 0,0 1 0 0 0,0-1-1 0 0,0 0 1 0 0,0 0 0 0 0,0 1 0 0 0,0-1-1 0 0,0 0 1 0 0,1 1 0 0 0,-1-1 0 0 0,1 1-1 0 0,-1-1 1 0 0,0 2 0 0 0,-11 41 91 0 0,12-41-94 0 0,-7 31 55 0 0,2 0 0 0 0,-1 36 0 0 0,6-51-234 0 0,0 0-1 0 0,1 0 0 0 0,2-1 0 0 0,-1 1 1 0 0,8 24-1 0 0,-9-39-90 0 0,1-1 0 0 0,-1 0 0 0 0,1 1 1 0 0,-1-1-1 0 0,1 0 0 0 0,0 0 0 0 0,0 0 0 0 0,0 0 0 0 0,1 0 1 0 0,-1-1-1 0 0,1 1 0 0 0,-1-1 0 0 0,1 1 0 0 0,0-1 0 0 0,0 0 1 0 0,0 0-1 0 0,0 0 0 0 0,1-1 0 0 0,4 3 0 0 0,-1-2-414 0 0,0 0 0 0 0,-1 0 0 0 0,1-1 0 0 0,0 0 0 0 0,0 0 0 0 0,0-1 0 0 0,-1 0 0 0 0,1 0 0 0 0,10-2 0 0 0,7-2-1959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1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105 159 1984 0 0,'41'-85'10734'0'0,"-41"87"-10626"0"0,0 0-1 0 0,0 0 1 0 0,-1-1-1 0 0,1 1 0 0 0,0 0 1 0 0,-1 0-1 0 0,0-1 0 0 0,1 1 1 0 0,-1-1-1 0 0,0 1 1 0 0,-2 2-1 0 0,-1 5 163 0 0,3-4-112 0 0,-43 137 1855 0 0,38-116-1891 0 0,1 0-1 0 0,1 0 1 0 0,-1 42-1 0 0,5-65-110 0 0,0 1-1 0 0,0-1 0 0 0,0 0 0 0 0,1 1 1 0 0,-1-1-1 0 0,1 0 0 0 0,0 1 0 0 0,0-1 1 0 0,0 0-1 0 0,0 0 0 0 0,1 0 1 0 0,-1 0-1 0 0,1 0 0 0 0,0 0 0 0 0,0 0 1 0 0,0-1-1 0 0,0 1 0 0 0,0-1 1 0 0,0 1-1 0 0,1-1 0 0 0,4 4 0 0 0,-3-4-2 0 0,1 0 0 0 0,-1 0 0 0 0,0 0 0 0 0,1-1 0 0 0,-1 0 0 0 0,1 1-1 0 0,0-2 1 0 0,-1 1 0 0 0,1 0 0 0 0,0-1 0 0 0,-1 0 0 0 0,1 0 0 0 0,0 0 0 0 0,-1-1-1 0 0,7-1 1 0 0,0 0-10 0 0,0-2 0 0 0,-1 1 1 0 0,1-1-1 0 0,-1-1 0 0 0,1 0 0 0 0,-2 0 0 0 0,1-1 0 0 0,0 0 0 0 0,-1-1 0 0 0,0 0 0 0 0,-1-1 1 0 0,1 1-1 0 0,-2-2 0 0 0,12-14 0 0 0,-6 6 0 0 0,-1 0 0 0 0,-2-1 0 0 0,1-1 1 0 0,-2 1-1 0 0,-1-2 0 0 0,0 1 0 0 0,5-23 1 0 0,-11 35 5 0 0,-1-1 1 0 0,1 1 0 0 0,-2-1 0 0 0,1 0 0 0 0,-1 1 0 0 0,0-1-1 0 0,-1 0 1 0 0,1 1 0 0 0,-2-1 0 0 0,1 0 0 0 0,-1 1 0 0 0,0 0-1 0 0,-1-1 1 0 0,1 1 0 0 0,-2 0 0 0 0,1 0 0 0 0,-6-8 0 0 0,5 9-4 0 0,1 1 1 0 0,-1 1-1 0 0,0-1 1 0 0,-1 1-1 0 0,1-1 1 0 0,-1 1 0 0 0,0 0-1 0 0,0 1 1 0 0,0-1-1 0 0,0 1 1 0 0,-1 0-1 0 0,1 0 1 0 0,-1 1-1 0 0,0 0 1 0 0,0 0 0 0 0,0 0-1 0 0,0 1 1 0 0,0 0-1 0 0,0 0 1 0 0,0 0-1 0 0,-13 1 1 0 0,6 1 7 0 0,1 1 1 0 0,0 0-1 0 0,-1 1 1 0 0,1 1-1 0 0,0 0 0 0 0,0 0 1 0 0,1 1-1 0 0,-1 1 1 0 0,1 0-1 0 0,0 1 0 0 0,1 0 1 0 0,0 0-1 0 0,0 1 1 0 0,-11 11-1 0 0,12-11-248 0 0,1 0 1 0 0,1 1-1 0 0,0 0 0 0 0,0 0 1 0 0,0 0-1 0 0,1 1 1 0 0,1 0-1 0 0,0 0 0 0 0,0 1 1 0 0,1-1-1 0 0,0 1 0 0 0,1 0 1 0 0,0 0-1 0 0,1 1 0 0 0,0-1 1 0 0,0 12-1 0 0,2-17-606 0 0,0 0-1 0 0,1 0 0 0 0,0 0 1 0 0,0 0-1 0 0,0-1 1 0 0,1 1-1 0 0,4 10 1 0 0,2 0-3436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1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91 2452 0 0,'1'-9'1967'0'0,"4"-11"6901"0"0,-4 31-8244 0 0,-4 30 257 0 0,-1-1 0 0 0,-19 78-1 0 0,8-47-631 0 0,-17 72 357 0 0,31-141-522 0 0,6-23-39 0 0,27-70-421 0 0,-16 43 135 0 0,2 0 1 0 0,35-64-1 0 0,-45 98 221 0 0,0 0-1 0 0,1 1 1 0 0,1 1 0 0 0,0 0 0 0 0,1 0 0 0 0,0 0 0 0 0,0 2 0 0 0,1-1 0 0 0,1 2 0 0 0,0 0 0 0 0,0 0 0 0 0,17-8-1 0 0,-22 13-3 0 0,-6 3 19 0 0,0-1-1 0 0,1 1 1 0 0,-1 0-1 0 0,0 0 1 0 0,1 0 0 0 0,-1 1-1 0 0,1-1 1 0 0,-1 1-1 0 0,1-1 1 0 0,0 1 0 0 0,-1 0-1 0 0,1 0 1 0 0,2 0-1 0 0,-2 0 10 0 0,-1 0 0 0 0,1 0-1 0 0,-1 0 1 0 0,1 0 0 0 0,-1 0-1 0 0,1 1 1 0 0,-1-1 0 0 0,0 1-1 0 0,1 0 1 0 0,-1 0 0 0 0,0 0-1 0 0,1 0 1 0 0,-1 0-1 0 0,0 0 1 0 0,0 0 0 0 0,0 1-1 0 0,0-1 1 0 0,0 1 0 0 0,2 2-1 0 0,-1 0 37 0 0,-1-1-1 0 0,0 1 1 0 0,1 0-1 0 0,-1-1 1 0 0,-1 1-1 0 0,1 0 1 0 0,-1 0-1 0 0,1 0 0 0 0,-1 1 1 0 0,1 5-1 0 0,0 10 149 0 0,-1 0-1 0 0,-1 0 1 0 0,-4 37-1 0 0,3-51-187 0 0,-1 19 76 0 0,0-9-16 0 0,0 0 0 0 0,1 0 0 0 0,3 33 0 0 0,-2-47-46 0 0,0-1 1 0 0,1 1-1 0 0,-1-1 0 0 0,1 1 0 0 0,-1 0 0 0 0,1-1 0 0 0,-1 1 1 0 0,1-1-1 0 0,0 1 0 0 0,0-1 0 0 0,0 1 0 0 0,0-1 0 0 0,0 0 1 0 0,0 0-1 0 0,0 1 0 0 0,2 1 0 0 0,-2-3-44 0 0,0 1 1 0 0,0-1-1 0 0,0 1 1 0 0,0-1-1 0 0,0 0 1 0 0,0 1-1 0 0,0-1 0 0 0,1 0 1 0 0,-1 0-1 0 0,0 1 1 0 0,0-1-1 0 0,0 0 1 0 0,0 0-1 0 0,1 0 0 0 0,-1-1 1 0 0,0 1-1 0 0,0 0 1 0 0,2-1-1 0 0,0 0-316 0 0,0 0-1 0 0,0-1 1 0 0,0 1-1 0 0,-1-1 1 0 0,1 1 0 0 0,0-1-1 0 0,-1 0 1 0 0,1 0-1 0 0,-1-1 1 0 0,1 1-1 0 0,-1 0 1 0 0,0-1 0 0 0,0 1-1 0 0,0-1 1 0 0,2-5-1 0 0,1-5-3454 0 0,1-2-1780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2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44 1324 0 0,'-20'-4'1941'0'0,"-103"-18"7677"0"0,44 7-6859 0 0,43 13-10690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2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59 748 0 0,'-190'24'14953'0'0,"187"-24"-14622"0"0,5-1-71 0 0,12-4-166 0 0,0 0 0 0 0,0 1-1 0 0,1 0 1 0 0,0 2 0 0 0,15-2 0 0 0,1-1-186 0 0,273-31-4987 0 0,-224 28 1232 0 0,-4-1-1586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2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36 1324 0 0,'-7'-6'1194'0'0,"-9"-6"5741"0"0,-2-1-1117 0 0,18 13-5722 0 0,0-1 1 0 0,0 1-1 0 0,-1 0 1 0 0,1-1-1 0 0,0 1 1 0 0,0 0-1 0 0,-1 0 1 0 0,1 0-1 0 0,0-1 1 0 0,0 1-1 0 0,-1 0 1 0 0,1 0-1 0 0,0 0 1 0 0,-1-1-1 0 0,1 1 0 0 0,0 0 1 0 0,-1 0-1 0 0,1 0 1 0 0,0 0-1 0 0,-1 0 1 0 0,1 0-1 0 0,0 0 1 0 0,-1 0-1 0 0,1 0 1 0 0,0 0-1 0 0,-1 0 1 0 0,0 0-1 0 0,-1 2-70 0 0,0 0 0 0 0,0 0-1 0 0,1 0 1 0 0,-1 0 0 0 0,0 1-1 0 0,1-1 1 0 0,-1 1 0 0 0,1-1 0 0 0,0 1-1 0 0,0-1 1 0 0,-1 5 0 0 0,-9 40 89 0 0,3-15-67 0 0,-16 49-1022 0 0,-19 122-1 0 0,40-169-1790 0 0,5-14-3171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3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72 284 0 0,'4'-4'929'0'0,"-1"-1"-1"0"0,0 1 1 0 0,0-1 0 0 0,-1 1-1 0 0,1-1 1 0 0,-1 0 0 0 0,0 0-1 0 0,0 0 1 0 0,-1 0 0 0 0,1 0-1 0 0,-1-1 1 0 0,0-7-1 0 0,-4 13-385 0 0,-3 0-391 0 0,1 0-1 0 0,-1 1 0 0 0,0 0 1 0 0,0 0-1 0 0,1 0 1 0 0,-1 0-1 0 0,1 1 1 0 0,-1 0-1 0 0,1 0 0 0 0,0 1 1 0 0,-6 3-1 0 0,-11 7 132 0 0,-25 20 0 0 0,30-20-175 0 0,15-11-101 0 0,-1-1 1 0 0,0 1-1 0 0,1 0 0 0 0,0 0 0 0 0,-1 1 1 0 0,1-1-1 0 0,0 0 0 0 0,0 1 1 0 0,0-1-1 0 0,0 1 0 0 0,1 0 0 0 0,-1-1 1 0 0,1 1-1 0 0,0 0 0 0 0,-1 0 1 0 0,1 0-1 0 0,1 0 0 0 0,-1 0 0 0 0,0 0 1 0 0,1 0-1 0 0,-1 0 0 0 0,1 1 1 0 0,0-1-1 0 0,0 0 0 0 0,0 0 0 0 0,1 0 1 0 0,-1 0-1 0 0,1 0 0 0 0,0 1 1 0 0,-1-1-1 0 0,2 0 0 0 0,-1 0 0 0 0,0-1 1 0 0,0 1-1 0 0,1 0 0 0 0,0 0 1 0 0,-1-1-1 0 0,1 1 0 0 0,0-1 0 0 0,4 4 1 0 0,14 15-23 0 0,1-2-1 0 0,0-1 1 0 0,36 23 0 0 0,31 27-12 0 0,-86-67 84 0 0,-1 1-1 0 0,1-1 0 0 0,-1 1 0 0 0,1 0 1 0 0,-1-1-1 0 0,0 1 0 0 0,1 0 0 0 0,-1 0 1 0 0,0 0-1 0 0,0 0 0 0 0,0 0 1 0 0,0 0-1 0 0,-1 0 0 0 0,1 0 0 0 0,-1 0 1 0 0,1 0-1 0 0,-1 0 0 0 0,1 0 0 0 0,-1 0 1 0 0,0 1-1 0 0,0-1 0 0 0,-1 4 0 0 0,0-4-8 0 0,0 1 1 0 0,0-1-1 0 0,0 1 0 0 0,0-1 0 0 0,0 1 0 0 0,-1-1 0 0 0,0 0 1 0 0,1 1-1 0 0,-1-1 0 0 0,0 0 0 0 0,0 0 0 0 0,0 0 0 0 0,0-1 1 0 0,0 1-1 0 0,0 0 0 0 0,-1-1 0 0 0,1 0 0 0 0,-3 2 0 0 0,-3 1-90 0 0,1 0 0 0 0,-1-1 0 0 0,0 0-1 0 0,0 0 1 0 0,-1-1 0 0 0,1 0 0 0 0,0-1 0 0 0,-1 0-1 0 0,1 0 1 0 0,-1 0 0 0 0,1-1 0 0 0,-1-1 0 0 0,1 1-1 0 0,-1-1 1 0 0,1-1 0 0 0,-16-4 0 0 0,16 3-756 0 0,1 0 1 0 0,-1-1 0 0 0,1 1 0 0 0,0-2 0 0 0,0 1-1 0 0,1-1 1 0 0,-1 0 0 0 0,1 0 0 0 0,0-1-1 0 0,1 0 1 0 0,-8-9 0 0 0,-4-8-4325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3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81 1988 0 0,'0'-12'2148'0'0,"0"2"1189"0"0,-3-9-1141 0 0,-1 3-836 0 0,-1 4-508 0 0,-5 4-380 0 0,-1 4-468 0 0,-6 9-2372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3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53 1160 0 0,'-7'-24'8196'0'0,"1"5"-4920"0"0,5 18-2597 0 0,-4-7 1844 0 0,2 59-1730 0 0,-3 0 0 0 0,-2-1-1 0 0,-14 51 1 0 0,-1 6-809 0 0,18-76-1420 0 0,4-20-1665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3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76 1060 0 0,'-7'-75'11883'0'0,"21"87"-12514"0"0,14 36-5606 0 0,-20-36 2566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4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91 2068 0 0,'4'4'816'0'0,"0"0"-1"0"0,-1 1 1 0 0,1 0-1 0 0,-1-1 1 0 0,0 1-1 0 0,-1 0 1 0 0,1 1-1 0 0,-1-1 1 0 0,0 0-1 0 0,0 1 1 0 0,1 7-1 0 0,-1-4-345 0 0,-1 0 0 0 0,0 1 1 0 0,-1 0-1 0 0,0-1 0 0 0,-1 1 0 0 0,-2 14 0 0 0,2-13-389 0 0,-2 0 0 0 0,0-1-1 0 0,0 1 1 0 0,-1 0 0 0 0,0-1 0 0 0,-1 0-1 0 0,0 0 1 0 0,-1 0 0 0 0,0-1 0 0 0,0 0-1 0 0,-1 0 1 0 0,-9 10 0 0 0,10-14-39 0 0,0-1-1 0 0,0 1 1 0 0,0-1 0 0 0,0 0 0 0 0,0-1 0 0 0,-1 1-1 0 0,0-1 1 0 0,0-1 0 0 0,-7 3 0 0 0,13-5-39 0 0,0 1 0 0 0,0-1 0 0 0,-1 0 0 0 0,1 0 0 0 0,0 1 0 0 0,0-1 0 0 0,0 0 0 0 0,-1 0 0 0 0,1 0 0 0 0,0-1 0 0 0,0 1 0 0 0,0 0 0 0 0,-1 0 0 0 0,1-1 0 0 0,0 1 0 0 0,0-1 0 0 0,0 1 0 0 0,0-1 0 0 0,0 1 0 0 0,0-1 0 0 0,0 1 0 0 0,0-1 0 0 0,0 0 0 0 0,0 0 0 0 0,0 0 0 0 0,0 0 0 0 0,0 1 0 0 0,1-1 0 0 0,-1 0 0 0 0,0 0 0 0 0,1 0 0 0 0,-1 0 0 0 0,1-1 0 0 0,-1 1 0 0 0,1 0 0 0 0,-1 0 0 0 0,1 0 0 0 0,-1-2 0 0 0,0-2 3 0 0,0-1 0 0 0,0 1 0 0 0,1-1 0 0 0,-1 0 0 0 0,1 1 0 0 0,1-8 0 0 0,1-2 3 0 0,1 0-1 0 0,0 1 0 0 0,1-1 1 0 0,1 1-1 0 0,0 0 0 0 0,1 0 1 0 0,1 1-1 0 0,0 0 0 0 0,1 0 1 0 0,12-16-1 0 0,-6 11-11 0 0,1 1-1 0 0,0 1 1 0 0,1 0 0 0 0,0 1-1 0 0,2 1 1 0 0,24-16 0 0 0,-28 21-7 0 0,1 1 1 0 0,0 0 0 0 0,1 1-1 0 0,31-9 1 0 0,-42 15 9 0 0,0-1 1 0 0,1 1 0 0 0,-1 0-1 0 0,0 0 1 0 0,1 1-1 0 0,-1-1 1 0 0,0 1 0 0 0,1 1-1 0 0,-1-1 1 0 0,1 1-1 0 0,-1-1 1 0 0,0 2-1 0 0,0-1 1 0 0,1 1 0 0 0,-1-1-1 0 0,0 1 1 0 0,0 1-1 0 0,-1-1 1 0 0,9 6 0 0 0,-11-6-1 0 0,1 1 1 0 0,-1 0 0 0 0,1 0 0 0 0,-1 0 0 0 0,0 1 0 0 0,0-1 0 0 0,0 0 0 0 0,0 1 0 0 0,-1-1-1 0 0,0 1 1 0 0,1 0 0 0 0,-1-1 0 0 0,-1 1 0 0 0,1 0 0 0 0,0 0 0 0 0,-1 0 0 0 0,0-1 0 0 0,0 1 0 0 0,0 0-1 0 0,-1 5 1 0 0,-1 9-2 0 0,-2 1 0 0 0,-10 34 0 0 0,8-33-1 0 0,-5 14-44 0 0,-7 27-264 0 0,17-56-73 0 0,0 0 1 0 0,0 0-1 0 0,1 0 0 0 0,-1 0 0 0 0,1 0 0 0 0,1 1 1 0 0,-1-1-1 0 0,1 0 0 0 0,1 7 0 0 0,-2-11 2 0 0,1 1 0 0 0,0-1 0 0 0,-1 1 0 0 0,1 0 0 0 0,0-1 1 0 0,0 1-1 0 0,0-1 0 0 0,0 0 0 0 0,0 1 0 0 0,0-1 0 0 0,0 0 0 0 0,0 0 0 0 0,0 0 0 0 0,1 1 0 0 0,-1-1 0 0 0,2 0 0 0 0,8 3-3374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4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277 123 112 0 0,'1'-2'658'0'0,"8"-8"1246"0"0,0-1 0 0 0,-1 0 0 0 0,-1 0 0 0 0,0-1 0 0 0,10-22 0 0 0,-16 33-1806 0 0,-1 0-1 0 0,0 0 1 0 0,1 0 0 0 0,-1 0-1 0 0,0 0 1 0 0,0 0-1 0 0,1 0 1 0 0,-1 0-1 0 0,0 0 1 0 0,0 0-1 0 0,0 0 1 0 0,0 0-1 0 0,0 0 1 0 0,0 0-1 0 0,-1 0 1 0 0,1 0-1 0 0,0 0 1 0 0,0 1-1 0 0,-1-1 1 0 0,1 0-1 0 0,0 0 1 0 0,-1 0-1 0 0,1 0 1 0 0,-1 0-1 0 0,0-1 1 0 0,0 2-16 0 0,-1-1-1 0 0,1 0 1 0 0,0 1 0 0 0,0-1 0 0 0,-1 1-1 0 0,1-1 1 0 0,0 1 0 0 0,-1-1-1 0 0,1 1 1 0 0,0 0 0 0 0,-1 0 0 0 0,1 0-1 0 0,-1 0 1 0 0,1 0 0 0 0,-2 0 0 0 0,-6 1 142 0 0,1 0 0 0 0,0 1 1 0 0,0 0-1 0 0,-11 4 1 0 0,0 3-87 0 0,-1 1 1 0 0,2 0-1 0 0,-1 2 1 0 0,1 0-1 0 0,1 1 1 0 0,0 1 0 0 0,1 0-1 0 0,1 1 1 0 0,0 1-1 0 0,1 0 1 0 0,-20 31-1 0 0,29-39-123 0 0,0 0 0 0 0,1 0-1 0 0,0 0 1 0 0,1 0-1 0 0,0 1 1 0 0,0-1-1 0 0,1 1 1 0 0,0 0-1 0 0,0 0 1 0 0,1 0 0 0 0,-1 14-1 0 0,3-18-20 0 0,-1 0-1 0 0,1 1 1 0 0,0-1-1 0 0,0 0 1 0 0,1 0-1 0 0,-1 0 1 0 0,1 0-1 0 0,0 0 1 0 0,0-1 0 0 0,1 1-1 0 0,0-1 1 0 0,0 1-1 0 0,0-1 1 0 0,0 0-1 0 0,0 0 1 0 0,1 0-1 0 0,0 0 1 0 0,0-1-1 0 0,0 0 1 0 0,0 1 0 0 0,5 1-1 0 0,3 2-317 0 0,0 0 0 0 0,1-2 0 0 0,0 1-1 0 0,0-2 1 0 0,0 0 0 0 0,0 0 0 0 0,1-1 0 0 0,-1-1 0 0 0,1 0 0 0 0,0-1-1 0 0,0-1 1 0 0,-1 0 0 0 0,1-1 0 0 0,0 0 0 0 0,0-1 0 0 0,25-7 0 0 0,-25 5 148 0 0,1 0 0 0 0,-1-1 1 0 0,0-1-1 0 0,-1-1 1 0 0,1 0-1 0 0,-2 0 0 0 0,1-1 1 0 0,-1-1-1 0 0,0 0 1 0 0,0-1-1 0 0,-1 0 0 0 0,-1-1 1 0 0,1 0-1 0 0,-2 0 1 0 0,12-18-1 0 0,-4 0 971 0 0,-1-1-1 0 0,-1 0 1 0 0,-2-1 0 0 0,-1-1 0 0 0,11-49-1 0 0,-21 75-658 0 0,-1 1 178 0 0,-2 7-11 0 0,-5 18-34 0 0,-9 19-137 0 0,2 1 0 0 0,2 1-1 0 0,2-1 1 0 0,-5 57 0 0 0,13-90-115 0 0,0-1-1 0 0,1 1 0 0 0,0-1 1 0 0,1 1-1 0 0,-1-1 1 0 0,1 1-1 0 0,0-1 1 0 0,1 0-1 0 0,0 1 0 0 0,2 7 1 0 0,-2-12-8 0 0,0 1 1 0 0,-1 0-1 0 0,1-1 0 0 0,0 1 1 0 0,0-1-1 0 0,0 0 0 0 0,0 0 1 0 0,1 0-1 0 0,-1 0 1 0 0,1 0-1 0 0,-1 0 0 0 0,1 0 1 0 0,-1-1-1 0 0,1 0 0 0 0,0 1 1 0 0,0-1-1 0 0,0 0 0 0 0,0 0 1 0 0,0-1-1 0 0,0 1 1 0 0,0 0-1 0 0,0-1 0 0 0,5 0 1 0 0,0 0 0 0 0,0-1 1 0 0,0 1 0 0 0,-1-2 0 0 0,1 1-1 0 0,0-1 1 0 0,-1 0 0 0 0,1-1 0 0 0,-1 0-1 0 0,0 0 1 0 0,0 0 0 0 0,0-1 0 0 0,-1 0-1 0 0,1-1 1 0 0,-1 1 0 0 0,0-1 0 0 0,11-11-1 0 0,-5 3 11 0 0,-1 1 0 0 0,0-1 0 0 0,-1-1-1 0 0,-1 0 1 0 0,0-1 0 0 0,13-28 0 0 0,-19 35-18 0 0,0 0 1 0 0,0-1-1 0 0,0 1 1 0 0,-1-1 0 0 0,-1 0-1 0 0,1 0 1 0 0,-1 0-1 0 0,-1 0 1 0 0,0 0 0 0 0,0 0-1 0 0,-1 0 1 0 0,-2-15-1 0 0,1 18-5 0 0,0 0 1 0 0,0 0-1 0 0,-1 0 0 0 0,1 0 0 0 0,-1 1 0 0 0,-1-1 0 0 0,1 1 0 0 0,-1 0 0 0 0,0 0 0 0 0,0 0 0 0 0,0 1 1 0 0,0-1-1 0 0,-1 1 0 0 0,0 0 0 0 0,0 0 0 0 0,0 0 0 0 0,-1 1 0 0 0,-9-5 0 0 0,8 5 14 0 0,-1 0 0 0 0,1 1-1 0 0,0 0 1 0 0,-1 0 0 0 0,1 1-1 0 0,-1 0 1 0 0,0 0 0 0 0,1 1-1 0 0,-1 0 1 0 0,0 0 0 0 0,1 1-1 0 0,-1 0 1 0 0,1 0 0 0 0,-1 1-1 0 0,1 0 1 0 0,-1 0 0 0 0,-9 5 0 0 0,10-4-284 0 0,1 0 0 0 0,-1 1 0 0 0,1 0 0 0 0,0 0 1 0 0,0 1-1 0 0,0-1 0 0 0,-9 12 0 0 0,11-12-537 0 0,0 1-1 0 0,0 1 0 0 0,1-1 0 0 0,-1 0 1 0 0,1 1-1 0 0,1 0 0 0 0,-1 0 0 0 0,1-1 0 0 0,-3 13 1 0 0,2-1-4454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5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59 1348 0 0,'-21'-58'10400'0'0,"35"59"-9320"0"0,-10 2-915 0 0,0 0 1 0 0,-1 0 0 0 0,1 0-1 0 0,-1 1 1 0 0,1-1-1 0 0,-1 1 1 0 0,0 0-1 0 0,-1 0 1 0 0,1 0-1 0 0,-1 1 1 0 0,3 4 0 0 0,-3-6-72 0 0,2 7 43 0 0,1 0 0 0 0,-1 0 0 0 0,0 1 0 0 0,-1 0 0 0 0,-1-1 1 0 0,0 1-1 0 0,0 0 0 0 0,-1 0 0 0 0,0 0 0 0 0,-1 1 0 0 0,0-1 0 0 0,-3 18 1 0 0,-4 9 44 0 0,-1-1 1 0 0,-17 47-1 0 0,13-47-23 0 0,0-10 102 0 0,12-26-257 0 0,0-1 0 0 0,-1 0 0 0 0,1 1 0 0 0,0-1 0 0 0,-1 1 0 0 0,1-1 0 0 0,0 1-1 0 0,-1-1 1 0 0,1 0 0 0 0,0 1 0 0 0,-1-1 0 0 0,1 0 0 0 0,-1 0 0 0 0,1 1 0 0 0,-1-1 0 0 0,1 0 0 0 0,-1 0 0 0 0,1 0-1 0 0,-1 1 1 0 0,1-1 0 0 0,-1 0 0 0 0,1 0 0 0 0,-1 0 0 0 0,1 0 0 0 0,-1 0 0 0 0,1 0 0 0 0,-1 0 0 0 0,1 0 0 0 0,-1 0-1 0 0,1 0 1 0 0,-1 0 0 0 0,1-1 0 0 0,-1 1 0 0 0,1 0 0 0 0,-1 0 0 0 0,1 0 0 0 0,-1-1 0 0 0,1 1 0 0 0,-1 0 0 0 0,1-1-1 0 0,-1 1 1 0 0,1 0 0 0 0,0-1 0 0 0,-1 1 0 0 0,0-1 0 0 0,0-2-1 0 0,0 0 0 0 0,0 0 0 0 0,0 0 0 0 0,0 0 0 0 0,1 0 0 0 0,-1 0 0 0 0,1 0 0 0 0,0 0 0 0 0,0 0 0 0 0,0 0 0 0 0,0 0 0 0 0,0 0 0 0 0,1-3 0 0 0,0-1 5 0 0,1-12-20 0 0,0 1-1 0 0,2-1 1 0 0,0 1-1 0 0,1 0 1 0 0,1 0-1 0 0,1 1 1 0 0,0-1 0 0 0,1 1-1 0 0,1 1 1 0 0,1 0-1 0 0,0 0 1 0 0,1 1-1 0 0,1 0 1 0 0,0 1 0 0 0,1 0-1 0 0,1 1 1 0 0,0 0-1 0 0,28-19 1 0 0,-30 25 0 0 0,1 0-1 0 0,0 0 1 0 0,0 1 0 0 0,1 1 0 0 0,0 0-1 0 0,-1 1 1 0 0,22-4 0 0 0,-28 7 6 0 0,1 0 1 0 0,-1 0-1 0 0,1 0 1 0 0,-1 1-1 0 0,0 1 1 0 0,1-1-1 0 0,-1 1 1 0 0,0 0-1 0 0,1 1 1 0 0,-1 0-1 0 0,0 0 1 0 0,0 0-1 0 0,0 1 1 0 0,0 0-1 0 0,-1 1 0 0 0,9 5 1 0 0,-12-7 7 0 0,0 0 0 0 0,-1 1 0 0 0,1 0-1 0 0,-1-1 1 0 0,1 1 0 0 0,-1 0 0 0 0,0 0 0 0 0,0 1 0 0 0,-1-1 0 0 0,1 0 0 0 0,-1 1 0 0 0,1-1-1 0 0,-1 1 1 0 0,0-1 0 0 0,0 1 0 0 0,-1-1 0 0 0,1 1 0 0 0,-1 0 0 0 0,0 0 0 0 0,1-1-1 0 0,-2 1 1 0 0,1 0 0 0 0,0-1 0 0 0,-1 1 0 0 0,-1 6 0 0 0,-3 7-6 0 0,-1 0-1 0 0,0 0 1 0 0,-1-1 0 0 0,-10 16 0 0 0,9-16 4 0 0,-62 103-124 0 0,70-119 60 0 0,-1 1-1 0 0,1-1 1 0 0,0 1 0 0 0,0-1 0 0 0,-1 1 0 0 0,1-1-1 0 0,0 0 1 0 0,0 1 0 0 0,0-1 0 0 0,-1 1 0 0 0,1-1-1 0 0,0 1 1 0 0,0-1 0 0 0,0 1 0 0 0,0-1-1 0 0,0 1 1 0 0,0 0 0 0 0,0-1 0 0 0,0 1 0 0 0,0-1-1 0 0,0 1 1 0 0,0-1 0 0 0,1 1 0 0 0,-1-1 0 0 0,0 1-1 0 0,0-1 1 0 0,0 0 0 0 0,1 1 0 0 0,-1-1-1 0 0,0 1 1 0 0,1-1 0 0 0,-1 1 0 0 0,1-1 0 0 0,0 1-94 0 0,0 0-1 0 0,0-1 1 0 0,1 0 0 0 0,-1 1 0 0 0,0-1 0 0 0,1 0 0 0 0,-1 0 0 0 0,0 1 0 0 0,1-1 0 0 0,-1 0 0 0 0,0 0 0 0 0,3-1 0 0 0,37-8-2774 0 0,6-10-1442 0 0,-20 5 957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5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178 132 152 0 0,'18'-14'2128'0'0,"-4"3"-456"0"0,0 0-1 0 0,-1-1 1 0 0,-1 0 0 0 0,1-2 0 0 0,14-20 0 0 0,-27 34-1624 0 0,1-1 1 0 0,-1 1-1 0 0,1-1 0 0 0,-1 1 0 0 0,0-1 0 0 0,0 1 1 0 0,1-1-1 0 0,-1 1 0 0 0,0-1 0 0 0,0 1 0 0 0,1-1 1 0 0,-1 0-1 0 0,0 1 0 0 0,0-1 0 0 0,0 1 1 0 0,0-1-1 0 0,0 1 0 0 0,0-1 0 0 0,0 0 0 0 0,0 1 1 0 0,0-1-1 0 0,0 1 0 0 0,0-1 0 0 0,0 1 1 0 0,0-1-1 0 0,-1 0 0 0 0,1 1 0 0 0,0-1 0 0 0,0 1 1 0 0,-1-1-1 0 0,1 1 0 0 0,0-1 0 0 0,-1 0 0 0 0,0 1 23 0 0,-1-1 0 0 0,1 0 0 0 0,0 1 0 0 0,-1-1 0 0 0,1 1-1 0 0,0 0 1 0 0,-1-1 0 0 0,1 1 0 0 0,-1 0 0 0 0,1 0 0 0 0,-1 0-1 0 0,-2 0 1 0 0,-43 8 672 0 0,47-8-724 0 0,-10 2 59 0 0,1 1-1 0 0,0 0 1 0 0,0 0-1 0 0,0 1 1 0 0,1 1-1 0 0,-1-1 0 0 0,1 1 1 0 0,0 0-1 0 0,-10 10 1 0 0,15-13-71 0 0,1 1 0 0 0,-1-1 1 0 0,1 1-1 0 0,0-1 0 0 0,0 1 0 0 0,0 0 1 0 0,1 0-1 0 0,-1 0 0 0 0,0 0 1 0 0,1 0-1 0 0,0 1 0 0 0,0-1 0 0 0,0 0 1 0 0,0 1-1 0 0,1-1 0 0 0,-1 0 1 0 0,1 1-1 0 0,0-1 0 0 0,0 1 0 0 0,0-1 1 0 0,0 1-1 0 0,1-1 0 0 0,-1 0 0 0 0,1 1 1 0 0,0-1-1 0 0,0 0 0 0 0,0 1 1 0 0,1-1-1 0 0,1 3 0 0 0,7 12-3 0 0,1-1 1 0 0,1 0-1 0 0,1 0 0 0 0,1-2 0 0 0,0 1 0 0 0,26 21 0 0 0,20 21-84 0 0,-57-55 94 0 0,0 1 0 0 0,-1-1 1 0 0,1 0-1 0 0,0 1 0 0 0,-1 0 1 0 0,0-1-1 0 0,0 1 0 0 0,0 0 1 0 0,-1 0-1 0 0,1 0 0 0 0,0 5 0 0 0,-2-7 38 0 0,1 1-1 0 0,-1-1 1 0 0,0 0-1 0 0,-1 0 0 0 0,1 0 1 0 0,0 0-1 0 0,-1 0 0 0 0,1 0 1 0 0,-1 1-1 0 0,0-1 1 0 0,0 0-1 0 0,1 0 0 0 0,-1-1 1 0 0,-1 1-1 0 0,1 0 1 0 0,0 0-1 0 0,0 0 0 0 0,-1-1 1 0 0,1 1-1 0 0,-1-1 1 0 0,1 1-1 0 0,-1-1 0 0 0,-3 3 1 0 0,-3 1 135 0 0,-1 0-1 0 0,0 0 1 0 0,1-1 0 0 0,-2 0 0 0 0,1 0 0 0 0,0-1 0 0 0,-1 0 0 0 0,0-1 0 0 0,1 0 0 0 0,-1-1 0 0 0,0 0 0 0 0,-15 0 0 0 0,17-1-168 0 0,-1-1 1 0 0,1 1-1 0 0,0-1 1 0 0,-1 0-1 0 0,1-1 1 0 0,0 0-1 0 0,0 0 1 0 0,0-1-1 0 0,0 0 1 0 0,1-1-1 0 0,-1 1 1 0 0,1-1-1 0 0,0-1 1 0 0,0 1-1 0 0,-8-9 1 0 0,13 12-148 0 0,1-1 1 0 0,-1 1-1 0 0,1-1 0 0 0,0 1 1 0 0,-1-1-1 0 0,1 0 0 0 0,0 0 1 0 0,0 0-1 0 0,0 0 1 0 0,1 0-1 0 0,-1 0 0 0 0,0 0 1 0 0,1 0-1 0 0,-1 0 0 0 0,1 0 1 0 0,0 0-1 0 0,-1 0 1 0 0,1 0-1 0 0,0-1 0 0 0,1 1 1 0 0,-1 0-1 0 0,0 0 0 0 0,0 0 1 0 0,1 0-1 0 0,0 0 1 0 0,-1 0-1 0 0,1 0 0 0 0,0 0 1 0 0,0 0-1 0 0,0 0 0 0 0,0 0 1 0 0,0 0-1 0 0,0 1 1 0 0,2-3-1 0 0,4-4-1322 0 0,0 1 0 0 0,0-1 0 0 0,0 2 0 0 0,1-1 0 0 0,15-9 0 0 0,-4 2-3701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6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47 728 0 0,'37'-33'12803'0'0,"-20"20"-9258"0"0,-17 13-3469 0 0,0 1 0 0 0,1-1 1 0 0,-1 1-1 0 0,0 0 0 0 0,1-1 1 0 0,-1 1-1 0 0,0 0 0 0 0,0-1 0 0 0,0 1 1 0 0,1 0-1 0 0,-1 0 0 0 0,0-1 1 0 0,0 1-1 0 0,0 0 0 0 0,0-1 1 0 0,0 1-1 0 0,0 0 0 0 0,0 0 1 0 0,-1-1-1 0 0,1 1 0 0 0,0 0 1 0 0,-1 0-1 0 0,-3 19 764 0 0,-15 45 521 0 0,-22 82-211 0 0,35-117-1085 0 0,1 0 1 0 0,1 0-1 0 0,1 32 1 0 0,3-60-141 0 0,0 0-1 0 0,0 0 0 0 0,0 0 1 0 0,0 1-1 0 0,1-1 1 0 0,-1 0-1 0 0,1 0 1 0 0,-1 0-1 0 0,1 0 1 0 0,0 0-1 0 0,0 0 1 0 0,0 0-1 0 0,2 3 1 0 0,-1-3-324 0 0,-1-1 0 0 0,0 0 1 0 0,1 1-1 0 0,0-1 1 0 0,-1 0-1 0 0,1 0 0 0 0,0 0 1 0 0,0 0-1 0 0,-1 0 1 0 0,1 0-1 0 0,0 0 0 0 0,0-1 1 0 0,4 1-1 0 0,-5 0 111 0 0,-1-1 0 0 0,1 0-1 0 0,0 0 1 0 0,0 0 0 0 0,0 0 0 0 0,-1 0 0 0 0,1 0-1 0 0,0 0 1 0 0,0 0 0 0 0,0-1 0 0 0,-1 1 0 0 0,1 0-1 0 0,0 0 1 0 0,0-1 0 0 0,-1 1 0 0 0,1 0-1 0 0,0-1 1 0 0,0 1 0 0 0,0-2 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6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64 636 0 0,'-7'-14'2216'0'0,"2"2"-584"0"0,0 0-355 0 0,1 5-273 0 0,1 0 416 0 0,-4-5 48 0 0,-5 16-1588 0 0,10 11-1192 0 0,2-4-176 0 0,-1-3-621 0 0,2 4-111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6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4 1720 0 0,'15'-2'11849'0'0,"-21"0"-9870"0"0,-20 5-1180 0 0,-32 9-323 0 0,48-9-434 0 0,0 1 1 0 0,0 1-1 0 0,1-1 1 0 0,0 2-1 0 0,0-1 0 0 0,0 1 1 0 0,-12 12-1 0 0,19-16-39 0 0,-1 0 1 0 0,1 0-1 0 0,0 0 0 0 0,0 1 0 0 0,0-1 0 0 0,0 1 0 0 0,1 0 0 0 0,-1 0 0 0 0,1-1 0 0 0,0 1 0 0 0,-1 0 0 0 0,1 0 0 0 0,0 0 1 0 0,1 0-1 0 0,-1 0 0 0 0,1 1 0 0 0,-1-1 0 0 0,1 0 0 0 0,0 0 0 0 0,0 0 0 0 0,0 0 0 0 0,1 1 0 0 0,-1-1 0 0 0,1 0 1 0 0,-1 0-1 0 0,1 0 0 0 0,0 0 0 0 0,0 0 0 0 0,2 3 0 0 0,4 6 0 0 0,1 0-1 0 0,0 0 1 0 0,0-1-1 0 0,1 0 1 0 0,1-1 0 0 0,11 10-1 0 0,65 49-33 0 0,-84-68 66 0 0,-1 0-1 0 0,1 0 0 0 0,-1 0 1 0 0,0 0-1 0 0,1 0 1 0 0,-1 0-1 0 0,0 1 0 0 0,0-1 1 0 0,0 0-1 0 0,0 1 1 0 0,0-1-1 0 0,1 3 0 0 0,-2-3-13 0 0,0-1 0 0 0,0 0 0 0 0,0 1 0 0 0,0-1 0 0 0,0 1 0 0 0,0-1 0 0 0,0 1 0 0 0,0-1 0 0 0,0 0 1 0 0,0 1-1 0 0,0-1 0 0 0,0 1 0 0 0,-1-1 0 0 0,1 0 0 0 0,0 1 0 0 0,0-1 0 0 0,0 1 0 0 0,-1-1 0 0 0,1 0 0 0 0,0 1 0 0 0,0-1 0 0 0,-1 0 0 0 0,1 0 0 0 0,0 1 0 0 0,-1-1 0 0 0,1 0 0 0 0,0 1 0 0 0,-1-1 0 0 0,1 0 0 0 0,-1 0 0 0 0,-3 2 52 0 0,-1 0 0 0 0,0-1-1 0 0,1 0 1 0 0,-1 0 0 0 0,0 0 0 0 0,-9 0-1 0 0,-4 0-118 0 0,-1-1 1 0 0,1-1-1 0 0,-1-1 0 0 0,1 0 0 0 0,-1-2 0 0 0,1 0 0 0 0,0 0 0 0 0,-30-14 0 0 0,43 16-361 0 0,0 0-1 0 0,1-1 1 0 0,-1 0 0 0 0,1 0-1 0 0,-1 0 1 0 0,-5-6 0 0 0,8 7-46 0 0,1 0 1 0 0,-1 0 0 0 0,1 1-1 0 0,0-1 1 0 0,0 0-1 0 0,0 0 1 0 0,0-1 0 0 0,0 1-1 0 0,0 0 1 0 0,0 0-1 0 0,0 0 1 0 0,1-1 0 0 0,-1 1-1 0 0,1 0 1 0 0,0-1-1 0 0,0 1 1 0 0,0-3 0 0 0,1-11-4587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6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185 203 460 0 0,'44'-201'19380'0'0,"-43"199"-18823"0"0,-1 5-429 0 0,3 12 57 0 0,-1-1 0 0 0,-1 1 0 0 0,0 0-1 0 0,-2 26 1 0 0,0-5 209 0 0,-2 39 603 0 0,-2 0 0 0 0,-4-1 0 0 0,-29 112 0 0 0,-87 208 384 0 0,114-366-1340 0 0,1-3 19 0 0,1 1 1 0 0,1 0-1 0 0,-7 41 1 0 0,14-65-59 0 0,1-1 0 0 0,0 1 0 0 0,0 0 0 0 0,0 0 0 0 0,0-1 0 0 0,0 1 1 0 0,0 0-1 0 0,1 0 0 0 0,-1 0 0 0 0,0-1 0 0 0,1 1 0 0 0,0 0 1 0 0,-1-1-1 0 0,1 1 0 0 0,0 0 0 0 0,0-1 0 0 0,0 1 0 0 0,0-1 1 0 0,0 1-1 0 0,0-1 0 0 0,2 3 0 0 0,0-3-125 0 0,-1 1 0 0 0,1-1 0 0 0,0 1 0 0 0,-1-1 0 0 0,1 0 0 0 0,0 0 0 0 0,0 0 0 0 0,0 0 0 0 0,0 0 0 0 0,0-1 0 0 0,5 1 0 0 0,5-1-712 0 0,0 0 0 0 0,-1-1 0 0 0,1 0 0 0 0,-1-1 0 0 0,14-4 1 0 0,-8 1-1173 0 0,-1-1 1 0 0,0-1 0 0 0,0 0-1 0 0,-1-2 1 0 0,30-18 0 0 0,-14 3-4609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7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51 1576 0 0,'-139'-49'10923'0'0,"137"48"-10553"0"0,239 12-1866 0 0,-123-3-3836 0 0,-68-5 1695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7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67 2616 0 0,'-28'18'5168'0'0,"21"-12"-3767"0"0,-1-1 1 0 0,0 0 0 0 0,-13 5 0 0 0,19-9-1135 0 0,2-1-239 0 0,0 0 1 0 0,0 0-1 0 0,0 0 1 0 0,-1 0-1 0 0,1 0 1 0 0,0 0-1 0 0,0 0 1 0 0,0 0-1 0 0,-1 0 1 0 0,1 0-1 0 0,0 0 1 0 0,0 0-1 0 0,0 1 1 0 0,-1-1-1 0 0,1 0 1 0 0,0 0-1 0 0,0 0 1 0 0,0 0-1 0 0,0 0 0 0 0,0 0 1 0 0,-1 1-1 0 0,1-1 1 0 0,0 0-1 0 0,0 0 1 0 0,0 0-1 0 0,0 0 1 0 0,0 1-1 0 0,0-1 1 0 0,0 0-1 0 0,0 0 1 0 0,0 0-1 0 0,0 1 1 0 0,-1-1-1 0 0,1 0 1 0 0,0 0-1 0 0,0 0 1 0 0,0 1-1 0 0,0-1 1 0 0,0 0-1 0 0,0 0 1 0 0,1 0-1 0 0,-1 1 0 0 0,0-1 1 0 0,0 0-1 0 0,0 0 1 0 0,0 0-1 0 0,0 1 1 0 0,0-1 12 0 0,1 1 0 0 0,-1 0 0 0 0,0-1 1 0 0,0 1-1 0 0,1-1 0 0 0,-1 1 0 0 0,0-1 0 0 0,1 1 1 0 0,-1-1-1 0 0,1 0 0 0 0,-1 1 0 0 0,1-1 1 0 0,-1 1-1 0 0,1-1 0 0 0,-1 0 0 0 0,1 1 0 0 0,-1-1 1 0 0,1 0-1 0 0,-1 0 0 0 0,2 1 0 0 0,3 0 52 0 0,1 0 0 0 0,-1 0 0 0 0,0-1 0 0 0,1 0 0 0 0,-1 0 0 0 0,1 0 1 0 0,-1 0-1 0 0,0-1 0 0 0,1 0 0 0 0,-1 0 0 0 0,0-1 0 0 0,10-3 0 0 0,-13 4-89 0 0,0 0 0 0 0,0 0 0 0 0,0-1 0 0 0,0 1 1 0 0,0 0-1 0 0,0-1 0 0 0,0 1 0 0 0,0-1 0 0 0,-1 0 0 0 0,1 1 0 0 0,-1-1 0 0 0,1 0 1 0 0,-1 0-1 0 0,0 0 0 0 0,0 0 0 0 0,0 0 0 0 0,0 0 0 0 0,0 0 0 0 0,0-1 1 0 0,-1 1-1 0 0,1 0 0 0 0,-1 0 0 0 0,1-1 0 0 0,-1 1 0 0 0,0 0 0 0 0,0-1 0 0 0,0 1 1 0 0,0 0-1 0 0,0-1 0 0 0,-1 1 0 0 0,1 0 0 0 0,-2-5 0 0 0,1 4-7 0 0,0 1 0 0 0,0-1 0 0 0,0 1 0 0 0,0-1 0 0 0,0 1 0 0 0,0-1 0 0 0,-1 1 0 0 0,1 0 0 0 0,-1 0 0 0 0,0-1-1 0 0,0 1 1 0 0,0 0 0 0 0,0 1 0 0 0,0-1 0 0 0,0 0 0 0 0,-5-2 0 0 0,3 2-4 0 0,-1 0 0 0 0,1 0 0 0 0,-1 0-1 0 0,1 1 1 0 0,-1 0 0 0 0,0 0 0 0 0,1 0 0 0 0,-1 1 0 0 0,-5-1 0 0 0,-3 2-10 0 0,-1 0 0 0 0,1 0 0 0 0,-1 1 1 0 0,1 1-1 0 0,-24 8 0 0 0,20-4 57 0 0,1 0-1 0 0,0 1 1 0 0,1 1-1 0 0,0 0 1 0 0,0 1-1 0 0,-13 12 1 0 0,19-15-9 0 0,1 1-1 0 0,0 0 1 0 0,0 1 0 0 0,0 0 0 0 0,1 0-1 0 0,1 0 1 0 0,-1 1 0 0 0,1 0-1 0 0,1 1 1 0 0,-5 11 0 0 0,9-18-23 0 0,0 0 1 0 0,0 0-1 0 0,0 1 1 0 0,0-1-1 0 0,0 0 0 0 0,1 0 1 0 0,0 1-1 0 0,0-1 1 0 0,0 0-1 0 0,1 1 0 0 0,-1-1 1 0 0,1 0-1 0 0,0 0 1 0 0,0 0-1 0 0,1 0 1 0 0,-1 0-1 0 0,3 4 0 0 0,-1-2 7 0 0,1-1 0 0 0,-1 0 0 0 0,1 0 0 0 0,1 0-1 0 0,-1 0 1 0 0,1-1 0 0 0,-1 1 0 0 0,1-1 0 0 0,1-1-1 0 0,7 6 1 0 0,0-2-386 0 0,-1-1 1 0 0,1-1-1 0 0,0 0 0 0 0,0 0 0 0 0,0-2 0 0 0,1 1 1 0 0,0-2-1 0 0,-1 0 0 0 0,1 0 0 0 0,15-1 1 0 0,-18-2-576 0 0,1 0 1 0 0,-1 0-1 0 0,0-1 1 0 0,0 0-1 0 0,0-1 1 0 0,0 0-1 0 0,0-1 1 0 0,15-7-1 0 0,-5-1-2003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8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0 130 1020 0 0,'7'-14'3587'0'0,"0"0"-1"0"0,8-29 1 0 0,-10 29-2652 0 0,-5 12-487 0 0,1 2-396 0 0,1 0 1 0 0,-1 0 0 0 0,0 0 0 0 0,0 1-1 0 0,0-1 1 0 0,0 0 0 0 0,0 1 0 0 0,0-1-1 0 0,0 1 1 0 0,0-1 0 0 0,0 1 0 0 0,0 0 0 0 0,0-1-1 0 0,-1 1 1 0 0,1 0 0 0 0,0-1 0 0 0,0 1-1 0 0,-1 0 1 0 0,1 0 0 0 0,1 1 0 0 0,10 28 621 0 0,-8-17-426 0 0,-2 1 0 0 0,2 22 0 0 0,-2-18-125 0 0,-2-1 1 0 0,0 1 0 0 0,0 0-1 0 0,-2-1 1 0 0,0 1 0 0 0,-9 30-1 0 0,11-48-117 0 0,0 1 0 0 0,0 0 0 0 0,0-1 0 0 0,0 1 0 0 0,0-1 0 0 0,0 1 0 0 0,-1 0 0 0 0,1-1 0 0 0,0 1 0 0 0,0-1 0 0 0,-1 1 0 0 0,1-1 0 0 0,0 1 0 0 0,-1-1 0 0 0,1 1 0 0 0,-1-1 0 0 0,1 1 0 0 0,0-1 0 0 0,-1 1 0 0 0,1-1 0 0 0,-1 0 0 0 0,1 1 0 0 0,-1-1 1 0 0,0 0-1 0 0,1 0 0 0 0,-1 1 0 0 0,1-1 0 0 0,-1 0 0 0 0,1 0 0 0 0,-1 0 0 0 0,0 0 0 0 0,1 1 0 0 0,-1-1 0 0 0,0 0 0 0 0,1 0 0 0 0,-1 0 0 0 0,1 0 0 0 0,-1-1 0 0 0,0 1 0 0 0,1 0 0 0 0,-1 0 0 0 0,1 0 0 0 0,-1 0 0 0 0,0-1 0 0 0,1 1 0 0 0,-1 0 0 0 0,1 0 0 0 0,-1-1 0 0 0,1 1 0 0 0,-1-1 0 0 0,1 1 0 0 0,-1-1 0 0 0,0-1-2 0 0,1 0 0 0 0,-1 0 0 0 0,1 0 0 0 0,0 0 0 0 0,0 0 0 0 0,0 0 0 0 0,0 0 0 0 0,1 0 0 0 0,-1 0 0 0 0,1 0 0 0 0,-1 0 0 0 0,1 0 0 0 0,-1 0 0 0 0,1 0 0 0 0,0 1 1 0 0,1-3-1 0 0,-1 0 0 0 0,6-12 1 0 0,1 1 0 0 0,1-1 0 0 0,0 1 0 0 0,1 0 1 0 0,0 1-1 0 0,1 0 0 0 0,0 1 0 0 0,2 0 1 0 0,25-20-1 0 0,-21 19-15 0 0,2 1 1 0 0,-1 0-1 0 0,2 2 1 0 0,0 0 0 0 0,0 2-1 0 0,1 0 1 0 0,27-8-1 0 0,-37 14-2 0 0,-1 0 1 0 0,1 1-1 0 0,-1 1 0 0 0,1 0 0 0 0,-1 0 0 0 0,1 1 1 0 0,0 0-1 0 0,0 1 0 0 0,17 4 0 0 0,-24-4 11 0 0,1 0 0 0 0,-1 0-1 0 0,0 1 1 0 0,0 0 0 0 0,0 0 0 0 0,0 0-1 0 0,-1 0 1 0 0,1 1 0 0 0,0-1 0 0 0,-1 1-1 0 0,0 0 1 0 0,1 0 0 0 0,-1 0 0 0 0,-1 1-1 0 0,1-1 1 0 0,0 1 0 0 0,-1-1 0 0 0,1 1-1 0 0,-1 0 1 0 0,0 0 0 0 0,-1 0 0 0 0,1 0-1 0 0,-1 0 1 0 0,0 1 0 0 0,2 7 0 0 0,-2 1 2 0 0,0 0 0 0 0,-1 0 0 0 0,0-1 1 0 0,-1 1-1 0 0,-4 20 0 0 0,-2 33 10 0 0,7-64-133 0 0,0 0 1 0 0,0 0 0 0 0,1 0 0 0 0,-1 0-1 0 0,0 0 1 0 0,1 0 0 0 0,-1 0 0 0 0,1 0 0 0 0,-1 0-1 0 0,1 0 1 0 0,0 0 0 0 0,0 0 0 0 0,0-1-1 0 0,0 1 1 0 0,0 0 0 0 0,1-1 0 0 0,-1 1 0 0 0,3 2-1 0 0,-2-3-378 0 0,0 1-1 0 0,1-1 1 0 0,-1 0-1 0 0,0 0 1 0 0,1 0-1 0 0,-1 0 1 0 0,1 0-1 0 0,0 0 1 0 0,-1-1-1 0 0,1 1 1 0 0,0-1-1 0 0,-1 0 1 0 0,1 1-1 0 0,0-1 0 0 0,2-1 1 0 0,10-1-3574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8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103 121 2816 0 0,'46'-120'10577'0'0,"-37"139"-8864"0"0,-13 61 75 0 0,-24 131 0 0 0,15-135-1306 0 0,-88 422 1876 0 0,98-485-2393 0 0,0-1 0 0 0,1 1 0 0 0,-2 17 0 0 0,4-26-757 0 0,0 1-1 0 0,0 0 0 0 0,1-1 1 0 0,-1 1-1 0 0,1-1 1 0 0,0 1-1 0 0,2 6 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8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62 3316 0 0,'-38'-8'3660'0'0,"2"2"-254"0"0,1-3-1 0 0,-36-12 1 0 0,69 20-2947 0 0,10-6 188 0 0,-2 4-584 0 0,0 2 0 0 0,0-1-1 0 0,0 1 1 0 0,1 0 0 0 0,-1 0 0 0 0,0 0 0 0 0,0 1 0 0 0,1 0-1 0 0,7 1 1 0 0,4 0 11 0 0,133 1-1227 0 0,-74-1-1599 0 0,0-1-3329 0 0,-34 0-530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28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6633 0 0,'0'0'13069'0'0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49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509 184 1668 0 0,'0'0'9137'0'0,"-20"13"-5919"0"0,20-12-3167 0 0,-1-1 1 0 0,0 1 0 0 0,1 0 0 0 0,-1 0 0 0 0,1 0 0 0 0,0 0 0 0 0,-1 0 0 0 0,1-1-1 0 0,0 1 1 0 0,-1 0 0 0 0,1 0 0 0 0,0 0 0 0 0,0 0 0 0 0,0 0 0 0 0,0 0-1 0 0,0 0 1 0 0,0 0 0 0 0,0 0 0 0 0,0 0 0 0 0,0 0 0 0 0,1 0 0 0 0,-1 0 0 0 0,1 1-1 0 0,0 0 19 0 0,2-2 6 0 0,6 0-45 0 0,0-1 0 0 0,0 1 0 0 0,-1-2 0 0 0,1 1-1 0 0,0-1 1 0 0,0 0 0 0 0,-1-1 0 0 0,1 0 0 0 0,-1-1-1 0 0,13-7 1 0 0,5-3 38 0 0,46-36 1 0 0,-65 45-60 0 0,-1-1 0 0 0,1 0 0 0 0,-1 0 0 0 0,10-14 0 0 0,-15 18-19 0 0,1-1 1 0 0,0 0-1 0 0,0 1 0 0 0,-1-1 1 0 0,0 0-1 0 0,1 0 1 0 0,-1 0-1 0 0,0 0 1 0 0,-1 0-1 0 0,1 0 1 0 0,0 0-1 0 0,-1 0 1 0 0,0-1-1 0 0,1 1 1 0 0,-1 0-1 0 0,-1-4 0 0 0,1 6-3 0 0,-1-1 0 0 0,1 1 0 0 0,0-1-1 0 0,-1 1 1 0 0,0 0 0 0 0,1-1 0 0 0,-1 1-1 0 0,0-1 1 0 0,0 1 0 0 0,1 0 0 0 0,-1 0 0 0 0,0 0-1 0 0,0-1 1 0 0,-1 1 0 0 0,1 0 0 0 0,0 0-1 0 0,0 0 1 0 0,0 1 0 0 0,-3-3 0 0 0,1 2 2 0 0,-1 0 1 0 0,1 0 0 0 0,0 0 0 0 0,0 0 0 0 0,0 1 0 0 0,-1-1 0 0 0,1 1-1 0 0,-7 0 1 0 0,-1 1 5 0 0,-1 1 0 0 0,1 0 0 0 0,0 0 0 0 0,-15 6 0 0 0,2 0-15 0 0,1 2 0 0 0,-1 0 0 0 0,2 2 0 0 0,0 0-1 0 0,0 2 1 0 0,1 0 0 0 0,1 1 0 0 0,0 1 0 0 0,-32 35 0 0 0,48-47 16 0 0,1 1 1 0 0,-1 0-1 0 0,1 0 1 0 0,0 0 0 0 0,0 0-1 0 0,0 0 1 0 0,1 1-1 0 0,0 0 1 0 0,0-1 0 0 0,0 1-1 0 0,-1 7 1 0 0,3-10 3 0 0,0 0 0 0 0,0 0 0 0 0,0 0 0 0 0,1 0 0 0 0,-1 0 0 0 0,1 0 0 0 0,-1 0 0 0 0,1 0 0 0 0,0 0 0 0 0,0 0 0 0 0,1-1 0 0 0,-1 1 0 0 0,0 0 0 0 0,1-1 0 0 0,0 1 0 0 0,-1-1 0 0 0,1 1 0 0 0,0-1 1 0 0,0 0-1 0 0,1 0 0 0 0,-1 0 0 0 0,0 0 0 0 0,5 3 0 0 0,21 13 2 0 0,2-2 1 0 0,36 17-1 0 0,30 15 39 0 0,-81-40-30 0 0,-1 1 0 0 0,0 1 0 0 0,-1 0 0 0 0,0 0 0 0 0,0 2 0 0 0,11 13 0 0 0,-21-22 8 0 0,0 0 0 0 0,-1 0 0 0 0,0 1 0 0 0,0-1 0 0 0,0 1 0 0 0,0-1 0 0 0,0 1 0 0 0,-1 0 0 0 0,1 0 0 0 0,-1 0 0 0 0,0 0-1 0 0,0 0 1 0 0,-1 0 0 0 0,1 0 0 0 0,-1 0 0 0 0,0 0 0 0 0,0 0 0 0 0,0 0 0 0 0,-1 0 0 0 0,1 0 0 0 0,-1 1 0 0 0,0-1 0 0 0,0-1 0 0 0,-1 1 0 0 0,1 0 0 0 0,-1 0 0 0 0,1 0 0 0 0,-1-1 0 0 0,-1 1 0 0 0,-2 4-1 0 0,-5 5 67 0 0,-1-1-1 0 0,0-1 0 0 0,0 1 0 0 0,-1-2 1 0 0,-1 1-1 0 0,0-2 0 0 0,0 0 0 0 0,-1 0 1 0 0,-21 9-1 0 0,2-4 147 0 0,0 0-1 0 0,-1-3 1 0 0,-40 9-1 0 0,45-13-53 0 0,0-2-1 0 0,-1-2 0 0 0,1 0 0 0 0,-36-3 1 0 0,47-1-121 0 0,0 0 0 0 0,1-2 1 0 0,-1 0-1 0 0,0-1 1 0 0,1 0-1 0 0,0-2 0 0 0,0 0 1 0 0,-16-9-1 0 0,27 13-53 0 0,4 1-4 0 0,1 0 1 0 0,-1 0-1 0 0,0 1 1 0 0,1-1-1 0 0,-1 0 0 0 0,1 0 1 0 0,-1-1-1 0 0,1 1 1 0 0,0 0-1 0 0,-1 0 1 0 0,1-1-1 0 0,0 1 1 0 0,0-1-1 0 0,0 1 0 0 0,0-1 1 0 0,0 1-1 0 0,0-1 1 0 0,0 0-1 0 0,0 1 1 0 0,1-1-1 0 0,-1 0 1 0 0,0-3-1 0 0,0 3-44 0 0,1 0-1 0 0,0 0 1 0 0,-1-1 0 0 0,1 1-1 0 0,0-1 1 0 0,0 1 0 0 0,0 0 0 0 0,0-1-1 0 0,1 1 1 0 0,-1 0 0 0 0,1-1-1 0 0,-1 1 1 0 0,1 0 0 0 0,0 0-1 0 0,0 0 1 0 0,0-1 0 0 0,2-2-1 0 0,0 1-255 0 0,0 0 0 0 0,0 0 0 0 0,0 1 0 0 0,1 0 0 0 0,0-1 0 0 0,-1 1 1 0 0,1 0-1 0 0,6-3 0 0 0,4-1-1108 0 0,0 0 0 0 0,0 1 0 0 0,1 1-1 0 0,22-6 1 0 0,-17 6-1315 0 0,2-2-815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50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41 496 2100 0 0,'27'-6'7899'0'0,"-26"5"-7665"0"0,0 1 0 0 0,-1-1-1 0 0,1 1 1 0 0,0 0 0 0 0,0 0 0 0 0,0-1 0 0 0,0 1-1 0 0,0 0 1 0 0,0 0 0 0 0,-1 0 0 0 0,1 0 0 0 0,0 0 0 0 0,0 0-1 0 0,0 0 1 0 0,0 1 0 0 0,0-1 0 0 0,0 0 0 0 0,-1 0-1 0 0,1 1 1 0 0,0-1 0 0 0,0 0 0 0 0,0 1 0 0 0,-1-1-1 0 0,1 1 1 0 0,0-1 0 0 0,0 1 0 0 0,-1-1 0 0 0,2 2 0 0 0,-29 47 1133 0 0,13-25-988 0 0,1 1 0 0 0,-14 38 0 0 0,25-55-358 0 0,-1 0 1 0 0,1 0 0 0 0,0 1 0 0 0,1-1-1 0 0,0 1 1 0 0,1-1 0 0 0,-1 1 0 0 0,2-1-1 0 0,-1 1 1 0 0,1-1 0 0 0,0 1 0 0 0,4 12-1 0 0,-4-18-14 0 0,0 0-1 0 0,1 0 0 0 0,-1 0 0 0 0,1 1 0 0 0,0-1 0 0 0,-1 0 1 0 0,1-1-1 0 0,1 1 0 0 0,-1 0 0 0 0,0-1 0 0 0,1 1 0 0 0,-1-1 1 0 0,1 0-1 0 0,0 1 0 0 0,0-1 0 0 0,4 2 0 0 0,-1-1 1 0 0,-1-1-1 0 0,1 0 0 0 0,0 0 0 0 0,-1-1 1 0 0,1 0-1 0 0,0 0 0 0 0,0 0 1 0 0,0 0-1 0 0,7-1 0 0 0,0-1 1 0 0,0 0 0 0 0,0-1 0 0 0,0 0 0 0 0,0-1 0 0 0,0-1 1 0 0,-1 0-1 0 0,1 0 0 0 0,14-9 0 0 0,-17 7-11 0 0,-1 0 1 0 0,0 0-1 0 0,0-1 1 0 0,0-1-1 0 0,-1 0 1 0 0,0 0 0 0 0,-1 0-1 0 0,0-1 1 0 0,0 0-1 0 0,-1 0 1 0 0,0-1-1 0 0,0 1 1 0 0,-1-2-1 0 0,-1 1 1 0 0,0 0-1 0 0,0-1 1 0 0,-1 0-1 0 0,0 0 1 0 0,-1 0-1 0 0,0 0 1 0 0,-1 0-1 0 0,0 0 1 0 0,-1 0 0 0 0,0-1-1 0 0,-1 1 1 0 0,0 0-1 0 0,0 0 1 0 0,-1 0-1 0 0,-1 0 1 0 0,0 0-1 0 0,-1 1 1 0 0,0-1-1 0 0,-7-14 1 0 0,8 20 0 0 0,1 1 0 0 0,-1-1 1 0 0,0 1-1 0 0,0-1 0 0 0,0 1 0 0 0,-1 0 1 0 0,1 0-1 0 0,-1 0 0 0 0,0 1 0 0 0,0-1 1 0 0,0 1-1 0 0,-1 0 0 0 0,1 0 0 0 0,-1 0 1 0 0,0 1-1 0 0,1 0 0 0 0,-10-3 0 0 0,8 4 0 0 0,-1-1-1 0 0,1 2 0 0 0,-1-1 0 0 0,1 1 1 0 0,-1 0-1 0 0,1 0 0 0 0,-1 1 1 0 0,1 0-1 0 0,0 0 0 0 0,-1 0 0 0 0,1 1 1 0 0,0 0-1 0 0,0 0 0 0 0,-7 4 0 0 0,1 0 5 0 0,1 1-1 0 0,0 0 1 0 0,0 1-1 0 0,1 0 0 0 0,0 1 1 0 0,0 0-1 0 0,1 0 0 0 0,1 1 1 0 0,-1 0-1 0 0,1 0 1 0 0,-10 19-1 0 0,15-23-1 0 0,0-1 0 0 0,1 2 1 0 0,-1-1-1 0 0,1 0 0 0 0,0 0 0 0 0,1 1 1 0 0,-1-1-1 0 0,1 1 0 0 0,0-1 0 0 0,1 14 1 0 0,0-15-3 0 0,1-1 1 0 0,0 1-1 0 0,0-1 1 0 0,0 1-1 0 0,1-1 1 0 0,0 1-1 0 0,0-1 1 0 0,0 0-1 0 0,0 0 1 0 0,0 0-1 0 0,1 0 1 0 0,0 0-1 0 0,0-1 1 0 0,0 1-1 0 0,0-1 1 0 0,7 6-1 0 0,-2-3-157 0 0,1 0-1 0 0,0-1 0 0 0,-1-1 0 0 0,1 0 0 0 0,1 0 0 0 0,-1 0 0 0 0,1-1 0 0 0,-1-1 0 0 0,1 0 0 0 0,0 0 0 0 0,0-1 0 0 0,0 0 0 0 0,0 0 0 0 0,18-2 0 0 0,-9-1-241 0 0,1 0 0 0 0,0-1 0 0 0,-1-1-1 0 0,0-1 1 0 0,1-1 0 0 0,26-12 0 0 0,-26 8 184 0 0,-1 0 1 0 0,0-2-1 0 0,-1 0 1 0 0,0-1-1 0 0,-1 0 0 0 0,-1-2 1 0 0,0 0-1 0 0,-1 0 1 0 0,-1-2-1 0 0,25-35 1 0 0,-23 25 168 0 0,-1 0 0 0 0,-2-1 0 0 0,0-1-1 0 0,-2 0 1 0 0,-1 0 0 0 0,-1-1 0 0 0,4-34 0 0 0,-5 11 1218 0 0,-2-2 0 0 0,-2-62 1 0 0,-4 117-1130 0 0,0-1 1 0 0,0 1 0 0 0,0-1 0 0 0,0 0-1 0 0,0 1 1 0 0,0-1 0 0 0,0 1 0 0 0,0-1 0 0 0,0 0-1 0 0,0 1 1 0 0,0-1 0 0 0,0 1 0 0 0,0-1-1 0 0,0 0 1 0 0,-1 1 0 0 0,1-1 0 0 0,0 1-1 0 0,0-1 1 0 0,-1 1 0 0 0,1-1 0 0 0,0 1-1 0 0,-1-1 1 0 0,1 1 0 0 0,-1-1 0 0 0,-9 9 398 0 0,-6 23 120 0 0,-3 32 7 0 0,3 0 0 0 0,-8 66-1 0 0,20-95-496 0 0,1 1 0 0 0,1-1 0 0 0,3 0-1 0 0,0 0 1 0 0,11 56 0 0 0,-10-79-321 0 0,0 0 0 0 0,2 0 0 0 0,-1 0 0 0 0,1-1 0 0 0,1 1 0 0 0,0-1 0 0 0,0 0 0 0 0,1 0 0 0 0,8 10 1 0 0,-11-16-22 0 0,1 0 1 0 0,-1-1-1 0 0,1 0 1 0 0,0 0-1 0 0,-1 0 1 0 0,1 0 0 0 0,1 0-1 0 0,-1-1 1 0 0,0 0-1 0 0,1 0 1 0 0,-1 0-1 0 0,1 0 1 0 0,0-1 0 0 0,-1 1-1 0 0,1-1 1 0 0,0-1-1 0 0,0 1 1 0 0,0-1-1 0 0,0 1 1 0 0,-1-1 0 0 0,1-1-1 0 0,0 1 1 0 0,8-3-1 0 0,-6 2-44 0 0,0-1-1 0 0,0 0 0 0 0,0 0 0 0 0,-1-1 1 0 0,1 0-1 0 0,-1-1 0 0 0,0 1 1 0 0,0-1-1 0 0,0 0 0 0 0,8-8 1 0 0,-5 4 193 0 0,0-2 1 0 0,-1 1 0 0 0,0-1 0 0 0,-1 0 0 0 0,9-16 0 0 0,1-9 2147 0 0,-1-1 0 0 0,19-68 1 0 0,-34 101-1777 0 0,6-13 964 0 0,-6 12-810 0 0,1 0 0 0 0,0 0 0 0 0,-1 1-1 0 0,0-1 1 0 0,0 0 0 0 0,1-6 0 0 0,6 28 895 0 0,0 28-325 0 0,18 84 58 0 0,-21-114-992 0 0,0-1 1 0 0,1 1-1 0 0,0-1 0 0 0,1 0 0 0 0,18 26 0 0 0,-23-38-32 0 0,0 0 0 0 0,0 0 0 0 0,0 0 1 0 0,1 0-1 0 0,-1-1 0 0 0,1 1 0 0 0,0-1 0 0 0,0 0 0 0 0,0 0 0 0 0,0 0 0 0 0,0 0 0 0 0,0-1 0 0 0,0 1 0 0 0,1-1 1 0 0,-1 0-1 0 0,1 0 0 0 0,4 1 0 0 0,-5-2-11 0 0,0 0 1 0 0,0 0-1 0 0,0 0 1 0 0,0 0-1 0 0,0-1 1 0 0,-1 0-1 0 0,1 1 1 0 0,0-1-1 0 0,0 0 0 0 0,-1 0 1 0 0,1-1-1 0 0,-1 1 1 0 0,1 0-1 0 0,-1-1 1 0 0,1 0-1 0 0,-1 0 1 0 0,0 1-1 0 0,0-1 1 0 0,0 0-1 0 0,0-1 1 0 0,3-3-1 0 0,5-10-50 0 0,0 0-1 0 0,-2-1 0 0 0,0 0 1 0 0,-1-1-1 0 0,9-31 1 0 0,-3 9 1 0 0,-8 25 50 0 0,-3 9-14 0 0,-1 0 1 0 0,1 0 0 0 0,0 0-1 0 0,1 0 1 0 0,0 0 0 0 0,0 1-1 0 0,0-1 1 0 0,0 1 0 0 0,1 0-1 0 0,0 0 1 0 0,7-8 0 0 0,-9 12 11 0 0,14 1 12 0 0,-13 1-3 0 0,1 0-1 0 0,-1 0 1 0 0,1 0-1 0 0,-1 0 1 0 0,0 1-1 0 0,1 0 1 0 0,-1-1-1 0 0,0 1 1 0 0,0 0-1 0 0,0 1 1 0 0,0-1-1 0 0,-1 0 1 0 0,4 4-1 0 0,-2-2 3 0 0,8 7 3 0 0,0-1 1 0 0,1-1-1 0 0,1 0 0 0 0,-1 0 0 0 0,1-2 0 0 0,1 1 0 0 0,21 7 0 0 0,-24-12-9 0 0,0 0 1 0 0,0 0-1 0 0,1-1 1 0 0,-1 0-1 0 0,0-1 1 0 0,1-1-1 0 0,-1 0 1 0 0,0-1-1 0 0,1 0 1 0 0,15-3-1 0 0,-19 2-22 0 0,-1 0-1 0 0,0 0 0 0 0,0-1 1 0 0,0 0-1 0 0,-1 0 1 0 0,1-1-1 0 0,-1 0 0 0 0,0 0 1 0 0,0-1-1 0 0,0 0 1 0 0,0 0-1 0 0,-1-1 1 0 0,0 1-1 0 0,0-1 0 0 0,-1-1 1 0 0,1 1-1 0 0,-1-1 1 0 0,7-14-1 0 0,-8 13 10 0 0,-3 8 13 0 0,-1-1 0 0 0,1 0 0 0 0,-1 0 0 0 0,0 1 0 0 0,1-1 0 0 0,-1 0 1 0 0,0 0-1 0 0,1 0 0 0 0,-1 1 0 0 0,0-1 0 0 0,0 0 0 0 0,0 0 0 0 0,0 0 0 0 0,0 0 0 0 0,0 0 1 0 0,0 1-1 0 0,0-1 0 0 0,0 0 0 0 0,0 0 0 0 0,-1-1 0 0 0,1 0-3 0 0,0 0 3 0 0,0 1 0 0 0,-1-1 0 0 0,1 0 0 0 0,-1 1 0 0 0,1-1 0 0 0,-1 0-1 0 0,1 1 1 0 0,-1-1 0 0 0,0 1 0 0 0,0-1 0 0 0,0 1 0 0 0,0 0 0 0 0,0-1-1 0 0,0 1 1 0 0,0 0 0 0 0,0-1 0 0 0,0 1 0 0 0,-1 0 0 0 0,1 0-1 0 0,0 0 1 0 0,-1 0 0 0 0,1 0 0 0 0,-1 1 0 0 0,1-1 0 0 0,-1 0 0 0 0,1 1-1 0 0,-1-1 1 0 0,0 1 0 0 0,1-1 0 0 0,-1 1 0 0 0,0 0 0 0 0,1 0 0 0 0,-1 0-1 0 0,0 0 1 0 0,-1 0 0 0 0,-4 1 25 0 0,1 0 0 0 0,0 1 0 0 0,0 0 0 0 0,0 0 0 0 0,0 0 1 0 0,-8 5-1 0 0,12-6-6 0 0,-11 7 56 0 0,1 0 0 0 0,-1 0 0 0 0,1 1 0 0 0,1 1 0 0 0,0 0 0 0 0,0 1 0 0 0,1 0 0 0 0,1 0 0 0 0,-1 1 0 0 0,2 1-1 0 0,0-1 1 0 0,0 1 0 0 0,1 1 0 0 0,1-1 0 0 0,0 1 0 0 0,1 0 0 0 0,1 0 0 0 0,0 1 0 0 0,1 0 0 0 0,-2 21 0 0 0,4-30-66 0 0,1-1 1 0 0,0 1 0 0 0,1 0 0 0 0,0 0 0 0 0,0 0 0 0 0,0 0 0 0 0,0-1 0 0 0,1 1 0 0 0,0 0 0 0 0,0-1 0 0 0,1 0 0 0 0,-1 1-1 0 0,1-1 1 0 0,0 0 0 0 0,5 6 0 0 0,-2-6 0 0 0,-1 1 0 0 0,1 0 0 0 0,0-1 0 0 0,1 0 0 0 0,0-1 0 0 0,-1 1 0 0 0,1-1-1 0 0,0-1 1 0 0,1 1 0 0 0,7 2 0 0 0,6 0-698 0 0,-1-1 0 0 0,1-1 0 0 0,-1-1 0 0 0,1 0-1 0 0,0-2 1 0 0,0 0 0 0 0,35-4 0 0 0,-36 1-2555 0 0,34-10-1 0 0,-16 1-3044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50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140 589 1184 0 0,'-11'0'1068'0'0,"1"0"0"0"0,0 1 0 0 0,0 0 0 0 0,0 1 0 0 0,0 0 0 0 0,-16 5 0 0 0,23-6-847 0 0,0 0 0 0 0,0 1 1 0 0,0-1-1 0 0,0 1 0 0 0,0 0 1 0 0,0 0-1 0 0,1 0 0 0 0,-1 1 1 0 0,1-1-1 0 0,-1 0 0 0 0,1 1 1 0 0,0 0-1 0 0,0-1 0 0 0,0 1 0 0 0,0 0 1 0 0,0 0-1 0 0,1 0 0 0 0,0 0 1 0 0,-1 1-1 0 0,1-1 0 0 0,0 0 1 0 0,0 0-1 0 0,0 5 0 0 0,0-4-107 0 0,1 0 1 0 0,-1 0-1 0 0,1 0 0 0 0,0-1 0 0 0,0 1 0 0 0,0 0 0 0 0,1 0 0 0 0,-1 0 0 0 0,1 0 1 0 0,0 0-1 0 0,0-1 0 0 0,0 1 0 0 0,1 0 0 0 0,-1-1 0 0 0,1 1 0 0 0,0-1 1 0 0,0 0-1 0 0,0 1 0 0 0,0-1 0 0 0,1 0 0 0 0,3 4 0 0 0,-2-4-64 0 0,0 0 0 0 0,0-1 0 0 0,1 1 0 0 0,-1-1 0 0 0,1 0 0 0 0,-1 0-1 0 0,1 0 1 0 0,0 0 0 0 0,-1-1 0 0 0,1 0 0 0 0,0 0 0 0 0,0-1 0 0 0,0 1 0 0 0,0-1-1 0 0,0 0 1 0 0,8-1 0 0 0,6-1-33 0 0,-1-1-1 0 0,0-1 1 0 0,0 0-1 0 0,-1-1 1 0 0,1-1-1 0 0,-1-1 1 0 0,0-1-1 0 0,-1 0 1 0 0,0-1-1 0 0,0 0 1 0 0,-1-2-1 0 0,0 0 1 0 0,0 0 0 0 0,-2-1-1 0 0,1-1 1 0 0,12-17-1 0 0,-4 3-48 0 0,-2-1 0 0 0,-2 0 0 0 0,0-2-1 0 0,-2 0 1 0 0,-1-1 0 0 0,-2 0 0 0 0,18-60 0 0 0,-20 53 2 0 0,-2 0 1 0 0,-1-1 0 0 0,-2 0-1 0 0,-2 0 1 0 0,-1-67 0 0 0,-3 105 28 0 0,0-1 0 0 0,0 1 0 0 0,0 0 0 0 0,0-1 1 0 0,0 1-1 0 0,0 0 0 0 0,-1-1 0 0 0,1 1 0 0 0,0 0 1 0 0,-1 0-1 0 0,1-1 0 0 0,-1 1 0 0 0,0 0 0 0 0,1 0 1 0 0,-1 0-1 0 0,0 0 0 0 0,0 0 0 0 0,-1-2 0 0 0,1 3 2 0 0,0 0-1 0 0,0 0 1 0 0,0 0-1 0 0,0 0 1 0 0,0 0-1 0 0,1 0 1 0 0,-1 0-1 0 0,0 0 1 0 0,0 0-1 0 0,0 0 1 0 0,0 1-1 0 0,0-1 1 0 0,0 0-1 0 0,1 1 1 0 0,-1-1-1 0 0,0 1 1 0 0,0-1 0 0 0,1 0-1 0 0,-1 1 1 0 0,0 0-1 0 0,0-1 1 0 0,1 1-1 0 0,-1-1 1 0 0,1 1-1 0 0,-1 0 1 0 0,1 0-1 0 0,-1-1 1 0 0,1 1-1 0 0,-1 1 1 0 0,-8 10 2 0 0,0 1 0 0 0,1-1 0 0 0,0 2 0 0 0,1-1 0 0 0,-6 18 0 0 0,-22 76 16 0 0,31-97-17 0 0,-6 22 14 0 0,1 1 0 0 0,2 0 0 0 0,1 0 1 0 0,2 0-1 0 0,1 0 0 0 0,2 58 0 0 0,2-83-118 0 0,0 0 0 0 0,0 0 0 0 0,1-1 0 0 0,0 1 0 0 0,0-1 0 0 0,1 1 0 0 0,0-1 0 0 0,0 0 0 0 0,1 0 0 0 0,0 0 0 0 0,0 0 0 0 0,0-1 0 0 0,1 0 0 0 0,0 0 0 0 0,0 0 0 0 0,1 0 0 0 0,6 4 0 0 0,-4-5-305 0 0,-1 0 0 0 0,1 0 1 0 0,-1-1-1 0 0,1-1 0 0 0,1 1 1 0 0,-1-1-1 0 0,0-1 0 0 0,1 1 1 0 0,-1-2-1 0 0,1 1 0 0 0,0-1 0 0 0,-1 0 1 0 0,1-1-1 0 0,0 0 0 0 0,9-1 1 0 0,14-3-2436 0 0,-3-6-899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51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94 1184 0 0,'4'-22'3925'0'0,"-1"0"-1"0"0,0-27 1 0 0,-17 61-2928 0 0,9-5-773 0 0,1 1 0 0 0,0 0 0 0 0,0 0 0 0 0,0 0 0 0 0,1 0 1 0 0,0 1-1 0 0,-2 9 0 0 0,-2 4 59 0 0,-53 185 867 0 0,51-166-1056 0 0,2 1 0 0 0,2 1 1 0 0,0 43-1 0 0,5-86-95 0 0,3 31 18 0 0,-3-30-18 0 0,0 0 1 0 0,1 0-1 0 0,-1 1 1 0 0,0-1-1 0 0,1 0 1 0 0,0 0 0 0 0,-1 0-1 0 0,1 0 1 0 0,0 0-1 0 0,-1 0 1 0 0,1 0-1 0 0,0 0 1 0 0,0-1 0 0 0,0 1-1 0 0,0 0 1 0 0,0 0-1 0 0,0-1 1 0 0,0 1 0 0 0,0-1-1 0 0,0 1 1 0 0,1 0-1 0 0,0-1-19 0 0,1 0-1 0 0,-1 0 1 0 0,0-1-1 0 0,0 1 1 0 0,0-1-1 0 0,1 1 1 0 0,-1-1-1 0 0,0 0 1 0 0,0 0-1 0 0,0 0 0 0 0,0 0 1 0 0,0 0-1 0 0,3-3 1 0 0,12-9-214 0 0,-1-1-1 0 0,0-1 1 0 0,20-26 0 0 0,16-14-39 0 0,-34 38 194 0 0,-11 9 51 0 0,1 1 0 0 0,0 0-1 0 0,10-6 1 0 0,-18 12 40 0 0,1 1 0 0 0,0-1 0 0 0,0 1 1 0 0,0 0-1 0 0,0-1 0 0 0,0 1 0 0 0,0 0 1 0 0,0-1-1 0 0,0 1 0 0 0,0 0 0 0 0,0 0 1 0 0,0 0-1 0 0,1 0 0 0 0,-1 0 0 0 0,0 0 1 0 0,0 0-1 0 0,0 1 0 0 0,0-1 0 0 0,0 0 0 0 0,0 0 1 0 0,0 1-1 0 0,0-1 0 0 0,0 1 0 0 0,0-1 1 0 0,-1 1-1 0 0,1-1 0 0 0,0 1 0 0 0,0 0 1 0 0,0-1-1 0 0,0 1 0 0 0,-1 0 0 0 0,1-1 0 0 0,0 1 1 0 0,-1 0-1 0 0,1 0 0 0 0,-1 0 0 0 0,1 0 1 0 0,0 1-1 0 0,2 4 116 0 0,1 1 0 0 0,-1-1 0 0 0,0 1 0 0 0,1 7-1 0 0,-2-10-88 0 0,10 39 246 0 0,-8-28-223 0 0,0-1 0 0 0,1 0 1 0 0,0-1-1 0 0,12 22 0 0 0,-15-30-55 0 0,1-1 0 0 0,0 0 1 0 0,1 0-1 0 0,-1-1 0 0 0,1 1 0 0 0,-1-1 1 0 0,1 1-1 0 0,0-1 0 0 0,1 0 0 0 0,-1-1 1 0 0,0 1-1 0 0,1-1 0 0 0,0 0 0 0 0,-1 0 1 0 0,1 0-1 0 0,0 0 0 0 0,8 1 0 0 0,-3-2-7 0 0,0 1 0 0 0,0-1 0 0 0,0-1 0 0 0,1 0 0 0 0,-1 0 0 0 0,0-1 1 0 0,0-1-1 0 0,0 1 0 0 0,0-2 0 0 0,0 1 0 0 0,-1-1 0 0 0,1-1 0 0 0,-1 0 0 0 0,1 0 0 0 0,-1-1 0 0 0,-1 0 0 0 0,1 0 0 0 0,-1-1 0 0 0,0 0 0 0 0,0-1 0 0 0,0 1 0 0 0,6-9 0 0 0,-3 2 4 0 0,0-1 0 0 0,0 0 1 0 0,-2-1-1 0 0,0 1 0 0 0,-1-2 0 0 0,0 1 0 0 0,-1-1 1 0 0,-1-1-1 0 0,0 1 0 0 0,-1-1 0 0 0,-1 0 0 0 0,2-19 1 0 0,-8 9 64 0 0,2 26-61 0 0,0 0 1 0 0,0 0 0 0 0,0 0 0 0 0,-1 0-1 0 0,1-1 1 0 0,0 1 0 0 0,-1 0 0 0 0,1 0-1 0 0,-1 0 1 0 0,1 0 0 0 0,-1 0-1 0 0,0 1 1 0 0,1-1 0 0 0,-1 0 0 0 0,0 0-1 0 0,0 0 1 0 0,1 0 0 0 0,-1 1 0 0 0,0-1-1 0 0,0 0 1 0 0,0 1 0 0 0,0-1 0 0 0,-2 0-1 0 0,0 0 50 0 0,-1 1 0 0 0,1 0 0 0 0,0 0 0 0 0,-1 0 0 0 0,1 0 0 0 0,-1 0 0 0 0,1 1 1 0 0,0-1-1 0 0,-1 1 0 0 0,1 0 0 0 0,0 0 0 0 0,-1 0 0 0 0,1 0 0 0 0,-5 4 0 0 0,2-1 39 0 0,1-1-1 0 0,-1 2 1 0 0,1-1 0 0 0,0 0 0 0 0,0 1 0 0 0,1 0 0 0 0,-6 7-1 0 0,3-1 17 0 0,0 0 1 0 0,1 0-1 0 0,0 0 0 0 0,0 1 0 0 0,2 0 0 0 0,-1 0 0 0 0,-4 23 0 0 0,8-31-96 0 0,0 1 0 0 0,1 0 1 0 0,-1 0-1 0 0,1 0 0 0 0,0 0 0 0 0,1 0 1 0 0,-1 0-1 0 0,1 0 0 0 0,0 0 0 0 0,0 0 1 0 0,0 0-1 0 0,1-1 0 0 0,0 1 0 0 0,0 0 1 0 0,0-1-1 0 0,0 0 0 0 0,1 1 0 0 0,-1-1 1 0 0,1 0-1 0 0,0 0 0 0 0,1 0 0 0 0,5 5 1 0 0,-3-5-31 0 0,0 1 1 0 0,0-1 0 0 0,1 0 0 0 0,-1-1-1 0 0,1 0 1 0 0,0 0 0 0 0,0 0 0 0 0,0-1 0 0 0,0 0-1 0 0,1 0 1 0 0,-1-1 0 0 0,0 0 0 0 0,1 0-1 0 0,9 0 1 0 0,1-2-610 0 0,-1 0 1 0 0,0-1-1 0 0,0 0 0 0 0,0-2 0 0 0,0 0 1 0 0,27-10-1 0 0,-31 8-1059 0 0,1 0 1 0 0,-2-1-1 0 0,1 0 0 0 0,21-17 0 0 0,-13 5-4012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51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7 2976 0 0,'-104'10'5885'0'0,"59"-6"-1813"0"0,-79 15 0 0 0,122-18-3222 0 0,6 0-329 0 0,18 0-176 0 0,31 0-431 0 0,217-18-4043 0 0,-89-1-2902 0 0,-108 10 1960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54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130 726 896 0 0,'-19'7'2031'0'0,"0"0"0"0"0,0 2 0 0 0,1 0-1 0 0,-33 23 1 0 0,51-31-1990 0 0,0-1 1 0 0,-1 0-1 0 0,1 0 0 0 0,0 0 0 0 0,-1 1 0 0 0,1-1 0 0 0,0 0 0 0 0,0 1 0 0 0,0-1 0 0 0,-1 0 0 0 0,1 1 1 0 0,0-1-1 0 0,0 0 0 0 0,0 1 0 0 0,0-1 0 0 0,-1 0 0 0 0,1 1 0 0 0,0-1 0 0 0,0 0 0 0 0,0 1 0 0 0,0-1 1 0 0,0 0-1 0 0,0 1 0 0 0,0-1 0 0 0,0 1 0 0 0,0-1 0 0 0,0 0 0 0 0,0 1 0 0 0,1 0-5 0 0,-1-1-1 0 0,0 0 1 0 0,1 1-1 0 0,-1-1 1 0 0,1 0 0 0 0,-1 1-1 0 0,0-1 1 0 0,1 0-1 0 0,-1 1 1 0 0,1-1-1 0 0,-1 0 1 0 0,1 0-1 0 0,-1 0 1 0 0,1 1-1 0 0,-1-1 1 0 0,1 0-1 0 0,-1 0 1 0 0,1 0-1 0 0,-1 0 1 0 0,1 0-1 0 0,-1 0 1 0 0,1 0 0 0 0,-1 0-1 0 0,1 0 1 0 0,-1 0-1 0 0,1 0 1 0 0,0-1-1 0 0,31-6 154 0 0,0-1 0 0 0,-1-2 0 0 0,0-2 0 0 0,31-15 0 0 0,-45 19-146 0 0,9-5-23 0 0,0-1 0 0 0,-2-1 0 0 0,0-1-1 0 0,0-1 1 0 0,-2-2 0 0 0,0 0 0 0 0,-1-1 0 0 0,-1-1 0 0 0,-1-1 0 0 0,-1 0 0 0 0,-1-2 0 0 0,17-30 0 0 0,-7 4 108 0 0,-1-2 0 0 0,-3-1-1 0 0,-2 0 1 0 0,-3-2 0 0 0,15-67 0 0 0,-29 96 137 0 0,6-17 23 0 0,-10 42-203 0 0,-19 25 79 0 0,-8 44 335 0 0,3 1 1 0 0,-20 89 0 0 0,-13 148 1045 0 0,26-70-433 0 0,0 385-1 0 0,32-490-937 0 0,6-1 0 0 0,32 181-1 0 0,-35-294-154 0 0,9 31 0 0 0,-11-44-18 0 0,-1 0 0 0 0,1 0 0 0 0,0 0 0 0 0,0 0 0 0 0,0 0 0 0 0,1-1 1 0 0,-1 1-1 0 0,1-1 0 0 0,0 1 0 0 0,0-1 0 0 0,0 0 0 0 0,6 5 0 0 0,-7-8-6 0 0,0 1 0 0 0,0 0 0 0 0,-1-1 0 0 0,1 1 0 0 0,0-1-1 0 0,0 0 1 0 0,0 0 0 0 0,0 0 0 0 0,0 1 0 0 0,0-2 0 0 0,-1 1-1 0 0,1 0 1 0 0,0 0 0 0 0,0-1 0 0 0,0 1 0 0 0,0-1 0 0 0,-1 1 0 0 0,1-1-1 0 0,0 0 1 0 0,0 0 0 0 0,-1 0 0 0 0,1 0 0 0 0,-1 0 0 0 0,1 0-1 0 0,-1 0 1 0 0,1 0 0 0 0,-1-1 0 0 0,3-1 0 0 0,2-4-70 0 0,0 0 0 0 0,0 0 1 0 0,-1 0-1 0 0,7-10 0 0 0,1-6-53 0 0,-2-1 0 0 0,0 0 1 0 0,-1-1-1 0 0,-1 0 0 0 0,-1 0 0 0 0,-2-1 0 0 0,0 0 1 0 0,3-48-1 0 0,-8 53 87 0 0,-1-1 0 0 0,-1 1-1 0 0,-1-1 1 0 0,0 1 0 0 0,-2 0 0 0 0,0 0 0 0 0,-2 0 0 0 0,0 1 0 0 0,-1 0 0 0 0,-1 0 0 0 0,-15-25-1 0 0,3 13 11 0 0,-1 2 0 0 0,-1 1 0 0 0,-2 0-1 0 0,-1 2 1 0 0,-1 1 0 0 0,-59-45 0 0 0,-196-110-96 0 0,167 113 44 0 0,112 67 81 0 0,1 0-1 0 0,-1 0 0 0 0,1 1 0 0 0,0-1 0 0 0,0 0 0 0 0,0 0 0 0 0,-1 0 0 0 0,1 0 0 0 0,0-1 1 0 0,0 1-1 0 0,0 0 0 0 0,0 0 0 0 0,1-1 0 0 0,-1 1 0 0 0,0 0 0 0 0,1-1 0 0 0,-1 1 0 0 0,0-1 0 0 0,1 1 1 0 0,0-1-1 0 0,-1 1 0 0 0,1-1 0 0 0,0-1 0 0 0,0 1-14 0 0,0-1-1 0 0,1 1 1 0 0,0 0-1 0 0,-1 0 1 0 0,1-1-1 0 0,0 1 1 0 0,0 0 0 0 0,0 0-1 0 0,0 0 1 0 0,1 0-1 0 0,-1 0 1 0 0,1 1-1 0 0,2-4 1 0 0,5-4-136 0 0,1 1 1 0 0,0 0-1 0 0,0 1 0 0 0,15-8 1 0 0,34-17-767 0 0,79-30-1 0 0,69-14-1231 0 0,-22 10 79 0 0,-141 49 1669 0 0,53-22-353 0 0,-83 33 721 0 0,-1-1 0 0 0,0-1 0 0 0,0 0 1 0 0,20-17-1 0 0,-31 23 109 0 0,0 0-1 0 0,0 0 1 0 0,-1 0 0 0 0,1 0 0 0 0,0-1-1 0 0,-1 1 1 0 0,1 0 0 0 0,-1-1 0 0 0,0 1-1 0 0,1-1 1 0 0,-1 1 0 0 0,-1-1 0 0 0,1 0-1 0 0,0 1 1 0 0,-1-1 0 0 0,1 0 0 0 0,-1 0-1 0 0,0 1 1 0 0,0-1 0 0 0,0 0-1 0 0,0 0 1 0 0,0 1 0 0 0,-1-1 0 0 0,1 0-1 0 0,-1 0 1 0 0,0 1 0 0 0,1-1 0 0 0,-1 0-1 0 0,-1 1 1 0 0,1-1 0 0 0,0 1 0 0 0,-1 0-1 0 0,1-1 1 0 0,-1 1 0 0 0,0 0 0 0 0,1 0-1 0 0,-1 0 1 0 0,0 0 0 0 0,0 0-1 0 0,-1 0 1 0 0,-2-2 0 0 0,3 3-28 0 0,0 1 0 0 0,1-1 0 0 0,-1 0 0 0 0,0 1 0 0 0,1-1 0 0 0,-1 1 0 0 0,0 0 0 0 0,0-1 0 0 0,0 1 0 0 0,1 0-1 0 0,-1 0 1 0 0,0 0 0 0 0,0 0 0 0 0,0 0 0 0 0,-2 1 0 0 0,-26 9 486 0 0,22-6-471 0 0,1 0-1 0 0,-1 1 1 0 0,1 0-1 0 0,0 0 1 0 0,1 0-1 0 0,-1 1 1 0 0,1 0-1 0 0,0 0 1 0 0,1 1-1 0 0,-1 0 1 0 0,1 0 0 0 0,1 0-1 0 0,-1 0 1 0 0,1 1-1 0 0,0 0 1 0 0,-4 13-1 0 0,6-16-50 0 0,1 0 1 0 0,0 1-1 0 0,0-1 0 0 0,0 0 1 0 0,1 1-1 0 0,-1-1 0 0 0,1 0 1 0 0,1 1-1 0 0,-1-1 0 0 0,1 0 1 0 0,0 1-1 0 0,0-1 0 0 0,0 0 1 0 0,1 0-1 0 0,0 0 0 0 0,0 0 1 0 0,0 0-1 0 0,1 0 0 0 0,-1-1 1 0 0,1 1-1 0 0,0-1 1 0 0,0 1-1 0 0,1-1 0 0 0,-1 0 1 0 0,1 0-1 0 0,0-1 0 0 0,8 6 1 0 0,-2-2-51 0 0,1-1 0 0 0,-1 0 0 0 0,2-1 0 0 0,-1 0 0 0 0,0-1 0 0 0,1 0 0 0 0,0-1 1 0 0,0 0-1 0 0,0 0 0 0 0,17 0 0 0 0,-19-2-68 0 0,1-1-1 0 0,-1 0 1 0 0,1 0-1 0 0,0-1 1 0 0,-1-1 0 0 0,1 0-1 0 0,-1 0 1 0 0,0-1 0 0 0,0 0-1 0 0,0 0 1 0 0,0-2-1 0 0,12-6 1 0 0,-16 7 79 0 0,0-1 1 0 0,-1 0-1 0 0,1 0 0 0 0,-1-1 1 0 0,0 1-1 0 0,0-1 0 0 0,-1 0 1 0 0,0-1-1 0 0,0 1 0 0 0,0-1 1 0 0,-1 0-1 0 0,0 0 0 0 0,-1 0 1 0 0,1 0-1 0 0,-1 0 0 0 0,1-9 1 0 0,-1 6 42 0 0,0 1 1 0 0,-1-1-1 0 0,-1 1 1 0 0,1-1 0 0 0,-2 0-1 0 0,1 0 1 0 0,-1 1-1 0 0,-1-1 1 0 0,0 1-1 0 0,0-1 1 0 0,-1 1-1 0 0,-4-11 1 0 0,5 16 11 0 0,0 0 1 0 0,-1 0-1 0 0,1 1 1 0 0,-1-1-1 0 0,0 1 1 0 0,0-1-1 0 0,0 1 0 0 0,-1 0 1 0 0,1 0-1 0 0,-1 0 1 0 0,1 1-1 0 0,-1-1 1 0 0,0 1-1 0 0,0 0 0 0 0,0 0 1 0 0,0 0-1 0 0,-1 1 1 0 0,1-1-1 0 0,0 1 1 0 0,-1 0-1 0 0,1 0 1 0 0,-1 1-1 0 0,1 0 0 0 0,-1-1 1 0 0,1 1-1 0 0,-1 1 1 0 0,0-1-1 0 0,1 1 1 0 0,-6 1-1 0 0,5-2-12 0 0,0 1 0 0 0,0 1-1 0 0,0-1 1 0 0,-1 1 0 0 0,2 0 0 0 0,-1 0 0 0 0,0 1-1 0 0,0-1 1 0 0,1 1 0 0 0,-1 0 0 0 0,1 0 0 0 0,0 1-1 0 0,0-1 1 0 0,0 1 0 0 0,1 0 0 0 0,-1 0 0 0 0,1 0-1 0 0,0 1 1 0 0,0-1 0 0 0,0 1 0 0 0,1-1 0 0 0,-1 1-1 0 0,1 0 1 0 0,-2 8 0 0 0,4-11-16 0 0,-1 1 1 0 0,1-1-1 0 0,0 1 0 0 0,0-1 0 0 0,0 1 1 0 0,1 0-1 0 0,-1-1 0 0 0,1 1 1 0 0,-1-1-1 0 0,1 0 0 0 0,0 1 0 0 0,0-1 1 0 0,0 1-1 0 0,0-1 0 0 0,0 0 0 0 0,0 0 1 0 0,1 0-1 0 0,-1 0 0 0 0,1 0 1 0 0,0 0-1 0 0,-1 0 0 0 0,1 0 0 0 0,0-1 1 0 0,0 1-1 0 0,0 0 0 0 0,0-1 0 0 0,1 0 1 0 0,-1 0-1 0 0,4 2 0 0 0,4 2-220 0 0,0-1 0 0 0,0 0 0 0 0,0-1 1 0 0,0 0-1 0 0,18 2 0 0 0,-6-3-156 0 0,0-1 0 0 0,-1 0 0 0 0,1-2-1 0 0,0-1 1 0 0,-1 0 0 0 0,41-11 0 0 0,-35 5 68 0 0,0-1-1 0 0,0-1 1 0 0,-1-1-1 0 0,46-27 1 0 0,-51 23 205 0 0,0 0 0 0 0,-1-2 0 0 0,-1 0 0 0 0,-1-1 0 0 0,0-1 0 0 0,-2 0 1 0 0,0-1-1 0 0,23-39 0 0 0,-25 35 370 0 0,-1-1-1 0 0,-2 0 1 0 0,0 0 0 0 0,-2-2-1 0 0,0 1 1 0 0,-2-1 0 0 0,7-55 0 0 0,-13 75-74 0 0,0 0 1 0 0,-1 0-1 0 0,0-1 0 0 0,0 1 1 0 0,-1 0-1 0 0,0 0 1 0 0,0 0-1 0 0,-1-1 0 0 0,-3-6 1 0 0,5 13-166 0 0,0 1-1 0 0,-1-1 1 0 0,1 1 0 0 0,-1-1 0 0 0,1 1 0 0 0,-1-1-1 0 0,1 1 1 0 0,-1 0 0 0 0,0-1 0 0 0,1 1-1 0 0,-1 0 1 0 0,1-1 0 0 0,-1 1 0 0 0,0 0 0 0 0,1 0-1 0 0,-1 0 1 0 0,0-1 0 0 0,1 1 0 0 0,-1 0-1 0 0,0 0 1 0 0,1 0 0 0 0,-1 0 0 0 0,0 0 0 0 0,1 0-1 0 0,-1 0 1 0 0,0 1 0 0 0,1-1 0 0 0,-1 0-1 0 0,0 0 1 0 0,1 0 0 0 0,-1 1 0 0 0,0-1 0 0 0,1 0-1 0 0,-1 1 1 0 0,1-1 0 0 0,-1 0 0 0 0,0 1-1 0 0,-23 15 568 0 0,14-5-360 0 0,-1 1 0 0 0,2 0 0 0 0,0 0 0 0 0,0 1 1 0 0,-10 21-1 0 0,-29 75 504 0 0,39-87-625 0 0,-13 33 262 0 0,-25 98 1 0 0,41-125-316 0 0,1 0-1 0 0,1 0 1 0 0,1 1 0 0 0,2-1 0 0 0,3 47 0 0 0,-1-68-70 0 0,0 1 1 0 0,0 0-1 0 0,1 0 1 0 0,0-1-1 0 0,0 1 1 0 0,1-1-1 0 0,0 0 1 0 0,0 1-1 0 0,1-1 1 0 0,0-1-1 0 0,8 12 1 0 0,-9-15-98 0 0,0 0 0 0 0,0 0 0 0 0,1 0 0 0 0,-1 0-1 0 0,1-1 1 0 0,0 1 0 0 0,0-1 0 0 0,0 0 0 0 0,0 0 0 0 0,0 0 0 0 0,0-1 0 0 0,0 0 0 0 0,0 1 0 0 0,1-1 0 0 0,-1-1 0 0 0,0 1 0 0 0,1-1-1 0 0,-1 0 1 0 0,1 0 0 0 0,-1 0 0 0 0,1 0 0 0 0,4-2 0 0 0,5-1-160 0 0,-1 0 0 0 0,0-1 0 0 0,1-1 0 0 0,-2 0 0 0 0,1-1 0 0 0,-1-1 0 0 0,0 0 0 0 0,0 0 0 0 0,0-1 0 0 0,-1 0 0 0 0,-1-1-1 0 0,1-1 1 0 0,14-16 0 0 0,2-7-63 0 0,-1-1 0 0 0,-2-1 0 0 0,23-43-1 0 0,-17 21 494 0 0,-2-1 0 0 0,33-104 0 0 0,-41 94 2610 0 0,15-95 1 0 0,-35 163-2763 0 0,1-1 1 0 0,-1 1 0 0 0,0 0-1 0 0,0 0 1 0 0,0 0-1 0 0,0-1 1 0 0,0 1 0 0 0,0 0-1 0 0,0 0 1 0 0,0 0 0 0 0,0-1-1 0 0,0 1 1 0 0,0 0-1 0 0,0 0 1 0 0,0 0 0 0 0,0-1-1 0 0,0 1 1 0 0,0 0-1 0 0,0 0 1 0 0,0 0 0 0 0,0-1-1 0 0,0 1 1 0 0,0 0-1 0 0,0 0 1 0 0,0-1 0 0 0,0 1-1 0 0,0 0 1 0 0,0 0-1 0 0,0 0 1 0 0,-1 0 0 0 0,1-1-1 0 0,0 1 1 0 0,0 0-1 0 0,0 0 1 0 0,0 0 0 0 0,0 0-1 0 0,-1 0 1 0 0,1-1 0 0 0,0 1-1 0 0,0 0 1 0 0,0 0-1 0 0,-1 0 1 0 0,1 0 0 0 0,-9 6 197 0 0,-9 15 37 0 0,4 4-38 0 0,1 0 1 0 0,1 1-1 0 0,-9 26 0 0 0,-22 86 245 0 0,29-88-324 0 0,-4 12-1 0 0,-32 118 114 0 0,42-145-202 0 0,2 0 0 0 0,1 1 0 0 0,0 40 0 0 0,5-67-133 0 0,1 1 0 0 0,0 0 0 0 0,0-1-1 0 0,1 1 1 0 0,0-1 0 0 0,0 1 0 0 0,1-1-1 0 0,0 0 1 0 0,1 0 0 0 0,0 0-1 0 0,9 14 1 0 0,-10-19-30 0 0,0-1 0 0 0,0 1-1 0 0,0-1 1 0 0,0 0-1 0 0,0 0 1 0 0,1 0 0 0 0,-1 0-1 0 0,1-1 1 0 0,0 1 0 0 0,0-1-1 0 0,0 0 1 0 0,0 0 0 0 0,0-1-1 0 0,0 1 1 0 0,1-1 0 0 0,-1 0-1 0 0,0 0 1 0 0,1 0 0 0 0,-1-1-1 0 0,1 1 1 0 0,-1-1-1 0 0,1 0 1 0 0,-1 0 0 0 0,1-1-1 0 0,-1 1 1 0 0,1-1 0 0 0,5-2-1 0 0,-2 1-26 0 0,0-1 0 0 0,0 0-1 0 0,-1 0 1 0 0,1-1 0 0 0,-1 0-1 0 0,0 0 1 0 0,1-1-1 0 0,-2 0 1 0 0,11-9 0 0 0,-7 4 24 0 0,0 0-1 0 0,-1-1 1 0 0,0-1 0 0 0,-1 1 0 0 0,7-15 0 0 0,3-9 422 0 0,-2-1 0 0 0,-2-1 1 0 0,11-41-1 0 0,-14 36 2225 0 0,10-69 1 0 0,-20 109-2268 0 0,-5 11-15 0 0,-5 37 102 0 0,1 1 0 0 0,3-1 0 0 0,0 67 1 0 0,4-102-324 0 0,2 1 1 0 0,0-1 0 0 0,0 0 0 0 0,1 1 0 0 0,0-1 0 0 0,1 0 0 0 0,5 15 0 0 0,-5-21-13 0 0,-1 1-1 0 0,1-1 0 0 0,0 0 1 0 0,1-1-1 0 0,-1 1 1 0 0,1-1-1 0 0,0 1 1 0 0,0-1-1 0 0,0 0 0 0 0,1-1 1 0 0,-1 1-1 0 0,1-1 1 0 0,0 1-1 0 0,0-2 0 0 0,0 1 1 0 0,7 3-1 0 0,-4-3-46 0 0,1 0 0 0 0,-1-1-1 0 0,0 0 1 0 0,1 0 0 0 0,-1 0-1 0 0,1-1 1 0 0,0 0 0 0 0,-1-1 0 0 0,1 0-1 0 0,0-1 1 0 0,-1 1 0 0 0,1-2-1 0 0,-1 1 1 0 0,9-3 0 0 0,-10 1-20 0 0,0 0 1 0 0,0 0-1 0 0,-1 0 1 0 0,1-1-1 0 0,-1 1 1 0 0,0-2-1 0 0,0 1 0 0 0,0-1 1 0 0,-1 0-1 0 0,0 0 1 0 0,0 0-1 0 0,0-1 1 0 0,0 1-1 0 0,-1-1 1 0 0,0 0-1 0 0,0-1 1 0 0,2-6-1 0 0,0 0 31 0 0,-2 0 0 0 0,0 0-1 0 0,0 0 1 0 0,-1-1 0 0 0,-1 0 0 0 0,0 1-1 0 0,-1-1 1 0 0,0 0 0 0 0,-1 0 0 0 0,-1 0-1 0 0,0 0 1 0 0,-3-15 0 0 0,2 19 30 0 0,0 0 0 0 0,-1 0 0 0 0,0 0 0 0 0,-1 0-1 0 0,0 0 1 0 0,0 1 0 0 0,-1 0 0 0 0,0-1 0 0 0,-1 2 0 0 0,0-1 0 0 0,0 1 0 0 0,-1 0 0 0 0,0 0 0 0 0,0 1 0 0 0,-1 0-1 0 0,-15-11 1 0 0,17 14 6 0 0,-1 1 0 0 0,1 0-1 0 0,-1 1 1 0 0,0 0 0 0 0,0 0-1 0 0,0 0 1 0 0,-1 1 0 0 0,1 0-1 0 0,0 0 1 0 0,0 1 0 0 0,-1 0-1 0 0,1 0 1 0 0,0 1 0 0 0,0 0-1 0 0,-1 0 1 0 0,1 1 0 0 0,0 0-1 0 0,0 0 1 0 0,-11 5 0 0 0,7-2 3 0 0,1 0 1 0 0,0 0-1 0 0,1 1 1 0 0,-1 0-1 0 0,1 0 1 0 0,0 1 0 0 0,0 1-1 0 0,1 0 1 0 0,0 0-1 0 0,1 0 1 0 0,-1 1-1 0 0,-6 11 1 0 0,12-16-13 0 0,-1 0 1 0 0,1 0-1 0 0,0 1 1 0 0,0-1-1 0 0,0 1 0 0 0,1 0 1 0 0,-1-1-1 0 0,1 1 0 0 0,0 0 1 0 0,1 0-1 0 0,-1 0 0 0 0,1 0 1 0 0,0 0-1 0 0,0 0 1 0 0,1 0-1 0 0,-1-1 0 0 0,1 1 1 0 0,0 0-1 0 0,0 0 0 0 0,1 0 1 0 0,-1-1-1 0 0,3 5 1 0 0,0-2-199 0 0,0 0 0 0 0,1-1 1 0 0,0 0-1 0 0,0 0 0 0 0,0 0 1 0 0,0-1-1 0 0,1 0 1 0 0,0 0-1 0 0,0 0 0 0 0,1-1 1 0 0,-1 1-1 0 0,1-2 0 0 0,9 5 1 0 0,8 2-584 0 0,0-2 0 0 0,0-1 0 0 0,1 0 0 0 0,0-2 0 0 0,0-1 0 0 0,0-1 1 0 0,1-1-1 0 0,-1-1 0 0 0,1-1 0 0 0,-1-2 0 0 0,1 0 0 0 0,-1-2 0 0 0,30-7 0 0 0,-14-1-1481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54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0 235 1816 0 0,'7'-8'1040'0'0,"0"-1"-1"0"0,-1 0 0 0 0,0 0 1 0 0,0-1-1 0 0,-1 0 0 0 0,-1 0 1 0 0,0 0-1 0 0,0-1 0 0 0,-1 1 1 0 0,4-21-1 0 0,-4 18 1967 0 0,-4 13-2932 0 0,0 1 0 0 0,-1-1 1 0 0,1 1-1 0 0,0 0 0 0 0,0-1 0 0 0,-1 1 1 0 0,1 0-1 0 0,0 0 0 0 0,0 0 1 0 0,0 0-1 0 0,0 0 0 0 0,0 0 0 0 0,0 0 1 0 0,0 0-1 0 0,1 0 0 0 0,-1 1 0 0 0,0-1 1 0 0,1 0-1 0 0,-1 1 0 0 0,0 2 1 0 0,-12 32 720 0 0,11-32-685 0 0,-4 17 158 0 0,1 0-1 0 0,0 1 1 0 0,-3 42-1 0 0,8-55-243 0 0,0 0 0 0 0,0 0 0 0 0,0 0 0 0 0,1 0 0 0 0,1-1 0 0 0,-1 1 0 0 0,2 0-1 0 0,-1-1 1 0 0,1 1 0 0 0,0-1 0 0 0,1 0 0 0 0,7 12 0 0 0,-9-16-61 0 0,0-1 0 0 0,0 0 0 0 0,1 0 0 0 0,-1 0 0 0 0,1-1 1 0 0,0 1-1 0 0,0-1 0 0 0,0 1 0 0 0,0-1 0 0 0,0 0 0 0 0,0 0 0 0 0,1 0 0 0 0,-1-1 0 0 0,1 1 0 0 0,-1-1 0 0 0,1 0 0 0 0,0 0 0 0 0,-1 0 0 0 0,1 0 0 0 0,0-1 0 0 0,0 0 0 0 0,0 1 0 0 0,-1-1 1 0 0,1-1-1 0 0,0 1 0 0 0,7-2 0 0 0,-4 0-103 0 0,-1 0 1 0 0,1-1-1 0 0,-1 1 0 0 0,0-1 1 0 0,0-1-1 0 0,0 1 1 0 0,0-1-1 0 0,-1 0 1 0 0,1 0-1 0 0,-1-1 0 0 0,0 0 1 0 0,0 0-1 0 0,-1 0 1 0 0,6-8-1 0 0,9-18 120 0 0,-1 0 0 0 0,20-53-1 0 0,-25 55 743 0 0,-13 28-697 0 0,0 1 0 0 0,0 0-1 0 0,0 0 1 0 0,0 0 0 0 0,0 0 0 0 0,0-1-1 0 0,0 1 1 0 0,0 0 0 0 0,0 0 0 0 0,0 0 0 0 0,0-1-1 0 0,0 1 1 0 0,0 0 0 0 0,0 0 0 0 0,0 0 0 0 0,0 0-1 0 0,0 0 1 0 0,1-1 0 0 0,-1 1 0 0 0,0 0 0 0 0,0 0-1 0 0,0 0 1 0 0,0 0 0 0 0,0 0 0 0 0,0-1 0 0 0,0 1-1 0 0,1 0 1 0 0,-1 0 0 0 0,0 0 0 0 0,0 0 0 0 0,0 0-1 0 0,0 0 1 0 0,1 0 0 0 0,-1 0 0 0 0,0 0-1 0 0,0 0 1 0 0,0 0 0 0 0,0-1 0 0 0,1 1 0 0 0,-1 0-1 0 0,0 0 1 0 0,0 0 0 0 0,0 0 0 0 0,0 0 0 0 0,1 0-1 0 0,-1 1 1 0 0,0-1 0 0 0,0 0 0 0 0,2 12 577 0 0,-2 32-270 0 0,-1-28-121 0 0,2-8-183 0 0,-1 0 0 0 0,1 0 0 0 0,0 0 0 0 0,0 0 0 0 0,1 0 0 0 0,0-1 0 0 0,1 1 0 0 0,0-1 0 0 0,0 0 0 0 0,0 1 0 0 0,6 7 0 0 0,-6-11-20 0 0,0 0-1 0 0,0 0 1 0 0,0-1-1 0 0,0 1 1 0 0,0-1-1 0 0,1 0 1 0 0,0 0-1 0 0,-1 0 1 0 0,1-1-1 0 0,0 1 0 0 0,1-1 1 0 0,-1 0-1 0 0,0 0 1 0 0,0 0-1 0 0,1-1 1 0 0,-1 0-1 0 0,1 0 1 0 0,0 0-1 0 0,-1 0 1 0 0,1 0-1 0 0,6-1 1 0 0,-6 0-3 0 0,0 0 0 0 0,1-1 1 0 0,-1 0-1 0 0,1 0 0 0 0,-1 0 1 0 0,0 0-1 0 0,1-1 0 0 0,-1 0 0 0 0,0 0 1 0 0,0 0-1 0 0,0-1 0 0 0,-1 1 0 0 0,1-1 1 0 0,-1-1-1 0 0,1 1 0 0 0,-1 0 1 0 0,0-1-1 0 0,0 0 0 0 0,0 0 0 0 0,-1 0 1 0 0,5-8-1 0 0,-1 1-7 0 0,-2-1 1 0 0,1 1 0 0 0,-2-1-1 0 0,1 0 1 0 0,-2 0-1 0 0,0-1 1 0 0,0 1-1 0 0,-1-1 1 0 0,0 1-1 0 0,-2-1 1 0 0,1 0-1 0 0,-1 0 1 0 0,-1 1-1 0 0,0-1 1 0 0,-1 0 0 0 0,0 1-1 0 0,-1-1 1 0 0,-1 1-1 0 0,0 0 1 0 0,-6-13-1 0 0,10 24 0 0 0,0 0-1 0 0,-1 0 1 0 0,1 0 0 0 0,-1 0-1 0 0,1 0 1 0 0,-1 0 0 0 0,1 0-1 0 0,-1 0 1 0 0,1 0 0 0 0,-1 0-1 0 0,0 1 1 0 0,0-1-1 0 0,1 0 1 0 0,-1 0 0 0 0,0 1-1 0 0,0-1 1 0 0,0 0 0 0 0,0 1-1 0 0,0-1 1 0 0,0 1-1 0 0,0-1 1 0 0,0 1 0 0 0,0 0-1 0 0,0-1 1 0 0,0 1 0 0 0,0 0-1 0 0,-2 0 1 0 0,3 0 1 0 0,-1 0 1 0 0,1 1-1 0 0,-1-1 1 0 0,1 0-1 0 0,-1 1 1 0 0,1-1-1 0 0,-1 1 1 0 0,1-1-1 0 0,0 1 1 0 0,-1-1-1 0 0,1 1 1 0 0,0-1-1 0 0,-1 1 1 0 0,1 0-1 0 0,0-1 0 0 0,0 1 1 0 0,-1-1-1 0 0,1 1 1 0 0,0 0-1 0 0,0-1 1 0 0,0 1-1 0 0,0 0 1 0 0,0-1-1 0 0,0 1 1 0 0,0-1-1 0 0,0 1 1 0 0,0 0-1 0 0,0-1 1 0 0,0 1-1 0 0,1 0 1 0 0,-1-1-1 0 0,0 1 1 0 0,0-1-1 0 0,1 2 1 0 0,1 2-18 0 0,-1 0 0 0 0,1 0-1 0 0,0 0 1 0 0,0-1 0 0 0,1 1 0 0 0,-1-1 0 0 0,1 1 0 0 0,0-1 0 0 0,0 0 0 0 0,0 0 0 0 0,0 0 0 0 0,6 4 0 0 0,-2-2-187 0 0,0-1-1 0 0,1 0 0 0 0,-1-1 1 0 0,1 1-1 0 0,0-2 0 0 0,10 4 1 0 0,-3-3-211 0 0,1 0 1 0 0,-1-1-1 0 0,1-1 1 0 0,0 0 0 0 0,0-1-1 0 0,27-4 1 0 0,-36 3 368 0 0,0-1 0 0 0,0 0 1 0 0,-1 0-1 0 0,1-1 0 0 0,-1 0 1 0 0,0 0-1 0 0,0 0 0 0 0,0-1 1 0 0,0 0-1 0 0,0 0 0 0 0,-1 0 1 0 0,0-1-1 0 0,0 1 0 0 0,0-1 1 0 0,0-1-1 0 0,4-6 0 0 0,1-3 787 0 0,-1 0 0 0 0,0 0-1 0 0,-2-1 1 0 0,0 0 0 0 0,6-20 0 0 0,-12 34-151 0 0,-2 2-547 0 0,0 1 0 0 0,0-1 0 0 0,0 0 0 0 0,0 1 0 0 0,0-1 0 0 0,1 0 0 0 0,-1 1 0 0 0,0-1 0 0 0,0 1 0 0 0,1 0 0 0 0,-1-1 0 0 0,0 1 0 0 0,1 0 0 0 0,-1-1 0 0 0,0 1 0 0 0,1 0 0 0 0,-1-1 0 0 0,1 1 0 0 0,-1 0 0 0 0,1 0 0 0 0,-1 1 1 0 0,-9 22 490 0 0,8-17-297 0 0,-8 17 71 0 0,2 1-1 0 0,1 0 1 0 0,-8 48 0 0 0,13-65-283 0 0,1 0 0 0 0,1 0 1 0 0,-1 0-1 0 0,2 1 0 0 0,-1-1 0 0 0,1 0 0 0 0,0 0 1 0 0,0 0-1 0 0,1 0 0 0 0,0 0 0 0 0,1 0 0 0 0,0 0 1 0 0,0-1-1 0 0,1 1 0 0 0,-1-1 0 0 0,7 9 0 0 0,-7-13-162 0 0,-1-1 0 0 0,1 0-1 0 0,-1 1 1 0 0,1-1-1 0 0,0 0 1 0 0,0 0-1 0 0,0 0 1 0 0,0 0-1 0 0,0-1 1 0 0,0 1-1 0 0,1-1 1 0 0,-1 0-1 0 0,0 0 1 0 0,1 0-1 0 0,-1-1 1 0 0,1 1 0 0 0,-1-1-1 0 0,1 1 1 0 0,-1-1-1 0 0,1 0 1 0 0,0-1-1 0 0,-1 1 1 0 0,1-1-1 0 0,4-1 1 0 0,-2 1-686 0 0,-1-1 0 0 0,1 0 0 0 0,0 0 0 0 0,-1-1 0 0 0,0 1 0 0 0,1-1 0 0 0,-1 0 0 0 0,0-1 0 0 0,0 1 0 0 0,-1-1 0 0 0,1 0 0 0 0,-1-1 0 0 0,7-7 0 0 0,-1-6-5292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55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141 117 2240 0 0,'-20'-26'4136'0'0,"-2"1"-1"0"0,-39-34 1 0 0,61 58-4133 0 0,-1 0 0 0 0,1 1 1 0 0,-1-1-1 0 0,1 1 0 0 0,-1 0 1 0 0,0-1-1 0 0,1 1 0 0 0,-1-1 1 0 0,0 1-1 0 0,1 0 0 0 0,-1 0 1 0 0,0-1-1 0 0,1 1 0 0 0,-1 0 1 0 0,0 0-1 0 0,0 0 0 0 0,1 0 1 0 0,-1 0-1 0 0,0 0 0 0 0,0 0 1 0 0,1 0-1 0 0,-1 0 0 0 0,0 0 1 0 0,1 0-1 0 0,-1 0 0 0 0,0 0 1 0 0,0 1-1 0 0,1-1 0 0 0,-1 0 1 0 0,0 0-1 0 0,1 1 0 0 0,-1-1 1 0 0,0 1-1 0 0,1-1 0 0 0,-1 1 1 0 0,1-1-1 0 0,-1 1 0 0 0,1-1 1 0 0,-1 1-1 0 0,1-1 0 0 0,-1 1 1 0 0,1-1-1 0 0,-1 1 0 0 0,1 0 1 0 0,0-1-1 0 0,-1 1 0 0 0,1 0 1 0 0,0 0-1 0 0,0-1 0 0 0,-1 2 1 0 0,0 3-387 0 0,-1-1 1 0 0,1 1 0 0 0,0 0-1 0 0,0 0 1 0 0,0-1 0 0 0,0 7-1 0 0,2 34-5741 0 0,0-31 2512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55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3 408 0 0,'4'9'7636'0'0,"23"39"-749"0"0,-18-35-6308 0 0,-1 1 1 0 0,0 0 0 0 0,-2 0-1 0 0,1 1 1 0 0,5 20-1 0 0,-11-28-490 0 0,1 1 0 0 0,-1-1 0 0 0,0 1 0 0 0,-1 0 0 0 0,0 0 0 0 0,0-1 0 0 0,-2 15 0 0 0,-2-8 12 0 0,0 1 0 0 0,0-1 0 0 0,-9 16 0 0 0,4-17-103 0 0,4-11-99 0 0,2-10 8 0 0,4 4 63 0 0,0 0 0 0 0,0 1 0 0 0,0-1-1 0 0,0 1 1 0 0,1-1 0 0 0,-1 1 0 0 0,1-1-1 0 0,0 1 1 0 0,4-5 0 0 0,1-6-52 0 0,6-9 18 0 0,1 0-1 0 0,0 1 1 0 0,2 0-1 0 0,0 1 1 0 0,23-22-1 0 0,-25 30 52 0 0,0 0 0 0 0,0 1 0 0 0,1 0 0 0 0,1 1 0 0 0,0 1 0 0 0,0 1 0 0 0,1 0 0 0 0,18-7 0 0 0,-31 15 55 0 0,0 0 0 0 0,0 0 0 0 0,0 0-1 0 0,1 0 1 0 0,-1 0 0 0 0,0 1 0 0 0,0 0-1 0 0,0 0 1 0 0,1 0 0 0 0,-1 0 0 0 0,0 1 0 0 0,0 0-1 0 0,0 0 1 0 0,0 0 0 0 0,0 0 0 0 0,0 0-1 0 0,5 3 1 0 0,-6-2 16 0 0,-1 0 0 0 0,1 0 0 0 0,-1 0 0 0 0,1 0 0 0 0,-1 0 0 0 0,0 0 0 0 0,0 1 0 0 0,0-1 0 0 0,0 1 0 0 0,0-1 0 0 0,0 1 0 0 0,-1 0 0 0 0,1 0 0 0 0,-1 0 0 0 0,0 0 0 0 0,0 0 0 0 0,0 0 0 0 0,0 0 0 0 0,0 0 0 0 0,-1 0 0 0 0,0 0 0 0 0,1 1 0 0 0,-1 3 0 0 0,-2 10 41 0 0,0 0-1 0 0,-1 0 1 0 0,0 0 0 0 0,-2-1 0 0 0,0 1-1 0 0,-11 22 1 0 0,-9 34-3973 0 0,25-72 3573 0 0,-1 1 0 0 0,1-1 0 0 0,-1 0 0 0 0,1 1 0 0 0,0-1 0 0 0,-1 1 0 0 0,1-1 0 0 0,0 1 0 0 0,0-1-1 0 0,0 1 1 0 0,0-1 0 0 0,1 1 0 0 0,-1-1 0 0 0,0 1 0 0 0,1-1 0 0 0,-1 1 0 0 0,1-1 0 0 0,-1 1 0 0 0,1-1 0 0 0,0 0 0 0 0,-1 1 0 0 0,1-1 0 0 0,0 0 0 0 0,0 0 0 0 0,0 1 0 0 0,0-1 0 0 0,0 0 0 0 0,0 0 0 0 0,0 0 0 0 0,0 0 0 0 0,1-1-1 0 0,-1 1 1 0 0,0 0 0 0 0,1 0 0 0 0,-1-1 0 0 0,0 1 0 0 0,2 0 0 0 0,10 2-3256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56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738 155 1176 0 0,'17'-16'3618'0'0,"23"-27"0"0"0,-35 37-2865 0 0,0 0 0 0 0,-1 0 1 0 0,0-1-1 0 0,0 1 1 0 0,-1-1-1 0 0,0 0 0 0 0,0 0 1 0 0,3-11-1 0 0,-5 17-699 0 0,-1 0 0 0 0,0 0-1 0 0,0 0 1 0 0,0 1 0 0 0,0-1 0 0 0,0 0 0 0 0,0 0 0 0 0,0 0-1 0 0,0 1 1 0 0,-1-1 0 0 0,1 0 0 0 0,0 0 0 0 0,0 0-1 0 0,-1 1 1 0 0,1-1 0 0 0,0 0 0 0 0,-1 1 0 0 0,1-1-1 0 0,-1 0 1 0 0,1 1 0 0 0,-1-1 0 0 0,1 0 0 0 0,-1 1 0 0 0,1-1-1 0 0,-1 1 1 0 0,0-1 0 0 0,1 1 0 0 0,-1-1 0 0 0,0 1-1 0 0,1 0 1 0 0,-1-1 0 0 0,0 1 0 0 0,0 0 0 0 0,1-1-1 0 0,-1 1 1 0 0,-1 0 0 0 0,-29-2 860 0 0,21 3-752 0 0,-1 1-1 0 0,1 0 1 0 0,0 0 0 0 0,0 1 0 0 0,0 1-1 0 0,0 0 1 0 0,1 0 0 0 0,-16 10 0 0 0,10-4-55 0 0,0 0 1 0 0,1 1 0 0 0,0 1 0 0 0,-13 14 0 0 0,21-20-80 0 0,1 0 0 0 0,0 0 0 0 0,1 0 0 0 0,-1 1 0 0 0,1 0 0 0 0,0 0 0 0 0,1 0 0 0 0,0 0 0 0 0,0 0 0 0 0,0 1 0 0 0,-2 13 0 0 0,5-17-22 0 0,-1-1 1 0 0,1 0-1 0 0,0 1 0 0 0,0-1 1 0 0,0 1-1 0 0,1-1 1 0 0,-1 1-1 0 0,1-1 0 0 0,0 0 1 0 0,0 1-1 0 0,0-1 0 0 0,0 0 1 0 0,1 0-1 0 0,-1 0 0 0 0,1 0 1 0 0,0 0-1 0 0,0 0 1 0 0,0 0-1 0 0,0 0 0 0 0,0-1 1 0 0,1 1-1 0 0,-1-1 0 0 0,1 0 1 0 0,0 0-1 0 0,-1 0 0 0 0,1 0 1 0 0,0 0-1 0 0,6 2 1 0 0,-5-2-31 0 0,1 0 1 0 0,0 0 0 0 0,0 0 0 0 0,-1-1-1 0 0,1 0 1 0 0,0 0 0 0 0,0 0-1 0 0,0-1 1 0 0,0 1 0 0 0,0-1 0 0 0,0 0-1 0 0,0-1 1 0 0,0 1 0 0 0,0-1 0 0 0,0 0-1 0 0,0-1 1 0 0,0 1 0 0 0,0-1 0 0 0,0 0-1 0 0,-1 0 1 0 0,1 0 0 0 0,-1 0 0 0 0,0-1-1 0 0,0 0 1 0 0,0 0 0 0 0,7-6 0 0 0,6-9-190 0 0,0 1 0 0 0,-1-2 0 0 0,-1 0 0 0 0,17-28 0 0 0,-13 18 231 0 0,-17 27-12 0 0,-1-1 1 0 0,1 1-1 0 0,-1 0 1 0 0,1 0-1 0 0,0 0 1 0 0,-1 1-1 0 0,1-1 1 0 0,0 0-1 0 0,0 1 1 0 0,1-1 0 0 0,2-1-1 0 0,-4 3 24 0 0,0 0 1 0 0,0 0-1 0 0,0 0 1 0 0,0 0-1 0 0,0 0 1 0 0,0 0-1 0 0,0 0 0 0 0,0 1 1 0 0,0-1-1 0 0,0 0 1 0 0,0 1-1 0 0,0-1 0 0 0,0 0 1 0 0,0 1-1 0 0,0 0 1 0 0,0-1-1 0 0,-1 1 0 0 0,1-1 1 0 0,0 1-1 0 0,0 0 1 0 0,-1-1-1 0 0,1 1 0 0 0,0 0 1 0 0,-1 0-1 0 0,1 0 1 0 0,-1 0-1 0 0,1 0 1 0 0,-1-1-1 0 0,1 1 0 0 0,-1 0 1 0 0,1 2-1 0 0,3 6 265 0 0,0 0 0 0 0,0 1 1 0 0,-1 0-1 0 0,0 0 0 0 0,0 0 0 0 0,0 10 0 0 0,5 66 1206 0 0,-7-63-1138 0 0,2 56 305 0 0,-4 0 1 0 0,-4 0-1 0 0,-3 0 0 0 0,-3-1 1 0 0,-25 86-1 0 0,26-125-561 0 0,-2 0-1 0 0,-2-1 1 0 0,-2 0-1 0 0,-1-1 1 0 0,-2-1 0 0 0,-1-1-1 0 0,-2-1 1 0 0,-1-1-1 0 0,-34 38 1 0 0,37-50 5 0 0,-1-1 1 0 0,0-1-1 0 0,-2 0 1 0 0,0-2-1 0 0,-1 0 1 0 0,-1-2-1 0 0,0-1 1 0 0,-1-1 0 0 0,0-1-1 0 0,-1-1 1 0 0,0-1-1 0 0,-1-2 1 0 0,-46 9-1 0 0,63-16-85 0 0,0 0-1 0 0,-1 0 1 0 0,1-1 0 0 0,0 0-1 0 0,-1-1 1 0 0,1 0 0 0 0,0-1-1 0 0,0 0 1 0 0,0-1 0 0 0,0 0-1 0 0,0-1 1 0 0,-14-7 0 0 0,18 7-17 0 0,-1-1 0 0 0,1 1 1 0 0,0-1-1 0 0,1 0 1 0 0,-1-1-1 0 0,1 0 0 0 0,0 0 1 0 0,1 0-1 0 0,0 0 0 0 0,-1-1 1 0 0,2 0-1 0 0,-1 0 1 0 0,1-1-1 0 0,0 1 0 0 0,1-1 1 0 0,0 0-1 0 0,-3-10 1 0 0,2 4-71 0 0,2 0 1 0 0,-1 0 0 0 0,2 0 0 0 0,0 0 0 0 0,0 0 0 0 0,1 0 0 0 0,1-1 0 0 0,1 1 0 0 0,0 0 0 0 0,5-19 0 0 0,-1 15-80 0 0,0 1 0 0 0,1 0 1 0 0,1 0-1 0 0,0 1 0 0 0,2 0 0 0 0,0 0 1 0 0,14-17-1 0 0,1 5-227 0 0,0 2 1 0 0,2 1 0 0 0,0 1-1 0 0,2 1 1 0 0,0 2-1 0 0,2 1 1 0 0,53-27-1 0 0,-25 19-849 0 0,2 2 0 0 0,1 4 0 0 0,91-22 0 0 0,-89 30-3436 0 0,107-7 0 0 0,-136 18 592 0 0,-2 1-1736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56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28 2128 0 0,'-3'-7'2124'0'0,"-7"-14"3165"0"0,4 22-3675 0 0,0 11-677 0 0,-38 138 2432 0 0,1 1-1997 0 0,-35 38-316 0 0,10-27-454 0 0,67-160-556 0 0,4-3-50 0 0,3-1 5 0 0,0-1 0 0 0,1 0 0 0 0,-1 0-1 0 0,-1-1 1 0 0,8-4 0 0 0,-7 3-8 0 0,1 0 0 0 0,-1 1 1 0 0,1 0-1 0 0,1 1 0 0 0,-1-1 0 0 0,12-3 0 0 0,19 3 1 0 0,-24 5 2 0 0,-1 1 1 0 0,1 0 0 0 0,-1 1 0 0 0,0 0 0 0 0,1 1-1 0 0,-2 1 1 0 0,1 0 0 0 0,-1 1 0 0 0,16 8-1 0 0,18 9-1282 0 0,-30-16 159 0 0,26 10-2127 0 0,-13-10-2148 0 0,-14-5 424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57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97 2856 0 0,'-2'-53'9946'0'0,"-3"20"-6527"0"0,5 31-3187 0 0,-2-6 81 0 0,38 17-11196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57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61 2320 0 0,'2'-4'1327'0'0,"2"-2"273"0"0,-1 0 1 0 0,1 0-1 0 0,-1 0 0 0 0,-1 0 0 0 0,1 0 0 0 0,-1-1 1 0 0,2-7-1 0 0,-2 46-341 0 0,-29 199 214 0 0,2-34-4397 0 0,24-179 1635 0 0,-3 18-966 0 0,0-9-3781 0 0,1-13 1763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57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0 219 952 0 0,'0'-10'869'0'0,"0"0"-1"0"0,1 1 1 0 0,0-1-1 0 0,1 0 1 0 0,0 0-1 0 0,0 1 0 0 0,1 0 1 0 0,1-1-1 0 0,8-17 1 0 0,-8 20-609 0 0,1 1-1 0 0,0-1 1 0 0,0 1 0 0 0,0 0-1 0 0,1 0 1 0 0,0 0 0 0 0,0 1-1 0 0,1 0 1 0 0,-1 0 0 0 0,1 1-1 0 0,0-1 1 0 0,11-3 0 0 0,-5 2-53 0 0,-1 1 1 0 0,1 1-1 0 0,0 0 1 0 0,1 1 0 0 0,-1 0-1 0 0,1 1 1 0 0,-1 1-1 0 0,1 0 1 0 0,23 2 0 0 0,-27 0-94 0 0,0 0-1 0 0,0 1 1 0 0,0 0 0 0 0,-1 1 0 0 0,1 0 0 0 0,-1 0 0 0 0,0 1 0 0 0,0 0 0 0 0,0 0 0 0 0,0 1 0 0 0,-1 1 0 0 0,1-1 0 0 0,-2 2 0 0 0,9 6 0 0 0,-14-11-56 0 0,0 1 1 0 0,0-1 0 0 0,0 0 0 0 0,0 1 0 0 0,0 0 0 0 0,-1-1 0 0 0,1 1 0 0 0,-1 0 0 0 0,0 0 0 0 0,1 0 0 0 0,-1 0 0 0 0,-1 0 0 0 0,1 0 0 0 0,0 0 0 0 0,-1 0-1 0 0,0 0 1 0 0,1 6 0 0 0,-2-4-8 0 0,0 1 0 0 0,0-1 1 0 0,0 1-1 0 0,-1-1 0 0 0,0 1 0 0 0,0-1 0 0 0,0 0 0 0 0,0 0 0 0 0,-5 6 0 0 0,-3 4 3 0 0,0-2-1 0 0,-2 1 1 0 0,1-1-1 0 0,-1-1 1 0 0,-21 16-1 0 0,8-9-111 0 0,-41 23 0 0 0,4-10-6924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57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1896 0 0,'3'1'3018'0'0,"25"4"3340"0"0,0 1 895 0 0,-13-3-5397 0 0,-13-3-1176 0 0,6 2-615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58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440 136 2212 0 0,'3'-22'6128'0'0,"-1"-43"0"0"0,-2 63-5389 0 0,7 12 255 0 0,-2 1-594 0 0,-1 0-1 0 0,0 1 1 0 0,0-1-1 0 0,-1 1 1 0 0,-1 0-1 0 0,2 17 0 0 0,-1-12-86 0 0,6 46 71 0 0,-3 0 1 0 0,-2 1-1 0 0,-3 0 0 0 0,-3 0 0 0 0,-3-1 0 0 0,-2 1 0 0 0,-18 70 0 0 0,19-113-353 0 0,0 0 0 0 0,-1 0 0 0 0,-1-1 0 0 0,-1 0 1 0 0,-1 0-1 0 0,-1-1 0 0 0,-15 21 0 0 0,21-33-23 0 0,0-1 0 0 0,-1 0 1 0 0,0 0-1 0 0,0-1 0 0 0,0 0 0 0 0,-1 0 0 0 0,0 0 0 0 0,0-1 0 0 0,-12 6 1 0 0,13-8-6 0 0,0 0 0 0 0,0 0 0 0 0,-1 0 0 0 0,1-1 0 0 0,-1 0 0 0 0,1 0 0 0 0,-1-1 0 0 0,1 0 0 0 0,-1 0 0 0 0,1-1 1 0 0,-1 1-1 0 0,1-2 0 0 0,-10-2 0 0 0,5 1-16 0 0,2-1 1 0 0,-1 0-1 0 0,0-1 1 0 0,1 0-1 0 0,0 0 1 0 0,0-1 0 0 0,0 0-1 0 0,1-1 1 0 0,0 0-1 0 0,0 0 1 0 0,1-1-1 0 0,0 0 1 0 0,0 0-1 0 0,1 0 1 0 0,0-1-1 0 0,0 0 1 0 0,1 0-1 0 0,0-1 1 0 0,-3-11-1 0 0,-3-6-119 0 0,2-2-1 0 0,1 1 0 0 0,2-1 1 0 0,0-1-1 0 0,-2-48 0 0 0,7 50 67 0 0,1 0-1 0 0,1 0 1 0 0,2 1-1 0 0,0-1 0 0 0,2 1 1 0 0,1-1-1 0 0,1 2 1 0 0,1-1-1 0 0,2 1 0 0 0,22-43 1 0 0,-21 48 48 0 0,1 2 0 0 0,1-1 0 0 0,1 1 0 0 0,1 1 0 0 0,0 1 1 0 0,1 0-1 0 0,1 1 0 0 0,0 1 0 0 0,2 0 0 0 0,0 2 0 0 0,0 0 0 0 0,1 1 0 0 0,25-11 1 0 0,-24 14 9 0 0,0 1 1 0 0,1 1 0 0 0,0 1 0 0 0,1 1 0 0 0,-1 0-1 0 0,1 2 1 0 0,-1 1 0 0 0,35 1 0 0 0,-44 1 10 0 0,-1 1-1 0 0,1 1 1 0 0,-1 0-1 0 0,0 0 1 0 0,0 2-1 0 0,0-1 1 0 0,0 1-1 0 0,-1 1 1 0 0,0 0-1 0 0,1 1 1 0 0,-2 0 0 0 0,1 0-1 0 0,-1 1 1 0 0,0 1-1 0 0,0 0 1 0 0,-1 0-1 0 0,10 12 1 0 0,-15-15 13 0 0,0 0 0 0 0,0 1 0 0 0,0-1 0 0 0,-1 1 0 0 0,0 0 0 0 0,0 0 0 0 0,-1 0 0 0 0,1 0 0 0 0,-1 1 0 0 0,-1-1 0 0 0,1 0 0 0 0,-1 1 0 0 0,0 0 0 0 0,0 11 0 0 0,-2-9 11 0 0,0 1-1 0 0,0 0 1 0 0,-1-1 0 0 0,-1 0-1 0 0,1 1 1 0 0,-2-1-1 0 0,1 0 1 0 0,-1 0-1 0 0,-6 10 1 0 0,-4 2 9 0 0,0 0-1 0 0,-1-2 1 0 0,-2 1 0 0 0,0-2 0 0 0,-1 0-1 0 0,-37 29 1 0 0,41-37-252 0 0,0-1 0 0 0,-25 13 0 0 0,-7-4-4342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59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2748 0 0,'0'0'5817'0'0,"14"2"196"0"0,-1 2-5504 0 0,0-1 1 0 0,-1 2-1 0 0,0 0 1 0 0,0 0-1 0 0,0 1 1 0 0,0 1-1 0 0,-1 0 0 0 0,20 16 1 0 0,-27-19-456 0 0,0-1 1 0 0,0 1 0 0 0,-1 0-1 0 0,1 0 1 0 0,-1 0-1 0 0,0 1 1 0 0,0-1 0 0 0,-1 1-1 0 0,1 0 1 0 0,-1-1-1 0 0,0 1 1 0 0,-1 0 0 0 0,1 0-1 0 0,-1 1 1 0 0,0-1-1 0 0,0 0 1 0 0,0 0 0 0 0,-1 1-1 0 0,0-1 1 0 0,0 0 0 0 0,0 0-1 0 0,0 1 1 0 0,-1-1-1 0 0,0 0 1 0 0,-3 8 0 0 0,2-6-35 0 0,0-1 0 0 0,-1 0 0 0 0,0 0 0 0 0,0 0 0 0 0,-1 0 0 0 0,0-1 0 0 0,0 1 0 0 0,0-1 0 0 0,0 0 0 0 0,-1 0 0 0 0,0-1 0 0 0,0 1 1 0 0,0-1-1 0 0,0 0 0 0 0,-1 0 0 0 0,0-1 0 0 0,-7 4 0 0 0,11-6-15 0 0,-2-1-7 0 0,3 0 1 0 0,0 0-1 0 0,0 0 1 0 0,0 0-1 0 0,0 0 1 0 0,0 0-1 0 0,-1-1 1 0 0,1 1-1 0 0,0 0 1 0 0,0-1 0 0 0,0 1-1 0 0,0 0 1 0 0,0-1-1 0 0,0 1 1 0 0,0-1-1 0 0,0 0 1 0 0,0 1-1 0 0,1-1 1 0 0,-1 0-1 0 0,0 1 1 0 0,0-1-1 0 0,0-1 1 0 0,0 0-2 0 0,0 0 0 0 0,0 0 0 0 0,0 0 1 0 0,1 0-1 0 0,-1 0 0 0 0,1 0 0 0 0,-1 0 0 0 0,1-1 1 0 0,0 1-1 0 0,0 0 0 0 0,0 0 0 0 0,0 0 0 0 0,0 0 0 0 0,1-3 1 0 0,1-8-19 0 0,1 1 1 0 0,0-1-1 0 0,1 0 1 0 0,0 1 0 0 0,1 0-1 0 0,1 0 1 0 0,0 0-1 0 0,0 1 1 0 0,1 0 0 0 0,1 0-1 0 0,0 1 1 0 0,0-1-1 0 0,17-14 1 0 0,-9 10 2 0 0,1 1 0 0 0,0 0 0 0 0,1 2-1 0 0,1 0 1 0 0,0 1 0 0 0,0 1 0 0 0,30-11 0 0 0,-44 19 19 0 0,-1 0 0 0 0,1 1 0 0 0,0 0 1 0 0,0 0-1 0 0,0 0 0 0 0,0 1 0 0 0,-1-1 0 0 0,1 1 1 0 0,0 0-1 0 0,0 1 0 0 0,0-1 0 0 0,9 3 0 0 0,-12-2 5 0 0,0 0 0 0 0,0 0 0 0 0,1 0-1 0 0,-1 0 1 0 0,0 0 0 0 0,0 1-1 0 0,0-1 1 0 0,0 1 0 0 0,-1-1-1 0 0,1 1 1 0 0,0 0 0 0 0,-1 0 0 0 0,1-1-1 0 0,-1 1 1 0 0,1 0 0 0 0,-1 0-1 0 0,0 1 1 0 0,0-1 0 0 0,0 0 0 0 0,0 0-1 0 0,0 1 1 0 0,-1-1 0 0 0,1 0-1 0 0,-1 1 1 0 0,1-1 0 0 0,-1 0 0 0 0,0 5-1 0 0,0 16 53 0 0,-1 0 1 0 0,-1 1-1 0 0,-6 26 0 0 0,3-24-52 0 0,-2 52 1 0 0,7-76-6 0 0,0 1 1 0 0,0 0-1 0 0,0-1 1 0 0,1 1-1 0 0,-1-1 1 0 0,1 1-1 0 0,-1-1 1 0 0,1 1-1 0 0,0-1 1 0 0,0 0-1 0 0,0 1 1 0 0,0-1-1 0 0,0 0 1 0 0,1 0-1 0 0,-1 0 1 0 0,1 0-1 0 0,0 0 1 0 0,-1 0-1 0 0,1 0 1 0 0,2 1-1 0 0,0 0 4 0 0,-1-1-1 0 0,1 0 1 0 0,0 0-1 0 0,0 0 1 0 0,0-1-1 0 0,0 0 1 0 0,0 0-1 0 0,1 0 1 0 0,-1 0-1 0 0,0 0 1 0 0,5-1-1 0 0,4 1 8 0 0,1-2-1 0 0,-1 0 0 0 0,0 0 0 0 0,1-2 0 0 0,-1 1 0 0 0,24-9 1 0 0,-20 4-42 0 0,-1-1 0 0 0,0 0 0 0 0,0-1 1 0 0,0-1-1 0 0,-1 0 0 0 0,-1-1 0 0 0,22-22 0 0 0,-28 26 8 0 0,-1-1 0 0 0,0 0 0 0 0,0 0-1 0 0,-1 0 1 0 0,0-1 0 0 0,-1 0-1 0 0,0-1 1 0 0,0 1 0 0 0,-1-1-1 0 0,-1 0 1 0 0,1 0 0 0 0,-1 0-1 0 0,-1 0 1 0 0,2-18 0 0 0,-3 23 18 0 0,-1 1 0 0 0,-1-1 0 0 0,1 0 0 0 0,0 1 0 0 0,-1-1 0 0 0,0 1 0 0 0,0-1-1 0 0,-1 1 1 0 0,1 0 0 0 0,-1-1 0 0 0,0 1 0 0 0,0 0 0 0 0,0 0 0 0 0,0 0 0 0 0,-1 0 0 0 0,0 1 0 0 0,0-1 0 0 0,0 1 0 0 0,0 0 0 0 0,0-1 0 0 0,-1 1 0 0 0,1 1 0 0 0,-1-1 0 0 0,0 0 0 0 0,0 1 0 0 0,0 0 0 0 0,0 0 0 0 0,-6-2-1 0 0,1 1 3 0 0,-1 0-1 0 0,0 0 1 0 0,0 1-1 0 0,0 1 0 0 0,0-1 1 0 0,0 2-1 0 0,0-1 1 0 0,0 1-1 0 0,0 1 0 0 0,0 0 1 0 0,-18 4-1 0 0,13-1 16 0 0,-1 1-1 0 0,1 0 0 0 0,0 1 1 0 0,-23 13-1 0 0,34-17-100 0 0,0 0 0 0 0,1 0-1 0 0,0 0 1 0 0,-1 1 0 0 0,1-1-1 0 0,0 1 1 0 0,0 0 0 0 0,0 0-1 0 0,1 0 1 0 0,-1 0 0 0 0,1 0-1 0 0,-1 1 1 0 0,1-1 0 0 0,0 1-1 0 0,1-1 1 0 0,-1 1 0 0 0,1 0 0 0 0,-1 0-1 0 0,1-1 1 0 0,0 1 0 0 0,0 0-1 0 0,1 0 1 0 0,-1 7 0 0 0,2-8-106 0 0,-1 0 0 0 0,1 0 1 0 0,0-1-1 0 0,0 1 0 0 0,1 0 1 0 0,-1-1-1 0 0,0 1 0 0 0,1-1 0 0 0,0 0 1 0 0,-1 1-1 0 0,1-1 0 0 0,0 0 1 0 0,0 0-1 0 0,0 0 0 0 0,1 0 1 0 0,-1 0-1 0 0,0-1 0 0 0,1 1 1 0 0,-1-1-1 0 0,1 1 0 0 0,-1-1 0 0 0,6 1 1 0 0,2 2-520 0 0,0 0 0 0 0,0-1 0 0 0,1 0 0 0 0,19 2 0 0 0,-11-4-699 0 0,0 0 1 0 0,0-1 0 0 0,34-4 0 0 0,-24-3-768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3:59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2 208 2076 0 0,'2'-4'289'0'0,"20"-44"3877"0"0,-1 0 0 0 0,16-57-1 0 0,-37 102-3642 0 0,1 4-463 0 0,0-1 1 0 0,0 1-1 0 0,0 0 0 0 0,0 0 0 0 0,0-1 0 0 0,-1 1 0 0 0,1 0 0 0 0,0 0 0 0 0,-1 0 0 0 0,1 0 0 0 0,0 0 0 0 0,-1 0 0 0 0,1 0 0 0 0,-1 0 0 0 0,1 1 0 0 0,0 31 685 0 0,-1 1 0 0 0,-8 56 0 0 0,-21 68-12 0 0,16-89-497 0 0,-33 141 301 0 0,45-207-505 0 0,3-10-40 0 0,0 1 2 0 0,0-1-1 0 0,0 1 1 0 0,1-1-1 0 0,7-11 0 0 0,-5 9 4 0 0,4-8-16 0 0,1 0 1 0 0,0 1 0 0 0,1 0 0 0 0,1 1 0 0 0,1 0 0 0 0,0 1 0 0 0,15-13 0 0 0,-21 21 18 0 0,-1 1 1 0 0,1 0-1 0 0,1 0 0 0 0,-1 0 0 0 0,1 1 0 0 0,-1 0 0 0 0,1 0 1 0 0,0 1-1 0 0,0 0 0 0 0,1 0 0 0 0,-1 1 0 0 0,1 0 0 0 0,-1 1 1 0 0,1-1-1 0 0,0 2 0 0 0,-1-1 0 0 0,16 2 0 0 0,-19 0 50 0 0,0 1 0 0 0,0-1-1 0 0,0 1 1 0 0,0 0 0 0 0,0 0 0 0 0,-1 0 0 0 0,1 1-1 0 0,0 0 1 0 0,-1 0 0 0 0,0 0 0 0 0,0 0-1 0 0,0 1 1 0 0,0-1 0 0 0,0 1 0 0 0,-1 0 0 0 0,0 0-1 0 0,1 0 1 0 0,-2 1 0 0 0,1-1 0 0 0,0 1-1 0 0,-1 0 1 0 0,0 0 0 0 0,0 0 0 0 0,0 0 0 0 0,1 8-1 0 0,-1-4 30 0 0,0 0-1 0 0,-1 0 1 0 0,0 0-1 0 0,0 0 1 0 0,-1 1 0 0 0,0-1-1 0 0,-1 0 1 0 0,0 0-1 0 0,0 1 1 0 0,-1-1-1 0 0,-1 0 1 0 0,1 0-1 0 0,-7 14 1 0 0,3-13 9 0 0,1 0 0 0 0,-2 0 0 0 0,1-1 0 0 0,-1 0 0 0 0,-1 0 0 0 0,0-1 0 0 0,0 1 0 0 0,0-2 0 0 0,-1 1 0 0 0,-12 6 0 0 0,16-10-79 0 0,-1-1 1 0 0,0 1-1 0 0,0-1 1 0 0,-1-1-1 0 0,1 1 1 0 0,0-1-1 0 0,-1 0 0 0 0,0-1 1 0 0,1 0-1 0 0,-1 0 1 0 0,0 0-1 0 0,0-1 1 0 0,0 0-1 0 0,1 0 0 0 0,-1 0 1 0 0,0-1-1 0 0,0 0 1 0 0,-11-4-1 0 0,15 4-211 0 0,0 0-1 0 0,0 0 1 0 0,0 0-1 0 0,0-1 1 0 0,0 0-1 0 0,0 1 1 0 0,1-1-1 0 0,-1 0 1 0 0,0 0-1 0 0,1 0 1 0 0,0-1-1 0 0,-1 1 1 0 0,1-1-1 0 0,0 1 1 0 0,0-1-1 0 0,0 0 1 0 0,1 0-1 0 0,-1 0 1 0 0,1 0-1 0 0,-1 0 1 0 0,1 0-1 0 0,-1-4 1 0 0,1 2-672 0 0,0 0 0 0 0,1-1 0 0 0,0 1 0 0 0,0-1 1 0 0,0 1-1 0 0,0-1 0 0 0,1 1 0 0 0,0-1 0 0 0,0 1 0 0 0,0 0 0 0 0,1 0 1 0 0,4-10-1 0 0,5-7-4179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00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44 2456 0 0,'31'-43'12548'0'0,"-30"43"-12382"0"0,0 1 0 0 0,0 0-1 0 0,0 0 1 0 0,-1 0 0 0 0,1 0 0 0 0,0-1-1 0 0,-1 1 1 0 0,1 0 0 0 0,-1 0 0 0 0,1 0-1 0 0,-1 0 1 0 0,1 2 0 0 0,0 16 569 0 0,-1 1 0 0 0,-1-1 1 0 0,-6 30-1 0 0,-17 62 246 0 0,15-73-749 0 0,-14 51 45 0 0,-9 41-644 0 0,29-108-1114 0 0,0 0 0 0 0,1 23 0 0 0,6-12-1975 0 0,6-13-2295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00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35 191 760 0 0,'10'-15'14484'0'0,"3"23"-13383"0"0,-8-5-929 0 0,0 1 0 0 0,0-1 0 0 0,0 0 0 0 0,1-1 0 0 0,-1 1 1 0 0,1-1-1 0 0,7 1 0 0 0,-4 0-97 0 0,1-2 0 0 0,1 1 0 0 0,-1-1 1 0 0,0-1-1 0 0,0 0 0 0 0,0 0 0 0 0,12-3 1 0 0,-19 3-74 0 0,0-1 1 0 0,1 0 0 0 0,-1 0-1 0 0,0 0 1 0 0,0 0-1 0 0,0-1 1 0 0,0 1 0 0 0,0-1-1 0 0,0 0 1 0 0,0 0-1 0 0,0 0 1 0 0,-1 0 0 0 0,1 0-1 0 0,-1 0 1 0 0,1-1 0 0 0,-1 1-1 0 0,0-1 1 0 0,0 0-1 0 0,0 0 1 0 0,0 0 0 0 0,-1 0-1 0 0,1 0 1 0 0,-1 0-1 0 0,2-6 1 0 0,-2 4-14 0 0,1-1 0 0 0,-1 0 1 0 0,-1 0-1 0 0,1 0 0 0 0,-1 0 0 0 0,0 0 1 0 0,0 0-1 0 0,-1 0 0 0 0,0 0 0 0 0,0 0 1 0 0,0 0-1 0 0,-1 0 0 0 0,-4-9 0 0 0,4 11 8 0 0,0-1 0 0 0,0 2 0 0 0,0-1 0 0 0,-1 0 0 0 0,1 0 0 0 0,-1 1 0 0 0,0-1 0 0 0,0 1 0 0 0,0 0 0 0 0,-1 0 0 0 0,1 0 0 0 0,-1 0 0 0 0,0 1 0 0 0,0-1 0 0 0,0 1 0 0 0,0 0 0 0 0,0 0 0 0 0,-5-1 0 0 0,5 2 19 0 0,0 1 0 0 0,0 0-1 0 0,0-1 1 0 0,0 2 0 0 0,0-1 0 0 0,1 0 0 0 0,-1 1-1 0 0,0-1 1 0 0,0 1 0 0 0,0 0 0 0 0,0 0 0 0 0,1 1 0 0 0,-1-1-1 0 0,-6 5 1 0 0,0-1 131 0 0,1 1 0 0 0,0 0-1 0 0,1 0 1 0 0,-9 9 0 0 0,9-8-57 0 0,1 0-1 0 0,0 1 1 0 0,0 0 0 0 0,1 0 0 0 0,0 1 0 0 0,1 0 0 0 0,0 0 0 0 0,0 0-1 0 0,1 1 1 0 0,0-1 0 0 0,-3 13 0 0 0,6-17-125 0 0,0-1 0 0 0,0 1 0 0 0,1-1 0 0 0,-1 1 0 0 0,1 0 0 0 0,1 0 0 0 0,-1-1 0 0 0,1 1 1 0 0,-1-1-1 0 0,1 1 0 0 0,0 0 0 0 0,1-1 0 0 0,-1 1 0 0 0,1-1 0 0 0,0 0 0 0 0,0 0 0 0 0,0 0 0 0 0,1 0 0 0 0,0 0 0 0 0,-1 0 0 0 0,1 0 0 0 0,1-1 0 0 0,-1 0 1 0 0,0 1-1 0 0,1-1 0 0 0,0 0 0 0 0,3 2 0 0 0,5 2-841 0 0,0 0 0 0 0,0-2 0 0 0,1 1 0 0 0,-1-1 0 0 0,1-1 0 0 0,0 0 0 0 0,0-1 0 0 0,1 0 0 0 0,-1-1 0 0 0,1-1 0 0 0,-1 0 0 0 0,1-1 0 0 0,-1 0 0 0 0,22-4 0 0 0,-5 0-2832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01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68 204 656 0 0,'25'-63'11595'0'0,"-25"56"-8607"0"0,-1 15-2039 0 0,-1 11-113 0 0,-58 202 2431 0 0,51-193-3103 0 0,0-6 36 0 0,9-22-200 0 0,0 1 0 0 0,0-1 0 0 0,0 0 1 0 0,0 0-1 0 0,-1 0 0 0 0,1 1 0 0 0,0-1 1 0 0,0 0-1 0 0,0 0 0 0 0,0 0 0 0 0,-1 0 0 0 0,1 0 1 0 0,0 0-1 0 0,0 1 0 0 0,-1-1 0 0 0,1 0 1 0 0,0 0-1 0 0,0 0 0 0 0,0 0 0 0 0,-1 0 0 0 0,1 0 1 0 0,0 0-1 0 0,0 0 0 0 0,-1 0 0 0 0,1 0 1 0 0,0 0-1 0 0,0 0 0 0 0,-1 0 0 0 0,1 0 0 0 0,0 0 1 0 0,0 0-1 0 0,-1 0 0 0 0,1 0 0 0 0,0-1 1 0 0,0 1-1 0 0,0 0 0 0 0,-1 0 0 0 0,1 0 0 0 0,0 0 1 0 0,0 0-1 0 0,0 0 0 0 0,-1-1 0 0 0,1 1 1 0 0,0 0-1 0 0,0 0 0 0 0,0 0 0 0 0,0-1 0 0 0,0 1 1 0 0,-1 0-1 0 0,1 0 0 0 0,0 0 0 0 0,0-1 1 0 0,0 1-1 0 0,0 0 0 0 0,0 0 0 0 0,0-1 0 0 0,0 1 1 0 0,0 0-1 0 0,0-1-5 0 0,-1-1 1 0 0,1 1-1 0 0,0 0 1 0 0,0 0 0 0 0,-1 0-1 0 0,1 0 1 0 0,0 0-1 0 0,0 0 1 0 0,0 0-1 0 0,0 0 1 0 0,1 0-1 0 0,-1 0 1 0 0,0 0-1 0 0,0 0 1 0 0,1 0-1 0 0,-1 0 1 0 0,1-2-1 0 0,0 1-15 0 0,3-15-99 0 0,0 0 0 0 0,1 1 0 0 0,1 0 0 0 0,0 0 0 0 0,2 0-1 0 0,-1 1 1 0 0,2 0 0 0 0,14-20 0 0 0,-16 26 87 0 0,0 1 0 0 0,0 0 0 0 0,1 0 0 0 0,-1 1 0 0 0,2 0 0 0 0,-1 0 0 0 0,1 1 0 0 0,0 0 0 0 0,0 0 0 0 0,1 1 0 0 0,0 0 0 0 0,0 1-1 0 0,20-6 1 0 0,-25 9 33 0 0,-1 1-1 0 0,1 0 0 0 0,-1 0 0 0 0,0 0 0 0 0,1 0 1 0 0,-1 0-1 0 0,1 1 0 0 0,-1 0 0 0 0,0 0 0 0 0,1 0 1 0 0,-1 1-1 0 0,0-1 0 0 0,0 1 0 0 0,0 0 0 0 0,0 0 1 0 0,0 1-1 0 0,-1-1 0 0 0,1 1 0 0 0,-1-1 0 0 0,1 1 1 0 0,4 6-1 0 0,-2-3 15 0 0,0 1-1 0 0,-1 0 1 0 0,0 0 0 0 0,0 0 0 0 0,-1 1-1 0 0,0 0 1 0 0,0 0 0 0 0,0 0 0 0 0,3 13-1 0 0,-5-14 6 0 0,-1-1 0 0 0,0 1-1 0 0,0-1 1 0 0,0 1-1 0 0,-1-1 1 0 0,0 1-1 0 0,0 0 1 0 0,-1-1-1 0 0,0 1 1 0 0,0-1 0 0 0,-3 9-1 0 0,-9 4 52 0 0,13-18-71 0 0,0-1 0 0 0,0 0 0 0 0,-1 1-1 0 0,1-1 1 0 0,0 0 0 0 0,-1 0 0 0 0,1 1-1 0 0,0-1 1 0 0,-1 0 0 0 0,1 0 0 0 0,0 0-1 0 0,-1 0 1 0 0,1 1 0 0 0,0-1 0 0 0,-1 0-1 0 0,1 0 1 0 0,-1 0 0 0 0,1 0 0 0 0,0 0-1 0 0,-1 0 1 0 0,1 0 0 0 0,0 0 0 0 0,-1 0-1 0 0,1 0 1 0 0,-1 0 0 0 0,1 0 0 0 0,0 0-1 0 0,-1 0 1 0 0,1 0 0 0 0,0-1 0 0 0,-1 1-1 0 0,1 0 1 0 0,-1 0 0 0 0,1 0 0 0 0,0-1-1 0 0,0 1 1 0 0,-1 0 0 0 0,1 0 0 0 0,0-1-1 0 0,-1 1 1 0 0,1 0 0 0 0,0-1 0 0 0,0 1-1 0 0,0 0 1 0 0,-1 0 0 0 0,1-1 0 0 0,0 1-1 0 0,0-1 1 0 0,0 1 0 0 0,-1-3-3 0 0,1 1 1 0 0,0 0-1 0 0,0 0 0 0 0,0 0 1 0 0,0 0-1 0 0,0 0 1 0 0,0 0-1 0 0,1 0 1 0 0,-1-1-1 0 0,1 1 1 0 0,0-2-1 0 0,1-3-5 0 0,4-14-12 0 0,0 0-1 0 0,2 1 1 0 0,0 0-1 0 0,1 0 1 0 0,1 1-1 0 0,1 0 1 0 0,16-21-1 0 0,-15 23-4 0 0,1 0 0 0 0,0 1-1 0 0,1 1 1 0 0,19-16 0 0 0,-25 24 14 0 0,1 0 0 0 0,0 0 0 0 0,1 1 1 0 0,-1 0-1 0 0,1 1 0 0 0,0 0 0 0 0,1 1 1 0 0,-1 0-1 0 0,16-3 0 0 0,-23 6 44 0 0,1 0 0 0 0,0 0 1 0 0,0 1-1 0 0,-1 0 0 0 0,1-1 0 0 0,0 2 0 0 0,0-1 0 0 0,-1 0 0 0 0,1 1 1 0 0,0-1-1 0 0,-1 1 0 0 0,1 0 0 0 0,0 0 0 0 0,-1 1 0 0 0,1-1 1 0 0,-1 1-1 0 0,0-1 0 0 0,1 1 0 0 0,-1 0 0 0 0,0 1 0 0 0,0-1 1 0 0,0 0-1 0 0,-1 1 0 0 0,1 0 0 0 0,0-1 0 0 0,-1 1 0 0 0,0 0 0 0 0,0 0 1 0 0,3 5-1 0 0,-1 0 142 0 0,-1 0 1 0 0,0 0-1 0 0,0 0 0 0 0,-1 0 1 0 0,0 0-1 0 0,0 1 0 0 0,-1-1 1 0 0,0 1-1 0 0,-1-1 0 0 0,0 1 1 0 0,-1 16-1 0 0,-4 2 398 0 0,-15 48 0 0 0,12-51-390 0 0,2 1 0 0 0,-5 28 1 0 0,12-49-162 0 0,-1-3-25 0 0,0 0 0 0 0,1-1 0 0 0,-1 1 0 0 0,0 0 0 0 0,1-1 0 0 0,-1 1 0 0 0,0 0 0 0 0,1 0 1 0 0,-1-1-1 0 0,1 1 0 0 0,-1-1 0 0 0,1 1 0 0 0,-1 0 0 0 0,1-1 0 0 0,-1 1 0 0 0,1-1 1 0 0,-1 0-1 0 0,1 1 0 0 0,0-1 0 0 0,-1 1 0 0 0,1-1 0 0 0,0 0 0 0 0,0 1 0 0 0,-1-1 1 0 0,1 0-1 0 0,0 0 0 0 0,0 0 0 0 0,-1 0 0 0 0,1 1 0 0 0,0-1 0 0 0,0 0 0 0 0,0 0 0 0 0,0-1-27 0 0,8 2-342 0 0,-1 0 1 0 0,0-1 0 0 0,1 0 0 0 0,-1 0 0 0 0,1-1-1 0 0,-1 0 1 0 0,1 0 0 0 0,-1-1 0 0 0,0 0 0 0 0,8-4-1 0 0,-9 4-61 0 0,20-7-4190 0 0,50-23-1 0 0,-41 13-2954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02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511 124 1832 0 0,'-1'-7'875'0'0,"-1"0"-1"0"0,1 0 1 0 0,-2 1-1 0 0,1-1 0 0 0,-1 1 1 0 0,0 0-1 0 0,-6-10 1 0 0,6 11-625 0 0,0 0 1 0 0,-1 0-1 0 0,1 1 1 0 0,-1-1 0 0 0,0 1-1 0 0,-1 0 1 0 0,1 0-1 0 0,-1 1 1 0 0,1 0 0 0 0,-1-1-1 0 0,0 1 1 0 0,0 1-1 0 0,-1-1 1 0 0,-9-3-1 0 0,11 6-207 0 0,-1-1 0 0 0,1 1 0 0 0,0 0 0 0 0,-1 0 0 0 0,1 0 0 0 0,0 1 0 0 0,0-1 0 0 0,-1 1 0 0 0,1 0-1 0 0,0 1 1 0 0,0-1 0 0 0,0 1 0 0 0,0-1 0 0 0,0 1 0 0 0,0 0 0 0 0,-5 5 0 0 0,-3 1 21 0 0,1 1 0 0 0,0 0 0 0 0,-15 17 0 0 0,8-6-2 0 0,1 0 0 0 0,1 1 0 0 0,-15 26 0 0 0,24-34-38 0 0,0 0-1 0 0,1 1 0 0 0,0-1 0 0 0,1 1 0 0 0,1 0 1 0 0,0 0-1 0 0,-2 19 0 0 0,5-28-13 0 0,1-1-1 0 0,0 1 1 0 0,0 0 0 0 0,0 0 0 0 0,0-1-1 0 0,1 1 1 0 0,0 0 0 0 0,0 0-1 0 0,0-1 1 0 0,0 1 0 0 0,1-1 0 0 0,0 1-1 0 0,0-1 1 0 0,0 0 0 0 0,0 0 0 0 0,6 8-1 0 0,-4-8 0 0 0,1 1-1 0 0,-1-1 1 0 0,1 0-1 0 0,0 0 1 0 0,0 0-1 0 0,1-1 1 0 0,-1 0-1 0 0,1 0 1 0 0,-1 0-1 0 0,1 0 1 0 0,10 2-1 0 0,-6-2-1 0 0,-1-1-1 0 0,1-1 1 0 0,-1 1 0 0 0,1-1-1 0 0,-1-1 1 0 0,1 0-1 0 0,0 0 1 0 0,-1-1-1 0 0,1 0 1 0 0,-1 0-1 0 0,1-1 1 0 0,-1-1-1 0 0,0 0 1 0 0,0 0 0 0 0,0 0-1 0 0,15-9 1 0 0,-13 3-10 0 0,0 1 0 0 0,-1-1 0 0 0,0-1 0 0 0,-1 0 0 0 0,0 0 0 0 0,0-1 0 0 0,-1 0 0 0 0,-1-1 0 0 0,0 1 0 0 0,0-2 0 0 0,-1 1 0 0 0,6-19 0 0 0,1-11 393 0 0,-1-1 0 0 0,9-64 1 0 0,-21 102-258 0 0,-2 5-48 0 0,-6 11-16 0 0,-8 21-22 0 0,-71 256 844 0 0,22 7 309 0 0,47-203-954 0 0,-12 57 70 0 0,-59 248 228 0 0,89-394-539 0 0,-6 17 49 0 0,0 0-1 0 0,-12 25 0 0 0,16-42-46 0 0,1 1 0 0 0,-1 0 0 0 0,0 0 0 0 0,-1-1 0 0 0,1 1 0 0 0,-1-1 0 0 0,1 1 0 0 0,-1-1 0 0 0,0 0-1 0 0,-1 0 1 0 0,1-1 0 0 0,0 1 0 0 0,-1 0 0 0 0,1-1 0 0 0,-1 0 0 0 0,0 0 0 0 0,-6 2 0 0 0,6-3-6 0 0,0-1-1 0 0,1 0 1 0 0,-1 0 0 0 0,1 0 0 0 0,-1 0 0 0 0,1 0 0 0 0,-1-1-1 0 0,0 0 1 0 0,1 0 0 0 0,0 0 0 0 0,-1 0 0 0 0,1 0 0 0 0,0-1-1 0 0,-1 0 1 0 0,-5-3 0 0 0,-1-2-4 0 0,0 0 0 0 0,1-1 0 0 0,-11-11 0 0 0,13 12 1 0 0,1 0 1 0 0,0 0-1 0 0,0 0 0 0 0,1-1 0 0 0,0 0 1 0 0,0 0-1 0 0,1-1 0 0 0,0 1 0 0 0,0-1 1 0 0,1 0-1 0 0,0 0 0 0 0,-3-17 0 0 0,5 15 3 0 0,0-1 1 0 0,1 1-1 0 0,0 0 0 0 0,1-1 0 0 0,0 1 0 0 0,1 0 0 0 0,0 0 0 0 0,1 0 0 0 0,0 0 0 0 0,7-15 0 0 0,4-5-31 0 0,2 2 0 0 0,1 0 0 0 0,0 1 0 0 0,3 1 0 0 0,39-44 0 0 0,128-109-406 0 0,78-32-3 0 0,-8 9 50 0 0,-226 175 287 0 0,48-55 1 0 0,-68 69 84 0 0,0 0 0 0 0,-1-1 0 0 0,-1 0 0 0 0,0-1 0 0 0,-1 0 0 0 0,9-28 0 0 0,-16 40 15 0 0,0 0 0 0 0,0 0-1 0 0,0 0 1 0 0,-1 0 0 0 0,1 0-1 0 0,-1 0 1 0 0,0 0 0 0 0,0 0-1 0 0,-1 0 1 0 0,1 0 0 0 0,-1 1-1 0 0,-2-9 1 0 0,2 10 2 0 0,1 0-1 0 0,-1 0 0 0 0,0 0 1 0 0,0 1-1 0 0,-1-1 1 0 0,1 0-1 0 0,0 0 0 0 0,-1 1 1 0 0,1-1-1 0 0,-1 1 1 0 0,1-1-1 0 0,-1 1 1 0 0,0 0-1 0 0,1-1 0 0 0,-1 1 1 0 0,0 0-1 0 0,0 0 1 0 0,0 0-1 0 0,0 0 1 0 0,0 1-1 0 0,0-1 0 0 0,0 1 1 0 0,0-1-1 0 0,-5 0 1 0 0,3 1-1 0 0,0 1 1 0 0,-1-1 0 0 0,1 1 0 0 0,0-1 0 0 0,0 1 0 0 0,-1 0-1 0 0,1 1 1 0 0,0-1 0 0 0,0 1 0 0 0,0-1 0 0 0,1 1 0 0 0,-8 5-1 0 0,0 0-2 0 0,1 1 0 0 0,-18 17 0 0 0,24-21 2 0 0,0 0 0 0 0,1 1 0 0 0,-1-1 0 0 0,1 0 0 0 0,0 1 0 0 0,0 0 0 0 0,0 0 0 0 0,1 0 0 0 0,0 0 0 0 0,0 0 0 0 0,0 0 0 0 0,0 1 1 0 0,1-1-1 0 0,0 0 0 0 0,0 7 0 0 0,1-7 2 0 0,0-1 0 0 0,0 0 1 0 0,1 0-1 0 0,0 0 0 0 0,-1 0 0 0 0,2 0 1 0 0,-1 0-1 0 0,0 0 0 0 0,1-1 1 0 0,0 1-1 0 0,0 0 0 0 0,0-1 1 0 0,0 1-1 0 0,0-1 0 0 0,1 0 1 0 0,0 1-1 0 0,-1-1 0 0 0,1 0 1 0 0,0-1-1 0 0,0 1 0 0 0,4 2 1 0 0,6 3-45 0 0,-1-1 1 0 0,1 0 0 0 0,1-1 0 0 0,-1-1-1 0 0,1 0 1 0 0,0-1 0 0 0,0 0 0 0 0,1-1-1 0 0,-1 0 1 0 0,1-1 0 0 0,-1-1 0 0 0,1-1 0 0 0,0 0-1 0 0,-1 0 1 0 0,1-2 0 0 0,0 0 0 0 0,-1 0-1 0 0,0-2 1 0 0,20-6 0 0 0,-28 7 23 0 0,-1 1-1 0 0,0-1 1 0 0,0 0 0 0 0,0-1 0 0 0,-1 1 0 0 0,1-1-1 0 0,-1 0 1 0 0,0 0 0 0 0,0 0 0 0 0,0-1 0 0 0,3-5-1 0 0,-5 7 19 0 0,0 0-1 0 0,0 1 1 0 0,-1-1-1 0 0,0 0 1 0 0,1 0 0 0 0,-1-1-1 0 0,0 1 1 0 0,0 0-1 0 0,0 0 1 0 0,-1 0-1 0 0,1-1 1 0 0,-1 1-1 0 0,0 0 1 0 0,0-1-1 0 0,0 1 1 0 0,0 0-1 0 0,-1-1 1 0 0,1 1-1 0 0,-1 0 1 0 0,-1-4 0 0 0,0 3 17 0 0,1 3-11 0 0,0-1 0 0 0,1 1 0 0 0,-1-1 0 0 0,0 1 0 0 0,0-1 0 0 0,0 1 1 0 0,-1 0-1 0 0,1-1 0 0 0,0 1 0 0 0,0 0 0 0 0,-1 0 0 0 0,1 0 0 0 0,0 0 1 0 0,-1 0-1 0 0,1 0 0 0 0,-1 1 0 0 0,0-1 0 0 0,1 0 0 0 0,-1 1 0 0 0,1-1 1 0 0,-1 1-1 0 0,0 0 0 0 0,0-1 0 0 0,1 1 0 0 0,-1 0 0 0 0,0 0 0 0 0,1 0 1 0 0,-1 0-1 0 0,0 0 0 0 0,0 1 0 0 0,1-1 0 0 0,-1 0 0 0 0,0 1 0 0 0,1 0 1 0 0,-3 0-1 0 0,-1 1 12 0 0,-2 0 13 0 0,0 1-1 0 0,1 0 0 0 0,0 0 0 0 0,-1 1 1 0 0,1-1-1 0 0,1 1 0 0 0,-1 1 1 0 0,-10 9-1 0 0,0 2 36 0 0,-18 25 0 0 0,24-29-47 0 0,1 1-1 0 0,0 0 0 0 0,1 1 0 0 0,0 0 1 0 0,2 0-1 0 0,-1 1 0 0 0,2-1 0 0 0,0 2 1 0 0,-4 17-1 0 0,8-27-178 0 0,0-1 0 0 0,1 1 0 0 0,-1-1 0 0 0,1 1 0 0 0,0-1 0 0 0,1 1 0 0 0,-1-1 1 0 0,1 1-1 0 0,0-1 0 0 0,0 0 0 0 0,1 1 0 0 0,0-1 0 0 0,0 0 0 0 0,0 0 0 0 0,0 0 0 0 0,1 0 0 0 0,0 0 0 0 0,0-1 0 0 0,0 1 0 0 0,1-1 0 0 0,-1 0 1 0 0,1 0-1 0 0,0 0 0 0 0,0 0 0 0 0,0-1 0 0 0,1 1 0 0 0,-1-1 0 0 0,1-1 0 0 0,7 5 0 0 0,0-2-741 0 0,0-1-1 0 0,0 0 1 0 0,0-1 0 0 0,0 0-1 0 0,0 0 1 0 0,1-2 0 0 0,23 1-1 0 0,-8-3-1845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03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330 242 504 0 0,'6'-14'2116'0'0,"0"0"-1"0"0,5-22 1 0 0,-9 32-1811 0 0,-2 0 0 0 0,1 0 0 0 0,0 1 0 0 0,-1-1 0 0 0,1 0 0 0 0,-1 0 0 0 0,0 0 0 0 0,-1 0 0 0 0,1 0 0 0 0,-1 0 0 0 0,1 1 0 0 0,-1-1 0 0 0,0 0 0 0 0,-1 0 0 0 0,-1-4 0 0 0,2 7-213 0 0,-1-1 0 0 0,1 1 0 0 0,0-1 0 0 0,-1 1 0 0 0,1 0 0 0 0,-1 0 0 0 0,1 0 0 0 0,-1 0 0 0 0,0 0 0 0 0,0 0 0 0 0,1 0 0 0 0,-1 0 0 0 0,0 1 0 0 0,0-1 0 0 0,0 1 0 0 0,0-1 0 0 0,0 1 0 0 0,1 0 0 0 0,-1 0 0 0 0,0 0 0 0 0,0 0 1 0 0,0 0-1 0 0,0 0 0 0 0,0 0 0 0 0,0 1 0 0 0,0-1 0 0 0,0 1 0 0 0,0-1 0 0 0,-1 2 0 0 0,-8 1 204 0 0,0 2 0 0 0,0-1 0 0 0,-14 9 0 0 0,4 0-96 0 0,1 1 1 0 0,0 1-1 0 0,0 1 0 0 0,2 0 0 0 0,0 2 0 0 0,1 0 1 0 0,1 1-1 0 0,0 0 0 0 0,-25 43 0 0 0,37-53-172 0 0,-1 0-1 0 0,1 0 0 0 0,1 0 0 0 0,0 0 1 0 0,0 0-1 0 0,0 1 0 0 0,2-1 1 0 0,-1 1-1 0 0,0 10 0 0 0,2-16-42 0 0,0-1 1 0 0,0 0-1 0 0,1 1 0 0 0,-1-1 1 0 0,1 0-1 0 0,0 0 1 0 0,0 0-1 0 0,0 0 0 0 0,0 1 1 0 0,1-1-1 0 0,-1-1 0 0 0,1 1 1 0 0,-1 0-1 0 0,1 0 0 0 0,0-1 1 0 0,0 1-1 0 0,1-1 0 0 0,-1 1 1 0 0,0-1-1 0 0,1 0 0 0 0,-1 0 1 0 0,1 0-1 0 0,0 0 0 0 0,0 0 1 0 0,0-1-1 0 0,-1 1 1 0 0,2-1-1 0 0,-1 0 0 0 0,5 1 1 0 0,-5 0-43 0 0,1-1 1 0 0,0 0 0 0 0,1-1-1 0 0,-1 1 1 0 0,0-1-1 0 0,0 0 1 0 0,0 0 0 0 0,0 0-1 0 0,0 0 1 0 0,0-1 0 0 0,0 1-1 0 0,0-1 1 0 0,0 0 0 0 0,0-1-1 0 0,0 1 1 0 0,4-2-1 0 0,-2-1 7 0 0,0 1 1 0 0,-1-1-1 0 0,1 0 0 0 0,-1-1 0 0 0,0 1 0 0 0,0-1 0 0 0,-1 0 0 0 0,1 0 0 0 0,3-6 0 0 0,3-7-6 0 0,-1 0 1 0 0,0-1-1 0 0,-2 0 1 0 0,0 0-1 0 0,7-27 1 0 0,-4 11 434 0 0,8-58 1 0 0,-53 190 1340 0 0,32-87-1754 0 0,0 1 1 0 0,0-1 0 0 0,1 1-1 0 0,1 0 1 0 0,0-1 0 0 0,0 1-1 0 0,1-1 1 0 0,0 1 0 0 0,1 0-1 0 0,0-1 1 0 0,6 16-1 0 0,-6-21-181 0 0,0 0-1 0 0,0-1 0 0 0,0 1 0 0 0,1-1 0 0 0,0 0 0 0 0,0 0 0 0 0,0 0 1 0 0,0 0-1 0 0,1 0 0 0 0,-1-1 0 0 0,1 1 0 0 0,0-1 0 0 0,0 0 0 0 0,0 0 1 0 0,0-1-1 0 0,1 1 0 0 0,-1-1 0 0 0,1 0 0 0 0,0 0 0 0 0,-1 0 0 0 0,1-1 1 0 0,0 0-1 0 0,0 0 0 0 0,0 0 0 0 0,10 0 0 0 0,-7 0-93 0 0,1-2 0 0 0,-1 1 1 0 0,0-1-1 0 0,1 0 0 0 0,-1 0 0 0 0,0-1 0 0 0,0-1 0 0 0,0 1 0 0 0,0-1 0 0 0,0 0 1 0 0,-1-1-1 0 0,9-5 0 0 0,-6 2 120 0 0,0 0 1 0 0,-1-1-1 0 0,0 0 1 0 0,0-1-1 0 0,0 0 1 0 0,-1 0 0 0 0,9-15-1 0 0,2-7 720 0 0,-1-2 1 0 0,-2 0-1 0 0,-2 0 0 0 0,16-53 0 0 0,-23 59 835 0 0,-1-1-1 0 0,3-40 1 0 0,-1 11 1019 0 0,-8 55-2152 0 0,-15 90 3627 0 0,-50 313 899 0 0,-64 196-1978 0 0,114-540-2546 0 0,-41 102 1 0 0,47-139-232 0 0,0-1 1 0 0,-1 0-1 0 0,-1 0 0 0 0,-1-1 1 0 0,-1-1-1 0 0,0 0 1 0 0,-1 0-1 0 0,-25 21 0 0 0,33-33-393 0 0,-1 0-1 0 0,1 0 1 0 0,-15 7-1 0 0,19-11 55 0 0,-1 0-1 0 0,1 0 1 0 0,-1-1-1 0 0,1 1 1 0 0,-1 0-1 0 0,1-1 1 0 0,-1 0 0 0 0,1 1-1 0 0,-1-1 1 0 0,0 0-1 0 0,1 0 1 0 0,-1-1-1 0 0,1 1 1 0 0,-1 0-1 0 0,-2-2 1 0 0,4 2 114 0 0,-1-1 1 0 0,1 0-1 0 0,0 1 1 0 0,0-1-1 0 0,0 0 1 0 0,0 0-1 0 0,0 0 0 0 0,0 0 1 0 0,0 0-1 0 0,0 0 1 0 0,0 0-1 0 0,0 0 1 0 0,1 0-1 0 0,-1 0 0 0 0,0 0 1 0 0,1-1-1 0 0,-1 1 1 0 0,1 0-1 0 0,-1 0 1 0 0,1-1-1 0 0,0 1 1 0 0,-1 0-1 0 0,1-3 0 0 0,0-30-4197 0 0,4 9 694 0 0,1-8-1456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03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0 119 2316 0 0,'8'-13'1311'0'0,"0"-1"0"0"0,1 1 0 0 0,0 1 0 0 0,18-19 0 0 0,-24 28-1054 0 0,2-1-1 0 0,-1 1 0 0 0,0 0 1 0 0,1 0-1 0 0,-1 0 0 0 0,1 0 0 0 0,0 1 1 0 0,0 0-1 0 0,0 0 0 0 0,0 0 1 0 0,0 1-1 0 0,1 0 0 0 0,-1 0 0 0 0,0 0 1 0 0,1 0-1 0 0,-1 1 0 0 0,7 0 1 0 0,-2 1-25 0 0,0 0 1 0 0,0 1 0 0 0,0 0 0 0 0,-1 0 0 0 0,1 1 0 0 0,0 1 0 0 0,-1-1 0 0 0,0 1 0 0 0,0 1 0 0 0,0 0 0 0 0,-1 0-1 0 0,1 1 1 0 0,-1 0 0 0 0,10 10 0 0 0,-13-11-137 0 0,-1-1-1 0 0,0 1 1 0 0,0 0-1 0 0,0 0 1 0 0,0 1-1 0 0,-1-1 1 0 0,0 1-1 0 0,0 0 1 0 0,0 0-1 0 0,-1 0 1 0 0,0 0-1 0 0,0 0 1 0 0,-1 0-1 0 0,1 1 1 0 0,-1-1-1 0 0,-1 1 1 0 0,1-1-1 0 0,-1 1 1 0 0,0-1-1 0 0,-1 1 1 0 0,0-1-1 0 0,0 0 1 0 0,-2 9-1 0 0,0-6-19 0 0,0-1-1 0 0,-1 1 0 0 0,0-1 1 0 0,-1 1-1 0 0,0-1 0 0 0,0-1 1 0 0,0 1-1 0 0,-1-1 1 0 0,0 0-1 0 0,-1 0 0 0 0,1 0 1 0 0,-2-1-1 0 0,-9 7 0 0 0,5-5-104 0 0,0-1 1 0 0,0 0-1 0 0,-1 0 0 0 0,0-2 0 0 0,0 1 0 0 0,0-2 0 0 0,-28 6 1 0 0,40-9-81 0 0,0-1 1 0 0,0 0 0 0 0,0 1 0 0 0,1-1 0 0 0,-1 0 0 0 0,0 0 0 0 0,0 0 0 0 0,0 0 0 0 0,0 0 0 0 0,0 0 0 0 0,0 0 0 0 0,0 0-1 0 0,0 0 1 0 0,0-1 0 0 0,0 1 0 0 0,0 0 0 0 0,0-1 0 0 0,0 1 0 0 0,0-1 0 0 0,0 1 0 0 0,0-1 0 0 0,0 1 0 0 0,-1-2 0 0 0,2 1-22 0 0,-1 0 0 0 0,1 0 0 0 0,0 0 0 0 0,-1 0 1 0 0,1 0-1 0 0,0 0 0 0 0,0 0 0 0 0,0 0 0 0 0,0 0 1 0 0,0 0-1 0 0,0 0 0 0 0,0 0 0 0 0,0 0 1 0 0,0 0-1 0 0,1 0 0 0 0,-1 0 0 0 0,0 0 0 0 0,1-1 1 0 0,3-5-540 0 0,-1-1 0 0 0,1 2 0 0 0,0-1 0 0 0,6-8 0 0 0,53-53-5045 0 0,-39 41 2142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04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35 171 60 0 0,'19'-48'6131'0'0,"16"-60"0"0"0,-30 94-3642 0 0,-7 29-1544 0 0,-7 31-153 0 0,-55 398 2466 0 0,57-384-3114 0 0,-4 100 125 0 0,11-159-265 0 0,0 0-1 0 0,-1 0 0 0 0,1 0 0 0 0,0 1 1 0 0,0-1-1 0 0,0 0 0 0 0,0 0 1 0 0,0 0-1 0 0,1 1 0 0 0,-1-1 1 0 0,0 0-1 0 0,0 0 0 0 0,1 0 1 0 0,-1 0-1 0 0,1 1 0 0 0,-1-1 1 0 0,1 0-1 0 0,-1 0 0 0 0,2 1 1 0 0,-1-1-3 0 0,0-1 0 0 0,-1 0 0 0 0,1 0 1 0 0,0 0-1 0 0,-1 0 0 0 0,1 0 0 0 0,0 0 1 0 0,-1 0-1 0 0,1 0 0 0 0,0 0 0 0 0,-1 0 1 0 0,1 0-1 0 0,0 0 0 0 0,-1 0 0 0 0,1-1 0 0 0,-1 1 1 0 0,1 0-1 0 0,0 0 0 0 0,-1-1 0 0 0,1 1 1 0 0,-1-1-1 0 0,1 1 0 0 0,-1 0 0 0 0,2-1 1 0 0,4-5-23 0 0,1 0 1 0 0,-1 0-1 0 0,10-13 1 0 0,37-62-194 0 0,-37 54 108 0 0,34-43-1 0 0,-45 65 103 0 0,-2 0-7 0 0,1 0 0 0 0,0 0 1 0 0,1 0-1 0 0,-1 1 1 0 0,1-1-1 0 0,0 1 1 0 0,0 1-1 0 0,0-1 1 0 0,1 1-1 0 0,-1-1 1 0 0,8-2-1 0 0,-12 6 14 0 0,0 0 0 0 0,0 0 0 0 0,-1 0 0 0 0,1 0 1 0 0,0 0-1 0 0,0 0 0 0 0,0 0 0 0 0,0 0 0 0 0,0 0 0 0 0,0 0 0 0 0,-1 1 0 0 0,1-1 0 0 0,0 0 0 0 0,0 1 0 0 0,0-1 0 0 0,-1 0 0 0 0,1 1 0 0 0,0-1 1 0 0,0 1-1 0 0,-1-1 0 0 0,1 1 0 0 0,0 0 0 0 0,-1-1 0 0 0,1 1 0 0 0,-1 0 0 0 0,1-1 0 0 0,-1 1 0 0 0,1 0 0 0 0,-1-1 0 0 0,1 1 0 0 0,-1 0 1 0 0,0 0-1 0 0,1 0 0 0 0,-1 0 0 0 0,0-1 0 0 0,0 3 0 0 0,5 33 119 0 0,-5-32-100 0 0,1 19 49 0 0,-2-1 0 0 0,-5 26 1 0 0,4-34-66 0 0,0 0 0 0 0,0 0 0 0 0,2 0 0 0 0,0 0 0 0 0,0 0 1 0 0,1 0-1 0 0,1 0 0 0 0,4 18 0 0 0,-5-30-48 0 0,-1 1 1 0 0,1-1 0 0 0,0 0-1 0 0,0 0 1 0 0,0 1 0 0 0,0-1-1 0 0,0 0 1 0 0,1 0 0 0 0,-1 0-1 0 0,1 0 1 0 0,-1 0 0 0 0,1-1-1 0 0,0 1 1 0 0,0 0 0 0 0,0-1-1 0 0,0 1 1 0 0,0-1-1 0 0,0 0 1 0 0,0 0 0 0 0,0 0-1 0 0,0 0 1 0 0,0 0 0 0 0,1 0-1 0 0,-1 0 1 0 0,0-1 0 0 0,1 1-1 0 0,-1-1 1 0 0,1 0 0 0 0,-1 1-1 0 0,1-1 1 0 0,-1 0-1 0 0,0-1 1 0 0,1 1 0 0 0,-1 0-1 0 0,1-1 1 0 0,2 0 0 0 0,3-2-169 0 0,0 1 1 0 0,0-1 0 0 0,0-1-1 0 0,-1 0 1 0 0,0 0 0 0 0,1 0-1 0 0,-1-1 1 0 0,-1 0 0 0 0,10-9-1 0 0,1-3-28 0 0,-1-2 0 0 0,-1 0-1 0 0,-1 0 1 0 0,0-1 0 0 0,-2-1 0 0 0,11-22-1 0 0,-6 5 927 0 0,-2-1 0 0 0,18-68 0 0 0,-19 43 1810 0 0,-13 61-1986 0 0,-3 5-452 0 0,0 0 0 0 0,1 0-1 0 0,0 0 1 0 0,-1 0 0 0 0,1 1-1 0 0,0-1 1 0 0,0 0-1 0 0,0 0 1 0 0,-1 5 0 0 0,-7 25 368 0 0,-11 56 0 0 0,19-77-398 0 0,-1 1 1 0 0,2 0-1 0 0,0-1 0 0 0,0 1 1 0 0,1 0-1 0 0,0-1 0 0 0,1 1 1 0 0,4 15-1 0 0,-4-23-162 0 0,-1 1-1 0 0,1-1 1 0 0,1 0-1 0 0,-1 0 1 0 0,0 0 0 0 0,1-1-1 0 0,0 1 1 0 0,0 0-1 0 0,0-1 1 0 0,5 5 0 0 0,-4-5-312 0 0,-1-1 0 0 0,0 0 0 0 0,1 1 0 0 0,0-1 0 0 0,-1 0 1 0 0,1-1-1 0 0,0 1 0 0 0,0-1 0 0 0,0 1 0 0 0,8 0 0 0 0,-9-2-76 0 0,1 0 0 0 0,-1 0 0 0 0,0 0 0 0 0,0 0 0 0 0,0-1 0 0 0,0 0 0 0 0,-1 1 0 0 0,1-1 0 0 0,0 0 0 0 0,0 0 0 0 0,0-1 0 0 0,0 1 0 0 0,-1-1 0 0 0,4-2 0 0 0,8-6-4649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04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63 2180 0 0,'-10'-12'2080'0'0,"1"1"-563"0"0,1 3-125 0 0,1-1-408 0 0,-2 0 456 0 0,-3 1-524 0 0,2 3-160 0 0,-6 12-892 0 0,11 6-600 0 0,3-1-16 0 0,1-1-336 0 0,2 6-1620 0 0,1-3-733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04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52 2116 0 0,'3'0'4177'0'0,"20"-5"481"0"0,-22 5-4469 0 0,0-1 1 0 0,0 1-1 0 0,-1-1 1 0 0,1 1-1 0 0,0-1 0 0 0,0 1 1 0 0,-1-1-1 0 0,1 1 1 0 0,0-1-1 0 0,-1 0 0 0 0,1 1 1 0 0,0-1-1 0 0,-1 0 1 0 0,1 0-1 0 0,-1 1 0 0 0,1-1 1 0 0,-1 0-1 0 0,0 0 1 0 0,1 0-1 0 0,-1 0 0 0 0,0 1 1 0 0,1-1-1 0 0,-1 0 1 0 0,0 0-1 0 0,0 0 0 0 0,0-1 1 0 0,0 1-114 0 0,-1 0 0 0 0,1 0 0 0 0,-1-1 0 0 0,0 1 0 0 0,1 0 1 0 0,-1 0-1 0 0,0 0 0 0 0,0 0 0 0 0,0 1 0 0 0,1-1 0 0 0,-1 0 0 0 0,0 0 0 0 0,0 0 1 0 0,0 1-1 0 0,0-1 0 0 0,0 1 0 0 0,-1-1 0 0 0,1 0 0 0 0,0 1 0 0 0,0 0 0 0 0,0-1 1 0 0,0 1-1 0 0,-2 0 0 0 0,2-1-22 0 0,-5-1 27 0 0,-1 0-1 0 0,0 1 1 0 0,0 0-1 0 0,0 0 1 0 0,0 0-1 0 0,1 1 0 0 0,-1 0 1 0 0,0 1-1 0 0,0-1 1 0 0,0 1-1 0 0,-10 3 1 0 0,7-1-43 0 0,0 0 0 0 0,0 1 1 0 0,1 0-1 0 0,-1 0 0 0 0,1 1 1 0 0,0 0-1 0 0,-14 12 0 0 0,17-12-37 0 0,-1 1-1 0 0,0 0 1 0 0,1 0-1 0 0,1 1 0 0 0,-1 0 1 0 0,1 0-1 0 0,0 0 1 0 0,0 1-1 0 0,-4 9 0 0 0,7-11 4 0 0,0-1 0 0 0,0 1 0 0 0,1 0 0 0 0,-1 0-1 0 0,1-1 1 0 0,0 1 0 0 0,1 0 0 0 0,-1 0 0 0 0,1 0 0 0 0,1 0-1 0 0,-1 0 1 0 0,1 0 0 0 0,0-1 0 0 0,2 9 0 0 0,0-6-267 0 0,0-1 0 0 0,1 1 1 0 0,0-1-1 0 0,0 0 1 0 0,0 0-1 0 0,1-1 0 0 0,0 1 1 0 0,0-1-1 0 0,1 0 0 0 0,0-1 1 0 0,0 1-1 0 0,0-1 0 0 0,1 0 1 0 0,-1-1-1 0 0,1 1 0 0 0,0-1 1 0 0,12 4-1 0 0,-1 0-1206 0 0,2-1-1 0 0,-1-1 1 0 0,1-1 0 0 0,0 0-1 0 0,37 3 1 0 0,-26-6-1863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05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291 683 136 0 0,'16'-20'3485'0'0,"25"-40"-1"0"0,-38 55-3044 0 0,0-1 1 0 0,0 1-1 0 0,0-1 0 0 0,-1 0 0 0 0,0 0 0 0 0,0 0 0 0 0,0 0 0 0 0,-1-1 1 0 0,0 1-1 0 0,0 0 0 0 0,-1 0 0 0 0,0-1 0 0 0,0-7 0 0 0,0 12-348 0 0,-1 1 1 0 0,1-1-1 0 0,0 1 0 0 0,-1-1 1 0 0,1 1-1 0 0,-1-1 0 0 0,1 1 0 0 0,-1-1 1 0 0,0 1-1 0 0,0 0 0 0 0,0-1 0 0 0,0 1 1 0 0,0 0-1 0 0,0 0 0 0 0,0 0 1 0 0,0-1-1 0 0,0 1 0 0 0,0 1 0 0 0,-1-1 1 0 0,1 0-1 0 0,-3-1 0 0 0,1 1 19 0 0,0 0 0 0 0,0 0 0 0 0,0 0 0 0 0,0 1 0 0 0,-1-1 0 0 0,1 1 0 0 0,0 0 1 0 0,0 0-1 0 0,0 0 0 0 0,-5 1 0 0 0,-4 2 119 0 0,-1 0 0 0 0,1 0 0 0 0,-1 1 0 0 0,-14 7 0 0 0,6 0-25 0 0,0 0 1 0 0,1 1-1 0 0,0 1 1 0 0,-23 20-1 0 0,30-22-149 0 0,1 0 0 0 0,0 1 0 0 0,1 1 0 0 0,0 0 0 0 0,0 1 0 0 0,-13 24 0 0 0,22-34-49 0 0,0 0 0 0 0,0 0 0 0 0,0 0 0 0 0,1 0 0 0 0,-1 0-1 0 0,1 0 1 0 0,0 1 0 0 0,0-1 0 0 0,1 0 0 0 0,-1 1-1 0 0,1-1 1 0 0,0 0 0 0 0,0 1 0 0 0,1-1 0 0 0,-1 0 0 0 0,1 1-1 0 0,1 4 1 0 0,0-5-38 0 0,0 0 0 0 0,0 0 0 0 0,0 0 1 0 0,1-1-1 0 0,-1 1 0 0 0,1-1 0 0 0,0 0 0 0 0,0 0 0 0 0,0 0 0 0 0,0 0 0 0 0,1 0 0 0 0,-1-1 1 0 0,1 1-1 0 0,0-1 0 0 0,0 0 0 0 0,0 0 0 0 0,5 2 0 0 0,-3-2-83 0 0,0 0-1 0 0,0 0 1 0 0,0-1 0 0 0,0 1-1 0 0,0-1 1 0 0,0 0-1 0 0,0-1 1 0 0,0 0 0 0 0,0 0-1 0 0,0 0 1 0 0,0 0-1 0 0,0-1 1 0 0,1 0 0 0 0,-1-1-1 0 0,-1 1 1 0 0,1-1 0 0 0,0 0-1 0 0,10-6 1 0 0,-8 3 43 0 0,0 0 0 0 0,0 0 0 0 0,-1-1 0 0 0,0 0 0 0 0,0-1 0 0 0,-1 0 0 0 0,1 0 0 0 0,-2 0 0 0 0,1-1 0 0 0,-1 1 0 0 0,8-17 0 0 0,16-47 205 0 0,-16 37 303 0 0,-2 3-54 0 0,-10 29-87 0 0,-2 23 334 0 0,-7 24-84 0 0,-6 57 32 0 0,13-90-540 0 0,1 1 0 0 0,1-1 1 0 0,0 0-1 0 0,0 1 0 0 0,1-1 0 0 0,5 16 1 0 0,-6-25-34 0 0,-1 0 0 0 0,1-1 1 0 0,0 1-1 0 0,1 0 0 0 0,-1-1 1 0 0,0 1-1 0 0,1-1 0 0 0,0 1 1 0 0,-1-1-1 0 0,1 0 0 0 0,0 0 1 0 0,0 1-1 0 0,0-1 0 0 0,0-1 1 0 0,1 1-1 0 0,-1 0 0 0 0,1 0 1 0 0,-1-1-1 0 0,1 0 0 0 0,-1 1 1 0 0,1-1-1 0 0,0 0 0 0 0,-1 0 1 0 0,1 0-1 0 0,0-1 0 0 0,5 1 1 0 0,0-1-12 0 0,0-1 0 0 0,-1 0 0 0 0,1 0 0 0 0,0-1 0 0 0,-1 0 0 0 0,0-1 0 0 0,1 0 0 0 0,-1 0 0 0 0,0 0 1 0 0,0-1-1 0 0,-1 0 0 0 0,1 0 0 0 0,-1-1 0 0 0,0 0 0 0 0,0 0 0 0 0,10-11 0 0 0,3-8-102 0 0,-2 0 0 0 0,0-1 0 0 0,-1-1 0 0 0,-2 0 0 0 0,-1-1 0 0 0,14-40-1 0 0,41-177-187 0 0,-57 199 364 0 0,-3 0 1 0 0,-1-1-1 0 0,-3 0 0 0 0,-1-65 0 0 0,-3 107-67 0 0,-3-7 1 0 0,2 10-1 0 0,1 1-1 0 0,0-1 0 0 0,-1 1 0 0 0,1-1 1 0 0,0 1-1 0 0,-1-1 0 0 0,1 1 0 0 0,-1-1 0 0 0,1 1 1 0 0,-1 0-1 0 0,1-1 0 0 0,-1 1 0 0 0,1-1 1 0 0,-1 1-1 0 0,1 0 0 0 0,-1 0 0 0 0,0-1 1 0 0,1 1-1 0 0,-1 0 0 0 0,1 0 0 0 0,-1 0 1 0 0,0 0-1 0 0,1 0 0 0 0,-1 0 0 0 0,1 0 1 0 0,-1 0-1 0 0,0 0 0 0 0,1 0 0 0 0,-1 0 0 0 0,0 0 1 0 0,1 0-1 0 0,-1 0 0 0 0,1 0 0 0 0,-1 1 1 0 0,0-1-1 0 0,1 0 0 0 0,-1 0 0 0 0,1 1 1 0 0,-1-1-1 0 0,1 1 0 0 0,-1-1 0 0 0,1 0 1 0 0,-1 1-1 0 0,1-1 0 0 0,-1 1 0 0 0,1-1 1 0 0,0 1-1 0 0,-1-1 0 0 0,1 1 0 0 0,0-1 0 0 0,-1 1 1 0 0,1 0-1 0 0,0 0 0 0 0,-1 0 5 0 0,-6 9 9 0 0,1 0 0 0 0,0 1 1 0 0,0-1-1 0 0,1 2 1 0 0,-7 22-1 0 0,-12 63 115 0 0,18-67-89 0 0,-6 28 55 0 0,2 0-1 0 0,3 1 1 0 0,3 0-1 0 0,2 0 1 0 0,8 81-1 0 0,-5-132-85 0 0,0 1-1 0 0,1-1 1 0 0,0 1-1 0 0,0-1 0 0 0,1 0 1 0 0,0 0-1 0 0,1 0 1 0 0,0 0-1 0 0,0-1 0 0 0,1 1 1 0 0,0-1-1 0 0,0 0 1 0 0,0 0-1 0 0,1-1 0 0 0,11 10 1 0 0,-13-13-31 0 0,1 1 0 0 0,0-1 0 0 0,0 0-1 0 0,0 0 1 0 0,0-1 0 0 0,1 0 0 0 0,-1 0 0 0 0,0 0 0 0 0,1 0 0 0 0,0-1 0 0 0,-1 0 0 0 0,1 0 0 0 0,0-1 0 0 0,0 0 0 0 0,-1 1 0 0 0,1-2 0 0 0,0 1-1 0 0,0-1 1 0 0,-1 0 0 0 0,1 0 0 0 0,0-1 0 0 0,-1 1 0 0 0,0-1 0 0 0,7-3 0 0 0,-2-1-69 0 0,1 0 1 0 0,-1 0-1 0 0,0-1 0 0 0,0-1 1 0 0,-1 0-1 0 0,0 0 0 0 0,-1 0 0 0 0,0-1 1 0 0,0-1-1 0 0,9-14 0 0 0,7-13-292 0 0,27-59 0 0 0,-47 87 332 0 0,31-68 30 0 0,-4-2 1 0 0,-3-2-1 0 0,-3 0 1 0 0,-4-1-1 0 0,10-88 1 0 0,-28 155 139 0 0,-2 10-86 0 0,0-1 0 0 0,0 1 0 0 0,-1 0 0 0 0,0-1 0 0 0,1 1 0 0 0,-2 0 0 0 0,0-9 0 0 0,0 14-32 0 0,1-1 1 0 0,0 1-1 0 0,-1 0 0 0 0,1 0 0 0 0,0 0 0 0 0,-1 0 0 0 0,1 0 1 0 0,-1 0-1 0 0,1 0 0 0 0,0 0 0 0 0,-1 0 0 0 0,1 0 0 0 0,0 0 1 0 0,-1 0-1 0 0,1 0 0 0 0,-1 1 0 0 0,1-1 0 0 0,0 0 0 0 0,-1 0 1 0 0,1 0-1 0 0,0 0 0 0 0,-1 1 0 0 0,1-1 0 0 0,0 0 0 0 0,0 0 1 0 0,-1 1-1 0 0,1-1 0 0 0,0 0 0 0 0,0 0 0 0 0,-1 1 0 0 0,-10 8 17 0 0,3 1 7 0 0,0 0-1 0 0,1 1 1 0 0,0-1-1 0 0,1 2 1 0 0,0-1-1 0 0,-4 13 1 0 0,-24 78 146 0 0,21-59-54 0 0,-45 173 335 0 0,49-168-565 0 0,2 0 0 0 0,-2 78 0 0 0,9-114-261 0 0,1-1 1 0 0,0 0-1 0 0,0 0 0 0 0,1 0 1 0 0,1 0-1 0 0,0 0 1 0 0,0 0-1 0 0,1 0 0 0 0,6 11 1 0 0,-6-15-411 0 0,0 0 0 0 0,1 0 0 0 0,0-1 1 0 0,0 0-1 0 0,0 0 0 0 0,1 0 0 0 0,0 0 0 0 0,9 6 1 0 0,4 1-3754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06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664 54 2156 0 0,'12'-54'11446'0'0,"-12"57"-10826"0"0,-3 8-399 0 0,0-1-1 0 0,2 1 1 0 0,-1 0-1 0 0,1 0 1 0 0,1 0-1 0 0,0 0 1 0 0,0 0 0 0 0,1 0-1 0 0,1 0 1 0 0,0 0-1 0 0,0 0 1 0 0,1 0-1 0 0,1-1 1 0 0,4 12 0 0 0,-5-16-200 0 0,-1 1 1 0 0,2-1 0 0 0,-1 1-1 0 0,1-1 1 0 0,0 0 0 0 0,0 0 0 0 0,0-1-1 0 0,1 1 1 0 0,0-1 0 0 0,0 0 0 0 0,1 0-1 0 0,-1-1 1 0 0,1 0 0 0 0,0 0-1 0 0,0 0 1 0 0,1 0 0 0 0,-1-1 0 0 0,1 0-1 0 0,-1-1 1 0 0,1 1 0 0 0,0-1 0 0 0,9 1-1 0 0,-11-2-18 0 0,0-1-1 0 0,-1 0 1 0 0,1 0-1 0 0,-1-1 1 0 0,1 1-1 0 0,-1-1 1 0 0,1 0 0 0 0,-1-1-1 0 0,0 1 1 0 0,1-1-1 0 0,-1 1 1 0 0,0-1-1 0 0,0-1 1 0 0,0 1-1 0 0,0 0 1 0 0,-1-1-1 0 0,1 0 1 0 0,-1 0-1 0 0,1 0 1 0 0,-1 0-1 0 0,0-1 1 0 0,4-6-1 0 0,4-5 1 0 0,-1-2 0 0 0,-1 1 0 0 0,-1-1 0 0 0,7-19-1 0 0,-9 22 21 0 0,0-1-75 0 0,1-1 139 0 0,-17 29 331 0 0,-402 534 6418 0 0,337-451-5908 0 0,54-70-713 0 0,-84 102 775 0 0,89-110-760 0 0,-1-2 0 0 0,-1 0 1 0 0,0-1-1 0 0,-38 24 1 0 0,49-36-202 0 0,-1 0 1 0 0,1 0-1 0 0,-1 0 1 0 0,1-1-1 0 0,-1 0 1 0 0,0-1-1 0 0,0 1 1 0 0,0-2-1 0 0,0 1 1 0 0,0-1-1 0 0,0 0 1 0 0,0-1-1 0 0,1 0 1 0 0,-1 0 0 0 0,0-1-1 0 0,0 1 1 0 0,0-2-1 0 0,1 1 1 0 0,-1-1-1 0 0,-8-5 1 0 0,10 5-349 0 0,1-1 1 0 0,-1 1-1 0 0,1-1 1 0 0,-1 0 0 0 0,1-1-1 0 0,1 1 1 0 0,-1-1-1 0 0,1 0 1 0 0,-6-7-1 0 0,9 10-81 0 0,0 0-1 0 0,0 0 0 0 0,0-1 1 0 0,0 1-1 0 0,0 0 1 0 0,0 0-1 0 0,0-1 0 0 0,1 1 1 0 0,-1-1-1 0 0,1 1 0 0 0,0 0 1 0 0,0-1-1 0 0,0 1 1 0 0,0-1-1 0 0,0 1 0 0 0,0 0 1 0 0,1-4-1 0 0,11-24-7866 0 0,-2 9 15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06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2024 0 0,'44'-27'7341'0'0,"17"-12"-1775"0"0,-50 35-10365 0 0,-10 4 4517 0 0,0 0 0 0 0,-1 0-1 0 0,1 0 1 0 0,0 0 0 0 0,-1 1 0 0 0,1-1-1 0 0,1 1 1 0 0,-1-1-55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06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 3852 0 0,'-6'10'5069'0'0,"2"5"-2013"0"0,-1-3-1120 0 0,2-3-832 0 0,-1 3-1432 0 0,4-3-2620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08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13 1528 0 0,'-12'-12'10907'0'0,"21"20"-10772"0"0,-1 1-1 0 0,0 0 1 0 0,0 1 0 0 0,-1 0-1 0 0,0 0 1 0 0,-1 0-1 0 0,7 15 1 0 0,-3-2 56 0 0,-1 1 0 0 0,10 39 0 0 0,-14-44-120 0 0,-1 0 1 0 0,-1 0-1 0 0,-1 1 0 0 0,-1-1 1 0 0,-1 1-1 0 0,0-1 1 0 0,-1 1-1 0 0,-2-1 1 0 0,0 1-1 0 0,0-1 1 0 0,-13 34-1 0 0,9-43 32 0 0,1-11 47 0 0,5 0-134 0 0,0 0 0 0 0,1 0 0 0 0,-1 0 0 0 0,0-1 0 0 0,0 1 0 0 0,1 0 0 0 0,-1 0 1 0 0,1-1-1 0 0,-1 1 0 0 0,1 0 0 0 0,-1-3 0 0 0,0-8-22 0 0,0 0 0 0 0,0 0 0 0 0,1 0 0 0 0,1 0 0 0 0,0 0 0 0 0,1-1 0 0 0,0 2 0 0 0,1-1 0 0 0,5-17 0 0 0,-2 14-3 0 0,0 0 0 0 0,1 1 0 0 0,0-1-1 0 0,2 2 1 0 0,-1-1 0 0 0,17-19 0 0 0,-18 25 6 0 0,0 0 0 0 0,0 1 0 0 0,1 0 0 0 0,0 1 0 0 0,0 0 1 0 0,1 0-1 0 0,-1 0 0 0 0,1 1 0 0 0,1 1 0 0 0,-1-1 0 0 0,17-4 0 0 0,-20 8 5 0 0,-1 0 0 0 0,1 0 0 0 0,0 0 0 0 0,0 1 0 0 0,0 0 0 0 0,0 0 0 0 0,0 0 0 0 0,0 1 0 0 0,0 0 0 0 0,-1 0 0 0 0,1 1 0 0 0,0-1 0 0 0,0 1 0 0 0,-1 0 0 0 0,0 1 0 0 0,1-1 0 0 0,-1 1 0 0 0,0 0 0 0 0,0 1 0 0 0,0-1 0 0 0,5 7 0 0 0,-4-5 9 0 0,0 1 0 0 0,-1 0 0 0 0,0 0 0 0 0,0 1 0 0 0,-1-1-1 0 0,0 1 1 0 0,0 0 0 0 0,-1 1 0 0 0,1-1 0 0 0,-2 1 0 0 0,1-1 0 0 0,-1 1 0 0 0,0 0 0 0 0,0 0 0 0 0,-1-1 0 0 0,0 1 0 0 0,-1 0 0 0 0,0 0 0 0 0,0 0 0 0 0,-1 0 0 0 0,-2 12 0 0 0,0-2 10 0 0,-1 0 0 0 0,-1 0 0 0 0,-1-1 0 0 0,-1 1 0 0 0,0-2 0 0 0,-1 1 0 0 0,-1-1 0 0 0,-14 20 0 0 0,22-34-21 0 0,1-1 0 0 0,-1 0 0 0 0,0 0 1 0 0,1 0-1 0 0,-1 1 0 0 0,0-1 0 0 0,0 0 0 0 0,0 0 0 0 0,0 0 1 0 0,0-1-1 0 0,0 1 0 0 0,0 0 0 0 0,0 0 0 0 0,0 0 1 0 0,0-1-1 0 0,-1 1 0 0 0,1-1 0 0 0,0 1 0 0 0,0-1 0 0 0,-1 1 1 0 0,1-1-1 0 0,0 0 0 0 0,-1 1 0 0 0,1-1 0 0 0,0 0 1 0 0,-1 0-1 0 0,1 0 0 0 0,-3 0 0 0 0,4-1-1 0 0,-1 0 0 0 0,1 0-1 0 0,-1 0 1 0 0,1-1 0 0 0,-1 1 0 0 0,1 0-1 0 0,0 0 1 0 0,-1 0 0 0 0,1 0 0 0 0,0 0-1 0 0,0 0 1 0 0,0-1 0 0 0,0 1 0 0 0,0 0-1 0 0,0 0 1 0 0,0 0 0 0 0,0 0 0 0 0,1 0-1 0 0,-1-2 1 0 0,1-1-6 0 0,1-16-7 0 0,2-1 1 0 0,0 1-1 0 0,1-1 1 0 0,1 1-1 0 0,1 1 0 0 0,0-1 1 0 0,2 1-1 0 0,0 1 1 0 0,1-1-1 0 0,1 2 0 0 0,1-1 1 0 0,1 2-1 0 0,0-1 1 0 0,1 2-1 0 0,0 0 0 0 0,30-23 1 0 0,-37 32 9 0 0,1 2 1 0 0,0-1 0 0 0,0 1 0 0 0,0 0-1 0 0,1 1 1 0 0,-1 0 0 0 0,1 0 0 0 0,0 1-1 0 0,0 0 1 0 0,14-1 0 0 0,-19 2 15 0 0,1 1-1 0 0,-1 0 1 0 0,1 1 0 0 0,-1-1 0 0 0,1 1 0 0 0,-1 0 0 0 0,1 0 0 0 0,-1 0-1 0 0,0 1 1 0 0,0-1 0 0 0,1 1 0 0 0,-1 0 0 0 0,0 0 0 0 0,-1 1 0 0 0,1-1-1 0 0,0 1 1 0 0,-1 0 0 0 0,1 0 0 0 0,-1 0 0 0 0,0 0 0 0 0,0 1 0 0 0,5 6-1 0 0,-3-1 20 0 0,0 0 0 0 0,0 1 0 0 0,0 0 0 0 0,-1 0 0 0 0,-1 0 0 0 0,0 0 0 0 0,0 1 0 0 0,-1-1 0 0 0,0 1 0 0 0,-1-1-1 0 0,0 12 1 0 0,-1-4-15 0 0,-1 0-1 0 0,-1 0 0 0 0,-1 0 0 0 0,0-1 0 0 0,-11 33 0 0 0,6-24-2133 0 0,-8 39-1 0 0,16-51 122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08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227 173 984 0 0,'8'-10'1724'0'0,"0"-1"0"0"0,-1 1-1 0 0,0-2 1 0 0,9-20 0 0 0,-14 28-1375 0 0,0-1 0 0 0,-1 1 1 0 0,1-1-1 0 0,-1 0 0 0 0,-1 1 1 0 0,1-1-1 0 0,-1 0 0 0 0,1 0 1 0 0,-1 0-1 0 0,-1 1 0 0 0,1-1 1 0 0,-1 0-1 0 0,1 0 0 0 0,-1 0 1 0 0,-3-7-1 0 0,3 11-316 0 0,0 0 0 0 0,1 0 0 0 0,-1 0 0 0 0,0 0 0 0 0,0 0 1 0 0,1 0-1 0 0,-1 0 0 0 0,0 1 0 0 0,0-1 0 0 0,0 0 0 0 0,0 1 0 0 0,0-1 0 0 0,0 1 0 0 0,0-1 0 0 0,0 1 0 0 0,0-1 1 0 0,0 1-1 0 0,-1 0 0 0 0,1-1 0 0 0,0 1 0 0 0,0 0 0 0 0,0 0 0 0 0,0 0 0 0 0,-3 0 0 0 0,-26 4 218 0 0,20 0-216 0 0,-1 0 0 0 0,1 1 1 0 0,0 1-1 0 0,0-1 0 0 0,0 2 0 0 0,1-1 0 0 0,-17 16 0 0 0,11-8-14 0 0,1 0-1 0 0,0 2 0 0 0,-17 25 1 0 0,23-30-20 0 0,1 0 0 0 0,1 1 0 0 0,0-1 1 0 0,0 1-1 0 0,-6 23 0 0 0,11-32-5 0 0,0-1 0 0 0,0 1 0 0 0,1 0 0 0 0,-1 0 0 0 0,1 0 0 0 0,0 0 0 0 0,0-1 0 0 0,0 1 0 0 0,0 0 0 0 0,1 0 0 0 0,-1 0 0 0 0,1-1 0 0 0,0 1 0 0 0,0 0 0 0 0,0 0 0 0 0,0-1 0 0 0,0 1 0 0 0,0-1 0 0 0,1 1 0 0 0,-1-1 0 0 0,1 1 0 0 0,-1-1 0 0 0,1 0 0 0 0,0 0 0 0 0,0 0 0 0 0,0 0 0 0 0,1 0 0 0 0,-1 0 0 0 0,0-1 0 0 0,1 1 0 0 0,-1-1 0 0 0,6 3 0 0 0,-2-2-44 0 0,0 1 0 0 0,0-1-1 0 0,1 0 1 0 0,-1-1 0 0 0,1 0-1 0 0,-1 0 1 0 0,1 0 0 0 0,-1-1 0 0 0,1 1-1 0 0,-1-2 1 0 0,1 1 0 0 0,0-1-1 0 0,-1 0 1 0 0,1 0 0 0 0,-1-1 0 0 0,0 0-1 0 0,1 0 1 0 0,-1 0 0 0 0,11-7 0 0 0,-10 5 32 0 0,1-1 1 0 0,-1 0 0 0 0,-1 0 0 0 0,1 0 0 0 0,-1-1 0 0 0,0 0 0 0 0,0-1 0 0 0,0 1 0 0 0,-1-1 0 0 0,0 0 0 0 0,-1 0 0 0 0,1-1 0 0 0,-2 0 0 0 0,7-14 0 0 0,2-14 535 0 0,-2-1 0 0 0,9-50 0 0 0,-19 85-83 0 0,0 17 94 0 0,-5 94 38 0 0,0 38-462 0 0,6-125-1293 0 0,1 0 0 0 0,7 30 0 0 0,2-20-1917 0 0,2-16-2672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09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0 181 1792 0 0,'0'0'63'0'0,"4"-24"3039"0"0,13-44 1 0 0,-15 62-2866 0 0,0 0 0 0 0,1 0 0 0 0,-1 0 0 0 0,1 0 0 0 0,1 1 0 0 0,-1-1 0 0 0,1 1 0 0 0,0 0 0 0 0,0 0 1 0 0,0 0-1 0 0,1 0 0 0 0,7-5 0 0 0,-10 8-130 0 0,1 1 0 0 0,0-1 0 0 0,-1 1 0 0 0,1 0 0 0 0,0 0 0 0 0,0-1 0 0 0,0 2 0 0 0,0-1 0 0 0,0 0 1 0 0,1 1-1 0 0,-1-1 0 0 0,0 1 0 0 0,0 0 0 0 0,0 0 0 0 0,5 1 0 0 0,-3 0 9 0 0,1 0 0 0 0,-1 1 0 0 0,1 0 0 0 0,-1 0-1 0 0,0 0 1 0 0,0 0 0 0 0,0 1 0 0 0,5 3 0 0 0,1 1 24 0 0,-1 1 0 0 0,-1 1 1 0 0,1-1-1 0 0,-1 1 0 0 0,-1 1 0 0 0,0 0 1 0 0,8 12-1 0 0,-12-15-94 0 0,1 1 1 0 0,-2 0-1 0 0,1 1 0 0 0,-1-1 1 0 0,0 1-1 0 0,-1 0 1 0 0,0-1-1 0 0,-1 1 0 0 0,1 0 1 0 0,-2 0-1 0 0,1 0 0 0 0,-1 0 1 0 0,-1 0-1 0 0,1 0 0 0 0,-1 0 1 0 0,-1 0-1 0 0,0 0 1 0 0,-3 8-1 0 0,1-5-23 0 0,0-1 1 0 0,-1 0-1 0 0,-1 0 0 0 0,1 0 1 0 0,-2-1-1 0 0,1 1 0 0 0,-2-1 1 0 0,1-1-1 0 0,-1 0 0 0 0,-1 0 0 0 0,0 0 1 0 0,-18 13-1 0 0,10-12-9 0 0,20-18-82 0 0,23-21-40 0 0,108-81-181 0 0,51-48 359 0 0,-182 155-55 0 0,0 0 35 0 0,1 0-1 0 0,-1 0 1 0 0,0 0 0 0 0,0-1-1 0 0,0 1 1 0 0,-1-1 0 0 0,1 1-1 0 0,-1-1 1 0 0,0 0 0 0 0,0 0-1 0 0,0 0 1 0 0,1-6 0 0 0,-3 10-46 0 0,0 0 1 0 0,0-1-1 0 0,0 1 1 0 0,0-1-1 0 0,0 1 1 0 0,0 0-1 0 0,0-1 1 0 0,0 1-1 0 0,0-1 1 0 0,0 1-1 0 0,-1 0 1 0 0,1-1-1 0 0,0 1 1 0 0,0 0-1 0 0,0-1 1 0 0,0 1-1 0 0,-1 0 1 0 0,1-1-1 0 0,0 1 1 0 0,0 0-1 0 0,-1-1 1 0 0,1 1-1 0 0,0 0 1 0 0,-1 0-1 0 0,1 0 1 0 0,0-1-1 0 0,-1 1 1 0 0,1 0-1 0 0,0 0 1 0 0,-1 0-1 0 0,1-1 1 0 0,0 1-1 0 0,-1 0 1 0 0,1 0-1 0 0,-1 0 1 0 0,1 0-1 0 0,0 0 1 0 0,-1 0-1 0 0,1 0 1 0 0,-1 0-1 0 0,0 0 1 0 0,-14 2 90 0 0,14-2-97 0 0,-3 2 51 0 0,-1-1 0 0 0,0 1 0 0 0,1 0 0 0 0,-1 0 0 0 0,1 1 0 0 0,-1-1 0 0 0,1 1 0 0 0,0 0 0 0 0,0 0 0 0 0,-4 6 0 0 0,-33 36 363 0 0,33-34-350 0 0,0 1 0 0 0,1 0 0 0 0,0 0 0 0 0,0 0 0 0 0,1 1 0 0 0,1 0 0 0 0,1 0 0 0 0,-7 25 0 0 0,10-32-64 0 0,1 0 0 0 0,-1-1-1 0 0,1 1 1 0 0,0 0 0 0 0,0 0-1 0 0,1-1 1 0 0,0 1 0 0 0,0 0-1 0 0,0 0 1 0 0,3 7 0 0 0,-2-9-43 0 0,0 0 0 0 0,0-1-1 0 0,0 1 1 0 0,0 0 0 0 0,1-1 0 0 0,-1 0 0 0 0,1 1 0 0 0,0-1 0 0 0,0 0 0 0 0,0-1 0 0 0,1 1 0 0 0,-1 0 0 0 0,1-1-1 0 0,-1 0 1 0 0,8 3 0 0 0,-1 0-551 0 0,1-1 0 0 0,0 0 0 0 0,-1-1 0 0 0,2-1 0 0 0,-1 1 0 0 0,0-2 0 0 0,13 1 0 0 0,-9-1-1549 0 0,0-2 0 0 0,25-3 0 0 0,-13-2-1776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09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142 197 932 0 0,'2'-9'2082'0'0,"1"0"0"0"0,-1 0 0 0 0,0 0 0 0 0,-1 0 0 0 0,0 0 0 0 0,0 0 0 0 0,-1-12 0 0 0,0 19-1554 0 0,-1-1-308 0 0,0 1 0 0 0,1-1 0 0 0,-1 1 0 0 0,0-1-1 0 0,0 1 1 0 0,0 0 0 0 0,-1-1 0 0 0,1 1 0 0 0,0 0 0 0 0,-3-3 0 0 0,-134-72 230 0 0,137 76-472 0 0,1 1-36 0 0,1-1 58 0 0,0 1 0 0 0,0-1-1 0 0,-1 1 1 0 0,1 0 0 0 0,0-1 0 0 0,0 1-1 0 0,0 0 1 0 0,-1 0 0 0 0,1-1 0 0 0,0 1 0 0 0,0 0-1 0 0,0 0 1 0 0,0 0 0 0 0,0 0 0 0 0,-1 0 0 0 0,1 0-1 0 0,1 1 1 0 0,21 1 2 0 0,-18-1 3 0 0,20 2 1 0 0,82 11-8 0 0,110-2 0 0 0,-169-13 137 0 0,-46 1-83 0 0,0 0 16 0 0,-1 0-67 0 0,17 2 294 0 0,-16 4-156 0 0,-10 5-158 0 0,-181 204 486 0 0,90-97-21 0 0,86-103-364 0 0,-10 9-4 0 0,2 2-1 0 0,0 1 0 0 0,-26 46 0 0 0,46-72-75 0 0,0 0-1 0 0,0 1 1 0 0,1-1-1 0 0,-1 0 1 0 0,0 1-1 0 0,1-1 1 0 0,-1 1-1 0 0,1-1 1 0 0,-1 1-1 0 0,1-1 1 0 0,0 1-1 0 0,-1 0 1 0 0,1-1 0 0 0,0 1-1 0 0,0-1 1 0 0,0 1-1 0 0,0-1 1 0 0,1 1-1 0 0,-1 0 1 0 0,0-1-1 0 0,1 1 1 0 0,-1-1-1 0 0,1 1 1 0 0,-1-1-1 0 0,1 1 1 0 0,0-1-1 0 0,0 0 1 0 0,-1 1-1 0 0,1-1 1 0 0,0 0-1 0 0,0 0 1 0 0,0 1-1 0 0,1-1 1 0 0,-1 0-1 0 0,2 1 1 0 0,2 1-1 0 0,1-1 1 0 0,-1 1-1 0 0,1-1 1 0 0,0 0-1 0 0,0-1 1 0 0,-1 0-1 0 0,1 0 1 0 0,8 1-1 0 0,96 5-10 0 0,130-7-1 0 0,-95-2 27 0 0,-71-3-1367 0 0,-72 5 596 0 0,15-5-2888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11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1324 0 0,'-21'29'15462'0'0,"22"-28"-15452"0"0,-1-1-1 0 0,0 1 1 0 0,1-1 0 0 0,-1 1-1 0 0,1-1 1 0 0,-1 0-1 0 0,0 1 1 0 0,1-1-1 0 0,-1 0 1 0 0,1 1 0 0 0,-1-1-1 0 0,1 0 1 0 0,-1 0-1 0 0,1 1 1 0 0,0-1-1 0 0,-1 0 1 0 0,1 0 0 0 0,-1 0-1 0 0,1 0 1 0 0,-1 0-1 0 0,1 0 1 0 0,0 0 0 0 0,-1 0-1 0 0,1 0 1 0 0,-1 0-1 0 0,2 0 1 0 0,25-2-510 0 0,-20 2-64 0 0,57-2-3566 0 0,-35 4-933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11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0 436 0 0,'-111'51'15488'0'0,"109"-50"-14962"0"0,2-1-511 0 0,0 1 0 0 0,0-1-1 0 0,0 1 1 0 0,0-1 0 0 0,0 0 0 0 0,1 1 0 0 0,-1-1-1 0 0,0 1 1 0 0,0-1 0 0 0,0 1 0 0 0,1-1-1 0 0,-1 0 1 0 0,0 1 0 0 0,0-1 0 0 0,1 0-1 0 0,-1 1 1 0 0,0-1 0 0 0,1 0 0 0 0,-1 1 0 0 0,0-1-1 0 0,1 0 1 0 0,-1 1 0 0 0,0-1 0 0 0,1 0-1 0 0,-1 0 1 0 0,1 0 0 0 0,-1 1 0 0 0,1-1-1 0 0,-1 0 1 0 0,0 0 0 0 0,1 0 0 0 0,0 0 0 0 0,146-5-3774 0 0,-99 3 1541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12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286 152 2316 0 0,'-3'-5'1172'0'0,"0"0"-1"0"0,0-1 1 0 0,1 1-1 0 0,0-1 1 0 0,-2-8 0 0 0,3 10-774 0 0,1 0 0 0 0,-1-1 1 0 0,1 1-1 0 0,0 0 0 0 0,0-1 1 0 0,0 1-1 0 0,1-7 0 0 0,0 8-326 0 0,0 0-1 0 0,0 0 1 0 0,0 0-1 0 0,0-1 1 0 0,1 1-1 0 0,-1 0 0 0 0,1 1 1 0 0,0-1-1 0 0,0 0 1 0 0,0 0-1 0 0,0 1 1 0 0,0-1-1 0 0,1 1 1 0 0,-1 0-1 0 0,1-1 1 0 0,-1 1-1 0 0,1 1 1 0 0,0-1-1 0 0,0 0 0 0 0,0 1 1 0 0,0-1-1 0 0,0 1 1 0 0,5-2-1 0 0,2 1-25 0 0,0-1 1 0 0,0 1-1 0 0,0 1 0 0 0,0 0 0 0 0,1 0 0 0 0,-1 1 0 0 0,1 0 1 0 0,-1 1-1 0 0,0 0 0 0 0,0 1 0 0 0,1 0 0 0 0,-1 1 0 0 0,0 0 1 0 0,-1 0-1 0 0,1 1 0 0 0,-1 0 0 0 0,1 1 0 0 0,-1 0 0 0 0,0 0 1 0 0,-1 1-1 0 0,1 0 0 0 0,-1 1 0 0 0,-1 0 0 0 0,10 10 0 0 0,-14-13-21 0 0,-1-1 1 0 0,1 1-1 0 0,-1 0 0 0 0,0 0 0 0 0,0 0 0 0 0,-1 0 0 0 0,1 0 0 0 0,-1 0 0 0 0,0 0 0 0 0,0 0 0 0 0,0 1 0 0 0,0-1 0 0 0,-1 0 0 0 0,0 1 0 0 0,0 5 0 0 0,-1-3 23 0 0,0 0-1 0 0,-1 0 1 0 0,1 0-1 0 0,-2 0 0 0 0,1 0 1 0 0,-1 0-1 0 0,0-1 1 0 0,-6 10-1 0 0,-3 2 111 0 0,0-1 0 0 0,-2 0 0 0 0,0-1 0 0 0,-1-1 0 0 0,-22 18 0 0 0,1-4 156 0 0,-1-2 0 0 0,-44 23 1 0 0,-85 37 572 0 0,48-26-392 0 0,114-59-479 0 0,1 0 0 0 0,0 0 0 0 0,0 0-1 0 0,0 0 1 0 0,0 0 0 0 0,-5 6 0 0 0,8-7-12 0 0,1-1-1 0 0,-1 1 0 0 0,0-1 1 0 0,1 0-1 0 0,-1 1 1 0 0,1-1-1 0 0,-1 0 1 0 0,0 1-1 0 0,1-1 1 0 0,-1 0-1 0 0,1 0 1 0 0,-1 1-1 0 0,1-1 0 0 0,-1 0 1 0 0,1 0-1 0 0,-1 0 1 0 0,1 0-1 0 0,-1 0 1 0 0,1 0-1 0 0,-1 0 1 0 0,1 0-1 0 0,-1 0 1 0 0,1 0-1 0 0,0 0 0 0 0,15 2 15 0 0,-15-2-18 0 0,250-9 77 0 0,-130 0-81 0 0,122-10 132 0 0,-221 10-2029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12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0 119 556 0 0,'3'-12'4245'0'0,"-3"7"-2995"0"0,1-1 1 0 0,1 1-1 0 0,-1-1 1 0 0,1 1 0 0 0,3-8-1 0 0,-4 11-1123 0 0,0 1 0 0 0,0-1 0 0 0,1 0 0 0 0,-1 1 0 0 0,0-1 0 0 0,1 1 0 0 0,-1-1 0 0 0,1 1 0 0 0,0 0 0 0 0,-1 0 0 0 0,1 0 0 0 0,0 0 0 0 0,0 0 1 0 0,0 0-1 0 0,0 0 0 0 0,0 0 0 0 0,0 1 0 0 0,0-1 0 0 0,2 1 0 0 0,2-1 14 0 0,1 0 0 0 0,-1 1 1 0 0,1-1-1 0 0,-1 2 0 0 0,1-1 0 0 0,-1 1 1 0 0,1 0-1 0 0,-1 0 0 0 0,1 1 0 0 0,-1 0 1 0 0,0 0-1 0 0,0 0 0 0 0,0 1 1 0 0,0 0-1 0 0,0 0 0 0 0,-1 0 0 0 0,1 1 1 0 0,-1 0-1 0 0,0 0 0 0 0,9 9 0 0 0,-10-9-105 0 0,-1 0-1 0 0,0 0 0 0 0,1 1 0 0 0,-1-1 0 0 0,-1 0 0 0 0,1 1 0 0 0,-1 0 0 0 0,0 0 0 0 0,0-1 0 0 0,0 1 0 0 0,0 0 0 0 0,-1 1 0 0 0,0-1 0 0 0,0 0 0 0 0,-1 0 0 0 0,1 1 0 0 0,-1-1 0 0 0,0 0 0 0 0,0 0 0 0 0,-1 1 0 0 0,0-1 0 0 0,0 0 0 0 0,0 0 0 0 0,0 0 0 0 0,-1 0 0 0 0,-2 5 0 0 0,0 0-2 0 0,-1-2-1 0 0,0 1 1 0 0,-1-1 0 0 0,0 1-1 0 0,0-1 1 0 0,0-1 0 0 0,-1 1-1 0 0,0-1 1 0 0,-1-1 0 0 0,0 1-1 0 0,0-1 1 0 0,0-1 0 0 0,-1 1-1 0 0,1-1 1 0 0,-16 6 0 0 0,22-11-29 0 0,1 1-4 0 0,1-1-1 0 0,0 0 0 0 0,-1 0 1 0 0,1 0-1 0 0,-1 0 1 0 0,1 0-1 0 0,-1 0 0 0 0,1 0 1 0 0,-1-1-1 0 0,1 1 0 0 0,0 0 1 0 0,-1 0-1 0 0,1 0 0 0 0,-1 0 1 0 0,1 0-1 0 0,0-1 0 0 0,-1 1 1 0 0,1 0-1 0 0,0 0 1 0 0,-1-1-1 0 0,1 1 0 0 0,0 0 1 0 0,-1 0-1 0 0,1-1 0 0 0,0 1 1 0 0,-1 0-1 0 0,1-1 0 0 0,0 1 1 0 0,0-1-1 0 0,0 1 0 0 0,-1 0 1 0 0,1-1-1 0 0,0 1 0 0 0,0-1 1 0 0,0 1-1 0 0,0 0 1 0 0,0-1-1 0 0,0-1-5 0 0,0 0 1 0 0,0 0-1 0 0,1 0 0 0 0,-1 0 0 0 0,1 0 1 0 0,-1 1-1 0 0,1-1 0 0 0,0 0 1 0 0,1-2-1 0 0,26-36-104 0 0,-28 39 107 0 0,17-18-46 0 0,0 0-1 0 0,0 2 1 0 0,33-25 0 0 0,65-38-23 0 0,-32 24 59 0 0,-67 45 34 0 0,-11 9-10 0 0,-1-1 0 0 0,1 0 0 0 0,-1-1 0 0 0,0 1 1 0 0,5-6-1 0 0,-8 7-19 0 0,-1 2 9 0 0,0-1-1 0 0,0 1 1 0 0,-1 0 0 0 0,1-1-1 0 0,0 1 1 0 0,0 0-1 0 0,-1-1 1 0 0,1 1-1 0 0,0 0 1 0 0,0-1-1 0 0,-1 1 1 0 0,1 0 0 0 0,0-1-1 0 0,-1 1 1 0 0,1 0-1 0 0,-1 0 1 0 0,1-1-1 0 0,0 1 1 0 0,-1 0-1 0 0,1 0 1 0 0,-1 0-1 0 0,1 0 1 0 0,0 0 0 0 0,-1 0-1 0 0,1-1 1 0 0,-1 1-1 0 0,1 0 1 0 0,-1 0-1 0 0,1 0 1 0 0,-1 1-1 0 0,1-1 1 0 0,0 0 0 0 0,-1 0-1 0 0,1 0 1 0 0,-1 0-1 0 0,1 0 1 0 0,0 0-1 0 0,-1 1 1 0 0,-21 5 14 0 0,8-1 45 0 0,0 2 0 0 0,0 0 0 0 0,0 0 0 0 0,1 1 0 0 0,1 1 0 0 0,-1 0 0 0 0,1 1 0 0 0,1 0 0 0 0,0 1 0 0 0,0 0 0 0 0,1 1 0 0 0,1 0 0 0 0,-10 15-1 0 0,17-23-55 0 0,0 0 0 0 0,0-1-1 0 0,0 1 1 0 0,1 0-1 0 0,-1 0 1 0 0,1 0-1 0 0,0 0 1 0 0,0 1-1 0 0,0-1 1 0 0,1 0-1 0 0,-1 0 1 0 0,1 1-1 0 0,0-1 1 0 0,1 0-1 0 0,-1 0 1 0 0,1 1-1 0 0,-1-1 1 0 0,3 5-1 0 0,-1-4 39 0 0,1 1 0 0 0,-1-1 0 0 0,1 0 0 0 0,1 0 0 0 0,-1 0 0 0 0,1-1 0 0 0,-1 1 0 0 0,1-1 0 0 0,1 0 0 0 0,-1 0 0 0 0,9 6 0 0 0,1-1-348 0 0,-1-1 1 0 0,2 0-1 0 0,-1-1 1 0 0,1-1-1 0 0,0 0 1 0 0,0-1-1 0 0,1-1 1 0 0,25 4-1 0 0,-23-6-5172 0 0,35-2 0 0 0,-37-2 1253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13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18 2000 0 0,'26'-17'21184'0'0,"-26"17"-21095"0"0,1 0 1 0 0,-1 0-1 0 0,1 0 0 0 0,-1 1 0 0 0,1-1 0 0 0,-1 0 1 0 0,1 1-1 0 0,-1-1 0 0 0,1 0 0 0 0,-1 1 1 0 0,0-1-1 0 0,1 1 0 0 0,-1-1 0 0 0,0 1 0 0 0,1-1 1 0 0,-1 1-1 0 0,0-1 0 0 0,0 1 0 0 0,0-1 1 0 0,1 1-1 0 0,-1 0 0 0 0,-51 199 2034 0 0,38-126-6130 0 0,11-24-7578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13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85 344 0 0,'-86'-27'14971'0'0,"84"27"-14446"0"0,-10-5 350 0 0,5 1 527 0 0,195-9-489 0 0,81-9-5690 0 0,-229 16 2394 0 0,-15-1-2594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13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40 680 0 0,'-45'-36'12848'0'0,"45"36"-12738"0"0,-1-1 1 0 0,1 1 0 0 0,-1 0-1 0 0,1-1 1 0 0,-1 1-1 0 0,1 0 1 0 0,-1-1 0 0 0,1 1-1 0 0,-1 0 1 0 0,1 0-1 0 0,-1 0 1 0 0,1 0 0 0 0,-1-1-1 0 0,1 1 1 0 0,-1 0-1 0 0,1 0 1 0 0,-1 0-1 0 0,0 0 1 0 0,1 0 0 0 0,-1 0-1 0 0,0 1 1 0 0,-2 2 137 0 0,1 1-1 0 0,0-1 1 0 0,0 1 0 0 0,0 0-1 0 0,0 0 1 0 0,0 0 0 0 0,1 0 0 0 0,0 0-1 0 0,0 0 1 0 0,0 1 0 0 0,0 6 0 0 0,-4 57 921 0 0,5-51-914 0 0,-5 66 174 0 0,1-22-932 0 0,2 0 1 0 0,7 65-1 0 0,-4-120-458 0 0,4 22-1116 0 0,5-10-5611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14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41 126 1676 0 0,'7'-12'2400'0'0,"0"-1"0"0"0,2 1 0 0 0,8-11 0 0 0,-12 18-2008 0 0,1 0 0 0 0,-1 1-1 0 0,1-1 1 0 0,-1 1 0 0 0,1 0 0 0 0,0 0 0 0 0,1 1 0 0 0,7-4 0 0 0,-1 2-50 0 0,0 0 1 0 0,1 2-1 0 0,-1-1 1 0 0,1 2-1 0 0,0 0 1 0 0,20-1-1 0 0,-28 3-278 0 0,1-1 0 0 0,0 2 0 0 0,0-1 0 0 0,0 1 0 0 0,0 0 0 0 0,-1 0 0 0 0,1 1 0 0 0,0 0 0 0 0,-1 0 0 0 0,0 1 0 0 0,1 0 0 0 0,-1 0 0 0 0,0 0 0 0 0,0 1 0 0 0,5 4 0 0 0,-9-7-42 0 0,0 1 1 0 0,0 0 0 0 0,-1 0 0 0 0,1 0 0 0 0,0 0-1 0 0,-1 0 1 0 0,0 0 0 0 0,1 1 0 0 0,-1-1 0 0 0,0 0-1 0 0,0 1 1 0 0,0-1 0 0 0,-1 1 0 0 0,1-1 0 0 0,-1 1 0 0 0,1-1-1 0 0,-1 1 1 0 0,0 5 0 0 0,0-4-2 0 0,-1 1 1 0 0,0-1-1 0 0,0 1 1 0 0,0-1-1 0 0,-1 1 1 0 0,0-1-1 0 0,1 0 1 0 0,-2 0-1 0 0,-4 8 1 0 0,-4 2 13 0 0,0 1 0 0 0,-2-2 1 0 0,1 1-1 0 0,-18 12 0 0 0,-9 5 42 0 0,-73 43 0 0 0,47-32-65 0 0,63-41 3 0 0,2 0-14 0 0,0-1-1 0 0,1 1 1 0 0,-1-1-1 0 0,0 1 1 0 0,1-1-1 0 0,-1 1 1 0 0,0-1-1 0 0,1 1 1 0 0,-1-1-1 0 0,1 1 1 0 0,-1-1 0 0 0,1 0-1 0 0,-1 1 1 0 0,1-1-1 0 0,-1 0 1 0 0,1 1-1 0 0,-1-1 1 0 0,1 0-1 0 0,-1 0 1 0 0,2 1-1 0 0,25-1 2 0 0,0 2-1 0 0,0 1 0 0 0,0 2 1 0 0,31 8-1 0 0,-39-7 8 0 0,0 0 0 0 0,0 1 0 0 0,-1 1 0 0 0,0 1-1 0 0,0 1 1 0 0,24 17 0 0 0,-39-25 10 0 0,0 0-1 0 0,0 1 1 0 0,-1-1 0 0 0,1 1-1 0 0,0-1 1 0 0,-1 1 0 0 0,0 0-1 0 0,1 0 1 0 0,-1 0-1 0 0,0 0 1 0 0,-1 0 0 0 0,1 1-1 0 0,-1-1 1 0 0,1 0 0 0 0,-1 1-1 0 0,0-1 1 0 0,0 1-1 0 0,0-1 1 0 0,-1 1 0 0 0,1 0-1 0 0,-1-1 1 0 0,0 6 0 0 0,-1-4 14 0 0,0-1 1 0 0,0 0-1 0 0,-1 0 1 0 0,1 0 0 0 0,-1 0-1 0 0,0 0 1 0 0,0 0 0 0 0,0-1-1 0 0,-1 1 1 0 0,1 0 0 0 0,-1-1-1 0 0,0 0 1 0 0,0 0-1 0 0,0 0 1 0 0,-1 0 0 0 0,1 0-1 0 0,-1-1 1 0 0,-5 4 0 0 0,-7 4 11 0 0,-2-1 0 0 0,1-1 0 0 0,-1-1 0 0 0,-1 0 0 0 0,1-1 0 0 0,-1-1 0 0 0,-26 3 0 0 0,17-4-26 0 0,0-2-1 0 0,0-1 0 0 0,-1-1 0 0 0,-39-6 1 0 0,66 6-116 0 0,0 0 0 0 0,-1-1 1 0 0,1 1-1 0 0,0-1 0 0 0,0 1 1 0 0,0-1-1 0 0,0 0 0 0 0,1 0 1 0 0,-1 0-1 0 0,0 0 0 0 0,0 0 1 0 0,0 0-1 0 0,1-1 0 0 0,-1 1 1 0 0,1-1-1 0 0,-1 1 0 0 0,-1-3 1 0 0,2 3-49 0 0,1 0 0 0 0,0 0 1 0 0,-1 0-1 0 0,1 0 1 0 0,0 0-1 0 0,-1 0 1 0 0,1 0-1 0 0,0 0 0 0 0,0 0 1 0 0,0 0-1 0 0,0 0 1 0 0,0 0-1 0 0,0-1 0 0 0,0 1 1 0 0,1 0-1 0 0,-1 0 1 0 0,0 0-1 0 0,0 0 0 0 0,1 0 1 0 0,-1 0-1 0 0,1 0 1 0 0,-1 0-1 0 0,1 0 0 0 0,-1 1 1 0 0,1-1-1 0 0,0 0 1 0 0,-1 0-1 0 0,1 0 0 0 0,0 1 1 0 0,0-1-1 0 0,-1 0 1 0 0,1 1-1 0 0,0-1 0 0 0,0 0 1 0 0,1 0-1 0 0,26-17-5779 0 0,-12 9 369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15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38 138 660 0 0,'-2'-4'1218'0'0,"-23"-42"7658"0"0,23 41-8278 0 0,0 0 1 0 0,0 0 0 0 0,1 0 0 0 0,0-1-1 0 0,0 1 1 0 0,0 0 0 0 0,0-8-1 0 0,2 11-541 0 0,-1 1-1 0 0,1-1 1 0 0,-1 1-1 0 0,1-1 0 0 0,-1 1 1 0 0,1-1-1 0 0,0 1 1 0 0,-1 0-1 0 0,1 0 0 0 0,0-1 1 0 0,0 1-1 0 0,0 0 1 0 0,0 0-1 0 0,0 0 0 0 0,0 0 1 0 0,1 0-1 0 0,-1 0 1 0 0,0 0-1 0 0,0 0 1 0 0,3 0-1 0 0,-1-1 26 0 0,0 0-1 0 0,1 0 1 0 0,-1 1-1 0 0,1 0 1 0 0,-1 0-1 0 0,1 0 1 0 0,-1 0 0 0 0,5-1-1 0 0,-1 2-23 0 0,1 1 0 0 0,-1-1-1 0 0,0 1 1 0 0,0 0 0 0 0,0 1-1 0 0,0 0 1 0 0,0 0 0 0 0,-1 0-1 0 0,1 1 1 0 0,-1 0 0 0 0,1 0-1 0 0,-1 1 1 0 0,0 0 0 0 0,0 0 0 0 0,8 8-1 0 0,-10-9-25 0 0,-1 0 0 0 0,0 0 0 0 0,0 0 0 0 0,0 1 0 0 0,0 0 0 0 0,0-1 0 0 0,-1 1 0 0 0,0 0 0 0 0,0 0 0 0 0,0 1 0 0 0,0-1 0 0 0,-1 0 0 0 0,1 1 0 0 0,-1-1 0 0 0,0 1 0 0 0,0-1 0 0 0,-1 1 0 0 0,0-1 0 0 0,1 1 0 0 0,-1-1 0 0 0,-1 1 0 0 0,1 0 0 0 0,-1-1 0 0 0,0 1 0 0 0,0-1 0 0 0,-2 7 0 0 0,-2-1 10 0 0,0-1 0 0 0,-1 1 1 0 0,1-1-1 0 0,-2-1 0 0 0,1 1 0 0 0,-1-1 0 0 0,-1 0 0 0 0,1-1 0 0 0,-1 0 1 0 0,-1 0-1 0 0,1 0 0 0 0,-1-1 0 0 0,-17 8 0 0 0,24-12 43 0 0,1-2-85 0 0,1-1 0 0 0,-1 1 1 0 0,1 0-1 0 0,-1 0 0 0 0,1 0 0 0 0,-1 0 1 0 0,1 0-1 0 0,-1 0 0 0 0,1-1 0 0 0,-1 1 1 0 0,1 0-1 0 0,0 0 0 0 0,-1-1 0 0 0,1 1 1 0 0,-1 0-1 0 0,1-1 0 0 0,0 1 0 0 0,-1 0 1 0 0,1-1-1 0 0,0 1 0 0 0,-1 0 0 0 0,1-1 1 0 0,0 1-1 0 0,0-1 0 0 0,-1 0 0 0 0,10-11 0 0 0,0-1-1 0 0,1 2 0 0 0,0 0 0 0 0,14-12 0 0 0,53-41-24 0 0,-34 31-8 0 0,84-66 171 0 0,-122 96 325 0 0,-5 6-78 0 0,-10 10 207 0 0,-18 19 283 0 0,16-20-653 0 0,0 1 0 0 0,1 0 0 0 0,0 1 0 0 0,1 1 0 0 0,1-1 0 0 0,0 2 0 0 0,-7 16 1 0 0,15-29-216 0 0,0 0 1 0 0,0 0-1 0 0,0 0 1 0 0,1 1-1 0 0,-1-1 1 0 0,1 0-1 0 0,0 1 1 0 0,0-1-1 0 0,0 1 1 0 0,0-1-1 0 0,1 0 1 0 0,-1 0-1 0 0,1 1 1 0 0,0-1-1 0 0,0 0 1 0 0,0 0-1 0 0,0 0 1 0 0,2 4-1 0 0,0-3-54 0 0,1 0 0 0 0,-1 0 0 0 0,0 0 0 0 0,1 0 0 0 0,0 0-1 0 0,0 0 1 0 0,0-1 0 0 0,0 0 0 0 0,1 0 0 0 0,6 3 0 0 0,9 4-802 0 0,1-2 0 0 0,0 0 0 0 0,0-2 0 0 0,28 6 0 0 0,-47-12 655 0 0,19 5-2049 0 0,38 1 0 0 0,-5-6-4193 0 0,-26-2 479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15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128 110 584 0 0,'2'-7'2522'0'0,"0"0"1"0"0,0 0-1 0 0,-1 0 0 0 0,1-11 1 0 0,-1 13-1845 0 0,-1 0 0 0 0,1 0 0 0 0,0 0 1 0 0,0 0-1 0 0,0 0 0 0 0,1 0 1 0 0,0 1-1 0 0,3-8 0 0 0,-4 11-629 0 0,0 0-1 0 0,0 0 1 0 0,0 0-1 0 0,0 0 1 0 0,0 0-1 0 0,0 0 0 0 0,1 1 1 0 0,-1-1-1 0 0,0 0 1 0 0,1 1-1 0 0,-1-1 1 0 0,0 1-1 0 0,1-1 0 0 0,-1 1 1 0 0,0-1-1 0 0,1 1 1 0 0,-1 0-1 0 0,1 0 1 0 0,-1 0-1 0 0,1 0 1 0 0,-1 0-1 0 0,1 0 0 0 0,1 1 1 0 0,26 5 406 0 0,-26-5-388 0 0,0 1 0 0 0,0-1 1 0 0,0 0-1 0 0,-1 1 0 0 0,1-1 1 0 0,-1 1-1 0 0,1 0 0 0 0,-1 0 0 0 0,0 0 1 0 0,1 0-1 0 0,-1 0 0 0 0,0 0 0 0 0,0 1 1 0 0,-1-1-1 0 0,1 1 0 0 0,0-1 1 0 0,-1 1-1 0 0,2 4 0 0 0,-2-3 35 0 0,0 0 0 0 0,0 0 0 0 0,-1-1 0 0 0,1 1 0 0 0,-1 0 0 0 0,0 0 0 0 0,-1 0 0 0 0,1 0 0 0 0,-1 0 0 0 0,1 0 0 0 0,-1-1 0 0 0,-3 8 0 0 0,0-1 110 0 0,0-1-1 0 0,-1 1 1 0 0,0 0 0 0 0,-1-1-1 0 0,0 0 1 0 0,0-1-1 0 0,-1 1 1 0 0,-1-1 0 0 0,-9 8-1 0 0,-3 0 254 0 0,-1-2 0 0 0,-35 18 0 0 0,33-19 99 0 0,-41 29 0 0 0,63-41-550 0 0,4 0 47 0 0,10 1-59 0 0,0 1 1 0 0,0-2-1 0 0,0 0 0 0 0,24-1 1 0 0,58-9-653 0 0,-56 5 58 0 0,193-22-4114 0 0,-119 13 154 0 0,-1 0-4053 0 0,-79 10 1866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16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777 252 844 0 0,'-3'-2'1002'0'0,"0"-1"0"0"0,0 1 0 0 0,0 0 0 0 0,0-1-1 0 0,1 0 1 0 0,-1 0 0 0 0,1 0 0 0 0,0 0 0 0 0,-4-7 0 0 0,4 7-796 0 0,1-1-1 0 0,-1 0 1 0 0,1 1 0 0 0,0-1 0 0 0,0 0-1 0 0,1 0 1 0 0,-1 0 0 0 0,1 0-1 0 0,0 0 1 0 0,0 0 0 0 0,0 0 0 0 0,0 0-1 0 0,1 0 1 0 0,0 0 0 0 0,1-6 0 0 0,4-4-21 0 0,0-1 1 0 0,9-15 0 0 0,4-10 1 0 0,-11 25 27 0 0,-7 14-187 0 0,0 0 0 0 0,0 0 0 0 0,0-1 0 0 0,0 1 0 0 0,0 0 0 0 0,-1-1 0 0 0,1 1 0 0 0,0 0 0 0 0,-1-1 0 0 0,0 1 0 0 0,1 0 0 0 0,-1-1 0 0 0,0 1 0 0 0,1-1-1 0 0,-1 1 1 0 0,0-1 0 0 0,0 1 0 0 0,0-1 0 0 0,0 1 0 0 0,-1-1 0 0 0,1-1 0 0 0,-1 3-23 0 0,0-1 1 0 0,1 1-1 0 0,-1 0 0 0 0,0-1 1 0 0,1 1-1 0 0,-1 0 0 0 0,0-1 0 0 0,1 1 1 0 0,-1 0-1 0 0,0 0 0 0 0,0 0 0 0 0,0 0 1 0 0,1-1-1 0 0,-1 1 0 0 0,0 0 1 0 0,0 0-1 0 0,1 1 0 0 0,-1-1 0 0 0,0 0 1 0 0,0 0-1 0 0,1 0 0 0 0,-2 1 1 0 0,-17 3 8 0 0,19-3-10 0 0,-30 10 27 0 0,0 1 0 0 0,2 1 0 0 0,-1 2 0 0 0,-47 33 1 0 0,34-21-8 0 0,19-13-17 0 0,-49 34 15 0 0,66-44-19 0 0,1 0-1 0 0,0 1 0 0 0,0 0 0 0 0,1 0 1 0 0,-1 0-1 0 0,1 0 0 0 0,0 1 0 0 0,0-1 1 0 0,-5 13-1 0 0,8-16 0 0 0,1 1-1 0 0,-1 0 1 0 0,1-1 0 0 0,0 1-1 0 0,0-1 1 0 0,0 1 0 0 0,0 0 0 0 0,0-1-1 0 0,0 1 1 0 0,1 0 0 0 0,-1-1 0 0 0,1 1-1 0 0,0-1 1 0 0,0 1 0 0 0,0-1 0 0 0,0 1-1 0 0,0-1 1 0 0,0 0 0 0 0,1 1 0 0 0,-1-1-1 0 0,1 0 1 0 0,0 0 0 0 0,-1 0 0 0 0,1 0-1 0 0,0 0 1 0 0,4 2 0 0 0,6 6 5 0 0,1 0 1 0 0,0-2-1 0 0,19 11 0 0 0,-20-13-5 0 0,223 121-7 0 0,-210-105 98 0 0,-24-21-89 0 0,-1 0 1 0 0,0 0-1 0 0,1 1 1 0 0,-1-1-1 0 0,0 0 0 0 0,0 0 1 0 0,0 0-1 0 0,0 1 1 0 0,0-1-1 0 0,0 0 0 0 0,0 0 1 0 0,0 1-1 0 0,0-1 1 0 0,-1 0-1 0 0,1 0 1 0 0,0 0-1 0 0,-1 0 0 0 0,1 1 1 0 0,-1-1-1 0 0,0 0 1 0 0,0 1-1 0 0,-3 2 17 0 0,-1 1 1 0 0,0-1-1 0 0,0 0 0 0 0,0 0 1 0 0,0-1-1 0 0,-1 1 0 0 0,1-1 1 0 0,-1 0-1 0 0,0-1 0 0 0,0 1 1 0 0,-12 2-1 0 0,-8 1 226 0 0,-37 5 1 0 0,60-11-234 0 0,-76 9 264 0 0,-1-4-1 0 0,0-4 1 0 0,0-3-1 0 0,-142-21 0 0 0,220 22-287 0 0,-22-5-26 0 0,23 6-19 0 0,0 0 0 0 0,0-1-1 0 0,1 1 1 0 0,-1-1 0 0 0,0 1-1 0 0,0-1 1 0 0,0 0-1 0 0,1 1 1 0 0,-1-1 0 0 0,0 0-1 0 0,0 1 1 0 0,1-1 0 0 0,-1 0-1 0 0,1 0 1 0 0,-1 0-1 0 0,1 0 1 0 0,-1 1 0 0 0,1-1-1 0 0,-1 0 1 0 0,1 0 0 0 0,-1-2-1 0 0,2 2-26 0 0,-1 0-1 0 0,0 1 0 0 0,0-1 1 0 0,0 0-1 0 0,1 0 0 0 0,-1 0 1 0 0,1 1-1 0 0,-1-1 1 0 0,0 0-1 0 0,1 1 0 0 0,-1-1 1 0 0,1 0-1 0 0,0 1 1 0 0,-1-1-1 0 0,1 1 0 0 0,-1-1 1 0 0,1 0-1 0 0,0 1 0 0 0,-1 0 1 0 0,1-1-1 0 0,1 0 1 0 0,16-8-1332 0 0,54-18-5704 0 0,-48 20 2810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17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0 490 2340 0 0,'25'-20'5004'0'0,"12"-7"2187"0"0,-36 27-7154 0 0,-1 0 0 0 0,0 1 0 0 0,1-1 0 0 0,-1 0 0 0 0,0 0 0 0 0,0 0 0 0 0,1 0-1 0 0,-1 0 1 0 0,0 1 0 0 0,1-1 0 0 0,-1 0 0 0 0,0 0 0 0 0,0 1 0 0 0,0-1 0 0 0,1 0 0 0 0,-1 0 0 0 0,0 1-1 0 0,0-1 1 0 0,0 0 0 0 0,1 0 0 0 0,-1 1 0 0 0,0-1 0 0 0,0 0 0 0 0,0 1 0 0 0,0-1 0 0 0,0 0-1 0 0,0 1 1 0 0,0-1 0 0 0,0 0 0 0 0,0 1 0 0 0,0-1 0 0 0,0 0 0 0 0,0 1 0 0 0,0-1 0 0 0,0 0-1 0 0,0 1 1 0 0,-2 12 411 0 0,2-13-445 0 0,-19 72 1273 0 0,-13 65-419 0 0,30-123-829 0 0,1 1 1 0 0,0 0-1 0 0,0-1 1 0 0,2 1 0 0 0,0 0-1 0 0,1-1 1 0 0,4 20-1 0 0,-5-31-27 0 0,-1 0-1 0 0,1 0 0 0 0,0-1 0 0 0,1 1 0 0 0,-1 0 1 0 0,0 0-1 0 0,1 0 0 0 0,0-1 0 0 0,-1 1 0 0 0,1-1 0 0 0,0 1 1 0 0,0-1-1 0 0,1 0 0 0 0,-1 0 0 0 0,0 0 0 0 0,1 0 1 0 0,-1 0-1 0 0,1-1 0 0 0,-1 1 0 0 0,1-1 0 0 0,0 1 0 0 0,0-1 1 0 0,0 0-1 0 0,0 0 0 0 0,0 0 0 0 0,0-1 0 0 0,0 1 1 0 0,4-1-1 0 0,-2 0-33 0 0,1 0 0 0 0,-1 0 0 0 0,0-1 1 0 0,1 0-1 0 0,-1 0 0 0 0,0 0 0 0 0,1-1 1 0 0,-1 1-1 0 0,0-1 0 0 0,0-1 0 0 0,0 1 1 0 0,0-1-1 0 0,-1 1 0 0 0,1-2 0 0 0,6-4 1 0 0,-1-3-29 0 0,1 1 0 0 0,-1-2 0 0 0,-1 1 1 0 0,0-1-1 0 0,-1-1 0 0 0,9-16 0 0 0,35-87-80 0 0,-39 85 122 0 0,-11 24-114 0 0,4-3 518 0 0,-6 10-372 0 0,0-1 1 0 0,0 1-1 0 0,1 0 0 0 0,-1 0 1 0 0,0 0-1 0 0,0 0 0 0 0,1 0 0 0 0,-1 0 1 0 0,0 0-1 0 0,0 0 0 0 0,1 0 1 0 0,-1 0-1 0 0,0 0 0 0 0,0 0 0 0 0,1 0 1 0 0,-1 0-1 0 0,0 0 0 0 0,0 1 1 0 0,1-1-1 0 0,-1 0 0 0 0,0 0 0 0 0,0 0 1 0 0,1 0-1 0 0,-1 0 0 0 0,0 0 1 0 0,0 1-1 0 0,0-1 0 0 0,0 0 0 0 0,1 0 1 0 0,-1 0-1 0 0,0 1 0 0 0,0-1 1 0 0,0 0-1 0 0,0 0 0 0 0,1 0 0 0 0,-1 1 1 0 0,0-1-1 0 0,0 1 8 0 0,1 0 0 0 0,-1 0 1 0 0,0 0-1 0 0,1 0 0 0 0,-1 0 0 0 0,0 0 0 0 0,0 0 1 0 0,0 0-1 0 0,0 0 0 0 0,0 0 0 0 0,0 0 0 0 0,0 0 1 0 0,0 0-1 0 0,0 0 0 0 0,0 0 0 0 0,-1-1 0 0 0,0 3 1 0 0,1-1 41 0 0,-8 61 571 0 0,5-40-490 0 0,-2 41 0 0 0,5-58-132 0 0,0 0 1 0 0,1 0-1 0 0,-1 0 1 0 0,1 1-1 0 0,1-1 1 0 0,-1 0 0 0 0,1 0-1 0 0,0-1 1 0 0,1 1-1 0 0,-1 0 1 0 0,5 6-1 0 0,-5-9-21 0 0,1-1 0 0 0,-1 1-1 0 0,1-1 1 0 0,-1 0-1 0 0,1 0 1 0 0,0 0-1 0 0,0 0 1 0 0,0 0-1 0 0,0-1 1 0 0,0 0-1 0 0,0 1 1 0 0,0-1-1 0 0,0 0 1 0 0,1 0 0 0 0,-1-1-1 0 0,0 1 1 0 0,0-1-1 0 0,1 1 1 0 0,-1-1-1 0 0,1 0 1 0 0,-1-1-1 0 0,0 1 1 0 0,1 0-1 0 0,4-2 1 0 0,3 0-222 0 0,1-1 0 0 0,0 0 0 0 0,-1-1 0 0 0,1 0 0 0 0,15-9 0 0 0,-14 5-64 0 0,-1-1-1 0 0,0 0 0 0 0,0 0 1 0 0,-1-1-1 0 0,0 0 0 0 0,-1-1 1 0 0,-1 0-1 0 0,1-1 0 0 0,-2 0 1 0 0,1-1-1 0 0,-2 0 0 0 0,8-16 1 0 0,1-8-133 0 0,-1-1 0 0 0,-2-1 0 0 0,11-50 0 0 0,-4-19 413 0 0,8-120-1 0 0,-27 218 152 0 0,6-108 1459 0 0,-14 160-433 0 0,2-20-793 0 0,-98 566 3209 0 0,86-496-3354 0 0,17-90-245 0 0,9-22-716 0 0,-4 9 656 0 0,1 1 1 0 0,0 0 0 0 0,0 0-1 0 0,1 0 1 0 0,0 1 0 0 0,1 0-1 0 0,0 0 1 0 0,13-10-1 0 0,-14 13 66 0 0,1 0 0 0 0,-1 1 0 0 0,1-1-1 0 0,0 2 1 0 0,1-1 0 0 0,-1 1-1 0 0,1 0 1 0 0,-1 1 0 0 0,1 0 0 0 0,0 0-1 0 0,10-1 1 0 0,-10 4 78 0 0,0 0 0 0 0,0 0 0 0 0,0 1 0 0 0,0 0-1 0 0,0 0 1 0 0,-1 1 0 0 0,1 1 0 0 0,0-1 0 0 0,-1 1 0 0 0,0 1 0 0 0,1-1 0 0 0,-2 2 0 0 0,1-1 0 0 0,0 1-1 0 0,-1 0 1 0 0,0 0 0 0 0,0 1 0 0 0,0 0 0 0 0,-1 0 0 0 0,0 1 0 0 0,0 0 0 0 0,0 0 0 0 0,-1 0 0 0 0,0 1-1 0 0,-1 0 1 0 0,0 0 0 0 0,0 0 0 0 0,0 0 0 0 0,-1 0 0 0 0,-1 1 0 0 0,1 0 0 0 0,-1-1 0 0 0,-1 1 0 0 0,2 13 0 0 0,-3-16 9 0 0,0 0 0 0 0,-1-1 0 0 0,0 1 0 0 0,0-1 1 0 0,0 1-1 0 0,0-1 0 0 0,-1 0 0 0 0,0 0 0 0 0,0 1 1 0 0,0-1-1 0 0,-1 0 0 0 0,1-1 0 0 0,-1 1 0 0 0,-7 8 1 0 0,5-8-18 0 0,0 0 1 0 0,-1 0-1 0 0,0 0 1 0 0,1-1-1 0 0,-1 0 1 0 0,-1 0-1 0 0,1-1 1 0 0,-1 0-1 0 0,1 0 1 0 0,-10 3-1 0 0,2-3-24 0 0,1 0 0 0 0,0 0 0 0 0,-1-1 0 0 0,0-1 0 0 0,1 0-1 0 0,-1-1 1 0 0,0-1 0 0 0,1 0 0 0 0,-1 0 0 0 0,1-2 0 0 0,-22-5 0 0 0,19 2-107 0 0,-1 0 0 0 0,-23-13 0 0 0,36 17-220 0 0,0-1 0 0 0,0 1 0 0 0,0-1 0 0 0,0 0 0 0 0,0 0 0 0 0,0-1 0 0 0,1 1 0 0 0,-1-1 0 0 0,1 0 0 0 0,0 0 0 0 0,0 0-1 0 0,1 0 1 0 0,-4-7 0 0 0,6 10 90 0 0,-1-1-1 0 0,1 1 1 0 0,0 0-1 0 0,0-1 0 0 0,0 1 1 0 0,0-1-1 0 0,0 1 1 0 0,0-1-1 0 0,0 1 0 0 0,0-1 1 0 0,0 1-1 0 0,1 0 1 0 0,-1-1-1 0 0,1 1 0 0 0,-1-1 1 0 0,1 1-1 0 0,-1 0 1 0 0,1-1-1 0 0,0 1 0 0 0,1-2 1 0 0,21-20-6211 0 0,-11 14 1610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18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490 28 1624 0 0,'2'-2'2542'0'0,"40"-23"11700"0"0,-41 25-14026 0 0,0 1 1 0 0,0 0 0 0 0,-1-1 0 0 0,1 1 0 0 0,0 0-1 0 0,-1 0 1 0 0,1 0 0 0 0,-1-1 0 0 0,1 1-1 0 0,-1 0 1 0 0,1 0 0 0 0,-1 0 0 0 0,0 0 0 0 0,1 1-1 0 0,-4 56 3874 0 0,-20 102-1 0 0,4-44-2681 0 0,-13 321 96 0 0,31-404-1487 0 0,-11 97-17 0 0,8-113 0 0 0,0 0 0 0 0,0 1 0 0 0,-2-2 0 0 0,0 1 0 0 0,-11 21 0 0 0,16-35 0 0 0,0-2 0 0 0,1 0 0 0 0,-1 0 0 0 0,1 0 0 0 0,-1 0 0 0 0,1 0 0 0 0,-1 0 0 0 0,0 0 0 0 0,1 0 0 0 0,-1 0 0 0 0,0 0 0 0 0,0 0 0 0 0,0 0 0 0 0,0-1 0 0 0,0 1 0 0 0,0 0 0 0 0,0-1 0 0 0,0 1 0 0 0,0-1 0 0 0,0 1 0 0 0,0-1 0 0 0,0 1 0 0 0,0-1 0 0 0,-1 0 0 0 0,1 1 0 0 0,-2-1 0 0 0,-4 1 0 0 0,0 0 0 0 0,0-1 0 0 0,0 0 0 0 0,0 0 0 0 0,0 0 0 0 0,0-1 0 0 0,0 0 0 0 0,0-1 0 0 0,0 1 0 0 0,-10-5 0 0 0,-11-5 0 0 0,-29-15 0 0 0,40 18-804 0 0,0-1 0 0 0,0-1 0 0 0,1 0 0 0 0,1-1 0 0 0,0-1-1 0 0,1-1 1 0 0,-24-25 0 0 0,31 29 252 0 0,-1-1 0 0 0,2 0-1 0 0,0-1 1 0 0,0 1 0 0 0,0-1 0 0 0,2 0-1 0 0,-1 0 1 0 0,1-1 0 0 0,1 1-1 0 0,0-1 1 0 0,1 0 0 0 0,0 0 0 0 0,0-19-1 0 0,2 4-3623 0 0,4-29 0 0 0,3 9-3670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18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42 680 0 0,'0'0'3016'0'0,"5"-12"1241"0"0,-1 2-501 0 0,-1-2-1996 0 0,2 5-1624 0 0,2 12-1808 0 0,-1 7-3236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18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58 496 0 0,'-3'6'1995'0'0,"-1"1"0"0"0,2 0 0 0 0,-1-1 0 0 0,-2 11-1 0 0,1 11 677 0 0,5-26-2612 0 0,-1-1 0 0 0,0 1 0 0 0,0-1 1 0 0,1 1-1 0 0,-1-1 0 0 0,1 1 0 0 0,-1-1 1 0 0,1 1-1 0 0,-1-1 0 0 0,1 0 1 0 0,0 1-1 0 0,0-1 0 0 0,0 0 0 0 0,0 0 1 0 0,0 1-1 0 0,0-1 0 0 0,0 0 1 0 0,0 0-1 0 0,0 0 0 0 0,0 0 0 0 0,1 0 1 0 0,-1-1-1 0 0,0 1 0 0 0,1 0 1 0 0,-1 0-1 0 0,1-1 0 0 0,-1 1 0 0 0,1-1 1 0 0,-1 0-1 0 0,1 1 0 0 0,-1-1 0 0 0,1 0 1 0 0,1 0-1 0 0,5 1 6 0 0,0 0 1 0 0,0-1-1 0 0,0 0 1 0 0,14-3-1 0 0,-17 2-58 0 0,-1 0 0 0 0,1-1 0 0 0,0 0-1 0 0,-1 0 1 0 0,0 0 0 0 0,1-1 0 0 0,-1 0-1 0 0,0 1 1 0 0,0-1 0 0 0,0-1 0 0 0,-1 1 0 0 0,1-1-1 0 0,-1 1 1 0 0,0-1 0 0 0,0 0 0 0 0,0 0-1 0 0,0 0 1 0 0,-1 0 0 0 0,3-7 0 0 0,-3 9-3 0 0,-1-1-1 0 0,0 1 1 0 0,0-1 0 0 0,0 1 0 0 0,0-1 0 0 0,0 0 0 0 0,0 1 0 0 0,-1-1 0 0 0,0 0 0 0 0,1 0 0 0 0,-1 1 0 0 0,0-1 0 0 0,0 0 0 0 0,-1 0 0 0 0,1 1 0 0 0,0-1 0 0 0,-1 0 0 0 0,0 1 0 0 0,1-1 0 0 0,-1 0-1 0 0,0 1 1 0 0,-1-1 0 0 0,1 1 0 0 0,0 0 0 0 0,-1-1 0 0 0,1 1 0 0 0,-1 0 0 0 0,0 0 0 0 0,0 0 0 0 0,1 0 0 0 0,-1 0 0 0 0,-1 0 0 0 0,1 0 0 0 0,-4-2 0 0 0,1 2 46 0 0,0 1 0 0 0,1 0 0 0 0,-1-1 0 0 0,0 2 0 0 0,1-1 0 0 0,-1 0 0 0 0,0 1 0 0 0,0 0 0 0 0,1 0 0 0 0,-1 1 0 0 0,0-1 0 0 0,0 1 1 0 0,1 0-1 0 0,-1 0 0 0 0,0 1 0 0 0,1-1 0 0 0,-5 3 0 0 0,-8 3 336 0 0,-1 1 1 0 0,-30 21 0 0 0,32-18-106 0 0,0 0 1 0 0,0 2-1 0 0,2 0 1 0 0,-26 29 0 0 0,32-32-208 0 0,0 0-1 0 0,1 1 1 0 0,0-1 0 0 0,1 1 0 0 0,1 1 0 0 0,-1-1 0 0 0,2 1 0 0 0,-6 21-1 0 0,9-30-60 0 0,1 0 0 0 0,-1 0 0 0 0,1-1 0 0 0,0 1 0 0 0,0 0 0 0 0,0 0 0 0 0,0 0 0 0 0,0 0 0 0 0,1 0-1 0 0,-1 0 1 0 0,1-1 0 0 0,0 1 0 0 0,0 0 0 0 0,0 0 0 0 0,0-1 0 0 0,0 1 0 0 0,3 3 0 0 0,-1-3-92 0 0,0 1 1 0 0,0-1 0 0 0,0 1-1 0 0,0-1 1 0 0,1 0 0 0 0,0-1-1 0 0,-1 1 1 0 0,1 0 0 0 0,0-1-1 0 0,5 2 1 0 0,4 1-612 0 0,0 0 0 0 0,1-1 0 0 0,0 0 1 0 0,-1-1-1 0 0,1-1 0 0 0,17 1 0 0 0,-10-2-1737 0 0,0-1-1 0 0,27-4 1 0 0,-15-2-2319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19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272 586 2120 0 0,'1'-5'855'0'0,"0"0"-1"0"0,0-1 1 0 0,0 1-1 0 0,-1-1 0 0 0,0 1 1 0 0,0 0-1 0 0,-1-1 1 0 0,1 1-1 0 0,-3-10 1 0 0,2 12-654 0 0,0 1 0 0 0,0 0 0 0 0,0 0 1 0 0,0-1-1 0 0,0 1 0 0 0,-1 0 0 0 0,1 0 0 0 0,-1 0 1 0 0,1 1-1 0 0,-1-1 0 0 0,0 0 0 0 0,0 0 0 0 0,1 1 1 0 0,-1-1-1 0 0,-1 1 0 0 0,1 0 0 0 0,0 0 0 0 0,0 0 1 0 0,0 0-1 0 0,-1 0 0 0 0,1 0 0 0 0,0 0 0 0 0,-1 1 1 0 0,-2-1-1 0 0,-3 0-9 0 0,1 0 0 0 0,-1 1 0 0 0,1 0 0 0 0,-1 0 0 0 0,1 1 0 0 0,-1 0 0 0 0,1 1 0 0 0,-1-1 1 0 0,1 1-1 0 0,0 1 0 0 0,0-1 0 0 0,0 1 0 0 0,0 1 0 0 0,0-1 0 0 0,1 1 0 0 0,-1 0 0 0 0,1 1 0 0 0,0-1 0 0 0,1 1 1 0 0,-1 1-1 0 0,-5 5 0 0 0,4-3-136 0 0,0 0 0 0 0,1 1 1 0 0,-1-1-1 0 0,2 1 1 0 0,-1 0-1 0 0,2 1 0 0 0,-1-1 1 0 0,1 1-1 0 0,0 0 1 0 0,1 0-1 0 0,0 0 0 0 0,1 0 1 0 0,0 1-1 0 0,-1 17 1 0 0,3-21-69 0 0,1 0 1 0 0,0 1-1 0 0,0-1 1 0 0,0 0-1 0 0,1 0 1 0 0,0 0-1 0 0,0 0 1 0 0,1 0 0 0 0,0 0-1 0 0,0-1 1 0 0,0 1-1 0 0,1-1 1 0 0,0 0-1 0 0,1 0 1 0 0,-1 0-1 0 0,1-1 1 0 0,0 0 0 0 0,0 0-1 0 0,1 0 1 0 0,-1 0-1 0 0,1-1 1 0 0,0 0-1 0 0,1 0 1 0 0,11 5-1 0 0,-10-5-268 0 0,1-1 0 0 0,-1 0 0 0 0,0-1-1 0 0,1 0 1 0 0,0 0 0 0 0,-1-1-1 0 0,1 0 1 0 0,0 0 0 0 0,0-1 0 0 0,0 0-1 0 0,0-1 1 0 0,-1 0 0 0 0,1 0 0 0 0,0-1-1 0 0,-1 0 1 0 0,1-1 0 0 0,-1 1-1 0 0,0-2 1 0 0,0 1 0 0 0,11-7 0 0 0,-5-1-98 0 0,0 1 0 0 0,-1-1 0 0 0,-1-1 0 0 0,0-1 0 0 0,0 1 0 0 0,-1-2 0 0 0,-1 0 0 0 0,0 0 0 0 0,-1 0 0 0 0,-1-1 0 0 0,8-21 0 0 0,6-16 112 0 0,-3-1-1 0 0,12-60 1 0 0,12-106 1747 0 0,-22 71 2313 0 0,-16 66-973 0 0,-5 80-2361 0 0,-1 2-397 0 0,1 0 1 0 0,-1 1 0 0 0,0-1-1 0 0,1 1 1 0 0,-1-1 0 0 0,0 1-1 0 0,1 0 1 0 0,-1-1 0 0 0,1 1 0 0 0,-1 0-1 0 0,1-1 1 0 0,-1 1 0 0 0,1 0-1 0 0,0 0 1 0 0,-1-1 0 0 0,1 1-1 0 0,0 0 1 0 0,-1 0 0 0 0,1 0 0 0 0,-6 21 571 0 0,5-20-501 0 0,-69 275 5066 0 0,-1 147-2145 0 0,70-410-3023 0 0,-3 55 121 0 0,4-62-150 0 0,0 0 1 0 0,0 1-1 0 0,1-1 1 0 0,0 0 0 0 0,1 0-1 0 0,0 0 1 0 0,3 7-1 0 0,-4-11-116 0 0,0-1-1 0 0,0 1 1 0 0,1-1-1 0 0,-1 0 0 0 0,1 0 1 0 0,-1 0-1 0 0,1 0 1 0 0,0 0-1 0 0,0 0 1 0 0,0 0-1 0 0,0-1 1 0 0,0 1-1 0 0,0-1 0 0 0,1 1 1 0 0,-1-1-1 0 0,4 1 1 0 0,-1 0-268 0 0,0 0 0 0 0,0-1 1 0 0,0 0-1 0 0,0 0 0 0 0,0-1 0 0 0,0 1 1 0 0,11-2-1 0 0,-3 0-702 0 0,1-1 0 0 0,-1-1 0 0 0,0 0 0 0 0,0-1 0 0 0,21-9 1 0 0,-17 6-1424 0 0,-2-2 1 0 0,18-11 0 0 0,0-3-4429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19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54 2920 0 0,'-48'-9'5200'0'0,"-126"-20"8253"0"0,171 29-12536 0 0,6-1-863 0 0,0 0-1 0 0,0 1 1 0 0,0-1 0 0 0,0 1-1 0 0,0-1 1 0 0,0 1 0 0 0,4 0-1 0 0,-5 0-18 0 0,163-1-1211 0 0,-39 1-2584 0 0,0-7-6117 0 0,-94 4 4140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20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79 917 912 0 0,'-10'10'5616'0'0,"2"-2"-4276"0"0,0 0 1 0 0,1 1-1 0 0,0-1 0 0 0,-10 18 1 0 0,14-22-1096 0 0,0 0 0 0 0,1 1 0 0 0,0-1 0 0 0,0 1 0 0 0,0 0 0 0 0,0-1 0 0 0,1 1 0 0 0,0 0 0 0 0,0 0 0 0 0,0 0 0 0 0,0 0 0 0 0,1 0 0 0 0,0 7 0 0 0,1-10-203 0 0,-1-1 0 0 0,1 0 0 0 0,0 1 0 0 0,0-1 0 0 0,0 1 0 0 0,0-1 0 0 0,0 0 0 0 0,0 0 0 0 0,0 0 0 0 0,0 0 0 0 0,1 1 0 0 0,-1-1-1 0 0,0-1 1 0 0,1 1 0 0 0,-1 0 0 0 0,0 0 0 0 0,1 0 0 0 0,-1-1 0 0 0,1 1 0 0 0,-1-1 0 0 0,1 1 0 0 0,0-1 0 0 0,-1 0 0 0 0,1 0 0 0 0,-1 1 0 0 0,1-1 0 0 0,0 0 0 0 0,-1-1 0 0 0,3 1-1 0 0,6 0 26 0 0,0-1-1 0 0,0 0 0 0 0,12-2 0 0 0,12-5 0 0 0,-1-1-1 0 0,0-1 1 0 0,0-2-1 0 0,-2-1 1 0 0,33-18-1 0 0,-43 18-58 0 0,-1 0-1 0 0,0-1 1 0 0,-1-1 0 0 0,-1-1-1 0 0,0 0 1 0 0,-1-1 0 0 0,-1-2-1 0 0,16-20 1 0 0,-9 4-32 0 0,-2-1 0 0 0,-1-1 0 0 0,-2 0 0 0 0,21-61 0 0 0,33-165-99 0 0,-59 202 141 0 0,-3 0 0 0 0,-2-1 1 0 0,-1-64-1 0 0,-7 125-15 0 0,0 0 1 0 0,0 1-1 0 0,0-1 0 0 0,0 0 1 0 0,0 1-1 0 0,0-1 1 0 0,0 0-1 0 0,0 1 0 0 0,0-1 1 0 0,0 0-1 0 0,0 1 1 0 0,0-1-1 0 0,-1 0 1 0 0,1 1-1 0 0,0-1 0 0 0,-1 0 1 0 0,1 1-1 0 0,0-1 1 0 0,-1 1-1 0 0,1-1 1 0 0,-1 0-1 0 0,0 1 0 0 0,1 0 0 0 0,-1 0 0 0 0,1 0 0 0 0,-1 0 0 0 0,1 0 0 0 0,-1 0 0 0 0,1 0 0 0 0,-1 0 0 0 0,1 0 0 0 0,0 0 0 0 0,-1 1 0 0 0,1-1 0 0 0,-1 0 0 0 0,1 0 0 0 0,-1 1 0 0 0,1-1 0 0 0,0 0 0 0 0,-1 0 0 0 0,1 1 0 0 0,0-1 0 0 0,-1 0 0 0 0,1 1 0 0 0,-19 24 121 0 0,-6 16 284 0 0,-32 77 1 0 0,-8 52 348 0 0,48-124-585 0 0,-53 172 456 0 0,59-174-540 0 0,3 0 0 0 0,1 1 0 0 0,0 49 0 0 0,6-83-217 0 0,1 0 1 0 0,1 0-1 0 0,0 0 1 0 0,1 0-1 0 0,0 0 1 0 0,0-1-1 0 0,1 1 1 0 0,1 0-1 0 0,0-1 1 0 0,0 0 0 0 0,7 11-1 0 0,-7-15-168 0 0,0 1 0 0 0,1-2 0 0 0,0 1 0 0 0,0 0 0 0 0,0-1 0 0 0,1 0 0 0 0,-1 0 0 0 0,1-1 1 0 0,1 0-1 0 0,-1 0 0 0 0,0 0 0 0 0,1-1 0 0 0,0 0 0 0 0,0 0 0 0 0,0 0 0 0 0,0-1 0 0 0,10 2 0 0 0,-2-2-157 0 0,0 0 1 0 0,0-1-1 0 0,0 0 0 0 0,-1-2 0 0 0,1 0 1 0 0,0 0-1 0 0,0-1 0 0 0,0-1 0 0 0,-1-1 1 0 0,0 0-1 0 0,1 0 0 0 0,-1-2 0 0 0,-1 0 1 0 0,1 0-1 0 0,13-10 0 0 0,-13 7 452 0 0,0 0-1 0 0,-1-1 1 0 0,0-1-1 0 0,-1-1 1 0 0,18-20-1 0 0,-20 19 513 0 0,-1 1-1 0 0,-1-1 0 0 0,0 0 1 0 0,-1-1-1 0 0,0 0 0 0 0,6-19 1 0 0,16-60 5046 0 0,-28 91-5171 0 0,-1 0 64 0 0,0 2-416 0 0,0 0 0 0 0,0 0 0 0 0,0-1-1 0 0,0 1 1 0 0,0 0 0 0 0,0 0-1 0 0,0-1 1 0 0,0 1 0 0 0,0 0 0 0 0,0 0-1 0 0,0-1 1 0 0,0 1 0 0 0,0 0 0 0 0,-1 0-1 0 0,1-1 1 0 0,0 1 0 0 0,0 0-1 0 0,0 0 1 0 0,0-1 0 0 0,0 1 0 0 0,0 0-1 0 0,-1 0 1 0 0,1 0 0 0 0,0-1 0 0 0,0 1-1 0 0,0 0 1 0 0,-1 0 0 0 0,1 0-1 0 0,0 0 1 0 0,0 0 0 0 0,0-1 0 0 0,-1 1-1 0 0,-4 5 118 0 0,1 1 0 0 0,0-1 0 0 0,-1 1 0 0 0,2 0 0 0 0,-1 0 0 0 0,1 0 0 0 0,0 0 0 0 0,0 1 0 0 0,1-1 0 0 0,0 1 0 0 0,0 0 0 0 0,0-1 0 0 0,-1 13 0 0 0,2-11-96 0 0,0 1 1 0 0,1-1 0 0 0,0 1-1 0 0,0-1 1 0 0,0 1-1 0 0,1-1 1 0 0,1 1-1 0 0,-1-1 1 0 0,1 0-1 0 0,1 1 1 0 0,3 7 0 0 0,-4-12-41 0 0,1 0 1 0 0,-1-1-1 0 0,1 1 1 0 0,0-1-1 0 0,0 0 1 0 0,0 0-1 0 0,0 0 1 0 0,0-1-1 0 0,1 1 1 0 0,-1-1-1 0 0,1 1 1 0 0,0-1-1 0 0,0 0 0 0 0,0-1 1 0 0,0 1-1 0 0,0-1 1 0 0,0 0-1 0 0,0 0 1 0 0,0 0-1 0 0,1 0 1 0 0,-1-1-1 0 0,0 1 1 0 0,1-1-1 0 0,-1 0 1 0 0,0-1-1 0 0,5 0 1 0 0,-1 0-12 0 0,1 0 0 0 0,-1 0 0 0 0,0-1-1 0 0,1-1 1 0 0,-1 1 0 0 0,0-1 0 0 0,0-1 0 0 0,-1 1 0 0 0,1-1 0 0 0,-1-1 0 0 0,0 1-1 0 0,9-8 1 0 0,-11 7-3 0 0,0 1 1 0 0,-1-1-1 0 0,0 0 0 0 0,0 0 0 0 0,-1 0 0 0 0,1-1 0 0 0,-1 1 1 0 0,0-1-1 0 0,0 0 0 0 0,-1 0 0 0 0,0 0 0 0 0,0 0 0 0 0,0 0 1 0 0,-1 0-1 0 0,0-1 0 0 0,0 1 0 0 0,-1 0 0 0 0,0-1 0 0 0,0 1 1 0 0,0-1-1 0 0,-1 1 0 0 0,1 0 0 0 0,-2-1 0 0 0,1 1 0 0 0,-4-9 1 0 0,1 5-4 0 0,0 1 0 0 0,0 0 0 0 0,-1 0 1 0 0,0 1-1 0 0,-1-1 0 0 0,0 1 0 0 0,0 0 1 0 0,-1 1-1 0 0,1-1 0 0 0,-2 1 1 0 0,1 1-1 0 0,-1 0 0 0 0,0 0 0 0 0,-1 0 1 0 0,-15-7-1 0 0,3 3-712 0 0,-1 2-1 0 0,-1 0 1 0 0,-35-7 0 0 0,-29 0-9066 0 0,70 12 3623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20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80 84 0 0,'-172'-15'16706'0'0,"169"14"-15885"0"0,4 0-533 0 0,3-2-236 0 0,0 1 1 0 0,0 0 0 0 0,0 0-1 0 0,0 0 1 0 0,0 1-1 0 0,0-1 1 0 0,1 1-1 0 0,-1 0 1 0 0,6-1-1 0 0,47-4-131 0 0,-31 4-78 0 0,192-16-2955 0 0,-64 6-3661 0 0,-85 6 874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22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5 650 2496 0 0,'-4'10'5040'0'0,"4"-7"-4752"0"0,0-1 0 0 0,-1 0 0 0 0,1 0 0 0 0,0 0-1 0 0,0 0 1 0 0,1 1 0 0 0,-1-1 0 0 0,0 0 0 0 0,1 0 0 0 0,-1 0 0 0 0,1 0 0 0 0,0 0 0 0 0,0 0 0 0 0,0 0-1 0 0,0 0 1 0 0,0 0 0 0 0,0 0 0 0 0,0 0 0 0 0,2 1 0 0 0,0 0-57 0 0,0 0 0 0 0,0 0-1 0 0,0-1 1 0 0,1 0 0 0 0,-1 1 0 0 0,1-1 0 0 0,0 0-1 0 0,-1 0 1 0 0,8 1 0 0 0,-2 0-116 0 0,0 0 0 0 0,0-1-1 0 0,1-1 1 0 0,-1 0 0 0 0,0 0 0 0 0,1 0-1 0 0,0-1 1 0 0,13-2 0 0 0,3-4-94 0 0,0 0 1 0 0,-1-2-1 0 0,1-1 1 0 0,-1-1-1 0 0,-1-1 1 0 0,0-1-1 0 0,-1-1 1 0 0,0-1-1 0 0,-1-1 1 0 0,0-1-1 0 0,-2-1 1 0 0,0-1-1 0 0,31-35 1 0 0,-27 24-108 0 0,-1-2 0 0 0,-1-1 0 0 0,-1 0 0 0 0,-2-1 0 0 0,-2-2 0 0 0,-1 1 0 0 0,-1-2 0 0 0,-2 0 0 0 0,8-39 0 0 0,-18 67 68 0 0,-2 0-1 0 0,1 0 1 0 0,-1 0 0 0 0,0 0-1 0 0,0 0 1 0 0,-2-16-1 0 0,1 23 18 0 0,0 1 0 0 0,0-1-1 0 0,0 1 1 0 0,0 0-1 0 0,0-1 1 0 0,0 1-1 0 0,0-1 1 0 0,-1 1-1 0 0,1 0 1 0 0,0-1-1 0 0,0 1 1 0 0,0-1-1 0 0,0 1 1 0 0,-1 0-1 0 0,1-1 1 0 0,0 1-1 0 0,0 0 1 0 0,-1-1-1 0 0,1 1 1 0 0,0 0 0 0 0,-1 0-1 0 0,1-1 1 0 0,0 1-1 0 0,-1 0 1 0 0,1 0-1 0 0,-1 0 1 0 0,1-1-1 0 0,0 1 1 0 0,-1 0-1 0 0,1 0 1 0 0,-1 0-1 0 0,-11 6-13 0 0,-8 15 3 0 0,-4 20 51 0 0,2 2-1 0 0,1 0 0 0 0,-25 79 0 0 0,36-95-35 0 0,-2 7 24 0 0,1 1 0 0 0,-10 59 0 0 0,19-80-94 0 0,0 0 1 0 0,1 0-1 0 0,1 1 0 0 0,0-1 0 0 0,1 0 1 0 0,0 0-1 0 0,2 1 0 0 0,-1-1 0 0 0,9 24 1 0 0,-9-34-39 0 0,-1 0-1 0 0,1 0 1 0 0,1 0 0 0 0,-1 0 0 0 0,1 0 0 0 0,-1 0-1 0 0,1 0 1 0 0,0-1 0 0 0,0 0 0 0 0,1 1 0 0 0,-1-1-1 0 0,1 0 1 0 0,-1-1 0 0 0,1 1 0 0 0,6 3 0 0 0,-3-4-34 0 0,-1 1 0 0 0,1-1 0 0 0,-1 0 0 0 0,1-1 0 0 0,0 1-1 0 0,0-1 1 0 0,0-1 0 0 0,-1 1 0 0 0,11-2 0 0 0,4-1-133 0 0,0-1-1 0 0,-1-1 0 0 0,0-1 1 0 0,0-1-1 0 0,36-16 1 0 0,-34 11 157 0 0,1-1 0 0 0,-1-1 0 0 0,-1-1 0 0 0,-1-1 0 0 0,0-1 1 0 0,-1-1-1 0 0,0 0 0 0 0,-1-2 0 0 0,-2 0 0 0 0,0 0 0 0 0,26-42 0 0 0,-20 21 222 0 0,-1 0 0 0 0,-1-1 0 0 0,-3-1 0 0 0,-1-1 0 0 0,17-80 0 0 0,-31 112-7 0 0,3-8 341 0 0,-1 1 0 0 0,0-1 1 0 0,-2-1-1 0 0,-1 1 0 0 0,-1-36 0 0 0,0 55-424 0 0,0-1 1 0 0,0 1-1 0 0,0-1 1 0 0,0 1-1 0 0,0-1 0 0 0,0 1 1 0 0,0-1-1 0 0,0 0 1 0 0,0 1-1 0 0,-1-1 0 0 0,1 1 1 0 0,0-1-1 0 0,0 1 1 0 0,-1-1-1 0 0,1 1 1 0 0,0-1-1 0 0,-1 1 0 0 0,1 0 1 0 0,0-1-1 0 0,-1 1 1 0 0,1-1-1 0 0,-1 1 1 0 0,1 0-1 0 0,-1-1 0 0 0,1 1 1 0 0,-1 0-1 0 0,1 0 1 0 0,-1-1-1 0 0,0 1 0 0 0,0 0 3 0 0,0 0-1 0 0,0 0 0 0 0,0 1 0 0 0,0-1 1 0 0,0 0-1 0 0,0 1 0 0 0,1-1 0 0 0,-1 0 1 0 0,0 1-1 0 0,0-1 0 0 0,0 1 0 0 0,0 0 1 0 0,1-1-1 0 0,-1 1 0 0 0,0 0 0 0 0,-22 28 378 0 0,-3 20-29 0 0,3 0 0 0 0,3 2 0 0 0,1 0 0 0 0,-16 74 0 0 0,19-64-237 0 0,2 0 1 0 0,3 1 0 0 0,-4 106-1 0 0,15-168-127 0 0,0 1 0 0 0,0 0-1 0 0,-1-1 1 0 0,1 1-1 0 0,0 0 1 0 0,0-1-1 0 0,1 1 1 0 0,-1 0 0 0 0,0-1-1 0 0,0 1 1 0 0,0-1-1 0 0,0 1 1 0 0,0 0-1 0 0,1-1 1 0 0,-1 1-1 0 0,0 0 1 0 0,1-1 0 0 0,-1 1-1 0 0,0-1 1 0 0,1 1-1 0 0,-1-1 1 0 0,1 1-1 0 0,-1-1 1 0 0,1 1-1 0 0,-1-1 1 0 0,1 0 0 0 0,-1 1-1 0 0,1-1 1 0 0,0 1-2 0 0,0-1 1 0 0,0 0 0 0 0,0 0-1 0 0,0-1 1 0 0,0 1 0 0 0,0 0 0 0 0,0 0-1 0 0,0 0 1 0 0,0-1 0 0 0,0 1-1 0 0,0 0 1 0 0,0-1 0 0 0,0 1-1 0 0,0-1 1 0 0,1 0 0 0 0,4-4-3 0 0,-1 1 1 0 0,1-1-1 0 0,8-9 1 0 0,45-61-68 0 0,-43 52 31 0 0,1 1-1 0 0,0 1 1 0 0,2 0 0 0 0,30-25 0 0 0,-47 45 35 0 0,0-1-1 0 0,0 0 1 0 0,0 1 0 0 0,1-1-1 0 0,-1 1 1 0 0,0-1-1 0 0,1 1 1 0 0,-1 0-1 0 0,1 0 1 0 0,-1 0 0 0 0,1 1-1 0 0,-1-1 1 0 0,1 1-1 0 0,0-1 1 0 0,-1 1 0 0 0,1 0-1 0 0,0 0 1 0 0,-1 0-1 0 0,1 0 1 0 0,0 0 0 0 0,-1 1-1 0 0,1-1 1 0 0,0 1-1 0 0,-1 0 1 0 0,1 0-1 0 0,-1 0 1 0 0,1 0 0 0 0,2 2-1 0 0,-1 0 38 0 0,-1 0 0 0 0,1 0-1 0 0,-1 0 1 0 0,0 1 0 0 0,0 0-1 0 0,0 0 1 0 0,0 0 0 0 0,-1 0-1 0 0,1 0 1 0 0,-1 0 0 0 0,0 0-1 0 0,0 1 1 0 0,-1-1 0 0 0,3 10-1 0 0,-1 6 200 0 0,0 0-1 0 0,-2 0 1 0 0,0 21-1 0 0,-1-18-117 0 0,6 39 0 0 0,-5-59-113 0 0,0 0 0 0 0,0 0-1 0 0,0-1 1 0 0,1 1 0 0 0,-1 0 0 0 0,1 0 0 0 0,0-1 0 0 0,0 1 0 0 0,0-1 0 0 0,0 1 0 0 0,0-1 0 0 0,0 0 0 0 0,1 0 0 0 0,-1 0 0 0 0,1 0 0 0 0,-1-1 0 0 0,1 1 0 0 0,0 0-1 0 0,0-1 1 0 0,0 0 0 0 0,0 0 0 0 0,0 0 0 0 0,0 0 0 0 0,5 1 0 0 0,4 0 8 0 0,-1 0 1 0 0,1-1-1 0 0,0 0 1 0 0,-1 0-1 0 0,17-2 0 0 0,-7-1-9 0 0,0-1-1 0 0,0-1 0 0 0,0-1 0 0 0,0-1 0 0 0,21-8 1 0 0,-28 8-22 0 0,-1-1 1 0 0,1 0-1 0 0,-2-1 1 0 0,1 0 0 0 0,-1-1-1 0 0,0 0 1 0 0,-1-1 0 0 0,11-13-1 0 0,32-41 3 0 0,-48 56 38 0 0,-1 0 0 0 0,0 0 0 0 0,-1-1 0 0 0,0 1 0 0 0,0-1 0 0 0,4-13 0 0 0,-8 21-20 0 0,0 0-1 0 0,0 1 0 0 0,-1-1 0 0 0,1 0 1 0 0,0 1-1 0 0,0-1 0 0 0,0 1 0 0 0,0-1 1 0 0,-1 0-1 0 0,1 1 0 0 0,0-1 0 0 0,0 1 0 0 0,-1-1 1 0 0,1 1-1 0 0,-1-1 0 0 0,1 1 0 0 0,0-1 1 0 0,-1 1-1 0 0,1-1 0 0 0,-1 1 0 0 0,1 0 1 0 0,-1-1-1 0 0,1 1 0 0 0,-1 0 0 0 0,1-1 1 0 0,-1 1-1 0 0,0 0 0 0 0,1 0 0 0 0,-1-1 1 0 0,1 1-1 0 0,-1 0 0 0 0,0 0 0 0 0,1 0 1 0 0,-1 0-1 0 0,0 0 0 0 0,1 0 0 0 0,-1 0 1 0 0,1 0-1 0 0,-1 0 0 0 0,0 0 0 0 0,1 0 1 0 0,-1 0-1 0 0,0 1 0 0 0,1-1 0 0 0,-1 0 1 0 0,1 0-1 0 0,-1 1 0 0 0,1-1 0 0 0,-1 0 1 0 0,1 1-1 0 0,-2 0 0 0 0,-8 6 82 0 0,0 2 0 0 0,1-1 0 0 0,0 1 1 0 0,1 0-1 0 0,-1 1 0 0 0,2 0 0 0 0,-1 1 0 0 0,1-1 0 0 0,1 1 0 0 0,0 1 0 0 0,-4 11 1 0 0,6-15-49 0 0,1 0 0 0 0,0 0 0 0 0,1 1 1 0 0,0-1-1 0 0,0 0 0 0 0,1 1 1 0 0,0-1-1 0 0,0 1 0 0 0,1-1 0 0 0,0 1 1 0 0,1 0-1 0 0,0-1 0 0 0,0 1 1 0 0,1-1-1 0 0,0 0 0 0 0,0 1 1 0 0,6 12-1 0 0,-5-16-21 0 0,-1-1 0 0 0,1 0-1 0 0,0 0 1 0 0,0 0 0 0 0,0 0 0 0 0,1-1 0 0 0,-1 1 0 0 0,1-1-1 0 0,0 0 1 0 0,0 0 0 0 0,0 0 0 0 0,0-1 0 0 0,9 5 0 0 0,-5-5-121 0 0,0 1-1 0 0,0-1 1 0 0,0 0 0 0 0,0 0 0 0 0,0-1 0 0 0,0 0 0 0 0,16-1-1 0 0,-9-1-386 0 0,0 0-1 0 0,-1-2 0 0 0,1 1 1 0 0,-1-2-1 0 0,0 0 0 0 0,0-1 0 0 0,0 0 1 0 0,-1-1-1 0 0,15-8 0 0 0,-18 7-647 0 0,-1 1 0 0 0,1-2-1 0 0,-2 1 1 0 0,1-1 0 0 0,10-13-1 0 0,-2-1-3748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22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421 4 848 0 0,'-77'6'3572'0'0,"-244"29"6653"0"0,299-29-9116 0 0,32-2-519 0 0,36-4-258 0 0,241-21-2648 0 0,-95-1-3969 0 0,-99 10 614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23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70 851 1984 0 0,'-6'2'930'0'0,"1"0"0"0"0,-1 1-1 0 0,1-1 1 0 0,0 1 0 0 0,-1 0-1 0 0,1 1 1 0 0,1-1 0 0 0,-9 8 1348 0 0,13-11-2221 0 0,1 1 0 0 0,-1-1 0 0 0,0 1 0 0 0,1-1 0 0 0,-1 0 0 0 0,0 1 0 0 0,1-1 0 0 0,-1 0 0 0 0,0 1 0 0 0,1-1 0 0 0,-1 0 0 0 0,1 1 0 0 0,-1-1-1 0 0,1 0 1 0 0,-1 0 0 0 0,1 0 0 0 0,-1 1 0 0 0,1-1 0 0 0,-1 0 0 0 0,1 0 0 0 0,-1 0 0 0 0,1 0 0 0 0,-1 0 0 0 0,1 0 0 0 0,-1 0 0 0 0,1 0 0 0 0,0 0 0 0 0,39-14 201 0 0,0-2 1 0 0,-2-1 0 0 0,1-2 0 0 0,-2-1-1 0 0,-1-2 1 0 0,-1-2 0 0 0,48-41 0 0 0,-66 49-243 0 0,0 0 1 0 0,-2-2 0 0 0,1 0-1 0 0,-2 0 1 0 0,-1-2 0 0 0,0 1-1 0 0,17-38 1 0 0,-19 30-20 0 0,-1-1 0 0 0,-1 0 0 0 0,-1-1 0 0 0,-2 0 1 0 0,5-49-1 0 0,-7 30 185 0 0,-2 1 0 0 0,-3-1 1 0 0,-9-67-1 0 0,10 112-163 0 0,-1 0-1 0 0,1 0 1 0 0,-1 0-1 0 0,0 0 1 0 0,0 0-1 0 0,-1 0 1 0 0,1 0-1 0 0,0 0 1 0 0,-3-4 0 0 0,2 7-15 0 0,1 0 0 0 0,0 0 0 0 0,0 0 1 0 0,0 0-1 0 0,0 1 0 0 0,0-1 1 0 0,0 0-1 0 0,0 0 0 0 0,0 1 1 0 0,0-1-1 0 0,0 0 0 0 0,0 1 1 0 0,0-1-1 0 0,-1 2 0 0 0,1-2 0 0 0,-2 2 1 0 0,0 0 1 0 0,0 1 0 0 0,0-1-1 0 0,0 1 1 0 0,0-1 0 0 0,1 1-1 0 0,-1 0 1 0 0,1 0 0 0 0,0 0-1 0 0,-3 5 1 0 0,-16 36 14 0 0,17-33-16 0 0,-18 45 118 0 0,2 1 0 0 0,-15 75 0 0 0,-11 122 511 0 0,42-230-580 0 0,-126 850 1479 0 0,7-43-997 0 0,120-815-516 0 0,1-7-8 0 0,0 1 0 0 0,1-1 0 0 0,0 0 0 0 0,0 1 0 0 0,1-1 0 0 0,0 0 0 0 0,3 13 0 0 0,-3-22-12 0 0,0 1 0 0 0,1-1 0 0 0,-1 0 0 0 0,0 1 0 0 0,1-1 0 0 0,-1 0 0 0 0,0 1 0 0 0,1-1 0 0 0,-1 0 0 0 0,0 1 0 0 0,1-1 0 0 0,-1 0 0 0 0,1 0 0 0 0,-1 1 0 0 0,1-1 0 0 0,-1 0 0 0 0,1 0 0 0 0,-1 0 0 0 0,1 0 0 0 0,-1 0 0 0 0,1 0 0 0 0,-1 0 0 0 0,1 0 0 0 0,-1 0 0 0 0,1 0 0 0 0,-1 0 0 0 0,1 0 0 0 0,-1 0 0 0 0,1 0-1 0 0,-1 0 1 0 0,0 0 0 0 0,1-1 0 0 0,-1 1 0 0 0,2-1 0 0 0,14-5-22 0 0,-16 5 25 0 0,26-14-28 0 0,-1-2 0 0 0,0-1 0 0 0,-1-1 0 0 0,-2-1 0 0 0,0-1 0 0 0,24-29 0 0 0,-20 22-7 0 0,-2-2 0 0 0,-1 0 0 0 0,-2-2 0 0 0,-1 0-1 0 0,27-59 1 0 0,-40 75 25 0 0,-2 0 0 0 0,1 0 0 0 0,-2 0 0 0 0,0 0 0 0 0,-1-1-1 0 0,-1 1 1 0 0,0-1 0 0 0,-1 0 0 0 0,-1 0 0 0 0,-1 0 0 0 0,0 1-1 0 0,-1-1 1 0 0,-1 0 0 0 0,-1 1 0 0 0,-7-23 0 0 0,4 21 0 0 0,-1 1 0 0 0,-1-1 0 0 0,-1 1 1 0 0,0 1-1 0 0,-1 0 0 0 0,-1 1 0 0 0,0 0 0 0 0,-28-26 1 0 0,11 16-8 0 0,-2 2 1 0 0,0 0 0 0 0,-54-27-1 0 0,51 31-2 0 0,-42-23-110 0 0,68 36 101 0 0,0 1 1 0 0,0-2-1 0 0,0 1 0 0 0,1-1 0 0 0,0 0 0 0 0,-8-12 1 0 0,13 16-66 0 0,0 0 0 0 0,0 0-1 0 0,1 0 1 0 0,-1 0 0 0 0,1 0 0 0 0,0 0 0 0 0,0-1 0 0 0,0 1 0 0 0,0 0 0 0 0,1-1 0 0 0,-1 1 0 0 0,1-1 0 0 0,0 1 0 0 0,0-1 0 0 0,1-5 0 0 0,0 3-127 0 0,0-1 0 0 0,1 1 0 0 0,0 0 0 0 0,0 0 0 0 0,1 0 0 0 0,0 0 0 0 0,6-10 0 0 0,3 0-381 0 0,0 0-1 0 0,1 1 0 0 0,1 1 0 0 0,22-19 0 0 0,122-90-5987 0 0,-116 93 3022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24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202 631 788 0 0,'2'-5'891'0'0,"-1"1"0"0"0,0 0 0 0 0,-1-1 0 0 0,1 0 0 0 0,-1 1 0 0 0,0-9 0 0 0,0 10-650 0 0,0 1 1 0 0,-1 0-1 0 0,1 0 0 0 0,-1 0 0 0 0,0 0 1 0 0,1 1-1 0 0,-1-1 0 0 0,0 0 1 0 0,0 0-1 0 0,0 0 0 0 0,0 0 0 0 0,-1 1 1 0 0,1-1-1 0 0,0 1 0 0 0,-3-3 1 0 0,2 3-166 0 0,1 1 1 0 0,0-1-1 0 0,0 1 1 0 0,0-1-1 0 0,0 1 1 0 0,0-1-1 0 0,0 1 1 0 0,-1 0-1 0 0,1 0 1 0 0,0 0-1 0 0,0 0 1 0 0,-1 0-1 0 0,1 0 1 0 0,0 0-1 0 0,0 0 1 0 0,0 0-1 0 0,-1 0 1 0 0,1 1-1 0 0,0-1 1 0 0,-1 1-1 0 0,-23 10 632 0 0,16-5-536 0 0,1 0 0 0 0,-1 1 0 0 0,1 0 0 0 0,0 0 0 0 0,0 1 0 0 0,1 0 0 0 0,0 0-1 0 0,1 1 1 0 0,-8 13 0 0 0,3-4-36 0 0,2 1-1 0 0,0 0 1 0 0,-11 39-1 0 0,18-53-122 0 0,1 0 0 0 0,0 0 0 0 0,0 0 0 0 0,0 0-1 0 0,1 0 1 0 0,0 0 0 0 0,0 0 0 0 0,0 1 0 0 0,0-1-1 0 0,1 0 1 0 0,0 0 0 0 0,0 0 0 0 0,0 0-1 0 0,1 0 1 0 0,-1 0 0 0 0,1 0 0 0 0,3 4 0 0 0,-3-5-10 0 0,1-1 0 0 0,-1 0 0 0 0,1 0 0 0 0,0 0 0 0 0,0-1 0 0 0,0 1 0 0 0,0-1 0 0 0,0 1 0 0 0,1-1 0 0 0,-1 0 0 0 0,1 0 0 0 0,-1-1 0 0 0,1 1 0 0 0,0-1 0 0 0,0 0 0 0 0,-1 0 0 0 0,1 0 0 0 0,0 0 0 0 0,0-1 0 0 0,0 1 0 0 0,0-1 0 0 0,4 0 0 0 0,4 0-69 0 0,-1-1-1 0 0,1 0 1 0 0,-1-1 0 0 0,0 0 0 0 0,0 0-1 0 0,0-2 1 0 0,0 1 0 0 0,0-1 0 0 0,-1-1-1 0 0,0 1 1 0 0,0-2 0 0 0,0 0 0 0 0,14-10 0 0 0,-18 11 44 0 0,0-1 1 0 0,-1 1-1 0 0,1-1 1 0 0,-1 0-1 0 0,-1 0 1 0 0,1 0 0 0 0,-1-1-1 0 0,0 0 1 0 0,0 0-1 0 0,-1 0 1 0 0,0 0 0 0 0,0 0-1 0 0,-1-1 1 0 0,0 1-1 0 0,0-1 1 0 0,-1 1 0 0 0,0-1-1 0 0,0 0 1 0 0,-1 0-1 0 0,0-12 1 0 0,-2 6 14 0 0,0 0 0 0 0,-1 0 1 0 0,0-1-1 0 0,-1 2 0 0 0,-1-1 0 0 0,0 0 1 0 0,-1 1-1 0 0,0 0 0 0 0,-1 0 0 0 0,-14-18 1 0 0,16 23 18 0 0,-1 0 0 0 0,-1 1 0 0 0,1 0 1 0 0,-1 0-1 0 0,0 1 0 0 0,-1 0 1 0 0,1 0-1 0 0,-1 0 0 0 0,0 1 1 0 0,-1 0-1 0 0,1 1 0 0 0,-1 0 0 0 0,0 0 1 0 0,0 1-1 0 0,0 0 0 0 0,-15-2 1 0 0,21 4-12 0 0,0 1 0 0 0,1 0 0 0 0,-1 0 0 0 0,0 0 0 0 0,0 0 0 0 0,1 1 0 0 0,-1-1 0 0 0,0 0 0 0 0,1 1 0 0 0,-1 0 0 0 0,-2 1 0 0 0,4-2 1 0 0,0 1 0 0 0,0 0 0 0 0,-1-1 0 0 0,1 1 0 0 0,0 0 0 0 0,0 0 0 0 0,0 0 0 0 0,1-1 0 0 0,-1 1 0 0 0,0 0 0 0 0,0 0 0 0 0,0 1 0 0 0,1-1-1 0 0,-1 0 1 0 0,0 0 0 0 0,1 0 0 0 0,-1 2 0 0 0,0-1 0 0 0,1 0 1 0 0,0 1-1 0 0,0-1 0 0 0,0 0 0 0 0,0 1 1 0 0,0-1-1 0 0,1 0 0 0 0,-1 1 0 0 0,1-1 1 0 0,-1 0-1 0 0,1 0 0 0 0,0 0 0 0 0,0 0 1 0 0,0 1-1 0 0,0-1 0 0 0,0 0 0 0 0,0 0 1 0 0,1-1-1 0 0,-1 1 0 0 0,0 0 0 0 0,1 0 1 0 0,0-1-1 0 0,1 2 0 0 0,6 5-42 0 0,1-2 0 0 0,-1 1 0 0 0,1-2 0 0 0,0 1 0 0 0,0-1 0 0 0,1-1 0 0 0,-1 0 0 0 0,1 0 0 0 0,0-1 0 0 0,0 0 0 0 0,0-1 0 0 0,15 1 0 0 0,8 0-473 0 0,1-2 1 0 0,60-6-1 0 0,-63 2 257 0 0,0-2 0 0 0,0-1 1 0 0,-1-1-1 0 0,1-2 0 0 0,-2-1 0 0 0,48-22 1 0 0,-61 23 229 0 0,-1 0-1 0 0,0-1 1 0 0,-1 0 0 0 0,0-2-1 0 0,0 0 1 0 0,-1 0 0 0 0,-1-1 0 0 0,0-1-1 0 0,-1 0 1 0 0,-1-1 0 0 0,0 0 0 0 0,16-31-1 0 0,-16 23 310 0 0,-1-1-1 0 0,0-1 0 0 0,9-42 1 0 0,-16 54 40 0 0,0-1 0 0 0,-2 0 0 0 0,1 0 1 0 0,-2 0-1 0 0,0 0 0 0 0,-1-1 0 0 0,0 1 0 0 0,-5-20 1 0 0,6 33-308 0 0,0 1 1 0 0,0-1 0 0 0,0 0 0 0 0,0 1-1 0 0,0-1 1 0 0,0 0 0 0 0,0 1 0 0 0,0-1-1 0 0,-1 1 1 0 0,1-1 0 0 0,0 0 0 0 0,0 1-1 0 0,-1-1 1 0 0,1 1 0 0 0,0-1 0 0 0,-1 1-1 0 0,1-1 1 0 0,-1 1 0 0 0,1-1 0 0 0,0 1-1 0 0,-1 0 1 0 0,1-1 0 0 0,-1 1 0 0 0,1-1-1 0 0,-1 1 1 0 0,1 0 0 0 0,-1-1 0 0 0,0 1-1 0 0,1 0 1 0 0,-1 0 0 0 0,1 0-1 0 0,-1-1 1 0 0,0 1 0 0 0,1 0 0 0 0,-2 0-1 0 0,0 1 16 0 0,1 0-1 0 0,-1-1 0 0 0,1 1 1 0 0,-1 0-1 0 0,1 0 0 0 0,-1 0 0 0 0,1 1 1 0 0,0-1-1 0 0,-1 0 0 0 0,1 0 1 0 0,0 1-1 0 0,-1 1 0 0 0,-6 9 142 0 0,0-1 0 0 0,-6 17 0 0 0,-82 222 1160 0 0,56-135-953 0 0,11-36-226 0 0,3 0 1 0 0,4 2 0 0 0,-12 87-1 0 0,32-155-138 0 0,1-1 0 0 0,1 1 0 0 0,0 0 0 0 0,0-1-1 0 0,1 1 1 0 0,5 21 0 0 0,-5-29-31 0 0,1-1 0 0 0,-1 1-1 0 0,1-1 1 0 0,-1 0 0 0 0,1 0 0 0 0,1 0-1 0 0,-1 0 1 0 0,0 0 0 0 0,1 0 0 0 0,0 0-1 0 0,0-1 1 0 0,0 0 0 0 0,0 1 0 0 0,1-1-1 0 0,-1 0 1 0 0,1-1 0 0 0,0 1 0 0 0,0-1-1 0 0,0 1 1 0 0,0-1 0 0 0,8 3 0 0 0,0-2-130 0 0,0-1-1 0 0,0 0 1 0 0,0-1 0 0 0,0 0 0 0 0,1-1 0 0 0,-1 0 0 0 0,0-1 0 0 0,1 0 0 0 0,-1-1-1 0 0,0-1 1 0 0,0 0 0 0 0,0 0 0 0 0,-1-1 0 0 0,1-1 0 0 0,14-7 0 0 0,5-5-144 0 0,-1 0 1 0 0,-1-3 0 0 0,0 0 0 0 0,30-28 0 0 0,-29 19 113 0 0,-1-1 0 0 0,-1-1 0 0 0,-1-2 0 0 0,-2-1 0 0 0,32-56 0 0 0,-20 22 81 0 0,-4-2 0 0 0,27-79 0 0 0,-48 117 514 0 0,-2-1 0 0 0,-1 0 1 0 0,-2 0-1 0 0,-1 0 1 0 0,2-53-1 0 0,-7 85-392 0 0,-1-1-1 0 0,0 0 0 0 0,0 1 1 0 0,0-1-1 0 0,0 0 0 0 0,0 1 1 0 0,-1-1-1 0 0,1 0 0 0 0,0 1 1 0 0,-1-1-1 0 0,1 1 0 0 0,-1-1 1 0 0,0 1-1 0 0,1-1 0 0 0,-1 1 1 0 0,0-1-1 0 0,0 1 0 0 0,0 0 1 0 0,0-1-1 0 0,0 1 0 0 0,0 0 1 0 0,-2-2-1 0 0,2 4-18 0 0,0-1-1 0 0,0 0 1 0 0,0 0-1 0 0,0 1 1 0 0,0-1-1 0 0,0 1 1 0 0,0-1 0 0 0,0 1-1 0 0,0-1 1 0 0,0 1-1 0 0,0-1 1 0 0,0 1-1 0 0,1 0 1 0 0,-1 0-1 0 0,-1 1 1 0 0,2-2 3 0 0,-5 5 24 0 0,0 0 0 0 0,0 0 0 0 0,0 1 0 0 0,1 0 0 0 0,0 0 0 0 0,0 0 0 0 0,-6 13 0 0 0,-17 50 233 0 0,24-60-234 0 0,-9 26 3 0 0,-56 187 526 0 0,63-198-659 0 0,1 1 0 0 0,1-1 0 0 0,1 1 1 0 0,1-1-1 0 0,1 1 0 0 0,1 0 1 0 0,6 33-1 0 0,-5-48-211 0 0,1 0 1 0 0,0 0-1 0 0,0 0 0 0 0,1 0 1 0 0,0-1-1 0 0,1 0 1 0 0,0 0-1 0 0,0 0 0 0 0,7 8 1 0 0,-7-11-238 0 0,0-1 1 0 0,0 0-1 0 0,0 0 1 0 0,0-1-1 0 0,1 1 1 0 0,0-1-1 0 0,0 0 1 0 0,0-1-1 0 0,0 1 1 0 0,1-1-1 0 0,-1-1 1 0 0,1 1-1 0 0,13 2 1 0 0,4-1-3148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24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167 112 2156 0 0,'1'-42'5699'0'0,"-1"39"-5364"0"0,0 1 0 0 0,-1-1-1 0 0,1 1 1 0 0,-1-1 0 0 0,1 1-1 0 0,-1 0 1 0 0,0-1 0 0 0,0 1 0 0 0,0 0-1 0 0,0 0 1 0 0,0-1 0 0 0,-1 1-1 0 0,-3-4 540 0 0,2 6-745 0 0,0 1 1 0 0,0 0-1 0 0,0 0 1 0 0,0 0-1 0 0,0 0 0 0 0,0 0 1 0 0,1 1-1 0 0,-1-1 1 0 0,0 1-1 0 0,1-1 1 0 0,-1 1-1 0 0,1 0 1 0 0,0 0-1 0 0,0 1 0 0 0,-1-1 1 0 0,1 0-1 0 0,1 1 1 0 0,-4 4-1 0 0,-4 7 490 0 0,-16 31 0 0 0,22-40-507 0 0,-7 16 77 0 0,0 0 0 0 0,1 1 0 0 0,1 0-1 0 0,1 0 1 0 0,1 1 0 0 0,1 0 0 0 0,1 0 0 0 0,2 0 0 0 0,-1 23 0 0 0,3-41-180 0 0,0 0 1 0 0,0-1-1 0 0,1 1 1 0 0,0-1 0 0 0,0 1-1 0 0,0 0 1 0 0,0-1-1 0 0,1 0 1 0 0,-1 1-1 0 0,1-1 1 0 0,0 0-1 0 0,1 0 1 0 0,-1 0 0 0 0,1 0-1 0 0,0 0 1 0 0,0-1-1 0 0,0 1 1 0 0,0-1-1 0 0,0 0 1 0 0,1 0 0 0 0,-1 0-1 0 0,1 0 1 0 0,0-1-1 0 0,0 1 1 0 0,0-1-1 0 0,0 0 1 0 0,1 0-1 0 0,-1-1 1 0 0,1 1 0 0 0,-1-1-1 0 0,1 0 1 0 0,-1 0-1 0 0,1 0 1 0 0,-1-1-1 0 0,1 0 1 0 0,0 0 0 0 0,8-1-1 0 0,2-1-15 0 0,0 0 0 0 0,0-2 0 0 0,-1 0 0 0 0,1 0 0 0 0,-1-2 1 0 0,0 0-1 0 0,-1 0 0 0 0,1-1 0 0 0,-1-1 0 0 0,-1 0 0 0 0,1-1 0 0 0,-1 0 0 0 0,-1-1 0 0 0,0 0 0 0 0,18-21 0 0 0,-20 21-18 0 0,-1-1-1 0 0,0 0 1 0 0,0-1 0 0 0,-1 0-1 0 0,-1 0 1 0 0,0 0-1 0 0,0-1 1 0 0,-1 0 0 0 0,-1 0-1 0 0,0 0 1 0 0,-1-1-1 0 0,-1 1 1 0 0,0-1 0 0 0,0 0-1 0 0,-1 1 1 0 0,-1-1-1 0 0,-2-21 1 0 0,1 30 17 0 0,0-1 1 0 0,0 1-1 0 0,-1 0 0 0 0,1-1 0 0 0,-1 1 1 0 0,0 0-1 0 0,-1 0 0 0 0,1 0 0 0 0,-1 1 1 0 0,0-1-1 0 0,0 1 0 0 0,0-1 1 0 0,-1 1-1 0 0,0 0 0 0 0,1 0 0 0 0,-1 0 1 0 0,-1 1-1 0 0,1 0 0 0 0,-1-1 0 0 0,1 1 1 0 0,-1 1-1 0 0,0-1 0 0 0,0 1 1 0 0,0 0-1 0 0,0 0 0 0 0,0 0 0 0 0,0 1 1 0 0,-1 0-1 0 0,1 0 0 0 0,-1 0 0 0 0,1 1 1 0 0,-1-1-1 0 0,1 1 0 0 0,0 1 1 0 0,-1-1-1 0 0,1 1 0 0 0,-1 0 0 0 0,1 0 1 0 0,0 0-1 0 0,-1 1 0 0 0,1 0 0 0 0,0 0 1 0 0,-8 5-1 0 0,7-4-171 0 0,0 1 0 0 0,-1 0 0 0 0,1 0 1 0 0,1 1-1 0 0,-1 0 0 0 0,1 0 0 0 0,-1 0 0 0 0,1 1 0 0 0,1 0 1 0 0,-1 0-1 0 0,1 0 0 0 0,0 0 0 0 0,1 1 0 0 0,-1-1 0 0 0,1 1 0 0 0,-4 13 1 0 0,6-15-213 0 0,0 0-1 0 0,0 0 1 0 0,1 1 0 0 0,-1-1 0 0 0,1 0 0 0 0,0 0 0 0 0,0 1 0 0 0,1-1 0 0 0,0 0 0 0 0,0 0 0 0 0,0 0-1 0 0,0 0 1 0 0,1 0 0 0 0,0 0 0 0 0,0 0 0 0 0,0 0 0 0 0,1 0 0 0 0,-1-1 0 0 0,1 1 0 0 0,0-1 0 0 0,1 0-1 0 0,-1 0 1 0 0,1 0 0 0 0,4 4 0 0 0,7 5-2741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25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59 285 304 0 0,'3'-6'1368'0'0,"0"0"0"0"0,0-1-1 0 0,0 1 1 0 0,0-1 0 0 0,-1 1 0 0 0,0-1 0 0 0,-1 0-1 0 0,1 1 1 0 0,0-13 0 0 0,-2 18-1329 0 0,0 1 0 0 0,0 0-1 0 0,0 0 1 0 0,0 0 0 0 0,0-1 0 0 0,0 1 0 0 0,0 0 0 0 0,0 0 0 0 0,0 0-1 0 0,0 0 1 0 0,0-1 0 0 0,0 1 0 0 0,0 0 0 0 0,0 0 0 0 0,0 0-1 0 0,0 0 1 0 0,0-1 0 0 0,0 1 0 0 0,0 0 0 0 0,0 0 0 0 0,-1 0-1 0 0,1 0 1 0 0,0-1 0 0 0,0 1 0 0 0,0 0 0 0 0,0 0 0 0 0,0 0-1 0 0,0 0 1 0 0,-1 0 0 0 0,1 0 0 0 0,0-1 0 0 0,0 1 0 0 0,0 0 0 0 0,0 0-1 0 0,0 0 1 0 0,-1 0 0 0 0,1 0 0 0 0,0 0 0 0 0,0 0 0 0 0,0 0-1 0 0,0 0 1 0 0,-1 0 0 0 0,1 0 0 0 0,0 0 0 0 0,0 0 0 0 0,0 0-1 0 0,0 0 1 0 0,-1 0 0 0 0,1 0 0 0 0,0 0 0 0 0,0 0 0 0 0,-12 8 743 0 0,-7 15 15 0 0,10-5-474 0 0,2 0 1 0 0,0 0-1 0 0,1 0 1 0 0,-7 34 0 0 0,12-43-288 0 0,-1 1 0 0 0,1 0 0 0 0,1 0 0 0 0,0-1 1 0 0,0 1-1 0 0,1 0 0 0 0,0 0 0 0 0,1-1 0 0 0,0 1 1 0 0,1-1-1 0 0,4 12 0 0 0,-5-17-30 0 0,0 0 0 0 0,0-1 0 0 0,1 1 0 0 0,-1 0 1 0 0,1-1-1 0 0,0 1 0 0 0,1-1 0 0 0,-1 0 0 0 0,0 0 0 0 0,1 0 0 0 0,0 0 0 0 0,-1-1 0 0 0,1 1 0 0 0,0-1 0 0 0,0 0 0 0 0,1 0 0 0 0,-1-1 1 0 0,0 1-1 0 0,1-1 0 0 0,-1 0 0 0 0,0 0 0 0 0,1-1 0 0 0,-1 1 0 0 0,1-1 0 0 0,0 0 0 0 0,4 0 0 0 0,2-1-46 0 0,-1 0-1 0 0,0 0 1 0 0,0-1-1 0 0,0 0 1 0 0,0-1 0 0 0,-1 0-1 0 0,1-1 1 0 0,-1 0-1 0 0,1 0 1 0 0,14-10-1 0 0,-11 4-13 0 0,-2 0-1 0 0,1 0 1 0 0,-1-1-1 0 0,-1-1 1 0 0,0 0-1 0 0,-1 0 1 0 0,0-1-1 0 0,-1 0 1 0 0,10-19-1 0 0,-5 1 123 0 0,0 1-1 0 0,-2-2 1 0 0,9-43-1 0 0,-18 55 49 0 0,-4 15-33 0 0,-6 15-19 0 0,4 1-28 0 0,-1-1 0 0 0,2 0 0 0 0,-1 1 1 0 0,2 0-1 0 0,-1 0 0 0 0,1 0 0 0 0,1 0 1 0 0,0 23-1 0 0,1-29-30 0 0,0-1 0 0 0,0 1 1 0 0,1 0-1 0 0,0 0 0 0 0,0 0 0 0 0,0 0 1 0 0,0 0-1 0 0,1-1 0 0 0,0 1 0 0 0,0-1 1 0 0,0 1-1 0 0,0-1 0 0 0,1 0 0 0 0,0 0 1 0 0,0 0-1 0 0,0 0 0 0 0,0 0 0 0 0,1-1 1 0 0,-1 1-1 0 0,1-1 0 0 0,0 0 0 0 0,0 0 1 0 0,5 3-1 0 0,-1-3-21 0 0,2 1 0 0 0,-1-1 0 0 0,0-1 1 0 0,0 0-1 0 0,1 0 0 0 0,-1-1 0 0 0,1 0 0 0 0,0 0 0 0 0,-1-1 1 0 0,1-1-1 0 0,0 0 0 0 0,-1 0 0 0 0,1 0 0 0 0,-1-1 0 0 0,0-1 1 0 0,1 0-1 0 0,-1 0 0 0 0,-1-1 0 0 0,1 0 0 0 0,0 0 0 0 0,8-6 1 0 0,-10 5-15 0 0,0 1 0 0 0,-1-1 0 0 0,0 0 0 0 0,0 0 0 0 0,0 0 0 0 0,0-1 1 0 0,-1 0-1 0 0,0 0 0 0 0,0-1 0 0 0,0 1 0 0 0,-1-1 0 0 0,0 0 0 0 0,-1 0 0 0 0,1-1 1 0 0,-1 1-1 0 0,-1-1 0 0 0,1 1 0 0 0,-1-1 0 0 0,-1 0 0 0 0,1 0 0 0 0,-1 0 1 0 0,-1 0-1 0 0,0 0 0 0 0,0 0 0 0 0,-2-13 0 0 0,0 13 18 0 0,0 1-1 0 0,-1-1 1 0 0,0 1-1 0 0,-1 0 1 0 0,1 0 0 0 0,-1 0-1 0 0,-1 1 1 0 0,1-1-1 0 0,-1 1 1 0 0,0 0 0 0 0,-1 1-1 0 0,-10-10 1 0 0,8 7 2 0 0,7 7 7 0 0,-1 0 0 0 0,1 1-1 0 0,0-1 1 0 0,0 0 0 0 0,0 1-1 0 0,-1-1 1 0 0,1 1 0 0 0,0 0-1 0 0,-1-1 1 0 0,1 1 0 0 0,0 0-1 0 0,-1 0 1 0 0,1 0 0 0 0,0 0-1 0 0,-1 0 1 0 0,1 0 0 0 0,0 0-1 0 0,-1 0 1 0 0,1 1 0 0 0,0-1-1 0 0,-1 0 1 0 0,1 1 0 0 0,0-1-1 0 0,0 1 1 0 0,-2 0 0 0 0,2 0 2 0 0,1 0 1 0 0,-1 0-1 0 0,1 0 1 0 0,-1 1 0 0 0,1-1-1 0 0,-1 0 1 0 0,1 0-1 0 0,0 0 1 0 0,-1 0 0 0 0,1 0-1 0 0,0 1 1 0 0,0-1-1 0 0,0 0 1 0 0,0 0 0 0 0,0 0-1 0 0,0 1 1 0 0,0-1-1 0 0,0 0 1 0 0,1 0 0 0 0,-1 0-1 0 0,0 1 1 0 0,1-1-1 0 0,-1 0 1 0 0,1 0 0 0 0,-1 0-1 0 0,1 0 1 0 0,0 0-1 0 0,0 1 1 0 0,2 1-30 0 0,0 0 0 0 0,0-1-1 0 0,-1 1 1 0 0,2-1 0 0 0,-1 0 0 0 0,4 3-1 0 0,-4-4-37 0 0,9 6-159 0 0,0-2 0 0 0,1 1 0 0 0,0-2 1 0 0,0 0-1 0 0,0 0 0 0 0,0-1 0 0 0,21 2 0 0 0,96 0-1379 0 0,-126-5 1548 0 0,12 0-107 0 0,0 0 1 0 0,-1-2-1 0 0,1 0 0 0 0,-1-1 1 0 0,1 0-1 0 0,-1-1 1 0 0,0-1-1 0 0,17-8 0 0 0,-22 9 264 0 0,-1-1 0 0 0,0-1 0 0 0,-1 0 0 0 0,1 0-1 0 0,-1 0 1 0 0,0-1 0 0 0,-1 0 0 0 0,1-1 0 0 0,-2 0-1 0 0,1 0 1 0 0,-1 0 0 0 0,0-1 0 0 0,6-13 0 0 0,-10 18 141 0 0,0-1 0 0 0,0 1 1 0 0,0 0-1 0 0,-1-1 0 0 0,0 0 1 0 0,0 1-1 0 0,1-9 1 0 0,-2 10-52 0 0,-6 0 138 0 0,6 2-317 0 0,0 1 0 0 0,0 0 1 0 0,0 0-1 0 0,-1 0 0 0 0,1-1 0 0 0,0 1 1 0 0,0 0-1 0 0,0 0 0 0 0,-1 0 1 0 0,1 0-1 0 0,0 0 0 0 0,0-1 1 0 0,-1 1-1 0 0,1 0 0 0 0,0 0 0 0 0,0 0 1 0 0,-1 0-1 0 0,1 0 0 0 0,0 0 1 0 0,0 0-1 0 0,-1 0 0 0 0,1 0 1 0 0,0 0-1 0 0,0 0 0 0 0,-1 0 0 0 0,1 0 1 0 0,0 0-1 0 0,0 0 0 0 0,-1 0 1 0 0,1 1-1 0 0,0-1 0 0 0,0 0 1 0 0,-1 0-1 0 0,1 0 0 0 0,0 0 0 0 0,0 0 1 0 0,-1 1-1 0 0,1-1 0 0 0,0 0 1 0 0,0 0-1 0 0,0 0 0 0 0,-1 1 1 0 0,-3 1 95 0 0,0 1 0 0 0,1 0 0 0 0,-1 0 0 0 0,0 0 1 0 0,1 0-1 0 0,0 1 0 0 0,0-1 0 0 0,0 1 0 0 0,0 0 1 0 0,-3 7-1 0 0,-23 47 451 0 0,21-39-403 0 0,1-2-49 0 0,0 1-1 0 0,1-1 0 0 0,-7 37 1 0 0,12-45-125 0 0,0 0 0 0 0,0 0 1 0 0,0 0-1 0 0,1 0 0 0 0,1 0 1 0 0,0 0-1 0 0,0 0 0 0 0,0 0 1 0 0,1 0-1 0 0,4 10 0 0 0,-4-15-231 0 0,0 0 0 0 0,0 0-1 0 0,0-1 1 0 0,0 1-1 0 0,1-1 1 0 0,0 1-1 0 0,0-1 1 0 0,0 0-1 0 0,0 0 1 0 0,0 0-1 0 0,0 0 1 0 0,1-1 0 0 0,0 1-1 0 0,-1-1 1 0 0,1 0-1 0 0,0 0 1 0 0,0 0-1 0 0,8 2 1 0 0,-4-2-715 0 0,1 0 1 0 0,-1-1-1 0 0,0 0 0 0 0,1 0 1 0 0,-1-1-1 0 0,0 0 0 0 0,1 0 1 0 0,15-3-1 0 0,-1-2-2957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26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92 836 0 0,'3'-7'1732'0'0,"-1"-1"1"0"0,1 1-1 0 0,-1-1 1 0 0,1-13-1 0 0,2-3 1656 0 0,-13 57 563 0 0,-11 41-822 0 0,-37 119-2394 0 0,53-181-668 0 0,3-9-53 0 0,0 0-1 0 0,-1-1 0 0 0,1 1 1 0 0,-1-1-1 0 0,0 1 1 0 0,0-1-1 0 0,0 1 0 0 0,0-1 1 0 0,-2 4-1 0 0,-3 0-26 0 0,4-5-37 0 0,-3-2-126 0 0,5 1 165 0 0,0 1 0 0 0,-1-1 1 0 0,1 0-1 0 0,0 0 0 0 0,-1 0 0 0 0,1 0 0 0 0,0 0 1 0 0,0 0-1 0 0,-1 0 0 0 0,1 0 0 0 0,0 0 0 0 0,-1 0 1 0 0,1 0-1 0 0,0 0 0 0 0,0 0 0 0 0,-1 0 0 0 0,1 0 1 0 0,0 0-1 0 0,-1 0 0 0 0,1-1 0 0 0,0 1 0 0 0,0 0 1 0 0,-1 0-1 0 0,1 0 0 0 0,0 0 0 0 0,0-1 1 0 0,0 1-1 0 0,-1 0 0 0 0,1 0 0 0 0,0 0 0 0 0,0-1 1 0 0,0 1-1 0 0,-1 0 0 0 0,1-1 0 0 0,-2-9-234 0 0,1-1 0 0 0,0 0-1 0 0,1 0 1 0 0,0 0 0 0 0,1 1-1 0 0,0-1 1 0 0,0 0 0 0 0,1 1-1 0 0,1-1 1 0 0,5-15 0 0 0,-2 9 62 0 0,1 0 0 0 0,0 1-1 0 0,2-1 1 0 0,0 2 0 0 0,18-25 0 0 0,-20 31 139 0 0,2 0-1 0 0,-1 0 0 0 0,2 1 1 0 0,-1 0-1 0 0,1 1 0 0 0,0 0 1 0 0,0 0-1 0 0,1 1 0 0 0,0 0 1 0 0,0 1-1 0 0,17-5 0 0 0,-23 8 103 0 0,1 0 0 0 0,-1 1 0 0 0,0 0 0 0 0,1 0 1 0 0,-1 0-1 0 0,0 1 0 0 0,1 0 0 0 0,-1 0 0 0 0,1 0 0 0 0,-1 1 0 0 0,0 0 0 0 0,1 0 0 0 0,-1 0 0 0 0,0 0 0 0 0,0 1 0 0 0,0 0 0 0 0,0 0 0 0 0,0 0 1 0 0,0 1-1 0 0,0 0 0 0 0,-1 0 0 0 0,1 0 0 0 0,-1 0 0 0 0,0 1 0 0 0,0 0 0 0 0,0-1 0 0 0,-1 1 0 0 0,4 5 0 0 0,-4-4 37 0 0,0 0-1 0 0,-1-1 1 0 0,1 1-1 0 0,-1 0 1 0 0,0 0-1 0 0,-1 0 1 0 0,1 0-1 0 0,-1 1 1 0 0,0-1-1 0 0,0 0 1 0 0,-1 1-1 0 0,0-1 1 0 0,1 0-1 0 0,-2 7 1 0 0,-2 7 98 0 0,0 0 1 0 0,-9 30-1 0 0,-2 16-1706 0 0,13-64 1401 0 0,1 0-1 0 0,0-1 1 0 0,0 1 0 0 0,0 0-1 0 0,0 0 1 0 0,0 0-1 0 0,0 0 1 0 0,1 0 0 0 0,-1-1-1 0 0,0 1 1 0 0,0 0 0 0 0,1 0-1 0 0,-1 0 1 0 0,0-1 0 0 0,1 1-1 0 0,-1 0 1 0 0,1 0-1 0 0,-1-1 1 0 0,1 1 0 0 0,-1 0-1 0 0,1-1 1 0 0,-1 1 0 0 0,1-1-1 0 0,0 1 1 0 0,-1-1 0 0 0,2 1-1 0 0,0 1-81 0 0,0-2-1 0 0,1 1 1 0 0,-1 0 0 0 0,0 0-1 0 0,0-1 1 0 0,1 1 0 0 0,-1-1-1 0 0,1 0 1 0 0,3 0 0 0 0,6 0-592 0 0,0-1 0 0 0,22-5 0 0 0,-30 5 539 0 0,26-6-513 0 0,0-2-1 0 0,-1-1 1 0 0,0-1 0 0 0,-1-1 0 0 0,35-21 0 0 0,-37 17 1547 0 0,0-1 0 0 0,-1-1 0 0 0,-1-1 0 0 0,-1-1 0 0 0,27-31 0 0 0,-43 43-153 0 0,-1-1 0 0 0,0 1 0 0 0,-1-1 0 0 0,0 0 0 0 0,6-16 0 0 0,-11 25-597 0 0,1-1 1 0 0,-1 1-1 0 0,0-1 1 0 0,0 1-1 0 0,0-1 1 0 0,1 0-1 0 0,-1 1 1 0 0,0-1-1 0 0,0 1 1 0 0,0-1-1 0 0,0 0 0 0 0,0 1 1 0 0,0-1-1 0 0,0 0 1 0 0,0 1-1 0 0,0-1 1 0 0,-1 1-1 0 0,1-1 1 0 0,0 1-1 0 0,0-1 1 0 0,0 0-1 0 0,-1 1 1 0 0,1-1-1 0 0,0 1 0 0 0,-1-1 1 0 0,1 1-1 0 0,0-1 1 0 0,-1 1-1 0 0,1-1 1 0 0,-1 1-1 0 0,1 0 1 0 0,-1-1-1 0 0,1 1 1 0 0,-1-1-1 0 0,1 1 0 0 0,-1 0 1 0 0,1 0-1 0 0,-1-1 1 0 0,1 1-1 0 0,-1 0 1 0 0,0 0-1 0 0,1 0 1 0 0,-1-1-1 0 0,1 1 1 0 0,-1 0-1 0 0,0 0 0 0 0,1 0 1 0 0,-1 0-1 0 0,0 0 1 0 0,-29 3 751 0 0,16 2-527 0 0,1 0 1 0 0,0 1-1 0 0,0 0 0 0 0,1 1 0 0 0,0 1 0 0 0,-17 13 0 0 0,25-18-227 0 0,-1 1-1 0 0,0 0 1 0 0,1 0-1 0 0,0 0 1 0 0,0 1-1 0 0,0 0 0 0 0,1-1 1 0 0,-1 1-1 0 0,1 0 1 0 0,0 1-1 0 0,1-1 1 0 0,-1 1-1 0 0,1-1 0 0 0,0 1 1 0 0,1 0-1 0 0,-1 0 1 0 0,0 11-1 0 0,2-15-30 0 0,0 0 1 0 0,0 1-1 0 0,0-1 0 0 0,0 0 0 0 0,1 0 1 0 0,-1 1-1 0 0,1-1 0 0 0,0 0 0 0 0,0 0 0 0 0,0 0 1 0 0,0 0-1 0 0,0 0 0 0 0,0 0 0 0 0,0 0 1 0 0,1 0-1 0 0,-1 0 0 0 0,0-1 0 0 0,1 1 1 0 0,0-1-1 0 0,-1 1 0 0 0,1-1 0 0 0,0 1 1 0 0,0-1-1 0 0,0 0 0 0 0,0 0 0 0 0,0 0 1 0 0,0 0-1 0 0,0 0 0 0 0,0 0 0 0 0,1-1 0 0 0,-1 1 1 0 0,0-1-1 0 0,5 1 0 0 0,-2 0-48 0 0,0-1-1 0 0,0 0 1 0 0,1 0-1 0 0,-1-1 1 0 0,0 1-1 0 0,0-1 1 0 0,0 0 0 0 0,0 0-1 0 0,0-1 1 0 0,0 0-1 0 0,0 1 1 0 0,0-2-1 0 0,-1 1 1 0 0,6-4-1 0 0,9-10-121 0 0,-2 0 1 0 0,0-2-1 0 0,-1 0 0 0 0,0-1 0 0 0,24-40 0 0 0,-39 56 151 0 0,0 2-3 0 0,0 1 25 0 0,-1 0 0 0 0,0 0 0 0 0,1 1 0 0 0,-1-1-1 0 0,0 0 1 0 0,0 1 0 0 0,1-1 0 0 0,-1 0 0 0 0,0 0 0 0 0,0 1-1 0 0,0-1 1 0 0,0 1 0 0 0,1-1 0 0 0,-1 0 0 0 0,0 1 0 0 0,0-1-1 0 0,0 0 1 0 0,0 1 0 0 0,0-1 0 0 0,0 1 0 0 0,0-1-1 0 0,0 0 1 0 0,0 1 0 0 0,0-1 0 0 0,0 0 0 0 0,0 1 0 0 0,0-1-1 0 0,0 1 1 0 0,0-1 0 0 0,-1 1 0 0 0,-1 13 222 0 0,-96 264 2921 0 0,10-33-1521 0 0,29-49-677 0 0,-73 196 382 0 0,120-366-1234 0 0,0-1-1 0 0,-2 0 0 0 0,-1-1 0 0 0,0 0 1 0 0,-26 28-1 0 0,35-44-14 0 0,-2-1 1 0 0,1 1-1 0 0,-1-1 1 0 0,0 0-1 0 0,0-1 1 0 0,-1 0-1 0 0,0 0 1 0 0,0-1-1 0 0,-1 0 1 0 0,1-1-1 0 0,-1 0 1 0 0,0 0-1 0 0,0-1 1 0 0,0 0-1 0 0,0-1 1 0 0,-1 0-1 0 0,-14 0 1 0 0,20-2-56 0 0,0 0 0 0 0,0 0 0 0 0,1-1 0 0 0,-1 1 0 0 0,0-1 1 0 0,1 0-1 0 0,-1-1 0 0 0,0 1 0 0 0,1-1 0 0 0,0 0 1 0 0,-1 0-1 0 0,1 0 0 0 0,0 0 0 0 0,0-1 0 0 0,0 0 0 0 0,-6-6 1 0 0,6 5-20 0 0,0-1-1 0 0,0 0 1 0 0,1 0 0 0 0,0 0 0 0 0,0-1 0 0 0,0 1 0 0 0,1-1 0 0 0,0 1 0 0 0,0-1 0 0 0,0 0 0 0 0,-1-10 0 0 0,1-2-6 0 0,1 0 0 0 0,1 1 0 0 0,0-1 0 0 0,1 0 0 0 0,1 0 0 0 0,1 1 0 0 0,1-1 0 0 0,5-17 1 0 0,0 9-7 0 0,1 0 1 0 0,1 1 0 0 0,2 0 0 0 0,0 1 0 0 0,1 0 0 0 0,2 1-1 0 0,0 1 1 0 0,1 0 0 0 0,2 2 0 0 0,32-31 0 0 0,-20 26-312 0 0,1 1 0 0 0,1 1-1 0 0,1 2 1 0 0,1 1 0 0 0,0 2 0 0 0,68-24 0 0 0,49-3-3077 0 0,-42 14-4727 0 0,-86 19 1432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26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351 141 2960 0 0,'-269'-128'14123'0'0,"264"126"-14028"0"0,-1-1 1 0 0,1 2 0 0 0,0-1-1 0 0,0 1 1 0 0,-1-1-1 0 0,-7 0 1 0 0,-7 5-2437 0 0,3 8-4777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28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315 134 1000 0 0,'-17'-91'10224'0'0,"5"48"-7040"0"0,11 44-3116 0 0,-1-1 1 0 0,1 1-1 0 0,-1-1 1 0 0,1 1-1 0 0,0 0 1 0 0,-1 0-1 0 0,1 0 1 0 0,0 0-1 0 0,0 0 1 0 0,-1 0-1 0 0,1 0 1 0 0,-1 2-1 0 0,-65 84 1446 0 0,-94 164 0 0 0,154-238-1467 0 0,0 1 1 0 0,0 1-1 0 0,2-1 1 0 0,-6 22-1 0 0,10-32-54 0 0,0 0 0 0 0,1 0-1 0 0,-1 0 1 0 0,1 0 0 0 0,0 0-1 0 0,0 0 1 0 0,1 0-1 0 0,-1 0 1 0 0,3 7 0 0 0,-2-8-28 0 0,0-1 1 0 0,0 0 0 0 0,0 1-1 0 0,0-1 1 0 0,1 0 0 0 0,-1 0-1 0 0,1 0 1 0 0,-1 0 0 0 0,1 0-1 0 0,0 0 1 0 0,0-1 0 0 0,0 1-1 0 0,0 0 1 0 0,0-1 0 0 0,0 1-1 0 0,0-1 1 0 0,3 1 0 0 0,4 2-171 0 0,1-1 0 0 0,-1 0 0 0 0,1-1 0 0 0,-1 0 0 0 0,1 0 0 0 0,0-1 1 0 0,0-1-1 0 0,0 1 0 0 0,0-2 0 0 0,12-1 0 0 0,6-1-341 0 0,0-3 0 0 0,35-10 0 0 0,-46 11 410 0 0,-1-1 1 0 0,0-1-1 0 0,0 0 0 0 0,0-2 1 0 0,-1 1-1 0 0,0-2 1 0 0,-1 0-1 0 0,0-1 0 0 0,-1 0 1 0 0,0-1-1 0 0,0 0 1 0 0,10-15-1 0 0,-9 8 332 0 0,-1 0-1 0 0,0-1 1 0 0,-2 0 0 0 0,0-1-1 0 0,-2-1 1 0 0,0 1 0 0 0,-1-1-1 0 0,7-36 1 0 0,-5 7 951 0 0,-10 49-936 0 0,-2 3-185 0 0,0-1-1 0 0,0 1 1 0 0,0 0-1 0 0,0 0 1 0 0,0 0-1 0 0,1 0 1 0 0,-1 1-1 0 0,0-1 1 0 0,0 0-1 0 0,1 1 1 0 0,-1-1-1 0 0,1 1 1 0 0,-1 0-1 0 0,1-1 1 0 0,0 1-1 0 0,-2 4 1 0 0,-20 38 360 0 0,16-29-245 0 0,-4 8-6 0 0,0 0 0 0 0,2 1 0 0 0,0 0 0 0 0,-5 29 0 0 0,12-44-106 0 0,1 1 1 0 0,0-1 0 0 0,0 1-1 0 0,1-1 1 0 0,1 1 0 0 0,1 12 0 0 0,-1-17-21 0 0,0 0 1 0 0,1 0-1 0 0,-1 0 1 0 0,1 0-1 0 0,0 0 1 0 0,1 0 0 0 0,-1 0-1 0 0,1 0 1 0 0,0-1-1 0 0,0 0 1 0 0,0 1 0 0 0,5 3-1 0 0,-5-5-5 0 0,-1 0 0 0 0,1-1 0 0 0,0 1-1 0 0,0-1 1 0 0,0 0 0 0 0,0 0-1 0 0,1 0 1 0 0,-1-1 0 0 0,0 1 0 0 0,1-1-1 0 0,-1 1 1 0 0,1-1 0 0 0,0 0 0 0 0,-1-1-1 0 0,1 1 1 0 0,0-1 0 0 0,0 1 0 0 0,-1-1-1 0 0,1 0 1 0 0,0 0 0 0 0,0-1 0 0 0,-1 1-1 0 0,1-1 1 0 0,0 0 0 0 0,-1 0 0 0 0,1 0-1 0 0,-1 0 1 0 0,1-1 0 0 0,-1 0 0 0 0,1 1-1 0 0,-1-1 1 0 0,0 0 0 0 0,0-1 0 0 0,0 1-1 0 0,0 0 1 0 0,0-1 0 0 0,-1 0 0 0 0,1 1-1 0 0,-1-1 1 0 0,0 0 0 0 0,1 0 0 0 0,-1-1-1 0 0,-1 1 1 0 0,3-6 0 0 0,1-4-17 0 0,-1 0 0 0 0,-1-1 1 0 0,0 0-1 0 0,-1 1 0 0 0,-1-1 0 0 0,0 0 0 0 0,-1 0 1 0 0,0 0-1 0 0,-4-25 0 0 0,2 26 9 0 0,-1 0 0 0 0,0 0-1 0 0,0 0 1 0 0,-2 1 0 0 0,1 0 0 0 0,-2 0-1 0 0,1 0 1 0 0,-2 0 0 0 0,1 1 0 0 0,-14-17-1 0 0,16 25 3 0 0,1 0 0 0 0,-1-1-1 0 0,0 1 1 0 0,0 1 0 0 0,0-1-1 0 0,0 1 1 0 0,0-1 0 0 0,-1 1-1 0 0,1 1 1 0 0,-1-1 0 0 0,1 0 0 0 0,-1 1-1 0 0,1 0 1 0 0,-1 0 0 0 0,0 1-1 0 0,0-1 1 0 0,0 1 0 0 0,1 0-1 0 0,-1 0 1 0 0,0 0 0 0 0,0 1 0 0 0,1 0-1 0 0,-1 0 1 0 0,-5 2 0 0 0,4-2-13 0 0,-1 2 0 0 0,1-1 0 0 0,-1 1 0 0 0,1 0 0 0 0,0 0 0 0 0,0 0 0 0 0,1 1 0 0 0,-1 0 0 0 0,1 0 0 0 0,0 0 0 0 0,0 1 0 0 0,0 0 0 0 0,0 0 0 0 0,1 0 0 0 0,0 1 0 0 0,-5 8 0 0 0,8-13-11 0 0,1 0 1 0 0,-1 0 0 0 0,1 0 0 0 0,-1 0 0 0 0,1 0 0 0 0,-1 1 0 0 0,1-1 0 0 0,0 0 0 0 0,0 0 0 0 0,0 0 0 0 0,0 0 0 0 0,0 1 0 0 0,0-1 0 0 0,0 0 0 0 0,0 0 0 0 0,0 0 0 0 0,0 1 0 0 0,0-1 0 0 0,1 0-1 0 0,-1 0 1 0 0,1 0 0 0 0,-1 0 0 0 0,1 0 0 0 0,-1 0 0 0 0,2 1 0 0 0,-1 0-35 0 0,1 0 1 0 0,0 0-1 0 0,0 0 0 0 0,0-1 0 0 0,1 1 1 0 0,-1-1-1 0 0,0 0 0 0 0,0 1 0 0 0,1-1 0 0 0,-1 0 1 0 0,3 0-1 0 0,6 3-195 0 0,0-2 1 0 0,1 0 0 0 0,-1 0-1 0 0,14 0 1 0 0,0-2-34 0 0,0-2 0 0 0,-1 0 1 0 0,1-1-1 0 0,-1-2 1 0 0,38-11-1 0 0,116-52-144 0 0,-121 44 295 0 0,-32 14 116 0 0,-5 1 90 0 0,0 1 0 0 0,1 1 0 0 0,39-9-1 0 0,-56 16 13 0 0,-1-1 0 0 0,0 1-1 0 0,0 0 1 0 0,0 0 0 0 0,0 0-1 0 0,0 1 1 0 0,0-1-1 0 0,0 1 1 0 0,0-1 0 0 0,0 1-1 0 0,0 0 1 0 0,0 0 0 0 0,0 1-1 0 0,0-1 1 0 0,0 0-1 0 0,-1 1 1 0 0,1 0 0 0 0,2 1-1 0 0,-2 1 36 0 0,0-1 0 0 0,0 0-1 0 0,0 1 1 0 0,-1-1-1 0 0,0 1 1 0 0,1 0-1 0 0,-1 0 1 0 0,-1 0 0 0 0,1 0-1 0 0,0 0 1 0 0,0 6-1 0 0,2 6 154 0 0,-2 0-1 0 0,0 1 0 0 0,-1-1 0 0 0,-1 1 0 0 0,-2 22 0 0 0,0-23-150 0 0,0 1 1 0 0,-1 0-1 0 0,-1-1 0 0 0,-10 29 1 0 0,12-40-99 0 0,0 1 0 0 0,-1-1 1 0 0,1 1-1 0 0,-1-1 1 0 0,-1 0-1 0 0,1 0 0 0 0,-1 0 1 0 0,1 0-1 0 0,-1-1 1 0 0,-1 1-1 0 0,1-1 0 0 0,-1 0 1 0 0,1 0-1 0 0,-1-1 1 0 0,0 1-1 0 0,-7 2 0 0 0,11-5-21 0 0,0 0 0 0 0,-1-1 0 0 0,1 1 0 0 0,0 0 0 0 0,0-1 1 0 0,-1 0-1 0 0,1 1 0 0 0,0-1 0 0 0,-1 0 0 0 0,1 1 0 0 0,-1-1 0 0 0,1 0 0 0 0,0 0 0 0 0,-1 0 0 0 0,1 0 0 0 0,-1 0 0 0 0,1-1 0 0 0,0 1 0 0 0,-1 0 0 0 0,1-1 0 0 0,0 1 0 0 0,-1-1 0 0 0,1 1 0 0 0,0-1 0 0 0,0 1 0 0 0,-1-1 0 0 0,1 0 0 0 0,0 0 0 0 0,0 0 0 0 0,0 0 1 0 0,0 0-1 0 0,0 0 0 0 0,0 0 0 0 0,0 0 0 0 0,0 0 0 0 0,1 0 0 0 0,-1 0 0 0 0,0-1 0 0 0,1 1 0 0 0,-1 0 0 0 0,1 0 0 0 0,-1-1 0 0 0,1 1 0 0 0,-1 0 0 0 0,1-1 0 0 0,0 1 0 0 0,0-1 0 0 0,0 1 0 0 0,0 0 0 0 0,0-2 0 0 0,-1-7-16 0 0,1 0-1 0 0,1 1 0 0 0,0-1 1 0 0,0 0-1 0 0,4-15 1 0 0,0 9-6 0 0,1-1 1 0 0,0 1 0 0 0,1 0 0 0 0,1 0 0 0 0,1 1 0 0 0,0 0 0 0 0,1 1 0 0 0,0 0 0 0 0,1 0-1 0 0,1 1 1 0 0,14-12 0 0 0,-12 12 5 0 0,2 1 0 0 0,-1 0 0 0 0,1 1 1 0 0,1 1-1 0 0,0 1 0 0 0,1 0 0 0 0,-1 1 0 0 0,2 1 0 0 0,31-9 0 0 0,-42 15 74 0 0,1-1 0 0 0,-1 1-1 0 0,1 0 1 0 0,-1 1 0 0 0,0 0 0 0 0,1 0 0 0 0,-1 1-1 0 0,0 0 1 0 0,1 1 0 0 0,-1 0 0 0 0,0 0 0 0 0,0 0-1 0 0,11 6 1 0 0,-14-6 22 0 0,-1 1-1 0 0,0-1 0 0 0,0 1 1 0 0,0 0-1 0 0,0 0 0 0 0,-1 0 1 0 0,1 0-1 0 0,-1 1 1 0 0,0-1-1 0 0,0 1 0 0 0,0 0 1 0 0,0 0-1 0 0,-1 0 1 0 0,1 0-1 0 0,-1 1 0 0 0,0-1 1 0 0,-1 1-1 0 0,1-1 1 0 0,-1 1-1 0 0,0 0 0 0 0,0-1 1 0 0,0 1-1 0 0,0 0 0 0 0,-1 8 1 0 0,-1 13 154 0 0,-2 0 0 0 0,-10 45 0 0 0,-2 25-2868 0 0,14-94 2436 0 0,1 0 0 0 0,0 0 0 0 0,0-1 1 0 0,0 1-1 0 0,0 0 0 0 0,0 0 0 0 0,0-1 1 0 0,0 1-1 0 0,1 0 0 0 0,-1 0 0 0 0,0-1 1 0 0,1 1-1 0 0,0 0 0 0 0,-1 0 0 0 0,1-1 1 0 0,0 1-1 0 0,0-1 0 0 0,0 1 0 0 0,0-1 1 0 0,0 1-1 0 0,0-1 0 0 0,1 0 0 0 0,-1 0 1 0 0,0 1-1 0 0,1-1 0 0 0,-1 0 0 0 0,1 0 1 0 0,-1 0-1 0 0,1 0 0 0 0,-1-1 0 0 0,1 1 1 0 0,0 0-1 0 0,-1-1 0 0 0,1 1 0 0 0,0-1 1 0 0,0 1-1 0 0,-1-1 0 0 0,1 0 0 0 0,0 0 1 0 0,2 0-1 0 0,3 0-664 0 0,0 0 0 0 0,0-1-1 0 0,0 0 1 0 0,9-2 0 0 0,4-2-2268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28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262 164 980 0 0,'33'-33'7154'0'0,"46"-60"0"0"0,-74 86-6333 0 0,-4 6-688 0 0,0 0 0 0 0,-1 0-1 0 0,1 0 1 0 0,0 0 0 0 0,-1-1-1 0 0,1 1 1 0 0,-1 0-1 0 0,1 0 1 0 0,-1-1 0 0 0,0 1-1 0 0,1 0 1 0 0,-1-1-1 0 0,0 1 1 0 0,0-3 0 0 0,0 4-110 0 0,0-1 1 0 0,0 1-1 0 0,0-1 0 0 0,-1 1 1 0 0,1-1-1 0 0,0 1 1 0 0,0-1-1 0 0,-1 1 1 0 0,1 0-1 0 0,0-1 0 0 0,0 1 1 0 0,-1-1-1 0 0,1 1 1 0 0,0 0-1 0 0,-1-1 1 0 0,1 1-1 0 0,-1 0 1 0 0,1-1-1 0 0,0 1 0 0 0,-1 0 1 0 0,1-1-1 0 0,-1 1 1 0 0,1 0-1 0 0,-1 0 1 0 0,1 0-1 0 0,-1 0 0 0 0,1-1 1 0 0,-1 1-1 0 0,1 0 1 0 0,-1 0-1 0 0,1 0 1 0 0,-1 0-1 0 0,1 0 1 0 0,-1 0-1 0 0,1 0 0 0 0,-1 0 1 0 0,1 1-1 0 0,-1-1 1 0 0,1 0-1 0 0,-1 0 1 0 0,0 0-1 0 0,-11 4 43 0 0,-1 0 0 0 0,1 0 0 0 0,0 1 0 0 0,1 1 0 0 0,-1 0 0 0 0,1 0 0 0 0,0 1 0 0 0,1 1 0 0 0,0 0 0 0 0,-17 17 0 0 0,21-19-52 0 0,0 0 0 0 0,1 1 0 0 0,-1 0 1 0 0,2 0-1 0 0,-1 1 0 0 0,1-1 0 0 0,-6 16 1 0 0,8-18-10 0 0,1 1 1 0 0,-1-1 0 0 0,1 0 0 0 0,1 0-1 0 0,-1 1 1 0 0,1-1 0 0 0,0 0-1 0 0,0 1 1 0 0,0-1 0 0 0,1 0-1 0 0,-1 0 1 0 0,2 1 0 0 0,2 7-1 0 0,0-3 3 0 0,1-1-1 0 0,0 0 0 0 0,0 0 0 0 0,1-1 0 0 0,1 0 0 0 0,-1 0 1 0 0,1 0-1 0 0,1-1 0 0 0,12 11 0 0 0,-11-11 14 0 0,0 1 0 0 0,-1 0 0 0 0,0 1-1 0 0,-1-1 1 0 0,0 2 0 0 0,10 14 0 0 0,-17-23-17 0 0,1 1 0 0 0,-1 0 1 0 0,1-1-1 0 0,-1 1 0 0 0,0-1 0 0 0,1 1 0 0 0,-1 0 1 0 0,0-1-1 0 0,0 1 0 0 0,0 0 0 0 0,0-1 1 0 0,-1 1-1 0 0,1 0 0 0 0,0-1 0 0 0,-1 1 0 0 0,1-1 1 0 0,-1 1-1 0 0,1-1 0 0 0,-1 1 0 0 0,0-1 1 0 0,0 1-1 0 0,0-1 0 0 0,1 1 0 0 0,-1-1 1 0 0,-1 0-1 0 0,1 0 0 0 0,0 1 0 0 0,0-1 0 0 0,0 0 1 0 0,-1 0-1 0 0,1 0 0 0 0,0 0 0 0 0,-1 0 1 0 0,1-1-1 0 0,-2 2 0 0 0,-6 2 9 0 0,1 1 1 0 0,-1-2-1 0 0,1 1 1 0 0,-17 3-1 0 0,9-3-2 0 0,0-1 1 0 0,0-1-1 0 0,0-1 0 0 0,0 0 0 0 0,-20-2 1 0 0,26 0-36 0 0,1 0 0 0 0,0 0 0 0 0,-1-1 0 0 0,1 0 0 0 0,0 0 1 0 0,0-1-1 0 0,1-1 0 0 0,-1 1 0 0 0,1-1 0 0 0,-13-8 1 0 0,20 11-60 0 0,0 0 0 0 0,0 0 0 0 0,0 0 1 0 0,0 0-1 0 0,0 0 0 0 0,0 0 1 0 0,1 0-1 0 0,-1-1 0 0 0,0 1 0 0 0,0 0 1 0 0,1-1-1 0 0,-1 1 0 0 0,1 0 1 0 0,0-1-1 0 0,-1 1 0 0 0,1 0 1 0 0,0-1-1 0 0,0 1 0 0 0,-1-1 0 0 0,1 1 1 0 0,0 0-1 0 0,1-1 0 0 0,-1 1 1 0 0,0-1-1 0 0,0 1 0 0 0,1 0 1 0 0,-1-1-1 0 0,0 1 0 0 0,1 0 0 0 0,-1-1 1 0 0,1 1-1 0 0,0 0 0 0 0,0 0 1 0 0,-1-1-1 0 0,1 1 0 0 0,1-1 1 0 0,4-6-586 0 0,0 1 0 0 0,0-1 0 0 0,1 2 0 0 0,8-8 0 0 0,82-65-6565 0 0,-55 45 3025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29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301 179 1860 0 0,'4'-15'1447'0'0,"0"0"-1"0"0,-1 0 0 0 0,-1 0 1 0 0,0-1-1 0 0,-1 1 0 0 0,-1 0 1 0 0,0-1-1 0 0,-5-27 0 0 0,5 42-1380 0 0,0 1-1 0 0,0-1 0 0 0,0 0 0 0 0,0 1 0 0 0,-1-1 1 0 0,1 0-1 0 0,0 1 0 0 0,0-1 0 0 0,0 0 0 0 0,-1 1 1 0 0,1-1-1 0 0,0 1 0 0 0,-1-1 0 0 0,1 0 0 0 0,0 1 1 0 0,-1-1-1 0 0,1 1 0 0 0,-1-1 0 0 0,1 1 0 0 0,-1-1 1 0 0,0 0-1 0 0,1 1-37 0 0,-1 0 0 0 0,1 0 0 0 0,-1 0 0 0 0,1 0 0 0 0,-1 0 0 0 0,1 0 0 0 0,-1 0 0 0 0,1 0 0 0 0,-1 1 0 0 0,1-1 0 0 0,-1 0 0 0 0,1 0 0 0 0,-1 0 0 0 0,1 0 0 0 0,-1 1 0 0 0,1-1 0 0 0,0 0 0 0 0,-1 0 0 0 0,1 1 0 0 0,0-1 0 0 0,-1 1 0 0 0,-17 22 707 0 0,-5 29 223 0 0,2 0 0 0 0,3 2-1 0 0,-16 77 1 0 0,15-57-298 0 0,-37 120 651 0 0,-39 166-156 0 0,92-340-1117 0 0,-1-1 0 0 0,2 1 1 0 0,1-1-1 0 0,0 1 0 0 0,5 36 1 0 0,-4-51-51 0 0,1 0 0 0 0,1 0 0 0 0,-1 1 0 0 0,1-1 0 0 0,-1 0 1 0 0,1 0-1 0 0,1 0 0 0 0,-1-1 0 0 0,1 1 0 0 0,0-1 0 0 0,0 1 0 0 0,0-1 0 0 0,0 0 0 0 0,1 0 1 0 0,0 0-1 0 0,0 0 0 0 0,0-1 0 0 0,0 0 0 0 0,1 0 0 0 0,-1 0 0 0 0,1 0 0 0 0,-1-1 0 0 0,1 1 1 0 0,0-1-1 0 0,0-1 0 0 0,6 3 0 0 0,0-2-98 0 0,0-1 0 0 0,0 1-1 0 0,0-2 1 0 0,0 1 0 0 0,1-2 0 0 0,-1 1-1 0 0,0-2 1 0 0,0 1 0 0 0,0-1 0 0 0,0-1 0 0 0,0 0-1 0 0,-1-1 1 0 0,1 0 0 0 0,-1-1 0 0 0,0 1 0 0 0,0-2-1 0 0,16-11 1 0 0,-4 1-33 0 0,0-1 1 0 0,-2-1-1 0 0,0-1 0 0 0,-2-1 0 0 0,0 0 0 0 0,19-28 0 0 0,-15 16-31 0 0,31-59-1 0 0,-47 78 182 0 0,0 0 0 0 0,-1 0-1 0 0,0-1 1 0 0,-1 1 0 0 0,-1-1 0 0 0,0 0 0 0 0,-1 0-1 0 0,1-16 1 0 0,-4 22 51 0 0,1 0-1 0 0,-1-1 1 0 0,-1 1-1 0 0,1 0 1 0 0,-2 0-1 0 0,1 0 1 0 0,-1 0-1 0 0,-4-9 1 0 0,4 12-28 0 0,0 0 0 0 0,1 0 0 0 0,-2 0 0 0 0,1 0 0 0 0,0 1 0 0 0,-1 0 0 0 0,0 0 0 0 0,0 0 0 0 0,0 0 0 0 0,-1 0 0 0 0,1 1 0 0 0,-8-5 0 0 0,10 7-29 0 0,1 1 1 0 0,0-1 0 0 0,0 0 0 0 0,0 1-1 0 0,0-1 1 0 0,-1 1 0 0 0,1 0 0 0 0,0-1-1 0 0,0 1 1 0 0,-1 0 0 0 0,1 0 0 0 0,0-1 0 0 0,-1 1-1 0 0,1 0 1 0 0,0 0 0 0 0,0 1 0 0 0,-1-1-1 0 0,1 0 1 0 0,0 0 0 0 0,-1 1 0 0 0,1-1-1 0 0,0 0 1 0 0,0 1 0 0 0,0-1 0 0 0,-1 1-1 0 0,1 0 1 0 0,0-1 0 0 0,0 1 0 0 0,0 0-1 0 0,0 0 1 0 0,0 0 0 0 0,0 0 0 0 0,0 0-1 0 0,1 0 1 0 0,-1 0 0 0 0,0 0 0 0 0,0 0-1 0 0,1 0 1 0 0,-1 0 0 0 0,0 2 0 0 0,1-1-1 0 0,-1-1 1 0 0,1 0 0 0 0,1 1-1 0 0,-1-1 1 0 0,0 0 0 0 0,0 0 0 0 0,0 1-1 0 0,1-1 1 0 0,-1 0 0 0 0,0 0-1 0 0,1 1 1 0 0,-1-1 0 0 0,1 0-1 0 0,0 0 1 0 0,-1 0 0 0 0,1 0-1 0 0,0 0 1 0 0,0 0 0 0 0,0 0-1 0 0,1 2 1 0 0,21 17-3 0 0,-21-19 4 0 0,13 9-88 0 0,-1-1 0 0 0,1-1 0 0 0,0 0 0 0 0,1-1 0 0 0,0-1 1 0 0,0-1-1 0 0,0 0 0 0 0,1-1 0 0 0,0 0 0 0 0,-1-2 0 0 0,1 0 0 0 0,0 0 0 0 0,0-2 0 0 0,0 0 0 0 0,0-1 0 0 0,19-4 1 0 0,-28 2 91 0 0,0 1 0 0 0,0-2 0 0 0,-1 1 0 0 0,1-1 1 0 0,-1-1-1 0 0,0 1 0 0 0,0-1 0 0 0,0 0 0 0 0,-1-1 1 0 0,9-8-1 0 0,-9 4 95 0 0,-10 7 13 0 0,-15 7-3 0 0,2 9 15 0 0,0 0 0 0 0,1 1 1 0 0,0 0-1 0 0,1 2 0 0 0,-19 24 1 0 0,10-12-17 0 0,7-11-109 0 0,2 2-1 0 0,0-1 1 0 0,1 2 0 0 0,1 0-1 0 0,0 0 1 0 0,2 2 0 0 0,-15 37-1 0 0,25-56-124 0 0,1-1 0 0 0,-1 0 1 0 0,1 1-1 0 0,-1-1 0 0 0,1 1 0 0 0,0-1 0 0 0,0 1 0 0 0,0 0 0 0 0,0-1 0 0 0,0 1 0 0 0,1-1 0 0 0,-1 1 0 0 0,1-1 0 0 0,-1 0 0 0 0,1 1 0 0 0,0-1 0 0 0,0 0 0 0 0,0 1 0 0 0,0-1 0 0 0,2 3 0 0 0,1-2-130 0 0,-1 1-1 0 0,0-1 1 0 0,0 0-1 0 0,1 0 1 0 0,0 0-1 0 0,0-1 0 0 0,-1 1 1 0 0,1-1-1 0 0,1 0 1 0 0,5 2-1 0 0,8 2-1443 0 0,0-1 0 0 0,0 0 0 0 0,1-2 0 0 0,24 2 0 0 0,3-1-4170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29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413 79 276 0 0,'0'-4'545'0'0,"-1"0"1"0"0,0 0-1 0 0,-1 0 0 0 0,1 0 1 0 0,-1 1-1 0 0,1-1 0 0 0,-1 0 1 0 0,0 1-1 0 0,-1 0 0 0 0,1-1 1 0 0,0 1-1 0 0,-1 0 0 0 0,0 0 1 0 0,0 0-1 0 0,0 1 0 0 0,0-1 1 0 0,0 1-1 0 0,0-1 0 0 0,-1 1 0 0 0,1 0 1 0 0,-8-3-1 0 0,5 4-279 0 0,-1-1 0 0 0,1 1 0 0 0,0 0 0 0 0,0 0 1 0 0,-1 1-1 0 0,1 0 0 0 0,0 0 0 0 0,0 0 0 0 0,-1 1 0 0 0,1 0 0 0 0,0 0 0 0 0,0 1 0 0 0,-9 2 0 0 0,-2 4-48 0 0,0 0-1 0 0,0 0 1 0 0,1 2-1 0 0,0 0 1 0 0,1 1-1 0 0,0 0 1 0 0,1 1-1 0 0,0 1 1 0 0,1 1-1 0 0,1-1 1 0 0,0 2-1 0 0,0 0 1 0 0,2 0 0 0 0,0 1-1 0 0,1 0 1 0 0,0 1-1 0 0,1 0 1 0 0,-10 33-1 0 0,17-47-203 0 0,0 1-1 0 0,1-1 1 0 0,-1 1-1 0 0,0 0 1 0 0,1-1-1 0 0,0 1 1 0 0,0 0-1 0 0,0-1 1 0 0,0 1 0 0 0,1 0-1 0 0,0-1 1 0 0,-1 1-1 0 0,1-1 1 0 0,0 1-1 0 0,1-1 1 0 0,-1 1-1 0 0,1-1 1 0 0,-1 0-1 0 0,4 5 1 0 0,-2-5-21 0 0,0 0 0 0 0,1 0 0 0 0,-1 0 0 0 0,0-1 0 0 0,1 0 0 0 0,0 1 0 0 0,-1-1 0 0 0,1-1 0 0 0,0 1 0 0 0,0 0 0 0 0,0-1 0 0 0,0 0 0 0 0,1 0 0 0 0,-1 0 0 0 0,0-1 0 0 0,6 1 0 0 0,2-1-113 0 0,1 0 0 0 0,-1-1 0 0 0,1 0 0 0 0,-1-1 0 0 0,0 0 1 0 0,1-1-1 0 0,-1 0 0 0 0,0-1 0 0 0,-1-1 0 0 0,1 0 0 0 0,-1 0 1 0 0,0-1-1 0 0,0-1 0 0 0,-1 0 0 0 0,0 0 0 0 0,11-10 0 0 0,5-7 132 0 0,-1 0-1 0 0,-1-2 1 0 0,-2 0-1 0 0,31-48 0 0 0,-11 9 2548 0 0,-41 63-1794 0 0,-10 16-226 0 0,-5 8-362 0 0,1 0 0 0 0,0 0 1 0 0,2 1-1 0 0,1 1 0 0 0,1 0 1 0 0,1 0-1 0 0,-7 41 0 0 0,14-62-326 0 0,0 1 0 0 0,1 0 0 0 0,0-1-1 0 0,0 1 1 0 0,0 0 0 0 0,0 0 0 0 0,1-1-1 0 0,-1 1 1 0 0,1 0 0 0 0,0-1 0 0 0,0 1-1 0 0,0-1 1 0 0,1 1 0 0 0,-1-1 0 0 0,1 0-1 0 0,0 1 1 0 0,0-1 0 0 0,0 0 0 0 0,0 0-1 0 0,0 0 1 0 0,1 0 0 0 0,-1-1 0 0 0,1 1-1 0 0,0-1 1 0 0,0 0 0 0 0,0 1 0 0 0,0-1-1 0 0,0 0 1 0 0,0-1 0 0 0,1 1 0 0 0,-1-1-1 0 0,1 1 1 0 0,-1-1 0 0 0,6 1 0 0 0,-4-1-149 0 0,-1-1 0 0 0,1 1 0 0 0,0-1 0 0 0,-1-1 0 0 0,1 1 0 0 0,-1 0 0 0 0,1-1 0 0 0,-1 0 0 0 0,1 0 1 0 0,-1 0-1 0 0,0-1 0 0 0,7-3 0 0 0,1 0-225 0 0,-1-1 0 0 0,1-1 0 0 0,10-8 0 0 0,-5 1 317 0 0,0 0 0 0 0,-1-1 1 0 0,-1-1-1 0 0,0-1 0 0 0,-1 0 0 0 0,20-33 0 0 0,12-34 2341 0 0,-8-5 3694 0 0,-33 70-4482 0 0,-5 14-694 0 0,-4 13-23 0 0,-5 13-446 0 0,2 0-1 0 0,0 0 1 0 0,1 1-1 0 0,2-1 1 0 0,0 1-1 0 0,1 0 1 0 0,1 1-1 0 0,1-1 1 0 0,3 31-1 0 0,-2-50-255 0 0,0 0 0 0 0,1 0-1 0 0,-1 0 1 0 0,1 0-1 0 0,0-1 1 0 0,0 1-1 0 0,0 0 1 0 0,0-1 0 0 0,0 1-1 0 0,1 0 1 0 0,-1-1-1 0 0,1 0 1 0 0,0 1-1 0 0,0-1 1 0 0,0 0-1 0 0,0 0 1 0 0,0 0 0 0 0,0 0-1 0 0,0 0 1 0 0,1 0-1 0 0,-1-1 1 0 0,0 1-1 0 0,1-1 1 0 0,0 0-1 0 0,-1 0 1 0 0,1 0 0 0 0,0 0-1 0 0,0 0 1 0 0,-1 0-1 0 0,1-1 1 0 0,0 1-1 0 0,0-1 1 0 0,3 0 0 0 0,2 0-900 0 0,0 0 1 0 0,-1-1 0 0 0,1 0-1 0 0,-1 0 1 0 0,1 0 0 0 0,-1-1-1 0 0,0-1 1 0 0,1 1 0 0 0,-1-1-1 0 0,0 0 1 0 0,9-6 0 0 0,5-5-5890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30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179 164 3432 0 0,'-2'-3'421'0'0,"-81"-93"11211"0"0,27 36-7355 0 0,55 60-4409 0 0,1-1 0 0 0,0 1 0 0 0,-1-1 0 0 0,1 1 0 0 0,-1 0 0 0 0,1-1 0 0 0,0 1 0 0 0,-1 0 0 0 0,1 0 0 0 0,-1-1 0 0 0,1 1 0 0 0,-1 0 0 0 0,1 0 0 0 0,-1 0 0 0 0,1 0 0 0 0,-1-1 0 0 0,1 1-1 0 0,-1 0 1 0 0,1 0 0 0 0,-1 0 0 0 0,1 0 0 0 0,-1 0 0 0 0,0 0 0 0 0,1 0 0 0 0,-1 1 0 0 0,1-1 0 0 0,-1 0 0 0 0,1 0 0 0 0,-1 0 0 0 0,-12 12-3718 0 0,3-3-212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30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69 3372 0 0,'-14'1'1021'0'0,"-220"10"14166"0"0,232-11-14668 0 0,20-8 239 0 0,5 1-903 0 0,1 1-1 0 0,0 1 1 0 0,35-2 0 0 0,-24 3-404 0 0,166-17-4495 0 0,-73 9-631 0 0,-30 2-929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30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19 2120 0 0,'-12'-3'13771'0'0,"12"3"-13680"0"0,1-1 0 0 0,0 1 1 0 0,0-1-1 0 0,0 1 0 0 0,0-1 1 0 0,-1 1-1 0 0,1 0 0 0 0,0 0 1 0 0,0-1-1 0 0,0 1 0 0 0,0 0 0 0 0,0 0 1 0 0,0 0-1 0 0,0 0 0 0 0,0 0 1 0 0,0 0-1 0 0,0 0 0 0 0,0 0 1 0 0,0 0-1 0 0,-1 1 0 0 0,1-1 1 0 0,1 1-1 0 0,1 0 63 0 0,0 0 0 0 0,-1 1 1 0 0,0-1-1 0 0,1 1 0 0 0,-1 0 0 0 0,0-1 1 0 0,4 5-1 0 0,0 0 128 0 0,-1 1 0 0 0,0 0 0 0 0,0 0 1 0 0,6 12-1 0 0,-5-7-116 0 0,-2 0 0 0 0,1 1 0 0 0,-2-1 0 0 0,0 1 1 0 0,0 0-1 0 0,-1 0 0 0 0,0 0 0 0 0,-2 0 0 0 0,1 0 0 0 0,-3 16 0 0 0,1-12-82 0 0,-2 0-1 0 0,0 0 1 0 0,-1-1-1 0 0,0 1 1 0 0,-2-1-1 0 0,0 0 1 0 0,-11 22-1 0 0,15-36-73 0 0,1 1-1 0 0,-1-1 0 0 0,0 0 0 0 0,0 0 1 0 0,0 0-1 0 0,0 1 0 0 0,-3 1 0 0 0,4-3-8 0 0,0-1-1 0 0,1 1 0 0 0,-1-1 0 0 0,0 1 1 0 0,0-1-1 0 0,1 1 0 0 0,-1-1 0 0 0,0 0 1 0 0,0 1-1 0 0,0-1 0 0 0,0 0 1 0 0,0 0-1 0 0,1 1 0 0 0,-1-1 0 0 0,0 0 1 0 0,0 0-1 0 0,0 0 0 0 0,0 0 0 0 0,0 0 1 0 0,0 0-1 0 0,0 0 0 0 0,0-1 0 0 0,0 1 1 0 0,1 0-1 0 0,-1 0 0 0 0,0-1 0 0 0,0 1 1 0 0,-1-1-1 0 0,-1-2-27 0 0,0 1 1 0 0,1-1-1 0 0,-1 0 1 0 0,0 0-1 0 0,1 0 0 0 0,0 0 1 0 0,0 0-1 0 0,0 0 1 0 0,0-1-1 0 0,0 1 1 0 0,1-1-1 0 0,-1 1 1 0 0,0-6-1 0 0,0 2-31 0 0,0-1 0 0 0,1 0 1 0 0,1 0-1 0 0,-1 0 0 0 0,1 0 0 0 0,1-9 0 0 0,1 1-19 0 0,1 0 0 0 0,0 1 0 0 0,1-1-1 0 0,1 1 1 0 0,0 0 0 0 0,9-16-1 0 0,-8 19 62 0 0,0 0-1 0 0,1 1 0 0 0,0 0 0 0 0,1 1 0 0 0,1 0 0 0 0,-1 0 1 0 0,1 1-1 0 0,1 0 0 0 0,0 0 0 0 0,0 1 0 0 0,1 0 1 0 0,0 1-1 0 0,0 0 0 0 0,1 1 0 0 0,0 0 0 0 0,0 1 0 0 0,0 1 1 0 0,1 0-1 0 0,-1 0 0 0 0,1 1 0 0 0,0 1 0 0 0,0 0 0 0 0,0 0 1 0 0,0 2-1 0 0,0-1 0 0 0,1 2 0 0 0,-1 0 0 0 0,0 0 1 0 0,0 2-1 0 0,19 5 0 0 0,-27-7 48 0 0,0 1 1 0 0,-1 0-1 0 0,1 0 1 0 0,-1 0-1 0 0,1 0 1 0 0,-1 1-1 0 0,0 0 1 0 0,0 0-1 0 0,0 0 1 0 0,-1 0-1 0 0,1 1 1 0 0,-1-1-1 0 0,1 1 1 0 0,-1 0 0 0 0,0 0-1 0 0,-1 0 1 0 0,1 1-1 0 0,-1-1 1 0 0,0 0-1 0 0,0 1 1 0 0,0 0-1 0 0,-1-1 1 0 0,1 1-1 0 0,-1 0 1 0 0,0 0-1 0 0,0 0 1 0 0,-1 0-1 0 0,0 0 1 0 0,0 0-1 0 0,0 0 1 0 0,0 0-1 0 0,-1 0 1 0 0,0 0-1 0 0,0-1 1 0 0,-3 10-1 0 0,-21 50 279 0 0,18-49-339 0 0,0 0 0 0 0,1 1-1 0 0,1 0 1 0 0,-3 16 0 0 0,8-30-63 0 0,-1-1 1 0 0,1 0-1 0 0,0 1 1 0 0,0-1-1 0 0,0 1 0 0 0,0-1 1 0 0,0 0-1 0 0,0 1 1 0 0,1-1-1 0 0,-1 0 0 0 0,0 1 1 0 0,1-1-1 0 0,-1 0 1 0 0,1 1-1 0 0,-1-1 0 0 0,1 0 1 0 0,-1 0-1 0 0,1 0 1 0 0,0 1-1 0 0,0-1 0 0 0,0 0 1 0 0,0 0-1 0 0,1 1 0 0 0,0 0-152 0 0,0-1 0 0 0,1 0 0 0 0,-1 0 0 0 0,0 0 0 0 0,1 0 0 0 0,-1 0 0 0 0,1 0 0 0 0,-1-1 0 0 0,1 1-1 0 0,-1-1 1 0 0,5 0 0 0 0,2 1-618 0 0,0-2-1 0 0,0 0 1 0 0,0 0-1 0 0,0 0 0 0 0,-1-1 1 0 0,13-4-1 0 0,5-5-2856 0 0,1-4-1664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31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171 326 2048 0 0,'41'-304'16496'0'0,"-40"300"-16401"0"0,-1-11 1297 0 0,-2 12-625 0 0,-3 9-351 0 0,1 0-157 0 0,1 1 0 0 0,0 0 0 0 0,0 1 0 0 0,1-1 0 0 0,0 0 0 0 0,0 1 0 0 0,0 12 0 0 0,-2 3 205 0 0,-74 415 3631 0 0,10-50-2987 0 0,44-249-1498 0 0,14-46-4557 0 0,10-91 4296 0 0,0 19-1251 0 0,3-10-1139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31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337 124 1192 0 0,'5'-8'1862'0'0,"-1"-1"-1"0"0,0 0 1 0 0,0 0-1 0 0,0 0 1 0 0,-1-1-1 0 0,-1 1 1 0 0,0-1-1 0 0,2-19 1 0 0,-4 28-1780 0 0,0 1 0 0 0,0-1-1 0 0,-1 0 1 0 0,1 0 0 0 0,0 0 0 0 0,-1 0 0 0 0,1 0 0 0 0,0 0 0 0 0,-1 1 0 0 0,0-1 0 0 0,1 0 0 0 0,-1 0 0 0 0,1 1 0 0 0,-1-1 0 0 0,0 0 0 0 0,1 1 0 0 0,-1-1 0 0 0,0 0 0 0 0,0 1-1 0 0,0-1 1 0 0,1 1 0 0 0,-1-1 0 0 0,0 1 0 0 0,0 0 0 0 0,0-1 0 0 0,-1 1 0 0 0,-1-1 17 0 0,0 0-1 0 0,1 1 1 0 0,-1-1-1 0 0,0 1 1 0 0,1 0 0 0 0,-1 0-1 0 0,0 0 1 0 0,0 0-1 0 0,-3 1 1 0 0,0 0-44 0 0,0 0 0 0 0,0 1 0 0 0,1 0 0 0 0,-1 0 0 0 0,0 1 0 0 0,1-1 0 0 0,0 1 0 0 0,0 0 0 0 0,0 1 0 0 0,-5 3-1 0 0,8-5-41 0 0,0 1-1 0 0,0-1 1 0 0,0 0-1 0 0,0 1 0 0 0,0-1 1 0 0,1 1-1 0 0,-1 0 1 0 0,1-1-1 0 0,0 1 0 0 0,0 0 1 0 0,0 0-1 0 0,0 0 1 0 0,0 0-1 0 0,0 0 0 0 0,1 0 1 0 0,0 0-1 0 0,-1 0 1 0 0,1 0-1 0 0,0 0 0 0 0,1 0 1 0 0,-1 0-1 0 0,0 0 1 0 0,2 3-1 0 0,-1 1-5 0 0,1 0 1 0 0,1-1-1 0 0,-1 1 1 0 0,1-1-1 0 0,0 1 0 0 0,1-1 1 0 0,-1 0-1 0 0,1-1 1 0 0,7 9-1 0 0,4 2 14 0 0,28 23-1 0 0,-30-28-3 0 0,-1 0-1 0 0,0 1 1 0 0,0 0 0 0 0,10 16-1 0 0,-21-27 25 0 0,0 0 0 0 0,0 0 0 0 0,-1 0 0 0 0,1 0 0 0 0,0 0 0 0 0,-1 0 0 0 0,1 0 0 0 0,-1 1 0 0 0,0-1 0 0 0,1 0 0 0 0,-1 0 0 0 0,0 1 0 0 0,0-1 0 0 0,1 0 0 0 0,-1 1 0 0 0,0-1 0 0 0,0 0 0 0 0,-1 0 1 0 0,1 1-1 0 0,0-1 0 0 0,0 0 0 0 0,-1 0 0 0 0,1 1 0 0 0,0-1 0 0 0,-2 2 0 0 0,1-1 32 0 0,-1 0-1 0 0,0 0 1 0 0,1-1 0 0 0,-1 1 0 0 0,0 0 0 0 0,0-1 0 0 0,0 1 0 0 0,0-1-1 0 0,0 0 1 0 0,-1 1 0 0 0,1-1 0 0 0,-3 1 0 0 0,-6 2 148 0 0,0-1 1 0 0,-1 0 0 0 0,1-1 0 0 0,-19 2-1 0 0,7-3-50 0 0,-1-1 0 0 0,1 0 0 0 0,-1-2 0 0 0,-29-6 0 0 0,42 6-587 0 0,0-1 1 0 0,0 0-1 0 0,0 0 1 0 0,1-1-1 0 0,-1-1 1 0 0,1 0-1 0 0,0 0 1 0 0,1-1 0 0 0,-1 0-1 0 0,1-1 1 0 0,-9-8-1 0 0,16 13-62 0 0,0-1 0 0 0,-1 1 0 0 0,1-1-1 0 0,1 0 1 0 0,-1 0 0 0 0,0 0 0 0 0,1 0 0 0 0,-2-4-1 0 0,2 4-619 0 0,0-1 0 0 0,0 0-1 0 0,0 0 1 0 0,0 0 0 0 0,1 0-1 0 0,0-8 1 0 0,2-9-5741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31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35 3420 0 0,'-238'-34'16925'0'0,"297"35"-15297"0"0,-15-2-1413 0 0,441 23 537 0 0,-80-1-536 0 0,0-24-1457 0 0,-354 2 111 0 0,22-2-2045 0 0,-29-6-5067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33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1 540 0 0,'-2'0'4214'0'0,"0"-1"-3984"0"0,-19 2 6132 0 0,27 5-6846 0 0,17 7 911 0 0,-2 1 1 0 0,0 1-1 0 0,0 1 1 0 0,-2 0-1 0 0,0 2 1 0 0,20 22-1 0 0,-34-33-303 0 0,1 1-1 0 0,-1 0 1 0 0,0 0 0 0 0,-1 0-1 0 0,0 0 1 0 0,0 1-1 0 0,-1-1 1 0 0,5 18-1 0 0,-7-19-23 0 0,0 0-1 0 0,-1-1 1 0 0,1 1-1 0 0,-1-1 1 0 0,-1 1-1 0 0,1 0 1 0 0,-1-1-1 0 0,-1 1 1 0 0,1-1-1 0 0,-1 0 1 0 0,0 1-1 0 0,0-1 1 0 0,-6 11-1 0 0,2-6 2 0 0,-1 0-1 0 0,0 0 1 0 0,-1-1-1 0 0,0 0 1 0 0,0-1-1 0 0,-1 1 1 0 0,-1-2-1 0 0,1 1 1 0 0,-1-1-1 0 0,-1-1 1 0 0,1 0-1 0 0,-1 0 1 0 0,0-1-1 0 0,-1-1 0 0 0,0 1 1 0 0,0-2-1 0 0,0 0 1 0 0,0 0-1 0 0,0-1 1 0 0,-1-1-1 0 0,-21 2 1 0 0,33-4-94 0 0,0 0 0 0 0,-1 0 1 0 0,1 0-1 0 0,-1 1 1 0 0,1-2-1 0 0,0 1 0 0 0,-1 0 1 0 0,1 0-1 0 0,-1 0 0 0 0,1-1 1 0 0,0 1-1 0 0,-1 0 0 0 0,1-1 1 0 0,0 0-1 0 0,-1 1 0 0 0,1-1 1 0 0,-1 0-1 0 0,1 0-5 0 0,1 0-1 0 0,-1 1 1 0 0,1-1-1 0 0,0 1 0 0 0,0-1 1 0 0,-1 0-1 0 0,1 1 1 0 0,0-1-1 0 0,0 0 1 0 0,-1 1-1 0 0,1-1 0 0 0,0 0 1 0 0,0 1-1 0 0,0-1 1 0 0,0 0-1 0 0,0 1 1 0 0,0-1-1 0 0,0 0 0 0 0,0 1 1 0 0,1-1-1 0 0,-1 0 1 0 0,0 1-1 0 0,1-2 1 0 0,1-3-7 0 0,0 1 1 0 0,0 0 0 0 0,1 0-1 0 0,0 0 1 0 0,0 0-1 0 0,0 0 1 0 0,5-5 0 0 0,45-35-24 0 0,2 2 1 0 0,117-67 0 0 0,-75 50 3 0 0,-19 14 0 0 0,-42 25 94 0 0,57-41 0 0 0,-92 60-69 0 0,-1 1 1 0 0,1-1-1 0 0,0 1 1 0 0,-1 0 0 0 0,1-1-1 0 0,0 0 1 0 0,-1 1-1 0 0,1-1 1 0 0,-1 1-1 0 0,1-1 1 0 0,-1 0-1 0 0,1 1 1 0 0,-1-1 0 0 0,1 0-1 0 0,-1 0 1 0 0,0 1-1 0 0,1-1 1 0 0,-1 0-1 0 0,0 0 1 0 0,1 0-1 0 0,-1-1 1 0 0,0 2-2 0 0,-1-1 0 0 0,1 1 0 0 0,-1-1 0 0 0,1 1 0 0 0,0 0 0 0 0,-1-1 0 0 0,1 1 0 0 0,-1 0 0 0 0,1-1 0 0 0,-1 1 0 0 0,1 0 0 0 0,-1 0 0 0 0,0-1 0 0 0,1 1 0 0 0,-1 0 0 0 0,1 0 0 0 0,-1 0 0 0 0,1 0 0 0 0,-1 0 0 0 0,1 0 0 0 0,-1 0 0 0 0,0 0 0 0 0,-33 2-6 0 0,14 3 16 0 0,0 2 0 0 0,0 0 0 0 0,1 1 1 0 0,0 1-1 0 0,0 1 0 0 0,1 0 0 0 0,0 1 1 0 0,1 2-1 0 0,0-1 0 0 0,-19 20 0 0 0,31-26-9 0 0,-1-1-1 0 0,1 1 1 0 0,0 0 0 0 0,0 0-1 0 0,1 0 1 0 0,0 1-1 0 0,0 0 1 0 0,0-1-1 0 0,1 1 1 0 0,0 1-1 0 0,0-1 1 0 0,1 0-1 0 0,0 1 1 0 0,-1 8-1 0 0,3-10 7 0 0,-1-1 0 0 0,2 1-1 0 0,-1-1 1 0 0,0 1 0 0 0,1 0-1 0 0,0-1 1 0 0,1 1 0 0 0,-1-1-1 0 0,1 0 1 0 0,0 1 0 0 0,0-1-1 0 0,0 0 1 0 0,1 0 0 0 0,0 0-1 0 0,0-1 1 0 0,0 1 0 0 0,1-1-1 0 0,-1 0 1 0 0,9 8 0 0 0,-2-3-66 0 0,0-1 0 0 0,1-1 1 0 0,-1 1-1 0 0,2-2 0 0 0,-1 1 0 0 0,1-2 1 0 0,12 6-1 0 0,-13-8-757 0 0,1 1-1 0 0,-1-2 1 0 0,14 3 0 0 0,-17-4-848 0 0,1-1 1 0 0,-1 0-1 0 0,1 0 1 0 0,14-2-1 0 0,-9-1-2873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34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39 348 0 0,'31'-38'20162'0'0,"-33"50"-18771"0"0,-71 245 2127 0 0,64-227-3536 0 0,-9 35-1518 0 0,10-24-5303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34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0 103 2192 0 0,'1'-2'2231'0'0,"18"-49"9492"0"0,-18 49-11129 0 0,4-3 458 0 0,-4 3-969 0 0,1 0 1 0 0,-1 0-1 0 0,1 0 0 0 0,-1 1 0 0 0,1-1 1 0 0,0 0-1 0 0,0 1 0 0 0,0-1 0 0 0,0 1 0 0 0,3-2 1 0 0,28-3-453 0 0,1 1 0 0 0,-1 1 1 0 0,48 1-1 0 0,10 0-8727 0 0,-69 1 3363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34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63 80 0 0,'0'-16'7253'0'0,"0"5"-4417"0"0,-1 9-2307 0 0,1 0 0 0 0,0-1-1 0 0,0 1 1 0 0,0 0-1 0 0,0-1 1 0 0,0 1 0 0 0,1 0-1 0 0,-1-1 1 0 0,2-2-1 0 0,-2 4-485 0 0,1 0 0 0 0,0 1 0 0 0,-1-1 0 0 0,1 0 1 0 0,0 1-1 0 0,-1-1 0 0 0,1 1 0 0 0,0-1 0 0 0,0 1 0 0 0,0-1 0 0 0,0 1 0 0 0,0-1 0 0 0,-1 1 0 0 0,1 0 0 0 0,0 0 0 0 0,0-1 0 0 0,0 1 0 0 0,0 0 0 0 0,0 0 0 0 0,0 0 0 0 0,0 0 0 0 0,0 0 0 0 0,0 0 0 0 0,0 0 0 0 0,0 0 0 0 0,0 1 0 0 0,0-1 0 0 0,0 0 0 0 0,-1 0 0 0 0,3 1 1 0 0,5 2 48 0 0,1-1 1 0 0,-1 1 0 0 0,1 1 0 0 0,-1-1 0 0 0,0 1 0 0 0,-1 1 0 0 0,1-1 0 0 0,-1 1-1 0 0,9 8 1 0 0,-13-11-14 0 0,0 1-1 0 0,0 0 1 0 0,0 1-1 0 0,0-1 1 0 0,0 1-1 0 0,-1-1 1 0 0,1 1-1 0 0,-1 0 0 0 0,0 0 1 0 0,0 0-1 0 0,-1 0 1 0 0,1 0-1 0 0,-1 0 1 0 0,0 0-1 0 0,0 1 1 0 0,0-1-1 0 0,0 0 1 0 0,-1 1-1 0 0,0-1 1 0 0,0 1-1 0 0,-1 5 0 0 0,0 0-22 0 0,-2 0 0 0 0,0-1 0 0 0,0 1-1 0 0,0-1 1 0 0,-1 1 0 0 0,-1-1-1 0 0,1 0 1 0 0,-2-1 0 0 0,1 1-1 0 0,-1-1 1 0 0,-8 9 0 0 0,3-6-17 0 0,1 0 1 0 0,-2-1-1 0 0,0 0 0 0 0,0-1 1 0 0,0-1-1 0 0,-25 13 1 0 0,36-20-34 0 0,0-1 1 0 0,0 1 0 0 0,0-1-1 0 0,0 1 1 0 0,0-1 0 0 0,0 1-1 0 0,0-1 1 0 0,0 1 0 0 0,0-1-1 0 0,-1 0 1 0 0,1 0 0 0 0,0 0-1 0 0,0 1 1 0 0,0-1 0 0 0,-1-1-1 0 0,1 1 1 0 0,0 0 0 0 0,0 0-1 0 0,-1 0 1 0 0,1 0 0 0 0,0-1-1 0 0,0 1 1 0 0,-2-2 0 0 0,3 1-7 0 0,1-1 1 0 0,-1 1 0 0 0,0-1 0 0 0,1 0-1 0 0,-1 1 1 0 0,1-1 0 0 0,0 1 0 0 0,0-1-1 0 0,0 1 1 0 0,-1 0 0 0 0,1-1 0 0 0,0 1 0 0 0,3-2-1 0 0,-3 1 4 0 0,10-12 7 0 0,1 1 0 0 0,1 0 1 0 0,0 0-1 0 0,24-17 0 0 0,65-37-93 0 0,-54 38 26 0 0,9-7 42 0 0,54-36 111 0 0,-109 69-92 0 0,4-5-13 0 0,-6 8 9 0 0,0 0 0 0 0,0 0-1 0 0,1-1 1 0 0,-1 1 0 0 0,0 0 0 0 0,0-1-1 0 0,0 1 1 0 0,0 0 0 0 0,0-1-1 0 0,0 1 1 0 0,0 0 0 0 0,0-1 0 0 0,0 1-1 0 0,0 0 1 0 0,0 0 0 0 0,0-1-1 0 0,0 1 1 0 0,0 0 0 0 0,0-1 0 0 0,0 1-1 0 0,0 0 1 0 0,0-1 0 0 0,0 1-1 0 0,0 0 1 0 0,0-1 0 0 0,-1 1 0 0 0,1 0-1 0 0,0 0 1 0 0,0-1 0 0 0,0 1-1 0 0,-1 0 1 0 0,1 0 0 0 0,0-1 0 0 0,0 1-1 0 0,-1 0 1 0 0,1 0 0 0 0,0 0-1 0 0,0-1 1 0 0,-1 1 0 0 0,1 0 0 0 0,0 0-1 0 0,0 0 1 0 0,-1 0 0 0 0,1 0-1 0 0,0 0 1 0 0,-1 0 0 0 0,1-1-1 0 0,-2 1 3 0 0,1 0 0 0 0,-1-1 0 0 0,1 1-1 0 0,-1 0 1 0 0,1 0 0 0 0,0 0-1 0 0,-1-1 1 0 0,1 2 0 0 0,-1-1-1 0 0,1 0 1 0 0,-3 0 0 0 0,-12 6 70 0 0,-1 1 0 0 0,1 0-1 0 0,0 1 1 0 0,-27 18 0 0 0,34-20-46 0 0,1 0 1 0 0,0 1-1 0 0,0-1 0 0 0,1 1 1 0 0,0 1-1 0 0,0-1 0 0 0,1 1 1 0 0,0 1-1 0 0,0-1 0 0 0,-5 13 1 0 0,10-19-24 0 0,0 1 1 0 0,0-1-1 0 0,0 0 1 0 0,1 1-1 0 0,-1-1 1 0 0,1 1 0 0 0,0-1-1 0 0,-1 0 1 0 0,1 1-1 0 0,0-1 1 0 0,1 1 0 0 0,-1-1-1 0 0,0 1 1 0 0,1-1-1 0 0,-1 1 1 0 0,1-1-1 0 0,0 0 1 0 0,0 1 0 0 0,0-1-1 0 0,0 0 1 0 0,0 0-1 0 0,0 0 1 0 0,1 0-1 0 0,-1 0 1 0 0,1 0 0 0 0,-1 0-1 0 0,1 0 1 0 0,0 0-1 0 0,0-1 1 0 0,0 1-1 0 0,0-1 1 0 0,0 1 0 0 0,4 1-1 0 0,7 4-251 0 0,0-1-1 0 0,0 0 1 0 0,1 0-1 0 0,20 4 1 0 0,-23-7-141 0 0,97 22-4131 0 0,-34-15-2482 0 0,-40-8 1102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35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79 1528 0 0,'-4'-14'6829'0'0,"-6"-9"-1207"0"0,8 20-5068 0 0,0 0 0 0 0,1 0 0 0 0,-1 0 0 0 0,1 0 0 0 0,0 0 0 0 0,0 0 1 0 0,0 0-1 0 0,0-7 0 0 0,1 10-539 0 0,0-1 0 0 0,1 1-1 0 0,-1-1 1 0 0,1 1 0 0 0,-1-1 0 0 0,0 1 0 0 0,1-1 0 0 0,-1 1 0 0 0,1-1 0 0 0,-1 1 0 0 0,1 0 0 0 0,0-1 0 0 0,-1 1-1 0 0,1 0 1 0 0,-1-1 0 0 0,1 1 0 0 0,0 0 0 0 0,-1 0 0 0 0,1-1 0 0 0,0 1 0 0 0,-1 0 0 0 0,1 0 0 0 0,0 0-1 0 0,-1 0 1 0 0,1 0 0 0 0,0 0 0 0 0,-1 0 0 0 0,1 0 0 0 0,0 0 0 0 0,-1 1 0 0 0,1-1 0 0 0,-1 0 0 0 0,1 0 0 0 0,0 0-1 0 0,-1 1 1 0 0,1-1 0 0 0,-1 0 0 0 0,1 1 0 0 0,0-1 0 0 0,-1 1 0 0 0,1 0 0 0 0,5 2 59 0 0,-1 1 1 0 0,1-1-1 0 0,-1 1 1 0 0,0 1 0 0 0,-1-1-1 0 0,1 1 1 0 0,-1 0-1 0 0,0 0 1 0 0,6 9-1 0 0,-8-11 19 0 0,-1 0 0 0 0,1 1 0 0 0,-1-1 0 0 0,0 1 0 0 0,0-1 0 0 0,-1 1 0 0 0,1-1 0 0 0,-1 1 0 0 0,1-1 0 0 0,-1 1 0 0 0,0-1 0 0 0,0 1 0 0 0,-1-1 0 0 0,1 1 0 0 0,-1 0 0 0 0,0-1 0 0 0,0 0 0 0 0,0 1-1 0 0,0-1 1 0 0,-2 4 0 0 0,-3 4 295 0 0,0 0 0 0 0,0-1 0 0 0,-1 1-1 0 0,-1-1 1 0 0,-10 11 0 0 0,-49 44 1612 0 0,23-24-1161 0 0,44-41-834 0 0,0 0-1 0 0,-1 0 1 0 0,1 1-1 0 0,0-1 1 0 0,-1 0-1 0 0,1 1 1 0 0,0-1-1 0 0,0 1 1 0 0,-1-1-1 0 0,1 0 1 0 0,0 1-1 0 0,0-1 1 0 0,0 1-1 0 0,0-1 1 0 0,0 0-1 0 0,-1 1 1 0 0,1-1-1 0 0,0 1 1 0 0,0-1-1 0 0,0 1 1 0 0,0-1-1 0 0,0 0 1 0 0,0 1-1 0 0,0-1 1 0 0,1 1-1 0 0,-1-1 1 0 0,0 1-1 0 0,0-1 1 0 0,0 0 0 0 0,0 1-1 0 0,0-1 1 0 0,1 1-1 0 0,-1-1 1 0 0,0 0-1 0 0,0 1 1 0 0,1-1-1 0 0,-1 0 1 0 0,0 1-1 0 0,1-1 1 0 0,-1 0-1 0 0,0 1 1 0 0,1-1-1 0 0,-1 0 1 0 0,0 0-1 0 0,1 1 1 0 0,-1-1-1 0 0,1 0 1 0 0,-1 0-1 0 0,0 0 1 0 0,1 0-1 0 0,-1 1 1 0 0,1-1-1 0 0,-1 0 1 0 0,1 0-1 0 0,0 0 1 0 0,21 5-96 0 0,-22-5 87 0 0,21 1-755 0 0,0 0 1 0 0,1-1-1 0 0,-1-2 0 0 0,0 0 1 0 0,37-9-1 0 0,100-36-6972 0 0,-106 28 2559 0 0,2-1-2582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35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208 117 680 0 0,'-3'-15'4282'0'0,"-1"1"1"0"0,-7-17-1 0 0,-5-18 2151 0 0,16 48-6064 0 0,0 0-355 0 0,0 1 0 0 0,1-1 0 0 0,-1 1 0 0 0,1-1 0 0 0,0 1 0 0 0,-1 0 0 0 0,1-1 0 0 0,-1 1-1 0 0,1 0 1 0 0,0-1 0 0 0,-1 1 0 0 0,1 0 0 0 0,0-1 0 0 0,-1 1 0 0 0,1 0 0 0 0,0 0 0 0 0,-1 0 0 0 0,1 0 0 0 0,0 0 0 0 0,-1 0 0 0 0,1 0-1 0 0,0 0 1 0 0,-1 0 0 0 0,1 0 0 0 0,0 0 0 0 0,0 0 0 0 0,-1 1 0 0 0,1-1 0 0 0,0 0 0 0 0,-1 0 0 0 0,2 1 0 0 0,32 12 29 0 0,-21-8 1 0 0,143 51 69 0 0,86 29-14 0 0,-198-64-12 0 0,-44-21-86 0 0,0 0 0 0 0,0 1 0 0 0,0-1 0 0 0,0 0 0 0 0,0 0 0 0 0,0 1 0 0 0,1-1 0 0 0,-1 0 0 0 0,0 1 0 0 0,0-1 0 0 0,0 0 0 0 0,0 0 0 0 0,0 1 0 0 0,0-1 0 0 0,0 0 0 0 0,0 1 0 0 0,0-1 0 0 0,0 0 0 0 0,-1 1 0 0 0,1-1 0 0 0,0 0 0 0 0,0 0 0 0 0,0 1 0 0 0,0-1 0 0 0,0 0 0 0 0,0 1 0 0 0,-1-1 0 0 0,1 0 0 0 0,0 0 0 0 0,0 1 0 0 0,0-1 0 0 0,-1 0 0 0 0,1 0 0 0 0,0 0 0 0 0,0 1 0 0 0,-1-1 0 0 0,1 0 0 0 0,0 0 0 0 0,0 0 0 0 0,-1 0 0 0 0,-10 9 13 0 0,11-9-14 0 0,-15 7 6 0 0,0 0 1 0 0,-1-1-1 0 0,0 0 1 0 0,-16 3-1 0 0,-1 0 15 0 0,-428 122 556 0 0,453-129-550 0 0,-2 0-559 0 0,0 1 0 0 0,0 0-1 0 0,0 0 1 0 0,-14 8 0 0 0,23-11 396 0 0,1 1 1 0 0,-1-1 0 0 0,0 0 0 0 0,1 1-1 0 0,-1-1 1 0 0,1 0 0 0 0,-1 1-1 0 0,1-1 1 0 0,0 1 0 0 0,-1-1-1 0 0,1 1 1 0 0,0-1 0 0 0,-1 1 0 0 0,1 0-1 0 0,0-1 1 0 0,-1 1 0 0 0,1-1-1 0 0,0 1 1 0 0,0 0 0 0 0,0-1-1 0 0,0 1 1 0 0,-1 0 0 0 0,1-1 0 0 0,0 1-1 0 0,0-1 1 0 0,0 1 0 0 0,0 0-1 0 0,0-1 1 0 0,1 1 0 0 0,-1 0-1 0 0,0-1 1 0 0,0 1 0 0 0,0-1 0 0 0,1 1-1 0 0,-1 0 1 0 0,0-1 0 0 0,0 1-1 0 0,1-1 1 0 0,0 2 0 0 0,15 13-5976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36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425 25 2736 0 0,'37'-12'10739'0'0,"-2"0"-4544"0"0,-33 12-5684 0 0,-25 11-83 0 0,-14 6-262 0 0,-47 29 0 0 0,20-10-114 0 0,-110 53-352 0 0,116-60-2297 0 0,0-2-3519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36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84 1964 0 0,'12'-10'2381'0'0,"25"-25"7790"0"0,-37 34-10036 0 0,0 1 0 0 0,0-1 1 0 0,0 1-1 0 0,0-1 0 0 0,0 1 0 0 0,0-1 0 0 0,0 0 0 0 0,-1 1 1 0 0,1-1-1 0 0,0 1 0 0 0,0-1 0 0 0,-1 1 0 0 0,1-1 1 0 0,0 1-1 0 0,-1 0 0 0 0,1-1 0 0 0,-1 1 0 0 0,1-1 1 0 0,0 1-1 0 0,-2-1 0 0 0,-4 1 52 0 0,0-1-1 0 0,-1 1 1 0 0,1 1-1 0 0,0-1 1 0 0,0 1-1 0 0,-1 0 1 0 0,1 0 0 0 0,0 1-1 0 0,0 0 1 0 0,0 0-1 0 0,0 1 1 0 0,0-1-1 0 0,-5 5 1 0 0,-16 8 201 0 0,-32 24 1 0 0,52-34-282 0 0,-23 15 48 0 0,1 2 1 0 0,2 1-1 0 0,0 1 1 0 0,1 1-1 0 0,1 2 1 0 0,-29 40-1 0 0,50-61-139 0 0,0 1-1 0 0,0-1 1 0 0,1 1-1 0 0,-1 0 0 0 0,2 0 1 0 0,-1 1-1 0 0,1-1 1 0 0,0 0-1 0 0,0 1 1 0 0,1 0-1 0 0,0-1 0 0 0,0 9 1 0 0,2-12-6 0 0,-1 1 0 0 0,1 0 0 0 0,0-1 0 0 0,0 1 0 0 0,0-1 0 0 0,0 1 0 0 0,1-1-1 0 0,0 0 1 0 0,0 0 0 0 0,0 0 0 0 0,0 0 0 0 0,1 0 0 0 0,0 0 0 0 0,-1 0 0 0 0,1-1 0 0 0,1 1 0 0 0,-1-1 0 0 0,0 0 0 0 0,1 0 0 0 0,7 5 0 0 0,6 1 5 0 0,0 0 1 0 0,0-1-1 0 0,0-1 0 0 0,1-1 1 0 0,0-1-1 0 0,0 0 1 0 0,1-1-1 0 0,-1-1 0 0 0,33 1 1 0 0,-10-2-14 0 0,0-3 0 0 0,1-2 0 0 0,55-10 0 0 0,-58 6 32 0 0,0-3-1 0 0,0-1 1 0 0,72-32 0 0 0,-88 32-11 0 0,-2 0 1 0 0,1-2-1 0 0,-2 0 1 0 0,1-1-1 0 0,-2-2 1 0 0,0 0-1 0 0,28-31 0 0 0,-41 40 68 0 0,0-1 0 0 0,0 0 0 0 0,-1 0 0 0 0,0 0 0 0 0,-1-1 0 0 0,0 0 0 0 0,0 0 1 0 0,-1 0-1 0 0,0 0 0 0 0,0 0 0 0 0,2-17 0 0 0,-5 19-62 0 0,0 1 1 0 0,0 0 0 0 0,0-1 0 0 0,0 1-1 0 0,-1 0 1 0 0,0-1 0 0 0,-1 1 0 0 0,1 0-1 0 0,-1 0 1 0 0,-1 0 0 0 0,1 0 0 0 0,-1 1-1 0 0,0-1 1 0 0,0 1 0 0 0,0-1 0 0 0,-1 1-1 0 0,0 0 1 0 0,-8-8 0 0 0,1 3-17 0 0,0 1-1 0 0,-1 0 1 0 0,0 1-1 0 0,0 0 1 0 0,-1 1 0 0 0,0 0-1 0 0,0 1 1 0 0,-1 1-1 0 0,1 0 1 0 0,-16-3 0 0 0,4 2-263 0 0,0 2 1 0 0,0 0-1 0 0,0 2 1 0 0,-51 1-1 0 0,50 4-420 0 0,0 0 0 0 0,0 2 0 0 0,1 0-1 0 0,0 2 1 0 0,-39 16 0 0 0,11 1-4530 0 0,-69 41-1 0 0,73-36-1355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38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0 60 0 0,'-14'8'4688'0'0,"-28"14"1387"0"0,40-21-5605 0 0,-4 3 584 0 0,6-4-986 0 0,-1 0 1 0 0,1 0 0 0 0,-1 0-1 0 0,1 1 1 0 0,-1-1-1 0 0,1 0 1 0 0,-1 0 0 0 0,1 1-1 0 0,-1-1 1 0 0,1 0-1 0 0,-1 1 1 0 0,1-1 0 0 0,0 0-1 0 0,-1 1 1 0 0,1-1-1 0 0,0 0 1 0 0,-1 1 0 0 0,1-1-1 0 0,0 1 1 0 0,0-1-1 0 0,-1 1 1 0 0,1-1 0 0 0,0 2-1 0 0,12-1 127 0 0,0 0-1 0 0,0-1 1 0 0,1 0-1 0 0,18-3 1 0 0,18 0-10 0 0,79-4 69 0 0,-125 7-254 0 0,1 0 7 0 0,9 0-1 0 0,-9 0-1 0 0,27-2 19 0 0,-28 2 42 0 0,6 1-104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38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93 1696 0 0,'2'-14'6231'0'0,"-2"4"-4110"0"0,1 1-1 0 0,0 0 0 0 0,3-12 1 0 0,-3 19-1908 0 0,-1 1-184 0 0,1-1 0 0 0,0 1 1 0 0,-1 0-1 0 0,1 0 0 0 0,0 0 1 0 0,0 0-1 0 0,-1 0 0 0 0,1 0 1 0 0,0 0-1 0 0,0 0 0 0 0,0 0 1 0 0,0 0-1 0 0,0 1 0 0 0,1-1 1 0 0,-1 0-1 0 0,0 1 0 0 0,0-1 1 0 0,0 1-1 0 0,2-1 0 0 0,10-2-10 0 0,0 0 0 0 0,1 2 0 0 0,-1-1 0 0 0,0 2 0 0 0,1 0-1 0 0,-1 0 1 0 0,17 3 0 0 0,-20-1-35 0 0,0 0 0 0 0,-1 0 0 0 0,1 0 0 0 0,-1 1 0 0 0,0 1 0 0 0,0 0 0 0 0,0 0 0 0 0,-1 1 0 0 0,1 0 0 0 0,-1 0 1 0 0,8 7-1 0 0,-14-10 19 0 0,0 0 0 0 0,0 0 1 0 0,0 1-1 0 0,0-1 0 0 0,0 1 0 0 0,0-1 1 0 0,-1 1-1 0 0,1-1 0 0 0,-1 1 1 0 0,0 0-1 0 0,0 0 0 0 0,0 0 1 0 0,0 0-1 0 0,0 0 0 0 0,-1 0 1 0 0,1 6-1 0 0,-1-4 5 0 0,0 0 0 0 0,-1 1 1 0 0,0-1-1 0 0,0 0 0 0 0,0 0 1 0 0,0 1-1 0 0,-1-1 0 0 0,0 0 1 0 0,-3 5-1 0 0,-3 4 11 0 0,0 0 0 0 0,-1 0 0 0 0,-1-1 0 0 0,-1 0 0 0 0,-15 14 0 0 0,-25 16 50 0 0,39-34-57 0 0,0 1 0 0 0,0 0 0 0 0,-14 17 0 0 0,24-25-7 0 0,14 7 23 0 0,-1-7-24 0 0,140 33-3 0 0,-125-27-12 0 0,0 1-1 0 0,0 1 0 0 0,42 24 1 0 0,-59-29 15 0 0,0 0 1 0 0,0 1-1 0 0,-1 0 1 0 0,0 1-1 0 0,0 0 0 0 0,10 11 1 0 0,-17-16 14 0 0,1 0 0 0 0,-1 0 1 0 0,1 0-1 0 0,-1 0 0 0 0,0 1 0 0 0,0-1 0 0 0,0 0 1 0 0,0 1-1 0 0,0-1 0 0 0,-1 1 0 0 0,1-1 0 0 0,-1 1 1 0 0,0-1-1 0 0,1 1 0 0 0,-1-1 0 0 0,0 1 1 0 0,0-1-1 0 0,-1 1 0 0 0,1-1 0 0 0,-1 1 0 0 0,1-1 1 0 0,-1 1-1 0 0,0-1 0 0 0,1 1 0 0 0,-1-1 0 0 0,-1 0 1 0 0,1 0-1 0 0,0 1 0 0 0,0-1 0 0 0,-1 0 0 0 0,-2 3 1 0 0,-4 3 93 0 0,0 1 0 0 0,0-2 0 0 0,-1 1 0 0 0,0-1 0 0 0,0-1 1 0 0,-1 0-1 0 0,0 0 0 0 0,0-1 0 0 0,0 0 0 0 0,-1-1 0 0 0,-11 4 1 0 0,-1-1 25 0 0,-1-1 0 0 0,0-1 1 0 0,0-1-1 0 0,-29 1 1 0 0,-41-5 25 0 0,93 0-301 0 0,-1 1 0 0 0,1-1 0 0 0,-1 0 1 0 0,1 0-1 0 0,0 0 0 0 0,-1 0 0 0 0,1 0 0 0 0,-1-1 0 0 0,1 1 1 0 0,-1 0-1 0 0,1-1 0 0 0,0 1 0 0 0,-1-1 0 0 0,1 1 0 0 0,-1-1 1 0 0,1 0-1 0 0,0 1 0 0 0,0-1 0 0 0,0 0 0 0 0,-1 0 0 0 0,1 0 1 0 0,0 0-1 0 0,0 0 0 0 0,0 0 0 0 0,0 0 0 0 0,0 0 1 0 0,0-2-1 0 0,1 2-158 0 0,-1-1 1 0 0,1 1-1 0 0,0 0 1 0 0,0-1-1 0 0,0 1 1 0 0,1-1-1 0 0,-1 1 1 0 0,0 0-1 0 0,0-1 1 0 0,1 1-1 0 0,-1 0 1 0 0,1-1 0 0 0,-1 1-1 0 0,1 0 1 0 0,-1 0-1 0 0,1 0 1 0 0,0-1-1 0 0,0 1 1 0 0,0 0-1 0 0,0 0 1 0 0,1-1-1 0 0,9-8-3017 0 0,1 1-1110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39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0 170 1536 0 0,'0'-3'2536'0'0,"1"-10"1369"0"0,-1 9-2855 0 0,0-1 0 0 0,0 0 0 0 0,1 0 0 0 0,-1 1 0 0 0,3-8 0 0 0,-3 10-986 0 0,1 1 1 0 0,-1 0-1 0 0,1 0 1 0 0,-1 0-1 0 0,1 0 1 0 0,0 0-1 0 0,-1 0 1 0 0,1 0-1 0 0,0 0 1 0 0,0 1 0 0 0,0-1-1 0 0,-1 0 1 0 0,1 0-1 0 0,0 0 1 0 0,0 1-1 0 0,0-1 1 0 0,0 1-1 0 0,0-1 1 0 0,1 1-1 0 0,-1-1 1 0 0,0 1-1 0 0,0-1 1 0 0,0 1-1 0 0,0 0 1 0 0,0 0 0 0 0,1 0-1 0 0,-1 0 1 0 0,2 0-1 0 0,9 0 12 0 0,0 1 1 0 0,1 0-1 0 0,-1 1 0 0 0,12 3 0 0 0,-18-3-8 0 0,0 0-1 0 0,1 0 0 0 0,-1 1 0 0 0,0-1 0 0 0,0 2 0 0 0,-1-1 0 0 0,1 0 1 0 0,-1 1-1 0 0,8 7 0 0 0,-11-10-27 0 0,-1 1 1 0 0,0-1-1 0 0,0 1 1 0 0,0 0-1 0 0,0 0 1 0 0,0-1-1 0 0,0 1 0 0 0,-1 0 1 0 0,1 0-1 0 0,-1 0 1 0 0,1 0-1 0 0,-1-1 1 0 0,0 1-1 0 0,1 0 0 0 0,-1 0 1 0 0,0 0-1 0 0,0 0 1 0 0,-1 0-1 0 0,1 0 1 0 0,0 0-1 0 0,-1 0 1 0 0,1 0-1 0 0,-1 0 0 0 0,0 2 1 0 0,-2 2 49 0 0,1 0 0 0 0,-1 0 0 0 0,0 0 0 0 0,-1-1 0 0 0,-6 10 0 0 0,-51 59 429 0 0,60-72-490 0 0,3-3-21 0 0,18-6-9 0 0,0-2 0 0 0,-1 0 1 0 0,0-1-1 0 0,27-20 0 0 0,-18 13 6 0 0,-8 5-7 0 0,10-6 15 0 0,37-30 0 0 0,-60 43 5 0 0,0-2 0 0 0,0 1 1 0 0,0-1-1 0 0,-1 0 0 0 0,0 0 0 0 0,-1-1 1 0 0,1 0-1 0 0,-1 0 0 0 0,-1 0 1 0 0,4-10-1 0 0,-7 16-6 0 0,0 0-1 0 0,-1 0 1 0 0,1-1 0 0 0,-1 1 0 0 0,0 0 0 0 0,1-1 0 0 0,-1 1-1 0 0,0 0 1 0 0,-1-1 0 0 0,1 1 0 0 0,0 0 0 0 0,-1 0-1 0 0,1-1 1 0 0,-1 1 0 0 0,0 0 0 0 0,1 0 0 0 0,-1 0 0 0 0,0 0-1 0 0,-1 0 1 0 0,1 0 0 0 0,-2-3 0 0 0,2 4-10 0 0,0 0-1 0 0,0 0 1 0 0,-1 0 0 0 0,1 0 0 0 0,0 0-1 0 0,0 0 1 0 0,-1 1 0 0 0,1-1 0 0 0,0 0-1 0 0,-1 1 1 0 0,1-1 0 0 0,-1 1 0 0 0,1-1-1 0 0,-1 1 1 0 0,1 0 0 0 0,-1 0 0 0 0,1-1-1 0 0,-1 1 1 0 0,1 0 0 0 0,-1 0 0 0 0,1 1-1 0 0,-1-1 1 0 0,1 0 0 0 0,-1 0 0 0 0,1 1 0 0 0,-1-1-1 0 0,-1 2 1 0 0,-5 1-3 0 0,1-1 1 0 0,-1 2-1 0 0,-10 6 0 0 0,12-6 29 0 0,-1 1 0 0 0,1 0 0 0 0,0 0 0 0 0,1 1 0 0 0,-1 0-1 0 0,1 0 1 0 0,0 0 0 0 0,0 1 0 0 0,1 0 0 0 0,0 0 0 0 0,0 0-1 0 0,1 0 1 0 0,0 0 0 0 0,0 1 0 0 0,0-1 0 0 0,1 1 0 0 0,1 0-1 0 0,-1 0 1 0 0,1 0 0 0 0,0 0 0 0 0,1 0 0 0 0,0 0 0 0 0,0 0-1 0 0,1 0 1 0 0,0 0 0 0 0,0 0 0 0 0,4 12 0 0 0,-2-12-224 0 0,-1 1 1 0 0,1-1-1 0 0,0-1 1 0 0,1 1-1 0 0,0 0 0 0 0,0-1 1 0 0,1 0-1 0 0,0 0 1 0 0,0 0-1 0 0,1 0 1 0 0,9 8-1 0 0,-9-10-511 0 0,-1-1 0 0 0,1 0 0 0 0,-1-1-1 0 0,1 1 1 0 0,0-1 0 0 0,0 0 0 0 0,0-1 0 0 0,1 0 0 0 0,-1 1 0 0 0,1-2-1 0 0,-1 1 1 0 0,1-1 0 0 0,0 0 0 0 0,-1-1 0 0 0,13 0 0 0 0,0-1-3848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39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52 2012 0 0,'31'-46'14181'0'0,"-30"46"-14060"0"0,-1-1-1 0 0,0 1 1 0 0,1-1-1 0 0,-1 1 1 0 0,1 0-1 0 0,-1-1 0 0 0,1 1 1 0 0,-1-1-1 0 0,0 1 1 0 0,1 0-1 0 0,-1 0 0 0 0,1-1 1 0 0,0 1-1 0 0,-1 0 1 0 0,1 0-1 0 0,-1 0 0 0 0,1 0 1 0 0,-1-1-1 0 0,2 1 1 0 0,0 3-57 0 0,-1-1 0 0 0,1 0 0 0 0,0 1 0 0 0,-1-1 0 0 0,1 1 0 0 0,-1 0-1 0 0,0-1 1 0 0,0 1 0 0 0,0 0 0 0 0,0 0 0 0 0,0 0 0 0 0,0-1 0 0 0,-1 1 0 0 0,0 0 0 0 0,0 0 0 0 0,1 0 0 0 0,-2 6 0 0 0,-4 56 242 0 0,-26 85-1617 0 0,24-126-1718 0 0,-1 0 0 0 0,-12 23 1 0 0,8-23-4230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40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62 1304 0 0,'-45'-4'9062'0'0,"23"1"-5597"0"0,19 3-2593 0 0,-23-4 2275 0 0,120-11-2806 0 0,131-5 0 0 0,-86 15-2408 0 0,-70 2-372 0 0,-16-3-4654 0 0,-42 4 2564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40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36 2248 0 0,'-18'-17'7914'0'0,"7"5"-4269"0"0,2 6-1335 0 0,8 6-2216 0 0,0 1-1 0 0,0 0 0 0 0,0 1 0 0 0,0-1 0 0 0,1 0 0 0 0,-1 0 0 0 0,0 0 0 0 0,0 1 0 0 0,1-1 1 0 0,-1 0-1 0 0,0 0 0 0 0,1 1 0 0 0,0-1 0 0 0,-1 1 0 0 0,1-1 0 0 0,0 0 0 0 0,-1 1 0 0 0,1-1 1 0 0,0 1-1 0 0,0 1 0 0 0,-1 43 667 0 0,1-28-529 0 0,-13 111 372 0 0,0 17-491 0 0,12-124-1288 0 0,2 0 0 0 0,0 0 0 0 0,2 0 0 0 0,7 34 0 0 0,-9-53 322 0 0,0 1 0 0 0,1-1-1 0 0,-1 1 1 0 0,1-1 0 0 0,0 0 0 0 0,2 4-1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40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1244 0 0,'17'-22'4191'0'0,"-15"19"-3875"0"0,0-1 1 0 0,1 1-1 0 0,-1-1 1 0 0,1 1-1 0 0,0 0 1 0 0,0 0-1 0 0,0 0 1 0 0,0 0-1 0 0,0 1 1 0 0,1-1-1 0 0,-1 1 0 0 0,1 0 1 0 0,0 0-1 0 0,-1 0 1 0 0,1 0-1 0 0,0 1 1 0 0,0-1-1 0 0,0 1 1 0 0,6-1-1 0 0,-2 2-238 0 0,0 0-1 0 0,1 0 1 0 0,-1 1-1 0 0,0 0 1 0 0,1 0-1 0 0,-1 1 1 0 0,0 0-1 0 0,0 1 1 0 0,-1 0-1 0 0,1 0 1 0 0,0 0-1 0 0,-1 1 1 0 0,0 0-1 0 0,0 1 1 0 0,0-1-1 0 0,0 1 1 0 0,-1 1-1 0 0,0-1 1 0 0,7 8-1 0 0,-8-8 26 0 0,-1 0 0 0 0,1 1 0 0 0,-1-1 0 0 0,0 1 0 0 0,-1 0 0 0 0,1 0 0 0 0,-1 0-1 0 0,0 1 1 0 0,0-1 0 0 0,-1 1 0 0 0,0-1 0 0 0,0 1 0 0 0,-1 0 0 0 0,0 0 0 0 0,0 0 0 0 0,0 0-1 0 0,-1 0 1 0 0,0 0 0 0 0,-1 0 0 0 0,1 0 0 0 0,-1-1 0 0 0,-4 14 0 0 0,2-11 35 0 0,-1 0 1 0 0,-1 0-1 0 0,0 0 1 0 0,0 0-1 0 0,0-1 1 0 0,-1 0-1 0 0,-1 0 1 0 0,1-1-1 0 0,-16 14 1 0 0,-1-2 346 0 0,-50 29 1 0 0,58-38-232 0 0,6-6-50 0 0,13-9-162 0 0,15-12-46 0 0,121-81-104 0 0,18-13 118 0 0,-97 59 1117 0 0,-60 50-975 0 0,-4 3-146 0 0,-1 0-1 0 0,1 0 1 0 0,0 0 0 0 0,0 0-1 0 0,0 0 1 0 0,0 0 0 0 0,0 1-1 0 0,0 0 1 0 0,0-1 0 0 0,0 1-1 0 0,1 0 1 0 0,-1 0 0 0 0,-3 4 0 0 0,-30 34 31 0 0,30-32-29 0 0,0 0-1 0 0,0 1 1 0 0,1-1-1 0 0,0 1 1 0 0,1 0-1 0 0,0 1 1 0 0,0-1-1 0 0,-3 14 1 0 0,7-19-12 0 0,-1-1 0 0 0,1 1 0 0 0,-1-1 0 0 0,1 1 0 0 0,0-1 0 0 0,1 1 0 0 0,-1-1 0 0 0,1 1 0 0 0,-1-1 0 0 0,1 1 0 0 0,0-1 0 0 0,0 0 0 0 0,0 1 0 0 0,1-1 0 0 0,-1 0 0 0 0,1 0 0 0 0,0 0 0 0 0,0 0 0 0 0,0 0 0 0 0,0 0 1 0 0,0-1-1 0 0,1 1 0 0 0,-1-1 0 0 0,1 1 0 0 0,0-1 0 0 0,0 0 0 0 0,5 3 0 0 0,5 2-620 0 0,0 0-1 0 0,0 0 1 0 0,0-2 0 0 0,1 0-1 0 0,28 7 1 0 0,-28-9-1461 0 0,0-1-1 0 0,-1-1 1 0 0,25 0 0 0 0,-19-3-3212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41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1348 0 0,'2'-2'2075'0'0,"12"-7"-738"0"0,1 0-1 0 0,0 1 1 0 0,0 1-1 0 0,1 0 1 0 0,23-6-1 0 0,-33 11-1203 0 0,0 1-1 0 0,-1-1 0 0 0,1 1 0 0 0,0 1 1 0 0,0-1-1 0 0,0 1 0 0 0,0 0 0 0 0,0 0 1 0 0,0 1-1 0 0,0-1 0 0 0,-1 2 0 0 0,1-1 1 0 0,0 0-1 0 0,-1 1 0 0 0,1 0 0 0 0,-1 1 1 0 0,1-1-1 0 0,-1 1 0 0 0,10 6 0 0 0,-13-7-6 0 0,0 0 0 0 0,0-1-1 0 0,0 1 1 0 0,-1 0 0 0 0,1 0-1 0 0,-1 0 1 0 0,1 0 0 0 0,-1 0-1 0 0,0 1 1 0 0,1-1 0 0 0,-1 0-1 0 0,0 1 1 0 0,-1-1 0 0 0,1 0 0 0 0,0 1-1 0 0,-1-1 1 0 0,1 1 0 0 0,-1-1-1 0 0,0 5 1 0 0,0-3 63 0 0,-1 1 0 0 0,1 0 0 0 0,-1 0 0 0 0,-1-1 0 0 0,1 1 0 0 0,-1 0 0 0 0,1-1 1 0 0,-1 1-1 0 0,-5 6 0 0 0,-3 4 277 0 0,-1 0 1 0 0,0 0 0 0 0,-1-2 0 0 0,-19 17-1 0 0,-9 6 242 0 0,24-24-473 0 0,1 2 0 0 0,1 0-1 0 0,-15 17 1 0 0,29-30-232 0 0,0-1 1 0 0,0 0-1 0 0,1 1 0 0 0,-1-1 1 0 0,0 1-1 0 0,0-1 0 0 0,0 0 0 0 0,0 1 1 0 0,1-1-1 0 0,-1 0 0 0 0,0 1 1 0 0,0-1-1 0 0,0 0 0 0 0,1 1 0 0 0,-1-1 1 0 0,0 0-1 0 0,1 0 0 0 0,-1 1 1 0 0,0-1-1 0 0,1 0 0 0 0,-1 0 0 0 0,0 1 1 0 0,1-1-1 0 0,-1 0 0 0 0,1 0 1 0 0,-1 0-1 0 0,0 0 0 0 0,1 0 0 0 0,-1 1 1 0 0,1-1-1 0 0,-1 0 0 0 0,0 0 1 0 0,1 0-1 0 0,0 0 0 0 0,16 3 6 0 0,-17-3-5 0 0,37 3 5 0 0,-1-2 1 0 0,1-2-1 0 0,46-7 0 0 0,-42 4-175 0 0,0 1-380 0 0,77-11-937 0 0,-101 12 18 0 0,0-2-1 0 0,0 0 1 0 0,-1-1 0 0 0,27-13-1 0 0,-30 11-2804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41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437 42 744 0 0,'-20'-26'13239'0'0,"19"26"-13121"0"0,1-1 0 0 0,-1 1 0 0 0,1 0 0 0 0,0-1 0 0 0,-1 1 0 0 0,1-1 0 0 0,0 1 1 0 0,-1-1-1 0 0,1 1 0 0 0,0-1 0 0 0,0 1 0 0 0,-1-1 0 0 0,1 1 0 0 0,0-1 0 0 0,0 1 1 0 0,0-1-1 0 0,0 0 0 0 0,0 1 0 0 0,0-1 0 0 0,0 1 0 0 0,0-1 0 0 0,0 1 0 0 0,0-1 1 0 0,0 0-1 0 0,0 1 0 0 0,0-1 0 0 0,0 1 0 0 0,0-1 0 0 0,1 0 0 0 0,16 2 222 0 0,-10 0-307 0 0,32 7 31 0 0,0 2 1 0 0,-1 2-1 0 0,61 27 1 0 0,-66-25-41 0 0,89 41 166 0 0,-121-55-178 0 0,0 1 1 0 0,-1-1-1 0 0,1 0 0 0 0,0 1 0 0 0,0-1 0 0 0,-1 1 1 0 0,1-1-1 0 0,0 1 0 0 0,0-1 0 0 0,-1 1 1 0 0,1 0-1 0 0,-1-1 0 0 0,1 1 0 0 0,-1 0 1 0 0,1-1-1 0 0,-1 1 0 0 0,1 0 0 0 0,-1 0 1 0 0,1-1-1 0 0,-1 1 0 0 0,0 0 0 0 0,0 0 1 0 0,1 0-1 0 0,-1-1 0 0 0,0 1 0 0 0,0 0 1 0 0,0 0-1 0 0,0 0 0 0 0,0 0 0 0 0,0 0 1 0 0,0-1-1 0 0,0 1 0 0 0,0 0 0 0 0,-1 0 0 0 0,1 0 1 0 0,0 0-1 0 0,0 0 0 0 0,-1-1 0 0 0,1 1 1 0 0,0 0-1 0 0,-1 0 0 0 0,1-1 0 0 0,-1 1 1 0 0,1 0-1 0 0,-2 1 0 0 0,-2 3 85 0 0,-1-1-1 0 0,1 1 1 0 0,-1-1-1 0 0,-9 7 1 0 0,14-11-90 0 0,-18 12 137 0 0,-1 0 1 0 0,0-1 0 0 0,-1-1-1 0 0,-28 10 1 0 0,-89 23 190 0 0,113-36-277 0 0,-393 74 194 0 0,357-71-799 0 0,42-7-520 0 0,15-2 490 0 0,27 10-8882 0 0,-4-10 7619 0 0,0-1-3058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42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484 5 1008 0 0,'45'-2'9181'0'0,"-13"-1"-221"0"0,-65 19-8156 0 0,-228 66 212 0 0,229-71-974 0 0,-84 29-181 0 0,5-1-6102 0 0,103-33 3306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42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196 113 1700 0 0,'87'-68'12827'0'0,"-78"61"-11966"0"0,-1 1 0 0 0,1 0 0 0 0,0 0 0 0 0,10-5 0 0 0,-13 9-805 0 0,-1 0 0 0 0,0 1-1 0 0,0 0 1 0 0,1 0 0 0 0,-1 0 0 0 0,1 0-1 0 0,-1 1 1 0 0,1 0 0 0 0,8 1 0 0 0,-7 0-23 0 0,1 0 1 0 0,-1 0-1 0 0,0 1 0 0 0,1 0 1 0 0,-1 0-1 0 0,0 1 1 0 0,0 0-1 0 0,0 0 1 0 0,-1 1-1 0 0,1 0 0 0 0,-1 0 1 0 0,0 0-1 0 0,11 10 1 0 0,-15-11-12 0 0,1 0 0 0 0,0-1 0 0 0,-1 2 0 0 0,0-1 0 0 0,1 0 1 0 0,-1 0-1 0 0,0 1 0 0 0,-1-1 0 0 0,1 1 0 0 0,-1 0 0 0 0,1-1 0 0 0,-1 1 1 0 0,0 0-1 0 0,-1 0 0 0 0,1 0 0 0 0,-1-1 0 0 0,1 1 0 0 0,-1 0 1 0 0,0 0-1 0 0,-1 0 0 0 0,1 0 0 0 0,-1 0 0 0 0,1 0 0 0 0,-1 0 0 0 0,0-1 1 0 0,-1 1-1 0 0,-1 4 0 0 0,-3 3 38 0 0,0 0-1 0 0,-1-1 1 0 0,0 0-1 0 0,-1 0 1 0 0,0-1 0 0 0,-1 0-1 0 0,0 0 1 0 0,0-1 0 0 0,0 0-1 0 0,-1 0 1 0 0,-1-1 0 0 0,1-1-1 0 0,-1 1 1 0 0,-17 6 0 0 0,-14 3 461 0 0,0-1 0 0 0,-72 16 1 0 0,56-17 112 0 0,56-13-497 0 0,20 2-103 0 0,42 4-17 0 0,76 19 0 0 0,-106-18-10 0 0,0 1 0 0 0,-1 1 0 0 0,0 2 0 0 0,37 21 1 0 0,-60-30 55 0 0,1 1 1 0 0,-1 0-1 0 0,1 0 1 0 0,-1 1-1 0 0,0 0 1 0 0,0 0 0 0 0,-1 0-1 0 0,0 1 1 0 0,0-1-1 0 0,0 1 1 0 0,-1 1 0 0 0,5 7-1 0 0,-8-13 8 0 0,-1 1 1 0 0,0 0-1 0 0,0 0 0 0 0,1 0 0 0 0,-1 0 0 0 0,0 0 1 0 0,-1-1-1 0 0,1 1 0 0 0,0 0 0 0 0,0 0 0 0 0,-1 0 0 0 0,1 0 1 0 0,-1-1-1 0 0,0 1 0 0 0,1 0 0 0 0,-1-1 0 0 0,0 1 1 0 0,0 0-1 0 0,0-1 0 0 0,0 1 0 0 0,0-1 0 0 0,0 1 0 0 0,-1-1 1 0 0,1 0-1 0 0,-1 1 0 0 0,1-1 0 0 0,0 0 0 0 0,-3 1 0 0 0,-4 4 179 0 0,-1 0-1 0 0,0-1 0 0 0,-13 7 0 0 0,5-5-114 0 0,0-1 0 0 0,-1-1 0 0 0,1 0 0 0 0,-1-1-1 0 0,0-1 1 0 0,0 0 0 0 0,0-2 0 0 0,-20 0 0 0 0,-5-3-1527 0 0,0-1 0 0 0,-55-12 0 0 0,59 7-1272 0 0,-48-9-8236 0 0,49 8 2131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44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7 127 1456 0 0,'-7'-25'7106'0'0,"8"24"-7050"0"0,-1 1-1 0 0,0-1 1 0 0,1 0-1 0 0,-1 0 1 0 0,0 0-1 0 0,1 0 1 0 0,-1 0-1 0 0,1 1 1 0 0,-1-1-1 0 0,1 0 1 0 0,0 0 0 0 0,-1 1-1 0 0,1-1 1 0 0,0 1-1 0 0,-1-1 1 0 0,1 0-1 0 0,0 1 1 0 0,0-1-1 0 0,0 1 1 0 0,-1-1-1 0 0,1 1 1 0 0,0 0-1 0 0,0-1 1 0 0,0 1-1 0 0,0 0 1 0 0,0 0 0 0 0,0 0-1 0 0,1-1 1 0 0,1 2 17 0 0,1-1 1 0 0,-1 0-1 0 0,0 0 0 0 0,1 1 1 0 0,-1 0-1 0 0,0 0 1 0 0,0 0-1 0 0,5 2 1 0 0,5 3 2 0 0,0 1 1 0 0,-1 0 0 0 0,13 10-1 0 0,-16-10-45 0 0,-1 0-1 0 0,0 0 1 0 0,0 0-1 0 0,-1 1 0 0 0,0 0 1 0 0,-1 1-1 0 0,0-1 1 0 0,0 1-1 0 0,7 15 1 0 0,-11-19 36 0 0,1 0 1 0 0,-2 1 0 0 0,1-1 0 0 0,0 1 0 0 0,-1 0 0 0 0,0-1-1 0 0,-1 1 1 0 0,1 0 0 0 0,-1 0 0 0 0,0-1 0 0 0,-1 1-1 0 0,1 0 1 0 0,-1 0 0 0 0,0-1 0 0 0,0 1 0 0 0,-1-1 0 0 0,0 1-1 0 0,-4 9 1 0 0,-18 35 2783 0 0,23-49-2564 0 0,-2 3 768 0 0,5-10-874 0 0,7-13-247 0 0,23-22 89 0 0,62-58 0 0 0,48-29-4 0 0,-124 112-25 0 0,17-16 30 0 0,27-22-146 0 0,-99 84 33 0 0,1 0 0 0 0,2 3 0 0 0,1 1 0 0 0,-39 52 1 0 0,71-84 91 0 0,-1 1 1 0 0,0 0 0 0 0,0-1 0 0 0,1 1 0 0 0,-1 0 0 0 0,1 0 0 0 0,0 0-1 0 0,0 0 1 0 0,0 1 0 0 0,0-1 0 0 0,1 0 0 0 0,-1 0 0 0 0,1 0 0 0 0,0 1-1 0 0,0-1 1 0 0,0 0 0 0 0,0 0 0 0 0,1 1 0 0 0,-1-1 0 0 0,1 0 0 0 0,0 0-1 0 0,0 0 1 0 0,0 0 0 0 0,0 0 0 0 0,2 4 0 0 0,1-2 10 0 0,-1 0 0 0 0,1-1 0 0 0,0 1 0 0 0,0-1 0 0 0,0 0 0 0 0,0-1 0 0 0,1 1 0 0 0,-1 0 0 0 0,1-1 0 0 0,0 0 0 0 0,0-1 0 0 0,1 1 0 0 0,5 2 0 0 0,33 9 87 0 0,1-1 0 0 0,59 9-1 0 0,-100-21-607 0 0,0-1-1 0 0,1 1 0 0 0,-1-1 1 0 0,0 0-1 0 0,0-1 0 0 0,0 1 0 0 0,7-2 1 0 0,10-6-6279 0 0,-8 1 2881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44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 2084 0 0,'3'-1'4369'0'0,"31"0"4638"0"0,-32 1-8863 0 0,-1 0 1 0 0,0 0-1 0 0,0 0 0 0 0,0 0 1 0 0,1 0-1 0 0,-1 0 0 0 0,0 0 0 0 0,0 0 1 0 0,0 1-1 0 0,1-1 0 0 0,-1 0 1 0 0,0 1-1 0 0,0-1 0 0 0,0 1 0 0 0,0 0 1 0 0,0-1-1 0 0,0 1 0 0 0,1 1 1 0 0,-1 2-45 0 0,0-1 1 0 0,0 1-1 0 0,0 0 1 0 0,-1 0-1 0 0,0 0 1 0 0,0 0 0 0 0,0 1-1 0 0,0-1 1 0 0,-1 0-1 0 0,1 0 1 0 0,-2 4-1 0 0,-16 48 228 0 0,14-44-256 0 0,-9 25 41 0 0,-14 39-1574 0 0,16-24-2784 0 0,13-32-1894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44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10 3320 0 0,'3'0'2430'0'0,"2"-2"-1374"0"0,-3 0-455 0 0,0 1 0 0 0,1 1 1 0 0,-1-1-1 0 0,0 0 0 0 0,1 0 0 0 0,-1 1 1 0 0,0-1-1 0 0,1 1 0 0 0,-1 0 1 0 0,1 0-1 0 0,-1 0 0 0 0,0 0 0 0 0,1 0 1 0 0,-1 1-1 0 0,3 0 0 0 0,-5 0-456 0 0,0 1 0 0 0,0 0 0 0 0,0 0 0 0 0,-1-1 0 0 0,1 1 0 0 0,-1 0 0 0 0,1 0 0 0 0,-1-1 0 0 0,0 1 0 0 0,0-1 0 0 0,1 1 0 0 0,-1-1 0 0 0,-2 3 0 0 0,2-2 19 0 0,-56 86 503 0 0,23-38-3454 0 0,24-35 1222 0 0,-6 8-4821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45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45 680 0 0,'2'-5'1339'0'0,"1"0"0"0"0,0 0-1 0 0,0 0 1 0 0,0 0 0 0 0,0 1 0 0 0,1 0 0 0 0,5-5-1 0 0,-8 8-939 0 0,15-1 160 0 0,-14 2-529 0 0,0 0 0 0 0,0 1 1 0 0,0-1-1 0 0,0 0 0 0 0,-1 1 1 0 0,1-1-1 0 0,0 1 0 0 0,0-1 0 0 0,0 1 1 0 0,0 0-1 0 0,-1 0 0 0 0,1 0 1 0 0,0 0-1 0 0,-1 0 0 0 0,2 2 0 0 0,21 20 176 0 0,-20-18-139 0 0,1 0 65 0 0,-1 0 0 0 0,0 0 0 0 0,0 0 0 0 0,0 0 0 0 0,-1 1 0 0 0,0 0 0 0 0,0 0 0 0 0,0 0 0 0 0,-1 0 0 0 0,0 0 0 0 0,0 0 0 0 0,-1 1 0 0 0,1-1 0 0 0,-2 1 0 0 0,1-1 0 0 0,-1 1-1 0 0,0 9 1 0 0,-1-8 60 0 0,0 0-1 0 0,-1 0 1 0 0,0 0-1 0 0,-1 0 1 0 0,0-1-1 0 0,0 1 0 0 0,0-1 1 0 0,-1 0-1 0 0,0 0 1 0 0,0 0-1 0 0,-1-1 0 0 0,0 1 1 0 0,0-1-1 0 0,-7 5 1 0 0,-2 4 230 0 0,-2-1-1 0 0,0-1 1 0 0,0-1 0 0 0,-32 18 0 0 0,47-29-186 0 0,0-1-235 0 0,1 0 0 0 0,0 0 0 0 0,0 0 0 0 0,0 0 0 0 0,0 0 0 0 0,0 0 0 0 0,-1 0 0 0 0,1 0 0 0 0,0 0 0 0 0,0 0 0 0 0,0 0 0 0 0,0 0 0 0 0,0 0 0 0 0,0 0 0 0 0,-1 0 0 0 0,1 0 0 0 0,0 0 0 0 0,0 0 0 0 0,0 0 0 0 0,0-1 0 0 0,0 1 0 0 0,0 0 0 0 0,-1 0 0 0 0,1 0 0 0 0,0 0 0 0 0,0 0 0 0 0,0 0 0 0 0,0 0 0 0 0,0 0 0 0 0,0-1 0 0 0,0 1 0 0 0,0 0 0 0 0,0 0 0 0 0,0 0 0 0 0,0 0 0 0 0,0 0 0 0 0,0 0 0 0 0,0-1 0 0 0,0 1 0 0 0,-1 0 0 0 0,1 0 0 0 0,0 0 0 0 0,0 0 0 0 0,1-1 0 0 0,2-6 13 0 0,8-6-1 0 0,172-121-20 0 0,-21 15 83 0 0,-122 88-177 0 0,-39 30 69 0 0,-3 1-36 0 0,-8 2 56 0 0,1 0 0 0 0,-1 1-1 0 0,1 1 1 0 0,0-1-1 0 0,0 1 1 0 0,0 1 0 0 0,1 0-1 0 0,-14 9 1 0 0,3 0-8 0 0,1 1-1 0 0,-26 27 1 0 0,36-34 21 0 0,1 0-1 0 0,0 1 1 0 0,1-1 0 0 0,0 2-1 0 0,0-1 1 0 0,1 0-1 0 0,0 1 1 0 0,1 0-1 0 0,-4 11 1 0 0,7-17-25 0 0,1-1 1 0 0,-1 1-1 0 0,0-1 0 0 0,1 1 1 0 0,0-1-1 0 0,0 1 0 0 0,0 0 0 0 0,0-1 1 0 0,1 1-1 0 0,-1-1 0 0 0,1 1 1 0 0,0-1-1 0 0,0 1 0 0 0,0-1 1 0 0,0 1-1 0 0,1-1 0 0 0,-1 0 1 0 0,1 0-1 0 0,0 0 0 0 0,0 0 0 0 0,0 0 1 0 0,1 0-1 0 0,-1 0 0 0 0,0-1 1 0 0,1 1-1 0 0,0-1 0 0 0,0 0 1 0 0,0 0-1 0 0,0 0 0 0 0,6 3 0 0 0,1 1-722 0 0,1-1 0 0 0,0-1 0 0 0,0 0 0 0 0,0 0 0 0 0,22 3-1 0 0,29-1-6408 0 0,-36-6 1455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45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19 224 0 0,'8'-17'16007'0'0,"-3"17"-15930"0"0,-1-1-1 0 0,1 1 0 0 0,-1-1 0 0 0,1 1 0 0 0,-1 1 0 0 0,0-1 0 0 0,1 1 0 0 0,-1-1 0 0 0,0 1 0 0 0,1 0 1 0 0,-1 1-1 0 0,0-1 0 0 0,0 1 0 0 0,5 2 0 0 0,-6-3-21 0 0,-1 1 0 0 0,1-1 0 0 0,-1 0 0 0 0,0 1 0 0 0,0-1 0 0 0,0 1 0 0 0,0 0 0 0 0,0 0 0 0 0,0 0 0 0 0,0 0 0 0 0,0 0 0 0 0,-1 0 0 0 0,1 0 0 0 0,-1 0 0 0 0,0 1 0 0 0,0-1 0 0 0,1 1 0 0 0,-1-1 1 0 0,-1 1-1 0 0,1-1 0 0 0,0 1 0 0 0,-1-1 0 0 0,1 1 0 0 0,-1 0 0 0 0,0 3 0 0 0,-1 1 110 0 0,0 1 1 0 0,-1-1-1 0 0,0 0 1 0 0,-1 1 0 0 0,1-1-1 0 0,-1 0 1 0 0,-1 0-1 0 0,1-1 1 0 0,-1 1 0 0 0,0-1-1 0 0,-1 1 1 0 0,-5 5-1 0 0,-10 10 496 0 0,-43 35 0 0 0,13-13-22 0 0,49-42-536 0 0,1-2-100 0 0,0 1 0 0 0,0-1 1 0 0,0 1-1 0 0,0-1 0 0 0,0 0 0 0 0,0 1 0 0 0,0-1 0 0 0,0 1 1 0 0,1-1-1 0 0,-1 1 0 0 0,0-1 0 0 0,0 1 0 0 0,0-1 0 0 0,1 0 1 0 0,-1 1-1 0 0,0-1 0 0 0,1 0 0 0 0,-1 1 0 0 0,0-1 0 0 0,1 0 1 0 0,-1 1-1 0 0,0-1 0 0 0,1 0 0 0 0,-1 0 0 0 0,1 1 0 0 0,-1-1 1 0 0,1 0-1 0 0,-1 0 0 0 0,0 0 0 0 0,1 1 0 0 0,-1-1 0 0 0,1 0 1 0 0,-1 0-1 0 0,1 0 0 0 0,-1 0 0 0 0,1 0 0 0 0,-1 0 0 0 0,1 0 1 0 0,23 1-16 0 0,-20-1 10 0 0,262-11 80 0 0,1 1-16 0 0,-154 7 161 0 0,-110 3-183 0 0,24-3-207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46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46 2500 0 0,'-15'-27'10290'0'0,"10"17"-8872"0"0,5 10-1370 0 0,-1 0 0 0 0,1 0 0 0 0,0 0 0 0 0,0 0 0 0 0,0-1 0 0 0,0 1 0 0 0,-1 0 0 0 0,1 0 0 0 0,0 0 0 0 0,0 0-1 0 0,0 0 1 0 0,0-1 0 0 0,0 1 0 0 0,0 0 0 0 0,0 0 0 0 0,-1 0 0 0 0,1-1 0 0 0,0 1 0 0 0,0 0 0 0 0,0 0 0 0 0,0 0 0 0 0,0-1-1 0 0,0 1 1 0 0,0 0 0 0 0,0 0 0 0 0,0 0 0 0 0,0-1 0 0 0,0 1 0 0 0,0 0 0 0 0,0 0 0 0 0,0 0 0 0 0,0-1 0 0 0,1 1-1 0 0,-1 0 1 0 0,0 0 0 0 0,0 0 0 0 0,0 0 0 0 0,0-1 0 0 0,0 1 0 0 0,0 0 0 0 0,0 0 0 0 0,0 0 0 0 0,1 0 0 0 0,-1-1 0 0 0,0 1-1 0 0,0 0 1 0 0,0 0 0 0 0,1 0 0 0 0,62 19 583 0 0,96 44 0 0 0,-55-20-535 0 0,-41-14 382 0 0,-63-29-466 0 0,1 0 0 0 0,-1 1 0 0 0,1-1 1 0 0,-1 0-1 0 0,1 0 0 0 0,-1 1 0 0 0,1-1 0 0 0,-1 0 0 0 0,1 1 0 0 0,-1-1 0 0 0,1 1 0 0 0,-1-1 0 0 0,0 0 0 0 0,1 1 0 0 0,-1-1 0 0 0,0 1 0 0 0,1-1 0 0 0,-1 1 0 0 0,0-1 0 0 0,0 1 0 0 0,1-1 0 0 0,-1 1 0 0 0,0 0 1 0 0,0-1-1 0 0,0 1 0 0 0,0-1 0 0 0,0 1 0 0 0,0-1 0 0 0,0 1 0 0 0,0 0 0 0 0,0-1 0 0 0,0 1 0 0 0,0-1 0 0 0,0 1 0 0 0,0-1 0 0 0,0 1 0 0 0,0 0 0 0 0,-1-1 0 0 0,1 1 0 0 0,0-1 0 0 0,0 1 0 0 0,-1-1 0 0 0,1 1 0 0 0,0-1 1 0 0,-1 1-1 0 0,0 0 0 0 0,-18 18 391 0 0,-9-1-45 0 0,-2-1 0 0 0,0-2 0 0 0,-58 21 0 0 0,36-15-195 0 0,-315 130-304 0 0,364-150-192 0 0,0 1 0 0 0,0-1 0 0 0,1 0 0 0 0,-1 1 0 0 0,1 0 0 0 0,-1 0 0 0 0,1 0 1 0 0,0 0-1 0 0,-1 0 0 0 0,1 0 0 0 0,0 0 0 0 0,0 1 0 0 0,1-1 0 0 0,-3 4 0 0 0,4-5 212 0 0,0-1 0 0 0,0 0 1 0 0,0 1-1 0 0,0-1 0 0 0,0 1 0 0 0,0-1 0 0 0,0 0 1 0 0,0 1-1 0 0,0-1 0 0 0,1 1 0 0 0,-1-1 0 0 0,0 0 1 0 0,0 1-1 0 0,0-1 0 0 0,1 0 0 0 0,-1 1 0 0 0,0-1 0 0 0,0 0 1 0 0,1 1-1 0 0,-1-1 0 0 0,0 0 0 0 0,0 0 0 0 0,1 1 1 0 0,-1-1-1 0 0,0 0 0 0 0,1 0 0 0 0,-1 0 0 0 0,1 1 1 0 0,-1-1-1 0 0,1 0 0 0 0,11 5-3787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46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15 268 0 0,'54'-11'15617'0'0,"-48"10"-13354"0"0,4-2 96 0 0,-108 38-1085 0 0,-10 5-1052 0 0,86-30-244 0 0,-68 32-1095 0 0,76-35-691 0 0,1 2 0 0 0,-13 9 0 0 0,22-11-896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47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226 235 2332 0 0,'118'-141'16623'0'0,"-134"147"-15646"0"0,0 3-650 0 0,0 2-1 0 0,1-1 0 0 0,0 2 0 0 0,1 0 0 0 0,-18 20 0 0 0,15-15-158 0 0,-18 17 217 0 0,-56 71-1 0 0,81-92-336 0 0,1 0-1 0 0,0 1 1 0 0,1 0-1 0 0,1 1 1 0 0,0-1-1 0 0,1 1 1 0 0,0 1-1 0 0,2-1 1 0 0,-5 25-1 0 0,8-34-36 0 0,0-1-1 0 0,1 0 1 0 0,0 1-1 0 0,0-1 1 0 0,1 0-1 0 0,-1 1 1 0 0,1-1-1 0 0,0 0 1 0 0,1 0-1 0 0,-1 1 1 0 0,1-1-1 0 0,0 0 1 0 0,0-1-1 0 0,6 9 1 0 0,-4-7 6 0 0,0-1-1 0 0,1 0 1 0 0,-1 0 0 0 0,1 0 0 0 0,1 0-1 0 0,-1-1 1 0 0,1 0 0 0 0,-1 0-1 0 0,1-1 1 0 0,8 4 0 0 0,5 0 18 0 0,-1 0-1 0 0,1-2 1 0 0,0 0 0 0 0,0-1-1 0 0,0-1 1 0 0,0-1 0 0 0,24 0-1 0 0,-8-2-3 0 0,0-1 0 0 0,0-1 0 0 0,-1-3 0 0 0,1 0 0 0 0,-1-2 0 0 0,0-2 0 0 0,0-1 1 0 0,35-16-1 0 0,-48 16-22 0 0,0-1 0 0 0,-1 0 0 0 0,0-2 0 0 0,-1 0 0 0 0,0-1 0 0 0,-1-1 0 0 0,-1-1 0 0 0,0 0 0 0 0,-2-2 0 0 0,1 1 0 0 0,-2-2 0 0 0,-1 0 0 0 0,12-22 0 0 0,-15 23 36 0 0,-2 1-1 0 0,0-2 1 0 0,-1 1-1 0 0,-1-1 1 0 0,0 0 0 0 0,-2 0-1 0 0,0-1 1 0 0,1-21-1 0 0,-5 32-15 0 0,0 0 0 0 0,-1 1 0 0 0,1-1 0 0 0,-2 1-1 0 0,1-1 1 0 0,-1 1 0 0 0,0 0 0 0 0,-1 0 0 0 0,-4-10 0 0 0,4 12-14 0 0,-1 1 1 0 0,1-1-1 0 0,-1 1 0 0 0,0 0 1 0 0,0 0-1 0 0,-1 0 1 0 0,1 0-1 0 0,-1 1 1 0 0,0-1-1 0 0,-1 1 0 0 0,1 1 1 0 0,-1-1-1 0 0,-7-3 1 0 0,-2 1-17 0 0,-1 0 0 0 0,0 0 0 0 0,0 2 0 0 0,-1 0 0 0 0,1 1 0 0 0,-1 1 0 0 0,0 0 0 0 0,-27 1 1 0 0,9 3 8 0 0,1 1 0 0 0,-1 1 0 0 0,-39 11 0 0 0,53-10-177 0 0,0 1 1 0 0,1 1 0 0 0,0 1 0 0 0,0 0 0 0 0,1 2 0 0 0,0 0-1 0 0,-22 17 1 0 0,31-20-521 0 0,1 2-1 0 0,0-1 1 0 0,0 1-1 0 0,1 0 1 0 0,-13 19-1 0 0,15-19-592 0 0,1 0 0 0 0,0 1-1 0 0,0 0 1 0 0,1 0 0 0 0,0 1-1 0 0,1-1 1 0 0,-2 14 0 0 0,1-2-5829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4:47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63 5300 0 0,'-8'-4'3340'0'0,"-1"-1"-1"0"0,1 0 1 0 0,-10-7-1 0 0,2 1-1158 0 0,-12-10-2753 0 0,12 16-5944 0 0,2 6 2216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07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47 660 0 0,'-6'-12'6027'0'0,"-17"-22"4124"0"0,28 34-10111 0 0,-1 1 0 0 0,1 0-1 0 0,0 0 1 0 0,-1 0 0 0 0,1 1-1 0 0,-1 0 1 0 0,0-1 0 0 0,0 2-1 0 0,1-1 1 0 0,-1 0 0 0 0,-1 1-1 0 0,5 3 1 0 0,2 2 9 0 0,-1 0 0 0 0,0 1-1 0 0,11 13 1 0 0,-13-13-24 0 0,0-1 1 0 0,-2 1-1 0 0,1 0 1 0 0,-1 1-1 0 0,0-1 1 0 0,-1 1-1 0 0,0 0 0 0 0,0 0 1 0 0,-1 0-1 0 0,-1 1 1 0 0,3 17-1 0 0,-5-17-1 0 0,0 1-1 0 0,0 0 0 0 0,-1 0 1 0 0,-1-1-1 0 0,0 1 0 0 0,0 0 1 0 0,-1-1-1 0 0,-1 0 0 0 0,0 0 1 0 0,-7 15-1 0 0,-3-3 32 0 0,0 0 0 0 0,-1-2 0 0 0,-1 0 0 0 0,-1 0 0 0 0,-35 31 0 0 0,48-47-32 0 0,-6 1-76 0 0,12-14 19 0 0,9-13-17 0 0,248-317-224 0 0,-238 309 186 0 0,-21 27 48 0 0,0 2 37 0 0,0-1-1 0 0,0 1 1 0 0,0 0 0 0 0,0-1-1 0 0,0 1 1 0 0,0 0 0 0 0,0-1-1 0 0,0 1 1 0 0,0 0 0 0 0,0 0-1 0 0,0-1 1 0 0,0 1-1 0 0,0 0 1 0 0,0-1 0 0 0,0 1-1 0 0,-1 0 1 0 0,1 0 0 0 0,0-1-1 0 0,0 1 1 0 0,0 0 0 0 0,0 0-1 0 0,-1-1 1 0 0,1 1 0 0 0,0 0-1 0 0,0 0 1 0 0,-1 0 0 0 0,1-1-1 0 0,0 1 1 0 0,-10 6-8 0 0,0 0 1 0 0,1 0-1 0 0,0 1 1 0 0,1 0-1 0 0,0 1 1 0 0,0 0 0 0 0,0 0-1 0 0,1 1 1 0 0,-7 10-1 0 0,0 3 16 0 0,1-1 0 0 0,1 2 1 0 0,-9 24-1 0 0,19-43-3 0 0,0 1-1 0 0,0 0 1 0 0,1-1 0 0 0,0 1 0 0 0,0 0-1 0 0,0 0 1 0 0,0 0 0 0 0,1 0 0 0 0,0 0-1 0 0,0 1 1 0 0,0-1 0 0 0,1 0 0 0 0,0 0-1 0 0,0 0 1 0 0,2 7 0 0 0,-1-9 3 0 0,-1 1 1 0 0,1-1-1 0 0,0 0 1 0 0,0 0-1 0 0,0 0 1 0 0,0-1-1 0 0,1 1 1 0 0,-1-1-1 0 0,1 1 1 0 0,0-1-1 0 0,0 0 1 0 0,0 0-1 0 0,0 0 1 0 0,0 0-1 0 0,0 0 1 0 0,0-1-1 0 0,0 1 1 0 0,1-1-1 0 0,-1 0 1 0 0,1 0-1 0 0,-1 0 1 0 0,6 0-1 0 0,17 2 232 0 0,-1-2-1 0 0,1-1 0 0 0,-1-1 0 0 0,34-5 1 0 0,-7 0-3364 0 0,1 3-6698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07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11 392 0 0,'3'-1'3120'0'0,"5"0"-1112"0"0,23-5 9793 0 0,-16 4-8678 0 0,-14 2-3094 0 0,-1 0 0 0 0,1 0 1 0 0,0 0-1 0 0,0 0 0 0 0,-1 0 0 0 0,1 0 1 0 0,0 0-1 0 0,-1 0 0 0 0,1 1 0 0 0,0-1 0 0 0,-1 0 1 0 0,1 1-1 0 0,0-1 0 0 0,-1 0 0 0 0,1 1 1 0 0,-1-1-1 0 0,1 1 0 0 0,-1-1 0 0 0,2 2 1 0 0,-3 10 48 0 0,0 0 0 0 0,-1 1 0 0 0,0-1 0 0 0,-1 0 0 0 0,-4 13 1 0 0,-28 63-1 0 0,10-25-740 0 0,13-31-496 0 0,-14 42-3034 0 0,24-66 2076 0 0,1 0 0 0 0,-1 0-1 0 0,0 15 1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08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2636 0 0,'8'-10'4961'0'0,"0"-4"-1848"0"0,-3 5-524 0 0,-4 7-2025 0 0,-1 2-494 0 0,0-1 0 0 0,0 0 1 0 0,1 0-1 0 0,-1 0 0 0 0,0 1 1 0 0,1-1-1 0 0,-1 0 1 0 0,0 0-1 0 0,1 1 0 0 0,-1-1 1 0 0,1 0-1 0 0,-1 1 0 0 0,1-1 1 0 0,-1 0-1 0 0,1 1 0 0 0,-1-1 1 0 0,1 1-1 0 0,0-1 1 0 0,-1 1-1 0 0,1-1 0 0 0,0 1 1 0 0,0 0-1 0 0,-1-1 0 0 0,1 1 1 0 0,0 0-1 0 0,0-1 0 0 0,-1 1 1 0 0,1 0-1 0 0,2 0 1 0 0,19-3 129 0 0,-21 3-172 0 0,21 0-471 0 0,0-2-1 0 0,26-5 0 0 0,10-6-7232 0 0,-39 8 2885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08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78 120 0 0,'-31'-29'14543'0'0,"31"29"-14524"0"0,0 0-1 0 0,0 0 1 0 0,0 0-1 0 0,0 0 0 0 0,0-1 1 0 0,0 1-1 0 0,-1 0 1 0 0,1 0-1 0 0,0 0 0 0 0,0 0 1 0 0,0 0-1 0 0,0-1 1 0 0,0 1-1 0 0,0 0 0 0 0,0 0 1 0 0,0 0-1 0 0,0 0 1 0 0,0-1-1 0 0,0 1 0 0 0,0 0 1 0 0,0 0-1 0 0,0 0 1 0 0,0-1-1 0 0,0 1 1 0 0,0 0-1 0 0,0 0 0 0 0,0 0 1 0 0,0 0-1 0 0,0-1 1 0 0,0 1-1 0 0,0 0 0 0 0,0 0 1 0 0,1 0-1 0 0,-1 0 1 0 0,0 0-1 0 0,0-1 0 0 0,0 1 1 0 0,0 0-1 0 0,0 0 1 0 0,0 0-1 0 0,1 0 0 0 0,-1 0 1 0 0,0-1-1 0 0,11-4 445 0 0,12 0-42 0 0,-14 4-328 0 0,-1 0 1 0 0,1 1-1 0 0,0 0 1 0 0,0 1-1 0 0,0 0 1 0 0,0 0-1 0 0,-1 0 1 0 0,1 2-1 0 0,16 5 1 0 0,-21-7-67 0 0,-1 1 0 0 0,0-1 0 0 0,1 1 1 0 0,-1 0-1 0 0,0 0 0 0 0,0 1 0 0 0,0-1 0 0 0,-1 1 0 0 0,1-1 0 0 0,0 1 1 0 0,-1 0-1 0 0,0 0 0 0 0,0 0 0 0 0,0 0 0 0 0,0 0 0 0 0,0 1 0 0 0,0-1 1 0 0,-1 0-1 0 0,0 1 0 0 0,1-1 0 0 0,-1 1 0 0 0,-1 0 0 0 0,1-1 1 0 0,-1 1-1 0 0,1 0 0 0 0,-1 4 0 0 0,-1 1 15 0 0,1 0 0 0 0,-2-1 0 0 0,1 1 0 0 0,-1 0 0 0 0,-1 0-1 0 0,1-1 1 0 0,-2 0 0 0 0,1 1 0 0 0,-1-1 0 0 0,0 0 0 0 0,-10 13 0 0 0,-5 4 83 0 0,-44 46 0 0 0,31-39-39 0 0,-15 15 220 0 0,46-45-282 0 0,2-6-24 0 0,1 1-1 0 0,0 0 0 0 0,0 0 0 0 0,0 0 0 0 0,1 0 0 0 0,-1 1 0 0 0,0-1 0 0 0,1 1 1 0 0,4-4-1 0 0,2-2-3 0 0,68-73-16 0 0,142-161 276 0 0,-180 192 1297 0 0,-38 49-1468 0 0,-1 0-84 0 0,0 1-1 0 0,0 0 1 0 0,0 0 0 0 0,-1-1 0 0 0,1 1-1 0 0,0 0 1 0 0,0 0 0 0 0,0-1 0 0 0,0 1-1 0 0,0 0 1 0 0,-1 0 0 0 0,1 0-1 0 0,0-1 1 0 0,0 1 0 0 0,0 0 0 0 0,-1 0-1 0 0,1 0 1 0 0,0 0 0 0 0,0 0 0 0 0,-1 0-1 0 0,1-1 1 0 0,0 1 0 0 0,0 0 0 0 0,-1 0-1 0 0,1 0 1 0 0,0 0 0 0 0,0 0-1 0 0,-1 0 1 0 0,1 0 0 0 0,0 0 0 0 0,0 0-1 0 0,-1 0 1 0 0,1 0 0 0 0,0 0 0 0 0,0 0-1 0 0,-1 0 1 0 0,1 0 0 0 0,0 1-1 0 0,0-1 1 0 0,-1 0 0 0 0,1 0 0 0 0,0 0-1 0 0,0 0 1 0 0,-1 0 0 0 0,1 0 0 0 0,0 1-1 0 0,0-1 1 0 0,0 0 0 0 0,-1 0 0 0 0,1 1-1 0 0,-11 5 0 0 0,-9 11-9 0 0,2 1 0 0 0,0 0 0 0 0,1 2 0 0 0,-26 36 0 0 0,40-52 8 0 0,-5 7-6 0 0,0 0 0 0 0,1 1 0 0 0,0 0 0 0 0,1 0 0 0 0,0 0 0 0 0,-5 19 0 0 0,10-27 15 0 0,0 0-1 0 0,0 0 1 0 0,0 0-1 0 0,1 0 1 0 0,-1 0 0 0 0,1 0-1 0 0,0 0 1 0 0,1 0-1 0 0,-1 0 1 0 0,0 0 0 0 0,1 0-1 0 0,0 0 1 0 0,0-1-1 0 0,0 1 1 0 0,1 0-1 0 0,-1 0 1 0 0,1-1 0 0 0,0 1-1 0 0,0-1 1 0 0,0 1-1 0 0,0-1 1 0 0,1 0 0 0 0,-1 0-1 0 0,1 0 1 0 0,5 4-1 0 0,-1-1-318 0 0,0-1-1 0 0,1 0 1 0 0,0-1-1 0 0,0 0 0 0 0,0 0 1 0 0,1-1-1 0 0,-1 0 1 0 0,1 0-1 0 0,15 2 0 0 0,-12-3-2066 0 0,1-1 0 0 0,-1 0 0 0 0,22-1 0 0 0,-10-3-3785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09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71 2360 0 0,'-6'-8'11495'0'0,"6"7"-11323"0"0,-1 0 1 0 0,1 1 0 0 0,0-1 0 0 0,0 0 0 0 0,-1 0 0 0 0,1 0 0 0 0,0 0 0 0 0,0 0-1 0 0,0 1 1 0 0,0-1 0 0 0,0 0 0 0 0,0 0 0 0 0,1 0 0 0 0,-1 0 0 0 0,0 0 0 0 0,0 1 0 0 0,1-1-1 0 0,-1 0 1 0 0,0 0 0 0 0,1 0 0 0 0,-1 1 0 0 0,1-1 0 0 0,-1 0 0 0 0,1 0 0 0 0,-1 1-1 0 0,1-1 1 0 0,-1 0 0 0 0,2 0 0 0 0,21-13-177 0 0,-18 12 298 0 0,43-19-8 0 0,-47 20-272 0 0,19 4 47 0 0,-19-3-55 0 0,0 0 0 0 0,-1 0 0 0 0,1 1-1 0 0,0-1 1 0 0,0 0 0 0 0,-1 1 0 0 0,1-1 0 0 0,0 1 0 0 0,-1-1-1 0 0,1 1 1 0 0,0-1 0 0 0,-1 1 0 0 0,1-1 0 0 0,-1 1-1 0 0,1 0 1 0 0,-1-1 0 0 0,1 1 0 0 0,-1 0 0 0 0,1-1 0 0 0,-1 1-1 0 0,0 0 1 0 0,1 0 0 0 0,-1-1 0 0 0,0 1 0 0 0,1 1-1 0 0,-1 8 36 0 0,0 0 0 0 0,-1 0-1 0 0,0 0 1 0 0,-1 0-1 0 0,0 0 1 0 0,0 0-1 0 0,-1 0 1 0 0,0 0-1 0 0,-1-1 1 0 0,0 0-1 0 0,-8 14 1 0 0,-10 13 313 0 0,-35 47 1 0 0,51-75-264 0 0,-40 50 584 0 0,-26 39 218 0 0,66-89-802 0 0,5-8-81 0 0,1 1 0 0 0,-1-1 0 0 0,0 1 0 0 0,1 0 0 0 0,-1-1 0 0 0,1 1 0 0 0,-1 0 0 0 0,1 0 0 0 0,-1-1 0 0 0,1 1 0 0 0,-1 0 0 0 0,1 0 0 0 0,0-1 0 0 0,0 1 0 0 0,-1 0 0 0 0,1 0 0 0 0,0 0 0 0 0,0 0 0 0 0,0 0 0 0 0,0-1 0 0 0,0 1 0 0 0,0 0 1 0 0,0 0-1 0 0,0 0 0 0 0,0 0 0 0 0,0 0 0 0 0,0-1 0 0 0,1 1 0 0 0,-1 0 0 0 0,1 1 0 0 0,2-1-1 0 0,0 0 0 0 0,0 0 0 0 0,0-1 0 0 0,0 0 0 0 0,0 1 0 0 0,-1-1 0 0 0,1 0 0 0 0,0-1 0 0 0,0 1 0 0 0,0 0 0 0 0,0-1 0 0 0,4-1 0 0 0,-5 2-9 0 0,74-12 83 0 0,130-38 1 0 0,-128 29-36 0 0,-40 10 50 0 0,29-7 1133 0 0,-66 18-1295 0 0,0 0-1 0 0,-1 0 1 0 0,1 0-1 0 0,0 0 0 0 0,-1 0 1 0 0,1-1-1 0 0,0 1 1 0 0,-1 0-1 0 0,1-1 0 0 0,-1 1 1 0 0,1 0-1 0 0,0-1 1 0 0,-1 1-1 0 0,1-1 1 0 0,-1 1-1 0 0,1-1 0 0 0,-1 1 1 0 0,1-1-1 0 0,-1 1 1 0 0,1-1-1 0 0,-1 1 0 0 0,1-2 1 0 0,0-18-7889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09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63 2852 0 0,'-83'-27'15337'0'0,"82"26"-14623"0"0,-13-4 1203 0 0,14 5-1906 0 0,0 0 0 0 0,0 0 0 0 0,0 0 0 0 0,0-1-1 0 0,0 1 1 0 0,0 0 0 0 0,0 0 0 0 0,0 0 0 0 0,0 0 0 0 0,0 0 0 0 0,1 0 0 0 0,-1 0 0 0 0,0 0 0 0 0,0 0 0 0 0,0 0 0 0 0,0-1-1 0 0,0 1 1 0 0,0 0 0 0 0,0 0 0 0 0,0 0 0 0 0,0 0 0 0 0,0 0 0 0 0,0 0 0 0 0,0 0 0 0 0,0 0 0 0 0,0-1 0 0 0,0 1 0 0 0,0 0-1 0 0,0 0 1 0 0,0 0 0 0 0,0 0 0 0 0,0 0 0 0 0,0 0 0 0 0,0 0 0 0 0,0 0 0 0 0,0-1 0 0 0,0 1 0 0 0,0 0 0 0 0,0 0 0 0 0,-1 0-1 0 0,1 0 1 0 0,0 0 0 0 0,0 0 0 0 0,0 0 0 0 0,0 0 0 0 0,0 0 0 0 0,0 0 0 0 0,0-1 0 0 0,20-2 186 0 0,29-2-103 0 0,24-2-116 0 0,74-3-992 0 0,-54 11-5555 0 0,-85-1 4217 0 0,0 1 1514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09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26 2268 0 0,'-36'14'4370'0'0,"-46"20"6602"0"0,86-32-10927 0 0,0-1 1 0 0,1 0-1 0 0,-1-1 1 0 0,0 1 0 0 0,1-1-1 0 0,-1 0 1 0 0,1 0 0 0 0,-1 0-1 0 0,0-1 1 0 0,1 1-1 0 0,6-3 1 0 0,7 1-17 0 0,224-30-3341 0 0,-79 3-4343 0 0,-111 17 2840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0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470 116 2068 0 0,'18'-36'15795'0'0,"-17"32"-14417"0"0,0 1 1 0 0,0 0-1 0 0,0-6 831 0 0,-1 9-2093 0 0,-1-1 1 0 0,1 0 0 0 0,0 1-1 0 0,-1-1 1 0 0,1 1 0 0 0,-1 0-1 0 0,1-1 1 0 0,-1 1-1 0 0,1-1 1 0 0,-1 1 0 0 0,1 0-1 0 0,-1-1 1 0 0,1 1-1 0 0,-1 0 1 0 0,0 0 0 0 0,1-1-1 0 0,-2 1 1 0 0,-3 0-17 0 0,0 1 0 0 0,-1-1 1 0 0,1 1-1 0 0,0 0 1 0 0,0 0-1 0 0,0 1 0 0 0,0 0 1 0 0,0 0-1 0 0,0 0 0 0 0,1 0 1 0 0,-1 1-1 0 0,1 0 1 0 0,-7 4-1 0 0,-10 10 300 0 0,-26 25 1 0 0,34-30-238 0 0,-14 14 235 0 0,1 0 0 0 0,-42 59 1 0 0,57-69-300 0 0,0 1 0 0 0,1 1 0 0 0,1 0 0 0 0,0 0 0 0 0,2 0 1 0 0,0 1-1 0 0,-4 21 0 0 0,10-37-88 0 0,0 1 0 0 0,0 0 0 0 0,1 0 1 0 0,0-1-1 0 0,0 1 0 0 0,0 0 0 0 0,0 0 0 0 0,0 0 1 0 0,1-1-1 0 0,0 1 0 0 0,-1 0 0 0 0,1-1 0 0 0,1 1 0 0 0,-1 0 1 0 0,1-1-1 0 0,-1 1 0 0 0,1-1 0 0 0,0 0 0 0 0,0 0 1 0 0,0 0-1 0 0,1 0 0 0 0,-1 0 0 0 0,1 0 0 0 0,0 0 1 0 0,-1-1-1 0 0,1 1 0 0 0,0-1 0 0 0,1 0 0 0 0,-1 0 0 0 0,0 0 1 0 0,1 0-1 0 0,-1-1 0 0 0,1 1 0 0 0,3 0 0 0 0,8 3 39 0 0,0-1 0 0 0,1-1 0 0 0,-1 0 0 0 0,1-1 0 0 0,-1-1 0 0 0,1 0 0 0 0,16-2 0 0 0,3-2 23 0 0,-1 0-1 0 0,1-3 0 0 0,-1-1 1 0 0,0-1-1 0 0,44-17 1 0 0,-55 16 23 0 0,-1-1 1 0 0,0-1 0 0 0,-1-1-1 0 0,0-1 1 0 0,-1-1 0 0 0,-1 0 0 0 0,0-2-1 0 0,26-25 1 0 0,-40 35-97 0 0,-1 1 0 0 0,1-1 1 0 0,-1 1-1 0 0,0-1 0 0 0,0 0 0 0 0,-1-1 1 0 0,0 1-1 0 0,0-1 0 0 0,0 1 0 0 0,-1-1 1 0 0,0 0-1 0 0,0 0 0 0 0,-1 0 0 0 0,0 0 0 0 0,0 0 1 0 0,0 0-1 0 0,-1-1 0 0 0,0 1 0 0 0,-1 0 1 0 0,0 0-1 0 0,0 0 0 0 0,0 0 0 0 0,-1 0 0 0 0,0 0 1 0 0,0 0-1 0 0,-1 1 0 0 0,0-1 0 0 0,0 1 1 0 0,0-1-1 0 0,-1 1 0 0 0,0 0 0 0 0,0 0 1 0 0,-1 1-1 0 0,-5-7 0 0 0,-5-1-4 0 0,-1-1 0 0 0,-1 2 0 0 0,0 0 0 0 0,0 1 0 0 0,-1 1 0 0 0,0 0 0 0 0,-33-11 0 0 0,15 9-76 0 0,0 2 0 0 0,-1 1 0 0 0,-48-6 1 0 0,68 13-619 0 0,0 1-1 0 0,0 1 1 0 0,0 1 0 0 0,0 0 0 0 0,0 1 0 0 0,0 1 0 0 0,1 1 0 0 0,-1 0-1 0 0,1 1 1 0 0,-24 10 0 0 0,1 5-4008 0 0,1 1 1 0 0,-67 49-1 0 0,67-42-3509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1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72 188 0 0,'-20'-9'5381'0'0,"-34"-20"0"0"0,52 28-5149 0 0,2 0-209 0 0,0 1 0 0 0,0-1 0 0 0,0 1 0 0 0,0 0 0 0 0,0-1 0 0 0,0 1 1 0 0,0-1-1 0 0,0 1 0 0 0,0-1 0 0 0,0 1 0 0 0,0-1 0 0 0,0 1 0 0 0,0 0 0 0 0,0-1 1 0 0,1 1-1 0 0,-1-1 0 0 0,0 1 0 0 0,0-1 0 0 0,0 1 0 0 0,1 0 0 0 0,-1-1 0 0 0,4-1 19 0 0,-1 0-1 0 0,1 0 0 0 0,0 0 0 0 0,-1 1 1 0 0,1-1-1 0 0,0 1 0 0 0,0 0 0 0 0,0 0 1 0 0,0 1-1 0 0,0-1 0 0 0,6 1 0 0 0,-1 0-5 0 0,0 0-1 0 0,0 1 0 0 0,0 0 1 0 0,0 1-1 0 0,9 3 0 0 0,-7-2-15 0 0,-1 1-1 0 0,0 0 1 0 0,0 0-1 0 0,0 1 1 0 0,0 1-1 0 0,-1-1 0 0 0,0 2 1 0 0,0-1-1 0 0,9 10 1 0 0,-14-12-8 0 0,-1 1 0 0 0,0-1 0 0 0,0 1 0 0 0,0 0 0 0 0,-1 0 0 0 0,1 0 0 0 0,-1 0 0 0 0,0 0 0 0 0,-1 0 0 0 0,1 1 0 0 0,-1-1 0 0 0,0 0 0 0 0,0 1 0 0 0,-1-1 0 0 0,0 1 0 0 0,0-1 0 0 0,0 1 0 0 0,0-1 0 0 0,-1 1 0 0 0,0-1 0 0 0,0 1 0 0 0,-1-1 0 0 0,1 0 0 0 0,-3 6 0 0 0,-6 12 40 0 0,-1 0 0 0 0,0-1 0 0 0,-28 39 0 0 0,35-55-33 0 0,-24 34 186 0 0,27-39-96 0 0,1-3-105 0 0,0 0-1 0 0,1 0 0 0 0,-1 0 1 0 0,1-1-1 0 0,-1 1 0 0 0,1 0 0 0 0,0 0 1 0 0,0 0-1 0 0,0 0 0 0 0,0 0 1 0 0,1 0-1 0 0,-1 0 0 0 0,3-2 1 0 0,2-5 17 0 0,113-174 149 0 0,-36 56 1659 0 0,-62 91-687 0 0,-21 34-1012 0 0,0 2-131 0 0,-1 0 0 0 0,0 0 0 0 0,0 0 0 0 0,0 1-1 0 0,0-1 1 0 0,0 0 0 0 0,0 0 0 0 0,0 1 0 0 0,0-1 0 0 0,1 1-1 0 0,-1-1 1 0 0,0 1 0 0 0,0-1 0 0 0,0 1 0 0 0,1-1-1 0 0,-1 1 1 0 0,0 0 0 0 0,1-1 0 0 0,-1 1 0 0 0,-1 1 0 0 0,-14 20-2 0 0,11-14-2 0 0,-12 16-32 0 0,1 0-1 0 0,1 2 1 0 0,2-1-1 0 0,-21 54 1 0 0,33-75 42 0 0,-1 1 0 0 0,1-1 0 0 0,0 0 0 0 0,0 0 0 0 0,0 1 0 0 0,1-1 0 0 0,0 0 0 0 0,-1 1 0 0 0,2-1 0 0 0,-1 0 0 0 0,0 1 0 0 0,1-1 0 0 0,0 0 0 0 0,1 6 0 0 0,0-8-70 0 0,-1 1-1 0 0,0 0 1 0 0,1-1-1 0 0,0 1 1 0 0,-1-1-1 0 0,1 0 1 0 0,0 1-1 0 0,0-1 1 0 0,1 0-1 0 0,-1 0 1 0 0,0-1-1 0 0,1 1 1 0 0,-1 0-1 0 0,1-1 0 0 0,0 1 1 0 0,-1-1-1 0 0,1 0 1 0 0,0 0-1 0 0,0 0 1 0 0,0 0-1 0 0,5 1 1 0 0,3-1-714 0 0,-1 1 0 0 0,0-1 1 0 0,0-1-1 0 0,14-1 1 0 0,20-5-4703 0 0,-24 0 2072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1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21 1036 0 0,'25'-20'15957'0'0,"-25"20"-15923"0"0,0 0 0 0 0,0 0 0 0 0,0 0 0 0 0,1 0 0 0 0,-1 0-1 0 0,0 0 1 0 0,0 0 0 0 0,1 0 0 0 0,-1 0 0 0 0,0 0 0 0 0,0 0 0 0 0,0 0 0 0 0,1 0 0 0 0,-1 0 0 0 0,0 0 0 0 0,0 0 0 0 0,1 0 0 0 0,-1 0 0 0 0,0 0-1 0 0,0 1 1 0 0,0-1 0 0 0,0 0 0 0 0,1 0 0 0 0,-1 0 0 0 0,0 0 0 0 0,0 0 0 0 0,0 1 0 0 0,0-1 0 0 0,1 0 0 0 0,-1 0 0 0 0,0 0 0 0 0,0 0 0 0 0,0 1 0 0 0,0-1-1 0 0,0 0 1 0 0,0 0 0 0 0,0 1 0 0 0,0-1 0 0 0,0 0 0 0 0,1 0 0 0 0,-1 1 0 0 0,0 15 831 0 0,-6 26 4 0 0,4-36-678 0 0,-11 56 773 0 0,-42 114 0 0 0,-7-24-4295 0 0,40-104-3799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1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0 133 2908 0 0,'8'-12'3501'0'0,"1"0"-1"0"0,1 0 0 0 0,15-15 1 0 0,-19 21-3211 0 0,0 1 0 0 0,1 0 1 0 0,0 0-1 0 0,0 1 0 0 0,0 0 0 0 0,1 0 1 0 0,14-5-1 0 0,2 2-1320 0 0,41-8 1 0 0,-8 10-5694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2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35 2276 0 0,'-31'24'3795'0'0,"20"-17"-1868"0"0,1 1 0 0 0,-16 16 0 0 0,26-24-1852 0 0,-1 1-1 0 0,1-1 0 0 0,0 1 1 0 0,-1-1-1 0 0,1 0 1 0 0,-1 1-1 0 0,1-1 0 0 0,0 1 1 0 0,0-1-1 0 0,-1 1 0 0 0,1-1 1 0 0,0 1-1 0 0,0-1 0 0 0,-1 1 1 0 0,1-1-1 0 0,0 1 0 0 0,0-1 1 0 0,0 1-1 0 0,0-1 1 0 0,0 1-1 0 0,0 0 0 0 0,0-1 1 0 0,0 1-1 0 0,0-1 0 0 0,0 2 1 0 0,1-2-36 0 0,-1 0 0 0 0,1 1 0 0 0,-1-1-1 0 0,1 0 1 0 0,-1 1 0 0 0,1-1 0 0 0,0 0 0 0 0,-1 1 0 0 0,1-1 0 0 0,-1 0 0 0 0,1 0 0 0 0,0 0 0 0 0,-1 0 0 0 0,1 0 0 0 0,0 0 0 0 0,-1 0 0 0 0,1 0 0 0 0,1 0 0 0 0,38-7 113 0 0,-34 6 13 0 0,180-46-2467 0 0,-66 6-3550 0 0,-79 22 1567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2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235 151 344 0 0,'0'-34'13639'0'0,"-15"37"-11869"0"0,10-1-1477 0 0,0 1 0 0 0,1 0 0 0 0,-1 0 0 0 0,1 0 0 0 0,-1 0 0 0 0,1 1 0 0 0,0 0 0 0 0,0-1 0 0 0,1 2 0 0 0,-6 6 0 0 0,0-1 70 0 0,-2 2-127 0 0,1 0 0 0 0,1 0 0 0 0,0 1-1 0 0,-8 15 1 0 0,15-24-205 0 0,-1 0 0 0 0,2-1-1 0 0,-1 1 1 0 0,0 0 0 0 0,1 0-1 0 0,0 0 1 0 0,-1 0-1 0 0,2 1 1 0 0,-1-1 0 0 0,0 0-1 0 0,1 0 1 0 0,0 1 0 0 0,0-1-1 0 0,0 0 1 0 0,1 0 0 0 0,-1 1-1 0 0,1-1 1 0 0,0 0 0 0 0,0 0-1 0 0,2 5 1 0 0,-1-6-8 0 0,1 0 0 0 0,-1 0 0 0 0,0 0 0 0 0,1 0 0 0 0,0 0 0 0 0,0-1 0 0 0,0 1 0 0 0,0-1 0 0 0,0 0 0 0 0,0 0 0 0 0,1 0 0 0 0,-1 0 0 0 0,0-1 0 0 0,1 1-1 0 0,0-1 1 0 0,-1 0 0 0 0,1 0 0 0 0,0 0 0 0 0,0-1 0 0 0,-1 1 0 0 0,1-1 0 0 0,0 0 0 0 0,5 0 0 0 0,2 0 7 0 0,0-1 0 0 0,-1-1-1 0 0,1 0 1 0 0,0 0 0 0 0,-1-1-1 0 0,1 0 1 0 0,9-5 0 0 0,-9 3-14 0 0,-1-1 0 0 0,0 0 0 0 0,-1 0 0 0 0,1-1 1 0 0,-1-1-1 0 0,-1 1 0 0 0,1-2 0 0 0,-1 1 0 0 0,-1-1 1 0 0,0 0-1 0 0,0 0 0 0 0,9-18 0 0 0,-12 20-16 0 0,0 0 0 0 0,-1 0 0 0 0,0 0 0 0 0,0-1 0 0 0,0 1 0 0 0,-1-1-1 0 0,-1 1 1 0 0,1-1 0 0 0,-1 0 0 0 0,0 0 0 0 0,-1 0 0 0 0,0 0 0 0 0,0 0 0 0 0,-1 1 0 0 0,0-1 0 0 0,0 0 0 0 0,-1 0 0 0 0,0 1-1 0 0,-5-12 1 0 0,4 14-6 0 0,0 0 1 0 0,0 0-1 0 0,-1 0 0 0 0,0 0 0 0 0,0 1 0 0 0,0-1 0 0 0,-1 1 0 0 0,1 0 0 0 0,-1 1 0 0 0,0-1 1 0 0,0 1-1 0 0,0 0 0 0 0,-1 0 0 0 0,1 1 0 0 0,-1-1 0 0 0,-9-2 0 0 0,1 1-63 0 0,0 1-1 0 0,0 0 1 0 0,-1 1 0 0 0,1 0-1 0 0,-28 2 1 0 0,32 0-180 0 0,1 2 0 0 0,-1-1 0 0 0,1 1 1 0 0,-1 1-1 0 0,1 0 0 0 0,0 0 0 0 0,0 1 0 0 0,0 0 1 0 0,1 0-1 0 0,-1 1 0 0 0,1 0 0 0 0,0 1 1 0 0,0 0-1 0 0,1 0 0 0 0,0 1 0 0 0,0 0 0 0 0,0 0 1 0 0,-8 12-1 0 0,10-11-478 0 0,0-1 1 0 0,1 1 0 0 0,0-1-1 0 0,0 1 1 0 0,1 0-1 0 0,0 1 1 0 0,0-1-1 0 0,1 0 1 0 0,0 1 0 0 0,0 0-1 0 0,1-1 1 0 0,0 1-1 0 0,1 10 1 0 0,3 0-3616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2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1 404 0 0,'36'8'4441'0'0,"-17"-4"-1095"0"0,0 0 0 0 0,27 12 0 0 0,-45-15-3265 0 0,0 0 0 0 0,0 0 0 0 0,0 0 0 0 0,0 0 0 0 0,0 0-1 0 0,0 1 1 0 0,0-1 0 0 0,0 0 0 0 0,0 1 0 0 0,0-1 0 0 0,-1 1 0 0 0,1-1-1 0 0,-1 1 1 0 0,1-1 0 0 0,-1 1 0 0 0,0 0 0 0 0,1-1 0 0 0,-1 1 0 0 0,0-1-1 0 0,0 1 1 0 0,0 2 0 0 0,-2 18-145 0 0,-1 0 0 0 0,0 0 0 0 0,-12 38 0 0 0,2-6-4024 0 0,9-38 113 0 0,2-2-1964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0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4256 0 0,'17'9'3537'0'0,"-2"0"-785"0"0,-1-6-612 0 0,-2 2-432 0 0,0 0 597 0 0,4 0-1765 0 0,-1 2-1088 0 0,-1-5-1817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0 199 2204 0 0,'54'-54'7806'0'0,"-45"46"-7078"0"0,1 1 0 0 0,0 0 0 0 0,1 0 0 0 0,10-5 0 0 0,-15 9-621 0 0,0 1 0 0 0,0-1 0 0 0,0 1 0 0 0,0 0 0 0 0,0 1 0 0 0,0 0 0 0 0,1 0 0 0 0,-1 0 0 0 0,0 1 1 0 0,1-1-1 0 0,-1 2 0 0 0,0-1 0 0 0,1 1 0 0 0,-1 0 0 0 0,0 0 0 0 0,0 0 0 0 0,0 1 0 0 0,0 0 0 0 0,0 0 0 0 0,0 1 0 0 0,8 4 0 0 0,-11-5-76 0 0,0 0 0 0 0,0 0 0 0 0,0 0-1 0 0,0 0 1 0 0,-1 0 0 0 0,1 1-1 0 0,-1-1 1 0 0,0 1 0 0 0,1 0-1 0 0,-1-1 1 0 0,0 1 0 0 0,0 0 0 0 0,-1 0-1 0 0,1 1 1 0 0,-1-1 0 0 0,0 0-1 0 0,2 4 1 0 0,-2-1 8 0 0,-1-1-1 0 0,1 1 1 0 0,-1-1-1 0 0,0 0 1 0 0,0 1 0 0 0,0-1-1 0 0,-1 1 1 0 0,0-1-1 0 0,0 1 1 0 0,-2 4 0 0 0,-3 7 59 0 0,-1 0 1 0 0,-1 0-1 0 0,0-1 1 0 0,-2-1 0 0 0,-15 23-1 0 0,11-21 97 0 0,-22 21 1 0 0,1-1 769 0 0,28-30-687 0 0,8-11-106 0 0,11-13-99 0 0,266-242 2 0 0,-196 187 4 0 0,-73 65 76 0 0,-1-1 0 0 0,0 0 1 0 0,-1 0-1 0 0,0 0 0 0 0,12-19 0 0 0,-18 26-151 0 0,-1 0 0 0 0,0 1 0 0 0,1-1 0 0 0,-1 0 1 0 0,0 0-1 0 0,0 1 0 0 0,0-1 0 0 0,1 0 0 0 0,-1 0 0 0 0,0 1 0 0 0,0-1 0 0 0,0 0 1 0 0,0 0-1 0 0,0 0 0 0 0,0 1 0 0 0,0-1 0 0 0,-1 0 0 0 0,1 0 0 0 0,0-1 1 0 0,-6-4-4 0 0,-8 5-1 0 0,5 3 0 0 0,-1 0 0 0 0,1 1 0 0 0,0 1 0 0 0,1-1 0 0 0,-1 1 0 0 0,1 1 0 0 0,0-1 0 0 0,-13 10 0 0 0,0 3-6 0 0,-36 33-1 0 0,49-42 12 0 0,1 1-1 0 0,0-1 0 0 0,0 1 1 0 0,0 1-1 0 0,1-1 0 0 0,1 1 1 0 0,-9 21-1 0 0,12-28-15 0 0,1 0 0 0 0,0 0 0 0 0,1 0 0 0 0,-1 0 0 0 0,0 0 0 0 0,1 0 1 0 0,0 0-1 0 0,-1 0 0 0 0,1 0 0 0 0,1 1 0 0 0,-1-1 0 0 0,0 0 0 0 0,1 0 0 0 0,0 0 0 0 0,-1 0 0 0 0,1 0 0 0 0,0 0 0 0 0,1 0 0 0 0,-1 0 0 0 0,0 0 1 0 0,1-1-1 0 0,0 1 0 0 0,0 0 0 0 0,-1-1 0 0 0,1 1 0 0 0,1-1 0 0 0,-1 0 0 0 0,0 0 0 0 0,1 0 0 0 0,-1 0 0 0 0,1 0 0 0 0,-1 0 0 0 0,4 1 1 0 0,3 1-483 0 0,-1 0 1 0 0,1 0 0 0 0,0-1 0 0 0,0 0 0 0 0,0-1 0 0 0,0 1 0 0 0,0-2-1 0 0,14 1 1 0 0,42-3-7120 0 0,-42 0 1785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3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35 272 0 0,'14'-26'12219'0'0,"-5"19"-10619"0"0,-8 6-1146 0 0,30 1 900 0 0,-29 0-1310 0 0,0 0-1 0 0,0 0 0 0 0,0 0 1 0 0,0 1-1 0 0,0-1 1 0 0,-1 1-1 0 0,1-1 0 0 0,0 1 1 0 0,0 0-1 0 0,-1 0 0 0 0,1 0 1 0 0,0 0-1 0 0,-1 0 0 0 0,1 0 1 0 0,-1 0-1 0 0,1 0 0 0 0,-1 1 1 0 0,2 1-1 0 0,8 8 202 0 0,-9-10-216 0 0,-1 0 0 0 0,0 1 0 0 0,0-1-1 0 0,0 1 1 0 0,0-1 0 0 0,0 1 0 0 0,0-1-1 0 0,0 1 1 0 0,0 0 0 0 0,-1-1 0 0 0,1 1-1 0 0,-1 0 1 0 0,1 0 0 0 0,-1-1 0 0 0,0 1-1 0 0,0 0 1 0 0,1 0 0 0 0,-1 0 0 0 0,0 0-1 0 0,-1-1 1 0 0,1 4 0 0 0,-10 36 668 0 0,10-39-664 0 0,-5 11 263 0 0,0 0 1 0 0,-1 0-1 0 0,-1-1 0 0 0,0 1 0 0 0,-14 18 1 0 0,-51 52 1017 0 0,36-43-952 0 0,33-37-322 0 0,-11 16 82 0 0,14-11-130 0 0,12-6-59 0 0,34-11-1058 0 0,0-2-1 0 0,62-24 1 0 0,-47 14-365 0 0,112-42-6710 0 0,-113 39 1798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3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57 828 0 0,'-23'-9'6463'0'0,"16"6"-4916"0"0,1 0 1 0 0,-1 0 0 0 0,1 1-1 0 0,-1 0 1 0 0,0 1 0 0 0,-9-2-1 0 0,16 3-1523 0 0,0 0-1 0 0,0 0 0 0 0,1 0 0 0 0,-1 0 0 0 0,0-1 1 0 0,0 1-1 0 0,0 0 0 0 0,0 0 0 0 0,0 0 1 0 0,0 0-1 0 0,0 0 0 0 0,0-1 0 0 0,0 1 1 0 0,0 0-1 0 0,0 0 0 0 0,0 0 0 0 0,0 0 1 0 0,0-1-1 0 0,0 1 0 0 0,0 0 0 0 0,0 0 0 0 0,0 0 1 0 0,0-1-1 0 0,0 1 0 0 0,0 0 0 0 0,0 0 1 0 0,0 0-1 0 0,0 0 0 0 0,0-1 0 0 0,0 1 1 0 0,0 0-1 0 0,0 0 0 0 0,0 0 0 0 0,0 0 0 0 0,-1 0 1 0 0,1-1-1 0 0,0 1 0 0 0,0 0 0 0 0,0 0 1 0 0,0 0-1 0 0,0 0 0 0 0,-1 0 0 0 0,1 0 1 0 0,0 0-1 0 0,0 0 0 0 0,0-1 0 0 0,0 1 0 0 0,0 0 1 0 0,-1 0-1 0 0,1 0 0 0 0,0 0 0 0 0,0 0 1 0 0,16-8 251 0 0,21 2-673 0 0,45-2-1 0 0,-7 6-4450 0 0,-67 2 3218 0 0,5 2 17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3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68 1316 0 0,'-143'78'17343'0'0,"142"-77"-16815"0"0,4 0-482 0 0,-1 0-1 0 0,1-1 1 0 0,0 1-1 0 0,0 0 1 0 0,0-1-1 0 0,0 0 1 0 0,0 0-1 0 0,0 0 1 0 0,1 0 0 0 0,-1 0-1 0 0,3-2 1 0 0,39-8-108 0 0,-29 5-132 0 0,172-54-4524 0 0,-66 8-2227 0 0,-72 28 1534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4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473 127 2464 0 0,'12'-19'12349'0'0,"-12"19"-12227"0"0,-1-1 0 0 0,1 0 0 0 0,0 1 0 0 0,0-1 0 0 0,0 1 0 0 0,0-1 0 0 0,-1 1 0 0 0,1-1 0 0 0,0 1 0 0 0,0-1 0 0 0,-1 1 0 0 0,1-1 0 0 0,-1 1 0 0 0,1-1 0 0 0,0 1 0 0 0,-1-1 0 0 0,1 1 0 0 0,-1-1 0 0 0,1 1 0 0 0,-1 0 0 0 0,1-1 0 0 0,-1 1 0 0 0,1 0 0 0 0,-1 0 0 0 0,1-1 0 0 0,-1 1 0 0 0,0 0 0 0 0,1 0 0 0 0,-1 0 0 0 0,0 0 0 0 0,-1 0-17 0 0,0 0 0 0 0,1 1 1 0 0,-1-1-1 0 0,1 1 0 0 0,-1-1 1 0 0,1 1-1 0 0,-1 0 0 0 0,1-1 0 0 0,0 1 1 0 0,-1 0-1 0 0,-1 2 0 0 0,-5 4 45 0 0,0 1 0 0 0,-11 14-1 0 0,17-20 74 0 0,-9 12-74 0 0,1 0-1 0 0,0 1 1 0 0,1 0-1 0 0,1 0 1 0 0,1 1 0 0 0,-10 26-1 0 0,13-29-56 0 0,1-1 0 0 0,0 1 1 0 0,1 0-1 0 0,0 0 0 0 0,1-1 0 0 0,1 1 0 0 0,0 0 0 0 0,0 0 0 0 0,4 20 0 0 0,-3-28-39 0 0,0 0 0 0 0,1 0 0 0 0,-1-1-1 0 0,1 1 1 0 0,0 0 0 0 0,0-1 0 0 0,1 1 0 0 0,-1-1-1 0 0,1 0 1 0 0,0 0 0 0 0,0 0 0 0 0,0 0-1 0 0,1-1 1 0 0,-1 1 0 0 0,7 4 0 0 0,-4-4-10 0 0,0-1 1 0 0,0 1 0 0 0,0-1 0 0 0,1-1-1 0 0,-1 1 1 0 0,1-1 0 0 0,0 0 0 0 0,0-1-1 0 0,-1 1 1 0 0,9 0 0 0 0,0-2-3 0 0,0 0-1 0 0,-1 0 1 0 0,1-1 0 0 0,0-1 0 0 0,-1-1 0 0 0,1 0-1 0 0,-1 0 1 0 0,0-2 0 0 0,0 0 0 0 0,13-6 0 0 0,-4-2-18 0 0,-1 0 0 0 0,0-1 0 0 0,-1-1 1 0 0,-1-2-1 0 0,27-26 0 0 0,-32 28 82 0 0,-1-1 0 0 0,-1-1 0 0 0,0 0 0 0 0,-1-1 0 0 0,-1 0 0 0 0,0-1 0 0 0,7-20 0 0 0,-15 34-85 0 0,-1-1-1 0 0,0 1 1 0 0,-1-1-1 0 0,0 1 1 0 0,0-1 0 0 0,0 1-1 0 0,0-1 1 0 0,-1 0-1 0 0,0 1 1 0 0,0-1 0 0 0,0 0-1 0 0,-1 1 1 0 0,0-1-1 0 0,0 0 1 0 0,0 1 0 0 0,-1-1-1 0 0,0 1 1 0 0,0 0 0 0 0,0-1-1 0 0,-1 1 1 0 0,1 0-1 0 0,-1 1 1 0 0,-1-1 0 0 0,1 0-1 0 0,0 1 1 0 0,-1 0-1 0 0,0-1 1 0 0,0 2 0 0 0,-1-1-1 0 0,1 0 1 0 0,-1 1-1 0 0,1 0 1 0 0,-10-5 0 0 0,-3 0-207 0 0,1 1-1 0 0,-1 1 1 0 0,-1 1 0 0 0,1 0 0 0 0,-1 1 0 0 0,0 0-1 0 0,0 2 1 0 0,0 0 0 0 0,0 1 0 0 0,0 1 0 0 0,0 1-1 0 0,0 1 1 0 0,-25 4 0 0 0,-2 4-735 0 0,1 1-1 0 0,0 2 1 0 0,2 2 0 0 0,-50 25 0 0 0,-91 57-7022 0 0,78-32-388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6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14 304 0 0,'-6'-8'7585'0'0,"6"8"-7557"0"0,0 0 0 0 0,0 0 0 0 0,0 0 0 0 0,0 0 0 0 0,0-1 0 0 0,-1 1 0 0 0,1 0 0 0 0,0 0 0 0 0,0 0 0 0 0,0 0 0 0 0,0 0 0 0 0,0 0 1 0 0,0-1-1 0 0,0 1 0 0 0,0 0 0 0 0,0 0 0 0 0,0 0 0 0 0,0 0 0 0 0,0 0 0 0 0,0 0 0 0 0,0-1 0 0 0,0 1 0 0 0,0 0 0 0 0,0 0 0 0 0,0 0 0 0 0,0 0 0 0 0,0 0 0 0 0,0 0 0 0 0,1-1 1 0 0,-1 1-1 0 0,0 0 0 0 0,0 0 0 0 0,0 0 0 0 0,0 0 0 0 0,0 0 0 0 0,0 0 0 0 0,0 0 0 0 0,0 0 0 0 0,0-1 0 0 0,1 1 0 0 0,-1 0 0 0 0,0 0 0 0 0,0 0 0 0 0,0 0 0 0 0,0 0 1 0 0,0 0-1 0 0,0 0 0 0 0,0 0 0 0 0,1 0 0 0 0,-1 0 0 0 0,0 0 0 0 0,0 0 0 0 0,0 0 0 0 0,0 0 0 0 0,0 0 0 0 0,1 0 0 0 0,-1 0 0 0 0,15 2 441 0 0,-9 0-406 0 0,0 0 1 0 0,-1 0-1 0 0,1 0 0 0 0,10 6 1 0 0,-12-4-49 0 0,0-1 0 0 0,1 0 1 0 0,-1 1-1 0 0,0-1 1 0 0,-1 1-1 0 0,1 0 1 0 0,-1 1-1 0 0,0-1 0 0 0,0 1 1 0 0,0-1-1 0 0,0 1 1 0 0,-1 0-1 0 0,0 0 1 0 0,3 9-1 0 0,-3-5 19 0 0,0 0 0 0 0,-1 0 0 0 0,0 1 0 0 0,-1-1 0 0 0,0 0 0 0 0,-1 0 0 0 0,1 0 0 0 0,-3 10 0 0 0,-5 11 112 0 0,0-1 1 0 0,-2-1-1 0 0,-1 1 0 0 0,-19 34 0 0 0,-53 91 998 0 0,82-152-587 0 0,4-4-462 0 0,4-2-61 0 0,-1 0 0 0 0,1 0 0 0 0,-1-1 1 0 0,1 0-1 0 0,-1 0 0 0 0,7-9 0 0 0,37-45 72 0 0,-29 33-91 0 0,67-87 45 0 0,-70 89 388 0 0,-2-1 0 0 0,24-49 0 0 0,-37 67-285 0 0,-1 1 0 0 0,0-1 0 0 0,0 0 0 0 0,0 0 0 0 0,0-8 0 0 0,-2 12-129 0 0,1 1 0 0 0,-1-1 1 0 0,0 0-1 0 0,0 0 0 0 0,-1 1 0 0 0,1-1 0 0 0,0 0 0 0 0,-1 1 0 0 0,0-1 0 0 0,1 1 0 0 0,-1-1 0 0 0,0 0 0 0 0,0 1 0 0 0,-1 0 0 0 0,-1-4 1 0 0,2 5-17 0 0,-3 2-19 0 0,0 0 0 0 0,0 0-1 0 0,0 0 1 0 0,0 0 0 0 0,0 1 0 0 0,0-1 0 0 0,0 1-1 0 0,1 0 1 0 0,-1 1 0 0 0,1-1 0 0 0,-1 0-1 0 0,1 1 1 0 0,0 0 0 0 0,0 0 0 0 0,0 0-1 0 0,0 0 1 0 0,1 0 0 0 0,-1 1 0 0 0,-3 6 0 0 0,-2 3 4 0 0,1 0 0 0 0,1 0 1 0 0,0 0-1 0 0,-6 21 1 0 0,10-28 1 0 0,0 0-1 0 0,1 0 1 0 0,0 0 0 0 0,0 0-1 0 0,1 0 1 0 0,-1 0 0 0 0,1 0-1 0 0,1 0 1 0 0,-1 1 0 0 0,1-1-1 0 0,0 0 1 0 0,2 6 0 0 0,-1-9 3 0 0,-1 1 1 0 0,1-1-1 0 0,0 1 1 0 0,0-1-1 0 0,0 0 1 0 0,0 1 0 0 0,0-1-1 0 0,1 0 1 0 0,0 0-1 0 0,-1-1 1 0 0,1 1-1 0 0,0-1 1 0 0,1 1 0 0 0,-1-1-1 0 0,0 0 1 0 0,0 0-1 0 0,1 0 1 0 0,-1-1-1 0 0,8 3 1 0 0,8 1 60 0 0,0 0 0 0 0,0-1 0 0 0,1-2 0 0 0,-1 0 0 0 0,24 0 0 0 0,97-10-4363 0 0,-110 5 1003 0 0,-8-1-4031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7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0 1740 0 0,'36'0'17416'0'0,"-33"0"-16584"0"0,-2 0-710 0 0,0 0 0 0 0,0 0-1 0 0,-1 0 1 0 0,1 1-1 0 0,0-1 1 0 0,0 0-1 0 0,0 0 1 0 0,-1 0-1 0 0,1 1 1 0 0,0-1-1 0 0,0 0 1 0 0,0 1-1 0 0,-1-1 1 0 0,1 0-1 0 0,0 1 1 0 0,-1-1-1 0 0,1 1 1 0 0,0-1-1 0 0,-1 1 1 0 0,1 0 0 0 0,0-1-1 0 0,-1 1 1 0 0,1 0-1 0 0,-1-1 1 0 0,0 1-1 0 0,1 0 1 0 0,-1 0-1 0 0,1 1 1 0 0,-1 0-137 0 0,0 1 0 0 0,0 0 0 0 0,0 0 0 0 0,0 0 1 0 0,0 0-1 0 0,-1-1 0 0 0,-1 5 0 0 0,0 6 251 0 0,-55 205 295 0 0,24-106-435 0 0,6-23-1615 0 0,8-32-6220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7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4 138 3000 0 0,'-2'-16'7034'0'0,"1"-25"1575"0"0,1 40-7884 0 0,0 0-690 0 0,-1 1-1 0 0,1-1 0 0 0,0 0 0 0 0,0 1 0 0 0,0-1 1 0 0,0 1-1 0 0,0-1 0 0 0,0 1 0 0 0,0-1 0 0 0,0 1 0 0 0,0-1 1 0 0,1 1-1 0 0,-1-1 0 0 0,0 1 0 0 0,0-1 0 0 0,0 1 1 0 0,0-1-1 0 0,1 1 0 0 0,-1-1 0 0 0,0 1 0 0 0,1-1 1 0 0,9-4 53 0 0,0 0 0 0 0,0 1 0 0 0,1 0 0 0 0,20-5 0 0 0,52-7-222 0 0,-70 14 15 0 0,31-6-821 0 0,16-4-1773 0 0,-17 10-6015 0 0,-27 2 3205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7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57 1904 0 0,'-67'55'13172'0'0,"86"-57"-13053"0"0,-1 0 0 0 0,1-1 1 0 0,-1-1-1 0 0,0-1 0 0 0,25-10 0 0 0,-5 3-718 0 0,105-37-6301 0 0,-89 29 1012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7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85 684 0 0,'-2'-33'14461'0'0,"-6"-9"-7231"0"0,6 32-3399 0 0,-6 28-3313 0 0,-43 279 54 0 0,39-232-1041 0 0,-15 87-688 0 0,22-102-3991 0 0,3-1-4606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8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61 1648 0 0,'1'-3'454'0'0,"-1"1"0"0"0,1-1 0 0 0,0 1 0 0 0,0 0 0 0 0,0-1 1 0 0,1 1-1 0 0,-1 0 0 0 0,0 0 0 0 0,1 0 0 0 0,-1 0 0 0 0,1 0 0 0 0,0 0 0 0 0,0 0 0 0 0,2-2 0 0 0,31-19 4165 0 0,-32 21-2988 0 0,-2 3-1481 0 0,0 0 0 0 0,-1 0 0 0 0,1 0 0 0 0,-1 0 0 0 0,1 0-1 0 0,-1 0 1 0 0,0 0 0 0 0,0 0 0 0 0,1 1 0 0 0,-1-1 0 0 0,0 0 0 0 0,0 0 0 0 0,0 2 0 0 0,-9 18 319 0 0,-1-1-1 0 0,-1-1 0 0 0,0 0 1 0 0,-2 0-1 0 0,-27 31 1 0 0,18-22-239 0 0,-101 127 86 0 0,47-61-2664 0 0,3 0-6164 0 0,54-70 1611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19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0 195 2316 0 0,'4'-10'4109'0'0,"-4"7"-3767"0"0,0 1 0 0 0,1 0 0 0 0,0 0 0 0 0,-1 0 0 0 0,1-1 0 0 0,0 1 0 0 0,0 0 0 0 0,0 0 0 0 0,1 0 0 0 0,-1 0 0 0 0,0 1 0 0 0,1-1 0 0 0,-1 0 0 0 0,1 0 0 0 0,0 1 0 0 0,0-1 0 0 0,-1 1 0 0 0,1 0 0 0 0,0-1 0 0 0,0 1 0 0 0,4-2 0 0 0,0 1-225 0 0,0-1 0 0 0,0 1 0 0 0,0 0 0 0 0,0 1 0 0 0,0-1-1 0 0,0 1 1 0 0,1 0 0 0 0,-1 1 0 0 0,0 0 0 0 0,1 0 0 0 0,-1 0-1 0 0,0 1 1 0 0,1-1 0 0 0,-1 2 0 0 0,10 2 0 0 0,-11-3-42 0 0,1 0 0 0 0,-1 1-1 0 0,1 0 1 0 0,-1 1 0 0 0,0-1 0 0 0,0 1 0 0 0,0 0 0 0 0,0 0 0 0 0,0 0 0 0 0,-1 1 0 0 0,1 0-1 0 0,-1 0 1 0 0,0 0 0 0 0,0 0 0 0 0,-1 0 0 0 0,1 1 0 0 0,-1 0 0 0 0,0 0 0 0 0,0 0-1 0 0,0 0 1 0 0,-1 0 0 0 0,0 0 0 0 0,0 1 0 0 0,0-1 0 0 0,-1 1 0 0 0,1 0 0 0 0,-2-1 0 0 0,1 1-1 0 0,0 0 1 0 0,-1 0 0 0 0,0-1 0 0 0,-1 1 0 0 0,1 0 0 0 0,-1 0 0 0 0,0-1 0 0 0,0 1 0 0 0,-4 9-1 0 0,-5 10 709 0 0,-2 0 0 0 0,0-2 0 0 0,-24 35-1 0 0,36-57-606 0 0,10-23-21 0 0,17-17-144 0 0,2 1 1 0 0,40-41-1 0 0,-7 9-6 0 0,6-4 19 0 0,13-18 17 0 0,-56 63-114 0 0,-24 27 49 0 0,-2 4-6 0 0,-16 15 28 0 0,2 0 0 0 0,0 1 0 0 0,1 1 1 0 0,0 1-1 0 0,2-1 0 0 0,0 2 1 0 0,2 0-1 0 0,0 0 0 0 0,-8 29 0 0 0,16-46 7 0 0,1 0 0 0 0,1-1-1 0 0,-1 1 1 0 0,0 0 0 0 0,1 0 0 0 0,0 0-1 0 0,0-1 1 0 0,0 1 0 0 0,1 0-1 0 0,-1 0 1 0 0,1 0 0 0 0,0-1 0 0 0,0 1-1 0 0,0 0 1 0 0,0-1 0 0 0,1 1-1 0 0,-1-1 1 0 0,4 6 0 0 0,-1-5-58 0 0,-1 0 1 0 0,1 0-1 0 0,0 0 0 0 0,0-1 1 0 0,0 1-1 0 0,0-1 1 0 0,1 0-1 0 0,0 0 1 0 0,-1-1-1 0 0,1 1 0 0 0,9 2 1 0 0,4 1-828 0 0,1-1 0 0 0,0-2 0 0 0,0 1 0 0 0,0-2 0 0 0,0-1 0 0 0,25-1 0 0 0,13-5-5909 0 0,-26 0 598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0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30 184 0 0,'-10'-8'7897'0'0,"-25"-13"3277"0"0,62 31-10790 0 0,-21-7-346 0 0,-1 0 1 0 0,1 0-1 0 0,-1 1 0 0 0,0-1 0 0 0,0 1 1 0 0,0 0-1 0 0,0 1 0 0 0,-1-1 1 0 0,1 1-1 0 0,-1 0 0 0 0,0 0 0 0 0,-1 0 1 0 0,1 1-1 0 0,-1-1 0 0 0,3 9 0 0 0,-3-6 61 0 0,-1 0 0 0 0,0 0 0 0 0,-1 0-1 0 0,1 0 1 0 0,-2 0 0 0 0,1 0-1 0 0,-1 1 1 0 0,0-1 0 0 0,-1 0-1 0 0,-2 14 1 0 0,-3 1 383 0 0,-1-1 0 0 0,-1 1 0 0 0,-1-1 0 0 0,-1-1 0 0 0,0 1 0 0 0,-2-2 0 0 0,-17 24 0 0 0,0 3 1113 0 0,28-46-1397 0 0,10-2-171 0 0,-1 0 0 0 0,0-1 0 0 0,0-1 0 0 0,-1 1 0 0 0,1-1 0 0 0,0-1 0 0 0,10-6 0 0 0,4 0-1 0 0,67-29-419 0 0,77-36-2752 0 0,-112 47-1766 0 0,-2-4-3338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0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94 135 2460 0 0,'-35'-32'8496'0'0,"-15"-11"364"0"0,49 42-8376 0 0,0 0-447 0 0,0 1 0 0 0,1 0 1 0 0,-1-1-1 0 0,1 1 0 0 0,0 0 0 0 0,-1-1 0 0 0,1 1 1 0 0,-1-1-1 0 0,1 1 0 0 0,-1-1 0 0 0,1 1 0 0 0,0-1 0 0 0,0 0 1 0 0,-1 1-1 0 0,1-1 0 0 0,0 1 0 0 0,0-1 0 0 0,-1 0 1 0 0,3-1-19 0 0,0 0 0 0 0,-1 1 0 0 0,1-1 0 0 0,0 1 0 0 0,0 0 1 0 0,0-1-1 0 0,0 1 0 0 0,0 0 0 0 0,0 0 0 0 0,1 0 0 0 0,-1 1 0 0 0,0-1 1 0 0,0 0-1 0 0,5 0 0 0 0,42-5 37 0 0,-20 4-23 0 0,113-16-965 0 0,-52 14-6747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0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0 1908 0 0,'-89'88'16934'0'0,"88"-86"-16566"0"0,1-1 77 0 0,0-1-428 0 0,0 0 1 0 0,0 1-1 0 0,-1-1 0 0 0,1 0 0 0 0,0 0 1 0 0,0 1-1 0 0,0-1 0 0 0,0 0 1 0 0,0 0-1 0 0,0 1 0 0 0,0-1 0 0 0,0 0 1 0 0,0 0-1 0 0,0 1 0 0 0,0-1 1 0 0,0 0-1 0 0,0 0 0 0 0,0 1 0 0 0,0-1 1 0 0,0 0-1 0 0,0 0 0 0 0,0 1 0 0 0,0-1 1 0 0,0 0-1 0 0,1 0 0 0 0,-1 0 1 0 0,0 1-1 0 0,0-1 0 0 0,0 0 0 0 0,0 0 1 0 0,0 0-1 0 0,1 1 0 0 0,12 1 112 0 0,1 0-1 0 0,-1-1 1 0 0,1 0 0 0 0,-1-1-1 0 0,17-2 1 0 0,71-11-1998 0 0,-86 10 1373 0 0,63-12-3591 0 0,-28 0-1811 0 0,-21 5-345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1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152 179 2376 0 0,'0'-3'2268'0'0,"9"-68"8945"0"0,-7 37-7596 0 0,-1 24-2447 0 0,-1-1-1 0 0,1 0 1 0 0,-3-18-1 0 0,1 28-938 0 0,0-7 892 0 0,-2 39-34 0 0,-1 1 0 0 0,-1-1 0 0 0,-14 46 1 0 0,8-36-733 0 0,8-26-321 0 0,-70 303-398 0 0,47-158-4564 0 0,12 3-6555 0 0,12-106 398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3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43 8 0 0,'-4'-12'5177'0'0,"3"11"-5023"0"0,1 0 1 0 0,0 0-1 0 0,0 0 0 0 0,-1 0 1 0 0,1 0-1 0 0,0 0 1 0 0,0 0-1 0 0,0 0 1 0 0,0 0-1 0 0,0 0 0 0 0,0 0 1 0 0,1 1-1 0 0,-1-1 1 0 0,0 0-1 0 0,0 0 0 0 0,1 0 1 0 0,-1 0-1 0 0,1 0 1 0 0,-1 0-1 0 0,1 0 1 0 0,-1 0-1 0 0,1 1 0 0 0,0-2 1 0 0,0 1-8 0 0,0 0-129 0 0,0 0 1 0 0,0 1-1 0 0,-1-1 0 0 0,1 1 1 0 0,0-1-1 0 0,0 1 0 0 0,0-1 0 0 0,0 1 1 0 0,0 0-1 0 0,0-1 0 0 0,0 1 0 0 0,0 0 1 0 0,0 0-1 0 0,0 0 0 0 0,0-1 1 0 0,0 1-1 0 0,0 0 0 0 0,0 1 0 0 0,1-1 1 0 0,23 1 157 0 0,-22 1-158 0 0,0 0 1 0 0,-1 0-1 0 0,1 0 0 0 0,-1 0 0 0 0,1 0 0 0 0,-1 1 0 0 0,0-1 1 0 0,0 1-1 0 0,0-1 0 0 0,0 1 0 0 0,-1 0 0 0 0,1 0 0 0 0,-1 0 1 0 0,0 0-1 0 0,1 0 0 0 0,-1 0 0 0 0,-1 0 0 0 0,1 0 0 0 0,0 0 1 0 0,0 5-1 0 0,1 11 5 0 0,0-1 0 0 0,-2 25 0 0 0,0-32-14 0 0,0-10 29 0 0,0 25 1828 0 0,1-15-1250 0 0,-2 1 3259 0 0,1-12-3820 0 0,0 0 1 0 0,-1 1 0 0 0,1-1 0 0 0,0 0 0 0 0,0 0-1 0 0,-1 0 1 0 0,1 1 0 0 0,0-1 0 0 0,0 0 0 0 0,-1 0-1 0 0,1 0 1 0 0,0 0 0 0 0,-1 0 0 0 0,1 1 0 0 0,0-1-1 0 0,0 0 1 0 0,-1 0 0 0 0,1 0 0 0 0,0 0 0 0 0,-1 0 0 0 0,1 0-1 0 0,0 0 1 0 0,-1 0 0 0 0,1 0 0 0 0,0 0 0 0 0,-1 0-1 0 0,1 0 1 0 0,0-1 0 0 0,0 1 0 0 0,-1 0 0 0 0,0 0-1 0 0,-1-1-28 0 0,-31-10 504 0 0,-4 2 852 0 0,20 7-1328 0 0,7 2-51 0 0,8 0 35 0 0,2-1-122 0 0,0 0 83 0 0,0 1-1 0 0,1-1 1 0 0,-1 1-1 0 0,0-1 1 0 0,1 0 0 0 0,-1 1-1 0 0,1-1 1 0 0,-1 1-1 0 0,1-1 1 0 0,-1 1 0 0 0,1-1-1 0 0,-1 1 1 0 0,1-1-1 0 0,0 1 1 0 0,-1-1-1 0 0,1 1 1 0 0,0 0 0 0 0,-1-1-1 0 0,1 1 1 0 0,0 0-1 0 0,-1 0 1 0 0,1 0 0 0 0,0-1-1 0 0,0 1 1 0 0,-1 0-1 0 0,1 0 1 0 0,0 0 0 0 0,1 0-1 0 0,4-1 0 0 0,263-56 7 0 0,-264 56-4 0 0,60-13 12 0 0,-25 8-1145 0 0,-38 6 531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4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166 120 1596 0 0,'-23'-49'10368'0'0,"2"3"-4817"0"0,20 45-5339 0 0,1 0-194 0 0,0 0 0 0 0,0 0 1 0 0,0 1-1 0 0,1-1 0 0 0,-1 0 0 0 0,0 1 0 0 0,0-1 0 0 0,0 0 1 0 0,1 1-1 0 0,-1-1 0 0 0,1 0 0 0 0,-1 1 0 0 0,0-1 1 0 0,1 0-1 0 0,-1 1 0 0 0,1-1 0 0 0,-1 1 0 0 0,1-1 1 0 0,-1 1-1 0 0,1-1 0 0 0,0 1 0 0 0,-1 0 0 0 0,2-1 0 0 0,21-6 143 0 0,-16 6-149 0 0,0 1 1 0 0,0 0 0 0 0,0 0-1 0 0,0 0 1 0 0,8 3 0 0 0,-1-1 5 0 0,-1 2 0 0 0,1-1 0 0 0,-1 2 0 0 0,0 0 0 0 0,14 7 1 0 0,-24-10-14 0 0,-1-1 1 0 0,1 1-1 0 0,0 0 1 0 0,-1 0 0 0 0,0 0-1 0 0,1 0 1 0 0,-1 0-1 0 0,0 0 1 0 0,0 1 0 0 0,0-1-1 0 0,-1 1 1 0 0,1-1 0 0 0,0 1-1 0 0,-1 0 1 0 0,0 0-1 0 0,0-1 1 0 0,0 1 0 0 0,0 0-1 0 0,0 0 1 0 0,0 0-1 0 0,-1 0 1 0 0,1 0 0 0 0,-1 0-1 0 0,0 1 1 0 0,0-1 0 0 0,0 0-1 0 0,-1 0 1 0 0,1 0-1 0 0,-2 5 1 0 0,-2 5 5 0 0,0-1 0 0 0,0 1 0 0 0,-1-1 0 0 0,-1-1 0 0 0,-10 17 0 0 0,-42 53 7 0 0,36-53-47 0 0,21-27 6 0 0,2 1 21 0 0,-1 0 0 0 0,1 0 1 0 0,0 0-1 0 0,1 0 0 0 0,-1-1 0 0 0,0 1 0 0 0,0 0 1 0 0,1-1-1 0 0,-1 1 0 0 0,1-1 0 0 0,-1 0 0 0 0,1 1 1 0 0,2 0-1 0 0,29 18-30 0 0,-10-7 22 0 0,-12-5 146 0 0,1 1 1 0 0,-1 0-1 0 0,-1 0 1 0 0,0 1-1 0 0,0 0 0 0 0,-1 1 1 0 0,15 22-1 0 0,-21-28-80 0 0,-1 0-1 0 0,1 0 0 0 0,-1 0 1 0 0,0 1-1 0 0,0-1 1 0 0,0 1-1 0 0,-1-1 0 0 0,0 1 1 0 0,0 0-1 0 0,0-1 1 0 0,-1 1-1 0 0,0 0 0 0 0,0 0 1 0 0,0-1-1 0 0,-1 1 1 0 0,0 0-1 0 0,0-1 0 0 0,-1 1 1 0 0,1-1-1 0 0,-1 1 1 0 0,-5 9-1 0 0,3-6 76 0 0,-1-1 1 0 0,-1 1-1 0 0,0-1 0 0 0,0 0 1 0 0,-1 0-1 0 0,1-1 0 0 0,-2 0 1 0 0,1 0-1 0 0,-1 0 0 0 0,0-1 1 0 0,0 0-1 0 0,-1-1 1 0 0,0 0-1 0 0,0 0 0 0 0,0-1 1 0 0,-16 5-1 0 0,13-6-78 0 0,0 0 1 0 0,0-1 0 0 0,-1 0-1 0 0,1-1 1 0 0,0 0-1 0 0,-1-1 1 0 0,1 0-1 0 0,-1-1 1 0 0,1 0-1 0 0,0-1 1 0 0,-1-1-1 0 0,1 0 1 0 0,-12-5-1 0 0,18 6-222 0 0,1 0 0 0 0,0 0-1 0 0,0-1 1 0 0,0 1 0 0 0,0-1 0 0 0,0 0-1 0 0,1-1 1 0 0,0 1 0 0 0,-8-9 0 0 0,10 11-56 0 0,1-1 0 0 0,0 0 0 0 0,0 0 0 0 0,0 0 0 0 0,0 0 0 0 0,0 0 0 0 0,0 0 0 0 0,1 0 0 0 0,-1 0 0 0 0,1 0 0 0 0,-1 0 0 0 0,1-1 0 0 0,0 1 1 0 0,0 0-1 0 0,0 0 0 0 0,0 0 0 0 0,0 0 0 0 0,1-1 0 0 0,-1 1 0 0 0,1 0 0 0 0,-1 0 0 0 0,1 0 0 0 0,0 0 0 0 0,-1 0 0 0 0,1 0 0 0 0,0 0 0 0 0,3-3 0 0 0,0-2-1113 0 0,1 0-1 0 0,-1 1 1 0 0,1 0-1 0 0,1 0 1 0 0,8-7-1 0 0,5-4-4169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5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1848 0 0,'9'-9'7099'0'0,"10"-8"-1576"0"0,-18 16-5134 0 0,2 1-75 0 0,4 0-253 0 0,0 1 0 0 0,0 0-1 0 0,0 0 1 0 0,-1 1 0 0 0,1 0-1 0 0,0 0 1 0 0,-1 1 0 0 0,0-1-1 0 0,0 1 1 0 0,1 1 0 0 0,-2-1-1 0 0,1 1 1 0 0,0 0 0 0 0,-1 0-1 0 0,0 1 1 0 0,0 0 0 0 0,0 0-1 0 0,0 0 1 0 0,4 7 0 0 0,-5-7-24 0 0,-1-1 0 0 0,0 1 0 0 0,0 0 1 0 0,-1 0-1 0 0,1 1 0 0 0,-1-1 0 0 0,0 1 1 0 0,0-1-1 0 0,-1 1 0 0 0,0 0 0 0 0,0-1 0 0 0,0 1 1 0 0,-1 0-1 0 0,1 0 0 0 0,-1-1 0 0 0,-1 1 1 0 0,1 0-1 0 0,-1 0 0 0 0,0 0 0 0 0,0-1 1 0 0,-1 1-1 0 0,0-1 0 0 0,-3 8 0 0 0,-5 5 352 0 0,-1-1 0 0 0,0 0-1 0 0,-15 16 1 0 0,23-29-234 0 0,2-3 142 0 0,3-3-260 0 0,142-162 116 0 0,-78 92-114 0 0,26-37 2160 0 0,-90 107-2069 0 0,-4-1 24 0 0,2 3-150 0 0,0 0 0 0 0,0 0 0 0 0,0 0-1 0 0,0-1 1 0 0,0 1 0 0 0,0 0 0 0 0,0 0 0 0 0,0 0-1 0 0,0-1 1 0 0,0 1 0 0 0,0 0 0 0 0,0 0 0 0 0,0 0-1 0 0,0 0 1 0 0,0-1 0 0 0,0 1 0 0 0,0 0 0 0 0,0 0-1 0 0,0 0 1 0 0,-1 0 0 0 0,1 0 0 0 0,0-1 0 0 0,0 1 0 0 0,0 0-1 0 0,0 0 1 0 0,0 0 0 0 0,0 0 0 0 0,-1 0 0 0 0,1 0-1 0 0,0 0 1 0 0,0 0 0 0 0,0 0 0 0 0,0-1 0 0 0,-1 1-1 0 0,1 0 1 0 0,0 0 0 0 0,0 0 0 0 0,0 0 0 0 0,0 0-1 0 0,-1 0 1 0 0,1 0 0 0 0,0 0 0 0 0,0 0 0 0 0,-8 3 8 0 0,1 0 1 0 0,0 0 0 0 0,1 0 0 0 0,-1 1 0 0 0,0 0-1 0 0,1 0 1 0 0,0 1 0 0 0,0 0 0 0 0,0 0-1 0 0,1 0 1 0 0,0 1 0 0 0,-5 5 0 0 0,1 1-10 0 0,0-1 0 0 0,1 1 0 0 0,0 1 0 0 0,1-1 0 0 0,-9 24 0 0 0,12-27-151 0 0,2 0 0 0 0,-1 1 0 0 0,1 0 0 0 0,1-1-1 0 0,-1 1 1 0 0,2 0 0 0 0,-1 0 0 0 0,2 0 0 0 0,-1 0 0 0 0,1 0 0 0 0,1-1 0 0 0,-1 1 0 0 0,5 10 0 0 0,-4-14-297 0 0,0 0 0 0 0,1 0 0 0 0,0 0 1 0 0,0-1-1 0 0,0 1 0 0 0,1-1 0 0 0,0 0 0 0 0,0 0 0 0 0,5 5 1 0 0,-4-6-343 0 0,0 0 0 0 0,-1 0-1 0 0,2-1 1 0 0,-1 0 0 0 0,0 0 0 0 0,1 0 0 0 0,-1 0 0 0 0,1-1 0 0 0,0 0 0 0 0,9 2 0 0 0,7 0-3981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5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64 788 0 0,'18'-23'10458'0'0,"7"-17"-3366"0"0,-25 46-6583 0 0,-4 13-96 0 0,-19 37 566 0 0,-45 79 1 0 0,42-87-2372 0 0,2 1-1 0 0,-23 65 1 0 0,39-82-1197 0 0,7-11-2787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5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0 153 932 0 0,'1'-6'2950'0'0,"3"-38"9660"0"0,-3 29-10466 0 0,0 13-2094 0 0,-1 1 0 0 0,1 0 0 0 0,0 0-1 0 0,0 0 1 0 0,0 0 0 0 0,0 0 0 0 0,0 0-1 0 0,0 0 1 0 0,0 1 0 0 0,1-1-1 0 0,-1 0 1 0 0,0 0 0 0 0,0 1 0 0 0,1-1-1 0 0,-1 1 1 0 0,0-1 0 0 0,1 1 0 0 0,-1 0-1 0 0,0-1 1 0 0,1 1 0 0 0,2 0 0 0 0,37-2 62 0 0,-33 2-15 0 0,88-2-710 0 0,113-18 1 0 0,-190 17-460 0 0,-1 0 1 0 0,20-7-1 0 0,-30 7-360 0 0,0 0 0 0 0,-1 0 0 0 0,1-1 0 0 0,6-5-1 0 0,0-1-4502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5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23 2176 0 0,'-2'-1'2590'0'0,"-2"-1"-1989"0"0,-26-13 8295 0 0,20 12-8083 0 0,8 2-244 0 0,-11 10 1004 0 0,7-3-1189 0 0,1 0 0 0 0,0 1 0 0 0,0-1 1 0 0,0 1-1 0 0,1 1 0 0 0,0-1 0 0 0,0 0 0 0 0,1 1 0 0 0,-5 16 0 0 0,-1 8-13 0 0,-4 39-1 0 0,5-26-55 0 0,-31 169-634 0 0,17-70-6664 0 0,18-113 332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6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0 102 1028 0 0,'9'-16'3827'0'0,"-4"5"-1893"0"0,1 0 0 0 0,0 1 0 0 0,12-15 0 0 0,-16 23-1761 0 0,1-1-1 0 0,-1 1 1 0 0,0 0-1 0 0,1 0 1 0 0,0-1-1 0 0,-1 2 1 0 0,1-1-1 0 0,0 0 1 0 0,0 0-1 0 0,0 1 1 0 0,0 0-1 0 0,0 0 1 0 0,0 0-1 0 0,1 0 1 0 0,-1 0-1 0 0,0 0 1 0 0,0 1-1 0 0,5-1 1 0 0,-1 1-130 0 0,0 1-1 0 0,0-1 1 0 0,0 1 0 0 0,-1 1 0 0 0,1-1-1 0 0,0 1 1 0 0,0 0 0 0 0,-1 0 0 0 0,1 1-1 0 0,-1 0 1 0 0,0 0 0 0 0,0 1 0 0 0,0 0-1 0 0,0 0 1 0 0,-1 0 0 0 0,1 1 0 0 0,-1-1-1 0 0,0 1 1 0 0,-1 0 0 0 0,1 1 0 0 0,-1-1-1 0 0,0 1 1 0 0,0 0 0 0 0,-1 0 0 0 0,1 0-1 0 0,-2 1 1 0 0,1-1 0 0 0,-1 1 0 0 0,1-1-1 0 0,1 12 1 0 0,-3-9-16 0 0,-1 1-1 0 0,1-1 0 0 0,-1 0 1 0 0,-1 0-1 0 0,0 0 1 0 0,0 0-1 0 0,-1 0 0 0 0,0 0 1 0 0,0 0-1 0 0,-1-1 1 0 0,-1 1-1 0 0,1-1 0 0 0,-1 1 1 0 0,-6 8-1 0 0,2-6 8 0 0,1 0 0 0 0,-2 0 0 0 0,1-1 0 0 0,-2-1 0 0 0,1 1 0 0 0,-1-1 0 0 0,-1-1 0 0 0,1 0 0 0 0,-15 8 0 0 0,23-15-24 0 0,0 0 1 0 0,1 0-1 0 0,-1 0 1 0 0,0 0-1 0 0,0-1 1 0 0,0 1-1 0 0,0 0 1 0 0,0-1-1 0 0,0 1 1 0 0,0-1-1 0 0,0 0 1 0 0,0 1-1 0 0,0-1 1 0 0,0 0-1 0 0,-2-1 1 0 0,9-13-14 0 0,8-6 1 0 0,1 1 0 0 0,0 0 0 0 0,1 1 0 0 0,1 1-1 0 0,24-20 1 0 0,15-18 32 0 0,-2 0 21 0 0,34-40 2720 0 0,-86 94-2733 0 0,0 0 0 0 0,-1 0 0 0 0,1 0 0 0 0,0-1 0 0 0,0 1 0 0 0,-1 0-1 0 0,1 0 1 0 0,-1 0 0 0 0,1-1 0 0 0,-1 1 0 0 0,1 0 0 0 0,-1-1 0 0 0,0-1 0 0 0,0 3-30 0 0,0-1-1 0 0,0 1 1 0 0,0-1 0 0 0,0 1-1 0 0,0-1 1 0 0,0 1 0 0 0,0-1 0 0 0,-1 1-1 0 0,1 0 1 0 0,0-1 0 0 0,0 1-1 0 0,0-1 1 0 0,-1 1 0 0 0,1 0-1 0 0,0-1 1 0 0,-1 1 0 0 0,1 0-1 0 0,0-1 1 0 0,-1 1 0 0 0,1 0 0 0 0,0 0-1 0 0,-1-1 1 0 0,1 1 0 0 0,-1 0-1 0 0,0 0 1 0 0,-1-1-3 0 0,0 0 0 0 0,0 1 0 0 0,-1 0 0 0 0,1-1 0 0 0,0 1 0 0 0,0 0 0 0 0,-1 0 0 0 0,1 1 0 0 0,0-1 0 0 0,0 0 0 0 0,0 1 0 0 0,-1-1 0 0 0,-1 2 0 0 0,-15 5-5 0 0,0 1 0 0 0,1 1 0 0 0,0 1 0 0 0,1 0 0 0 0,0 1 0 0 0,-27 24 0 0 0,36-29 5 0 0,0 2-1 0 0,1-1 1 0 0,0 1-1 0 0,0 0 1 0 0,1 1 0 0 0,0-1-1 0 0,0 1 1 0 0,1 0-1 0 0,0 1 1 0 0,1-1 0 0 0,0 1-1 0 0,0 0 1 0 0,1 0-1 0 0,-3 18 1 0 0,6-22-126 0 0,0 0 0 0 0,0 0-1 0 0,0 0 1 0 0,1 0 0 0 0,0 0 0 0 0,0 0-1 0 0,1 0 1 0 0,-1 0 0 0 0,1 0 0 0 0,1-1-1 0 0,-1 1 1 0 0,1-1 0 0 0,0 1 0 0 0,0-1-1 0 0,0 0 1 0 0,1 0 0 0 0,0-1 0 0 0,0 1-1 0 0,0-1 1 0 0,6 5 0 0 0,2 1-1447 0 0,1-1 1 0 0,-1 0-1 0 0,1-1 1 0 0,1 0-1 0 0,0-1 1 0 0,27 10-1 0 0,-11-7-4313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6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54 1800 0 0,'-1'-2'2708'0'0,"-22"-37"9121"0"0,26 27-9818 0 0,-2 12-1992 0 0,-1 0 1 0 0,1 0-1 0 0,0 0 0 0 0,-1 0 0 0 0,1 0 0 0 0,0 0 0 0 0,-1 0 1 0 0,1 0-1 0 0,0 0 0 0 0,-1 0 0 0 0,1 0 0 0 0,0 1 0 0 0,-1-1 1 0 0,1 0-1 0 0,0 0 0 0 0,-1 1 0 0 0,1-1 0 0 0,-1 1 0 0 0,1-1 0 0 0,-1 0 1 0 0,1 1-1 0 0,-1-1 0 0 0,1 1 0 0 0,-1-1 0 0 0,1 2 0 0 0,3 1 0 0 0,-1 0-1 0 0,0 0 0 0 0,0 0 0 0 0,-1 0 0 0 0,1 1 1 0 0,-1-1-1 0 0,1 1 0 0 0,-1 0 0 0 0,0 0 1 0 0,-1 0-1 0 0,1 0 0 0 0,-1 0 0 0 0,0 0 0 0 0,2 8 1 0 0,-3-6 6 0 0,1 0 0 0 0,-1 0 0 0 0,-1 0 1 0 0,1 0-1 0 0,-1 0 0 0 0,0 0 1 0 0,-1 0-1 0 0,1 0 0 0 0,-1-1 0 0 0,-4 10 1 0 0,-11 17 77 0 0,-1-1 1 0 0,-2 0-1 0 0,-1-2 1 0 0,-41 45 0 0 0,33-40-1 0 0,29-34-100 0 0,0 1 1 0 0,-1-1-1 0 0,1 0 0 0 0,0 0 0 0 0,0 0 0 0 0,-1 0 1 0 0,1 1-1 0 0,0-1 0 0 0,0 0 0 0 0,0 0 1 0 0,-1 0-1 0 0,1 1 0 0 0,0-1 0 0 0,0 0 0 0 0,0 1 1 0 0,0-1-1 0 0,-1 0 0 0 0,1 0 0 0 0,0 1 0 0 0,0-1 1 0 0,0 0-1 0 0,0 1 0 0 0,0-1 0 0 0,0 0 1 0 0,0 0-1 0 0,0 1 0 0 0,0-1 0 0 0,0 0 0 0 0,0 1 1 0 0,0-1-1 0 0,0 0 0 0 0,0 1 0 0 0,0-1 0 0 0,0 0 1 0 0,0 0-1 0 0,0 1 0 0 0,0-1 0 0 0,1 0 1 0 0,-1 1-1 0 0,0-1 0 0 0,0 0 0 0 0,0 0 0 0 0,0 1 1 0 0,1-1-1 0 0,-1 0 0 0 0,0 0 0 0 0,0 0 0 0 0,1 1 1 0 0,-1-1-1 0 0,0 0 0 0 0,0 0 0 0 0,1 0 1 0 0,-1 0-1 0 0,0 0 0 0 0,0 1 0 0 0,1-1 0 0 0,-1 0 1 0 0,0 0-1 0 0,1 0 0 0 0,-1 0 0 0 0,0 0 0 0 0,1 0 1 0 0,-1 0-1 0 0,0 0 0 0 0,1 0 0 0 0,-1 0 1 0 0,0 0-1 0 0,0 0 0 0 0,1 0 0 0 0,23-4 22 0 0,10-5-661 0 0,0-3 1 0 0,51-24 0 0 0,63-43-4290 0 0,-84 44 484 0 0,0-1-2152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6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18 3260 0 0,'-52'-3'10655'0'0,"49"2"-9649"0"0,-27-1 1893 0 0,27 1-2372 0 0,21 0-47 0 0,79-1-2434 0 0,-31-3-6294 0 0,-48 3 2027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6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4 3040 0 0,'-109'41'12758'0'0,"98"-38"-11771"0"0,9-2-468 0 0,196-5-159 0 0,-152 0-3630 0 0,0-1-1 0 0,65-17 0 0 0,-64 9-2177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7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286 117 908 0 0,'-14'-16'3914'0'0,"-22"-27"6134"0"0,20 15-6686 0 0,16 28-3326 0 0,0-1 1 0 0,-1 0-1 0 0,1 1 1 0 0,0-1 0 0 0,0 0-1 0 0,0 1 1 0 0,0-1 0 0 0,1 0-1 0 0,-1 1 1 0 0,0-1-1 0 0,0 0 1 0 0,0 1 0 0 0,0-1-1 0 0,1 0 1 0 0,-1 1-1 0 0,0-1 1 0 0,1 1 0 0 0,-1-1-1 0 0,0 1 1 0 0,1-1-1 0 0,-1 1 1 0 0,1-1 0 0 0,-1 1-1 0 0,1-1 1 0 0,-1 1-1 0 0,1-1 1 0 0,0 0 0 0 0,20-9 419 0 0,-16 9-431 0 0,0 0 0 0 0,0 1 0 0 0,0 0 0 0 0,0 0 0 0 0,0 0 0 0 0,0 0 0 0 0,0 1 0 0 0,0-1 0 0 0,0 1 0 0 0,0 1 0 0 0,-1-1 0 0 0,1 1 0 0 0,8 3 0 0 0,-11-4-18 0 0,1 1 0 0 0,0-1 0 0 0,-1 1 0 0 0,1 0 0 0 0,-1 0 0 0 0,0 0 1 0 0,0 0-1 0 0,0 0 0 0 0,0 0 0 0 0,0 0 0 0 0,0 1 0 0 0,0-1 0 0 0,-1 1 0 0 0,1 0 0 0 0,-1-1 0 0 0,0 1 0 0 0,1 0 0 0 0,-1 0 0 0 0,-1 0 0 0 0,1-1 0 0 0,0 1 0 0 0,-1 0 0 0 0,1 0 0 0 0,-1 0 0 0 0,0 5 0 0 0,-1-1 13 0 0,0 0 0 0 0,-1-1 0 0 0,1 1 0 0 0,-1-1 0 0 0,0 1 0 0 0,-1-1 1 0 0,0 0-1 0 0,0 1 0 0 0,0-1 0 0 0,-8 10 0 0 0,-4 3 46 0 0,-29 29-1 0 0,26-29-47 0 0,-20 15 23 0 0,28-26-14 0 0,1 1 0 0 0,0-1 0 0 0,-10 14 0 0 0,15-17-11 0 0,-3 8 93 0 0,8-13-106 0 0,-1 1 0 0 0,1-1 0 0 0,-1 1 0 0 0,0 0 1 0 0,1-1-1 0 0,-1 1 0 0 0,1-1 0 0 0,0 0 0 0 0,-1 1 0 0 0,1-1 0 0 0,-1 1 0 0 0,1-1 0 0 0,0 0 0 0 0,-1 0 0 0 0,1 1 0 0 0,0-1 0 0 0,-1 0 0 0 0,1 0 0 0 0,0 0 1 0 0,-1 0-1 0 0,1 1 0 0 0,0-1 0 0 0,0 0 0 0 0,-1 0 0 0 0,2-1 0 0 0,44 7 134 0 0,88 16 125 0 0,-118-18-231 0 0,0 1-1 0 0,0 0 0 0 0,-1 1 1 0 0,0 1-1 0 0,0 1 1 0 0,20 13-1 0 0,-25-14 65 0 0,-1 0 1 0 0,-1 0-1 0 0,1 1 0 0 0,-1 0 1 0 0,0 0-1 0 0,-1 1 0 0 0,0 0 1 0 0,0 1-1 0 0,5 10 0 0 0,-10-16 17 0 0,0-1 0 0 0,-1 1 0 0 0,1 0-1 0 0,-1 0 1 0 0,0 0 0 0 0,0 0 0 0 0,0 0 0 0 0,-1 0 0 0 0,1 0 0 0 0,-1 0-1 0 0,0 0 1 0 0,0 0 0 0 0,0 0 0 0 0,-1 0 0 0 0,0 0 0 0 0,1 0-1 0 0,-1 0 1 0 0,-1 0 0 0 0,1 0 0 0 0,0 0 0 0 0,-1-1 0 0 0,0 1-1 0 0,0 0 1 0 0,0-1 0 0 0,0 0 0 0 0,-1 1 0 0 0,0-1 0 0 0,-5 5-1 0 0,-3 2 100 0 0,-1 0-1 0 0,0-1 0 0 0,0-1 0 0 0,-1 0 1 0 0,-1 0-1 0 0,1-1 0 0 0,-1-1 0 0 0,-15 5 1 0 0,-119 28 564 0 0,131-35-675 0 0,0-2 0 0 0,0 1 0 0 0,-1-2 0 0 0,-30-1 0 0 0,40-1-506 0 0,-1 0 0 0 0,1 0 0 0 0,0-1 0 0 0,0 0 0 0 0,0 0 0 0 0,1-1 0 0 0,-1 0 0 0 0,1 0 0 0 0,-1-1 0 0 0,1 0 0 0 0,0-1 0 0 0,-7-5 0 0 0,-16-17-4557 0 0,11 6-1432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8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83 1596 0 0,'1'-3'1661'0'0,"1"-3"-1092"0"0,1 0-1 0 0,0 1 1 0 0,1-1 0 0 0,-1 1 0 0 0,1-1 0 0 0,0 1-1 0 0,0 0 1 0 0,1 1 0 0 0,0-1 0 0 0,0 1-1 0 0,6-5 1 0 0,-9 8-538 0 0,0-1 0 0 0,0 1 0 0 0,0-1 0 0 0,1 1 0 0 0,-1 0 0 0 0,0 0 0 0 0,1 0 0 0 0,-1 0 0 0 0,1 1-1 0 0,-1-1 1 0 0,1 1 0 0 0,-1-1 0 0 0,1 1 0 0 0,-1 0 0 0 0,1 0 0 0 0,-1 0 0 0 0,1 0 0 0 0,0 0 0 0 0,-1 1 0 0 0,1-1 0 0 0,-1 1 0 0 0,1 0 0 0 0,-1 0 0 0 0,0 0 0 0 0,1 0-1 0 0,-1 0 1 0 0,0 0 0 0 0,0 0 0 0 0,1 1 0 0 0,-1-1 0 0 0,0 1 0 0 0,2 2 0 0 0,0 0-15 0 0,-1 0 0 0 0,0 0 0 0 0,0 0 0 0 0,0 1 1 0 0,0-1-1 0 0,0 1 0 0 0,-1-1 0 0 0,0 1 0 0 0,0 0 0 0 0,0 0 0 0 0,-1 0 0 0 0,2 7 0 0 0,-2-3 15 0 0,-1-1 0 0 0,1 0-1 0 0,-1 1 1 0 0,-1-1-1 0 0,0 1 1 0 0,0-1-1 0 0,-2 10 1 0 0,-3-1 39 0 0,1 1 0 0 0,-2-1 0 0 0,0 0 0 0 0,-1-1 1 0 0,-1 0-1 0 0,-17 23 0 0 0,2-8 327 0 0,-1-2 0 0 0,-1-1 0 0 0,-40 32 0 0 0,64-58-272 0 0,2-2-112 0 0,-1 1 0 0 0,1-1 0 0 0,0 0 0 0 0,-1 1 0 0 0,1-1 0 0 0,-1 0 0 0 0,1 0 0 0 0,-1 1 0 0 0,1-1 0 0 0,-1 0 0 0 0,1 0 0 0 0,-1 0 0 0 0,0 0 0 0 0,1 0 0 0 0,-1 0 0 0 0,1 0 0 0 0,-2 0 0 0 0,4-7 14 0 0,0 0 0 0 0,1 0-1 0 0,-1 1 1 0 0,1-1 0 0 0,1 0 0 0 0,4-8 0 0 0,30-39-14 0 0,-32 47-10 0 0,199-245-5 0 0,-151 185 838 0 0,-53 65-639 0 0,-4 3-155 0 0,-5 3-23 0 0,0 1 0 0 0,0-1 0 0 0,1 1 0 0 0,-1 1 0 0 0,1 0 1 0 0,-10 10-1 0 0,-41 47 21 0 0,43-45-22 0 0,-3 3-20 0 0,-27 40 1 0 0,41-54 9 0 0,0 0 0 0 0,0 0 0 0 0,0 1 0 0 0,1 0 0 0 0,0-1 0 0 0,0 1 0 0 0,1 0 0 0 0,0 0 0 0 0,1 1 0 0 0,-2 9 0 0 0,3-15-8 0 0,1 0 0 0 0,-1-1-1 0 0,0 1 1 0 0,1-1 0 0 0,0 0 0 0 0,-1 1-1 0 0,1-1 1 0 0,0 1 0 0 0,0-1-1 0 0,1 0 1 0 0,-1 0 0 0 0,0 0-1 0 0,1 0 1 0 0,-1 0 0 0 0,1 0-1 0 0,0 0 1 0 0,-1 0 0 0 0,1 0-1 0 0,0-1 1 0 0,0 1 0 0 0,0-1 0 0 0,1 1-1 0 0,-1-1 1 0 0,0 0 0 0 0,0 0-1 0 0,1 0 1 0 0,-1 0 0 0 0,0 0-1 0 0,5 0 1 0 0,7 2-266 0 0,0 0 1 0 0,0-1-1 0 0,0-1 1 0 0,15 0-1 0 0,-19-1-90 0 0,32 0-3275 0 0,47-7 0 0 0,-55 4-559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8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4 2932 0 0,'15'-4'12437'0'0,"-15"4"-12383"0"0,1 0 0 0 0,-1 0-1 0 0,1 0 1 0 0,-1 0 0 0 0,1 0 0 0 0,-1 0 0 0 0,1 0 0 0 0,-1 1 0 0 0,1-1 0 0 0,-1 0 0 0 0,1 0 0 0 0,-1 0 0 0 0,1 1-1 0 0,-1-1 1 0 0,1 0 0 0 0,-1 0 0 0 0,0 1 0 0 0,1-1 0 0 0,-1 0 0 0 0,1 1 0 0 0,-1-1 0 0 0,0 0 0 0 0,1 1-1 0 0,-1-1 1 0 0,0 1 0 0 0,0-1 0 0 0,1 1 0 0 0,-1-1 0 0 0,0 1 0 0 0,0-1 0 0 0,0 0 0 0 0,1 1 0 0 0,-1-1 0 0 0,0 1-1 0 0,0-1 1 0 0,0 1 0 0 0,0 0 0 0 0,0-1 0 0 0,0 1 0 0 0,0-1 0 0 0,0 1 0 0 0,0-1 0 0 0,0 1 0 0 0,-1-1-1 0 0,1 1 1 0 0,0-1 0 0 0,0 1 0 0 0,0-1 0 0 0,-1 1 0 0 0,-11 37 989 0 0,7-24-831 0 0,-36 100 492 0 0,20-60-1658 0 0,-16 70 0 0 0,35-116 287 0 0,-6 31-1922 0 0,9-16-3941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9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1 143 1772 0 0,'5'-7'2211'0'0,"17"-28"7446"0"0,-11 14-6948 0 0,-8 18-2591 0 0,0-1 1 0 0,-1 1-1 0 0,1 0 0 0 0,0 0 1 0 0,0 0-1 0 0,1 1 1 0 0,-1-1-1 0 0,1 1 0 0 0,-1 0 1 0 0,1 0-1 0 0,0 0 0 0 0,-1 0 1 0 0,8-2-1 0 0,-2 1-21 0 0,10-5-120 0 0,0 2 0 0 0,0 0 0 0 0,0 1 0 0 0,1 1 0 0 0,20-2 0 0 0,-1 3-3388 0 0,63 3-1 0 0,-85 1-193 0 0,-4 1-1528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9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0 188 0 0,'-85'74'13798'0'0,"74"-61"-12058"0"0,11-13-1718 0 0,0 1 1 0 0,0-1-1 0 0,0 0 0 0 0,0 0 0 0 0,0 0 0 0 0,0 1 0 0 0,0-1 0 0 0,0 0 1 0 0,0 0-1 0 0,0 1 0 0 0,1-1 0 0 0,-1 0 0 0 0,0 0 0 0 0,0 0 1 0 0,0 0-1 0 0,0 1 0 0 0,0-1 0 0 0,0 0 0 0 0,1 0 0 0 0,-1 0 0 0 0,0 0 1 0 0,0 1-1 0 0,0-1 0 0 0,0 0 0 0 0,1 0 0 0 0,-1 0 0 0 0,0 0 0 0 0,0 0 1 0 0,0 0-1 0 0,1 0 0 0 0,-1 0 0 0 0,0 0 0 0 0,0 0 0 0 0,1 0 1 0 0,-1 0-1 0 0,0 0 0 0 0,28-1 301 0 0,-24 1-277 0 0,50-7-1276 0 0,74-20 0 0 0,-11-10-5728 0 0,-71 21 1865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29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136 121 668 0 0,'0'0'8735'0'0,"-14"14"-5339"0"0,3-3-2141 0 0,-9 9 32 0 0,0 0 0 0 0,-16 25-1 0 0,31-39-1229 0 0,2-1-1 0 0,-1 1 1 0 0,1-1-1 0 0,0 1 0 0 0,0 0 1 0 0,0 0-1 0 0,1 1 1 0 0,0-1-1 0 0,0 0 0 0 0,1 1 1 0 0,0 0-1 0 0,0-1 1 0 0,0 1-1 0 0,1 10 0 0 0,0-13-31 0 0,1 0-1 0 0,0 0 1 0 0,0-1-1 0 0,0 1 1 0 0,0 0-1 0 0,1-1 0 0 0,-1 1 1 0 0,1-1-1 0 0,0 1 1 0 0,0-1-1 0 0,0 0 1 0 0,1 0-1 0 0,-1 0 1 0 0,1 0-1 0 0,3 3 0 0 0,-1-2 4 0 0,0 0-1 0 0,0-1 0 0 0,0 0 0 0 0,1 0 0 0 0,0 0 1 0 0,-1 0-1 0 0,1-1 0 0 0,11 3 0 0 0,-4-2 12 0 0,1-1-1 0 0,-1 0 1 0 0,1-1-1 0 0,-1-1 1 0 0,1 0-1 0 0,0-1 1 0 0,25-4-1 0 0,-24 1-12 0 0,0 0-1 0 0,0-1 0 0 0,-1-1 0 0 0,0 0 0 0 0,0-1 1 0 0,-1 0-1 0 0,0-1 0 0 0,0-1 0 0 0,-1 0 0 0 0,22-21 0 0 0,-25 21 0 0 0,0-1-1 0 0,0 0 0 0 0,-1-1 0 0 0,-1 1 0 0 0,0-2 0 0 0,0 1 0 0 0,-1-1 0 0 0,-1 0 1 0 0,0 0-1 0 0,0 0 0 0 0,-1-1 0 0 0,-1 0 0 0 0,2-13 0 0 0,-4 21-6 0 0,0 0 0 0 0,-1-1 0 0 0,0 1 0 0 0,0 0 0 0 0,0 0 0 0 0,-1-1 0 0 0,0 1 1 0 0,0 0-1 0 0,0 0 0 0 0,0 0 0 0 0,-1 0 0 0 0,0 0 0 0 0,0 0 0 0 0,0 0 0 0 0,-1 1 0 0 0,0-1 0 0 0,0 1 0 0 0,0 0 0 0 0,0-1 0 0 0,-1 2 0 0 0,-5-7 0 0 0,2 5-27 0 0,0 0 0 0 0,0 1 0 0 0,0-1 1 0 0,-1 2-1 0 0,1-1 0 0 0,-1 1 0 0 0,0 0 0 0 0,0 0 0 0 0,0 1 0 0 0,-1 0 0 0 0,1 1 0 0 0,-16-1 1 0 0,7 1-373 0 0,-1 1 0 0 0,1 0 0 0 0,-1 2 1 0 0,-19 3-1 0 0,28-3-438 0 0,0 1 0 0 0,1-1 0 0 0,-17 9 1 0 0,20-9-109 0 0,0 1 0 0 0,0 0 0 0 0,0 1 1 0 0,1-1-1 0 0,-1 1 0 0 0,1 0 0 0 0,-4 4 0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30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504 0 2216 0 0,'-24'4'7414'0'0,"7"-1"-3051"0"0,15-3-3566 0 0,-22 9 1578 0 0,-41 90-934 0 0,-173 177-1611 0 0,130-155-8494 0 0,82-95 1296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30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41 184 1212 0 0,'-4'-3'1294'0'0,"0"1"-337"0"0,0 0-1 0 0,0 0 1 0 0,1-1 0 0 0,-1 0 0 0 0,1 0 0 0 0,-6-6-1 0 0,8 8-879 0 0,0 0 0 0 0,1 0 0 0 0,-1 0 0 0 0,0-1 0 0 0,1 1 0 0 0,0 0 0 0 0,-1 0 0 0 0,1-1 0 0 0,0 1 0 0 0,-1 0 0 0 0,1 0 0 0 0,0-1 0 0 0,0 1 0 0 0,0 0 0 0 0,0-1 0 0 0,1 1 0 0 0,-1 0 0 0 0,0 0 0 0 0,0-1 0 0 0,1 1 0 0 0,-1 0 0 0 0,1 0 0 0 0,-1-1 0 0 0,1 1 0 0 0,-1 0 0 0 0,1 0 0 0 0,0 0 0 0 0,0 0 0 0 0,1-1 0 0 0,1-3-23 0 0,1 1 1 0 0,0 1-1 0 0,0-1 1 0 0,1 0-1 0 0,-1 1 1 0 0,1 0-1 0 0,0 0 1 0 0,0 0-1 0 0,0 1 0 0 0,0 0 1 0 0,0 0-1 0 0,0 0 1 0 0,1 0-1 0 0,-1 1 1 0 0,0 0-1 0 0,1 0 0 0 0,0 1 1 0 0,-1-1-1 0 0,1 1 1 0 0,-1 0-1 0 0,7 1 1 0 0,-5 0 0 0 0,0-1 1 0 0,0 1 0 0 0,0 1 0 0 0,-1-1-1 0 0,1 1 1 0 0,-1 0 0 0 0,1 0-1 0 0,-1 1 1 0 0,0 0 0 0 0,0 0 0 0 0,0 1-1 0 0,0-1 1 0 0,-1 1 0 0 0,1 1 0 0 0,-1-1-1 0 0,0 1 1 0 0,6 6 0 0 0,-9-8 20 0 0,-1 1 1 0 0,1-1-1 0 0,-1 1 1 0 0,1 0-1 0 0,-1-1 0 0 0,0 1 1 0 0,0 0-1 0 0,-1 0 1 0 0,1 0-1 0 0,-1-1 0 0 0,0 1 1 0 0,0 0-1 0 0,0 0 1 0 0,0 0-1 0 0,-1 0 1 0 0,0 0-1 0 0,1-1 0 0 0,-1 1 1 0 0,-3 7-1 0 0,-2 3 165 0 0,0-1-1 0 0,0 1 0 0 0,-15 21 0 0 0,-3-3 522 0 0,-1-1 0 0 0,-45 43 0 0 0,69-72-474 0 0,2-5-235 0 0,9-10-24 0 0,0 0-1 0 0,1 0 1 0 0,0 1 0 0 0,1 0 0 0 0,24-17 0 0 0,-2 0-18 0 0,293-254 135 0 0,-311 267 393 0 0,-14 12-319 0 0,-11 6-189 0 0,-6 6-15 0 0,1 1 0 0 0,1 0 0 0 0,0 1 0 0 0,0 0 0 0 0,-19 22 0 0 0,17-19 9 0 0,1 1-15 0 0,0 0 0 0 0,1 1 0 0 0,1 0-1 0 0,0 0 1 0 0,-16 30 0 0 0,26-40-17 0 0,0-1 1 0 0,0 1-1 0 0,0 0 1 0 0,0 0-1 0 0,1 0 1 0 0,0 0-1 0 0,0 0 0 0 0,1 0 1 0 0,-1 0-1 0 0,1 1 1 0 0,1 7-1 0 0,-1-9-18 0 0,1 0 1 0 0,0-1-1 0 0,0 1 1 0 0,1-1-1 0 0,-1 1 0 0 0,1-1 1 0 0,0 0-1 0 0,0 1 1 0 0,0-1-1 0 0,0 0 1 0 0,1 0-1 0 0,-1-1 0 0 0,1 1 1 0 0,-1 0-1 0 0,1-1 1 0 0,0 0-1 0 0,0 1 0 0 0,4 1 1 0 0,4 3-512 0 0,1-1 0 0 0,1 0 0 0 0,-1-1 0 0 0,1 0 0 0 0,0 0 0 0 0,19 3 0 0 0,-16-5-1975 0 0,0-1 0 0 0,27 0 0 0 0,-15-3-3384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31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44 304 0 0,'11'-22'9833'0'0,"-10"20"-9695"0"0,-1 1 0 0 0,1 0 0 0 0,0 0-1 0 0,-1-1 1 0 0,1 1 0 0 0,0 0 0 0 0,0 0 0 0 0,0 0 0 0 0,0 0 0 0 0,0 0 0 0 0,0 0-1 0 0,0 0 1 0 0,0 0 0 0 0,0 0 0 0 0,1 1 0 0 0,-1-1 0 0 0,0 0 0 0 0,0 1-1 0 0,1-1 1 0 0,-1 1 0 0 0,0-1 0 0 0,1 1 0 0 0,-1 0 0 0 0,1-1 0 0 0,-1 1 0 0 0,0 0-1 0 0,1 0 1 0 0,-1 0 0 0 0,1 0 0 0 0,-1 0 0 0 0,0 1 0 0 0,3-1 0 0 0,-1 1-70 0 0,-1-1 1 0 0,1 1-1 0 0,-1 0 0 0 0,1 0 1 0 0,-1-1-1 0 0,1 2 1 0 0,-1-1-1 0 0,1 0 0 0 0,-1 0 1 0 0,0 1-1 0 0,0-1 1 0 0,0 1-1 0 0,0 0 0 0 0,0 0 1 0 0,0 0-1 0 0,0-1 1 0 0,0 2-1 0 0,-1-1 1 0 0,1 0-1 0 0,-1 0 0 0 0,0 0 1 0 0,0 1-1 0 0,1-1 1 0 0,-1 1-1 0 0,-1-1 0 0 0,1 1 1 0 0,0-1-1 0 0,-1 1 1 0 0,1 0-1 0 0,-1-1 0 0 0,0 1 1 0 0,0 3-1 0 0,0 3 191 0 0,-1-1-1 0 0,0 0 1 0 0,-1 0-1 0 0,0 0 1 0 0,0 0-1 0 0,0 0 1 0 0,-1 0-1 0 0,-1-1 1 0 0,-6 13-1 0 0,-10 12 649 0 0,-39 47 1 0 0,22-33-532 0 0,37-45-370 0 0,-1-1 0 0 0,0 1 0 0 0,1 0 0 0 0,-1-1 0 0 0,1 1 0 0 0,-1 0 0 0 0,1-1 0 0 0,-1 1 0 0 0,1 0 0 0 0,-1 0 0 0 0,1 0 0 0 0,0 0 0 0 0,-1-1 0 0 0,1 1 0 0 0,0 0 0 0 0,0 0 0 0 0,0 0 0 0 0,-1 0 0 0 0,1 0 0 0 0,0 0 0 0 0,0 0 0 0 0,1-1 0 0 0,-1 3 0 0 0,1-3-8 0 0,-1 1-1 0 0,1-1 1 0 0,0 0 0 0 0,0 1 0 0 0,-1-1 0 0 0,1 0-1 0 0,0 1 1 0 0,0-1 0 0 0,-1 0 0 0 0,1 0-1 0 0,0 0 1 0 0,0 0 0 0 0,0 0 0 0 0,0 0 0 0 0,-1 0-1 0 0,1 0 1 0 0,0 0 0 0 0,0 0 0 0 0,0-1 0 0 0,0 1-1 0 0,14-4-147 0 0,-1 0-1 0 0,14-7 1 0 0,-19 8-1 0 0,253-108-4153 0 0,-92 28-4318 0 0,-117 57 2737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31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63 1764 0 0,'-2'-1'2715'0'0,"-67"-35"12518"0"0,68 36-14817 0 0,1 0-394 0 0,-1 0 0 0 0,1 0 0 0 0,0 0-1 0 0,0 0 1 0 0,-1 0 0 0 0,1 0 0 0 0,0 0 0 0 0,0 0 0 0 0,0 0 0 0 0,-1 0 0 0 0,1-1 0 0 0,0 1 0 0 0,0 0 0 0 0,-1 0-1 0 0,1 0 1 0 0,0 0 0 0 0,0 0 0 0 0,0 0 0 0 0,0 0 0 0 0,-1 0 0 0 0,1-1 0 0 0,0 1 0 0 0,0 0 0 0 0,0 0 0 0 0,0 0-1 0 0,-1 0 1 0 0,1-1 0 0 0,0 1 0 0 0,0 0 0 0 0,0 0 0 0 0,0 0 0 0 0,0-1 0 0 0,0 1 0 0 0,0 0 0 0 0,0 0 0 0 0,0 0-1 0 0,0-1 1 0 0,0 0-12 0 0,0 1-1 0 0,0 0 1 0 0,1-1 0 0 0,-1 1-1 0 0,1-1 1 0 0,-1 1-1 0 0,0 0 1 0 0,1-1-1 0 0,-1 1 1 0 0,1 0-1 0 0,-1-1 1 0 0,1 1-1 0 0,-1 0 1 0 0,1 0-1 0 0,-1-1 1 0 0,1 1-1 0 0,-1 0 1 0 0,1 0-1 0 0,0 0 1 0 0,-1 0 0 0 0,1 0-1 0 0,-1 0 1 0 0,1 0-1 0 0,0 0 1 0 0,171-14-1739 0 0,-140 14-3009 0 0,51 5 1 0 0,-62 1-2854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31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 2288 0 0,'-62'35'8796'0'0,"15"-8"-3236"0"0,46-27-5491 0 0,0 1 1 0 0,0-1-1 0 0,0 1 1 0 0,0-1-1 0 0,0 1 1 0 0,0-1-1 0 0,0 1 1 0 0,0 0-1 0 0,1-1 1 0 0,-1 1-1 0 0,0 0 1 0 0,0 0 0 0 0,0-1-1 0 0,1 1 1 0 0,-1 0-1 0 0,0 2 1 0 0,1-3-51 0 0,0 0 0 0 0,0 1-1 0 0,0-1 1 0 0,0 1 0 0 0,0-1 0 0 0,1 0 0 0 0,-1 1 0 0 0,0-1 0 0 0,0 0 0 0 0,0 1 0 0 0,1-1 0 0 0,-1 0 0 0 0,0 1 0 0 0,0-1 0 0 0,1 0 0 0 0,-1 0-1 0 0,0 1 1 0 0,1-1 0 0 0,-1 0 0 0 0,0 0 0 0 0,1 0 0 0 0,-1 0 0 0 0,0 1 0 0 0,1-1 0 0 0,-1 0 0 0 0,0 0 0 0 0,1 0 0 0 0,0 0 0 0 0,31 5 220 0 0,7-6-1328 0 0,-1-2 0 0 0,64-13 0 0 0,14-14-6623 0 0,-76 18 2481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31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471 153 2988 0 0,'-12'-32'9732'0'0,"8"23"-7156"0"0,1 0-1 0 0,-5-20 1 0 0,8 28-2525 0 0,0 0 0 0 0,0-1 0 0 0,0 1 1 0 0,0 0-1 0 0,0 0 0 0 0,1 0 1 0 0,-1 0-1 0 0,0 0 0 0 0,1 0 0 0 0,-1-1 1 0 0,1 1-1 0 0,-1 0 0 0 0,1 0 0 0 0,0 0 1 0 0,-1 0-1 0 0,1 1 0 0 0,0-1 1 0 0,0 0-1 0 0,0 0 0 0 0,-1 0 0 0 0,1 1 1 0 0,0-1-1 0 0,1 0 0 0 0,24-15 215 0 0,-24 15-221 0 0,14-5-21 0 0,-1 0-1 0 0,1 1 1 0 0,0 1 0 0 0,0 0 0 0 0,0 1-1 0 0,0 1 1 0 0,1 1 0 0 0,-1 0 0 0 0,0 1-1 0 0,1 0 1 0 0,20 4 0 0 0,-35-3-25 0 0,0-1 0 0 0,0 0 1 0 0,0 0-1 0 0,0 1 1 0 0,0-1-1 0 0,0 1 0 0 0,0-1 1 0 0,0 1-1 0 0,0 0 0 0 0,-1 0 1 0 0,1 0-1 0 0,0 0 1 0 0,-1 0-1 0 0,1 0 0 0 0,0 1 1 0 0,-1-1-1 0 0,0 0 0 0 0,1 1 1 0 0,-1-1-1 0 0,2 3 1 0 0,-3-3 3 0 0,1 1 0 0 0,0 0 0 0 0,-1 0 0 0 0,1 0 1 0 0,-1 0-1 0 0,0 0 0 0 0,0 0 0 0 0,0 0 1 0 0,0 0-1 0 0,0 0 0 0 0,0 0 0 0 0,0 0 0 0 0,0 0 1 0 0,-1 0-1 0 0,1 0 0 0 0,-2 2 0 0 0,-1 5 11 0 0,-1 0 1 0 0,-1-1-1 0 0,1 0 0 0 0,-1 0 1 0 0,-1 0-1 0 0,-11 13 0 0 0,-22 18 43 0 0,-1-3-1 0 0,-69 49 0 0 0,107-84-50 0 0,-18 14 7 0 0,20-15-6 0 0,-1 0 0 0 0,0 1 0 0 0,0-1 0 0 0,1 1 0 0 0,-1-1 0 0 0,0 1 0 0 0,1 0 0 0 0,-1-1 1 0 0,0 1-1 0 0,1 0 0 0 0,-1-1 0 0 0,1 1 0 0 0,-1 0 0 0 0,1 0 0 0 0,-1-1 0 0 0,1 1 0 0 0,0 0 0 0 0,-1 1 0 0 0,9 3 47 0 0,4-4-37 0 0,0 0 0 0 0,0-1-1 0 0,0-1 1 0 0,0 1 0 0 0,12-4 0 0 0,9 1-19 0 0,6 0 18 0 0,0 1-1 0 0,68 7 0 0 0,-96-4 69 0 0,-1 0 1 0 0,0 1 0 0 0,0 0-1 0 0,0 1 1 0 0,-1 0 0 0 0,1 1-1 0 0,-1 0 1 0 0,0 0 0 0 0,1 1-1 0 0,-2 0 1 0 0,1 1-1 0 0,-1 0 1 0 0,0 0 0 0 0,0 0-1 0 0,0 1 1 0 0,6 9 0 0 0,-11-12 84 0 0,0 0 1 0 0,0 0-1 0 0,-1 0 1 0 0,1 0 0 0 0,-1 0-1 0 0,0 1 1 0 0,0-1 0 0 0,-1 1-1 0 0,1-1 1 0 0,-1 1-1 0 0,0 0 1 0 0,0 0 0 0 0,-1-1-1 0 0,1 1 1 0 0,-1 0 0 0 0,0 0-1 0 0,0 0 1 0 0,-1 0 0 0 0,1-1-1 0 0,-1 1 1 0 0,0 0-1 0 0,-1 0 1 0 0,1-1 0 0 0,-1 1-1 0 0,0-1 1 0 0,0 1 0 0 0,0-1-1 0 0,-4 5 1 0 0,-1 0 23 0 0,0 0 0 0 0,-1 0 0 0 0,0-1 0 0 0,0 0 0 0 0,-1 0 0 0 0,0-1 0 0 0,0 0 0 0 0,-1-1 0 0 0,1 0 0 0 0,-21 9 0 0 0,-3-2-272 0 0,0-2 1 0 0,-1-1 0 0 0,0-2-1 0 0,0-1 1 0 0,-1-2 0 0 0,0-1-1 0 0,0-2 1 0 0,-69-5 0 0 0,-90-20-5196 0 0,5-13-6340 0 0,159 30 8879 0 0,-16-3-5949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32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30 1916 0 0,'-22'-15'7341'0'0,"14"3"-5586"0"0,8 11-1718 0 0,1 1 1 0 0,-1 0-1 0 0,0 0 1 0 0,0 0-1 0 0,0-1 1 0 0,1 1-1 0 0,-1 0 0 0 0,0 0 1 0 0,0 0-1 0 0,1 0 1 0 0,-1 0-1 0 0,0 0 1 0 0,0-1-1 0 0,1 1 0 0 0,-1 0 1 0 0,0 0-1 0 0,0 0 1 0 0,1 0-1 0 0,-1 0 1 0 0,0 0-1 0 0,0 0 0 0 0,1 0 1 0 0,-1 0-1 0 0,0 0 1 0 0,1 0-1 0 0,-1 0 0 0 0,0 0 1 0 0,0 0-1 0 0,1 0 1 0 0,-1 1-1 0 0,4 0 39 0 0,0 0-1 0 0,0 0 0 0 0,0 0 1 0 0,0 1-1 0 0,7 4 0 0 0,-2-1 31 0 0,-1 1 0 0 0,0 0 0 0 0,0 0 0 0 0,0 1 0 0 0,-1 0 0 0 0,0 1 0 0 0,0 0 0 0 0,-1 0 0 0 0,0 0 0 0 0,-1 1 0 0 0,1 0 0 0 0,-2 0 0 0 0,1 0-1 0 0,-1 0 1 0 0,-1 1 0 0 0,0 0 0 0 0,0-1 0 0 0,0 1 0 0 0,-2 0 0 0 0,1 1 0 0 0,-1-1 0 0 0,-1 0 0 0 0,0 0 0 0 0,0 0 0 0 0,-1 1 0 0 0,0-1 0 0 0,-1 0-1 0 0,0 0 1 0 0,0 0 0 0 0,-1 0 0 0 0,-1-1 0 0 0,-6 15 0 0 0,-3-1 335 0 0,0-1 1 0 0,-2 0-1 0 0,0-1 0 0 0,-1-1 1 0 0,-1-1-1 0 0,-1 0 0 0 0,-35 29 0 0 0,51-47-243 0 0,3-5-179 0 0,0 0 0 0 0,-1 1 0 0 0,1-1 0 0 0,0 0 0 0 0,1 1 0 0 0,-1-1 0 0 0,1 1 0 0 0,0-1 0 0 0,-1 1 0 0 0,5-5 0 0 0,28-36-27 0 0,-20 27 9 0 0,42-53-2 0 0,66-89 47 0 0,-83 104-98 0 0,-38 54 18 0 0,-8 6-13 0 0,1 1 38 0 0,0 0 1 0 0,1 0 0 0 0,-1 0 0 0 0,1 0-1 0 0,0 1 1 0 0,0 0 0 0 0,-5 13 0 0 0,1-6 2 0 0,-3 4-4 0 0,1 1 0 0 0,1 0 0 0 0,1 1 0 0 0,0 0-1 0 0,-9 35 1 0 0,16-48 2 0 0,1 0 0 0 0,0 0 0 0 0,0 0 0 0 0,1 0 0 0 0,-1 1 0 0 0,2-1 0 0 0,-1 0 0 0 0,1 0-1 0 0,0 0 1 0 0,0 0 0 0 0,1 0 0 0 0,0 0 0 0 0,0 0 0 0 0,1 0 0 0 0,-1-1 0 0 0,2 1 0 0 0,-1-1 0 0 0,1 0-1 0 0,0 0 1 0 0,0 0 0 0 0,5 5 0 0 0,-1-3-239 0 0,0-1 0 0 0,0 0 0 0 0,1 0-1 0 0,0-1 1 0 0,0 0 0 0 0,1 0 0 0 0,-1-1 0 0 0,1-1 0 0 0,11 4-1 0 0,-2-1-1522 0 0,0-2-1 0 0,0-1 0 0 0,0 0 0 0 0,23 1 0 0 0,-9-4-4150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33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18 2464 0 0,'-5'-15'11932'0'0,"5"12"-11197"0"0,3 3-708 0 0,1 1 0 0 0,-1-1-1 0 0,0 1 1 0 0,1 0 0 0 0,-1-1-1 0 0,0 2 1 0 0,0-1 0 0 0,0 0-1 0 0,0 1 1 0 0,0-1 0 0 0,0 1-1 0 0,0 0 1 0 0,0 0 0 0 0,-1 0-1 0 0,1 0 1 0 0,-1 0 0 0 0,5 6-1 0 0,-2-2 20 0 0,1 0-1 0 0,-1 0 0 0 0,0 1 0 0 0,-1 0 1 0 0,1 0-1 0 0,5 13 0 0 0,-9-14 74 0 0,1 1 0 0 0,-1 0-1 0 0,0 0 1 0 0,0 0 0 0 0,-1 1 0 0 0,0-1-1 0 0,0 0 1 0 0,0 0 0 0 0,-1 0-1 0 0,0 0 1 0 0,-1 0 0 0 0,0 0 0 0 0,0 0-1 0 0,0-1 1 0 0,-1 1 0 0 0,-6 11 0 0 0,-4 5 175 0 0,0-1 1 0 0,-2-1-1 0 0,-21 25 1 0 0,-47 51 232 0 0,82-96-457 0 0,18-2-16 0 0,-9-1-78 0 0,0 0-1 0 0,0-1 1 0 0,0-1 0 0 0,-1 1 0 0 0,0-1-1 0 0,11-7 1 0 0,1 0-121 0 0,248-146-5036 0 0,-166 104-119 0 0,-25 14-1276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33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1 452 0 0,'-111'2'13698'0'0,"41"4"-9598"0"0,67-6-3610 0 0,5 3-300 0 0,-2-3-187 0 0,0 0 0 0 0,0 1 0 0 0,0-1 0 0 0,0 0 0 0 0,0 0 0 0 0,0 1 0 0 0,0-1 0 0 0,0 0 0 0 0,0 0 1 0 0,0 0-1 0 0,0 1 0 0 0,0-1 0 0 0,0 0 0 0 0,0 0 0 0 0,0 0 0 0 0,0 1 0 0 0,0-1 0 0 0,1 0 0 0 0,-1 0 0 0 0,0 0 0 0 0,0 1 0 0 0,0-1 0 0 0,0 0 0 0 0,0 0 0 0 0,1 0 0 0 0,-1 0 0 0 0,0 0 0 0 0,0 1 1 0 0,0-1-1 0 0,1 0 0 0 0,-1 0 0 0 0,0 0 0 0 0,0 0 0 0 0,0 0 0 0 0,1 0 0 0 0,-1 0 0 0 0,0 0 0 0 0,0 0 0 0 0,1 0 0 0 0,-1 0 0 0 0,0 0 0 0 0,0 0 0 0 0,0 0 0 0 0,1 0 0 0 0,-1 0 0 0 0,142 2-1067 0 0,-45-5-5348 0 0,-75 2 3461 0 0,0-1-3288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33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2596 0 0,'-47'20'4863'0'0,"-60"28"4056"0"0,105-47-8399 0 0,31-3-1136 0 0,0-1 1 0 0,-1-2-1 0 0,52-14 0 0 0,-72 17 278 0 0,67-22-5640 0 0,-39 9 263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33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52 1648 0 0,'-2'-23'7405'0'0,"-16"23"-3565"0"0,12 4-3458 0 0,-1 1 1 0 0,1 0 0 0 0,0 1 0 0 0,0-1 0 0 0,0 1 0 0 0,1 1 0 0 0,0-1 0 0 0,0 1 0 0 0,1 0 0 0 0,-7 13 0 0 0,3-2-153 0 0,1 0 0 0 0,0 0 0 0 0,-5 26 0 0 0,10-35-172 0 0,0 0-1 0 0,1 1 1 0 0,0-1 0 0 0,1 0-1 0 0,0 1 1 0 0,0-1 0 0 0,1 0-1 0 0,0 0 1 0 0,0 1 0 0 0,1-1-1 0 0,0 0 1 0 0,1 0 0 0 0,0 0-1 0 0,6 10 1 0 0,-5-12-31 0 0,0 0 0 0 0,1 0 1 0 0,0-1-1 0 0,0 1 0 0 0,0-1 0 0 0,1-1 1 0 0,0 1-1 0 0,0-1 0 0 0,0 0 0 0 0,1 0 1 0 0,-1-1-1 0 0,1 0 0 0 0,0 0 0 0 0,1-1 1 0 0,-1 0-1 0 0,1 0 0 0 0,7 2 0 0 0,4-1-7 0 0,0-1 0 0 0,0 0 0 0 0,0-1 0 0 0,0-1 0 0 0,0-1 0 0 0,0-1 0 0 0,0-1 0 0 0,0 0 0 0 0,0-1 0 0 0,0-1 0 0 0,-1-1 0 0 0,0-1 0 0 0,31-14 0 0 0,-36 14-7 0 0,1-1 0 0 0,-1-1 0 0 0,-1 0 0 0 0,0-1 0 0 0,0 0 0 0 0,0-1 0 0 0,19-22 0 0 0,-24 23-2 0 0,-1 1-1 0 0,0-2 1 0 0,0 1 0 0 0,0-1-1 0 0,-1 0 1 0 0,-1 0 0 0 0,0 0-1 0 0,0-1 1 0 0,-1 1 0 0 0,0-1-1 0 0,1-16 1 0 0,-3 21-10 0 0,-1-1 0 0 0,0 1 0 0 0,0 0 0 0 0,0 0 0 0 0,-1 0 1 0 0,0-1-1 0 0,0 1 0 0 0,-1 0 0 0 0,0 0 0 0 0,0 0 0 0 0,0 1 0 0 0,0-1 0 0 0,-1 0 1 0 0,0 1-1 0 0,0 0 0 0 0,-1-1 0 0 0,0 1 0 0 0,0 1 0 0 0,0-1 0 0 0,0 0 1 0 0,-1 1-1 0 0,1 0 0 0 0,-1 0 0 0 0,0 1 0 0 0,0-1 0 0 0,-1 1 0 0 0,-5-3 0 0 0,-5-2-20 0 0,0 2-1 0 0,-1 0 1 0 0,1 0-1 0 0,-1 2 0 0 0,0 0 1 0 0,0 1-1 0 0,-1 0 1 0 0,-24 0-1 0 0,21 3-472 0 0,-1 1 1 0 0,1 1-1 0 0,0 1 0 0 0,0 1 1 0 0,0 0-1 0 0,-26 11 0 0 0,25-7-2429 0 0,0 1-1 0 0,-40 25 1 0 0,38-18-2216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34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563 22 2604 0 0,'-10'-17'11116'0'0,"6"13"-10121"0"0,-11 29-595 0 0,-2 0-1 0 0,-1-1 0 0 0,-1-1 0 0 0,-36 34 1 0 0,28-28-267 0 0,-174 177-1711 0 0,63-73-5298 0 0,80-79 889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34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18 1752 0 0,'1'3'7732'0'0,"16"-1"-6740"0"0,8 3-949 0 0,-19-2 19 0 0,0 0-1 0 0,0 0 1 0 0,0 0-1 0 0,-1 1 1 0 0,1 0-1 0 0,-1 0 1 0 0,0 1 0 0 0,0-1-1 0 0,-1 1 1 0 0,1 0-1 0 0,-1 0 1 0 0,0 1 0 0 0,0-1-1 0 0,-1 1 1 0 0,1 0-1 0 0,-1 0 1 0 0,-1 0 0 0 0,1 0-1 0 0,-1 1 1 0 0,0-1-1 0 0,1 7 1 0 0,-1 0 79 0 0,0-1 1 0 0,0 1-1 0 0,-2-1 1 0 0,1 1-1 0 0,-2-1 1 0 0,1 1-1 0 0,-2 0 1 0 0,0-1 0 0 0,0 0-1 0 0,-5 15 1 0 0,-1-8 66 0 0,0 0 0 0 0,-1 0 0 0 0,-1-1 0 0 0,0-1 0 0 0,-2 1 0 0 0,-14 17 1 0 0,-88 87 987 0 0,94-102-846 0 0,12-15-95 0 0,7-10-88 0 0,8-13-77 0 0,60-72-29 0 0,107-108 0 0 0,-94 114-50 0 0,72-80 76 0 0,-136 138-105 0 0,-15 25 1 0 0,-4 1-2 0 0,-2 3 39 0 0,-1-1 0 0 0,1 1-1 0 0,-1-1 1 0 0,1 2 0 0 0,0-1-1 0 0,0 0 1 0 0,1 1 0 0 0,-1 0-1 0 0,-6 8 1 0 0,-40 50 393 0 0,31-37-247 0 0,10-12-80 0 0,-12 13 26 0 0,3 0 1 0 0,-18 30-1 0 0,33-49-98 0 0,-1 1 0 0 0,2-1 0 0 0,-1 1 0 0 0,1 0 0 0 0,1 0 0 0 0,-1 1 0 0 0,1-1 0 0 0,1 0 0 0 0,-1 1 0 0 0,2-1 0 0 0,-1 1 0 0 0,1-1 0 0 0,1 11 0 0 0,0-15-75 0 0,0 0-1 0 0,1 0 1 0 0,-1 0 0 0 0,1 0-1 0 0,0 0 1 0 0,0-1-1 0 0,1 1 1 0 0,-1-1 0 0 0,1 0-1 0 0,-1 1 1 0 0,1-1 0 0 0,0 0-1 0 0,0 0 1 0 0,0-1-1 0 0,1 1 1 0 0,-1-1 0 0 0,1 1-1 0 0,-1-1 1 0 0,1 0 0 0 0,6 2-1 0 0,4 2-981 0 0,0-1 0 0 0,1 0 0 0 0,0-1 0 0 0,18 2-1 0 0,-1-2-2878 0 0,1 0-1754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35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39 2700 0 0,'1'-30'9928'0'0,"-3"21"-6401"0"0,-3 20-1963 0 0,-40 217-107 0 0,30-143-1309 0 0,9-55-447 0 0,-5 33-264 0 0,10-32-2490 0 0,5-4-3685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35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25 137 2228 0 0,'-5'-33'9479'0'0,"-11"-37"0"0"0,13 59-9010 0 0,3 10-249 0 0,3-11 208 0 0,8 9-428 0 0,0 1-1 0 0,0 0 1 0 0,1 0 0 0 0,-1 1 0 0 0,0 1 0 0 0,0 0 0 0 0,22 3 0 0 0,77 20-3518 0 0,-69-9-47 0 0,-18 3-3051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35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1 1264 0 0,'-95'41'10369'0'0,"-17"7"-1829"0"0,112-48-8503 0 0,0 1 0 0 0,-1-1 0 0 0,1 0 0 0 0,0 0 0 0 0,-1 0 0 0 0,1 0 0 0 0,0 0 0 0 0,-1 0 0 0 0,1 1 0 0 0,0-1 0 0 0,0 0 0 0 0,-1 0 0 0 0,1 1 0 0 0,0-1 0 0 0,-1 0 0 0 0,1 0 0 0 0,0 1 0 0 0,0-1 0 0 0,0 0 0 0 0,-1 1 0 0 0,1-1 0 0 0,0 0 0 0 0,0 0-1 0 0,0 1 1 0 0,0-1 0 0 0,0 1 0 0 0,0-1 0 0 0,-1 0 0 0 0,1 1 0 0 0,0-1 0 0 0,0 1 0 0 0,1-1-12 0 0,0 1 1 0 0,-1-1-1 0 0,1 0 0 0 0,-1 1 0 0 0,1-1 0 0 0,0 0 0 0 0,0 1 0 0 0,-1-1 1 0 0,1 0-1 0 0,0 0 0 0 0,-1 0 0 0 0,1 0 0 0 0,0 0 0 0 0,0 0 1 0 0,-1 0-1 0 0,1 0 0 0 0,0 0 0 0 0,0 0 0 0 0,0 0 0 0 0,222-25-1503 0 0,-148 9-2254 0 0,-2-4-3277 0 0,-35 7-227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35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60 2400 0 0,'-38'-44'20023'0'0,"40"43"-19936"0"0,0 0 0 0 0,0 0 0 0 0,0 0 0 0 0,0 0-1 0 0,0 1 1 0 0,1-1 0 0 0,-1 1 0 0 0,0-1-1 0 0,0 1 1 0 0,0 0 0 0 0,1 0 0 0 0,2 0 0 0 0,37 3 295 0 0,-19-1-195 0 0,31 1-304 0 0,98 0-1544 0 0,-102-8-2703 0 0,0-5-3571 0 0,-31 5 295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36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315 114 2224 0 0,'2'-64'18657'0'0,"-2"39"-10311"0"0,-4 5-4806 0 0,0 15-3540 0 0,2 13 0 0 0,-28 92 0 0 0,-84 183 0 0 0,68-180 0 0 0,-47 158 0 0 0,80-204-3875 0 0,3 28-9304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40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28 1552 0 0,'34'-28'14867'0'0,"-42"46"-10791"0"0,5-11-3868 0 0,0 0 0 0 0,1 0-1 0 0,-1 0 1 0 0,2 0 0 0 0,-1 0-1 0 0,-1 13 1 0 0,-1 52 0 0 0,3-49-124 0 0,-7 147 81 0 0,-17 383 66 0 0,21-13-79 0 0,4-361-99 0 0,24 409 443 0 0,-11-353-265 0 0,18 250 125 0 0,3 42 133 0 0,-15 677 1297 0 0,-10-107-1458 0 0,4-295-248 0 0,22 22-16 0 0,35 343 45 0 0,-68-1110-108 0 0,33 642 55 0 0,-28-611-6 0 0,4 103 136 0 0,-4-118-96 0 0,-9-54-61 0 0,0 1 0 0 0,-1-1 1 0 0,-8 27-1 0 0,-2 11 7 0 0,13-55-43 0 0,-2 7 42 0 0,0 0 0 0 0,0-1 0 0 0,-1 1 0 0 0,0-1 1 0 0,-1 0-1 0 0,-4 9 0 0 0,8-16-26 0 0,-8 19-29 0 0,0 12 86 0 0,8-31-72 0 0,3-1 6 0 0,26 1 92 0 0,0-2 0 0 0,0 0 1 0 0,45-10-1 0 0,-24 4-31 0 0,704-81 207 0 0,344-2-193 0 0,-111 63-77 0 0,-445 16 3 0 0,1428-58 11 0 0,-321 7-50 0 0,-1104 46 15 0 0,764-28-65 0 0,-416 10 73 0 0,-718 29 143 0 0,800-33-10 0 0,-338 12-120 0 0,-347 16-35 0 0,414-4 306 0 0,-381 11-344 0 0,301-1 162 0 0,-495 6-16 0 0,-118-2-40 0 0,-8 0 11 0 0,0 0-35 0 0,10 0-3 0 0,-10 0 5 0 0,0 0-2 0 0,8 0 6 0 0,-8 0 26 0 0,0 0-20 0 0,24-1 486 0 0,-18-1-2208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41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86 273 1620 0 0,'0'-74'16762'0'0,"-11"80"-16340"0"0,8-1-346 0 0,-1 0 1 0 0,1 0-1 0 0,0 0 0 0 0,0 0 0 0 0,0 0 0 0 0,1 1 0 0 0,0-1 0 0 0,-3 10 0 0 0,-1 2 72 0 0,-3 7-12 0 0,1 0 0 0 0,1 1 1 0 0,-6 46-1 0 0,12-60-125 0 0,0 1 0 0 0,0-1 1 0 0,1 1-1 0 0,0-1 1 0 0,1 1-1 0 0,1-1 1 0 0,0 1-1 0 0,0-1 0 0 0,1 0 1 0 0,9 21-1 0 0,-10-28-7 0 0,0-1-1 0 0,0 1 0 0 0,0-1 1 0 0,1 1-1 0 0,-1-1 0 0 0,1 0 1 0 0,0 0-1 0 0,0 0 0 0 0,0 0 1 0 0,0-1-1 0 0,0 1 0 0 0,1-1 1 0 0,-1 0-1 0 0,1 0 0 0 0,6 3 1 0 0,-3-4 3 0 0,-1 1-1 0 0,0-1 1 0 0,0 0 0 0 0,0 0 0 0 0,1 0 0 0 0,-1-1-1 0 0,1 0 1 0 0,-1 0 0 0 0,9-2 0 0 0,4-2 17 0 0,0-1 0 0 0,0-1 0 0 0,-1 0 0 0 0,0-2 0 0 0,28-15 0 0 0,-29 14 4 0 0,0-2 0 0 0,0 0 0 0 0,-1-1 0 0 0,0-1 0 0 0,-1 0 0 0 0,0-1 0 0 0,-2-1 1 0 0,1 0-1 0 0,-2-1 0 0 0,0 0 0 0 0,10-19 0 0 0,-15 21-18 0 0,0 0 1 0 0,-1 0 0 0 0,-1 0 0 0 0,0-1-1 0 0,-1 0 1 0 0,0 0 0 0 0,-2 0-1 0 0,1 0 1 0 0,-2 0 0 0 0,0-1 0 0 0,-1 1-1 0 0,-1-1 1 0 0,0 1 0 0 0,-1 0 0 0 0,-4-18-1 0 0,4 26-3 0 0,1 0 0 0 0,-2 0-1 0 0,1 0 1 0 0,-1 1 0 0 0,0-1 0 0 0,0 1-1 0 0,0 0 1 0 0,-1 0 0 0 0,0 0 0 0 0,0 0-1 0 0,-1 1 1 0 0,0-1 0 0 0,0 1-1 0 0,0 0 1 0 0,0 1 0 0 0,-1-1 0 0 0,0 1-1 0 0,0 0 1 0 0,0 1 0 0 0,0-1-1 0 0,-1 1 1 0 0,1 0 0 0 0,-1 1 0 0 0,0 0-1 0 0,0 0 1 0 0,1 0 0 0 0,-2 1 0 0 0,1 0-1 0 0,0 0 1 0 0,0 1 0 0 0,0 0-1 0 0,0 0 1 0 0,0 1 0 0 0,-8 1 0 0 0,1 0-660 0 0,1 0 0 0 0,0 1 1 0 0,-1 1-1 0 0,1 0 1 0 0,-14 7-1 0 0,21-9 266 0 0,1 1-1 0 0,0 0 1 0 0,-1 0-1 0 0,1 1 1 0 0,1-1-1 0 0,-1 1 1 0 0,0 0 0 0 0,1 0-1 0 0,0 1 1 0 0,0-1-1 0 0,0 1 1 0 0,1 0 0 0 0,-7 10-1 0 0,5-4-3536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42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25 2048 0 0,'3'-25'15619'0'0,"-4"35"-15078"0"0,-3 54 294 0 0,-9 175 46 0 0,18 1-5360 0 0,11-101-3368 0 0,-8-96 2653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42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0 2272 0 0,'-15'7'12675'0'0,"10"-3"-11260"0"0,-9 35-318 0 0,2 1 0 0 0,1 0 0 0 0,-5 49 0 0 0,13-61-2323 0 0,0 1-1 0 0,3-1 1 0 0,2 31 0 0 0,4-25-5622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43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16 1228 0 0,'-7'-16'17238'0'0,"6"18"-17178"0"0,-1 0-1 0 0,1 0 1 0 0,0 0 0 0 0,-1 1-1 0 0,1-1 1 0 0,0 0-1 0 0,0 0 1 0 0,0 1-1 0 0,1-1 1 0 0,-1 1-1 0 0,0 2 1 0 0,-6 37 197 0 0,5-27-167 0 0,-3 31-520 0 0,1 0 0 0 0,3 0 0 0 0,4 54 0 0 0,16 59-9617 0 0,-14-127 4690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44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24 2824 0 0,'-3'0'2401'0'0,"2"0"-2160"0"0,-36 2 9022 0 0,28-4-6675 0 0,9 2-2572 0 0,0-1-1 0 0,0 1 1 0 0,0-1-1 0 0,0 1 1 0 0,0 0 0 0 0,0-1-1 0 0,0 1 1 0 0,0-1 0 0 0,0 1-1 0 0,0-1 1 0 0,0 1 0 0 0,0-1-1 0 0,0 1 1 0 0,0 0-1 0 0,1-1 1 0 0,-1 1 0 0 0,0-1-1 0 0,0 1 1 0 0,0 0 0 0 0,1-1-1 0 0,-1 1 1 0 0,0 0 0 0 0,1-1-1 0 0,-1 1 1 0 0,0 0-1 0 0,1 0 1 0 0,-1-1 0 0 0,1 1-1 0 0,9-3 16 0 0,0 0 0 0 0,0 1-1 0 0,0 0 1 0 0,1 1-1 0 0,-1 0 1 0 0,0 1 0 0 0,1 0-1 0 0,-1 1 1 0 0,1 0 0 0 0,17 4-1 0 0,-24-4 5 0 0,0 0 0 0 0,0 0 0 0 0,0 0 0 0 0,0 1 0 0 0,0 0 0 0 0,-1 0 0 0 0,1 0 1 0 0,-1 0-1 0 0,1 0 0 0 0,-1 1 0 0 0,0 0 0 0 0,0 0 0 0 0,0-1 0 0 0,0 2 0 0 0,0-1 0 0 0,-1 0 0 0 0,0 0 0 0 0,1 1 0 0 0,-1 0 0 0 0,0-1 0 0 0,-1 1 0 0 0,1 0 0 0 0,-1 0 0 0 0,1 0 0 0 0,-1 0 0 0 0,0 0 0 0 0,-1 0 0 0 0,1 0 0 0 0,-1 0 0 0 0,0 6 0 0 0,-1 4 105 0 0,0-1-1 0 0,-1 0 1 0 0,-1 1 0 0 0,0-1-1 0 0,0 0 1 0 0,-2-1-1 0 0,0 1 1 0 0,0-1 0 0 0,-8 14-1 0 0,-12 16 546 0 0,-34 44 0 0 0,47-70-493 0 0,-69 89 1304 0 0,81-105-1492 0 0,0 0 0 0 0,0 0 0 0 0,0 0 0 0 0,-1 0 0 0 0,1 0 0 0 0,0 0 0 0 0,0 0 0 0 0,0 0 1 0 0,0 0-1 0 0,0 1 0 0 0,0-1 0 0 0,0 0 0 0 0,-1 0 0 0 0,1 0 0 0 0,0 0 0 0 0,0 0 0 0 0,0 0 0 0 0,0 0 0 0 0,0 0 0 0 0,0 1 1 0 0,0-1-1 0 0,0 0 0 0 0,0 0 0 0 0,0 0 0 0 0,0 0 0 0 0,0 0 0 0 0,0 0 0 0 0,0 1 0 0 0,0-1 0 0 0,0 0 0 0 0,0 0 0 0 0,0 0 0 0 0,0 0 1 0 0,0 0-1 0 0,0 1 0 0 0,0-1 0 0 0,0 0 0 0 0,0 0 0 0 0,0 0 0 0 0,0 0 0 0 0,0 0 0 0 0,0 0 0 0 0,0 1 0 0 0,0-1 0 0 0,0 0 1 0 0,0 0-1 0 0,0 0 0 0 0,1 0 0 0 0,-1 0 0 0 0,0 0 0 0 0,0 0 0 0 0,0 0 0 0 0,0 0 0 0 0,0 1 0 0 0,0-1 0 0 0,0 0 0 0 0,1 0 0 0 0,-1 0 1 0 0,12-2 68 0 0,17-10-57 0 0,250-108-3259 0 0,-74 33-6880 0 0,-130 54 1916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44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10 196 0 0,'1'-9'16109'0'0,"5"26"-15734"0"0,0 1 0 0 0,-1-1 0 0 0,-1 1 1 0 0,-1 0-1 0 0,0 0 0 0 0,-1 23 0 0 0,3 5-151 0 0,7 65-214 0 0,6 54-3220 0 0,-1-57-4871 0 0,-11-77 2611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45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91 1464 0 0,'-15'-3'12547'0'0,"15"3"-12488"0"0,-1-1 1 0 0,1 1-1 0 0,-1 0 0 0 0,1-1 0 0 0,0 1 0 0 0,-1-1 0 0 0,1 1 0 0 0,0-1 1 0 0,-1 1-1 0 0,1-1 0 0 0,0 1 0 0 0,0-1 0 0 0,0 1 0 0 0,-1-1 0 0 0,1 1 1 0 0,0-1-1 0 0,0 1 0 0 0,0-1 0 0 0,0 0 0 0 0,0 1 0 0 0,0-1 1 0 0,0 1-1 0 0,0-1 0 0 0,0 1 0 0 0,0-1 0 0 0,0 0 0 0 0,0 1 0 0 0,1-1 1 0 0,-1 1-1 0 0,0-1 0 0 0,0 1 0 0 0,1-1 0 0 0,16-20 655 0 0,-8 14-571 0 0,0 1 0 0 0,19-11 0 0 0,-22 14-114 0 0,1 0 1 0 0,0 0-1 0 0,0 1 1 0 0,0 0-1 0 0,0 0 1 0 0,0 0 0 0 0,0 1-1 0 0,0 0 1 0 0,1 1-1 0 0,13 0 1 0 0,-16 0-18 0 0,-1 1-1 0 0,0 0 1 0 0,0 0-1 0 0,0 0 1 0 0,-1 1-1 0 0,1-1 1 0 0,0 1 0 0 0,0 0-1 0 0,-1 0 1 0 0,1 0-1 0 0,-1 0 1 0 0,0 1-1 0 0,1-1 1 0 0,-1 1 0 0 0,0 0-1 0 0,-1 0 1 0 0,1 0-1 0 0,-1 0 1 0 0,1 1-1 0 0,-1-1 1 0 0,2 5 0 0 0,-2-5 27 0 0,0 1 1 0 0,-1 0-1 0 0,1 0 1 0 0,-1 0-1 0 0,0-1 1 0 0,0 1-1 0 0,-1 0 1 0 0,1 0-1 0 0,-1 0 1 0 0,0 0-1 0 0,0 0 1 0 0,0 1-1 0 0,0-1 1 0 0,-1 0 0 0 0,0-1-1 0 0,0 1 1 0 0,0 0-1 0 0,-3 8 1 0 0,-2 1 233 0 0,-1 0 0 0 0,-1 0 0 0 0,-17 22 0 0 0,-8 15 811 0 0,32-48-1042 0 0,1 0-17 0 0,0-1-21 0 0,-1 1 0 0 0,1-1 1 0 0,0 0-1 0 0,0 1 0 0 0,1-1 0 0 0,-1 0 1 0 0,0 1-1 0 0,0-1 0 0 0,1 0 0 0 0,-1 0 0 0 0,0 1 1 0 0,1-1-1 0 0,-1 0 0 0 0,1 0 0 0 0,0 0 1 0 0,-1 0-1 0 0,1 0 0 0 0,0 1 0 0 0,0-1 1 0 0,0 0-1 0 0,0-1 0 0 0,0 1 0 0 0,0 0 1 0 0,0 0-1 0 0,0 0 0 0 0,0-1 0 0 0,0 1 0 0 0,0 0 1 0 0,0-1-1 0 0,2 1 0 0 0,2 2 4 0 0,97 70 82 0 0,-99-71 15 0 0,-1-1 0 0 0,0 1-1 0 0,0 0 1 0 0,0 0 0 0 0,0 0-1 0 0,0 0 1 0 0,0 0-1 0 0,0 0 1 0 0,-1 0 0 0 0,1 0-1 0 0,-1 1 1 0 0,1-1 0 0 0,-1 1-1 0 0,0-1 1 0 0,0 1 0 0 0,0 0-1 0 0,0 4 1 0 0,-1-5-37 0 0,0 0 0 0 0,0 0 0 0 0,0 0 0 0 0,-1 0 0 0 0,1 0 0 0 0,-1 0 0 0 0,1-1 0 0 0,-1 1-1 0 0,0 0 1 0 0,1 0 0 0 0,-1 0 0 0 0,0 0 0 0 0,0-1 0 0 0,-1 1 0 0 0,1 0 0 0 0,0-1 0 0 0,-1 1 0 0 0,1-1 0 0 0,0 0 0 0 0,-1 1 0 0 0,0-1 0 0 0,1 0 0 0 0,-1 0 0 0 0,-3 2 0 0 0,-6 3-9 0 0,0-1 1 0 0,-1-1-1 0 0,1 1 1 0 0,-1-2-1 0 0,0 1 1 0 0,0-2-1 0 0,0 0 1 0 0,-25 2-1 0 0,-8-4-1190 0 0,-49-5 0 0 0,73 4 349 0 0,-70-11-3544 0 0,31 0-1881 0 0,5-2-2839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47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13 107 1364 0 0,'-12'7'16527'0'0,"12"-7"-16481"0"0,0 0 1 0 0,0 0 0 0 0,0 1 0 0 0,0-1 0 0 0,0 0 0 0 0,0 0 0 0 0,0 0 0 0 0,0 0 0 0 0,0 0 0 0 0,0 0 0 0 0,0 2 750 0 0,1-2-750 0 0,10 1 422 0 0,19-5-689 0 0,34-13-139 0 0,95-25-3030 0 0,-53 8-3388 0 0,-51 13 206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47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95 2104 0 0,'-1'-12'2611'0'0,"-1"1"-1"0"0,1 0 1 0 0,-2 0-1 0 0,0 0 0 0 0,-7-20 1 0 0,9 30-2277 0 0,1 1-304 0 0,0-1-1 0 0,0 1 1 0 0,0 0 0 0 0,0-1-1 0 0,0 1 1 0 0,0 0 0 0 0,0-1 0 0 0,0 1-1 0 0,-1 0 1 0 0,1 0 0 0 0,0-1-1 0 0,0 1 1 0 0,0 0 0 0 0,0 0-1 0 0,-1-1 1 0 0,1 1 0 0 0,0 0-1 0 0,0 0 1 0 0,0-1 0 0 0,-1 1 0 0 0,1 0-1 0 0,0 0 1 0 0,0 0 0 0 0,-1-1-1 0 0,1 1 1 0 0,-3 7 27 0 0,0 0 0 0 0,1 1 0 0 0,0-1 0 0 0,0 1 0 0 0,1-1-1 0 0,-1 12 1 0 0,0 50-154 0 0,2-50-66 0 0,1 9-1389 0 0,7 43 1 0 0,4-7-5397 0 0,-5-40 392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57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1668 0 0,'9'-6'24794'0'0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5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532 48 480 0 0,'-10'-8'4894'0'0,"4"3"-3855"0"0,1 1 0 0 0,-1 0 1 0 0,0 0-1 0 0,0 0 0 0 0,-1 1 0 0 0,1 0 1 0 0,-1 0-1 0 0,1 1 0 0 0,-9-2 1 0 0,8 2-781 0 0,0 2 1 0 0,0-1-1 0 0,0 1 1 0 0,0 0-1 0 0,0 0 1 0 0,0 1-1 0 0,1-1 1 0 0,-1 2-1 0 0,-13 3 1 0 0,0 2-136 0 0,2 0 1 0 0,-1 1-1 0 0,1 1 0 0 0,0 1 1 0 0,0 1-1 0 0,1 0 1 0 0,1 1-1 0 0,0 1 1 0 0,1 0-1 0 0,0 1 0 0 0,1 1 1 0 0,1 0-1 0 0,0 1 1 0 0,-14 24-1 0 0,10-12-49 0 0,1 1 1 0 0,2 1-1 0 0,1 1 0 0 0,2 0 1 0 0,0 0-1 0 0,3 1 0 0 0,0 0 1 0 0,-3 38-1 0 0,9-54-49 0 0,1-1-1 0 0,0 1 1 0 0,1 0 0 0 0,1-1-1 0 0,1 1 1 0 0,0-1 0 0 0,1 1-1 0 0,1-1 1 0 0,0 0 0 0 0,1 0-1 0 0,9 21 1 0 0,-7-24 1 0 0,0 0-1 0 0,0 0 1 0 0,2-1-1 0 0,-1 0 1 0 0,1 0-1 0 0,1-1 1 0 0,0-1-1 0 0,0 1 1 0 0,1-1-1 0 0,0-1 1 0 0,0 0-1 0 0,1-1 1 0 0,13 7-1 0 0,-10-7 8 0 0,1-1-1 0 0,1 0 0 0 0,-1-2 1 0 0,1 1-1 0 0,0-2 0 0 0,0 0 1 0 0,0-1-1 0 0,0-1 0 0 0,0-1 1 0 0,1 0-1 0 0,-1-1 0 0 0,0-1 1 0 0,0-1-1 0 0,0 0 0 0 0,0-1 1 0 0,-1-1-1 0 0,29-12 0 0 0,-24 8 9 0 0,-1-1 1 0 0,0-1-1 0 0,-1-1 0 0 0,0 0 0 0 0,-1-2 0 0 0,0 0 1 0 0,-1-1-1 0 0,-1 0 0 0 0,0-1 0 0 0,-1-1 0 0 0,-1-1 1 0 0,-1 0-1 0 0,13-23 0 0 0,-13 16-12 0 0,-1-2-1 0 0,-1 1 1 0 0,-1-1-1 0 0,-1-1 1 0 0,-2 0-1 0 0,6-38 1 0 0,-11 46-37 0 0,0 0 0 0 0,-1 1 0 0 0,-1-1 0 0 0,-1 0 0 0 0,-1 0 0 0 0,0 1 0 0 0,-2-1 0 0 0,0 1 0 0 0,-1 0-1 0 0,-9-21 1 0 0,11 33 7 0 0,-1-1 0 0 0,0 1 0 0 0,0 0-1 0 0,0 0 1 0 0,-1 0 0 0 0,0 1-1 0 0,-1 0 1 0 0,1 0 0 0 0,-1 0 0 0 0,0 0-1 0 0,-1 1 1 0 0,-12-8 0 0 0,10 8-130 0 0,-2 0 1 0 0,1 1 0 0 0,-1 0 0 0 0,1 0-1 0 0,-1 1 1 0 0,0 0 0 0 0,0 1 0 0 0,-17-1-1 0 0,1 3-537 0 0,0 0-1 0 0,1 2 1 0 0,-1 1-1 0 0,0 1 1 0 0,1 1-1 0 0,-1 1 1 0 0,-25 11-1 0 0,20-5-2162 0 0,0 2 1 0 0,-58 34-1 0 0,43-16-2675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58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3704 0 0,'10'8'3353'0'0,"7"8"3083"0"0,-3-6-3892 0 0,-2-3-907 0 0,0-4-793 0 0,10-4-1492 0 0,-8-1-2121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6:03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7421 60 0 0,'-16'18'15836'0'0,"78"-92"-14567"0"0,140-129-1 0 0,-155 158-926 0 0,421-386 916 0 0,-292 266-867 0 0,-25 11 135 0 0,-6 8-75 0 0,-83 88-309 0 0,130-117-118 0 0,-182 167-24 0 0,144-117-7 0 0,81-59-50 0 0,-37 13 206 0 0,-43 36 86 0 0,258-223 841 0 0,-366 318-1133 0 0,170-148 10 0 0,-64 57 120 0 0,78-71-86 0 0,113-104 171 0 0,-236 212-74 0 0,77-62 32 0 0,108-98-114 0 0,505-448 188 0 0,-323 305-273 0 0,-264 219 55 0 0,116-82 108 0 0,-46 39 5 0 0,51-40 15 0 0,85-70-78 0 0,80-113 167 0 0,-473 422-171 0 0,17-16 78 0 0,253-216 64 0 0,203-106 152 0 0,-345 260-298 0 0,-121 80-11 0 0,7-4-4 0 0,-3 0-47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6:04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21 184 0 0,'0'0'12733'0'0,"11"5"-12205"0"0,-9-4-509 0 0,0 1 1 0 0,0-1-1 0 0,0 0 0 0 0,0 1 0 0 0,0-1 1 0 0,0 0-1 0 0,0 0 0 0 0,0 0 0 0 0,1 0 0 0 0,-1-1 1 0 0,3 1-1 0 0,-3 0 309 0 0,0-1-169 0 0,1 0-1 0 0,-1 1 1 0 0,1-1-1 0 0,-1 0 1 0 0,1-1 0 0 0,9-1 5012 0 0,-27 0-4793 0 0,13 2-348 0 0,-5 7-56 0 0,3-1 106 0 0,7-5-71 0 0,-2-1-7 0 0,0 0 0 0 0,0 0 0 0 0,0 0 1 0 0,0 0-1 0 0,0 0 0 0 0,0 0 0 0 0,0-1 0 0 0,0 1 1 0 0,0 0-1 0 0,0 0 0 0 0,0-1 0 0 0,0 1 0 0 0,0-1 1 0 0,0 1-1 0 0,-1-1 0 0 0,1 1 0 0 0,0-1 0 0 0,0 1 1 0 0,1-2-1 0 0,1 0 5 0 0,-1 0-1 0 0,1 0 1 0 0,0 0-1 0 0,-1 0 1 0 0,0 0 0 0 0,1-1-1 0 0,-1 1 1 0 0,0-1 0 0 0,2-2-1 0 0,-4 4 32 0 0,1 0 0 0 0,-1 0 1 0 0,1 0-1 0 0,-1 0 0 0 0,1 1 0 0 0,0-1 0 0 0,-1 0 0 0 0,1 0 0 0 0,0 1 1 0 0,0-1-1 0 0,0 0 0 0 0,-1 1 0 0 0,1-1 0 0 0,0 1 0 0 0,0-1 0 0 0,2 0 1 0 0,-2-4 368 0 0,-2 5-401 0 0,1 1-1 0 0,-1-1 1 0 0,0 0-1 0 0,0 0 1 0 0,0 1-1 0 0,0-1 1 0 0,1 0-1 0 0,-1 1 1 0 0,0-1-1 0 0,0 1 1 0 0,0-1-1 0 0,1 1 1 0 0,-1-1-1 0 0,0 1 1 0 0,1 0-1 0 0,-1-1 1 0 0,1 1-1 0 0,-1 0 1 0 0,0 0-1 0 0,-16 19-3372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6:11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6 908 0 0,'-7'-6'12611'0'0,"6"8"-12352"0"0,0 0 0 0 0,0-1 1 0 0,0 1-1 0 0,0 0 0 0 0,1-1 1 0 0,-1 1-1 0 0,0 0 1 0 0,1 0-1 0 0,-1 0 0 0 0,1-1 1 0 0,0 1-1 0 0,-1 0 1 0 0,1 0-1 0 0,0 0 0 0 0,0 0 1 0 0,0 0-1 0 0,1 3 0 0 0,6 42-36 0 0,-5-36 17 0 0,21 218 842 0 0,-11 202 340 0 0,-17 289 465 0 0,24-93-940 0 0,-13-472-868 0 0,19 239 24 0 0,-3-93-9 0 0,-13-172 18 0 0,11 156-44 0 0,2-12-176 0 0,-15-170 142 0 0,-7-101-48 0 0,2 32-4 0 0,-3-13 157 0 0,-6-55-8191 0 0,3 7 2967 0 0,-3-6-3851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6:12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91 228 0 0,'0'0'5855'0'0,"-12"4"-3621"0"0,-26 9 7246 0 0,55-15-8643 0 0,450-72-2753 0 0,-151 45-8129 0 0,-270 26 5776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6:13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34 1580 0 0,'-3'0'5165'0'0,"-30"4"3087"0"0,24-2-6884 0 0,-1 2 77 0 0,12-3-1399 0 0,0 0 0 0 0,0 0 0 0 0,1 0-1 0 0,-1 0 1 0 0,1-1 0 0 0,-1 1 0 0 0,0-1 0 0 0,1 0-1 0 0,-1 1 1 0 0,1-1 0 0 0,-1 0 0 0 0,6-1-1 0 0,38-6 96 0 0,-23 4-94 0 0,8-1 47 0 0,78-11-2822 0 0,-90 11-1919 0 0,30-9 1 0 0,-37 9 384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6:14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55 2060 0 0,'-1'-2'2491'0'0,"-19"-50"14946"0"0,20 52-17268 0 0,-1-1-1 0 0,-2 8 22 0 0,1 0-1 0 0,0 0 1 0 0,0 0-1 0 0,0 0 1 0 0,1 0-1 0 0,0 0 0 0 0,1 1 1 0 0,-1-1-1 0 0,1 0 1 0 0,2 9-1 0 0,-3 18 24 0 0,-2 48-2230 0 0,10 115 1 0 0,15-12-10060 0 0,-17-149 5967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6:22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208 108 1100 0 0,'-4'0'1272'0'0,"-77"-7"6964"0"0,60 4-7455 0 0,18 3-596 0 0,-11-4 478 0 0,-23-5 351 0 0,35 8-808 0 0,-14-1 890 0 0,14 2-1083 0 0,-18-3 1194 0 0,20 3-1173 0 0,0 0-1 0 0,-1 0 1 0 0,1 0-1 0 0,0 0 0 0 0,-1 0 1 0 0,1 0-1 0 0,0 0 1 0 0,0 0-1 0 0,-1 0 1 0 0,1 0-1 0 0,0 0 0 0 0,0 0 1 0 0,-1 0-1 0 0,1-1 1 0 0,0 1-1 0 0,-1 0 0 0 0,1 0 1 0 0,0 0-1 0 0,0 0 1 0 0,0 0-1 0 0,-1-1 0 0 0,1 1 1 0 0,0 0-1 0 0,0 0 1 0 0,0 0-1 0 0,-1-1 0 0 0,1 1 1 0 0,0 0-1 0 0,0 0 1 0 0,0-1-1 0 0,0 1 0 0 0,0 0 1 0 0,-1-1-1 0 0,1 1 1 0 0,0 0-1 0 0,0 0 0 0 0,0-1 1 0 0,0 1-1 0 0,0 0 1 0 0,0 0-1 0 0,0-1 0 0 0,0 1 1 0 0,0 0-1 0 0,0-1 1 0 0,0 1-1 0 0,0 0 1 0 0,1-1-1 0 0,-1 0-7 0 0,27-6 23 0 0,75-7 21 0 0,21 5-40 0 0,82-2 149 0 0,-89 6-98 0 0,194 11 228 0 0,-184 0-234 0 0,35 8-58 0 0,-21-1 0 0 0,-51-5 12 0 0,-46-4 26 0 0,31 0 11 0 0,366-10 963 0 0,-370 3-1000 0 0,624-33 471 0 0,-284 26-46 0 0,-265 11-369 0 0,57 3 296 0 0,-153-4-236 0 0,-8 0-33 0 0,310-4 198 0 0,-331 4-306 0 0,51-1 25 0 0,-30 1 1 0 0,160-6 202 0 0,-156 3 256 0 0,-42 3-406 0 0,39-3 497 0 0,-39 2-235 0 0,6 0-911 0 0,-63-8-19675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6:23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26 1200 0 0,'-31'-25'19310'0'0,"30"25"-19338"0"0,1 1 1 0 0,0-1 0 0 0,0 0 0 0 0,0 0-1 0 0,-1 1 1 0 0,1-1 0 0 0,0 0 0 0 0,0 1-1 0 0,0-1 1 0 0,0 1 0 0 0,0-1 0 0 0,0 0-1 0 0,0 1 1 0 0,0-1 0 0 0,0 0 0 0 0,0 1-1 0 0,0-1 1 0 0,0 1 0 0 0,0-1 0 0 0,0 0-1 0 0,0 1 1 0 0,0-1 0 0 0,0 0 0 0 0,0 1-1 0 0,0-1 1 0 0,0 0 0 0 0,1 1-1 0 0,8 50 536 0 0,2 56 0 0 0,5 31-2133 0 0,-12-117-200 0 0,1 0 1 0 0,1 0 0 0 0,0-1 0 0 0,14 29 0 0 0,2-5-5788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6:24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29 228 0 0,'-33'-29'17160'0'0,"40"59"-14742"0"0,32 63-878 0 0,95 161 0 0 0,-68-138-2683 0 0,-58-99 83 0 0,20 31-2472 0 0,-26-46 2308 0 0,0 1-1 0 0,17 14-4896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6:24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513 103 420 0 0,'-2'-8'1297'0'0,"1"-2"576"0"0,-1-1 0 0 0,-1 1 0 0 0,1-1 0 0 0,-2 1 0 0 0,0 0-1 0 0,-9-18 1 0 0,12 27-1764 0 0,0 1-1 0 0,0-1 1 0 0,0 1-1 0 0,0 0 0 0 0,0-1 1 0 0,0 1-1 0 0,0 0 0 0 0,0-1 1 0 0,0 1-1 0 0,0 0 1 0 0,0 0-1 0 0,0 0 0 0 0,0 0 1 0 0,0 0-1 0 0,0 0 1 0 0,0 0-1 0 0,0 0 0 0 0,0 0 1 0 0,0 1-1 0 0,0-1 0 0 0,0 0 1 0 0,0 1-1 0 0,0-1 1 0 0,0 0-1 0 0,0 1 0 0 0,0-1 1 0 0,0 1-1 0 0,-1 1 1 0 0,0-1-63 0 0,-10 5 412 0 0,0 1-1 0 0,0 0 1 0 0,0 1 0 0 0,1 0-1 0 0,-11 11 1 0 0,-47 52 418 0 0,49-49-645 0 0,-22 25-17 0 0,2 2 1 0 0,3 1-1 0 0,-49 86 1 0 0,21-3-3491 0 0,62-127 2211 0 0,-3 13-248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6:24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3332 0 0,'19'-11'5383'0'0,"0"1"-1"0"0,27-11 0 0 0,-45 21-5191 0 0,1-1-1 0 0,-1 1 1 0 0,1-1 0 0 0,-1 1-1 0 0,1 0 1 0 0,-1 0 0 0 0,1-1-1 0 0,-1 1 1 0 0,1 0-1 0 0,-1 1 1 0 0,1-1 0 0 0,-1 0-1 0 0,0 0 1 0 0,1 1 0 0 0,-1-1-1 0 0,1 0 1 0 0,-1 1-1 0 0,1 0 1 0 0,-1-1 0 0 0,0 1-1 0 0,0 0 1 0 0,1 0 0 0 0,-1-1-1 0 0,0 1 1 0 0,0 0 0 0 0,0 0-1 0 0,0 0 1 0 0,0 1-1 0 0,0-1 1 0 0,0 0 0 0 0,0 0-1 0 0,0 0 1 0 0,0 1 0 0 0,0 2-1 0 0,2 1 183 0 0,-1 0-1 0 0,0 0 0 0 0,0 1 1 0 0,-1 0-1 0 0,0-1 1 0 0,0 1-1 0 0,1 7 1 0 0,-3 15 263 0 0,-1 0 0 0 0,-1 0 0 0 0,-1-1 0 0 0,-10 34 0 0 0,0 3-182 0 0,0 1-440 0 0,-9 60-2911 0 0,21-110 63 0 0,2 1 1 0 0,-1 0 0 0 0,3 17 0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6:27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2276 0 0,'-10'10'15949'0'0,"23"-8"-12897"0"0,-9-2-4282 0 0,131-5 1937 0 0,-71 1-2559 0 0,0 3-4560 0 0,-47 0 2291 0 0,-1 0-1844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6:27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20 3084 0 0,'-3'-19'15795'0'0,"6"41"-14984"0"0,-1 1 1 0 0,-1-1-1 0 0,-3 35 1 0 0,-15 71-545 0 0,1 0-402 0 0,15-102-950 0 0,0 1 1 0 0,8 53 0 0 0,-3-54-3641 0 0,11 34 1 0 0,-7-36-2427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6:27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20 1244 0 0,'0'0'4565'0'0,"-3"-12"-4149"0"0,-3 5-2601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59.51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0 5423 552 0 0,'8'7'9730'0'0,"1"-11"-9602"0"0,1 1 0 0 0,-1-2 1 0 0,0 1-1 0 0,0-1 0 0 0,0-1 0 0 0,-1 0 1 0 0,16-13-1 0 0,-2 2-7 0 0,306-229 376 0 0,-146 95-2 0 0,103-77-56 0 0,54 6 2 0 0,-70 28 229 0 0,-90 59-441 0 0,11 3-118 0 0,162-118-161 0 0,-15-21 839 0 0,-139 97-382 0 0,323-311 240 0 0,-345 298-499 0 0,427-433-123 0 0,189-77-140 0 0,-520 504 75 0 0,13 19-45 0 0,-143 89 40 0 0,621-361-10 0 0,-319 211 34 0 0,-304 171-28 0 0,186-59 0 0 0,-294 113-212 0 0,99-29-4592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01.12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425 307 244 0 0,'-62'57'5698'0'0,"55"-53"-5026"0"0,1-1-1 0 0,-1 1 1 0 0,-1-1 0 0 0,-10 3 0 0 0,-32-14-345 0 0,-67-19-1 0 0,78 17-13 0 0,-35-9 1384 0 0,72 18-1687 0 0,-11-4 214 0 0,11 4-245 0 0,-13 1 166 0 0,15 0-144 0 0,-1 0 0 0 0,1 0 1 0 0,0 0-1 0 0,0 0 1 0 0,0 0-1 0 0,-1 0 1 0 0,1 0-1 0 0,0 0 0 0 0,0 0 1 0 0,0 0-1 0 0,0 0 1 0 0,-1 0-1 0 0,1 0 1 0 0,0 0-1 0 0,0 0 1 0 0,0 0-1 0 0,0 1 0 0 0,-1-1 1 0 0,1 0-1 0 0,0 0 1 0 0,0 0-1 0 0,0 0 1 0 0,0 0-1 0 0,0 1 0 0 0,0-1 1 0 0,0 0-1 0 0,-1 0 1 0 0,1 0-1 0 0,0 1 1 0 0,0-1-1 0 0,0 0 0 0 0,0 0 1 0 0,0 0-1 0 0,0 0 1 0 0,0 1-1 0 0,0-1 1 0 0,0 0-1 0 0,0 0 0 0 0,0 0 1 0 0,0 1-1 0 0,0-1 1 0 0,0 0-1 0 0,0 0 1 0 0,0 0-1 0 0,0 1 0 0 0,0-1 1 0 0,1 0-1 0 0,-1 0 1 0 0,0 0-1 0 0,0 0 1 0 0,0 1-1 0 0,0-1 0 0 0,0 0 1 0 0,0 0-1 0 0,0 0 1 0 0,1 0-1 0 0,-1 0 1 0 0,0 1-1 0 0,0-1 0 0 0,0 0 1 0 0,0 0-1 0 0,0 0 1 0 0,1 0-1 0 0,0 2-24 0 0,15 1 154 0 0,48 3 162 0 0,123-5-1 0 0,78-27 154 0 0,-136 10-365 0 0,372-43 17 0 0,434-38 317 0 0,641 54-223 0 0,-503 19 1134 0 0,-837 16-1281 0 0,1188-44 137 0 0,-304 45-192 0 0,-5 89 81 0 0,-897-55-1121 0 0,-127-17-6192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02.035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126 715 524 0 0,'0'0'1155'0'0,"-30"-17"2942"0"0,-54-26-9 0 0,83 42-4044 0 0,0 0 0 0 0,0 0 0 0 0,0 0 0 0 0,0 0-1 0 0,0-1 1 0 0,0 1 0 0 0,0 0 0 0 0,1-1 0 0 0,-1 1 0 0 0,0 0 0 0 0,1-1-1 0 0,-1 1 1 0 0,1-1 0 0 0,0 1 0 0 0,-1-1 0 0 0,1 0 0 0 0,0 1-1 0 0,0-1 1 0 0,0 1 0 0 0,0-3 0 0 0,0 2 39 0 0,2-32 949 0 0,6 30-885 0 0,1 0-1 0 0,1 0 0 0 0,-1 1 1 0 0,0 0-1 0 0,1 0 0 0 0,17-1 1 0 0,0-2-2 0 0,1123-249 1541 0 0,16 81-1040 0 0,337 74-115 0 0,3 72-373 0 0,-343 44-154 0 0,-103-1 65 0 0,-1049-15-423 0 0,0 0 0 0 0,0-1 0 0 0,-1-1-1 0 0,16-3 1 0 0,-55-6-3692 0 0,2 8 744 0 0,-13-4-1339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02.68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392 1085 2048 0 0,'-379'48'8642'0'0,"377"-48"-8379"0"0,-8 1-10 0 0,10 3 26 0 0,15 10 117 0 0,-12-12-373 0 0,-1-1 108 0 0,0 3 51 0 0,0-1-1 0 0,1 0 1 0 0,-1 0 0 0 0,1 0-1 0 0,0 0 1 0 0,0 0-1 0 0,6 4 1 0 0,-4-4-42 0 0,0 0 0 0 0,0-1 0 0 0,0 1 0 0 0,0-1 1 0 0,1 0-1 0 0,-1-1 0 0 0,1 1 0 0 0,-1-1 0 0 0,1 0 0 0 0,-1-1 0 0 0,1 1 0 0 0,0-1 1 0 0,-1 0-1 0 0,1 0 0 0 0,-1-1 0 0 0,11-2 0 0 0,13-3 86 0 0,-1-1 0 0 0,28-11 0 0 0,-29 9-30 0 0,438-148 927 0 0,122-39-540 0 0,796-159-136 0 0,26 109-364 0 0,1120 40-177 0 0,-2038 205 42 0 0,-273 2-2893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03.22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731 651 788 0 0,'-620'119'11485'0'0,"593"-113"-10854"0"0,2 1-53 0 0,18-5-233 0 0,-1 0-1 0 0,1-1 1 0 0,-1 1 0 0 0,-15 0-1 0 0,23-2-337 0 0,0 0 0 0 0,0 0 0 0 0,-1 0-1 0 0,1 0 1 0 0,0 0 0 0 0,0-1 0 0 0,-1 1-1 0 0,1 0 1 0 0,0 0 0 0 0,0 0-1 0 0,0 0 1 0 0,-1 0 0 0 0,1 0 0 0 0,0 0-1 0 0,0 0 1 0 0,0-1 0 0 0,-1 1 0 0 0,1 0-1 0 0,0 0 1 0 0,0 0 0 0 0,0 0 0 0 0,0-1-1 0 0,-1 1 1 0 0,1 0 0 0 0,0 0-1 0 0,0-1 1 0 0,0 1 0 0 0,0 0 0 0 0,0 0-1 0 0,0 0 1 0 0,0-1 0 0 0,0 1 0 0 0,0 0-1 0 0,0 0 1 0 0,0-1 0 0 0,0 1 0 0 0,0 0-1 0 0,0 0 1 0 0,0-1 0 0 0,0 1-1 0 0,0 0 1 0 0,0 0 0 0 0,0 0 0 0 0,0-1-1 0 0,0 1 1 0 0,0 0 0 0 0,0 0 0 0 0,0-1-1 0 0,0 1 1 0 0,1 0 0 0 0,-1 0 0 0 0,0 0-1 0 0,0-1 1 0 0,0 1 0 0 0,0 0 0 0 0,1 0-1 0 0,-1 0 1 0 0,0-1 0 0 0,9-10 107 0 0,9-2 38 0 0,1 0 1 0 0,0 1-1 0 0,1 1 1 0 0,25-10-1 0 0,88-28 206 0 0,-111 42-301 0 0,552-152 701 0 0,13 45-450 0 0,461-46 354 0 0,1593-39 0 0 0,-1119 188-669 0 0,-1253 11-23 0 0,-232-1-133 0 0,29 2-2496 0 0,-102 7-3918 0 0,-15-4 4335 0 0,0-2-2960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03.70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622 1052 2664 0 0,'-138'0'3921'0'0,"-260"-4"3159"0"0,316-1-5818 0 0,81 5-1258 0 0,1 0 1 0 0,0 0-1 0 0,0 0 1 0 0,0 0-1 0 0,0 0 1 0 0,0-1-1 0 0,-1 1 1 0 0,1 0 0 0 0,0 0-1 0 0,0 0 1 0 0,0 0-1 0 0,0 0 1 0 0,0 0-1 0 0,0-1 1 0 0,-1 1-1 0 0,1 0 1 0 0,0 0-1 0 0,0 0 1 0 0,0 0-1 0 0,0 0 1 0 0,0-1-1 0 0,0 1 1 0 0,0 0 0 0 0,0 0-1 0 0,0 0 1 0 0,0 0-1 0 0,0-1 1 0 0,0 1-1 0 0,0 0 1 0 0,0 0-1 0 0,0 0 1 0 0,0 0-1 0 0,0-1 1 0 0,0 1-1 0 0,0 0 1 0 0,0 0 0 0 0,0 0-1 0 0,0 0 1 0 0,0-1-1 0 0,0 1 1 0 0,0 0-1 0 0,0 0 1 0 0,1 0-1 0 0,-1 0 1 0 0,0 0-1 0 0,0-1 1 0 0,0 1-1 0 0,0 0 1 0 0,0 0 0 0 0,0 0-1 0 0,1 0 1 0 0,-1 0-1 0 0,7-9 102 0 0,12-3 12 0 0,1 1 0 0 0,0 1 0 0 0,1 1 0 0 0,42-12 0 0 0,-20 6-34 0 0,811-233 530 0 0,21 63-442 0 0,776-77-9 0 0,12 99-169 0 0,-386 79-204 0 0,-1224 77-1511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04.16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253 1085 680 0 0,'-218'15'11042'0'0,"184"-18"-9467"0"0,38-10-1163 0 0,-1 10-366 0 0,0 1 1 0 0,0-1 0 0 0,0 0-1 0 0,0 1 1 0 0,0 0-1 0 0,1 0 1 0 0,-1 0 0 0 0,0 0-1 0 0,7-2 1 0 0,6-4 87 0 0,131-64 643 0 0,242-85 1 0 0,10 29-605 0 0,621-116-1 0 0,436 35 110 0 0,-482 122-302 0 0,3 23-1 0 0,-927 61 16 0 0,908-68-128 0 0,-941 70-1297 0 0,35-9 0 0 0,-100 7-5755 0 0,16 2 3322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04.59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635 1114 1856 0 0,'-586'39'10392'0'0,"549"-40"-9664"0"0,36 1-717 0 0,1 0 1 0 0,0 0-1 0 0,-1 0 1 0 0,1 0-1 0 0,-1 0 0 0 0,1 0 1 0 0,-1 0-1 0 0,1 0 1 0 0,0 0-1 0 0,-1 0 1 0 0,1 0-1 0 0,-1-1 0 0 0,1 1 1 0 0,0 0-1 0 0,-1 0 1 0 0,1 0-1 0 0,0-1 0 0 0,-1 1 1 0 0,1 0-1 0 0,0 0 1 0 0,-1-1-1 0 0,1 1 1 0 0,0 0-1 0 0,-1-1 0 0 0,1 1 1 0 0,0 0-1 0 0,0-1 1 0 0,0 1-1 0 0,-1 0 1 0 0,1-1-1 0 0,0 1 0 0 0,0-1 1 0 0,0 1-1 0 0,0 0 1 0 0,0-1-1 0 0,-1 1 1 0 0,1-1-1 0 0,0 1 0 0 0,0-1 1 0 0,0 1-1 0 0,0 0 1 0 0,0-1-1 0 0,1 1 0 0 0,-1-1 1 0 0,0 1-1 0 0,0 0 1 0 0,0-1-1 0 0,0 1 1 0 0,0-1-1 0 0,1 1 0 0 0,10-18 392 0 0,0 6-229 0 0,2 0 0 0 0,-1 1 0 0 0,1 1 0 0 0,26-16-1 0 0,63-27 199 0 0,-79 41-298 0 0,364-151 539 0 0,13 31-358 0 0,937-187-7 0 0,22 108-219 0 0,-495 118-30 0 0,4 29-41 0 0,-796 63-2517 0 0,-128 21-8856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04.99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519 1206 2656 0 0,'-474'26'8522'0'0,"469"-26"-8426"0"0,0 1 0 0 0,-1-2-1 0 0,1 1 1 0 0,0 0 0 0 0,-1-1 0 0 0,-6-2 0 0 0,12 1-62 0 0,1 1 1 0 0,-1-1-1 0 0,1 1 1 0 0,0 0-1 0 0,0-1 0 0 0,0 1 1 0 0,0 0-1 0 0,0-1 0 0 0,0 1 1 0 0,1-2-1 0 0,7-4 60 0 0,0 0 1 0 0,0 0-1 0 0,1 1 0 0 0,0 0 0 0 0,19-8 1 0 0,2-2 47 0 0,360-160 896 0 0,17 33-465 0 0,843-205 260 0 0,25 105-653 0 0,825 19-206 0 0,-1419 210-269 0 0,-651 17-570 0 0,-72 22-4603 0 0,36-24 5002 0 0,-37 7-2230 0 0,-13 2-643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05.403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215 1105 504 0 0,'-59'-1'4028'0'0,"32"2"-2275"0"0,-1-2-1 0 0,1-1 0 0 0,-35-7 0 0 0,61 9-1730 0 0,1 0 0 0 0,-1 0 1 0 0,1 0-1 0 0,-1 0 0 0 0,1 0 0 0 0,-1 0 0 0 0,1-1 0 0 0,-1 1 1 0 0,1 0-1 0 0,-1 0 0 0 0,1-1 0 0 0,-1 1 0 0 0,1 0 0 0 0,0-1 0 0 0,-1 1 1 0 0,1 0-1 0 0,-1-1 0 0 0,1 1 0 0 0,0-1 0 0 0,-1 1 0 0 0,1 0 1 0 0,0-1-1 0 0,0 1 0 0 0,-1-1 0 0 0,1 1 0 0 0,0-1 0 0 0,0 1 1 0 0,0-1-1 0 0,0 1 0 0 0,0-1 0 0 0,0 1 0 0 0,0-1 0 0 0,0 1 1 0 0,0-1-1 0 0,0 1 0 0 0,0-1 0 0 0,0 1 0 0 0,0-1 0 0 0,0 1 1 0 0,0-1-1 0 0,0 1 0 0 0,0-1 0 0 0,1 1 0 0 0,-1-1 0 0 0,0 1 0 0 0,0-1 1 0 0,1 1-1 0 0,-1-1 0 0 0,0 1 0 0 0,1-1 0 0 0,20-21 251 0 0,9 0-56 0 0,2 1 0 0 0,37-17 0 0 0,71-28 253 0 0,-133 63-451 0 0,233-95 563 0 0,274-70-1 0 0,1188-225-275 0 0,365 153-939 0 0,-2004 238-1406 0 0,-79 12-1512 0 0,-14-2 591 0 0,-12 0-1006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05.793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412 1176 1992 0 0,'-356'1'9026'0'0,"348"-1"-8819"0"0,1 0 1 0 0,0-1-1 0 0,-1 0 1 0 0,-9-3-1 0 0,16 4-194 0 0,1 0 0 0 0,-1 0 0 0 0,1 0 0 0 0,0-1 0 0 0,-1 1 0 0 0,1 0-1 0 0,-1 0 1 0 0,1-1 0 0 0,0 1 0 0 0,-1 0 0 0 0,1-1 0 0 0,-1 1 0 0 0,1 0 0 0 0,0-1 0 0 0,0 1 0 0 0,-1 0 0 0 0,1-1-1 0 0,0 1 1 0 0,0-1 0 0 0,-1 1 0 0 0,1-1 0 0 0,0 1 0 0 0,0-1 0 0 0,0 1 0 0 0,0 0 0 0 0,0-1 0 0 0,0 1-1 0 0,0-1 1 0 0,0 1 0 0 0,0-1 0 0 0,0 1 0 0 0,0-1 0 0 0,0 1 0 0 0,0-1 0 0 0,0 1 0 0 0,0-1 0 0 0,0 1 0 0 0,0-1-1 0 0,0 1 1 0 0,1 0 0 0 0,-1-1 0 0 0,0 1 0 0 0,0-1 0 0 0,1 1 0 0 0,-1 0 0 0 0,1-1 0 0 0,14-18 295 0 0,6 2-137 0 0,1 1 1 0 0,0 1-1 0 0,1 1 0 0 0,39-17 1 0 0,-35 17-84 0 0,270-113 503 0 0,9 22-321 0 0,-244 84-225 0 0,608-172 243 0 0,9 34-179 0 0,116 4-70 0 0,889-58 1 0 0,-547 161-139 0 0,-1092 50-108 0 0,53 2-1359 0 0,-84 4 122 0 0,-42 16-4270 0 0,-5-11 1851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06.18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285 1163 1360 0 0,'-249'-45'11309'0'0,"245"43"-11116"0"0,0 1 0 0 0,0-1 0 0 0,-1 0 0 0 0,1 0 0 0 0,1 0 1 0 0,-8-5-1 0 0,11 6-167 0 0,0 0 1 0 0,-1 0-1 0 0,1 0 1 0 0,0 0-1 0 0,0 0 1 0 0,0 0-1 0 0,0 0 1 0 0,0 1-1 0 0,0-1 1 0 0,0 0-1 0 0,0 0 1 0 0,1 0 0 0 0,-1 0-1 0 0,0 0 1 0 0,1 0-1 0 0,-1 0 1 0 0,1-1-1 0 0,-1 2-1 0 0,3-5 8 0 0,-1 1-1 0 0,1 0 1 0 0,0 1-1 0 0,0-1 1 0 0,0 0-1 0 0,1 1 0 0 0,-1 0 1 0 0,1 0-1 0 0,0 0 1 0 0,0 0-1 0 0,5-3 1 0 0,0 0-1 0 0,77-47 65 0 0,3 4 1 0 0,120-49-1 0 0,83-20-61 0 0,490-131 0 0 0,330 12-62 0 0,421 42-154 0 0,-1068 163-2608 0 0,-457 33 2672 0 0,-1-1-903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06.50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192 1000 1912 0 0,'-37'-7'1830'0'0,"17"5"-909"0"0,1-2-1 0 0,-1 0 1 0 0,1-1-1 0 0,1-1 1 0 0,-24-11 0 0 0,41 17-888 0 0,0-1 1 0 0,1 1 0 0 0,-1-1 0 0 0,0 1-1 0 0,0-1 1 0 0,0 1 0 0 0,0-1 0 0 0,0 0-1 0 0,0 1 1 0 0,1-1 0 0 0,-1 0 0 0 0,0 0 0 0 0,1 1-1 0 0,-1-1 1 0 0,0 0 0 0 0,1 0 0 0 0,-1 0-1 0 0,1 0 1 0 0,-1 0 0 0 0,1 0 0 0 0,0 0-1 0 0,-1 0 1 0 0,1 0 0 0 0,0 0 0 0 0,0 0-1 0 0,0 0 1 0 0,0 0 0 0 0,0 0 0 0 0,0 0 0 0 0,0 0-1 0 0,0-1 1 0 0,0 1 0 0 0,0 0 0 0 0,1 0-1 0 0,-1 0 1 0 0,0 0 0 0 0,1 0 0 0 0,-1 0-1 0 0,1 0 1 0 0,-1 0 0 0 0,1 1 0 0 0,-1-1 0 0 0,2-1-1 0 0,2-4 70 0 0,1 1-1 0 0,0 0 0 0 0,0 0 0 0 0,1 0 1 0 0,6-4-1 0 0,17-11 138 0 0,0 1-1 0 0,46-21 1 0 0,69-23 203 0 0,-116 51-348 0 0,327-113 539 0 0,6 24-379 0 0,-328 92-227 0 0,682-152 281 0 0,9 38-201 0 0,579-50 7 0 0,-1050 151-666 0 0,-108 10-3680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06.80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97 645 2144 0 0,'-11'-1'880'0'0,"4"1"-302"0"0,-1 0 0 0 0,1 0 0 0 0,-1-1 0 0 0,1 0 0 0 0,-1-1 0 0 0,1 1 0 0 0,0-1 0 0 0,0-1 0 0 0,-11-4 0 0 0,18 6-537 0 0,0 1 1 0 0,-1-1-1 0 0,1 1 0 0 0,0 0 1 0 0,0-1-1 0 0,0 1 0 0 0,0-1 1 0 0,0 1-1 0 0,0-1 0 0 0,0 1 1 0 0,-1-1-1 0 0,1 1 0 0 0,1-1 1 0 0,-1 1-1 0 0,0-1 0 0 0,0 1 0 0 0,0-1 1 0 0,0 1-1 0 0,0-1 0 0 0,0 1 1 0 0,0 0-1 0 0,1-1 0 0 0,-1 1 1 0 0,0-1-1 0 0,0 1 0 0 0,1-1 1 0 0,-1 1-1 0 0,0 0 0 0 0,1-1 1 0 0,-1 1-1 0 0,1-1 0 0 0,10-11 238 0 0,6 0-110 0 0,1 1 1 0 0,0 0-1 0 0,1 2 0 0 0,0 0 0 0 0,40-12 1 0 0,-42 15-109 0 0,547-154 631 0 0,-538 154-666 0 0,970-201 118 0 0,-636 145-538 0 0,522-23 1 0 0,-733 85-1280 0 0,-51 6-2897 0 0,-74-4 1660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07.06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444 681 836 0 0,'-444'50'10444'0'0,"446"-51"-10412"0"0,-1 1-1 0 0,0 0 1 0 0,0-1 0 0 0,1 1-1 0 0,-1-1 1 0 0,0 1-1 0 0,0-1 1 0 0,0 0-1 0 0,1 1 1 0 0,-1-1 0 0 0,1-1-1 0 0,7-4 28 0 0,37-13 119 0 0,86-21-1 0 0,-72 23-118 0 0,1329-345 384 0 0,-656 193-1701 0 0,-425 99-1693 0 0,-224 50 355 0 0,-16 0-770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07.34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407 1331 2416 0 0,'-179'-70'4099'0'0,"151"57"-3439"0"0,1-1 0 0 0,0-2 1 0 0,1-1-1 0 0,-29-24 0 0 0,48 35-485 0 0,1 0 0 0 0,-1 0 0 0 0,1-1 0 0 0,0 0 0 0 0,0 0 0 0 0,-8-16 0 0 0,12 19-120 0 0,0 0 0 0 0,0 0 0 0 0,1-1 1 0 0,0 1-1 0 0,-1 0 0 0 0,2-1 0 0 0,-1 1 1 0 0,0-1-1 0 0,1 1 0 0 0,0-1 0 0 0,0 1 1 0 0,0 0-1 0 0,1-1 0 0 0,-1 1 0 0 0,1-1 1 0 0,2-6-1 0 0,2-1-1 0 0,1-1 1 0 0,0 1-1 0 0,0 0 1 0 0,1 0 0 0 0,1 1-1 0 0,0 0 1 0 0,0 1-1 0 0,1 0 1 0 0,13-12-1 0 0,13-9 57 0 0,56-37-1 0 0,10 3 13 0 0,2 4 1 0 0,158-69-1 0 0,240-63-10 0 0,-213 99-451 0 0,4 13-1 0 0,323-46 1 0 0,-501 109-666 0 0,1 5 0 0 0,171 2 0 0 0,-268 12 173 0 0,0-1 1 0 0,0 2-1 0 0,0 1 0 0 0,35 9 0 0 0,-40-3-1813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01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2584 140 0 0,'0'0'7513'0'0,"-4"-8"-7397"0"0,4 1-92 0 0,0 5-11 0 0,1-10 25 0 0,8-45 121 0 0,-8 56-150 0 0,9-36-2 0 0,-10 36-22 0 0,12-37 228 0 0,-12 36-186 0 0,9-27 56 0 0,1 0-80 0 0,2-2 9 0 0,-3 9-1 0 0,35-102 667 0 0,-31 85-458 0 0,6-13-181 0 0,10-15-19 0 0,-20 43 7 0 0,20-35-1 0 0,-23 49-23 0 0,0 0-1 0 0,-1-1 1 0 0,0 0 0 0 0,-1 0-1 0 0,3-11 1 0 0,-5 17-3 0 0,-1 0 1 0 0,1 1-1 0 0,0-1 0 0 0,0 1 1 0 0,3-5-1 0 0,3-6 1 0 0,87-200-11 0 0,-83 185-2 0 0,63-145-188 0 0,-18 55 442 0 0,-33 70-265 0 0,-4 9 0 0 0,19-49-1 0 0,-33 73 22 0 0,22-48 44 0 0,-10 25 22 0 0,16-56 0 0 0,-22 61-63 0 0,25-54 0 0 0,-12 34-32 0 0,-10 18 46 0 0,23-55-164 0 0,54-93-1 0 0,-49 103 110 0 0,13-22-11 0 0,-4 5 921 0 0,-47 91-779 0 0,-1 1 0 0 0,0-1 0 0 0,5-11 1 0 0,-1 2-7 0 0,14-26 271 0 0,-21 41-284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48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1100 0 0,'0'0'8878'0'0,"1"10"-10683"0"0,-1-4 1300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49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4 131 852 0 0,'-3'4'17269'0'0,"53"-14"-17520"0"0,61-22 1 0 0,-9 3-1551 0 0,77-18-5685 0 0,-115 30 1557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50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11 108 1456 0 0,'0'0'1975'0'0,"-10"-19"5428"0"0,10 15-7302 0 0,1 1 0 0 0,0-1 0 0 0,0 1 0 0 0,0-1 0 0 0,0 1-1 0 0,1 0 1 0 0,-1-1 0 0 0,1 1 0 0 0,0 0 0 0 0,0 0 0 0 0,0 0 0 0 0,0 0-1 0 0,1 1 1 0 0,-1-1 0 0 0,1 1 0 0 0,0-1 0 0 0,-1 1 0 0 0,1 0 0 0 0,0 0-1 0 0,0 0 1 0 0,1 0 0 0 0,-1 1 0 0 0,4-3 0 0 0,1 1-36 0 0,0-1 0 0 0,1 1-1 0 0,-1 1 1 0 0,1-1 0 0 0,-1 1 0 0 0,1 1 0 0 0,-1 0 0 0 0,18-1 0 0 0,-22 2-17 0 0,1 1 1 0 0,-1-1-1 0 0,0 1 1 0 0,0-1 0 0 0,1 2-1 0 0,-1-1 1 0 0,0 0 0 0 0,0 1-1 0 0,0-1 1 0 0,0 1-1 0 0,-1 0 1 0 0,1 0 0 0 0,0 1-1 0 0,-1-1 1 0 0,0 1 0 0 0,1 0-1 0 0,-1 0 1 0 0,0 0-1 0 0,-1 0 1 0 0,1 0 0 0 0,0 1-1 0 0,-1-1 1 0 0,0 1 0 0 0,0 0-1 0 0,0 0 1 0 0,0 0-1 0 0,2 6 1 0 0,-2-1 118 0 0,0 1-1 0 0,-1-1 1 0 0,1 0 0 0 0,-2 1-1 0 0,0-1 1 0 0,0 1-1 0 0,0-1 1 0 0,-1 1 0 0 0,-1-1-1 0 0,1 1 1 0 0,-6 13 0 0 0,-8 17 397 0 0,-2 0 0 0 0,-2-1 1 0 0,-24 39-1 0 0,36-66-476 0 0,-18 35 149 0 0,25-47-236 0 0,0 0 1 0 0,0 1 0 0 0,-1-1-1 0 0,1 0 1 0 0,0 0 0 0 0,0 1-1 0 0,0-1 1 0 0,-1 0 0 0 0,1 1-1 0 0,0-1 1 0 0,0 0-1 0 0,0 1 1 0 0,0-1 0 0 0,0 0-1 0 0,0 1 1 0 0,0-1 0 0 0,0 0-1 0 0,0 1 1 0 0,0-1 0 0 0,0 0-1 0 0,0 1 1 0 0,0-1 0 0 0,0 0-1 0 0,0 1 1 0 0,0-1-1 0 0,0 0 1 0 0,1 1 0 0 0,-1-1-1 0 0,0 0 1 0 0,0 1 0 0 0,0-1-1 0 0,0 0 1 0 0,1 0 0 0 0,-1 1-1 0 0,0-1 1 0 0,0 0-1 0 0,1 0 1 0 0,-1 1 0 0 0,0-1-1 0 0,0 0 1 0 0,1 0 0 0 0,-1 0-1 0 0,0 1 1 0 0,1-1 0 0 0,-1 0-1 0 0,0 0 1 0 0,1 0-1 0 0,-1 0 1 0 0,0 0 0 0 0,1 0-1 0 0,-1 0 1 0 0,0 0 0 0 0,1 0-1 0 0,-1 0 1 0 0,0 0 0 0 0,1 0-1 0 0,0 0 1 0 0,21-2-6 0 0,15-8-652 0 0,0-2-1 0 0,53-26 0 0 0,-40 17-192 0 0,127-56-2845 0 0,-59 22-1703 0 0,-41 19-162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51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0 143 284 0 0,'0'0'19949'0'0,"14"-14"-19860"0"0,10 2-193 0 0,0 1 0 0 0,0 1 0 0 0,1 1 0 0 0,0 2 0 0 0,27-6 0 0 0,-25 7-429 0 0,100-24-3349 0 0,-43 12-2226 0 0,-84 18 6091 0 0,57-12-6737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5:52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1992 0 0,'0'0'10286'0'0,"9"-17"-8567"0"0,1 10-1620 0 0,1 0 0 0 0,0 0-1 0 0,0 1 1 0 0,0 0 0 0 0,1 1 0 0 0,0 1-1 0 0,0-1 1 0 0,0 2 0 0 0,0 0-1 0 0,1 0 1 0 0,-1 1 0 0 0,1 1-1 0 0,0 0 1 0 0,-1 1 0 0 0,1 0 0 0 0,0 1-1 0 0,-1 0 1 0 0,1 1 0 0 0,13 4-1 0 0,-24-5-69 0 0,1-1 0 0 0,0 1 0 0 0,-1 0 0 0 0,0 0-1 0 0,1 0 1 0 0,-1 0 0 0 0,0 1 0 0 0,1-1-1 0 0,-1 0 1 0 0,0 1 0 0 0,0 0 0 0 0,0-1-1 0 0,0 1 1 0 0,-1 0 0 0 0,1 0 0 0 0,0 0 0 0 0,-1 0-1 0 0,1 1 1 0 0,-1-1 0 0 0,0 0 0 0 0,0 1-1 0 0,0-1 1 0 0,0 0 0 0 0,0 1 0 0 0,0-1-1 0 0,-1 1 1 0 0,1 0 0 0 0,-1-1 0 0 0,0 1 0 0 0,1-1-1 0 0,-2 4 1 0 0,0 6 90 0 0,-1-1 0 0 0,0 1 0 0 0,-1-1 1 0 0,-1 0-1 0 0,-7 19 0 0 0,1-3 222 0 0,9-25-207 0 0,1-2-101 0 0,-1 1 1 0 0,1-1-1 0 0,0 0 1 0 0,0 1-1 0 0,0-1 1 0 0,-1 1-1 0 0,1-1 1 0 0,0 1-1 0 0,0-1 1 0 0,0 1-1 0 0,0-1 1 0 0,0 1-1 0 0,0-1 0 0 0,0 1 1 0 0,0-1-1 0 0,0 0 1 0 0,0 1-1 0 0,0-1 1 0 0,0 1-1 0 0,0-1 1 0 0,1 1-1 0 0,21 0 84 0 0,-17-1-99 0 0,-1-1 0 0 0,0 1 0 0 0,0 1 0 0 0,0-1 0 0 0,1 1 0 0 0,-1-1 0 0 0,0 1 0 0 0,0 0 0 0 0,0 1 0 0 0,0-1 0 0 0,0 1 0 0 0,-1-1 0 0 0,6 4 0 0 0,-6-3 60 0 0,0 0 0 0 0,0 0 0 0 0,-1 0 0 0 0,1 0 0 0 0,-1 1-1 0 0,1-1 1 0 0,-1 1 0 0 0,0 0 0 0 0,0-1 0 0 0,0 1 0 0 0,0 0 0 0 0,-1 0 0 0 0,1 0 0 0 0,-1 1-1 0 0,1-1 1 0 0,-1 0 0 0 0,0 0 0 0 0,0 1 0 0 0,-1-1 0 0 0,1 0 0 0 0,-1 1 0 0 0,0 3 0 0 0,0-1 73 0 0,-1 0 0 0 0,1 0 0 0 0,-2 0 0 0 0,1 0 0 0 0,-1 0 0 0 0,0 0 0 0 0,0 0 0 0 0,0 0 0 0 0,-1-1 0 0 0,0 1 1 0 0,0-1-1 0 0,-4 6 0 0 0,-1 0-16 0 0,-1-1 1 0 0,0 1 0 0 0,0-2-1 0 0,-1 1 1 0 0,-1-1 0 0 0,1-1 0 0 0,-1 0-1 0 0,-1 0 1 0 0,1-1 0 0 0,-1-1-1 0 0,-1 0 1 0 0,1 0 0 0 0,-1-1-1 0 0,0-1 1 0 0,-24 5 0 0 0,29-8-351 0 0,0-1 0 0 0,0 0 1 0 0,0-1-1 0 0,-13-2 0 0 0,14 2-650 0 0,0 0-1 0 0,0-1 1 0 0,1 0-1 0 0,-1-1 1 0 0,-11-5-1 0 0,-4-12-8194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6:08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32 244 0 0,'0'0'5025'0'0,"-1"-23"3120"0"0,-1 16-7128 0 0,2 7-1015 0 0,-1 0-1 0 0,1-1 0 0 0,-1 1 0 0 0,1 0 1 0 0,-1 0-1 0 0,1 0 0 0 0,-1 0 0 0 0,1 0 1 0 0,-1 0-1 0 0,1 0 0 0 0,-1 0 0 0 0,1 0 1 0 0,-1 0-1 0 0,1 0 0 0 0,-1 0 0 0 0,1 0 1 0 0,-1 1-1 0 0,1-1 0 0 0,-1 0 0 0 0,1 0 1 0 0,-1 0-1 0 0,1 1 0 0 0,-1-1 0 0 0,1 0 1 0 0,0 1-1 0 0,-1-1 0 0 0,1 0 0 0 0,-1 1 1 0 0,1-1-1 0 0,0 0 0 0 0,-1 1 0 0 0,1-1 1 0 0,0 1-1 0 0,0-1 0 0 0,-1 1 0 0 0,1-1 1 0 0,0 0-1 0 0,0 1 0 0 0,0-1 0 0 0,0 1 1 0 0,-1 0-1 0 0,0 1-12 0 0,16 2-36 0 0,-15-4 41 0 0,15 1 1452 0 0,-15-1-1440 0 0,0 0-1 0 0,0 0 0 0 0,1 0 1 0 0,-1 0-1 0 0,0 0 1 0 0,0 1-1 0 0,0-1 0 0 0,0 0 1 0 0,1 0-1 0 0,-1 0 1 0 0,0 0-1 0 0,0 0 0 0 0,0 1 1 0 0,0-1-1 0 0,0 0 1 0 0,0 0-1 0 0,1 0 0 0 0,-1 0 1 0 0,0 1-1 0 0,0-1 1 0 0,0 0-1 0 0,0 0 0 0 0,0 0 1 0 0,0 1-1 0 0,0-1 1 0 0,0 0-1 0 0,0 0 0 0 0,0 1 1 0 0,0-1-1 0 0,0 0 1 0 0,0 0-1 0 0,0 0 0 0 0,0 1 1 0 0,0-1-1 0 0,0 0 1 0 0,0 0-1 0 0,0 0 0 0 0,0 1 1 0 0,0-1-1 0 0,0 0 1 0 0,-1 0-1 0 0,1 0 0 0 0,0 0 1 0 0,0 1-1 0 0,0-1 1 0 0,0 0-1 0 0,0 0 0 0 0,-1 0 1 0 0,1 0-1 0 0,0 0 1 0 0,0 1-1 0 0,0-1 0 0 0,0 0 1 0 0,-1 0-1 0 0,1 0 1 0 0,0 0-1 0 0,0 0 0 0 0,-1 0 1 0 0,0 2-279 0 0,-2 2-464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6:09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434 145 348 0 0,'-5'-6'1081'0'0,"1"1"1"0"0,-1-1-1 0 0,0 1 0 0 0,0 1 1 0 0,0-1-1 0 0,-11-6 0 0 0,13 9-938 0 0,0 1 0 0 0,0 0-1 0 0,0-1 1 0 0,0 1-1 0 0,0 1 1 0 0,0-1 0 0 0,0 0-1 0 0,-1 1 1 0 0,1 0 0 0 0,0 0-1 0 0,-1 0 1 0 0,1 0 0 0 0,0 0-1 0 0,0 1 1 0 0,-6 1 0 0 0,-1 1-3 0 0,1 0 0 0 0,0 0 1 0 0,1 1-1 0 0,-1 1 1 0 0,1-1-1 0 0,0 2 1 0 0,0-1-1 0 0,0 1 1 0 0,1 0-1 0 0,-8 9 0 0 0,-4 4 92 0 0,2 1-1 0 0,-21 31 0 0 0,16-18-60 0 0,2 2 1 0 0,1 0-1 0 0,2 2 1 0 0,1 0-1 0 0,2 1 1 0 0,2 0-1 0 0,1 1 1 0 0,2 0-1 0 0,-4 48 1 0 0,9-52-89 0 0,2 0 1 0 0,1 0-1 0 0,2 0 1 0 0,2 0-1 0 0,1-1 1 0 0,1 1-1 0 0,2-1 0 0 0,2 0 1 0 0,1-1-1 0 0,26 62 1 0 0,-28-79 18 0 0,1 0-1 0 0,0-1 1 0 0,1 0 0 0 0,1 0 0 0 0,0-1 0 0 0,1-1 0 0 0,0 0 0 0 0,1 0 0 0 0,1-1 0 0 0,0-1 0 0 0,1 0-1 0 0,0-1 1 0 0,0-1 0 0 0,1 0 0 0 0,0-1 0 0 0,0-1 0 0 0,1 0 0 0 0,0-1 0 0 0,1-1 0 0 0,-1-1-1 0 0,1 0 1 0 0,0-1 0 0 0,-1-1 0 0 0,1-1 0 0 0,0-1 0 0 0,0 0 0 0 0,20-3 0 0 0,-3-4 7 0 0,-1 0 1 0 0,0-3-1 0 0,-1 0 1 0 0,0-2-1 0 0,-1-2 0 0 0,0-1 1 0 0,-1-1-1 0 0,-1-2 1 0 0,0-1-1 0 0,-2-1 1 0 0,0-1-1 0 0,42-43 1 0 0,-47 40-76 0 0,-1 0 1 0 0,-2-2-1 0 0,0 0 0 0 0,-1-1 1 0 0,-2-1-1 0 0,-1-1 0 0 0,-1 0 1 0 0,-2-1-1 0 0,-1-1 0 0 0,-1 0 1 0 0,-2 0-1 0 0,-1-1 0 0 0,7-55 1 0 0,-12 48-32 0 0,-2-1 1 0 0,-2 0-1 0 0,-1 0 1 0 0,-3 0-1 0 0,-9-41 1 0 0,7 51-5 0 0,-1 1 0 0 0,-1 1-1 0 0,-1-1 1 0 0,-2 2 0 0 0,-1-1 0 0 0,-1 2 0 0 0,-24-34 0 0 0,30 49-1 0 0,-1 1 0 0 0,0 0-1 0 0,0 0 1 0 0,-1 1 0 0 0,0 0 0 0 0,-1 1 0 0 0,0 0 0 0 0,0 1 0 0 0,-13-7 0 0 0,17 11-44 0 0,0 0 0 0 0,0 0 1 0 0,0 0-1 0 0,-1 1 0 0 0,1 0 1 0 0,-1 1-1 0 0,1 0 0 0 0,-1 0 1 0 0,0 0-1 0 0,1 1 1 0 0,-1 0-1 0 0,0 1 0 0 0,1 0 1 0 0,-1 0-1 0 0,1 0 0 0 0,-1 1 1 0 0,-8 3-1 0 0,3 1-217 0 0,0 1 0 0 0,0 0 0 0 0,0 0 1 0 0,1 2-1 0 0,1-1 0 0 0,-1 1 0 0 0,1 1 0 0 0,1 0 0 0 0,0 1 0 0 0,-16 21 0 0 0,6-3-1876 0 0,2 0-1 0 0,1 2 1 0 0,-20 46-1 0 0,19-35-3003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6:25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95 111 432 0 0,'-26'-30'6195'0'0,"17"19"-4309"0"0,0 0 0 0 0,1 0 0 0 0,-10-17 0 0 0,17 27-1770 0 0,1 0-1 0 0,-1-1 0 0 0,1 1 0 0 0,-1 0 1 0 0,0 0-1 0 0,0 0 0 0 0,1 0 1 0 0,-1 0-1 0 0,0 0 0 0 0,0 0 0 0 0,0 0 1 0 0,0 0-1 0 0,-1 0 0 0 0,1 0 1 0 0,0 1-1 0 0,0-1 0 0 0,0 0 0 0 0,-1 1 1 0 0,-1-1-1 0 0,3 1-108 0 0,0 0 0 0 0,0 0 1 0 0,0 0-1 0 0,0 0 0 0 0,-1 0 0 0 0,1 0 0 0 0,0 0 1 0 0,0 0-1 0 0,0 0 0 0 0,0 0 0 0 0,-1 0 0 0 0,1 0 1 0 0,0 0-1 0 0,0 0 0 0 0,0 0 0 0 0,0 1 0 0 0,0-1 1 0 0,0 0-1 0 0,-1 0 0 0 0,1 0 0 0 0,0 0 0 0 0,0 0 1 0 0,0 0-1 0 0,0 1 0 0 0,0-1 0 0 0,0 0 0 0 0,0 0 1 0 0,0 0-1 0 0,0 0 0 0 0,0 0 0 0 0,-1 1 0 0 0,1-1 1 0 0,0 0-1 0 0,0 0 0 0 0,0 0 0 0 0,0 0 0 0 0,0 1 1 0 0,0-1-1 0 0,0 0 0 0 0,0 0 0 0 0,7 15 33 0 0,45 67-183 0 0,47 66 844 0 0,-81-124-1895 0 0,1-2-1 0 0,1 0 1 0 0,44 37-1 0 0,-33-37-4214 0 0,-18-14 630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6:26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50 2072 0 0,'-11'-29'4099'0'0,"11"28"-3941"0"0,0 0 1 0 0,-1 0-1 0 0,1 0 1 0 0,-1-1 0 0 0,1 1-1 0 0,-1 0 1 0 0,1 0-1 0 0,-1 0 1 0 0,0 0-1 0 0,0 1 1 0 0,1-1 0 0 0,-1 0-1 0 0,0 0 1 0 0,0 0-1 0 0,0 1 1 0 0,0-1-1 0 0,0 0 1 0 0,0 1 0 0 0,0-1-1 0 0,0 1 1 0 0,0-1-1 0 0,0 1 1 0 0,0-1-1 0 0,-3 1 1 0 0,0 1-50 0 0,0 0 0 0 0,0 1 0 0 0,0 0 0 0 0,0 0 0 0 0,0 0 0 0 0,1 0 0 0 0,-1 0 0 0 0,1 1 0 0 0,-1 0 0 0 0,1-1 0 0 0,0 1 0 0 0,-5 7 0 0 0,-36 48 786 0 0,37-46-784 0 0,-62 101-277 0 0,4 3 0 0 0,-49 127 0 0 0,109-232-1303 0 0,2-1-1 0 0,-1 1 1 0 0,-2 19-1 0 0,2-12-2308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6:26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 1712 0 0,'3'-6'1311'0'0,"1"-2"610"0"0,0 0 1 0 0,1 0 0 0 0,6-9-1 0 0,-9 15-1724 0 0,0 0 0 0 0,-1 0-1 0 0,1 0 1 0 0,0 0 0 0 0,0 1-1 0 0,1-1 1 0 0,-1 0 0 0 0,0 1-1 0 0,0 0 1 0 0,1-1 0 0 0,-1 1-1 0 0,1 0 1 0 0,-1 0 0 0 0,1 1-1 0 0,5-2 1 0 0,-6 2-167 0 0,0-1 0 0 0,0 1 0 0 0,0 0 0 0 0,0 0 0 0 0,0 0 0 0 0,0 0 0 0 0,0 0 0 0 0,0 1 0 0 0,0-1 0 0 0,0 0 0 0 0,0 1 0 0 0,0 0 0 0 0,0-1 0 0 0,0 1 0 0 0,0 0 0 0 0,0 0 0 0 0,-1 0 0 0 0,1 0 1 0 0,0 1-1 0 0,-1-1 0 0 0,1 0 0 0 0,2 3 0 0 0,-2-1 11 0 0,-1 0 0 0 0,1 0 1 0 0,0 0-1 0 0,-1 0 0 0 0,0 1 1 0 0,0-1-1 0 0,0 0 1 0 0,0 1-1 0 0,0-1 0 0 0,-1 1 1 0 0,1-1-1 0 0,-1 5 0 0 0,0 6 169 0 0,-1-1 0 0 0,-1 1 0 0 0,0-1-1 0 0,0 0 1 0 0,-9 26 0 0 0,-76 164 1297 0 0,87-202-1501 0 0,-1-1-1 0 0,1 1 1 0 0,0-1 0 0 0,-1 1 0 0 0,1-1 0 0 0,0 1 0 0 0,-1-1 0 0 0,1 1 0 0 0,0-1 0 0 0,0 1 0 0 0,-1-1 0 0 0,1 1 0 0 0,0 0 0 0 0,0-1 0 0 0,0 1-1 0 0,0-1 1 0 0,0 1 0 0 0,0 0 0 0 0,0-1 0 0 0,0 1 0 0 0,0-1 0 0 0,0 1 0 0 0,0 0 0 0 0,0-1 0 0 0,0 1 0 0 0,0-1 0 0 0,1 1 0 0 0,-1-1 0 0 0,0 1-1 0 0,0 0 1 0 0,1-1 0 0 0,-1 1 0 0 0,0-1 0 0 0,1 1 0 0 0,-1-1 0 0 0,1 0 0 0 0,-1 1 0 0 0,1-1 0 0 0,-1 1 0 0 0,1-1 0 0 0,-1 0 0 0 0,1 1 0 0 0,-1-1-1 0 0,1 0 1 0 0,-1 1 0 0 0,1-1 0 0 0,-1 0 0 0 0,1 0 0 0 0,0 0 0 0 0,-1 0 0 0 0,1 1 0 0 0,-1-1 0 0 0,1 0 0 0 0,0 0 0 0 0,-1 0 0 0 0,1 0 0 0 0,-1 0-1 0 0,1-1 1 0 0,0 1 0 0 0,7 0 14 0 0,0-1 1 0 0,-1-1-1 0 0,13-3 0 0 0,-16 4-13 0 0,254-75-2823 0 0,-140 39-3848 0 0,-62 20 255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11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97 572 0 0,'1'-3'808'0'0,"1"0"1"0"0,-1-1-1 0 0,1 1 0 0 0,-1 0 0 0 0,1 0 0 0 0,0 0 1 0 0,1 0-1 0 0,2-2 0 0 0,-4 3-688 0 0,1 1 0 0 0,-1 0 0 0 0,1 0 0 0 0,0 0 0 0 0,0 0 0 0 0,-1 0 0 0 0,1 1 0 0 0,0-1 0 0 0,0 0 1 0 0,0 1-1 0 0,0-1 0 0 0,0 1 0 0 0,0 0 0 0 0,0 0 0 0 0,0 0 0 0 0,0 0 0 0 0,0 0 0 0 0,2 0 0 0 0,-1 1-86 0 0,0-1-1 0 0,1 0 1 0 0,-1 1 0 0 0,0 0-1 0 0,0 0 1 0 0,-1-1 0 0 0,1 2 0 0 0,0-1-1 0 0,0 0 1 0 0,0 1 0 0 0,-1-1-1 0 0,1 1 1 0 0,0 0 0 0 0,-1 0-1 0 0,0 0 1 0 0,1 0 0 0 0,-1 0-1 0 0,0 0 1 0 0,3 5 0 0 0,-3-3-4 0 0,0 0 0 0 0,0 1 0 0 0,0-1 0 0 0,-1 1 0 0 0,0 0-1 0 0,1-1 1 0 0,-2 1 0 0 0,1 0 0 0 0,0 0 0 0 0,-1-1 0 0 0,0 9 0 0 0,-1 1-6 0 0,-1-1 1 0 0,-1 1-1 0 0,0-1 1 0 0,0 1-1 0 0,-1-1 0 0 0,-1 0 1 0 0,0 0-1 0 0,-8 13 1 0 0,-1-4 50 0 0,-1 0 1 0 0,-1-2 0 0 0,-1 0 0 0 0,-37 34-1 0 0,18-19 45 0 0,134-114-232 0 0,-17 15 100 0 0,43-36-77 0 0,96-85-154 0 0,-197 163 241 0 0,-23 20-3 0 0,-7-3 6 0 0,1 6 17 0 0,1 1 0 0 0,-1 0 0 0 0,0 0 0 0 0,0 0-1 0 0,1 0 1 0 0,-1 1 0 0 0,1 0 0 0 0,0 0 0 0 0,0 1 0 0 0,-7 5-1 0 0,-3 1-6 0 0,-19 12 48 0 0,-41 35 0 0 0,65-49-53 0 0,0 1 1 0 0,1 1 0 0 0,0-1-1 0 0,0 2 1 0 0,1-1-1 0 0,1 1 1 0 0,0 0 0 0 0,-7 14-1 0 0,13-23-1 0 0,0 1-1 0 0,0-1 0 0 0,0 1 1 0 0,1-1-1 0 0,-1 1 0 0 0,1-1 1 0 0,-1 1-1 0 0,1-1 0 0 0,0 1 1 0 0,0-1-1 0 0,0 1 0 0 0,0-1 1 0 0,0 1-1 0 0,1-1 0 0 0,-1 1 1 0 0,1-1-1 0 0,-1 1 0 0 0,1-1 1 0 0,2 4-1 0 0,-1-3 11 0 0,0 0-1 0 0,0 0 1 0 0,1 0-1 0 0,-1 0 0 0 0,1 0 1 0 0,0-1-1 0 0,0 1 1 0 0,0-1-1 0 0,0 0 1 0 0,0 0-1 0 0,6 3 1 0 0,8 2 57 0 0,0-1 1 0 0,0 0 0 0 0,1-1 0 0 0,24 3-1 0 0,-34-6-50 0 0,160 21 419 0 0,-165-22-424 0 0,8-3-1903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12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49 1160 0 0,'7'-6'2679'0'0,"-1"-1"-1"0"0,0 0 0 0 0,6-10 882 0 0,-6 5 1052 0 0,-9 24-4511 0 0,-73 245 824 0 0,71-238-905 0 0,-26 131 68 0 0,22-87-3282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12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88 1632 0 0,'-4'-12'2140'0'0,"0"1"0"0"0,-1 0 0 0 0,-6-11 0 0 0,-11-9 785 0 0,21 30-2612 0 0,2 4-298 0 0,-1-1 1 0 0,1 1-1 0 0,0-1 1 0 0,0 0-1 0 0,0 1 0 0 0,0-1 1 0 0,1 0-1 0 0,-1 0 1 0 0,1 1-1 0 0,-1-1 1 0 0,1 0-1 0 0,0-1 0 0 0,-1 1 1 0 0,1 0-1 0 0,0 0 1 0 0,0-1-1 0 0,0 1 0 0 0,3 0 1 0 0,41 25 51 0 0,133 46 70 0 0,-27-12-84 0 0,-149-60-53 0 0,7 6 8 0 0,-9-6-6 0 0,0 0 0 0 0,0 0 0 0 0,0 0 0 0 0,0 0 0 0 0,0 0 0 0 0,0 0 0 0 0,-1 0 0 0 0,1 1 0 0 0,0-1 0 0 0,-1 0 0 0 0,1 1 0 0 0,-1-1 0 0 0,1 0 0 0 0,-1 1 0 0 0,0-1 0 0 0,1 1 0 0 0,-1-1 0 0 0,0 1 0 0 0,0-1 0 0 0,0 1 0 0 0,0-1-1 0 0,0 0 1 0 0,-1 1 0 0 0,1-1 0 0 0,0 1 0 0 0,-1-1 0 0 0,1 1 0 0 0,-1-1 0 0 0,1 0 0 0 0,-1 1 0 0 0,1-1 0 0 0,-1 0 0 0 0,0 0 0 0 0,0 0 0 0 0,0 1 0 0 0,0-1 0 0 0,0 0 0 0 0,0 0 0 0 0,0 0 0 0 0,0 0 0 0 0,0 0 0 0 0,0-1 0 0 0,-2 2 0 0 0,-2 2-5 0 0,-10 10 29 0 0,0-1 0 0 0,-1-1 0 0 0,-1-1 0 0 0,0 0 0 0 0,-34 16 0 0 0,-100 31 33 0 0,89-35-12 0 0,-49 14-235 0 0,65-22-3606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12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7 2140 0 0,'16'-4'5373'0'0,"-9"1"-4323"0"0,-14 4 804 0 0,-14 3-496 0 0,-8 7-921 0 0,0 0 0 0 0,2 3-1 0 0,-52 31 1 0 0,46-24-379 0 0,32-21-73 0 0,-84 54 298 0 0,72-46-953 0 0,1 2 1 0 0,0 0-1 0 0,0 0 1 0 0,-12 16-1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13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349 126 568 0 0,'3'-7'818'0'0,"-1"0"0"0"0,0-1 0 0 0,0 1 0 0 0,-1-1-1 0 0,0 0 1 0 0,0 1 0 0 0,-1-1 0 0 0,0 0 0 0 0,-1-10 0 0 0,0 17-757 0 0,1 0 1 0 0,0 1-1 0 0,-1-1 0 0 0,1 0 1 0 0,-1 0-1 0 0,1 0 0 0 0,-1 0 1 0 0,0 1-1 0 0,1-1 1 0 0,-1 0-1 0 0,0 1 0 0 0,1-1 1 0 0,-1 0-1 0 0,0 1 1 0 0,0-1-1 0 0,1 1 0 0 0,-1-1 1 0 0,0 1-1 0 0,0-1 0 0 0,0 1 1 0 0,0 0-1 0 0,0-1 1 0 0,0 1-1 0 0,0 0 0 0 0,0 0 1 0 0,0 0-1 0 0,0 0 1 0 0,-1 0-1 0 0,-26 2 517 0 0,17 2-486 0 0,0 1-1 0 0,0 0 1 0 0,0 0 0 0 0,1 1-1 0 0,0 0 1 0 0,0 1-1 0 0,1 0 1 0 0,0 1 0 0 0,-11 10-1 0 0,-8 12 51 0 0,-31 42 0 0 0,43-50-58 0 0,1 0 0 0 0,1 1 0 0 0,1 1 0 0 0,-19 44-1 0 0,28-59-61 0 0,1 2-1 0 0,0-1 0 0 0,0 0 0 0 0,1 1 1 0 0,0-1-1 0 0,1 1 0 0 0,0-1 0 0 0,1 1 1 0 0,0 0-1 0 0,0-1 0 0 0,2 1 0 0 0,-1-1 1 0 0,1 1-1 0 0,6 19 0 0 0,-5-24-7 0 0,-1 0 0 0 0,1-1 0 0 0,1 1 0 0 0,-1-1-1 0 0,1 1 1 0 0,0-1 0 0 0,0 0 0 0 0,0-1 0 0 0,1 1 0 0 0,-1-1-1 0 0,1 0 1 0 0,0 0 0 0 0,1 0 0 0 0,6 3 0 0 0,-4-3 72 0 0,-1-1 1 0 0,1 0 0 0 0,0 0 0 0 0,1-1-1 0 0,-1 0 1 0 0,0 0 0 0 0,1-1 0 0 0,-1 0-1 0 0,17-1 1 0 0,-12-1 22 0 0,1 0 0 0 0,-1-1 0 0 0,0-1 0 0 0,0 0 0 0 0,0-1 0 0 0,0 0 0 0 0,-1-1 0 0 0,0 0 0 0 0,0-1 1 0 0,0 0-1 0 0,0-1 0 0 0,-1 0 0 0 0,16-14 0 0 0,-13 6-81 0 0,-1 1 0 0 0,-1-2 1 0 0,0 1-1 0 0,-1-2 0 0 0,0 0 1 0 0,-1 0-1 0 0,-1-1 0 0 0,-1 0 1 0 0,-1 0-1 0 0,8-30 0 0 0,-10 32-27 0 0,-2 0 0 0 0,0 0 0 0 0,-1 0-1 0 0,0 0 1 0 0,-1 0 0 0 0,-1 0 0 0 0,-1 0 0 0 0,0 0-1 0 0,-1 0 1 0 0,-1 0 0 0 0,0 0 0 0 0,-1 0 0 0 0,-9-20-1 0 0,10 29-1 0 0,0 1 0 0 0,0 0 0 0 0,-1 0 0 0 0,0 0 0 0 0,0 0 0 0 0,0 1-1 0 0,-1-1 1 0 0,0 1 0 0 0,0 0 0 0 0,0 1 0 0 0,-1-1 0 0 0,1 1-1 0 0,-1 0 1 0 0,0 0 0 0 0,-12-5 0 0 0,11 7 2 0 0,-1-1-1 0 0,0 1 1 0 0,1 1-1 0 0,-1 0 1 0 0,0 0-1 0 0,0 0 1 0 0,0 1-1 0 0,0 0 1 0 0,0 0 0 0 0,0 1-1 0 0,1 0 1 0 0,-1 1-1 0 0,-14 4 1 0 0,6-1-136 0 0,0 1 0 0 0,0 1 1 0 0,0 1-1 0 0,1 0 0 0 0,0 1 1 0 0,0 0-1 0 0,1 2 0 0 0,-14 13 0 0 0,15-12-1373 0 0,1 0-1 0 0,0 2 0 0 0,1-1 0 0 0,-15 25 1 0 0,14-18-3289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13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17 1080 0 0,'6'-16'11305'0'0,"-8"21"-9524"0"0,-11 29-1186 0 0,-43 71 365 0 0,-9 15-2228 0 0,24-40-6599 0 0,35-64 3685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14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0 239 1504 0 0,'26'-22'2255'0'0,"-6"4"-696"0"0,1 1 0 0 0,23-15 0 0 0,-37 28-1347 0 0,-1 0-1 0 0,1 1 0 0 0,-1 0 1 0 0,1 0-1 0 0,0 0 1 0 0,0 1-1 0 0,0 0 0 0 0,0 0 1 0 0,1 1-1 0 0,-1 0 1 0 0,1 0-1 0 0,8 1 0 0 0,-12 0-176 0 0,-1 1 0 0 0,0-1 1 0 0,1 1-1 0 0,-1 0 0 0 0,1 0 0 0 0,-1 0 0 0 0,0 0 0 0 0,0 1 0 0 0,0-1 0 0 0,0 1 0 0 0,0 0 0 0 0,0 0 0 0 0,0 0 0 0 0,0 0 0 0 0,-1 0 0 0 0,1 1 0 0 0,-1-1 0 0 0,1 1 0 0 0,-1-1 0 0 0,0 1 1 0 0,0 0-1 0 0,0 0 0 0 0,-1 0 0 0 0,1 0 0 0 0,-1 1 0 0 0,0-1 0 0 0,1 0 0 0 0,-2 0 0 0 0,2 5 0 0 0,0-1 8 0 0,-1 1 0 0 0,-1-1 0 0 0,1 0 0 0 0,-1 1 0 0 0,0-1 0 0 0,-1 1 0 0 0,0-1 0 0 0,0 0 0 0 0,0 0 0 0 0,-1 1 0 0 0,0-1 0 0 0,-5 11 0 0 0,-4 1 150 0 0,-1-1 1 0 0,0 0 0 0 0,-1-1 0 0 0,-1 0 0 0 0,-1-1 0 0 0,0 0 0 0 0,-25 18 0 0 0,40-34-186 0 0,0 0 1 0 0,0 1-1 0 0,0-1 0 0 0,-1 0 0 0 0,1 0 1 0 0,0 1-1 0 0,0-1 0 0 0,0 0 0 0 0,0 0 1 0 0,0 0-1 0 0,-1 0 0 0 0,1 1 1 0 0,0-1-1 0 0,0 0 0 0 0,0 0 0 0 0,0 0 1 0 0,-1 0-1 0 0,1 0 0 0 0,0 0 1 0 0,0 1-1 0 0,-1-1 0 0 0,1 0 0 0 0,0 0 1 0 0,0 0-1 0 0,0 0 0 0 0,-1 0 0 0 0,1 0 1 0 0,0 0-1 0 0,0 0 0 0 0,-1 0 1 0 0,1 0-1 0 0,0 0 0 0 0,0 0 0 0 0,-1 0 1 0 0,1 0-1 0 0,0 0 0 0 0,0-1 0 0 0,-1 1 1 0 0,4-10 71 0 0,9-14-90 0 0,46-52-69 0 0,127-128 0 0 0,-78 92 21 0 0,-106 111 55 0 0,1 0 1 0 0,-1-1 0 0 0,0 1 0 0 0,0-1 0 0 0,0 0-1 0 0,1 1 1 0 0,-2-1 0 0 0,1 0 0 0 0,0 0 0 0 0,0 0-1 0 0,0 0 1 0 0,0-2 0 0 0,-1 3-3 0 0,-4 1-2 0 0,-4 3 15 0 0,0-1-1 0 0,0 1 1 0 0,-1 1 0 0 0,2 0 0 0 0,-1 0-1 0 0,0 0 1 0 0,1 1 0 0 0,0 0 0 0 0,0 0-1 0 0,-8 9 1 0 0,-62 68 166 0 0,65-68-137 0 0,1-1 1 0 0,0 1 0 0 0,2 1-1 0 0,0 0 1 0 0,-12 27 0 0 0,19-38-30 0 0,0-1 0 0 0,1 1 0 0 0,-1 0 0 0 0,1 0 0 0 0,0 0 0 0 0,0 0 0 0 0,1 1 0 0 0,-1-1 0 0 0,1 0 0 0 0,0 0 0 0 0,0 0 0 0 0,1 1 0 0 0,-1-1 0 0 0,1 0 0 0 0,0 0 0 0 0,0 0 0 0 0,0 0 0 0 0,0 0 0 0 0,1 0 0 0 0,0 0 0 0 0,0-1 0 0 0,0 1 0 0 0,0 0 0 0 0,0-1 0 0 0,1 0 0 0 0,-1 1 0 0 0,1-1 0 0 0,0 0 0 0 0,4 3 0 0 0,8 5-16 0 0,0-1 0 0 0,1-1-1 0 0,1 0 1 0 0,-1-1 0 0 0,1 0-1 0 0,1-2 1 0 0,29 8 0 0 0,-18-7-883 0 0,0-2 0 0 0,0-1 0 0 0,0-1 1 0 0,33-1-1 0 0,-24-5-2541 0 0,2-3-1419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14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40 1980 0 0,'-13'-34'7708'0'0,"13"34"-7651"0"0,0 0 0 0 0,0 0-1 0 0,0 0 1 0 0,0 0 0 0 0,0 0 0 0 0,0-1 0 0 0,0 1-1 0 0,0 0 1 0 0,0 0 0 0 0,0 0 0 0 0,0 0 0 0 0,0-1-1 0 0,0 1 1 0 0,0 0 0 0 0,0 0 0 0 0,0 0 0 0 0,0 0-1 0 0,0-1 1 0 0,0 1 0 0 0,0 0 0 0 0,0 0 0 0 0,0 0-1 0 0,1-2 683 0 0,-1 2-682 0 0,0 0-1 0 0,0 0 1 0 0,1 0 0 0 0,-1 0 0 0 0,0 0 0 0 0,0 0-1 0 0,0 0 1 0 0,0-1 0 0 0,1 1 0 0 0,-1 0 0 0 0,0 0-1 0 0,15 12 203 0 0,-11-9-231 0 0,-1 0 0 0 0,0 1 0 0 0,-1-1 0 0 0,1 1 0 0 0,-1 0 0 0 0,1 0 0 0 0,-1 0 0 0 0,0 0 0 0 0,0 0 0 0 0,-1 0 0 0 0,1 1 0 0 0,-1-1 0 0 0,0 0 0 0 0,0 1 0 0 0,0 7 0 0 0,-1-5 39 0 0,-1-1 1 0 0,1 1 0 0 0,-1 0 0 0 0,-1-1 0 0 0,1 1-1 0 0,-1-1 1 0 0,0 0 0 0 0,-1 1 0 0 0,-4 9-1 0 0,-4 1 142 0 0,0 1-1 0 0,-2-2 0 0 0,1 1 1 0 0,-2-2-1 0 0,-26 24 0 0 0,-23 21 83 0 0,62-59-234 0 0,1-1-54 0 0,0 0 0 0 0,0 1 0 0 0,0-1 0 0 0,0 0 0 0 0,0 1 0 0 0,0-1-1 0 0,0 0 1 0 0,0 0 0 0 0,1 1 0 0 0,-1-1 0 0 0,0 0 0 0 0,0 0 0 0 0,0 1 0 0 0,1-1 0 0 0,-1 0 0 0 0,0 0 0 0 0,0 0-1 0 0,1 1 1 0 0,-1-1 0 0 0,0 0 0 0 0,0 0 0 0 0,1 0 0 0 0,-1 0 0 0 0,0 1 0 0 0,1-1 0 0 0,-1 0 0 0 0,0 0 0 0 0,1 0-1 0 0,-1 0 1 0 0,0 0 0 0 0,1 0 0 0 0,-1 0 0 0 0,0 0 0 0 0,1 0 0 0 0,-1 0 0 0 0,0 0 0 0 0,1 0 0 0 0,13-2 34 0 0,-12 1-38 0 0,67-14-529 0 0,88-30-1 0 0,-12-9-5974 0 0,-90 29 932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15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53 2036 0 0,'-45'-52'8951'0'0,"49"53"-8741"0"0,20 9-42 0 0,-1 0-1 0 0,-1 1 1 0 0,1 2 0 0 0,39 29-1 0 0,-19-12-69 0 0,82 61 23 0 0,-65-45-59 0 0,-14-14 138 0 0,-45-31-184 0 0,-1-1-14 0 0,0 0-1 0 0,1 0 1 0 0,-1 1-1 0 0,0-1 0 0 0,0 0 1 0 0,0 0-1 0 0,0 0 0 0 0,1 0 1 0 0,-1 1-1 0 0,0-1 1 0 0,0 0-1 0 0,0 0 0 0 0,0 1 1 0 0,0-1-1 0 0,0 0 0 0 0,0 0 1 0 0,0 0-1 0 0,0 1 0 0 0,0-1 1 0 0,0 0-1 0 0,0 0 1 0 0,0 1-1 0 0,0-1 0 0 0,0 0 1 0 0,0 0-1 0 0,0 1 0 0 0,0-1 1 0 0,0 0-1 0 0,0 0 1 0 0,0 0-1 0 0,0 1 0 0 0,0-1 1 0 0,-1 0-1 0 0,1 0 0 0 0,0 0 1 0 0,0 1-1 0 0,0-1 1 0 0,0 0-1 0 0,0 0 0 0 0,-1 0 1 0 0,1 1-1 0 0,0-1 0 0 0,-9 11 23 0 0,-40 22 7 0 0,-86 43-1 0 0,-3 1 41 0 0,107-58-144 0 0,9-6-32 0 0,1 0-1 0 0,0 1 1 0 0,1 2-1 0 0,1 0 1 0 0,-21 22-1 0 0,39-37-239 0 0,-10 14-272 0 0,10-15 386 0 0,1 1 1 0 0,0 0 0 0 0,-1-1-1 0 0,1 1 1 0 0,0-1 0 0 0,-1 1-1 0 0,1 0 1 0 0,0-1-1 0 0,0 1 1 0 0,0 0 0 0 0,-1 0-1 0 0,1-1 1 0 0,0 1 0 0 0,0 0-1 0 0,0-1 1 0 0,0 1 0 0 0,0 0-1 0 0,0 0 1 0 0,1-1 0 0 0,-1 1-1 0 0,0 0 1 0 0,1 1 0 0 0,4 6-3147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15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467 9 760 0 0,'46'-9'10300'0'0,"-47"11"-10000"0"0,-1-1 0 0 0,0 1 0 0 0,0-1 0 0 0,0 0 0 0 0,0 0 0 0 0,0 0 0 0 0,-1 0 0 0 0,-2 1 0 0 0,-4 2 74 0 0,-91 46 1063 0 0,-53 30-947 0 0,138-71-726 0 0,-100 67 711 0 0,62-33-2828 0 0,7 6-5178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15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353 242 2104 0 0,'1'-1'117'0'0,"5"-5"892"0"0,-1-1 0 0 0,0 0 1 0 0,0 0-1 0 0,0-1 0 0 0,-1 0 1 0 0,0 0-1 0 0,0 0 0 0 0,-1 0 0 0 0,4-14 1 0 0,-7 21-951 0 0,1 1 0 0 0,-1-1 1 0 0,0 1-1 0 0,-1-1 0 0 0,1 0 0 0 0,0 1 1 0 0,0-1-1 0 0,0 0 0 0 0,0 1 1 0 0,0-1-1 0 0,-1 1 0 0 0,1-1 0 0 0,0 1 1 0 0,0-1-1 0 0,-1 0 0 0 0,1 1 0 0 0,0-1 1 0 0,-1 1-1 0 0,1-1 0 0 0,-1 1 0 0 0,1 0 1 0 0,-1-1-1 0 0,1 1 0 0 0,-1-1 1 0 0,1 1-1 0 0,-1 0 0 0 0,1-1 0 0 0,-1 1 1 0 0,1 0-1 0 0,-1 0 0 0 0,1-1 0 0 0,-1 1 1 0 0,0 0-1 0 0,1 0 0 0 0,-1 0 1 0 0,-1 0-1 0 0,-20 0 601 0 0,13 3-564 0 0,-1 0-1 0 0,1 0 0 0 0,0 0 1 0 0,0 1-1 0 0,0 1 0 0 0,0 0 0 0 0,-8 6 1 0 0,-53 45 81 0 0,48-38-137 0 0,-4 5-57 0 0,1 1-1 0 0,-39 46 1 0 0,54-57 30 0 0,0 0 1 0 0,1 1-1 0 0,1 0 1 0 0,0 0-1 0 0,1 1 1 0 0,1 0-1 0 0,-10 31 1 0 0,15-41-9 0 0,0 0 0 0 0,0 0 1 0 0,1 0-1 0 0,-1 0 0 0 0,1 0 0 0 0,0 0 0 0 0,0 0 1 0 0,1 0-1 0 0,0 0 0 0 0,0 0 0 0 0,0 0 1 0 0,0-1-1 0 0,1 1 0 0 0,-1 0 0 0 0,1-1 1 0 0,1 1-1 0 0,-1-1 0 0 0,1 1 0 0 0,-1-1 1 0 0,6 6-1 0 0,-3-5 11 0 0,0 0-1 0 0,1-1 1 0 0,-1 0 0 0 0,1 0 0 0 0,0 0 0 0 0,0 0-1 0 0,0-1 1 0 0,0 0 0 0 0,1 0 0 0 0,0-1-1 0 0,-1 0 1 0 0,1 0 0 0 0,0-1 0 0 0,8 2 0 0 0,5-2 175 0 0,1 0 0 0 0,-1-1 0 0 0,0-1 0 0 0,0-1 0 0 0,0-1 0 0 0,0-1 1 0 0,-1 0-1 0 0,1-2 0 0 0,-1 0 0 0 0,34-17 0 0 0,-23 9 67 0 0,-1-2 0 0 0,-1-2 1 0 0,-1 0-1 0 0,0-2 0 0 0,45-43 0 0 0,-60 51-76 0 0,0-1-1 0 0,-1 0 0 0 0,-1-1 1 0 0,0 0-1 0 0,0-1 1 0 0,-2 0-1 0 0,0 0 1 0 0,0-1-1 0 0,7-25 1 0 0,-12 33-158 0 0,-1-1 0 0 0,0 0 1 0 0,-1 0-1 0 0,0 1 1 0 0,-1-1-1 0 0,0 0 0 0 0,0 0 1 0 0,-1 0-1 0 0,0 0 1 0 0,0 0-1 0 0,-1 1 0 0 0,0-1 1 0 0,-1 1-1 0 0,0-1 1 0 0,0 1-1 0 0,-1 0 0 0 0,0 0 1 0 0,0 0-1 0 0,-1 1 1 0 0,-7-10-1 0 0,4 7-21 0 0,-1 1 0 0 0,0-1-1 0 0,-1 2 1 0 0,1 0 0 0 0,-2 0 0 0 0,1 0-1 0 0,-1 1 1 0 0,0 1 0 0 0,-1 0 0 0 0,0 1-1 0 0,0 0 1 0 0,0 0 0 0 0,0 1 0 0 0,-1 1 0 0 0,1 0-1 0 0,-17-1 1 0 0,10 2-420 0 0,0 2 0 0 0,1 0 0 0 0,-1 0-1 0 0,1 2 1 0 0,-1 0 0 0 0,1 1 0 0 0,-1 1 0 0 0,1 1 0 0 0,0 1-1 0 0,-28 12 1 0 0,-31 23-3673 0 0,28-11-1553 0 0,18-11-206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15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2336 0 0,'12'9'3397'0'0,"-2"-1"-829"0"0,-1-4-584 0 0,-1 1 800 0 0,4 3-1004 0 0,-1 1-1128 0 0,-3-4-1084 0 0,-4 6-3296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28.523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69 20 572 0 0,'-19'-20'8039'0'0,"16"45"-7923"0"0,1-1 1 0 0,1 1-1 0 0,4 27 1 0 0,-2 3 12 0 0,3 581 733 0 0,5-321-496 0 0,-4-241-205 0 0,-6 125 0 0 0,-9-110 188 0 0,0 25-212 0 0,10-110-136 0 0,-9 173 98 0 0,10-174-104 0 0,-2 20 13 0 0,-15 97 414 0 0,11-66-160 0 0,5-44-244 0 0,-1-1 1 0 0,0 0-1 0 0,0 1 1 0 0,-1-1-1 0 0,-5 15 1 0 0,5-18-29 0 0,1-5-146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29.68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995 1 748 0 0,'0'0'5542'0'0,"-6"9"-4868"0"0,-31 83 1013 0 0,25-61-1302 0 0,-18 32 1 0 0,10-20-108 0 0,-241 445 1550 0 0,51-114-1146 0 0,80-119-510 0 0,76-143 20 0 0,6 2 0 0 0,-34 122 0 0 0,63-169-62 0 0,-20 79 81 0 0,3 48-165 0 0,29-119-69 0 0,5-57 27 0 0,1 1 0 0 0,1 27 0 0 0,1-11-55 0 0,-2-20 3 0 0,1 11 494 0 0,0-26-443 0 0,0 0 0 0 0,0 0 0 0 0,0 0 0 0 0,0 0 1 0 0,0 0-1 0 0,0 0 0 0 0,0 0 0 0 0,0 0 0 0 0,0 0 1 0 0,0 0-1 0 0,0 0 0 0 0,0 0 0 0 0,1 0 0 0 0,-1 0 1 0 0,0 0-1 0 0,0 0 0 0 0,0 0 0 0 0,0 0 0 0 0,0 0 0 0 0,0 0 1 0 0,0 0-1 0 0,0 0 0 0 0,0 0 0 0 0,0 0 0 0 0,0 0 1 0 0,0 0-1 0 0,0 0 0 0 0,0 0 0 0 0,0 0 0 0 0,0 0 1 0 0,1 0-1 0 0,-1 0 0 0 0,0 0 0 0 0,0 0 0 0 0,0 0 1 0 0,0 0-1 0 0,0 0 0 0 0,0 0 0 0 0,0 0 0 0 0,0 0 1 0 0,0 0-1 0 0,0 0 0 0 0,0 0 0 0 0,0 0 0 0 0,0 0 0 0 0,0 0 1 0 0,0 0-1 0 0,0 0 0 0 0,0 0 0 0 0,0 1 0 0 0,0-1 1 0 0,0 0-1 0 0,0 0 0 0 0,6-17-57 0 0,41-135-7854 0 0,-34 113 4421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31.00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659 162 268 0 0,'6'-31'2299'0'0,"-5"22"-1657"0"0,1-1 0 0 0,0 1 0 0 0,4-12 0 0 0,-4 17-428 0 0,-1-1-1 0 0,0 0 1 0 0,0 0-1 0 0,0 0 1 0 0,0-5-1 0 0,1-13 349 0 0,-2 23-562 0 0,5-19 930 0 0,-2 13-204 0 0,-2 16-302 0 0,-3 19-184 0 0,0 1 0 0 0,-2-1 0 0 0,-1-1 1 0 0,-13 43-1 0 0,-49 116 643 0 0,34-98-501 0 0,-132 402 920 0 0,90-220-905 0 0,20-67-75 0 0,36-140-122 0 0,16-50-66 0 0,-1 0 1 0 0,-1 0 0 0 0,0 0 0 0 0,-7 14-1 0 0,-3 5 107 0 0,-11 21-71 0 0,-12 30-25 0 0,22-45-25 0 0,-25 74 47 0 0,-1 25-70 0 0,28-90-55 0 0,-9 52 0 0 0,18-82-1167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31.69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458 26 1600 0 0,'0'0'2233'0'0,"-25"-17"3190"0"0,24 16-5492 0 0,0 1 166 0 0,0-1 0 0 0,0 0 1 0 0,0 0-1 0 0,0 1 0 0 0,0-1 0 0 0,0 0 1 0 0,0 1-1 0 0,-1-1 0 0 0,1 1 0 0 0,0-1 1 0 0,0 1-1 0 0,0 0 0 0 0,-1 0 0 0 0,1-1 1 0 0,-2 1-1 0 0,1 0-81 0 0,0 1 1 0 0,0-1 0 0 0,0 1-1 0 0,0 0 1 0 0,0 0-1 0 0,0-1 1 0 0,0 1-1 0 0,1 0 1 0 0,-1 1-1 0 0,0-1 1 0 0,0 0-1 0 0,1 0 1 0 0,-1 1-1 0 0,1-1 1 0 0,0 1-1 0 0,-1-1 1 0 0,1 1-1 0 0,0-1 1 0 0,0 1-1 0 0,-1 2 1 0 0,-3 3 31 0 0,-16 21 123 0 0,1 0-1 0 0,2 2 0 0 0,-22 45 0 0 0,-34 102 394 0 0,60-142-449 0 0,-14 45 186 0 0,-31 138 0 0 0,3 88-28 0 0,37-171-14 0 0,-4 206 0 0 0,24-243-147 0 0,4-1 0 0 0,35 184 0 0 0,-10-164-386 0 0,-29-114-214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32.30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496 48 596 0 0,'2'-12'4304'0'0,"-2"10"-4008"0"0,0-1 0 0 0,0 1-1 0 0,-1 0 1 0 0,1-1-1 0 0,-1 1 1 0 0,0 0-1 0 0,1 0 1 0 0,-1 0-1 0 0,0 0 1 0 0,0 0-1 0 0,-2-3 1 0 0,2 3 46 0 0,-15-3 666 0 0,3 6-807 0 0,1 1 0 0 0,-1 0 0 0 0,0 1 0 0 0,1 0 0 0 0,0 1 0 0 0,-1 0 1 0 0,-20 11-1 0 0,11-3 34 0 0,1 0 0 0 0,0 1 1 0 0,-26 22-1 0 0,31-21-157 0 0,1 0 0 0 0,1 2 1 0 0,0 0-1 0 0,1 0 0 0 0,0 1 0 0 0,-12 23 0 0 0,10-11 30 0 0,1 0 0 0 0,1 2-1 0 0,-12 45 1 0 0,8-6 11 0 0,3 0-1 0 0,-8 139 1 0 0,16-111-36 0 0,3 0 1 0 0,15 147 0 0 0,-10-233-172 0 0,24 148 353 0 0,-19-132-1816 0 0,16 46 0 0 0,-18-67 62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33.92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108 526 992 0 0,'1'-26'4000'0'0,"8"-45"1"0"0,-5 47-3197 0 0,1-21 829 0 0,-5 43-1542 0 0,-2-34 378 0 0,2 34-314 0 0,-3 5-69 0 0,-4 14-50 0 0,-5 24 1 0 0,-22 135 375 0 0,-13 235 1 0 0,40-306-329 0 0,14 201 1 0 0,-2-215-30 0 0,1-52 1159 0 0,-6-29 574 0 0,-4-20-1732 0 0,1-1-1 0 0,1 0 0 0 0,-1 0 1 0 0,1 0-1 0 0,0-13 0 0 0,-1-4-25 0 0,-6-43-26 0 0,4 1 0 0 0,8-142-1 0 0,6 118-113 0 0,38-161-1 0 0,-1 98 20 0 0,-7 27 51 0 0,-25 87 43 0 0,3-19-22 0 0,-17 60 18 0 0,-5 17-69 0 0,-24 88 153 0 0,-20 132 1 0 0,31-135-1 0 0,-25 202-25 0 0,38-253 43 0 0,5-47-46 0 0,-4-26-22 0 0,-1-87-109 0 0,4-1 0 0 0,6 1 0 0 0,4 0 1 0 0,37-168-1 0 0,-42 256 60 0 0,0 5-19 0 0,0 0 1 0 0,7-17-1 0 0,-10 33 8 0 0,9 42 2 0 0,-7 211 213 0 0,-5-195-131 0 0,-4 379 88 0 0,9-365-30 0 0,11-96-79 0 0,22-108-55 0 0,-7 21-123 0 0,72-183 1 0 0,-74 237 99 0 0,2 1 1 0 0,63-94 0 0 0,-74 127 34 0 0,1 1-1 0 0,1 1 0 0 0,0 1 1 0 0,2 1-1 0 0,1 0 0 0 0,0 2 1 0 0,2 1-1 0 0,29-17 0 0 0,-18 15-3 0 0,1 1 0 0 0,43-14 0 0 0,-79 33 15 0 0,0-1 8 0 0,-1 1 0 0 0,0-1 0 0 0,0 1 0 0 0,1-1 0 0 0,-1 1 0 0 0,0 0 0 0 0,1-1-1 0 0,-1 1 1 0 0,1-1 0 0 0,-1 1 0 0 0,0 0 0 0 0,1-1 0 0 0,-1 1 0 0 0,1 0 0 0 0,-1 0 0 0 0,1-1 0 0 0,-1 1 0 0 0,1 0 0 0 0,-1 0-1 0 0,1 0 1 0 0,-1 0 0 0 0,1-1 0 0 0,0 1 0 0 0,-1 0 0 0 0,1 0 0 0 0,0 0 0 0 0,12-5-2507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9:02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 3080 0 0,'-3'-4'8831'0'0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9:46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31 4296 0 0,'5'-10'344'0'0,"-5"0"-184"0"0,0-1-68 0 0,-7 22-2384 0 0,0 1 2096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9:39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1 152 392 0 0,'2'-14'2869'0'0,"2"1"0"0"0,6-17 0 0 0,-7 22-2092 0 0,1 1-1 0 0,0-1 1 0 0,0 1 0 0 0,10-12-1 0 0,-11 15-616 0 0,0 0 0 0 0,1 0 0 0 0,0 1 0 0 0,0-1-1 0 0,0 1 1 0 0,0 0 0 0 0,0 0 0 0 0,1 1 0 0 0,-1-1 0 0 0,1 1-1 0 0,0 0 1 0 0,0 0 0 0 0,0 1 0 0 0,0-1 0 0 0,0 1 0 0 0,0 0-1 0 0,0 0 1 0 0,0 1 0 0 0,0 0 0 0 0,9 0 0 0 0,-8 0-92 0 0,1 1 0 0 0,0 0 0 0 0,-1 0 0 0 0,1 1 1 0 0,-1 0-1 0 0,1 0 0 0 0,-1 0 0 0 0,0 1 0 0 0,0-1 0 0 0,0 2 0 0 0,0-1 0 0 0,0 1 1 0 0,-1 0-1 0 0,1 0 0 0 0,-1 0 0 0 0,0 1 0 0 0,-1-1 0 0 0,1 1 0 0 0,-1 1 1 0 0,0-1-1 0 0,0 0 0 0 0,4 9 0 0 0,-3-3-38 0 0,0 0 0 0 0,-1 1 0 0 0,0-1 0 0 0,0 1 0 0 0,-2 0 0 0 0,1 0-1 0 0,-2 0 1 0 0,1 0 0 0 0,-2 1 0 0 0,0-1 0 0 0,-1 19 0 0 0,-2-5-152 0 0,-2 1 1 0 0,0-1-1 0 0,-1 0 0 0 0,-2 0 1 0 0,0-1-1 0 0,-2 0 1 0 0,-1-1-1 0 0,-21 35 0 0 0,19-43 13 0 0,13-16 97 0 0,-1 0 0 0 0,0 1 0 0 0,1-1 0 0 0,-1 0 0 0 0,0 0 0 0 0,1 1 0 0 0,-1-1 0 0 0,0 0 0 0 0,0 0 0 0 0,1 0 0 0 0,-1 0 0 0 0,0 0 0 0 0,0 0 0 0 0,1 0 0 0 0,-1 0 0 0 0,0 0 0 0 0,1 0 0 0 0,-1 0 0 0 0,0-1 0 0 0,0 1 0 0 0,0-1 0 0 0,0 1 5 0 0,0-1 0 0 0,1 0-1 0 0,-1 0 1 0 0,0 1 0 0 0,1-1 0 0 0,-1 0 0 0 0,1 0 0 0 0,-1 0-1 0 0,1 0 1 0 0,0 0 0 0 0,-1 0 0 0 0,1 0 0 0 0,0 0 0 0 0,0 0-1 0 0,0 0 1 0 0,0 0 0 0 0,-1 0 0 0 0,1 0 0 0 0,0 0 0 0 0,1-1 0 0 0,0-20-50 0 0,3-7-3 0 0,2 0 0 0 0,1 0 0 0 0,1 1 0 0 0,1 0 0 0 0,23-47 0 0 0,82-127-101 0 0,-87 158 167 0 0,-26 43-6 0 0,-1 0 0 0 0,1 1-1 0 0,-1-1 1 0 0,1 0-1 0 0,-1 1 1 0 0,0-1-1 0 0,1 0 1 0 0,-1 0-1 0 0,0 1 1 0 0,1-1 0 0 0,-1 0-1 0 0,0 0 1 0 0,0 0-1 0 0,0 1 1 0 0,1-1-1 0 0,-1 0 1 0 0,0 0-1 0 0,0 0 1 0 0,0-1-1 0 0,-1 2 1 0 0,0 0-1 0 0,1 0 1 0 0,-1 0-1 0 0,1 0 0 0 0,-1 0 1 0 0,1 0-1 0 0,-1 0 0 0 0,1 0 1 0 0,-1 0-1 0 0,1 1 1 0 0,-1-1-1 0 0,0 0 0 0 0,1 0 1 0 0,-1 0-1 0 0,1 0 0 0 0,-1 1 1 0 0,1-1-1 0 0,0 0 1 0 0,-1 1-1 0 0,0-1 0 0 0,-31 24 21 0 0,11-5 8 0 0,1 1 1 0 0,2 1-1 0 0,0 1 1 0 0,-24 37-1 0 0,33-45 2 0 0,1 0 1 0 0,0 1-1 0 0,2 0 0 0 0,-1 0 0 0 0,2 0 0 0 0,0 1 0 0 0,1 0 0 0 0,0 0 0 0 0,-1 20 0 0 0,5-31-24 0 0,-1-1 0 0 0,1 0 0 0 0,0 0-1 0 0,1 0 1 0 0,-1 0 0 0 0,1 0 0 0 0,0 0 0 0 0,0 0 0 0 0,0 0-1 0 0,0 0 1 0 0,1 0 0 0 0,-1 0 0 0 0,1-1 0 0 0,0 1 0 0 0,0-1-1 0 0,0 1 1 0 0,1-1 0 0 0,-1 0 0 0 0,1 0 0 0 0,0 0 0 0 0,0 0-1 0 0,0 0 1 0 0,0 0 0 0 0,1-1 0 0 0,-1 0 0 0 0,1 0-1 0 0,-1 0 1 0 0,1 0 0 0 0,0 0 0 0 0,-1-1 0 0 0,1 1 0 0 0,0-1-1 0 0,0 0 1 0 0,0 0 0 0 0,0-1 0 0 0,1 1 0 0 0,7-1 0 0 0,9 0-680 0 0,0 0 1 0 0,0-1 0 0 0,-1-2 0 0 0,1 0 0 0 0,21-6 0 0 0,-22 3-1809 0 0,-1 0 0 0 0,33-16 0 0 0,-37 14-267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9:39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52 424 0 0,'4'-5'2817'0'0,"15"-41"13168"0"0,-11 66-13083 0 0,-4 27-1818 0 0,-3 0-1 0 0,-4 58 1 0 0,0-55-3802 0 0,6 86-1 0 0,7-82-2026 0 0,2-21-1631 0 0,-3-18-41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9:4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30 139 224 0 0,'-28'-41'16824'0'0,"27"34"-15002"0"0,1 7-1768 0 0,0-1 0 0 0,0 1 0 0 0,0-1-1 0 0,0 1 1 0 0,0-1 0 0 0,0 1-1 0 0,0 0 1 0 0,0-1 0 0 0,0 1 0 0 0,0-1-1 0 0,0 1 1 0 0,0 0 0 0 0,1-1 0 0 0,-1 1-1 0 0,0 0 1 0 0,0-1 0 0 0,0 1 0 0 0,0-1-1 0 0,1 1 1 0 0,-1 0 0 0 0,0 0 0 0 0,0-1-1 0 0,1 1 1 0 0,-1 0 0 0 0,0-1 0 0 0,1 1-1 0 0,-1 0 1 0 0,0 0 0 0 0,1-1 0 0 0,-1 1-1 0 0,0 0 1 0 0,1 0 0 0 0,-1 0 0 0 0,1 0-1 0 0,-1 0 1 0 0,0 0 0 0 0,2-1 0 0 0,13-6 188 0 0,1 0 0 0 0,0 1 1 0 0,1 1-1 0 0,0 1 0 0 0,-1 0 1 0 0,19-2-1 0 0,-1 0-791 0 0,-30 5 319 0 0,76-15-3761 0 0,-27 4-4888 0 0,-34 7 2323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9:40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0 0 2360 0 0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9:42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40 896 0 0,'-8'-8'4807'0'0,"-20"-16"1208"0"0,26 23-5669 0 0,14-6-164 0 0,-6 8-168 0 0,-1-1 0 0 0,1 1 0 0 0,0 1 0 0 0,0-1 0 0 0,-1 1 0 0 0,1 0 0 0 0,-1 0 0 0 0,0 1 0 0 0,0-1-1 0 0,0 1 1 0 0,0 0 0 0 0,0 1 0 0 0,0-1 0 0 0,-1 1 0 0 0,1 0 0 0 0,-1 0 0 0 0,0 0 0 0 0,-1 1 0 0 0,5 5 0 0 0,-2-1 19 0 0,-1 0-1 0 0,0 1 0 0 0,-1-1 1 0 0,0 1-1 0 0,0 0 0 0 0,-1 0 1 0 0,0 0-1 0 0,-1 0 0 0 0,0 1 1 0 0,-1-1-1 0 0,0 1 0 0 0,-1 17 1 0 0,-2 7 39 0 0,-2 1 0 0 0,-10 45 1 0 0,14-81-72 0 0,-1 3-106 0 0,-3 18 891 0 0,4-19-142 0 0,3-12-520 0 0,5-20-116 0 0,2 0 0 0 0,2 0 0 0 0,16-30-1 0 0,50-79-203 0 0,-69 125 195 0 0,-7 11-5 0 0,6-15-55 0 0,-7 17 49 0 0,-2 3-41 0 0,-8 15-207 0 0,1 1 1 0 0,0 0 0 0 0,2 0 0 0 0,0 1-1 0 0,-5 27 1 0 0,10-41 178 0 0,0-1 0 0 0,1 1-1 0 0,-1 0 1 0 0,1 0 0 0 0,1 0 0 0 0,-1 0-1 0 0,1 0 1 0 0,-1 0 0 0 0,1 0 0 0 0,1 0-1 0 0,-1 0 1 0 0,1-1 0 0 0,0 1 0 0 0,0-1-1 0 0,0 1 1 0 0,0-1 0 0 0,1 0 0 0 0,0 0-1 0 0,0 0 1 0 0,0 0 0 0 0,0 0 0 0 0,1 0-1 0 0,-1-1 1 0 0,1 0 0 0 0,0 0 0 0 0,0 0 0 0 0,6 3-1 0 0,31 11-4452 0 0,-18-10 988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9:42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 1476 0 0,'0'0'11157'0'0,"-11"-1"-9776"0"0,17 2-1348 0 0,0 1 1 0 0,0 1-1 0 0,0-1 0 0 0,0 1 1 0 0,0 0-1 0 0,-1 0 0 0 0,1 1 1 0 0,-1 0-1 0 0,0 0 0 0 0,0 0 0 0 0,0 0 1 0 0,0 1-1 0 0,-1 0 0 0 0,0 0 1 0 0,0 0-1 0 0,0 1 0 0 0,5 10 1 0 0,-6-9-3 0 0,-1 0 1 0 0,1 1-1 0 0,-1-1 0 0 0,0 1 1 0 0,-1-1-1 0 0,0 1 1 0 0,0 0-1 0 0,-1-1 1 0 0,0 1-1 0 0,0 0 1 0 0,-1 0-1 0 0,0-1 0 0 0,0 1 1 0 0,-5 14-1 0 0,-44 108 765 0 0,36-97-689 0 0,10-24-79 0 0,2-5-17 0 0,0 0 1 0 0,1 0-1 0 0,-1 0 1 0 0,1 0-1 0 0,0 0 1 0 0,0 1 0 0 0,-1 5-1 0 0,3-9-9 0 0,-1-1 1 0 0,0 1-1 0 0,0-1 1 0 0,0 0-1 0 0,0 1 0 0 0,0-1 1 0 0,0 1-1 0 0,0-1 0 0 0,0 0 1 0 0,1 1-1 0 0,-1-1 0 0 0,0 1 1 0 0,0-1-1 0 0,0 0 0 0 0,1 1 1 0 0,-1-1-1 0 0,0 0 0 0 0,1 1 1 0 0,-1-1-1 0 0,0 0 0 0 0,1 0 1 0 0,-1 1-1 0 0,0-1 0 0 0,1 0 1 0 0,-1 0-1 0 0,1 1 0 0 0,-1-1 1 0 0,0 0-1 0 0,1 0 0 0 0,-1 0 1 0 0,1 0-1 0 0,-1 0 0 0 0,1 0 1 0 0,18 0 48 0 0,9-5-109 0 0,-1 0 1 0 0,51-19-1 0 0,56-31-2924 0 0,-49 20-931 0 0,-55 23 971 0 0,-1-1-883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9:43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364 15 468 0 0,'-3'0'2230'0'0,"-47"-13"7034"0"0,48 13-8568 0 0,1-1-640 0 0,0 1 1 0 0,0 0-1 0 0,0 0 1 0 0,1 0-1 0 0,-1 0 1 0 0,0 0-1 0 0,0 0 1 0 0,0 0-1 0 0,0 0 0 0 0,0 0 1 0 0,1 0-1 0 0,-1 0 1 0 0,0 0-1 0 0,0 1 1 0 0,-1 0-1 0 0,4 2 18 0 0,0 1 0 0 0,0 0-1 0 0,0 0 1 0 0,1-1 0 0 0,-1 1-1 0 0,1-1 1 0 0,0 0-1 0 0,0 0 1 0 0,0 0 0 0 0,0 0-1 0 0,1 0 1 0 0,-1-1 0 0 0,5 3-1 0 0,10 6 205 0 0,28 11 0 0 0,-25-12-189 0 0,102 41 315 0 0,10 6-184 0 0,-131-56-212 0 0,1 0 0 0 0,-1 0 0 0 0,0 1-1 0 0,0-1 1 0 0,0 0 0 0 0,0 1-1 0 0,0-1 1 0 0,-1 1 0 0 0,1-1 0 0 0,0 1-1 0 0,-1 0 1 0 0,1 0 0 0 0,-1 0-1 0 0,0 0 1 0 0,1 0 0 0 0,-1 0 0 0 0,0 0-1 0 0,0 1 1 0 0,0-1 0 0 0,0 3-1 0 0,-1-3-1 0 0,0 0 0 0 0,0 1 0 0 0,0-1 0 0 0,-1 0 0 0 0,1 0 0 0 0,0 0 0 0 0,-1 0 0 0 0,0 1 0 0 0,0-1 0 0 0,1 0 0 0 0,-1 0 0 0 0,0 0 0 0 0,-1 0 0 0 0,1-1 0 0 0,0 1 0 0 0,0 0 0 0 0,-1 0 0 0 0,1-1 0 0 0,-1 1 0 0 0,0-1 0 0 0,-3 3 0 0 0,-20 16 9 0 0,-2-2 1 0 0,0-1 0 0 0,-1-1-1 0 0,-42 17 1 0 0,-126 39 16 0 0,144-54-20 0 0,-16 2-31 0 0,42-13-489 0 0,1 1 1 0 0,-1 1 0 0 0,2 1-1 0 0,-43 24 1 0 0,48-19-1506 0 0,11-1-3380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9:48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617 0 2028 0 0,'0'0'8801'0'0,"-2"0"-8558"0"0,-2 1-171 0 0,1 0 1 0 0,0 0-1 0 0,0 0 1 0 0,0 0-1 0 0,1 0 1 0 0,-1 1-1 0 0,0-1 0 0 0,0 1 1 0 0,1 0-1 0 0,-5 3 1 0 0,-27 28 207 0 0,15-13-115 0 0,-467 379-506 0 0,461-379-949 0 0,10-6-3738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9:48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298 103 1744 0 0,'1'-2'402'0'0,"-1"0"0"0"0,1-1-1 0 0,0 1 1 0 0,0 0 0 0 0,-1 0 0 0 0,1 0 0 0 0,-1-1-1 0 0,0 1 1 0 0,0 0 0 0 0,0 0 0 0 0,0-1-1 0 0,0 1 1 0 0,0 0 0 0 0,0 0 0 0 0,-1-1-1 0 0,1 1 1 0 0,-1 0 0 0 0,0 0 0 0 0,1 0 0 0 0,-1 0-1 0 0,0 0 1 0 0,0 0 0 0 0,-1 0 0 0 0,-1-3-1 0 0,2 4-293 0 0,0 0-1 0 0,0 0 1 0 0,-1 0-1 0 0,1 0 1 0 0,0 1-1 0 0,-1-1 0 0 0,1 0 1 0 0,-1 1-1 0 0,1-1 1 0 0,-1 1-1 0 0,1-1 1 0 0,-1 1-1 0 0,1-1 0 0 0,-1 1 1 0 0,1 0-1 0 0,-1 0 1 0 0,1 0-1 0 0,-3 0 1 0 0,-25 3 665 0 0,23-1-697 0 0,0 0 0 0 0,0 1 0 0 0,1-1 0 0 0,-1 1 1 0 0,1 0-1 0 0,0 0 0 0 0,0 1 0 0 0,0 0 0 0 0,0 0 0 0 0,0 0 1 0 0,-7 9-1 0 0,0 2 42 0 0,0 1 1 0 0,-13 22 0 0 0,6-7 13 0 0,3 1 0 0 0,0 0 0 0 0,2 1 0 0 0,-17 62 0 0 0,26-77-102 0 0,1 1 0 0 0,0 0 0 0 0,2 0 0 0 0,1 0-1 0 0,0 0 1 0 0,1 0 0 0 0,1 0 0 0 0,1 0 0 0 0,0 0 0 0 0,10 32 0 0 0,-10-44 3 0 0,0 0 0 0 0,1 1 1 0 0,1-2-1 0 0,-1 1 0 0 0,1 0 1 0 0,0 0-1 0 0,0-1 0 0 0,1 0 1 0 0,0 0-1 0 0,0 0 0 0 0,1-1 1 0 0,-1 0-1 0 0,1 0 1 0 0,0 0-1 0 0,1-1 0 0 0,-1 0 1 0 0,1 0-1 0 0,0 0 0 0 0,0-1 1 0 0,0 0-1 0 0,0 0 0 0 0,0-1 1 0 0,1 0-1 0 0,-1 0 0 0 0,1-1 1 0 0,-1 0-1 0 0,1 0 1 0 0,0-1-1 0 0,-1 0 0 0 0,1 0 1 0 0,10-2-1 0 0,8-2-11 0 0,-1 0 1 0 0,1-2-1 0 0,-1-1 1 0 0,0-2-1 0 0,0 0 1 0 0,-1-1-1 0 0,0-1 1 0 0,29-19-1 0 0,-35 18-21 0 0,0-1 0 0 0,0-1 0 0 0,-2 0 0 0 0,0-1 0 0 0,0 0 0 0 0,-1-2 0 0 0,-1 0 0 0 0,-1 0 0 0 0,-1-1 0 0 0,14-26 0 0 0,-20 32-8 0 0,-1 0-1 0 0,-1-1 0 0 0,0 0 0 0 0,0 0 0 0 0,-1 0 1 0 0,-1 0-1 0 0,0-1 0 0 0,-1 1 0 0 0,0 0 1 0 0,-1-1-1 0 0,-1 1 0 0 0,0-1 0 0 0,-1 1 0 0 0,0 0 1 0 0,-1 0-1 0 0,0 0 0 0 0,-1 0 0 0 0,-1 0 1 0 0,0 1-1 0 0,-1 0 0 0 0,0 0 0 0 0,-1 0 0 0 0,0 1 1 0 0,-1 0-1 0 0,0 0 0 0 0,0 1 0 0 0,-1 0 1 0 0,-1 0-1 0 0,0 1 0 0 0,0 1 0 0 0,-1-1 0 0 0,0 2 1 0 0,0-1-1 0 0,-1 2 0 0 0,-23-11 0 0 0,14 9-1 0 0,-1 2 1 0 0,0 0-1 0 0,0 2 0 0 0,0 0 0 0 0,0 1 0 0 0,0 1 0 0 0,-1 2 1 0 0,1 0-1 0 0,0 1 0 0 0,-1 1 0 0 0,-22 6 0 0 0,43-8-113 0 0,0 0 0 0 0,0 1-1 0 0,-1-1 1 0 0,1 1 0 0 0,0 0 0 0 0,0 0-1 0 0,0-1 1 0 0,1 1 0 0 0,-1 0-1 0 0,0 1 1 0 0,0-1 0 0 0,0 0 0 0 0,1 1-1 0 0,-1-1 1 0 0,1 1 0 0 0,-1-1 0 0 0,1 1-1 0 0,0-1 1 0 0,-1 1 0 0 0,1 0-1 0 0,-2 3 1 0 0,3-3-283 0 0,0 1 1 0 0,-1-1-1 0 0,1 1 0 0 0,0-1 1 0 0,0 0-1 0 0,0 1 0 0 0,1-1 1 0 0,-1 0-1 0 0,0 1 0 0 0,1-1 1 0 0,0 0-1 0 0,-1 1 0 0 0,1-1 1 0 0,0 0-1 0 0,0 0 0 0 0,1 0 1 0 0,-1 0-1 0 0,0 0 0 0 0,2 3 1 0 0,6 6-4165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9:48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4896 0 0,'61'6'9042'0'0,"-26"-2"-6358"0"0,-33-3-2644 0 0,1 0 0 0 0,-1-1 1 0 0,1 1-1 0 0,-1 0 0 0 0,0 0 1 0 0,0 0-1 0 0,0 1 0 0 0,1-1 1 0 0,-1 0-1 0 0,0 1 0 0 0,-1-1 1 0 0,1 1-1 0 0,0 0 0 0 0,0 0 1 0 0,-1-1-1 0 0,1 1 0 0 0,1 4 1 0 0,8 15-2633 0 0,-6 0-3887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05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2 304 0 0,'-3'0'3394'0'0,"-2"-1"-2457"0"0,0 1-1 0 0,0 0 0 0 0,0 0 1 0 0,0 0-1 0 0,0 1 0 0 0,0 0 0 0 0,0 0 1 0 0,-9 3-1 0 0,13-3-421 0 0,1 1-431 0 0,1-1-1 0 0,0 0 1 0 0,0 1-1 0 0,0-1 1 0 0,0 1-1 0 0,1-1 1 0 0,-1 0 0 0 0,0 0-1 0 0,1 0 1 0 0,-1 0-1 0 0,0 0 1 0 0,1 0-1 0 0,-1 0 1 0 0,1 0-1 0 0,0 0 1 0 0,-1-1-1 0 0,3 1 1 0 0,2 2-339 0 0,-5-2-107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05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39 432 0 0,'-3'0'3147'0'0,"-18"-1"3314"0"0,12 1-4852 0 0,-1 1 943 0 0,60-3-2334 0 0,76-15 0 0 0,19-1-1368 0 0,-78 17-1050 0 0,-25 7-2855 0 0,-30-3 1227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05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140 140 356 0 0,'-39'26'3738'0'0,"18"-14"-1434"0"0,2 2 0 0 0,-34 28 0 0 0,53-41-2237 0 0,-1 0 0 0 0,0-1 1 0 0,1 1-1 0 0,-1-1 0 0 0,1 1 1 0 0,-1 0-1 0 0,1-1 0 0 0,-1 1 1 0 0,1 0-1 0 0,-1 0 0 0 0,1-1 1 0 0,0 1-1 0 0,-1 0 0 0 0,1 0 1 0 0,0 0-1 0 0,0 0 0 0 0,0 0-40 0 0,0-1 1 0 0,0 0-1 0 0,0 1 0 0 0,0-1 0 0 0,0 0 0 0 0,0 1 0 0 0,0-1 0 0 0,1 0 0 0 0,-1 1 0 0 0,0-1 0 0 0,0 0 0 0 0,0 0 0 0 0,1 1 0 0 0,-1-1 0 0 0,0 0 0 0 0,0 0 0 0 0,1 0 0 0 0,-1 1 0 0 0,0-1 0 0 0,1 0 0 0 0,-1 0 0 0 0,0 0 0 0 0,1 0 0 0 0,-1 0 1 0 0,0 1-1 0 0,1-1 0 0 0,25 1 411 0 0,16-11-394 0 0,0-1 1 0 0,-1-1 0 0 0,66-31 0 0 0,-41 16-452 0 0,88-42-1942 0 0,-58 10-2928 0 0,-65 36 2216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06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121 114 528 0 0,'-68'-66'8047'0'0,"25"25"-4303"0"0,34 35-2950 0 0,9 11 158 0 0,12 17-44 0 0,43 43 390 0 0,66 91-154 0 0,-92-110-1068 0 0,-2 1 0 0 0,-3 1 0 0 0,-1 2 0 0 0,-3 0 0 0 0,-2 1 0 0 0,-2 1 0 0 0,-3 0 0 0 0,-1 2 0 0 0,-4-1 0 0 0,-1 1 0 0 0,-3 0 0 0 0,-2 0 0 0 0,-2 0-1 0 0,-3 1 1 0 0,-3-1 0 0 0,-22 98 0 0 0,11-85-184 0 0,-32 77-1 0 0,36-112-995 0 0,-1-1 1 0 0,-2 0-1 0 0,-1-2 0 0 0,-29 40 1 0 0,42-64-40 0 0,0 0 1 0 0,0 0 0 0 0,-1 0 0 0 0,-6 4-1 0 0,-1-1-3712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06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1772 0 0,'60'-54'14086'0'0,"-60"54"-14049"0"0,0 0-1 0 0,0 0 1 0 0,1 0 0 0 0,-1 0-1 0 0,0 0 1 0 0,0 0 0 0 0,0 0-1 0 0,0 0 1 0 0,0 0 0 0 0,0 0-1 0 0,1 0 1 0 0,-1-1 0 0 0,0 1 0 0 0,0 0-1 0 0,0 0 1 0 0,0 0 0 0 0,0 0-1 0 0,0 0 1 0 0,1 0 0 0 0,-1 0-1 0 0,0 0 1 0 0,0 0 0 0 0,0 0-1 0 0,0 0 1 0 0,0 0 0 0 0,0 1-1 0 0,1-1 1 0 0,-1 0 0 0 0,0 0-1 0 0,0 0 1 0 0,0 0 0 0 0,0 0-1 0 0,0 0 1 0 0,0 0 0 0 0,1 0-1 0 0,-1 0 1 0 0,0 0 0 0 0,0 0-1 0 0,0 0 1 0 0,0 1 0 0 0,0-1-1 0 0,0 0 1 0 0,0 0 0 0 0,0 0-1 0 0,5 10 911 0 0,-1 9 45 0 0,20 498 6515 0 0,10-26-4882 0 0,-32-466-2577 0 0,10 93 231 0 0,-10-107-148 0 0,0-14-781 0 0,-2-20-1229 0 0,0 17 1532 0 0,1-7-1229 0 0,0 0 0 0 0,2 1 0 0 0,-1-1 0 0 0,7-17 0 0 0,13-19-7973 0 0,-11 30 2221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07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94 476 0 0,'-9'-9'2261'0'0,"-10"-10"2456"0"0,-1 0 0 0 0,-29-21 1 0 0,48 39-4401 0 0,-9-5 961 0 0,12 11-1187 0 0,1-1-1 0 0,0 1 0 0 0,0-1 0 0 0,0 0 1 0 0,0 0-1 0 0,1-1 0 0 0,0 1 1 0 0,0-1-1 0 0,7 5 0 0 0,44 28 147 0 0,-44-29-177 0 0,241 149 315 0 0,-227-141-293 0 0,-1 1 0 0 0,36 31 1 0 0,-59-47-49 0 0,0 1 0 0 0,-1 0 0 0 0,1 0 0 0 0,0 0 0 0 0,0 0 0 0 0,-1 0 0 0 0,1 0 0 0 0,0 0 0 0 0,-1 0 0 0 0,1 0 0 0 0,-1 0 0 0 0,1 0 0 0 0,-1 0 0 0 0,0 0 0 0 0,0 1 0 0 0,1-1 0 0 0,-1 0 0 0 0,0 0 0 0 0,0 0 0 0 0,0 0 0 0 0,0 1 0 0 0,-1 1 0 0 0,1-2-11 0 0,-1 1 1 0 0,0 0-1 0 0,0 0 0 0 0,0 0 0 0 0,0-1 0 0 0,0 1 0 0 0,0 0 0 0 0,0-1 0 0 0,0 1 1 0 0,-1-1-1 0 0,1 0 0 0 0,-3 2 0 0 0,-4 3-1 0 0,0 0 1 0 0,-1-1-1 0 0,0 0 0 0 0,-10 4 1 0 0,17-8-3 0 0,-266 98 376 0 0,122-65-354 0 0,141-32-36 0 0,-12 0 8 0 0,-12 5-102 0 0,26-7-82 0 0,-9 2-216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07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621 23 1236 0 0,'0'0'6875'0'0,"-7"-19"-389"0"0,-5 15-4220 0 0,2 5-2061 0 0,1-1 0 0 0,0 2 0 0 0,0-1 0 0 0,-1 1 0 0 0,1 1 0 0 0,1-1 0 0 0,-1 1 0 0 0,-10 6 0 0 0,-18 5 71 0 0,-117 33 373 0 0,-157 54-727 0 0,303-98-2495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08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118 150 152 0 0,'7'-11'4539'0'0,"-1"0"0"0"0,11-32 6324 0 0,-20 45-10693 0 0,-1-1 0 0 0,1 1 0 0 0,-1 0 0 0 0,1 0 0 0 0,0 0 0 0 0,0 1 0 0 0,0-1 0 0 0,0 1 0 0 0,0 0 0 0 0,1 0 0 0 0,-1 0 0 0 0,1 0 0 0 0,0 0 0 0 0,-3 6 1 0 0,-29 55 1010 0 0,31-56-1083 0 0,-10 21 146 0 0,1 0 1 0 0,2 1-1 0 0,-10 49 1 0 0,16-64-204 0 0,2 1-1 0 0,0-1 1 0 0,1 1-1 0 0,1 0 1 0 0,0-1 0 0 0,1 1-1 0 0,1 0 1 0 0,0-1-1 0 0,6 19 1 0 0,-6-27-11 0 0,1 0 1 0 0,0 0-1 0 0,0-1 0 0 0,0 1 1 0 0,1-1-1 0 0,0 0 0 0 0,0 0 1 0 0,1 0-1 0 0,0 0 0 0 0,0-1 1 0 0,0 0-1 0 0,0 0 0 0 0,1 0 1 0 0,9 5-1 0 0,-7-5 5 0 0,1 0-1 0 0,0-1 0 0 0,1 0 1 0 0,-1-1-1 0 0,1 0 0 0 0,0-1 1 0 0,0 1-1 0 0,0-2 0 0 0,18 2 1 0 0,-14-3 24 0 0,1 0 0 0 0,-1-1 0 0 0,1-1 0 0 0,-1 0 1 0 0,0-1-1 0 0,0 0 0 0 0,0-1 0 0 0,0-1 0 0 0,0 0 1 0 0,-1-1-1 0 0,0-1 0 0 0,0 0 0 0 0,-1 0 1 0 0,21-17-1 0 0,-18 9-35 0 0,-1 0 0 0 0,-1-1 0 0 0,0 0 0 0 0,-2-1 0 0 0,1-1 0 0 0,-2 0 0 0 0,-1 0 0 0 0,0-1 0 0 0,-1 0 1 0 0,-1 0-1 0 0,-1-1 0 0 0,0 0 0 0 0,-2 0 0 0 0,0 0 0 0 0,-2-1 0 0 0,0 0 0 0 0,-1 1 0 0 0,-2-27 0 0 0,-1 38-29 0 0,1-1 0 0 0,-1 1-1 0 0,0-1 1 0 0,-1 1 0 0 0,0 0 0 0 0,-1 0-1 0 0,0 0 1 0 0,0 1 0 0 0,-1-1 0 0 0,0 1-1 0 0,-1 0 1 0 0,1 1 0 0 0,-1-1 0 0 0,-1 1 0 0 0,0 0-1 0 0,0 0 1 0 0,-12-8 0 0 0,8 8-21 0 0,0 0 0 0 0,0 0 0 0 0,-1 2 0 0 0,0-1 0 0 0,-1 2 0 0 0,1-1 0 0 0,-1 2 0 0 0,0-1 1 0 0,0 2-1 0 0,0 0 0 0 0,0 0 0 0 0,-18 1 0 0 0,15 1-828 0 0,0 1 0 0 0,0 0 0 0 0,0 1-1 0 0,-21 5 1 0 0,32-6 214 0 0,1 1 0 0 0,-1 0 1 0 0,0 0-1 0 0,1 0 0 0 0,0 0 0 0 0,-1 1 0 0 0,-7 5 0 0 0,10-6-28 0 0,0 1 1 0 0,0-1-1 0 0,0 0 1 0 0,0 1-1 0 0,0-1 1 0 0,0 1-1 0 0,1 0 1 0 0,-1-1-1 0 0,1 1 1 0 0,0 0-1 0 0,0 0 1 0 0,0 0-1 0 0,-1 6 1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08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1552 0 0,'0'0'1284'0'0,"22"3"-272"0"0,-5-3-2636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10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4 399 1380 0 0,'-3'-20'7631'0'0,"3"19"-7543"0"0,0 1-1 0 0,0-1 0 0 0,0 1 0 0 0,0 0 0 0 0,0-1 0 0 0,0 1 0 0 0,0-1 1 0 0,0 1-1 0 0,0-1 0 0 0,1 1 0 0 0,-1-1 0 0 0,0 1 0 0 0,0 0 0 0 0,0-1 1 0 0,1 1-1 0 0,-1 0 0 0 0,0-1 0 0 0,1 1 0 0 0,-1-1 0 0 0,0 1 0 0 0,1 0 1 0 0,-1 0-1 0 0,0-1 0 0 0,1 1 0 0 0,-1 0 0 0 0,0 0 0 0 0,1-1 0 0 0,-1 1 1 0 0,1 0-1 0 0,-1 0 0 0 0,1 0 0 0 0,-1 0 0 0 0,0 0 0 0 0,1 0 0 0 0,-1-1 1 0 0,1 1-1 0 0,-1 0 0 0 0,1 0 0 0 0,-1 0 0 0 0,1 1 0 0 0,-1-1 0 0 0,1 0 1 0 0,-1 0-1 0 0,0 0 0 0 0,1 0 0 0 0,-1 0 0 0 0,1 0 0 0 0,-1 1 0 0 0,1-1 1 0 0,-1 0-1 0 0,0 0 0 0 0,1 1 0 0 0,-1-1 0 0 0,0 0 0 0 0,1 1 0 0 0,-1-1 1 0 0,0 0-1 0 0,1 1 0 0 0,-1-1 0 0 0,0 0 0 0 0,1 1 0 0 0,2 3 152 0 0,1-1 0 0 0,-1 1 0 0 0,1 0 0 0 0,-1 0 0 0 0,2 5-1 0 0,1 3 31 0 0,0 0 0 0 0,-1 0 0 0 0,-1 0 0 0 0,0 1 0 0 0,-1-1 0 0 0,0 1-1 0 0,-1 0 1 0 0,0 15 0 0 0,0 17 199 0 0,-5 46 0 0 0,0-37-130 0 0,0-13-175 0 0,2-17-54 0 0,0 32 0 0 0,1-50-89 0 0,1 1-1 0 0,0-1 1 0 0,0 0 0 0 0,0 0-1 0 0,1 0 1 0 0,0 1 0 0 0,0-2-1 0 0,1 1 1 0 0,5 11 0 0 0,-6-15-14 0 0,-1-1 0 0 0,0 1 0 0 0,1 0 1 0 0,-1-1-1 0 0,1 1 0 0 0,-1-1 0 0 0,1 1 1 0 0,0-1-1 0 0,0 0 0 0 0,-1 1 1 0 0,1-1-1 0 0,0 0 0 0 0,0-1 0 0 0,0 1 1 0 0,0 0-1 0 0,0 0 0 0 0,1-1 0 0 0,1 1 1 0 0,0-1-3 0 0,0 0-1 0 0,0 0 1 0 0,-1 0 0 0 0,1 0 0 0 0,0-1 0 0 0,0 0 0 0 0,-1 1-1 0 0,1-1 1 0 0,6-3 0 0 0,-2 0-4 0 0,0 0 1 0 0,0-1-1 0 0,-1 0 0 0 0,1 0 0 0 0,-1 0 1 0 0,0-1-1 0 0,-1 0 0 0 0,9-10 1 0 0,8-18-23 0 0,-1-1-1 0 0,-2-1 1 0 0,30-75 0 0 0,-42 91-10 0 0,-8 19 30 0 0,1 1 0 0 0,-1-1 0 0 0,0 1 0 0 0,0-1 0 0 0,0 0 0 0 0,1 1 0 0 0,-1-1 0 0 0,0 1-1 0 0,1-1 1 0 0,-1 1 0 0 0,0-1 0 0 0,1 1 0 0 0,-1-1 0 0 0,1 1 0 0 0,-1-1 0 0 0,1 1 0 0 0,-1 0 0 0 0,1-1 0 0 0,-1 1 0 0 0,1 0 0 0 0,-1-1 0 0 0,1 1 0 0 0,0 0 0 0 0,-1 0 0 0 0,1 0 0 0 0,-1-1 0 0 0,1 1 0 0 0,0 0 0 0 0,-1 0 0 0 0,1 0 0 0 0,0 0 0 0 0,-1 0-1 0 0,1 0 1 0 0,-1 0 0 0 0,1 0 0 0 0,0 0 0 0 0,-1 0 0 0 0,1 1 0 0 0,0-1 0 0 0,-1 0 0 0 0,1 0 0 0 0,-1 1 0 0 0,1-1 0 0 0,-1 0 0 0 0,1 1 0 0 0,-1-1 0 0 0,1 0 0 0 0,-1 1 0 0 0,1-1 0 0 0,-1 1 0 0 0,1-1 0 0 0,0 1 0 0 0,4 5 10 0 0,0-1 0 0 0,-1 1 0 0 0,7 10 0 0 0,-5-7-12 0 0,2 1 10 0 0,1 0-1 0 0,0-1 1 0 0,0 0-1 0 0,1 0 0 0 0,0-1 1 0 0,0 0-1 0 0,1-1 0 0 0,0 0 1 0 0,1 0-1 0 0,12 4 1 0 0,-17-8-4 0 0,0-1 0 0 0,0 1 1 0 0,0-1-1 0 0,1-1 1 0 0,-1 0-1 0 0,1 0 1 0 0,-1 0-1 0 0,0-1 1 0 0,1 0-1 0 0,-1 0 0 0 0,1-1 1 0 0,-1 0-1 0 0,0 0 1 0 0,1-1-1 0 0,-1 0 1 0 0,0 0-1 0 0,0-1 1 0 0,0 0-1 0 0,7-3 1 0 0,-11 3-3 0 0,1 0 0 0 0,-1 0 0 0 0,0 0 1 0 0,0 0-1 0 0,0 0 0 0 0,0-1 1 0 0,-1 1-1 0 0,1-1 0 0 0,-1 0 0 0 0,0 1 1 0 0,0-1-1 0 0,0 0 0 0 0,-1-1 1 0 0,1 1-1 0 0,-1 0 0 0 0,0 0 1 0 0,0 0-1 0 0,-1-1 0 0 0,1-7 0 0 0,0-2-4 0 0,-1 0-1 0 0,0 0 1 0 0,-1 0-1 0 0,-6-27 1 0 0,3 25-7 0 0,-1 1 1 0 0,0 0-1 0 0,-1 0 1 0 0,0 1-1 0 0,-1 0 1 0 0,-1 0-1 0 0,-1 0 1 0 0,0 1-1 0 0,0 0 0 0 0,-1 1 1 0 0,-1 0-1 0 0,0 1 1 0 0,0 0-1 0 0,-1 1 1 0 0,-17-11-1 0 0,25 15-51 0 0,13 8 26 0 0,8 0-16 0 0,29-3-379 0 0,0-2-1 0 0,0-3 0 0 0,0-1 1 0 0,-1-2-1 0 0,62-21 1 0 0,-98 27 344 0 0,0-1 0 0 0,0 0 0 0 0,-1 0 0 0 0,1 0 0 0 0,-1-1 0 0 0,0 0 0 0 0,0-1 0 0 0,-1 0 0 0 0,0 0 0 0 0,0 0 0 0 0,9-12 0 0 0,-11 12 53 0 0,-1-1 0 0 0,0 0 0 0 0,0-1-1 0 0,0 1 1 0 0,-1-1 0 0 0,0 1 0 0 0,-1-1 0 0 0,0 0 0 0 0,0 0 0 0 0,0 0 0 0 0,-1-1 0 0 0,0 1 0 0 0,-1-11 0 0 0,0 11 38 0 0,0 0 1 0 0,0 0 0 0 0,-1 0 0 0 0,0 1-1 0 0,-1-1 1 0 0,0 0 0 0 0,0 1 0 0 0,0-1-1 0 0,-1 1 1 0 0,0 0 0 0 0,-1 0-1 0 0,-7-12 1 0 0,9 17 6 0 0,1 2-6 0 0,0 0-1 0 0,-1 1 1 0 0,1-1 0 0 0,0 1-1 0 0,-1-1 1 0 0,1 1 0 0 0,0-1 0 0 0,0 1-1 0 0,0 0 1 0 0,-1 0 0 0 0,1 0-1 0 0,0-1 1 0 0,0 1 0 0 0,0 0 0 0 0,0 0-1 0 0,0 0 1 0 0,1 0 0 0 0,-1 1-1 0 0,0-1 1 0 0,0 0 0 0 0,1 0 0 0 0,-1 0-1 0 0,1 1 1 0 0,-1-1 0 0 0,1 0-1 0 0,-1 1 1 0 0,1-1 0 0 0,0 0 0 0 0,0 3-1 0 0,-3 7 68 0 0,2 0 0 0 0,-1 18 0 0 0,2-19-28 0 0,-4 110 186 0 0,6 1-1 0 0,6 0 1 0 0,28 156-1 0 0,-35-274-215 0 0,5 25 278 0 0,0-23-155 0 0,0-16-119 0 0,15-58 0 0 0,-10 30-31 0 0,23-56-1 0 0,-29 84 6 0 0,1 0 1 0 0,0 0-1 0 0,0 1 1 0 0,1 0-1 0 0,0 0 1 0 0,0 1-1 0 0,1 0 1 0 0,1 0-1 0 0,14-11 1 0 0,-21 18 4 0 0,-1 1 0 0 0,1-1 1 0 0,0 1-1 0 0,0 0 0 0 0,0 0 0 0 0,0 0 1 0 0,0 0-1 0 0,1 0 0 0 0,-1 1 0 0 0,0-1 1 0 0,0 1-1 0 0,0-1 0 0 0,1 1 0 0 0,-1 0 0 0 0,0-1 1 0 0,1 1-1 0 0,-1 1 0 0 0,0-1 0 0 0,0 0 1 0 0,1 0-1 0 0,-1 1 0 0 0,0-1 0 0 0,0 1 1 0 0,1 0-1 0 0,-1 0 0 0 0,0 0 0 0 0,0 0 1 0 0,3 2-1 0 0,-1 0 0 0 0,-1 0 0 0 0,1 0 0 0 0,-1 1 0 0 0,0-1 0 0 0,0 1 0 0 0,0 0 0 0 0,0 0 0 0 0,-1 0 0 0 0,1 0 0 0 0,-1 0 0 0 0,0 1 0 0 0,-1-1 0 0 0,2 6 0 0 0,2 10 17 0 0,-2 0 1 0 0,0 0-1 0 0,0 26 1 0 0,-3-27-5 0 0,2 0 1 0 0,0 0-1 0 0,1 0 0 0 0,6 19 1 0 0,-7-32-7 0 0,0 0 0 0 0,0 0 0 0 0,1 0 0 0 0,0-1-1 0 0,0 0 1 0 0,1 1 0 0 0,-1-1 0 0 0,1 0 0 0 0,0-1 0 0 0,1 1 0 0 0,-1-1 0 0 0,1 0 0 0 0,0 0 0 0 0,0 0 0 0 0,0 0 0 0 0,9 4 0 0 0,0-1-170 0 0,1-1 1 0 0,0 0-1 0 0,0-1 1 0 0,0-1-1 0 0,1 0 1 0 0,0-1-1 0 0,-1 0 1 0 0,1-2-1 0 0,0 0 1 0 0,27-1-1 0 0,-35-1 56 0 0,0 0 0 0 0,0 0-1 0 0,0 0 1 0 0,0-1 0 0 0,0-1 0 0 0,0 1-1 0 0,0-1 1 0 0,-1 0 0 0 0,0-1 0 0 0,1 0-1 0 0,-1 0 1 0 0,-1-1 0 0 0,1 0 0 0 0,-1 0-1 0 0,1 0 1 0 0,-1-1 0 0 0,-1 0 0 0 0,1 0-1 0 0,-1 0 1 0 0,0-1 0 0 0,-1 1-1 0 0,6-12 1 0 0,-1-2 307 0 0,-2-1 1 0 0,0 0-1 0 0,-1 0 0 0 0,-1-1 1 0 0,-1 0-1 0 0,-1 0 0 0 0,-1 0 0 0 0,-1 0 1 0 0,-3-39-1 0 0,-2 11 656 0 0,-6 64-771 0 0,8 18-34 0 0,1 0 0 0 0,1 0 0 0 0,2-1 0 0 0,1 1 0 0 0,2 0 0 0 0,1-1-1 0 0,1 0 1 0 0,14 37 0 0 0,-19-62-142 0 0,0-1-1 0 0,1 0 1 0 0,-1 0-1 0 0,1 0 1 0 0,0-1-1 0 0,0 1 1 0 0,6 5-1 0 0,-7-7-335 0 0,0-1 0 0 0,0 0 1 0 0,1-1-1 0 0,-1 1 0 0 0,1 0 0 0 0,-1-1 1 0 0,1 1-1 0 0,0-1 0 0 0,2 1 0 0 0,-4-2 216 0 0,0 0 0 0 0,-1 1 0 0 0,1-1 0 0 0,0 0-1 0 0,0 0 1 0 0,-1 0 0 0 0,1 0 0 0 0,0 0 0 0 0,-1 0-1 0 0,1 0 1 0 0,0 0 0 0 0,0 0 0 0 0,-1-1 0 0 0,1 1-1 0 0,0 0 1 0 0,-1 0 0 0 0,1-1 0 0 0,0 1 0 0 0,0-1-1 0 0,11-5-4589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10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96 2176 0 0,'-28'-31'5055'0'0,"-17"-20"502"0"0,33 38-6020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10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249 140 936 0 0,'1'-16'4713'0'0,"-1"12"-4331"0"0,1-1 242 0 0,-1-1-1 0 0,-1 1 0 0 0,1 0 0 0 0,-1 0 1 0 0,-2-10-1 0 0,1 10-443 0 0,0 0 0 0 0,-1-1 1 0 0,1 1-1 0 0,-1 0 0 0 0,0 1 1 0 0,-1-1-1 0 0,1 1 0 0 0,-1-1 1 0 0,0 1-1 0 0,0 0 0 0 0,-6-5 0 0 0,7 7-138 0 0,1 0-1 0 0,-1 1 0 0 0,1-1 1 0 0,-1 0-1 0 0,0 1 0 0 0,0 0 1 0 0,0-1-1 0 0,0 1 0 0 0,0 1 1 0 0,0-1-1 0 0,0 0 0 0 0,0 1 0 0 0,0-1 1 0 0,0 1-1 0 0,0 0 0 0 0,0 0 1 0 0,0 0-1 0 0,0 0 0 0 0,-5 2 1 0 0,4-1-40 0 0,0 1-1 0 0,0 0 1 0 0,0 0 0 0 0,0 0 0 0 0,0 0 0 0 0,1 1 0 0 0,-1-1-1 0 0,1 1 1 0 0,-1 0 0 0 0,1 0 0 0 0,0 0 0 0 0,0 1 0 0 0,-2 3 0 0 0,-7 9-3 0 0,2 0 1 0 0,-1 1 0 0 0,2 1 0 0 0,1 0 0 0 0,-9 25 0 0 0,12-30 19 0 0,1 1 1 0 0,1 0-1 0 0,0 0 0 0 0,1 0 0 0 0,0 0 0 0 0,1 0 1 0 0,1 0-1 0 0,2 18 0 0 0,-2-29-5 0 0,1 0 0 0 0,-1 0-1 0 0,1 0 1 0 0,0 0 0 0 0,0-1-1 0 0,0 1 1 0 0,0 0 0 0 0,1 0 0 0 0,-1-1-1 0 0,1 1 1 0 0,-1-1 0 0 0,1 1-1 0 0,0-1 1 0 0,0 0 0 0 0,0 0 0 0 0,0 0-1 0 0,3 3 1 0 0,-1-3-11 0 0,0 0 0 0 0,0 0 0 0 0,1 0-1 0 0,-1 0 1 0 0,0 0 0 0 0,1-1 0 0 0,-1 0 0 0 0,1 0 0 0 0,-1 0 0 0 0,6 0 0 0 0,3 0-184 0 0,0-1 0 0 0,-1-1 1 0 0,1 0-1 0 0,0-1 0 0 0,-1 0 1 0 0,0-1-1 0 0,15-5 0 0 0,-13 2-654 0 0,0 0-1 0 0,-1-1 0 0 0,0 0 1 0 0,0-1-1 0 0,-1 0 0 0 0,0-1 1 0 0,21-20-1 0 0,-9 3-1867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19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41 1588 0 0,'1'-2'1551'0'0,"2"-4"-538"0"0,-1 1-53 0 0,0 0 0 0 0,0 1 0 0 0,0 0 0 0 0,1-1 0 0 0,4-5 0 0 0,-7 35-447 0 0,-24 108 166 0 0,7 2 0 0 0,-1 255 0 0 0,26-164 106 0 0,-6-205 377 0 0,-2-20-1152 0 0,0-1 0 0 0,0 0 1 0 0,0 0-1 0 0,0 0 0 0 0,0 0 1 0 0,0 0-1 0 0,0 0 0 0 0,0 0 1 0 0,0 0-1 0 0,1 0 0 0 0,-1 0 1 0 0,0 1-1 0 0,0-1 0 0 0,0 0 1 0 0,0 0-1 0 0,0 0 0 0 0,0 0 1 0 0,0 0-1 0 0,1 0 0 0 0,-1 0 1 0 0,0 0-1 0 0,0 0 0 0 0,0 0 1 0 0,0 0-1 0 0,0 0 0 0 0,0 0 1 0 0,1 0-1 0 0,-1 0 0 0 0,0 0 1 0 0,0 0-1 0 0,0 0 1 0 0,0 0-1 0 0,0 0 0 0 0,0 0 1 0 0,0-1-1 0 0,1 1 0 0 0,-1 0 1 0 0,0 0-1 0 0,0 0 0 0 0,0 0 1 0 0,0 0-1 0 0,0 0 0 0 0,0 0 1 0 0,0 0-1 0 0,0 0 0 0 0,0 0 1 0 0,1-1-1 0 0,-1 1 0 0 0,0 0 1 0 0,0 0-1 0 0,0 0 0 0 0,0 0 1 0 0,0 0-1 0 0,0 0 0 0 0,0 0 1 0 0,0-1-1 0 0,0 1 0 0 0,0 0 1 0 0,0 0-1 0 0,0 0 0 0 0,0 0 1 0 0,13-35 300 0 0,-10 25-334 0 0,9-25 68 0 0,-6 16-52 0 0,0 0 0 0 0,1 0-1 0 0,1 1 1 0 0,0 0 0 0 0,1 1 0 0 0,2 0 0 0 0,17-24-1 0 0,-27 40 5 0 0,1-1 0 0 0,-1 1 0 0 0,1-1-1 0 0,-1 1 1 0 0,1 0 0 0 0,-1-1 0 0 0,1 1-1 0 0,0 0 1 0 0,0 0 0 0 0,0 0 0 0 0,0 1-1 0 0,0-1 1 0 0,0 0 0 0 0,0 1 0 0 0,0-1-1 0 0,0 1 1 0 0,0 0 0 0 0,0-1 0 0 0,4 1-1 0 0,-3 1 5 0 0,1 0-1 0 0,-1-1 1 0 0,1 1-1 0 0,-1 0 1 0 0,1 1-1 0 0,-1-1 1 0 0,0 1-1 0 0,0-1 1 0 0,0 1-1 0 0,5 4 1 0 0,2 2 13 0 0,0 1 1 0 0,-1 0 0 0 0,0 1 0 0 0,0 0-1 0 0,7 13 1 0 0,-9-12 115 0 0,0 1 0 0 0,0 0 0 0 0,-2 1 0 0 0,1-1 0 0 0,-2 1 1 0 0,5 17-1 0 0,2 18-2235 0 0,-1-3-5392 0 0,-7-34 3238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20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2008 0 0,'5'-5'2459'0'0,"-2"2"-1708"0"0,-1 0 0 0 0,1 0-1 0 0,0 0 1 0 0,0 1 0 0 0,0-1-1 0 0,0 1 1 0 0,5-3 0 0 0,-7 5-713 0 0,-1 1 1 0 0,1 0-1 0 0,-1-1 0 0 0,1 1 0 0 0,-1-1 1 0 0,1 1-1 0 0,-1 0 0 0 0,1 0 0 0 0,-1-1 1 0 0,1 1-1 0 0,-1 0 0 0 0,0 0 1 0 0,1-1-1 0 0,-1 1 0 0 0,0 0 0 0 0,0 0 1 0 0,0 0-1 0 0,0 0 0 0 0,1-1 1 0 0,-1 1-1 0 0,0 0 0 0 0,-1 1 0 0 0,2 22 514 0 0,-15 94 630 0 0,-1 9-456 0 0,14-108-1498 0 0,1 0 1 0 0,1 1-1 0 0,1-1 1 0 0,5 28 0 0 0,1-30-3574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20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56 860 0 0,'15'-51'8986'0'0,"-15"50"-8966"0"0,0 1 0 0 0,0 0 0 0 0,0 0-1 0 0,0 0 1 0 0,0-1 0 0 0,0 1 0 0 0,0 0 0 0 0,0 0-1 0 0,0 0 1 0 0,0-1 0 0 0,-1 1 0 0 0,1 0 0 0 0,0 0-1 0 0,0 0 1 0 0,0 0 0 0 0,0-1 0 0 0,-1 1-1 0 0,1 0 1 0 0,0 0 0 0 0,0 0 0 0 0,0 0 0 0 0,0 0-1 0 0,-1 0 1 0 0,1 0 0 0 0,0 0 0 0 0,0 0 0 0 0,-1-1-1 0 0,1 1 1 0 0,0 0 0 0 0,0 0 0 0 0,0 0 0 0 0,-1 0-1 0 0,1 0 1 0 0,0 0 0 0 0,0 0 0 0 0,0 1-1 0 0,-1-1 1 0 0,1 0 0 0 0,0 0 0 0 0,0 0 0 0 0,0 0-1 0 0,-1 0 1 0 0,1 0 0 0 0,0 0 0 0 0,0 0 0 0 0,-14 5 379 0 0,8-1-329 0 0,0 1 0 0 0,0-1 1 0 0,0 1-1 0 0,1 0 0 0 0,0 1 0 0 0,0-1 1 0 0,0 1-1 0 0,-6 10 0 0 0,10-14-59 0 0,-1 1 0 0 0,1 0-1 0 0,0 0 1 0 0,-1 0 0 0 0,2 0-1 0 0,-1 0 1 0 0,0 0 0 0 0,0 1-1 0 0,1-1 1 0 0,0 0-1 0 0,0 0 1 0 0,0 0 0 0 0,0 1-1 0 0,0-1 1 0 0,0 0 0 0 0,1 0-1 0 0,0 0 1 0 0,-1 0 0 0 0,1 1-1 0 0,1-1 1 0 0,-1-1-1 0 0,0 1 1 0 0,3 4 0 0 0,7 10 8 0 0,1-1-1 0 0,0 0 1 0 0,1-1 0 0 0,21 19 0 0 0,-20-20-1 0 0,-12-12-7 0 0,1 0-1 0 0,-1 1 0 0 0,0-1 0 0 0,0 1 1 0 0,0-1-1 0 0,0 1 0 0 0,0 0 1 0 0,-1 0-1 0 0,1 0 0 0 0,-1 0 0 0 0,0 0 1 0 0,0 0-1 0 0,0 1 0 0 0,0-1 0 0 0,0 0 1 0 0,-1 1-1 0 0,0-1 0 0 0,1 5 0 0 0,-2-5-1 0 0,0 0 0 0 0,1 0 0 0 0,-1 0 0 0 0,-1 0 1 0 0,1 0-1 0 0,0-1 0 0 0,-1 1 0 0 0,1 0 0 0 0,-1-1 0 0 0,0 1 0 0 0,0-1 0 0 0,0 1 0 0 0,0-1 0 0 0,0 0 0 0 0,0 0 0 0 0,-1 0 0 0 0,1 0 0 0 0,-1 0 0 0 0,1-1 0 0 0,-5 3 0 0 0,2-1-139 0 0,-1 0 0 0 0,1-1-1 0 0,-1 1 1 0 0,0-1 0 0 0,0 0-1 0 0,-7 1 1 0 0,8-2-691 0 0,0-1 0 0 0,0 1 0 0 0,1-1-1 0 0,-1 0 1 0 0,-7-2 0 0 0,-6-1-3477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20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88 1128 0 0,'-2'-46'8274'0'0,"1"6"-5156"0"0,1 38-3137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22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8 966 184 0 0,'-3'7'1974'0'0,"3"-6"-1726"0"0,-1 0 1 0 0,1 0 0 0 0,-1 0 0 0 0,1 0 0 0 0,-1 1-1 0 0,1-1 1 0 0,-1 0 0 0 0,1 0 0 0 0,0 0-1 0 0,0 1 1 0 0,0-1 0 0 0,-1 0 0 0 0,1 0-1 0 0,0 0 1 0 0,1 1 0 0 0,-1-1 0 0 0,0 0-1 0 0,0 0 1 0 0,0 1 0 0 0,1-1 0 0 0,-1 0 0 0 0,1 0-1 0 0,0 2 1 0 0,0-2-157 0 0,-1-1 0 0 0,1 1-1 0 0,0 0 1 0 0,0-1 0 0 0,0 1-1 0 0,-1-1 1 0 0,1 1 0 0 0,0-1-1 0 0,0 1 1 0 0,0-1 0 0 0,0 0 0 0 0,0 1-1 0 0,0-1 1 0 0,0 0 0 0 0,0 0-1 0 0,0 0 1 0 0,0 0 0 0 0,0 0 0 0 0,0 0-1 0 0,0 0 1 0 0,2 0 0 0 0,21-4 520 0 0,-5-2-444 0 0,0-1 0 0 0,0-1 0 0 0,-1 0-1 0 0,0-1 1 0 0,0-1 0 0 0,-1-1 0 0 0,0 0 0 0 0,-1-1-1 0 0,-1-1 1 0 0,0 0 0 0 0,21-25 0 0 0,-18 15-146 0 0,0-1 0 0 0,-2 0-1 0 0,-1-1 1 0 0,0-1 0 0 0,-2 0 0 0 0,-1-1 0 0 0,11-37 0 0 0,-7 6-9 0 0,-3 1 0 0 0,10-83 0 0 0,-4-119 249 0 0,-18 229-173 0 0,4-44-208 0 0,-5 72 120 0 0,-2 7-32 0 0,1 0 33 0 0,0 1-1 0 0,-1-1 0 0 0,2 1 1 0 0,-1-1-1 0 0,1 1 1 0 0,0 5-1 0 0,-1 9 28 0 0,-5 63 9 0 0,3-1 0 0 0,4 1 0 0 0,17 118 0 0 0,-10-150-17 0 0,2-1 1 0 0,24 72-1 0 0,-27-102 38 0 0,1 0 0 0 0,0-1 0 0 0,2 0-1 0 0,0 0 1 0 0,1-1 0 0 0,1 0-1 0 0,1-1 1 0 0,24 26 0 0 0,-31-37 113 0 0,0 0 0 0 0,1-1-1 0 0,-1 0 1 0 0,1-1 0 0 0,0 1 0 0 0,0-1 0 0 0,1 0-1 0 0,13 5 1 0 0,-17-9-120 0 0,-1 1 0 0 0,1 0 0 0 0,-1-1-1 0 0,1 1 1 0 0,-1-1 0 0 0,1 0 0 0 0,-1 0-1 0 0,1-1 1 0 0,-1 1 0 0 0,1-1 0 0 0,-1 1 0 0 0,1-1-1 0 0,-1 0 1 0 0,0-1 0 0 0,1 1 0 0 0,-1-1-1 0 0,0 1 1 0 0,0-1 0 0 0,0 0 0 0 0,0 0 0 0 0,0 0-1 0 0,0 0 1 0 0,2-3 0 0 0,4-5-21 0 0,-1 0 1 0 0,0-1-1 0 0,0 0 1 0 0,-1 0 0 0 0,0 0-1 0 0,-1-1 1 0 0,0 0-1 0 0,-1 0 1 0 0,5-19-1 0 0,1-11-8 0 0,10-66 0 0 0,-21 106-23 0 0,13-112 41 0 0,-13 103-52 0 0,0 0 0 0 0,-1 0 0 0 0,0 0 1 0 0,0 0-1 0 0,-1 0 0 0 0,-1 0 0 0 0,-6-20 0 0 0,9 31 10 0 0,-1 0-1 0 0,1-1 0 0 0,0 1 1 0 0,0 0-1 0 0,-1-1 0 0 0,1 1 1 0 0,0 0-1 0 0,0 0 0 0 0,-1-1 1 0 0,1 1-1 0 0,0 0 0 0 0,-1 0 1 0 0,1-1-1 0 0,-1 1 0 0 0,1 0 1 0 0,0 0-1 0 0,-1 0 0 0 0,1 0 1 0 0,0 0-1 0 0,-1-1 0 0 0,1 1 1 0 0,-1 0-1 0 0,1 0 0 0 0,0 0 1 0 0,-1 0-1 0 0,1 0 0 0 0,-1 0 1 0 0,1 0-1 0 0,0 1 0 0 0,-1-1 1 0 0,1 0-1 0 0,-1 0 0 0 0,1 0 1 0 0,0 0-1 0 0,-1 0 0 0 0,1 1 1 0 0,0-1-1 0 0,-1 0 0 0 0,-12 9-37 0 0,13-9 37 0 0,-2 1 1 0 0,1 1 0 0 0,-1 0 0 0 0,1 0 0 0 0,0 1 0 0 0,0-1 0 0 0,0 0 0 0 0,0 0 0 0 0,0 0 0 0 0,0 1 0 0 0,1-1 0 0 0,-1 0 0 0 0,1 1 0 0 0,0-1 0 0 0,-1 1 0 0 0,1-1 0 0 0,0 0 1 0 0,0 1-1 0 0,1-1 0 0 0,0 5 0 0 0,0-3 2 0 0,-1 0 0 0 0,2 0 0 0 0,-1 0 0 0 0,0 0 1 0 0,1 0-1 0 0,0 0 0 0 0,0-1 0 0 0,0 1 0 0 0,0-1 0 0 0,4 6 1 0 0,-2-5-1 0 0,1 0 0 0 0,0 0 0 0 0,-1-1 0 0 0,1 1 0 0 0,1-1 0 0 0,-1 0 0 0 0,0-1 0 0 0,1 1 0 0 0,-1-1 0 0 0,1 0 0 0 0,0 0 0 0 0,0-1 0 0 0,0 0 0 0 0,-1 0 0 0 0,1 0 0 0 0,0 0 0 0 0,12-2 0 0 0,-11 1 3 0 0,1-1 1 0 0,0 0-1 0 0,-1 0 1 0 0,1 0-1 0 0,-1-1 0 0 0,0-1 1 0 0,1 1-1 0 0,-1-1 1 0 0,0 0-1 0 0,-1-1 1 0 0,1 0-1 0 0,0 0 1 0 0,8-7-1 0 0,-5 2 13 0 0,-4 5-27 0 0,-1 0 0 0 0,0-1 0 0 0,-1 0 0 0 0,6-7 0 0 0,-9 11-15 0 0,-5 4 3 0 0,0 0 15 0 0,0 0 1 0 0,0 0-1 0 0,0 1 1 0 0,0-1-1 0 0,1 1 1 0 0,0 0-1 0 0,0 0 1 0 0,0 1-1 0 0,-4 6 1 0 0,-21 48 3 0 0,27-56 3 0 0,-6 12 2 0 0,2 0 0 0 0,0 1 0 0 0,0 0 1 0 0,2 0-1 0 0,0 1 0 0 0,0-1 1 0 0,1 28-1 0 0,2-39 2 0 0,1 1 0 0 0,-1-1 0 0 0,1 1 0 0 0,0-1 1 0 0,1 1-1 0 0,-1-1 0 0 0,1 0 0 0 0,0 0 0 0 0,1 1 0 0 0,-1-1 0 0 0,5 7 1 0 0,-4-9-1 0 0,0 0 0 0 0,0 0 0 0 0,0 0 0 0 0,1 0 0 0 0,-1 0 0 0 0,1-1 0 0 0,-1 1 1 0 0,1-1-1 0 0,0 0 0 0 0,0 0 0 0 0,0 0 0 0 0,0-1 0 0 0,0 1 0 0 0,1-1 0 0 0,-1 0 0 0 0,7 1 1 0 0,-1-1-4 0 0,0 0 0 0 0,-1-1 1 0 0,1 0-1 0 0,0 0 1 0 0,0-1-1 0 0,-1-1 1 0 0,1 1-1 0 0,-1-1 1 0 0,1-1-1 0 0,-1 0 1 0 0,0 0-1 0 0,0-1 1 0 0,0 0-1 0 0,0 0 0 0 0,12-9 1 0 0,-10 4-3 0 0,-1 0 0 0 0,1 0 0 0 0,-1-1 0 0 0,-1-1 0 0 0,0 1 0 0 0,0-1 0 0 0,-1-1 0 0 0,0 0 0 0 0,-1 0 0 0 0,7-17 0 0 0,29-83 32 0 0,-8 16-195 0 0,-34 94 137 0 0,-1 22-73 0 0,-6 4 103 0 0,2 1-1 0 0,1-1 1 0 0,0 1-1 0 0,2 0 0 0 0,1 0 1 0 0,1 0-1 0 0,1 0 1 0 0,7 32-1 0 0,-7-50 7 0 0,0-1 1 0 0,0 0-1 0 0,1 0 0 0 0,0 0 0 0 0,0-1 0 0 0,0 1 0 0 0,0-1 1 0 0,1 1-1 0 0,0-1 0 0 0,0 0 0 0 0,1-1 0 0 0,-1 1 1 0 0,1-1-1 0 0,0 0 0 0 0,0 0 0 0 0,0 0 0 0 0,1-1 0 0 0,0 1 1 0 0,-1-1-1 0 0,1-1 0 0 0,0 1 0 0 0,0-1 0 0 0,0 0 1 0 0,8 1-1 0 0,-6-1-5 0 0,0-1 0 0 0,-1 0 0 0 0,1-1 1 0 0,0 0-1 0 0,-1 0 0 0 0,1-1 1 0 0,0 1-1 0 0,-1-2 0 0 0,1 1 0 0 0,0-1 1 0 0,-1 0-1 0 0,0-1 0 0 0,0 0 0 0 0,1 0 1 0 0,-2 0-1 0 0,1-1 0 0 0,0 0 0 0 0,-1 0 1 0 0,12-11-1 0 0,-7 4-7 0 0,0-1 0 0 0,-2 0 0 0 0,1 0 0 0 0,-1-1 0 0 0,-1-1 0 0 0,-1 1 0 0 0,0-1 0 0 0,8-22 0 0 0,2-14-8 0 0,11-66 0 0 0,-9 33 7 0 0,-17 74 8 0 0,2-6-172 0 0,-3 15 91 0 0,0 9 64 0 0,0 18-3 0 0,-2-1-1 0 0,-5 31 0 0 0,0-6 23 0 0,1 62 21 0 0,5-97-8 0 0,1 0 0 0 0,1 1 0 0 0,0-1 0 0 0,9 31 0 0 0,-10-44-11 0 0,1 0 0 0 0,-1 0 0 0 0,1 0 0 0 0,-1 0 1 0 0,1 0-1 0 0,0-1 0 0 0,0 1 0 0 0,0 0 1 0 0,1-1-1 0 0,-1 1 0 0 0,1-1 0 0 0,-1 0 0 0 0,1 0 1 0 0,4 3-1 0 0,-1-2-1 0 0,0 0 0 0 0,0 0 0 0 0,1-1 0 0 0,-1 0 0 0 0,0 0 0 0 0,1-1 0 0 0,7 1-1 0 0,1 0-3 0 0,0-1-1 0 0,0-1 0 0 0,0-1 1 0 0,0 0-1 0 0,28-6 0 0 0,-29 2-7 0 0,0 1 0 0 0,-1-2-1 0 0,0 0 1 0 0,0 0 0 0 0,-1-1-1 0 0,0-1 1 0 0,0 0 0 0 0,0 0 0 0 0,-1-1-1 0 0,0-1 1 0 0,-1 0 0 0 0,0-1-1 0 0,-1 1 1 0 0,0-2 0 0 0,-1 1-1 0 0,8-14 1 0 0,-4 4-1 0 0,-1 0 1 0 0,-1 0-1 0 0,-1-1 0 0 0,-1-1 0 0 0,-1 1 0 0 0,-1-1 1 0 0,0 0-1 0 0,-2-1 0 0 0,1-23 0 0 0,-6 11-11 0 0,1 34 12 0 0,-1 0 1 0 0,0 0-1 0 0,1 0 0 0 0,-1 1 0 0 0,0-1 0 0 0,0 0 0 0 0,0 0 0 0 0,0 1 0 0 0,0-1 0 0 0,0 1 0 0 0,0-1 0 0 0,0 1 0 0 0,-1-1 0 0 0,1 1 0 0 0,-2-1 0 0 0,2 1 4 0 0,0 1 0 0 0,0-1 0 0 0,0 1 0 0 0,0 0 0 0 0,1 0 0 0 0,-1-1 0 0 0,0 1 0 0 0,0 0-1 0 0,0 0 1 0 0,0 0 0 0 0,0 0 0 0 0,0 0 0 0 0,0 0 0 0 0,0 1 0 0 0,1-1 0 0 0,-1 0 0 0 0,0 0 0 0 0,0 0 0 0 0,0 1-1 0 0,0-1 1 0 0,1 1 0 0 0,-1-1 0 0 0,0 0 0 0 0,-1 2 0 0 0,-15 12-15 0 0,8-5 24 0 0,2 0-1 0 0,-1 1 1 0 0,1 0-1 0 0,1 0 1 0 0,0 1 0 0 0,0 0-1 0 0,1 0 1 0 0,1 0 0 0 0,0 1-1 0 0,0 0 1 0 0,1 0 0 0 0,1-1-1 0 0,0 2 1 0 0,0-1 0 0 0,1 0-1 0 0,1 0 1 0 0,0 0-1 0 0,1 1 1 0 0,3 21 0 0 0,-2-24-3 0 0,0-1 1 0 0,1 1 0 0 0,-1-1 0 0 0,2 1-1 0 0,-1-1 1 0 0,1 0 0 0 0,1-1 0 0 0,0 1-1 0 0,0-1 1 0 0,0 1 0 0 0,1-2 0 0 0,1 1 0 0 0,-1-1-1 0 0,1 0 1 0 0,0 0 0 0 0,1-1 0 0 0,-1 1-1 0 0,1-2 1 0 0,1 1 0 0 0,-1-1 0 0 0,1-1-1 0 0,0 1 1 0 0,0-2 0 0 0,18 6 0 0 0,-12-5-298 0 0,0-2 0 0 0,0 1 0 0 0,0-2 1 0 0,0 0-1 0 0,1-1 0 0 0,-1-1 1 0 0,16-2-1 0 0,-21 1-726 0 0,0 0 1 0 0,0-1-1 0 0,0 0 0 0 0,-1 0 1 0 0,1-1-1 0 0,16-10 1 0 0,-3-3-4218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22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1 2720 0 0,'-47'1'2977'0'0,"-134"9"5573"0"0,167-6-7963 0 0,14-4-579 0 0,0 0 0 0 0,0 0 0 0 0,0 0 0 0 0,0 0-1 0 0,0 0 1 0 0,0 0 0 0 0,0 0 0 0 0,0 0 0 0 0,0 0 0 0 0,0 0 0 0 0,0 0 0 0 0,0 0-1 0 0,-1 0 1 0 0,1 0 0 0 0,0 1 0 0 0,0-1 0 0 0,0 0 0 0 0,0 0 0 0 0,0 0 0 0 0,0 0 0 0 0,0 0-1 0 0,0 0 1 0 0,0 0 0 0 0,0 0 0 0 0,0 0 0 0 0,0 0 0 0 0,0 1 0 0 0,0-1 0 0 0,0 0-1 0 0,0 0 1 0 0,0 0 0 0 0,0 0 0 0 0,0 0 0 0 0,0 0 0 0 0,0 0 0 0 0,0 0 0 0 0,0 0 0 0 0,0 1-1 0 0,0-1 1 0 0,1 0 0 0 0,-1 0 0 0 0,0 0 0 0 0,0 0 0 0 0,0 0 0 0 0,0 0 0 0 0,0 0-1 0 0,0 0 1 0 0,0 0 0 0 0,0 0 0 0 0,0 0 0 0 0,0 0 0 0 0,0 0 0 0 0,0 0 0 0 0,1 0-1 0 0,-1 1 1 0 0,23 4 268 0 0,334-3-1699 0 0,-120-3-5522 0 0,-159 1 2166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23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6877 0 0,'0'0'13653'0'0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31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62 892 0 0,'-39'-61'9754'0'0,"38"60"-9347"0"0,-2 24 40 0 0,3 25-1 0 0,3 0 0 0 0,1-1 0 0 0,3 0 0 0 0,20 75 0 0 0,-23-107-382 0 0,1 0 1 0 0,1-1-1 0 0,0 0 1 0 0,15 24-1 0 0,-18-33-38 0 0,0-1 0 0 0,0 0 0 0 0,0-1 0 0 0,0 1 0 0 0,1-1 0 0 0,0 1 0 0 0,0-1 0 0 0,-1 0 0 0 0,2 0-1 0 0,-1-1 1 0 0,0 1 0 0 0,0-1 0 0 0,1 0 0 0 0,0 0 0 0 0,-1 0 0 0 0,1-1 0 0 0,0 0 0 0 0,6 1 0 0 0,-4-1-13 0 0,-1-1 1 0 0,1 0-1 0 0,-1-1 1 0 0,1 0 0 0 0,-1 0-1 0 0,0 0 1 0 0,1-1-1 0 0,-1 0 1 0 0,0 0 0 0 0,0-1-1 0 0,0 1 1 0 0,0-1-1 0 0,-1 0 1 0 0,1-1-1 0 0,-1 0 1 0 0,0 0 0 0 0,0 0-1 0 0,0 0 1 0 0,4-6-1 0 0,8-9-5 0 0,0-1 0 0 0,-2 0-1 0 0,17-31 1 0 0,-24 39 0 0 0,4-7-1 0 0,24-37-124 0 0,-34 55 106 0 0,0 1 6 0 0,-1 0 5 0 0,0 0 0 0 0,-1 0-1 0 0,1 0 1 0 0,0 0 0 0 0,0 0 0 0 0,0 1-1 0 0,-1-1 1 0 0,1 0 0 0 0,0 0-1 0 0,0 1 1 0 0,-1-1 0 0 0,1 0 0 0 0,0 1-1 0 0,-1-1 1 0 0,1 1 0 0 0,0-1-1 0 0,-1 1 1 0 0,1-1 0 0 0,0 1-1 0 0,-1 0 1 0 0,1-1 0 0 0,-1 1 0 0 0,0-1-1 0 0,1 1 1 0 0,-1 0 0 0 0,1 0-1 0 0,-1-1 1 0 0,0 1 0 0 0,1 0 0 0 0,-1 0-1 0 0,0-1 1 0 0,0 1 0 0 0,0 1-1 0 0,1 2 9 0 0,14 32 22 0 0,-11-23-23 0 0,0-1 0 0 0,2 0 1 0 0,-1-1-1 0 0,1 1 0 0 0,9 10 0 0 0,-12-18 1 0 0,0-1-1 0 0,0 0 1 0 0,0 0 0 0 0,0 0-1 0 0,0 0 1 0 0,1-1 0 0 0,-1 1-1 0 0,1-1 1 0 0,0 0-1 0 0,0 0 1 0 0,0 0 0 0 0,0-1-1 0 0,0 1 1 0 0,0-1 0 0 0,0 0-1 0 0,1 0 1 0 0,-1 0-1 0 0,0-1 1 0 0,9 0 0 0 0,-7 0 7 0 0,-1 0 1 0 0,1 0 0 0 0,-1-1 0 0 0,0 0-1 0 0,1 0 1 0 0,-1 0 0 0 0,0-1 0 0 0,1 0 0 0 0,-1 0-1 0 0,0 0 1 0 0,0-1 0 0 0,5-3 0 0 0,-7 4-6 0 0,0-1 0 0 0,1 0 1 0 0,-1 0-1 0 0,0 0 0 0 0,-1-1 1 0 0,1 1-1 0 0,0-1 1 0 0,-1 1-1 0 0,0-1 0 0 0,0 0 1 0 0,0 0-1 0 0,0 0 1 0 0,-1 0-1 0 0,0 0 0 0 0,1 0 1 0 0,0-8-1 0 0,-1-4-1 0 0,-1-1 0 0 0,0 1 0 0 0,-1 0 0 0 0,-1 0 0 0 0,0 0 0 0 0,-2 0 0 0 0,1 0 0 0 0,-9-20 0 0 0,-9-44 181 0 0,8 41-168 0 0,12 38 10 0 0,1 1-61 0 0,-1 1 0 0 0,1-1 0 0 0,0 1 0 0 0,-1-1 0 0 0,1 1 0 0 0,0-1 0 0 0,-1 1 0 0 0,1-1 0 0 0,0 1 0 0 0,0-1 0 0 0,-1 1 0 0 0,1 0 0 0 0,0-1 0 0 0,0 1 0 0 0,0-1 0 0 0,0 1 0 0 0,0 0 0 0 0,1 2-227 0 0,1 0-1 0 0,-1 0 0 0 0,1 0 0 0 0,0-1 1 0 0,0 1-1 0 0,0-1 0 0 0,0 0 0 0 0,1 1 1 0 0,-1-1-1 0 0,0 0 0 0 0,1 0 0 0 0,4 2 1 0 0,21 8-5334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32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38 808 0 0,'38'-38'13773'0'0,"-37"40"-13614"0"0,1 0 0 0 0,-1 0 0 0 0,0 0 0 0 0,0 0 0 0 0,0 0 0 0 0,0 0 0 0 0,0 1 0 0 0,0-1 0 0 0,-1 0 0 0 0,1 0 0 0 0,-1 1 0 0 0,1-1 0 0 0,-1 4 0 0 0,-1 37 596 0 0,0-23-436 0 0,-8 149 747 0 0,1-5-3153 0 0,9-154 150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32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104 126 2052 0 0,'-13'-23'4681'0'0,"-21"-33"1"0"0,-4 11-1947 0 0,37 44-2713 0 0,-4 2-662 0 0,4-1 604 0 0,1 0 0 0 0,0 0 1 0 0,-1 0-1 0 0,1 0 0 0 0,-1 0 1 0 0,1 0-1 0 0,0 0 1 0 0,-1 0-1 0 0,1 0 0 0 0,-1 0 1 0 0,1 0-1 0 0,0 0 0 0 0,-1 1 1 0 0,1-1-1 0 0,0 0 0 0 0,-1 0 1 0 0,1 0-1 0 0,0 1 1 0 0,-1-1-1 0 0,1 0 0 0 0,0 0 1 0 0,-1 1-1 0 0,1-1 0 0 0,0 0 1 0 0,-1 1-1 0 0,-1 13-2148 0 0,4-2-2162 0 0,4 1 675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32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2000 0 0,'25'8'8829'0'0,"-23"-7"-8499"0"0,0 1 0 0 0,0-1 0 0 0,0 1 0 0 0,0-1 0 0 0,0 1-1 0 0,0 0 1 0 0,-1 0 0 0 0,1 0 0 0 0,-1 0 0 0 0,1 0 0 0 0,-1 1 0 0 0,0-1 0 0 0,0 0 0 0 0,0 0 0 0 0,0 1-1 0 0,0-1 1 0 0,0 1 0 0 0,-1-1 0 0 0,1 5 0 0 0,2 9 599 0 0,-1 0 1 0 0,0 16-1 0 0,-2-13-373 0 0,10 257 2491 0 0,-4-56-2474 0 0,-6-203-573 0 0,0-12-159 0 0,0 0 1 0 0,0 1-1 0 0,0-1 1 0 0,1 0-1 0 0,0 1 1 0 0,0-1-1 0 0,0 0 0 0 0,1 0 1 0 0,1 5-1 0 0,-2-9-25 0 0,-1 0 0 0 0,1 0 0 0 0,0 0-1 0 0,-1 0 1 0 0,1-1 0 0 0,0 1-1 0 0,-1 0 1 0 0,1-1 0 0 0,0 1-1 0 0,0-1 1 0 0,0 1 0 0 0,-1 0 0 0 0,1-1-1 0 0,0 0 1 0 0,0 1 0 0 0,0-1-1 0 0,0 0 1 0 0,0 1 0 0 0,0-1 0 0 0,0 0-1 0 0,0 0 1 0 0,0 0 0 0 0,0 0-1 0 0,0 0 1 0 0,0 0 0 0 0,0 0 0 0 0,0 0-1 0 0,0 0 1 0 0,0 0 0 0 0,0-1-1 0 0,1 0 1 0 0,2 0-841 0 0,-1 0 1 0 0,0-1-1 0 0,0 1 0 0 0,0-1 1 0 0,0 0-1 0 0,6-5 1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32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88 2816 0 0,'5'-22'3018'0'0,"15"-44"8264"0"0,-20 77-9630 0 0,-8 168 1894 0 0,3-80-3113 0 0,3 131-1185 0 0,7-153-3112 0 0,4-1-4631 0 0,-6-54 1263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33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13 149 600 0 0,'-12'-146'10240'0'0,"12"144"-9676"0"0,1 4-232 0 0,2 5-18 0 0,1 1 1 0 0,-1 0 0 0 0,0 0-1 0 0,-1 0 1 0 0,0 0 0 0 0,1 13-1 0 0,3 57 1012 0 0,-4-38-749 0 0,-5 370 1816 0 0,-1-327-2199 0 0,-3 14 434 0 0,6-98-601 0 0,1-3-25 0 0,-1 1-1 0 0,0 0 1 0 0,1-1-1 0 0,-1 1 1 0 0,1 0 0 0 0,0-1-1 0 0,0 1 1 0 0,0 0-1 0 0,1-1 1 0 0,-1 1 0 0 0,1 0-1 0 0,0-1 1 0 0,0 1-1 0 0,2-6 1 0 0,-1 4-15 0 0,0-2 12 0 0,0 0-1 0 0,0 0 1 0 0,1 0-1 0 0,0 1 0 0 0,1-1 1 0 0,-1 1-1 0 0,1 0 0 0 0,0 0 1 0 0,1 0-1 0 0,-1 1 1 0 0,1 0-1 0 0,0 0 0 0 0,1 0 1 0 0,-1 0-1 0 0,1 1 1 0 0,0 0-1 0 0,0 0 0 0 0,0 0 1 0 0,1 1-1 0 0,-1 0 0 0 0,1 0 1 0 0,0 1-1 0 0,0-1 1 0 0,0 2-1 0 0,0-1 0 0 0,0 1 1 0 0,0 0-1 0 0,0 0 1 0 0,0 1-1 0 0,1 0 0 0 0,-1 0 1 0 0,14 3-1 0 0,-9 0 5 0 0,1 0-1 0 0,-1 0 0 0 0,0 1 1 0 0,0 1-1 0 0,0 0 1 0 0,0 1-1 0 0,-1 0 1 0 0,0 1-1 0 0,0 0 0 0 0,-1 0 1 0 0,0 1-1 0 0,0 1 1 0 0,13 14-1 0 0,-19-19 11 0 0,-1 0 0 0 0,1 1-1 0 0,-1 0 1 0 0,1 0 0 0 0,-1 0 0 0 0,-1 0-1 0 0,1 0 1 0 0,-1 0 0 0 0,0 1-1 0 0,0-1 1 0 0,-1 1 0 0 0,1 0 0 0 0,-1-1-1 0 0,0 1 1 0 0,-1 0 0 0 0,1 0 0 0 0,-1 0-1 0 0,-1-1 1 0 0,1 1 0 0 0,-1 0-1 0 0,0 0 1 0 0,0-1 0 0 0,0 1 0 0 0,-1 0-1 0 0,0-1 1 0 0,0 1 0 0 0,-1-1 0 0 0,1 0-1 0 0,-1 0 1 0 0,0 0 0 0 0,-7 8-1 0 0,4-6 32 0 0,-1 1-1 0 0,-1-1 1 0 0,0 0 0 0 0,0-1-1 0 0,0 0 1 0 0,0 0-1 0 0,-1-1 1 0 0,0 0-1 0 0,0 0 1 0 0,-1-1-1 0 0,1 0 1 0 0,-1-1-1 0 0,0 0 1 0 0,0-1-1 0 0,0 0 1 0 0,0 0-1 0 0,-12 0 1 0 0,9-2-65 0 0,0 1 0 0 0,-1-2 1 0 0,1 1-1 0 0,0-2 0 0 0,0 0 0 0 0,0 0 0 0 0,0-1 1 0 0,1-1-1 0 0,-1 0 0 0 0,1-1 0 0 0,0 0 1 0 0,0-1-1 0 0,-12-8 0 0 0,22 13-108 0 0,0-1 1 0 0,0 1-1 0 0,0-1 0 0 0,0 0 0 0 0,0 1 1 0 0,0-1-1 0 0,1 0 0 0 0,-1 0 0 0 0,0 0 1 0 0,1 0-1 0 0,0-1 0 0 0,-1 1 0 0 0,1 0 1 0 0,0 0-1 0 0,0-1 0 0 0,0 1 0 0 0,1-1 1 0 0,-1 1-1 0 0,0-1 0 0 0,1 1 1 0 0,0-1-1 0 0,0 1 0 0 0,0-1 0 0 0,0 0 1 0 0,0 1-1 0 0,0-1 0 0 0,0 1 0 0 0,1-1 1 0 0,-1 1-1 0 0,2-4 0 0 0,2-2-936 0 0,-1-1 0 0 0,2 1 0 0 0,-1 0 0 0 0,1 0 0 0 0,0 1 0 0 0,1-1 0 0 0,7-6 0 0 0,6-7-3995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33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1460 0 0,'7'0'1120'0'0,"-1"0"1"0"0,0 1-1 0 0,1 0 0 0 0,-1 0 0 0 0,10 3 1 0 0,-11-2-750 0 0,-1 0 1 0 0,0-1 0 0 0,0 2-1 0 0,0-1 1 0 0,-1 0-1 0 0,1 1 1 0 0,0 0 0 0 0,-1-1-1 0 0,0 2 1 0 0,1-1 0 0 0,-1 0-1 0 0,-1 1 1 0 0,6 6 0 0 0,-6-6-246 0 0,0 0 1 0 0,1 0 0 0 0,0 0-1 0 0,-1 0 1 0 0,1-1-1 0 0,0 0 1 0 0,1 1 0 0 0,-1-1-1 0 0,1 0 1 0 0,-1-1 0 0 0,1 1-1 0 0,0-1 1 0 0,0 1 0 0 0,0-1-1 0 0,0 0 1 0 0,0-1 0 0 0,0 1-1 0 0,1-1 1 0 0,-1 1 0 0 0,1-2-1 0 0,-1 1 1 0 0,1 0 0 0 0,-1-1-1 0 0,1 0 1 0 0,-1 0 0 0 0,1 0-1 0 0,5-1 1 0 0,2 0-57 0 0,1-1 0 0 0,0-1 0 0 0,-1 0 0 0 0,0 0 0 0 0,1-1 0 0 0,-1-1 0 0 0,11-6-1 0 0,-20 10-62 0 0,0 0 0 0 0,0-1 0 0 0,-1 0 0 0 0,1 0 0 0 0,-1 1 0 0 0,1-1 0 0 0,-1-1 0 0 0,0 1 0 0 0,1 0 0 0 0,-1-1 0 0 0,-1 1 0 0 0,1-1 0 0 0,0 1 0 0 0,-1-1 0 0 0,1 0 0 0 0,-1 0 0 0 0,0 1 0 0 0,1-1 0 0 0,-2 0 0 0 0,1 0 0 0 0,0 0 0 0 0,-1-1 0 0 0,1 1 0 0 0,-1 0 0 0 0,0 0 0 0 0,0 0 0 0 0,0 0 0 0 0,0 0 0 0 0,-1 0 0 0 0,1-1 0 0 0,-1 1 0 0 0,0 0 0 0 0,0 0 0 0 0,-1-3 0 0 0,1 3-8 0 0,0 1 0 0 0,0 0-1 0 0,0 0 1 0 0,0-1 0 0 0,0 1 0 0 0,0 0 0 0 0,-1 0-1 0 0,1 0 1 0 0,-1 0 0 0 0,0 0 0 0 0,1 1 0 0 0,-1-1 0 0 0,0 1-1 0 0,0-1 1 0 0,0 1 0 0 0,0-1 0 0 0,0 1 0 0 0,0 0-1 0 0,-1 0 1 0 0,-2-1 0 0 0,1 1 10 0 0,0 1 0 0 0,1-1 0 0 0,-1 1 0 0 0,0 0 0 0 0,0 0 0 0 0,1 1 0 0 0,-1-1 0 0 0,0 1 1 0 0,1-1-1 0 0,-1 1 0 0 0,1 0 0 0 0,-5 2 0 0 0,-6 4 93 0 0,1 0-1 0 0,0 1 1 0 0,0 0 0 0 0,0 0 0 0 0,-15 16 0 0 0,14-12 42 0 0,2 0 1 0 0,0 1-1 0 0,1 1 0 0 0,0 0 1 0 0,-17 28-1 0 0,24-34-66 0 0,-1 1-1 0 0,1-1 1 0 0,1 1 0 0 0,0 0-1 0 0,0 0 1 0 0,1 0 0 0 0,0 1 0 0 0,0-1-1 0 0,1 1 1 0 0,0-1 0 0 0,1 1-1 0 0,1 13 1 0 0,1-17-52 0 0,-1 1 0 0 0,1-1 0 0 0,0 0 0 0 0,0 0 0 0 0,1-1-1 0 0,0 1 1 0 0,0 0 0 0 0,0-1 0 0 0,1 0 0 0 0,-1 0 0 0 0,1 0 0 0 0,1 0 0 0 0,-1 0-1 0 0,1-1 1 0 0,-1 0 0 0 0,1 0 0 0 0,0 0 0 0 0,1-1 0 0 0,-1 0 0 0 0,7 4 0 0 0,3 0 6 0 0,1 0 1 0 0,0-1 0 0 0,0-1 0 0 0,1 0 0 0 0,-1-1 0 0 0,23 2 0 0 0,-6-2-668 0 0,1-2 1 0 0,-1-2-1 0 0,57-5 1 0 0,-62 1-2322 0 0,-1-1 1 0 0,42-14-1 0 0,-23 2-4324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34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166 832 2992 0 0,'-24'9'1783'0'0,"-1"1"0"0"0,2 1 0 0 0,-1 2 0 0 0,-38 26 0 0 0,61-39-1740 0 0,1 0-1 0 0,0 0 1 0 0,-1 1-1 0 0,1-1 0 0 0,-1 0 1 0 0,1 0-1 0 0,0 1 1 0 0,-1-1-1 0 0,1 0 1 0 0,0 1-1 0 0,-1-1 1 0 0,1 0-1 0 0,0 1 1 0 0,-1-1-1 0 0,1 0 1 0 0,0 1-1 0 0,0-1 1 0 0,0 1-1 0 0,-1-1 1 0 0,1 1-1 0 0,0-1 1 0 0,0 1-1 0 0,0-1 0 0 0,0 0 1 0 0,0 1-1 0 0,0-1 1 0 0,0 1-1 0 0,11 2 315 0 0,19-9-161 0 0,3-6-157 0 0,-1-1 0 0 0,0-2 0 0 0,0-1 0 0 0,-2-2 0 0 0,0-1 0 0 0,-1-1 0 0 0,-1-2 1 0 0,-1-1-1 0 0,-2 0 0 0 0,0-2 0 0 0,-1-1 0 0 0,-1-1 0 0 0,-2-1 0 0 0,19-33 0 0 0,-25 33-37 0 0,-2 0 0 0 0,0-1 0 0 0,-3-1 0 0 0,0 0 0 0 0,-2 0 0 0 0,5-35 0 0 0,12-190-94 0 0,-21 193 28 0 0,-3 47 42 0 0,0 23 76 0 0,-1 39 256 0 0,-1-29-41 0 0,1 63 774 0 0,7 267 1758 0 0,-2-275-2584 0 0,3-1 0 0 0,32 126 0 0 0,-37-188-842 0 0,10 31-65 0 0,-2-24-2096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35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95 370 2528 0 0,'-93'-44'9464'0'0,"91"43"-8756"0"0,2 0-678 0 0,1 0 0 0 0,-1 1 0 0 0,0-1-1 0 0,1 0 1 0 0,-1 1 0 0 0,0-1-1 0 0,1 0 1 0 0,-1 1 0 0 0,1-1-1 0 0,-1 1 1 0 0,1-1 0 0 0,-1 1-1 0 0,1-1 1 0 0,-1 1 0 0 0,1-1-1 0 0,0 1 1 0 0,-1-1 0 0 0,1 1-1 0 0,0 0 1 0 0,-1-1 0 0 0,1 1-1 0 0,0 0 1 0 0,0 0 0 0 0,-1-1-1 0 0,2 1 1 0 0,25-6 135 0 0,-18 4-70 0 0,190-42 325 0 0,-67 17-290 0 0,178-61 0 0 0,-282 77-102 0 0,-2 0-1 0 0,31-18 1 0 0,-50 25-18 0 0,0 0 0 0 0,0-1 0 0 0,-1 0 0 0 0,1 0 0 0 0,-1 0 0 0 0,0-1 0 0 0,-1 0 0 0 0,1 0 1 0 0,-1 0-1 0 0,0-1 0 0 0,-1 0 0 0 0,6-11 0 0 0,-6 9 82 0 0,-7 11 52 0 0,-6 17 189 0 0,-8 41 779 0 0,-18 121-1 0 0,14 67-181 0 0,20-60-541 0 0,2-103 42 0 0,-2-85-421 0 0,1 1 0 0 0,0-1-1 0 0,0 1 1 0 0,0-1 0 0 0,0 1-1 0 0,0-1 1 0 0,0 1 0 0 0,0-1-1 0 0,0 1 1 0 0,0 0 0 0 0,1-1 0 0 0,-1 1-1 0 0,0-1 1 0 0,0 1 0 0 0,0-1-1 0 0,1 1 1 0 0,-1-1 0 0 0,0 1-1 0 0,0-1 1 0 0,1 0 0 0 0,-1 1-1 0 0,0-1 1 0 0,2 1 0 0 0,7-5 51 0 0,7-19-41 0 0,-10 10-12 0 0,17-38-30 0 0,41-62 0 0 0,-54 97 15 0 0,1 1 0 0 0,1 0 0 0 0,0 1 0 0 0,1 1 1 0 0,1 0-1 0 0,0 0 0 0 0,30-19 0 0 0,-35 26 4 0 0,0 1 0 0 0,0 0 1 0 0,0 1-1 0 0,1 0 0 0 0,0 0 0 0 0,0 1 0 0 0,0 0 0 0 0,0 1 1 0 0,0 0-1 0 0,1 1 0 0 0,10 0 0 0 0,-14 1 5 0 0,0 0 1 0 0,0 1-1 0 0,0 0 0 0 0,0 1 0 0 0,0-1 1 0 0,0 1-1 0 0,0 1 0 0 0,-1-1 1 0 0,1 1-1 0 0,-1 1 0 0 0,0-1 0 0 0,0 1 1 0 0,0 0-1 0 0,0 0 0 0 0,0 1 0 0 0,9 9 1 0 0,-7-4 13 0 0,0 0 1 0 0,0 0-1 0 0,-1 0 0 0 0,-1 1 1 0 0,9 19-1 0 0,19 61-855 0 0,-25-62-2064 0 0,25 54 1 0 0,-32-80 2234 0 0,0 1 0 0 0,0 0 0 0 0,1-1 0 0 0,-1 1 0 0 0,1-1 0 0 0,0 0 0 0 0,0 0 0 0 0,0 0 0 0 0,6 4 0 0 0,5-1-3098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35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325 507 908 0 0,'4'-12'1763'0'0,"-1"0"-1"0"0,-1-1 1 0 0,1-16-1 0 0,-2 27-1579 0 0,-1-1 0 0 0,0 1 0 0 0,0-1 0 0 0,0 0 0 0 0,0 1 0 0 0,0-1 0 0 0,0 0 0 0 0,-1 1 0 0 0,1-1 0 0 0,-1 0 0 0 0,0 1 0 0 0,0-1 0 0 0,0 1 0 0 0,0 0 0 0 0,0-1 0 0 0,0 1 0 0 0,-1 0 0 0 0,1-1 0 0 0,-1 1 0 0 0,0 0 0 0 0,-3-3 0 0 0,3 4-98 0 0,-1 0-1 0 0,1 1 0 0 0,-1-1 0 0 0,0 0 1 0 0,1 1-1 0 0,-1 0 0 0 0,0-1 0 0 0,1 1 0 0 0,-1 0 1 0 0,0 0-1 0 0,1 1 0 0 0,-1-1 0 0 0,0 0 1 0 0,1 1-1 0 0,-1 0 0 0 0,0 0 0 0 0,-4 2 1 0 0,-40 21 811 0 0,29-12-736 0 0,0 1 0 0 0,1 1 0 0 0,1 1 0 0 0,0 0 0 0 0,1 1 0 0 0,1 1 0 0 0,0 0 0 0 0,2 1 0 0 0,0 0 0 0 0,0 1 0 0 0,2 0 0 0 0,1 1 0 0 0,0 0 0 0 0,1 1 0 0 0,-6 26 0 0 0,13-42-137 0 0,0 0 1 0 0,0 0-1 0 0,0 0 1 0 0,1 0-1 0 0,0 0 1 0 0,0 0-1 0 0,0 0 1 0 0,0 0-1 0 0,1 1 1 0 0,0-1 0 0 0,0-1-1 0 0,4 11 1 0 0,-4-13-17 0 0,0 1 1 0 0,1-1-1 0 0,0 1 1 0 0,-1-1 0 0 0,1 0-1 0 0,0 0 1 0 0,0 0-1 0 0,0 0 1 0 0,1 0 0 0 0,-1-1-1 0 0,0 1 1 0 0,1-1 0 0 0,-1 1-1 0 0,1-1 1 0 0,-1 0-1 0 0,1 0 1 0 0,0 0 0 0 0,-1 0-1 0 0,1 0 1 0 0,0-1-1 0 0,0 1 1 0 0,0-1 0 0 0,0 0-1 0 0,3 0 1 0 0,3 1-65 0 0,0-1-1 0 0,0-1 1 0 0,1 0-1 0 0,-1 0 1 0 0,0-1 0 0 0,0 0-1 0 0,0 0 1 0 0,-1-1-1 0 0,1 0 1 0 0,0-1 0 0 0,-1 0-1 0 0,0 0 1 0 0,0-1 0 0 0,0 0-1 0 0,-1 0 1 0 0,1-1-1 0 0,-1 1 1 0 0,-1-2 0 0 0,1 1-1 0 0,-1-1 1 0 0,0 0-1 0 0,0-1 1 0 0,4-8 0 0 0,4-8-131 0 0,-2 0 0 0 0,0-1 0 0 0,-2 0 0 0 0,-1-1 0 0 0,-1 0 0 0 0,8-43 0 0 0,-14 53 152 0 0,2-3 2 0 0,-4 16 24 0 0,0 9 5 0 0,-2 19 176 0 0,1 0 0 0 0,2-1 0 0 0,0 1 0 0 0,1 0 0 0 0,2-1 0 0 0,0 0 0 0 0,2 0 0 0 0,1 0-1 0 0,9 23 1 0 0,-11-36-142 0 0,0 1-1 0 0,1-1 1 0 0,0 0-1 0 0,0-1 1 0 0,1 0-1 0 0,1 0 1 0 0,-1 0-1 0 0,2-1 1 0 0,-1 0-1 0 0,1-1 1 0 0,1 1-1 0 0,0-2 1 0 0,0 0-1 0 0,0 0 1 0 0,1 0-1 0 0,0-2 1 0 0,0 1-1 0 0,0-1 1 0 0,23 6-1 0 0,-17-7-15 0 0,-1-1-1 0 0,0 0 1 0 0,1-2-1 0 0,0 0 1 0 0,-1 0-1 0 0,1-2 1 0 0,0 0-1 0 0,-1-1 0 0 0,1 0 1 0 0,-1-2-1 0 0,0 0 1 0 0,17-6-1 0 0,-21 5-44 0 0,0-1 0 0 0,-1 0-1 0 0,0 0 1 0 0,0-2 0 0 0,0 1-1 0 0,-1-1 1 0 0,0-1 0 0 0,0 1-1 0 0,-1-2 1 0 0,0 1 0 0 0,-1-2-1 0 0,0 1 1 0 0,0-1 0 0 0,-1 0-1 0 0,10-23 1 0 0,-3 2-117 0 0,-3-2 0 0 0,0 1 0 0 0,-2-1 1 0 0,-2-1-1 0 0,5-55 0 0 0,-7 8-66 0 0,-7-105-1 0 0,-5 100 473 0 0,-1-26 611 0 0,6 102-761 0 0,-1 15-17 0 0,-3 20-4 0 0,19 423 2026 0 0,-10-406-2003 0 0,-1-9 8 0 0,1 0-1 0 0,2-1 1 0 0,1 0 0 0 0,20 60 0 0 0,-25-88-141 0 0,1 1-1 0 0,-1-1 1 0 0,1 0 0 0 0,0 0 0 0 0,0 0 0 0 0,0 0-1 0 0,0 0 1 0 0,0 0 0 0 0,1-1 0 0 0,-1 1 0 0 0,1-1-1 0 0,0 1 1 0 0,0-1 0 0 0,0 0 0 0 0,0 0 0 0 0,0 0-1 0 0,0-1 1 0 0,0 1 0 0 0,1-1 0 0 0,-1 0 0 0 0,1 0-1 0 0,-1 0 1 0 0,1 0 0 0 0,-1-1 0 0 0,1 1 0 0 0,-1-1-1 0 0,6 0 1 0 0,-3 0-365 0 0,-1-1-1 0 0,1 1 1 0 0,-1-1-1 0 0,1-1 1 0 0,-1 1-1 0 0,1-1 1 0 0,6-3-1 0 0,-6 2-585 0 0,-1 0 0 0 0,1 0 0 0 0,-1 0 0 0 0,0-1 0 0 0,0 0-1 0 0,7-7 1 0 0,4-8-5489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36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161 131 2744 0 0,'-49'-4'4240'0'0,"-62"-1"5041"0"0,141-9-8108 0 0,240-38-27 0 0,3 20-945 0 0,-77 10-55 0 0,-178 21-316 0 0,-49 9-10621 0 0,15-5 5225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9:58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48 688 0 0,'-5'-4'1645'0'0,"1"-1"0"0"0,0 0 1 0 0,0 0-1 0 0,-6-9 0 0 0,9 13-1095 0 0,1 0-461 0 0,0 0-1 0 0,-1 0 1 0 0,1 1-1 0 0,0-1 1 0 0,-1 0 0 0 0,1 1-1 0 0,0-1 1 0 0,-1 0-1 0 0,1 1 1 0 0,-1-1-1 0 0,1 1 1 0 0,-1-1 0 0 0,1 1-1 0 0,-1-1 1 0 0,0 1-1 0 0,1-1 1 0 0,-1 1-1 0 0,0-1 1 0 0,-1 0-1 0 0,2 1-42 0 0,0 0-1 0 0,-1 0 1 0 0,1 0-1 0 0,0 0 1 0 0,-1 0-1 0 0,1-1 1 0 0,-1 1-1 0 0,1 0 1 0 0,0 0-1 0 0,-1 0 1 0 0,1 0-1 0 0,-1 0 1 0 0,1 0-1 0 0,0 0 1 0 0,-1 0-1 0 0,1 0 1 0 0,-1 1-1 0 0,1-1 1 0 0,0 0-1 0 0,-1 0 1 0 0,1 0-1 0 0,-1 0 1 0 0,1 0-1 0 0,0 1 1 0 0,-1-1-1 0 0,1 0 1 0 0,0 0-1 0 0,0 1 1 0 0,-1-1-1 0 0,1 0 0 0 0,0 0 1 0 0,-1 1-1 0 0,1-1 1 0 0,0 0-1 0 0,0 1 1 0 0,0-1-1 0 0,-1 1 1 0 0,1-1-1 0 0,0 0 1 0 0,0 1-1 0 0,0-1 1 0 0,0 0-1 0 0,0 1 1 0 0,0-1-1 0 0,0 1 1 0 0,0 0-1 0 0,-29 241 3754 0 0,22-151-3413 0 0,-2 42-119 0 0,6 0 0 0 0,20 197 0 0 0,-17-329-278 0 0,13 92 179 0 0,-11-84-564 0 0,0 0 1 0 0,1 0-1 0 0,0-1 1 0 0,0 1-1 0 0,1-1 1 0 0,0 0-1 0 0,0 0 1 0 0,7 8-1 0 0,-3-6-2244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9:58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91 1052 0 0,'0'0'392'0'0,"3"-12"2646"0"0,-1 0 0 0 0,-1 0-1 0 0,0 0 1 0 0,-1 0-1 0 0,-1-17 1 0 0,0 27-2664 0 0,3 15 69 0 0,5 60 550 0 0,0-18-686 0 0,-2 68-44 0 0,5 51-93 0 0,-6-144-1554 0 0,13 51 0 0 0,-16-77 632 0 0,0-1 1 0 0,0 0-1 0 0,0 0 1 0 0,0 0 0 0 0,1 0-1 0 0,0 0 1 0 0,-1 0-1 0 0,1 0 1 0 0,0-1-1 0 0,0 1 1 0 0,1 0-1 0 0,-1-1 1 0 0,0 0 0 0 0,1 0-1 0 0,4 4 1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9:58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29 104 0 0,'47'-29'17782'0'0,"-47"32"-17316"0"0,1 1-1 0 0,-1-1 1 0 0,0 0-1 0 0,0 1 1 0 0,0-1-1 0 0,0 0 1 0 0,-2 7-1 0 0,-10 46 798 0 0,-28 79 1 0 0,22-81-1557 0 0,8-16-1299 0 0,-3 11-4857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9:59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78 209 80 0 0,'47'-89'17518'0'0,"-61"121"-14784"0"0,1-2-1896 0 0,-48 117 1447 0 0,52-120-2062 0 0,1 0 0 0 0,2 0-1 0 0,-6 48 1 0 0,11-70-198 0 0,1 1-1 0 0,0 0 1 0 0,0 0-1 0 0,0 0 1 0 0,1 0-1 0 0,0 0 0 0 0,0-1 1 0 0,1 1-1 0 0,-1 0 1 0 0,1-1-1 0 0,1 1 1 0 0,4 9-1 0 0,-5-12-13 0 0,0-1 0 0 0,0 1 0 0 0,0-1 0 0 0,0 0 0 0 0,1 0 0 0 0,-1 1 0 0 0,1-1 0 0 0,-1-1 0 0 0,1 1 1 0 0,0 0-1 0 0,-1-1 0 0 0,1 1 0 0 0,0-1 0 0 0,0 0 0 0 0,0 0 0 0 0,0 0 0 0 0,0 0 0 0 0,1-1 0 0 0,-1 1 0 0 0,0-1 0 0 0,0 0 0 0 0,0 0 0 0 0,1 0 0 0 0,-1 0 0 0 0,3-1 0 0 0,14-3-17 0 0,-1 0 0 0 0,-1-1 0 0 0,1-1 0 0 0,-1-1 0 0 0,0 0 0 0 0,0-2 0 0 0,-1 0 0 0 0,17-12 0 0 0,-1-1 3 0 0,-1-2 0 0 0,55-54 0 0 0,-71 62 2 0 0,-1-1-1 0 0,-1-1 1 0 0,-1 0-1 0 0,14-24 1 0 0,-20 29 25 0 0,-1 1 0 0 0,0-2-1 0 0,0 1 1 0 0,-2-1 0 0 0,0 1 0 0 0,0-1 0 0 0,3-25 0 0 0,-7 33-24 0 0,0 1 1 0 0,0-1-1 0 0,0 0 1 0 0,0 1 0 0 0,-1-1-1 0 0,0 1 1 0 0,0-1-1 0 0,0 1 1 0 0,-1-1-1 0 0,0 1 1 0 0,0 0 0 0 0,0 0-1 0 0,-1 0 1 0 0,0 0-1 0 0,0 0 1 0 0,0 0-1 0 0,0 1 1 0 0,-1-1 0 0 0,0 1-1 0 0,0 0 1 0 0,0 0-1 0 0,0 1 1 0 0,0-1-1 0 0,-1 1 1 0 0,0 0 0 0 0,0 0-1 0 0,0 0 1 0 0,0 1-1 0 0,-9-4 1 0 0,-2 1-3 0 0,-1 0-1 0 0,0 1 1 0 0,0 1-1 0 0,0 1 1 0 0,0 0 0 0 0,0 1-1 0 0,0 1 1 0 0,-26 2 0 0 0,25 0 22 0 0,-3 0-1222 0 0,-38 7 1 0 0,59-9 1120 0 0,0 0 0 0 0,-1 0 1 0 0,1 0-1 0 0,0 0 0 0 0,0 0 1 0 0,-1 0-1 0 0,1 0 0 0 0,0 0 1 0 0,-1 0-1 0 0,1 1 0 0 0,0-1 1 0 0,-1 0-1 0 0,1 0 0 0 0,0 0 0 0 0,0 0 1 0 0,-1 0-1 0 0,1 0 0 0 0,0 1 1 0 0,0-1-1 0 0,-1 0 0 0 0,1 0 1 0 0,0 0-1 0 0,0 1 0 0 0,-1-1 1 0 0,1 0-1 0 0,0 0 0 0 0,0 1 1 0 0,0-1-1 0 0,0 0 0 0 0,-1 1 1 0 0,1-1-1 0 0,0 0 0 0 0,0 0 0 0 0,0 1 1 0 0,0-1-1 0 0,0 0 0 0 0,0 1 1 0 0,0-1-1 0 0,0 0 0 0 0,0 1 1 0 0,0-1-1 0 0,0 0 0 0 0,0 1 1 0 0,0-1-1 0 0,0 0 0 0 0,0 0 1 0 0,0 1-1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9:59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31 976 0 0,'33'-26'11718'0'0,"-26"24"-8906"0"0,-7 2-2686 0 0,1-1 0 0 0,-1 1 0 0 0,1 0 1 0 0,-1-1-1 0 0,1 1 0 0 0,0 0 0 0 0,-1 0 0 0 0,1 0 0 0 0,-1 0 0 0 0,1-1 0 0 0,0 1 0 0 0,-1 0 0 0 0,1 0 0 0 0,-1 0 0 0 0,1 0 0 0 0,0 0 0 0 0,-1 0 0 0 0,1 1 1 0 0,-1-1-1 0 0,1 0 0 0 0,-1 0 0 0 0,1 0 0 0 0,0 0 0 0 0,-1 1 0 0 0,1-1 0 0 0,-1 0 0 0 0,1 1 0 0 0,-1-1 0 0 0,1 0 0 0 0,-1 1 0 0 0,1-1 0 0 0,0 1 0 0 0,7 11 326 0 0,0 0 0 0 0,-1 0 0 0 0,0 0 0 0 0,0 1 0 0 0,-2 0 0 0 0,1 0 0 0 0,-2 1 0 0 0,0-1 0 0 0,0 1 0 0 0,1 20 0 0 0,1 11-191 0 0,-2 91 0 0 0,-7-63-470 0 0,-4-1 1 0 0,-2 0 0 0 0,-4-1 0 0 0,-22 71 0 0 0,-35 66-3884 0 0,-17-7-4883 0 0,47-122 327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5:59:59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10 4340 0 0,'-3'10'20021'0'0,"-2"-7"-19952"0"0,3-2-228 0 0,3-9-1699 0 0,-1-7-2769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01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1292 0 0,'9'-53'13706'0'0,"1"106"-12863"0"0,-2 0 1 0 0,-3 1-1 0 0,-2 0 1 0 0,-4 59-1 0 0,-22 121-352 0 0,22-207-1391 0 0,1-13-4097 0 0,10-17 1724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01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1 100 908 0 0,'14'-16'16328'0'0,"78"-13"-14323"0"0,51-13-2026 0 0,-94 32-3345 0 0,-15 8-4665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02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85 1428 0 0,'5'-11'8117'0'0,"-4"11"-7856"0"0,-1-1 0 0 0,0 0 0 0 0,0 1 1 0 0,1-1-1 0 0,-1 0 0 0 0,0 1 0 0 0,0-1 0 0 0,0 0 1 0 0,0 1-1 0 0,0-1 0 0 0,0 0 0 0 0,0 0 0 0 0,0 1 0 0 0,0-1 1 0 0,0 0-1 0 0,0 1 0 0 0,0-1 0 0 0,-1 0 0 0 0,1 1 1 0 0,-1-2-1 0 0,1 2-147 0 0,0 0 0 0 0,-1 0 0 0 0,1-1 0 0 0,-1 1 0 0 0,1 0 0 0 0,-1 0 0 0 0,1 0 0 0 0,0 0-1 0 0,-1 0 1 0 0,1 0 0 0 0,-1 0 0 0 0,1 0 0 0 0,-1 0 0 0 0,1 0 0 0 0,0 0 0 0 0,-1 1 0 0 0,1-1 0 0 0,-1 0 0 0 0,1 0 0 0 0,0 0 0 0 0,-1 0 0 0 0,1 1 0 0 0,-1-1 0 0 0,-3 3 194 0 0,0-1 1 0 0,1 1-1 0 0,-1 0 0 0 0,1 0 0 0 0,-6 6 0 0 0,2 2-183 0 0,-1 0-1 0 0,2 1 0 0 0,-1 0 0 0 0,2 0 0 0 0,0 0 1 0 0,0 1-1 0 0,1 0 0 0 0,0-1 0 0 0,1 2 0 0 0,1-1 0 0 0,0 0 1 0 0,1 0-1 0 0,0 1 0 0 0,1-1 0 0 0,1 1 0 0 0,0-1 0 0 0,1 0 1 0 0,0 1-1 0 0,5 13 0 0 0,-6-22-107 0 0,1-1 0 0 0,0 1 0 0 0,0-1 0 0 0,1 1 0 0 0,-1-1 0 0 0,1 0 1 0 0,0 0-1 0 0,0 0 0 0 0,0 0 0 0 0,1-1 0 0 0,-1 1 0 0 0,1-1 0 0 0,0 0 0 0 0,0 0 0 0 0,0 0 0 0 0,9 4 0 0 0,-7-5-1 0 0,1 1-1 0 0,0-1 0 0 0,0 0 0 0 0,0-1 1 0 0,0 0-1 0 0,0 0 0 0 0,0-1 1 0 0,1 1-1 0 0,-1-2 0 0 0,13-1 1 0 0,-7 0-7 0 0,0-1 1 0 0,0 0-1 0 0,0-1 1 0 0,-1 0 0 0 0,1-1-1 0 0,-1-1 1 0 0,0 0-1 0 0,-1-1 1 0 0,1 0 0 0 0,-1 0-1 0 0,-1-1 1 0 0,13-12-1 0 0,-17 13-8 0 0,-1 1-1 0 0,0-1 0 0 0,0 0 1 0 0,0 0-1 0 0,-1-1 0 0 0,-1 1 1 0 0,1-1-1 0 0,-1 0 0 0 0,0 0 1 0 0,-1 0-1 0 0,0-1 0 0 0,0 1 1 0 0,-1 0-1 0 0,0-1 0 0 0,0 1 1 0 0,-1-1-1 0 0,0 1 0 0 0,-1-1 0 0 0,0 1 1 0 0,0-1-1 0 0,-3-8 0 0 0,2 8 1 0 0,-1 1-1 0 0,0-1 0 0 0,0 1 1 0 0,-1-1-1 0 0,0 1 0 0 0,0 0 0 0 0,-1 1 1 0 0,0-1-1 0 0,0 1 0 0 0,-1 0 1 0 0,0 0-1 0 0,0 0 0 0 0,-1 1 0 0 0,0 0 1 0 0,0 1-1 0 0,0-1 0 0 0,-1 1 1 0 0,0 1-1 0 0,-11-6 0 0 0,3 4-30 0 0,0 2-1 0 0,0 0 1 0 0,0 1 0 0 0,-1 1 0 0 0,1 0-1 0 0,-1 1 1 0 0,1 1 0 0 0,-19 2-1 0 0,33-2-96 0 0,1 0-1 0 0,-1 0 0 0 0,1 0 0 0 0,-1 0 0 0 0,1 0 0 0 0,-1 0 1 0 0,1 1-1 0 0,-1-1 0 0 0,1 1 0 0 0,-1-1 0 0 0,1 1 0 0 0,-1-1 0 0 0,1 1 1 0 0,0 0-1 0 0,-1 0 0 0 0,1 0 0 0 0,0-1 0 0 0,0 1 0 0 0,0 0 1 0 0,-1 1-1 0 0,1-1 0 0 0,0 0 0 0 0,0 0 0 0 0,1 0 0 0 0,-1 1 1 0 0,-1 1-1 0 0,2-3 32 0 0,0 0 0 0 0,0 1 0 0 0,0-1 1 0 0,0 0-1 0 0,0 1 0 0 0,0-1 0 0 0,0 1 1 0 0,0-1-1 0 0,0 0 0 0 0,0 1 0 0 0,0-1 1 0 0,1 1-1 0 0,-1-1 0 0 0,0 0 0 0 0,0 1 1 0 0,0-1-1 0 0,0 0 0 0 0,1 1 0 0 0,-1-1 1 0 0,0 0-1 0 0,0 1 0 0 0,1-1 0 0 0,-1 0 0 0 0,0 0 1 0 0,1 1-1 0 0,-1-1 0 0 0,0 0 0 0 0,1 0 1 0 0,-1 0-1 0 0,1 1 0 0 0,13 4-2982 0 0,-11-4 2459 0 0,3 1-150 0 0,5-2-3391 0 0,12 0-811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02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59 1920 0 0,'2'-59'13597'0'0,"15"82"-11424"0"0,-3 1-1785 0 0,-2 2 0 0 0,0-1-1 0 0,-2 2 1 0 0,-1-1 0 0 0,-1 1 0 0 0,-1 1 0 0 0,-2-1 0 0 0,4 43 0 0 0,-6-16-296 0 0,-2 1-1 0 0,-3-1 0 0 0,-12 78 1 0 0,4-76-308 0 0,-3 0 1 0 0,-2 0 0 0 0,-28 67 0 0 0,9-44-2821 0 0,-67 112 0 0 0,44-107-3340 0 0,28-47 542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02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498 163 1348 0 0,'-20'-35'3354'0'0,"13"20"-1981"0"0,0 1 1 0 0,-2 0-1 0 0,1 1 0 0 0,-2 0 1 0 0,1 1-1 0 0,-23-23 0 0 0,30 34-1263 0 0,0 0-1 0 0,1-1 0 0 0,-1 1 1 0 0,0 0-1 0 0,0 0 0 0 0,0 0 1 0 0,0 1-1 0 0,0-1 1 0 0,0 0-1 0 0,0 1 0 0 0,0-1 1 0 0,0 1-1 0 0,0 0 0 0 0,0 0 1 0 0,0 0-1 0 0,0 0 0 0 0,0 0 1 0 0,-1 0-1 0 0,-2 1 1 0 0,1 0-17 0 0,0 1 0 0 0,0-1 1 0 0,0 1-1 0 0,0 0 1 0 0,0 0-1 0 0,0 0 1 0 0,1 1-1 0 0,-1-1 1 0 0,-2 4-1 0 0,-7 6 87 0 0,1 1-1 0 0,1 0 1 0 0,-16 25 0 0 0,0 4 147 0 0,3 1 1 0 0,1 1-1 0 0,-22 60 1 0 0,18-26 33 0 0,-21 95 1 0 0,29-88-80 0 0,-14 138 0 0 0,31-193-240 0 0,1 1 0 0 0,1-1 0 0 0,2 1 0 0 0,1-1 1 0 0,1 0-1 0 0,2 0 0 0 0,1 0 0 0 0,13 34 0 0 0,-15-50-32 0 0,2-1 1 0 0,0 0-1 0 0,0 0 1 0 0,2 0-1 0 0,-1-1 1 0 0,1 0 0 0 0,1-1-1 0 0,15 14 1 0 0,-10-11-135 0 0,1-2 1 0 0,1 1-1 0 0,0-2 1 0 0,1 0 0 0 0,26 11-1 0 0,-2-6-616 0 0,-1-2 0 0 0,2-1 0 0 0,0-3 0 0 0,0-1 0 0 0,46 3-1 0 0,104-5-6303 0 0,-90-10 447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03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55 103 596 0 0,'-8'-33'6513'0'0,"5"23"-4456"0"0,1 0 1 0 0,0 0-1 0 0,-1-18 1 0 0,3 27-2002 0 0,0 1 1 0 0,0-1-1 0 0,0 1 1 0 0,1 0-1 0 0,-1-1 1 0 0,0 1-1 0 0,0-1 0 0 0,0 1 1 0 0,0-1-1 0 0,0 1 1 0 0,1-1-1 0 0,-1 1 1 0 0,0 0-1 0 0,0-1 1 0 0,1 1-1 0 0,-1 0 1 0 0,0-1-1 0 0,1 1 1 0 0,-1 0-1 0 0,0-1 0 0 0,1 1 1 0 0,-1 0-1 0 0,0-1 1 0 0,1 1-1 0 0,-1 0 1 0 0,1 0-1 0 0,-1 0 1 0 0,0-1-1 0 0,1 1 1 0 0,-1 0-1 0 0,1 0 1 0 0,-1 0-1 0 0,1 0 0 0 0,-1 0 1 0 0,1 0-1 0 0,-1 0 1 0 0,1 0-1 0 0,-1 0 1 0 0,0 0-1 0 0,1 0 1 0 0,-1 0-1 0 0,1 0 1 0 0,-1 0-1 0 0,1 0 1 0 0,-1 1-1 0 0,1-1 0 0 0,-1 0 1 0 0,1 0-1 0 0,30 13 266 0 0,-20-7-99 0 0,282 115 561 0 0,-280-117-781 0 0,-10-3-2 0 0,0 0 1 0 0,0 0 0 0 0,0 0 0 0 0,0 0-1 0 0,0 1 1 0 0,0-1 0 0 0,0 1 0 0 0,0 0 0 0 0,3 2-1 0 0,9 11 45 0 0,-14-15-43 0 0,0 1-1 0 0,-1 0 1 0 0,1-1 0 0 0,-1 1-1 0 0,0 0 1 0 0,1-1-1 0 0,-1 1 1 0 0,1 0 0 0 0,-1 0-1 0 0,0 0 1 0 0,0-1-1 0 0,0 1 1 0 0,1 0 0 0 0,-1 0-1 0 0,0 0 1 0 0,0 0-1 0 0,0-1 1 0 0,0 1 0 0 0,0 0-1 0 0,0 0 1 0 0,0 0-1 0 0,-1 0 1 0 0,1-1 0 0 0,0 1-1 0 0,0 0 1 0 0,-1 0-1 0 0,0 1 1 0 0,-4 5 29 0 0,-1 0 0 0 0,0 0 0 0 0,0 0 0 0 0,-1-1 0 0 0,0 0 1 0 0,0 0-1 0 0,0-1 0 0 0,-1 0 0 0 0,-9 4 0 0 0,-82 37 174 0 0,71-34-157 0 0,-172 65 192 0 0,196-76-417 0 0,1 1 0 0 0,0-1-1 0 0,-1 0 1 0 0,1 1 0 0 0,0-1 0 0 0,0 1 0 0 0,0 0-1 0 0,0 0 1 0 0,0 1 0 0 0,1-1 0 0 0,-1 0 0 0 0,1 1 0 0 0,-1 0-1 0 0,1-1 1 0 0,-4 7 0 0 0,6-9 73 0 0,0 1 0 0 0,0-1 1 0 0,0 1-1 0 0,0 0 0 0 0,0-1 0 0 0,0 1 1 0 0,0-1-1 0 0,1 1 0 0 0,-1-1 0 0 0,0 1 0 0 0,0 0 1 0 0,0-1-1 0 0,0 1 0 0 0,1-1 0 0 0,-1 1 1 0 0,0-1-1 0 0,1 1 0 0 0,-1-1 0 0 0,0 1 1 0 0,1-1-1 0 0,-1 1 0 0 0,1-1 0 0 0,-1 0 0 0 0,1 1 1 0 0,-1-1-1 0 0,1 1 0 0 0,13 8-1118 0 0,-13-9 1176 0 0,6 3-735 0 0,0 0 0 0 0,1 0 0 0 0,-1-1 0 0 0,1 0-1 0 0,-1-1 1 0 0,1 0 0 0 0,14 1 0 0 0,-12-1-475 0 0,18 1-2375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03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543 1 1008 0 0,'61'0'18672'0'0,"-83"10"-17079"0"0,-36 9-1323 0 0,-276 94 567 0 0,293-98-810 0 0,4-2-333 0 0,-31 12-370 0 0,24-6-6806 0 0,65-23 1498 0 0,-2-2 429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04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155 147 492 0 0,'13'-9'3077'0'0,"-1"-1"1"0"0,0-1-1 0 0,-1 0 0 0 0,0 0 0 0 0,19-26 668 0 0,-26 29-1817 0 0,-14 15-1741 0 0,1 1 0 0 0,0 0 0 0 0,0 1 0 0 0,1 0 0 0 0,-13 17 0 0 0,-33 58-18 0 0,41-63-83 0 0,-7 12-36 0 0,2 0-1 0 0,1 1 1 0 0,1 0 0 0 0,2 1-1 0 0,-10 40 1 0 0,22-69-35 0 0,1 0 1 0 0,0 1-1 0 0,0-1 0 0 0,1 0 0 0 0,0 1 0 0 0,0-1 1 0 0,0 0-1 0 0,1 0 0 0 0,0 1 0 0 0,0-1 1 0 0,0 0-1 0 0,1 0 0 0 0,0 0 0 0 0,4 9 0 0 0,-3-11 6 0 0,-1 0 0 0 0,1 0-1 0 0,0 0 1 0 0,0-1-1 0 0,0 1 1 0 0,0-1-1 0 0,1 1 1 0 0,0-1-1 0 0,-1 0 1 0 0,1-1-1 0 0,0 1 1 0 0,1 0-1 0 0,-1-1 1 0 0,0 0-1 0 0,1 0 1 0 0,-1-1-1 0 0,1 1 1 0 0,-1-1-1 0 0,7 1 1 0 0,7 1 4 0 0,0-2-1 0 0,-1 0 1 0 0,1-1 0 0 0,0-1 0 0 0,0 0 0 0 0,0-2 0 0 0,-1 0-1 0 0,1 0 1 0 0,-1-2 0 0 0,0 0 0 0 0,0-1 0 0 0,27-15-1 0 0,-25 11 17 0 0,0-1-1 0 0,-1 0 0 0 0,0-2 0 0 0,-1 0 0 0 0,0-1 1 0 0,-1-1-1 0 0,-1 0 0 0 0,0-1 0 0 0,-1-1 0 0 0,13-19 1 0 0,-18 21 130 0 0,0-1 1 0 0,-1 0 0 0 0,0 0 0 0 0,-2 0-1 0 0,0-1 1 0 0,-1 0 0 0 0,0-1 0 0 0,3-27-1 0 0,-7 36-113 0 0,0 1-1 0 0,-1-1 0 0 0,0 0 1 0 0,-1 1-1 0 0,0-1 0 0 0,0 1 1 0 0,0-1-1 0 0,-2 1 0 0 0,1 0 1 0 0,-1-1-1 0 0,0 1 0 0 0,0 0 1 0 0,-1 1-1 0 0,0-1 0 0 0,0 1 1 0 0,-1-1-1 0 0,0 1 0 0 0,-1 1 1 0 0,-8-10-1 0 0,6 9-47 0 0,-1 0 1 0 0,1 1-1 0 0,-1 0 1 0 0,0 0 0 0 0,-1 1-1 0 0,1 0 1 0 0,-1 1-1 0 0,0 0 1 0 0,0 1-1 0 0,0 0 1 0 0,-1 0-1 0 0,1 1 1 0 0,-1 1-1 0 0,1 0 1 0 0,-1 0-1 0 0,0 1 1 0 0,1 0 0 0 0,-17 3-1 0 0,9-1-315 0 0,1 1 0 0 0,0 2 0 0 0,0-1 1 0 0,-21 10-1 0 0,18-5-913 0 0,2 0 0 0 0,-1 1 0 0 0,-20 15 0 0 0,-40 37-8120 0 0,40-29-46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24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34 199 1428 0 0,'-15'-2'6057'0'0,"11"1"-6035"0"0,-10-6 4804 0 0,21 2-4876 0 0,20-4 215 0 0,46-10 0 0 0,-7 3-86 0 0,354-110-878 0 0,-369 113-4732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24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1 956 0 0,'-99'16'9309'0'0,"98"-15"-9287"0"0,0-1 1 0 0,0 1-1 0 0,0-1 1 0 0,0 1-1 0 0,0 0 0 0 0,0 0 1 0 0,0-1-1 0 0,1 1 1 0 0,-1 0-1 0 0,0 0 0 0 0,1 0 1 0 0,-1 0-1 0 0,0 0 1 0 0,1 0-1 0 0,-1 0 0 0 0,1 0 1 0 0,0 0-1 0 0,-1 0 1 0 0,1 0-1 0 0,0 0 0 0 0,-1 0 1 0 0,1 0-1 0 0,0 2 1 0 0,-2 27 240 0 0,2-27-193 0 0,5 98 780 0 0,28 156 0 0 0,-10-109-685 0 0,-22-137-241 0 0,22 135-28 0 0,-17-121-2037 0 0,15 42 0 0 0,-14-50-601 0 0,0-6-651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25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99 1848 0 0,'-6'-96'9744'0'0,"6"94"-9001"0"0,2 16-332 0 0,40 239 1045 0 0,-12-85-1260 0 0,9 53 510 0 0,-41-253 120 0 0,1-47 0 0 0,2 54-856 0 0,1-1 1 0 0,1 1 0 0 0,10-42-1 0 0,-11 62 19 0 0,-1-1 0 0 0,1 1 0 0 0,0 0 0 0 0,0 0 0 0 0,1 0 0 0 0,-1 0 0 0 0,1 0 0 0 0,0 0 0 0 0,1 1 0 0 0,-1 0 0 0 0,1-1 0 0 0,0 1 0 0 0,8-6 0 0 0,-11 9 9 0 0,0 1 1 0 0,0-1 0 0 0,1 1 0 0 0,-1-1 0 0 0,0 1 0 0 0,0 0 0 0 0,1 0 0 0 0,-1 0 0 0 0,0 0 0 0 0,1 0 0 0 0,-1 0 0 0 0,0 0 0 0 0,0 0-1 0 0,1 0 1 0 0,-1 0 0 0 0,0 1 0 0 0,0-1 0 0 0,1 1 0 0 0,-1-1 0 0 0,2 2 0 0 0,0-1 4 0 0,0 1 1 0 0,0 0 0 0 0,0 0-1 0 0,-1 0 1 0 0,1 0-1 0 0,3 4 1 0 0,-1 1-1 0 0,0 0 0 0 0,0 0 1 0 0,-1 0-1 0 0,0 1 0 0 0,-1 0 1 0 0,1-1-1 0 0,-2 1 0 0 0,1 1 1 0 0,1 8-1 0 0,11 78-4 0 0,-14-88 2 0 0,2 28 9 0 0,7 47-12 0 0,-8-72 5 0 0,0 0 0 0 0,1 0 0 0 0,0-1 0 0 0,0 1 0 0 0,9 15 0 0 0,-11-24-1 0 0,0 1 1 0 0,0 0-1 0 0,1-1 1 0 0,-1 1-1 0 0,0 0 1 0 0,1-1 0 0 0,0 0-1 0 0,-1 1 1 0 0,1-1-1 0 0,0 0 1 0 0,-1 0-1 0 0,1 0 1 0 0,0 0-1 0 0,0 0 1 0 0,0-1-1 0 0,0 1 1 0 0,0 0-1 0 0,0-1 1 0 0,0 1-1 0 0,0-1 1 0 0,0 0-1 0 0,1 0 1 0 0,-1 0-1 0 0,0 0 1 0 0,0 0 0 0 0,0 0-1 0 0,0-1 1 0 0,0 1-1 0 0,0-1 1 0 0,0 1-1 0 0,0-1 1 0 0,0 0-1 0 0,3-1 1 0 0,7-4 7 0 0,-1 0 0 0 0,0 0 0 0 0,0-1 0 0 0,12-9 0 0 0,-21 14-1 0 0,24-20 7 0 0,-1-1 1 0 0,-1-1 0 0 0,-1-1 0 0 0,-1 0-1 0 0,-1-2 1 0 0,-2-1 0 0 0,-1 0-1 0 0,15-32 1 0 0,-27 49-11 0 0,-1-1-1 0 0,0 0 1 0 0,4-13 0 0 0,-8 22-6 0 0,0 0 0 0 0,-1 0 0 0 0,1 0 0 0 0,-1 0 0 0 0,1 1 0 0 0,-1-1 0 0 0,0 0 0 0 0,0 0 0 0 0,-1 0 1 0 0,1 0-1 0 0,0 0 0 0 0,-1 0 0 0 0,0 0 0 0 0,1 0 0 0 0,-1 0 0 0 0,0 1 0 0 0,-1-1 0 0 0,-1-3 0 0 0,2 5-1 0 0,1 0 1 0 0,-1 1-1 0 0,0-1 0 0 0,0 0 0 0 0,0 1 1 0 0,0-1-1 0 0,0 1 0 0 0,1-1 0 0 0,-1 1 1 0 0,0-1-1 0 0,0 1 0 0 0,0 0 0 0 0,0 0 1 0 0,0-1-1 0 0,0 1 0 0 0,0 0 0 0 0,0 0 1 0 0,0 0-1 0 0,0 0 0 0 0,-1 0 0 0 0,0 1 1 0 0,-22 5 2 0 0,18-2-1 0 0,0 0 0 0 0,0 1 0 0 0,1-1 1 0 0,-1 1-1 0 0,1 0 0 0 0,0 0 0 0 0,0 1 1 0 0,1 0-1 0 0,-1-1 0 0 0,1 1 0 0 0,1 1 1 0 0,-1-1-1 0 0,-3 10 0 0 0,2-4 1 0 0,0 0 1 0 0,1 1-1 0 0,1 0 0 0 0,0 0 0 0 0,0 0 1 0 0,0 18-1 0 0,2-24 1 0 0,1 0-1 0 0,1-1 1 0 0,-1 1 0 0 0,1 0 0 0 0,0-1-1 0 0,0 1 1 0 0,1-1 0 0 0,0 1 0 0 0,0-1 0 0 0,1 0-1 0 0,-1 0 1 0 0,1 0 0 0 0,1 0 0 0 0,-1 0-1 0 0,1-1 1 0 0,0 0 0 0 0,0 1 0 0 0,1-1-1 0 0,-1-1 1 0 0,1 1 0 0 0,0-1 0 0 0,1 0-1 0 0,10 7 1 0 0,-4-4-9 0 0,1-1 0 0 0,1-1 0 0 0,-1 0 0 0 0,1 0-1 0 0,0-2 1 0 0,0 0 0 0 0,0 0 0 0 0,0-1 0 0 0,0-1 0 0 0,17 0 0 0 0,4-2-912 0 0,-1-1 0 0 0,45-10 0 0 0,19-11-4949 0 0,-40 6 10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25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115 525 1456 0 0,'-101'54'10190'0'0,"99"-53"-9855"0"0,2-1-296 0 0,-1 0 0 0 0,1 1 0 0 0,-1-1 0 0 0,1 0 0 0 0,0 0 0 0 0,-1 0 0 0 0,1 1 0 0 0,-1-1 0 0 0,1 0 0 0 0,0 0 0 0 0,-1 0 0 0 0,1 0 0 0 0,-1 0 0 0 0,1 0 0 0 0,-1 0 0 0 0,1 0 0 0 0,-1 0 0 0 0,1 0 0 0 0,0 0 0 0 0,-1 0 0 0 0,1 0 0 0 0,-1 0 0 0 0,1-1 1 0 0,-1 1-1 0 0,4-8 39 0 0,2 0 1 0 0,-1 0-1 0 0,1 0 1 0 0,0 1 0 0 0,0-1-1 0 0,8-6 1 0 0,44-44 47 0 0,-26 29-74 0 0,59-59 53 0 0,-19 21-33 0 0,94-116 0 0 0,-149 163-32 0 0,-11 16-34 0 0,-1 0 1 0 0,0-1-1 0 0,-1 0 0 0 0,1 0 0 0 0,-1 0 0 0 0,0 0 0 0 0,0 0 0 0 0,-1-1 0 0 0,3-7 0 0 0,-4-2-10 0 0,-5 14 4 0 0,3 0 3 0 0,-2 1 5 0 0,-2 2-7 0 0,0-1 1 0 0,1 0-1 0 0,-1 1 1 0 0,0 0-1 0 0,1 0 1 0 0,0 0-1 0 0,-1 1 0 0 0,1 0 1 0 0,0 0-1 0 0,0 0 1 0 0,0 0-1 0 0,1 0 1 0 0,-1 1-1 0 0,1-1 1 0 0,0 1-1 0 0,0 0 0 0 0,0 0 1 0 0,0 0-1 0 0,1 1 1 0 0,0-1-1 0 0,0 1 1 0 0,0-1-1 0 0,0 1 1 0 0,1 0-1 0 0,-1-1 0 0 0,1 1 1 0 0,1 0-1 0 0,-1 0 1 0 0,1 0-1 0 0,-1 0 1 0 0,1 0-1 0 0,1 0 1 0 0,-1 0-1 0 0,1-1 0 0 0,0 1 1 0 0,0 0-1 0 0,0 0 1 0 0,1 0-1 0 0,-1-1 1 0 0,1 1-1 0 0,0-1 1 0 0,5 8-1 0 0,5 6-4 0 0,1 0 0 0 0,1-1 0 0 0,29 28 0 0 0,17 22 18 0 0,-58-65 35 0 0,0 1 0 0 0,1 0 0 0 0,-1 0 0 0 0,-1 0 0 0 0,1 1 0 0 0,0-1 0 0 0,-1 0 0 0 0,1 1 0 0 0,-1-1 0 0 0,0 1 0 0 0,0-1 1 0 0,-1 1-1 0 0,1-1 0 0 0,-1 1 0 0 0,0 0 0 0 0,0-1 0 0 0,0 1 0 0 0,0 0 0 0 0,0-1 0 0 0,-1 1 0 0 0,0-1 0 0 0,1 1 0 0 0,-2-1 0 0 0,1 1 0 0 0,0-1 1 0 0,-1 1-1 0 0,1-1 0 0 0,-1 0 0 0 0,0 0 0 0 0,0 0 0 0 0,0 0 0 0 0,0 0 0 0 0,-1 0 0 0 0,1-1 0 0 0,-1 1 0 0 0,0-1 0 0 0,-5 4 0 0 0,-2 1-14 0 0,0-1 0 0 0,-1 0 0 0 0,0-1 0 0 0,0 0 0 0 0,0-1 0 0 0,0-1 0 0 0,-1 1 0 0 0,0-2 0 0 0,1 0 1 0 0,-1 0-1 0 0,0-1 0 0 0,0 0 0 0 0,0-1 0 0 0,0 0 0 0 0,0-1 0 0 0,-12-3 0 0 0,23 4-136 0 0,-1 0 1 0 0,1-1 0 0 0,-1 1 0 0 0,1-1 0 0 0,0 1 0 0 0,-1-1 0 0 0,1 0 0 0 0,0 1 0 0 0,-1-1 0 0 0,1 0 0 0 0,0 0 0 0 0,0 0 0 0 0,0 0 0 0 0,0 0 0 0 0,0 0 0 0 0,0 0 0 0 0,0 0 0 0 0,0 0 0 0 0,0 0 0 0 0,-1-2 0 0 0,2 1-236 0 0,0 1 1 0 0,-1-1 0 0 0,1 1-1 0 0,0-1 1 0 0,0 0-1 0 0,0 1 1 0 0,0-1-1 0 0,0 1 1 0 0,0-1-1 0 0,0 1 1 0 0,0-1 0 0 0,1 1-1 0 0,-1-1 1 0 0,1 1-1 0 0,-1-1 1 0 0,1 1-1 0 0,-1-1 1 0 0,1 1 0 0 0,0 0-1 0 0,1-3 1 0 0,9-11-4781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26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67 507 2316 0 0,'4'-5'7572'0'0,"-8"9"-7280"0"0,-1 1-1 0 0,1 0 0 0 0,0 0 1 0 0,0 1-1 0 0,1-1 1 0 0,-1 1-1 0 0,1 0 0 0 0,1 0 1 0 0,-5 10-1 0 0,-15 61 474 0 0,22-74-735 0 0,-3 8 21 0 0,1 0 1 0 0,0 1 0 0 0,1-1 0 0 0,1 0 0 0 0,-1 0 0 0 0,2 1-1 0 0,0-1 1 0 0,0 0 0 0 0,5 20 0 0 0,-5-27-37 0 0,1 0 1 0 0,-1 0-1 0 0,1-1 0 0 0,-1 1 1 0 0,1 0-1 0 0,0-1 0 0 0,1 1 0 0 0,-1-1 1 0 0,0 0-1 0 0,1 0 0 0 0,0 0 1 0 0,0 0-1 0 0,0 0 0 0 0,0 0 1 0 0,0-1-1 0 0,1 0 0 0 0,-1 1 1 0 0,1-1-1 0 0,-1 0 0 0 0,1-1 1 0 0,0 1-1 0 0,0-1 0 0 0,0 0 1 0 0,0 0-1 0 0,0 0 0 0 0,0 0 1 0 0,0-1-1 0 0,0 1 0 0 0,7-1 1 0 0,-2-1 5 0 0,1 1 0 0 0,0-1-1 0 0,0-1 1 0 0,-1 0 0 0 0,1 0 0 0 0,-1-1 0 0 0,0 0 0 0 0,1 0 0 0 0,-1-1 0 0 0,-1 0 0 0 0,1-1 0 0 0,-1 0 0 0 0,16-12 0 0 0,-18 12-14 0 0,-1-1 1 0 0,1 1-1 0 0,-1-1 1 0 0,0 0-1 0 0,-1 0 1 0 0,1-1-1 0 0,-1 1 1 0 0,0-1-1 0 0,-1 0 1 0 0,0 0 0 0 0,0 0-1 0 0,0 0 1 0 0,-1-1-1 0 0,0 1 1 0 0,-1-1-1 0 0,1 1 1 0 0,-2-1-1 0 0,1-9 1 0 0,-1 6-14 0 0,-1 1 1 0 0,0-1-1 0 0,-1 0 0 0 0,-1 1 1 0 0,1-1-1 0 0,-2 1 1 0 0,1 0-1 0 0,-2 0 1 0 0,1 0-1 0 0,-12-17 1 0 0,14 23 1 0 0,-1 0 0 0 0,1 0 0 0 0,-1 0 1 0 0,0 1-1 0 0,-1-1 0 0 0,1 1 1 0 0,-1 0-1 0 0,1 0 0 0 0,-1 0 0 0 0,0 0 1 0 0,0 1-1 0 0,0-1 0 0 0,0 1 1 0 0,-1 0-1 0 0,1 0 0 0 0,-1 1 0 0 0,1-1 1 0 0,-1 1-1 0 0,1 0 0 0 0,-1 0 1 0 0,0 1-1 0 0,0-1 0 0 0,1 1 1 0 0,-1 0-1 0 0,0 1 0 0 0,-8 0 0 0 0,6 2 6 0 0,0-1-1 0 0,0 1 1 0 0,0 1-1 0 0,1-1 1 0 0,-1 1-1 0 0,1 0 1 0 0,0 1-1 0 0,0 0 1 0 0,0 0-1 0 0,1 0 1 0 0,-1 0-1 0 0,1 1 1 0 0,1 0-1 0 0,-1 0 1 0 0,1 0-1 0 0,0 1 1 0 0,0-1-1 0 0,1 1 1 0 0,0 0-1 0 0,0 0 1 0 0,1 0-1 0 0,-1 0 1 0 0,2 1-1 0 0,-1-1 1 0 0,1 1-1 0 0,0-1 1 0 0,0 1-1 0 0,1 7 1 0 0,1-13-1 0 0,-1 0 0 0 0,0 0 0 0 0,1 0 0 0 0,0 0 0 0 0,-1 0 1 0 0,1 0-1 0 0,0 0 0 0 0,0 0 0 0 0,0 0 0 0 0,0-1 0 0 0,0 1 0 0 0,0 0 1 0 0,1-1-1 0 0,-1 1 0 0 0,0-1 0 0 0,1 1 0 0 0,-1-1 0 0 0,4 2 0 0 0,-2-1 1 0 0,0 0-1 0 0,1-1 0 0 0,-1 1 1 0 0,1-1-1 0 0,0 0 0 0 0,-1 0 0 0 0,1 0 1 0 0,0-1-1 0 0,5 1 0 0 0,4-1-45 0 0,0 0 0 0 0,0-1-1 0 0,0-1 1 0 0,24-6 0 0 0,-8 0-392 0 0,0-1 0 0 0,-1-1 1 0 0,-1-2-1 0 0,1-1 0 0 0,-2-1 0 0 0,0-1 0 0 0,39-30 0 0 0,-50 33 163 0 0,-1-1 0 0 0,1 0 0 0 0,-2-2 0 0 0,0 1 0 0 0,-1-2 0 0 0,0 1 0 0 0,-2-2 0 0 0,1 1 0 0 0,-2-1 0 0 0,0-1 0 0 0,-2 0 0 0 0,11-32 0 0 0,-9 2 1270 0 0,-2-1 0 0 0,-1 0 0 0 0,-3-97 0 0 0,-3 117-369 0 0,0 27-446 0 0,-4 17-45 0 0,0 18 193 0 0,2 0-1 0 0,1 39 1 0 0,0 0 199 0 0,-3 38-58 0 0,5 0-1 0 0,17 130 0 0 0,-16-223-437 0 0,1 0-1 0 0,1-1 1 0 0,0 1-1 0 0,1-1 0 0 0,9 20 1 0 0,-12-32-19 0 0,0 0 0 0 0,1 0 0 0 0,-1 0 0 0 0,1 0 0 0 0,0-1 0 0 0,0 1 0 0 0,0-1 0 0 0,0 0 0 0 0,1 0 0 0 0,6 5 0 0 0,-7-7-6 0 0,0 1 0 0 0,0-1-1 0 0,0 0 1 0 0,0 0 0 0 0,0 0-1 0 0,0 0 1 0 0,1 0 0 0 0,-1-1-1 0 0,0 1 1 0 0,1-1 0 0 0,-1 0 0 0 0,0 0-1 0 0,1 0 1 0 0,-1-1 0 0 0,0 1-1 0 0,5-2 1 0 0,3-1-13 0 0,-1-1-1 0 0,0 0 1 0 0,0-1-1 0 0,0 0 1 0 0,-1 0-1 0 0,0-1 1 0 0,0 0 0 0 0,0-1-1 0 0,-1 0 1 0 0,0 0-1 0 0,0-1 1 0 0,0 0-1 0 0,-1-1 1 0 0,-1 1-1 0 0,8-13 1 0 0,2-6-35 0 0,-1 0 1 0 0,-1-2-1 0 0,-1 0 0 0 0,9-31 1 0 0,-5-6 100 0 0,-5 14 75 0 0,-11 50-125 0 0,-3 24 25 0 0,1-9-20 0 0,0 0 0 0 0,1 0 0 0 0,1 0 1 0 0,3 23-1 0 0,-2-19-11 0 0,-1-9 1 0 0,1 0-1 0 0,-1 0 1 0 0,1 0-1 0 0,1 0 1 0 0,-1-1-1 0 0,1 1 0 0 0,1 0 1 0 0,-1-1-1 0 0,9 12 1 0 0,-10-16 2 0 0,0 0 1 0 0,1-1 0 0 0,-1 1-1 0 0,1 0 1 0 0,0-1-1 0 0,0 1 1 0 0,0-1 0 0 0,0 0-1 0 0,0 0 1 0 0,0 0 0 0 0,1-1-1 0 0,-1 1 1 0 0,1-1-1 0 0,-1 1 1 0 0,1-1 0 0 0,-1 0-1 0 0,1-1 1 0 0,0 1 0 0 0,-1-1-1 0 0,1 1 1 0 0,0-1 0 0 0,7-1-1 0 0,2 0-6 0 0,0-2-1 0 0,0 1 1 0 0,0-2-1 0 0,0 0 1 0 0,-1 0-1 0 0,0-1 1 0 0,0-1-1 0 0,0 0 1 0 0,0 0-1 0 0,-1-1 1 0 0,0-1-1 0 0,0 0 1 0 0,10-11-1 0 0,-14 12-9 0 0,0 0 0 0 0,0-1 1 0 0,-1 1-1 0 0,-1-1 0 0 0,1 0 0 0 0,-1-1 0 0 0,0 0 1 0 0,-1 1-1 0 0,0-1 0 0 0,-1-1 0 0 0,0 1 0 0 0,0 0 1 0 0,-1-1-1 0 0,0 0 0 0 0,0 1 0 0 0,-1-1 0 0 0,-1 0 1 0 0,0-13-1 0 0,-1 4 0 0 0,0 8-13 0 0,0 0 1 0 0,0 0-1 0 0,-4-13 1 0 0,5 23 14 0 0,0 4-1 0 0,0 29 39 0 0,1 0 0 0 0,2 1 1 0 0,10 47-1 0 0,-10-68-48 0 0,0-1 0 0 0,0 0 0 0 0,1 0 0 0 0,0 0 0 0 0,1-1 0 0 0,0 0 0 0 0,0 0 0 0 0,1 0 0 0 0,1 0 0 0 0,7 9 0 0 0,-7-13-299 0 0,-1 0 0 0 0,1 0-1 0 0,-1 0 1 0 0,1-1 0 0 0,1 0-1 0 0,-1 0 1 0 0,1-1 0 0 0,0 0 0 0 0,0 0-1 0 0,0-1 1 0 0,1 0 0 0 0,-1-1-1 0 0,15 3 1 0 0,27-1-4643 0 0,-25-6 699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27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67 169 2600 0 0,'-16'-55'5075'0'0,"8"27"-1653"0"0,-15-36 0 0 0,14 45-2505 0 0,8 17-357 0 0,-4 13 5 0 0,3-1-360 0 0,1 0 1 0 0,0 1 0 0 0,1-1-1 0 0,0 1 1 0 0,0-1 0 0 0,3 12-1 0 0,0 1 95 0 0,8 161 1042 0 0,5 57-671 0 0,-12-198-602 0 0,3 34-22 0 0,30 141 0 0 0,-34-209-257 0 0,-1-1 0 0 0,2 1 0 0 0,4 10 0 0 0,-6-16 0 0 0,-1-1-1 0 0,1 1 1 0 0,-1-1 0 0 0,1 1 0 0 0,0-1 0 0 0,0 0-1 0 0,0 0 1 0 0,0 0 0 0 0,0 0 0 0 0,1 0 0 0 0,-1 0-1 0 0,0-1 1 0 0,4 3 0 0 0,-3-4-57 0 0,-1 1-1 0 0,1-1 1 0 0,-1 0 0 0 0,1 1-1 0 0,-1-1 1 0 0,1 0 0 0 0,-1-1 0 0 0,1 1-1 0 0,-1 0 1 0 0,1-1 0 0 0,-1 0-1 0 0,1 1 1 0 0,-1-1 0 0 0,0 0-1 0 0,1 0 1 0 0,3-3 0 0 0,32-21-5021 0 0,-18 9 831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27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1 103 356 0 0,'14'-36'5544'0'0,"-8"21"-1060"0"0,14-29 0 0 0,-19 43-4022 0 0,0-6 433 0 0,1 12 619 0 0,0 12-2 0 0,-9 100 1178 0 0,8 58-2881 0 0,-2-172-25 0 0,2-1 1 0 0,-1 0-1 0 0,0 1 0 0 0,0-1 1 0 0,1 0-1 0 0,-1 1 1 0 0,1-1-1 0 0,0 0 0 0 0,-1 0 1 0 0,1 0-1 0 0,0 0 0 0 0,0 0 1 0 0,1 0-1 0 0,-1 0 1 0 0,0 0-1 0 0,1 0 0 0 0,-1 0 1 0 0,1-1-1 0 0,0 1 0 0 0,-1 0 1 0 0,1-1-1 0 0,0 0 1 0 0,2 2-1 0 0,-3-2-6 0 0,1-1 0 0 0,-1 0 0 0 0,0 1-1 0 0,1-1 1 0 0,-1 0 0 0 0,0 0 0 0 0,0 0 0 0 0,1 0 0 0 0,-1 0 0 0 0,0 0 0 0 0,1 0-1 0 0,-1 0 1 0 0,0-1 0 0 0,1 1 0 0 0,-1 0 0 0 0,0-1 0 0 0,0 1 0 0 0,2-2 0 0 0,18-11-3891 0 0,-4 2-1725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28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35 325 1012 0 0,'25'-61'15822'0'0,"-21"68"-14569"0"0,0 13-730 0 0,-2 4 58 0 0,7 80 609 0 0,-7-90-1126 0 0,1 0 0 0 0,0 0 0 0 0,1 0 0 0 0,1-1 0 0 0,7 16 0 0 0,-11-27-52 0 0,1 1 0 0 0,-1 0 0 0 0,1-1 0 0 0,0 1 0 0 0,0-1 0 0 0,0 1 0 0 0,0-1 0 0 0,1 0-1 0 0,-1 0 1 0 0,0 0 0 0 0,1 0 0 0 0,0 0 0 0 0,-1-1 0 0 0,1 1 0 0 0,0-1 0 0 0,0 1 0 0 0,4 0 0 0 0,-1-1-6 0 0,-1 0 1 0 0,1 0-1 0 0,0 0 1 0 0,-1-1-1 0 0,1 0 0 0 0,-1 0 1 0 0,1-1-1 0 0,0 1 1 0 0,6-3-1 0 0,0 0-15 0 0,0 0 0 0 0,-1-1-1 0 0,1-1 1 0 0,-1 0 0 0 0,0 0 0 0 0,0-1-1 0 0,-1-1 1 0 0,14-10 0 0 0,-11 6-21 0 0,0-1 0 0 0,-1 0 0 0 0,-1-1 0 0 0,0 0 1 0 0,-1 0-1 0 0,11-19 0 0 0,-18 26 28 0 0,1-1 0 0 0,-1 0 0 0 0,-1 1 0 0 0,1-1 0 0 0,-1 0 0 0 0,0-1 0 0 0,-1 1 0 0 0,1 0 0 0 0,-2 0 0 0 0,1-1-1 0 0,-1 1 1 0 0,0-1 0 0 0,0 1 0 0 0,-1 0 0 0 0,0-1 0 0 0,-3-11 0 0 0,-25-46 1302 0 0,28 63-1237 0 0,-5-10 60 0 0,1 0-89 0 0,3 12-28 0 0,1 7-4 0 0,1-5-2 0 0,2 36-10 0 0,-3-26 45 0 0,2 0 0 0 0,2 23-1 0 0,0-14-30 0 0,-2-8 24 0 0,1 13 14 0 0,1 0 1 0 0,13 48 0 0 0,-16-72-30 0 0,0-1 0 0 0,0 0 0 0 0,1 1-1 0 0,-1-1 1 0 0,1 0 0 0 0,-1 1 0 0 0,1-1 0 0 0,-1 0 0 0 0,1 0 0 0 0,0 0 0 0 0,0 1 0 0 0,-1-1 0 0 0,1 0 0 0 0,0 0 0 0 0,0 0 0 0 0,0 0 0 0 0,0 0 0 0 0,0-1-1 0 0,1 1 1 0 0,0 1 0 0 0,-1-2-6 0 0,1 0 0 0 0,-1 0 0 0 0,0 0-1 0 0,0 1 1 0 0,0-2 0 0 0,0 1 0 0 0,0 0 0 0 0,0 0-1 0 0,0 0 1 0 0,0 0 0 0 0,0-1 0 0 0,0 1 0 0 0,0 0-1 0 0,0-1 1 0 0,0 1 0 0 0,0-1 0 0 0,0 1 0 0 0,0-1-1 0 0,1-1 1 0 0,3-1-9 0 0,-1-1 0 0 0,0 0 0 0 0,0 0 0 0 0,0-1 0 0 0,0 1 0 0 0,3-8 0 0 0,-2 2 4 0 0,0 0 1 0 0,-1 0-1 0 0,0 0 0 0 0,0-1 0 0 0,-2 0 0 0 0,1 1 1 0 0,-1-1-1 0 0,-1 0 0 0 0,0 0 0 0 0,0 0 0 0 0,-2-20 1 0 0,-2 11 1 0 0,0 0 0 0 0,0 0 0 0 0,-2 0 0 0 0,-1 1 0 0 0,-12-30 0 0 0,14 41-6 0 0,0 0-1 0 0,0 0 0 0 0,-1 1 1 0 0,0 0-1 0 0,0 0 0 0 0,0 0 1 0 0,-1 0-1 0 0,0 1 0 0 0,-1 0 1 0 0,0 0-1 0 0,1 1 0 0 0,-2-1 1 0 0,1 2-1 0 0,-1-1 0 0 0,1 1 0 0 0,-1 0 1 0 0,0 1-1 0 0,-1-1 0 0 0,1 2 1 0 0,0-1-1 0 0,-1 1 0 0 0,0 1 1 0 0,1-1-1 0 0,-1 2 0 0 0,0-1 1 0 0,0 1-1 0 0,0 0 0 0 0,1 1 1 0 0,-1 0-1 0 0,0 0 0 0 0,0 1 1 0 0,1 0-1 0 0,-1 1 0 0 0,1 0 1 0 0,0 0-1 0 0,0 1 0 0 0,0 0 0 0 0,-11 7 1 0 0,1 4-3 0 0,0 0 0 0 0,1 1 0 0 0,1 0 0 0 0,1 2 0 0 0,0 0 0 0 0,1 0 0 0 0,1 2 0 0 0,1-1 0 0 0,-19 42 0 0 0,28-53-334 0 0,0 0-1 0 0,0 0 1 0 0,1 0 0 0 0,0 0 0 0 0,0 1 0 0 0,0 13 0 0 0,2-18-293 0 0,0 1 1 0 0,0 0-1 0 0,1 0 1 0 0,0 0-1 0 0,1 6 1 0 0,-1-7-343 0 0,1-1 1 0 0,-1 1 0 0 0,1-1-1 0 0,0 1 1 0 0,-1-1 0 0 0,2 1 0 0 0,2 3-1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28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6 235 640 0 0,'-2'-17'2921'0'0,"1"1"-1"0"0,1 0 1 0 0,1-21-1 0 0,1-4 159 0 0,-2 40-3028 0 0,0 0 0 0 0,0 0 0 0 0,-1 0 0 0 0,1 1-1 0 0,0-1 1 0 0,0 0 0 0 0,1 0 0 0 0,-1 0 0 0 0,0 0 0 0 0,0 0-1 0 0,0 0 1 0 0,0 1 0 0 0,1-1 0 0 0,-1 0 0 0 0,0 0-1 0 0,1 0 1 0 0,-1 1 0 0 0,1-1 0 0 0,0-1 0 0 0,-1 2-20 0 0,1 1 1 0 0,-1-1 0 0 0,1 0 0 0 0,-1 0-1 0 0,1 0 1 0 0,-1 0 0 0 0,1 1-1 0 0,-1-1 1 0 0,1 0 0 0 0,-1 0 0 0 0,0 1-1 0 0,1-1 1 0 0,-1 0 0 0 0,1 1 0 0 0,-1-1-1 0 0,0 1 1 0 0,0-1 0 0 0,1 0-1 0 0,-1 1 1 0 0,0-1 0 0 0,1 1 0 0 0,-1 0-1 0 0,16 33 677 0 0,-11-15-495 0 0,-2 0 0 0 0,0 1 0 0 0,-1-1 0 0 0,0 0 0 0 0,-3 39 0 0 0,-2-26-65 0 0,-2 0-1 0 0,-15 56 0 0 0,16-74-108 0 0,2-8 178 0 0,0 0 0 0 0,0 0 1 0 0,1 0-1 0 0,-1 10 0 0 0,-1-19-92 0 0,3 3-122 0 0,0 0 0 0 0,-1 0 0 0 0,1 0 0 0 0,0 0 0 0 0,0 0 0 0 0,-1 0 0 0 0,1 0 0 0 0,0 0 0 0 0,0-1 0 0 0,0 1 1 0 0,0 0-1 0 0,-1 0 0 0 0,1 0 0 0 0,0 0 0 0 0,0-1 0 0 0,0 1 0 0 0,0 0 0 0 0,-1 0 0 0 0,1 0 0 0 0,0-1 1 0 0,0 1-1 0 0,0 0 0 0 0,0 0 0 0 0,0 0 0 0 0,0-1 0 0 0,0 1 0 0 0,0 0 0 0 0,0 0 0 0 0,0-1 0 0 0,0 1 0 0 0,0 0 1 0 0,0 0-1 0 0,0 0 0 0 0,0-1 0 0 0,0 1 0 0 0,1-21 25 0 0,1 1 1 0 0,1 0 0 0 0,0 0-1 0 0,9-24 1 0 0,31-79-67 0 0,-31 94 16 0 0,0 1 0 0 0,29-45 1 0 0,-35 63 15 0 0,1 1 1 0 0,0 0 0 0 0,0 0-1 0 0,1 0 1 0 0,0 1 0 0 0,1 1-1 0 0,0-1 1 0 0,0 1 0 0 0,1 1 0 0 0,14-9-1 0 0,-21 14 6 0 0,0 0 0 0 0,0-1 0 0 0,1 1 0 0 0,-1 1 0 0 0,0-1 0 0 0,0 0 0 0 0,1 1 0 0 0,-1-1 0 0 0,0 1 0 0 0,1 0 0 0 0,-1 0 0 0 0,0 1 0 0 0,1-1 0 0 0,-1 1 0 0 0,0-1 0 0 0,1 1 0 0 0,-1 0 0 0 0,0 0 0 0 0,0 1 0 0 0,0-1 0 0 0,0 0 0 0 0,0 1 0 0 0,0 0 0 0 0,0 0 0 0 0,-1 0-1 0 0,1 0 1 0 0,-1 0 0 0 0,1 1 0 0 0,-1-1 0 0 0,0 1 0 0 0,0-1 0 0 0,0 1 0 0 0,2 3 0 0 0,2 4 26 0 0,0 0 0 0 0,-1 0 0 0 0,-1 0 0 0 0,1 0-1 0 0,-2 1 1 0 0,1-1 0 0 0,-2 1 0 0 0,4 19 0 0 0,-1 42 156 0 0,4 28-40 0 0,-9-99-134 0 0,1 0 0 0 0,-1 0-1 0 0,0 1 1 0 0,0-1 0 0 0,0 0-1 0 0,1 0 1 0 0,-1 0-1 0 0,1 0 1 0 0,-1 0 0 0 0,1 0-1 0 0,-1 0 1 0 0,1 0 0 0 0,-1 0-1 0 0,1 0 1 0 0,0 0 0 0 0,0 0-1 0 0,-1 0 1 0 0,1 0 0 0 0,0-1-1 0 0,0 1 1 0 0,0 0-1 0 0,0-1 1 0 0,0 1 0 0 0,0 0-1 0 0,0-1 1 0 0,2 1 0 0 0,-1-1-23 0 0,0 0 0 0 0,1 1 0 0 0,-1-2 0 0 0,0 1 0 0 0,0 0 0 0 0,0 0-1 0 0,1-1 1 0 0,-1 1 0 0 0,0-1 0 0 0,0 0 0 0 0,0 1 0 0 0,0-1 0 0 0,2-2 0 0 0,5-1-455 0 0,-1-2 1 0 0,0 1-1 0 0,0-1 0 0 0,0 0 0 0 0,10-11 0 0 0,-12 9-419 0 0,0 0-1 0 0,-1 0 1 0 0,1 0-1 0 0,4-12 0 0 0,6-18-4893 0 0,-7 11-232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29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0 2360 0 0,'-191'19'15001'0'0,"132"-12"-13076"0"0,57-7-1923 0 0,-19 1-2762 0 0,-2 6-6058 0 0,10-3 3512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29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87 1508 0 0,'-13'10'1772'0'0,"-5"4"1635"0"0,0 2-1 0 0,-22 23 1 0 0,39-39-3363 0 0,1 0 1 0 0,0 0 0 0 0,0 1-1 0 0,0-1 1 0 0,0 0-1 0 0,-1 0 1 0 0,1 0-1 0 0,0 1 1 0 0,0-1 0 0 0,0 0-1 0 0,0 0 1 0 0,0 1-1 0 0,0-1 1 0 0,-1 0-1 0 0,1 1 1 0 0,0-1-1 0 0,0 0 1 0 0,0 0 0 0 0,0 1-1 0 0,0-1 1 0 0,0 0-1 0 0,0 1 1 0 0,0-1-1 0 0,0 0 1 0 0,0 0 0 0 0,1 1-1 0 0,-1-1 1 0 0,0 0-1 0 0,0 0 1 0 0,0 1-1 0 0,0-1 1 0 0,0 0-1 0 0,0 0 1 0 0,1 1 0 0 0,-1-1-1 0 0,0 0 1 0 0,0 0-1 0 0,0 0 1 0 0,0 1-1 0 0,1-1 1 0 0,-1 0 0 0 0,0 0-1 0 0,0 0 1 0 0,1 0-1 0 0,-1 1 1 0 0,0-1-1 0 0,0 0 1 0 0,1 0-1 0 0,-1 0 1 0 0,0 0 0 0 0,1 0-1 0 0,12 3 446 0 0,0-3-289 0 0,0-1 0 0 0,0 0 1 0 0,-1-1-1 0 0,1 0 0 0 0,21-7 1 0 0,-7 2-75 0 0,346-94-3302 0 0,-254 67-2295 0 0,-39 12-1123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30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1222 2568 0 0,'-79'25'9957'0'0,"77"-24"-9512"0"0,3-3-45 0 0,9-9-230 0 0,0 1-1 0 0,1 0 1 0 0,0 1 0 0 0,1 0-1 0 0,0 0 1 0 0,20-10 0 0 0,-1 0-64 0 0,105-68 120 0 0,87-59-94 0 0,-173 110-64 0 0,-3-3 1 0 0,58-58-1 0 0,-100 92-56 0 0,0 0 0 0 0,0 0 0 0 0,-1 0 0 0 0,0 0 0 0 0,0-1 0 0 0,0 1 0 0 0,-1-1 1 0 0,0 0-1 0 0,0 0 0 0 0,0-1 0 0 0,-1 1 0 0 0,2-7 0 0 0,-4 12-12 0 0,0 1 1 0 0,0-1-1 0 0,0 0 1 0 0,-1 1-1 0 0,1-1 1 0 0,0 1-1 0 0,0-1 0 0 0,-1 1 1 0 0,1-1-1 0 0,0 1 1 0 0,-1-1-1 0 0,1 1 0 0 0,-1-1 1 0 0,1 1-1 0 0,0 0 1 0 0,-1-1-1 0 0,1 1 0 0 0,-1-1 1 0 0,1 1-1 0 0,-1 0 1 0 0,1 0-1 0 0,-1-1 0 0 0,0 1 1 0 0,1 0-1 0 0,-1 0 1 0 0,1-1-1 0 0,-1 1 0 0 0,1 0 1 0 0,-1 0-1 0 0,0 0 1 0 0,1 0-1 0 0,-1 0 0 0 0,1 0 1 0 0,-1 0-1 0 0,0 0 1 0 0,1 0-1 0 0,-1 1 0 0 0,-23 1 4 0 0,16-1-6 0 0,1 1 1 0 0,-1 0-1 0 0,1 1 0 0 0,0 0 1 0 0,-1 0-1 0 0,1 1 1 0 0,1 0-1 0 0,-1 0 1 0 0,0 0-1 0 0,1 1 0 0 0,-11 10 1 0 0,14-12 1 0 0,1-1 0 0 0,0 1 1 0 0,-1 0-1 0 0,1 0 0 0 0,0 0 1 0 0,1 0-1 0 0,-1 1 0 0 0,0-1 0 0 0,1 0 1 0 0,0 1-1 0 0,0-1 0 0 0,0 1 1 0 0,0-1-1 0 0,0 1 0 0 0,1-1 1 0 0,0 1-1 0 0,-1 0 0 0 0,1-1 0 0 0,1 1 1 0 0,-1-1-1 0 0,0 1 0 0 0,1 0 1 0 0,0-1-1 0 0,0 1 0 0 0,0-1 0 0 0,0 0 1 0 0,3 6-1 0 0,6 8 12 0 0,1 0 0 0 0,1-1-1 0 0,0-1 1 0 0,1 0 0 0 0,21 18 0 0 0,-15-14 26 0 0,-1 0-1 0 0,19 26 1 0 0,-35-42 3 0 0,0 0-1 0 0,0 1 1 0 0,0-1-1 0 0,0 0 1 0 0,-1 1-1 0 0,1-1 1 0 0,-1 1-1 0 0,0 0 1 0 0,0 0-1 0 0,0-1 1 0 0,-1 1-1 0 0,1 0 1 0 0,-1 0-1 0 0,0 0 1 0 0,0-1-1 0 0,0 1 1 0 0,-1 0-1 0 0,1 0 1 0 0,-1 0-1 0 0,0-1 1 0 0,0 1-1 0 0,0 0 1 0 0,-1-1-1 0 0,-3 8 1 0 0,2-6 75 0 0,-1 0 1 0 0,0 0 0 0 0,0 0-1 0 0,0 0 1 0 0,-1 0-1 0 0,0-1 1 0 0,0 0-1 0 0,0 0 1 0 0,0 0-1 0 0,-1 0 1 0 0,1-1-1 0 0,-1 0 1 0 0,0 0-1 0 0,-7 1 1 0 0,-32 9 696 0 0,42-12-694 0 0,0-2-23 0 0,3 1-89 0 0,-1 0-1 0 0,0 0 1 0 0,0-1-1 0 0,1 1 1 0 0,-1 0 0 0 0,0-1-1 0 0,1 1 1 0 0,-1 0-1 0 0,0-1 1 0 0,1 1 0 0 0,-1 0-1 0 0,1-1 1 0 0,-1 1-1 0 0,1-1 1 0 0,-1 0 0 0 0,1 1-1 0 0,-1-1 1 0 0,1 1-1 0 0,-1-1 1 0 0,1 0 0 0 0,0 1-1 0 0,-1-2 1 0 0,1 1-2 0 0,0 0 0 0 0,0 0 0 0 0,0 0 0 0 0,0-1-1 0 0,0 1 1 0 0,0 0 0 0 0,1 0 0 0 0,-1 0 0 0 0,0 0 0 0 0,1-1 0 0 0,-1 1 0 0 0,1 0 0 0 0,-1 0 0 0 0,1 0 0 0 0,1-2 0 0 0,6-7 2 0 0,0 0 0 0 0,1 1 1 0 0,1 0-1 0 0,0 0 0 0 0,0 1 1 0 0,15-10-1 0 0,-9 6-9 0 0,75-52-4 0 0,58-45-51 0 0,-125 89 48 0 0,-1-1-1 0 0,-1-1 0 0 0,35-43 1 0 0,-55 61 8 0 0,1 0 1 0 0,-1 0-1 0 0,0 1 1 0 0,0-2-1 0 0,0 1 1 0 0,0 0-1 0 0,-1 0 1 0 0,1 0-1 0 0,-1-1 0 0 0,0-5 1 0 0,0 9-2 0 0,-1-1-1 0 0,0 0 1 0 0,0 0 0 0 0,0 1 0 0 0,0-1 0 0 0,-1 0-1 0 0,1 0 1 0 0,0 1 0 0 0,-1-1 0 0 0,1 0-1 0 0,-1 1 1 0 0,0-1 0 0 0,0 1 0 0 0,1-1-1 0 0,-1 1 1 0 0,0-1 0 0 0,0 1 0 0 0,0-1-1 0 0,0 1 1 0 0,-1 0 0 0 0,1-1 0 0 0,0 1 0 0 0,-1 0-1 0 0,1 0 1 0 0,-3-1 0 0 0,2 1 0 0 0,0 1 0 0 0,1-1 0 0 0,-1 1 0 0 0,0-1 0 0 0,0 1 0 0 0,0 0 0 0 0,0 0 0 0 0,0 0 0 0 0,0 0 0 0 0,0 0 0 0 0,0 0 0 0 0,0 1 0 0 0,0-1 0 0 0,0 0 0 0 0,-4 2 0 0 0,-26 15-16 0 0,23-10 22 0 0,2 0 0 0 0,-1 0 1 0 0,1 1-1 0 0,0 1 0 0 0,0-1 0 0 0,1 1 0 0 0,0 0 1 0 0,1 0-1 0 0,0 1 0 0 0,0-1 0 0 0,1 1 1 0 0,1 0-1 0 0,-1 1 0 0 0,2-1 0 0 0,-4 20 1 0 0,5-23-3 0 0,0-1 1 0 0,1 1-1 0 0,0-1 1 0 0,0 1 0 0 0,0-1-1 0 0,1 1 1 0 0,0-1-1 0 0,0 1 1 0 0,0-1 0 0 0,1 0-1 0 0,0 0 1 0 0,0 0-1 0 0,1 0 1 0 0,0 0 0 0 0,0 0-1 0 0,0 0 1 0 0,0-1-1 0 0,1 0 1 0 0,0 0 0 0 0,0 0-1 0 0,1 0 1 0 0,-1 0-1 0 0,1-1 1 0 0,0 0 0 0 0,1 0-1 0 0,-1 0 1 0 0,8 4-1 0 0,0-3-15 0 0,1 0-1 0 0,-1-1 0 0 0,1 0 1 0 0,0-1-1 0 0,-1-1 0 0 0,1 0 1 0 0,1-1-1 0 0,-1 0 0 0 0,0-1 1 0 0,17-2-1 0 0,5-2-266 0 0,-1-2 1 0 0,64-18-1 0 0,-75 17 21 0 0,-1-2-1 0 0,0 0 1 0 0,0-1-1 0 0,-1-2 1 0 0,0 0 0 0 0,37-28-1 0 0,-46 29 123 0 0,0-1-1 0 0,-1 0 0 0 0,0 0 1 0 0,-1-1-1 0 0,-1-1 0 0 0,0 0 0 0 0,0 0 1 0 0,-2-1-1 0 0,0 0 0 0 0,12-30 1 0 0,-9 9 30 0 0,-1 0 1 0 0,-2-2-1 0 0,-2 1 1 0 0,-1-1-1 0 0,-2 1 1 0 0,-2-69 0 0 0,-8 19 1483 0 0,-33-156 1 0 0,37 228-1027 0 0,-1 0-1 0 0,-7-17 1 0 0,10 30-274 0 0,0 4-53 0 0,-1 0-1 0 0,1 1 1 0 0,0-1-1 0 0,0 1 0 0 0,0-1 1 0 0,0 1-1 0 0,-1 4 1 0 0,-2 28 337 0 0,2 0 1 0 0,1-1-1 0 0,7 56 0 0 0,-2-14 263 0 0,-2-29-199 0 0,38 504 2213 0 0,-38-534-2622 0 0,1 5 18 0 0,8 29-1 0 0,-10-46-23 0 0,0-1 0 0 0,1 1 0 0 0,0-1 0 0 0,-1 0 1 0 0,2 1-1 0 0,-1-1 0 0 0,0 0 0 0 0,1 0 0 0 0,0 0 0 0 0,0 0 0 0 0,0-1 0 0 0,5 5 0 0 0,-6-6-89 0 0,1-1 0 0 0,-1 0 0 0 0,1 0 0 0 0,-1 0 0 0 0,1 0 0 0 0,0 0-1 0 0,0 0 1 0 0,-1-1 0 0 0,1 1 0 0 0,0-1 0 0 0,0 0 0 0 0,0 0 0 0 0,-1 0 0 0 0,1 0 0 0 0,0 0 0 0 0,0-1-1 0 0,0 1 1 0 0,-1-1 0 0 0,1 0 0 0 0,0 0 0 0 0,-1 0 0 0 0,1 0 0 0 0,0 0 0 0 0,2-2 0 0 0,5-3-656 0 0,-1 0 0 0 0,0 0 0 0 0,-1 0 0 0 0,16-16 0 0 0,-9 7-1497 0 0,-1 0-1 0 0,-1-1 1 0 0,17-27-1 0 0,-8 2-4705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30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16 2804 0 0,'-88'6'7619'0'0,"-92"18"0"0"0,174-23-7394 0 0,4-1-139 0 0,-1 0 0 0 0,1 1 0 0 0,0-1-1 0 0,0 1 1 0 0,0-1 0 0 0,0 1-1 0 0,0 0 1 0 0,1-1 0 0 0,-1 1 0 0 0,0 0-1 0 0,0 0 1 0 0,-3 3 131 0 0,6-3-201 0 0,0-1 0 0 0,-1 1 0 0 0,1-1-1 0 0,0 1 1 0 0,-1-1 0 0 0,1 0-1 0 0,0 1 1 0 0,-1-1 0 0 0,1 0-1 0 0,0 0 1 0 0,0 1 0 0 0,-1-1 0 0 0,1 0-1 0 0,0 0 1 0 0,0 0 0 0 0,0 0-1 0 0,-1 0 1 0 0,2 0 0 0 0,96-5-154 0 0,123-23 1 0 0,-126 15-2987 0 0,-2 1-3642 0 0,-59 8-477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38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125 407 1080 0 0,'-7'-7'1131'0'0,"0"1"-1"0"0,0 0 1 0 0,0 1-1 0 0,-1-1 1 0 0,0 1 0 0 0,0 1-1 0 0,-1 0 1 0 0,-14-6-1 0 0,15 7-648 0 0,6 2-211 0 0,-2 0-136 0 0,1 0-1 0 0,0 0 1 0 0,0 0-1 0 0,0 0 1 0 0,0-1-1 0 0,-4-2 1 0 0,3 2-87 0 0,21-4-38 0 0,1 1 0 0 0,0 0 0 0 0,29-2 0 0 0,-14 2-3 0 0,1052-161 68 0 0,-702 124 0 0 0,248-31-82 0 0,-587 68-217 0 0,45-7-352 0 0,-33 1-2562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38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158 334 1148 0 0,'-35'14'2089'0'0,"-87"39"3250"0"0,138-56-3389 0 0,21-10-1894 0 0,340-153 371 0 0,31 7-4731 0 0,-256 100 3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39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60 116 872 0 0,'0'0'1768'0'0,"-10"-24"4463"0"0,-3-14-2211 0 0,12 36-3650 0 0,-19-31 3149 0 0,20 32-3291 0 0,-1 0-140 0 0,1 0 1 0 0,0 0-1 0 0,0 0 1 0 0,-1 0-1 0 0,1-1 1 0 0,0 1-1 0 0,-1 0 1 0 0,1 0 0 0 0,-1 0-1 0 0,0 0 1 0 0,1 1-1 0 0,-1-1 1 0 0,0 0-1 0 0,-1-1 1 0 0,-3 0-18 0 0,3 11-101 0 0,31 249 176 0 0,4 577 139 0 0,-35-535-201 0 0,1-96-5207 0 0,2-159-730 0 0,-1-30 341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39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1 193 1516 0 0,'0'-9'729'0'0,"1"0"0"0"0,1 0-1 0 0,0 0 1 0 0,0 0 0 0 0,0 0 0 0 0,1 0 0 0 0,8-15-1 0 0,-7 18-539 0 0,0-1 0 0 0,0 1 0 0 0,1 0 0 0 0,0 1-1 0 0,0-1 1 0 0,0 1 0 0 0,1 0 0 0 0,0 0-1 0 0,0 0 1 0 0,0 1 0 0 0,0 0 0 0 0,1 1 0 0 0,0-1-1 0 0,0 1 1 0 0,11-4 0 0 0,6 1-94 0 0,0 0-1 0 0,0 1 1 0 0,0 2 0 0 0,0 1-1 0 0,0 0 1 0 0,1 2-1 0 0,-1 1 1 0 0,1 0 0 0 0,-1 2-1 0 0,0 1 1 0 0,0 1 0 0 0,0 1-1 0 0,-1 1 1 0 0,0 1 0 0 0,0 1-1 0 0,-1 1 1 0 0,27 17-1 0 0,-44-24-70 0 0,1 1-1 0 0,-1-1 0 0 0,0 1 0 0 0,0 1 0 0 0,0-1 0 0 0,0 1 1 0 0,-1 0-1 0 0,1 0 0 0 0,-1 0 0 0 0,-1 1 0 0 0,1-1 0 0 0,-1 1 1 0 0,0 0-1 0 0,4 10 0 0 0,-6-12-5 0 0,0 1 0 0 0,-1-1 1 0 0,1 1-1 0 0,-1 0 0 0 0,0-1 0 0 0,0 1 0 0 0,0 0 0 0 0,-1-1 1 0 0,0 1-1 0 0,0-1 0 0 0,0 1 0 0 0,0-1 0 0 0,-1 1 0 0 0,1-1 1 0 0,-1 0-1 0 0,0 1 0 0 0,-1-1 0 0 0,1 0 0 0 0,-1-1 0 0 0,1 1 1 0 0,-5 4-1 0 0,-2 1 43 0 0,0 0 0 0 0,0-1 0 0 0,-1 0 0 0 0,0-1 0 0 0,0 1 0 0 0,-1-2 0 0 0,0 0 0 0 0,0 0 0 0 0,-16 5 0 0 0,-42 12-783 0 0,2-7-3715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41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253 551 2248 0 0,'12'-10'1509'0'0,"11"-16"2552"0"0,-22 25-3947 0 0,0 0 0 0 0,-1 0 0 0 0,1 0 0 0 0,-1-1 0 0 0,1 1 0 0 0,-1 0 1 0 0,1-1-1 0 0,-1 1 0 0 0,0 0 0 0 0,0-1 0 0 0,0 1 0 0 0,0-1 0 0 0,0 1 0 0 0,0 0 0 0 0,0-1 0 0 0,0 1 0 0 0,0 0 0 0 0,-1-1 0 0 0,1 1 0 0 0,0 0 0 0 0,-2-2 0 0 0,1 1-48 0 0,0 1 0 0 0,-1-1 0 0 0,1 1 0 0 0,-1 0 0 0 0,1-1 0 0 0,-1 1-1 0 0,0 0 1 0 0,0 0 0 0 0,1 0 0 0 0,-1 1 0 0 0,0-1 0 0 0,0 0 0 0 0,0 1 0 0 0,0-1 0 0 0,0 1 0 0 0,-2-1 0 0 0,3 1-56 0 0,-4-1 62 0 0,-1 0-1 0 0,1 0 1 0 0,-1 1 0 0 0,1 0 0 0 0,-1 0 0 0 0,1 0-1 0 0,-1 1 1 0 0,1 0 0 0 0,-1 0 0 0 0,1 0 0 0 0,-6 2 0 0 0,-1 2 23 0 0,-1 0 0 0 0,2 0 0 0 0,-15 9 1 0 0,15-6-66 0 0,0-1 1 0 0,1 1 0 0 0,0 1 0 0 0,1 0 0 0 0,-1 0 0 0 0,2 1 0 0 0,-1 0 0 0 0,2 1 0 0 0,-1-1 0 0 0,-9 21 0 0 0,14-25-23 0 0,1-1 0 0 0,0 1 0 0 0,0 0-1 0 0,0 0 1 0 0,1 0 0 0 0,0 0 0 0 0,0-1 0 0 0,1 1 0 0 0,-1 0-1 0 0,1 1 1 0 0,1 5 0 0 0,0-8-3 0 0,0 1 0 0 0,0-1 0 0 0,0 0 0 0 0,1 0 0 0 0,0 0 0 0 0,0 0 0 0 0,0 0 0 0 0,0 0 0 0 0,0 0 0 0 0,1 0 0 0 0,0-1 0 0 0,-1 1 0 0 0,1-1 0 0 0,1 0 0 0 0,-1 0 1 0 0,6 4-1 0 0,-2-2 1 0 0,1 0 1 0 0,0-1 0 0 0,0 0 0 0 0,0 0 0 0 0,0 0-1 0 0,1-1 1 0 0,-1-1 0 0 0,1 1 0 0 0,0-1 0 0 0,0-1 0 0 0,0 0-1 0 0,0 0 1 0 0,0 0 0 0 0,0-1 0 0 0,0-1 0 0 0,10-1-1 0 0,-11 1-2 0 0,-1-1-1 0 0,0 1 0 0 0,0-2 0 0 0,0 1 0 0 0,0-1 0 0 0,0 0 0 0 0,0 0 1 0 0,-1-1-1 0 0,0 1 0 0 0,1-2 0 0 0,-1 1 0 0 0,-1-1 0 0 0,1 0 0 0 0,-1 0 1 0 0,0 0-1 0 0,0-1 0 0 0,0 1 0 0 0,-1-1 0 0 0,8-13 0 0 0,-3-3-72 0 0,0-1-1 0 0,7-32 1 0 0,-2 8 19 0 0,-13 44 58 0 0,2 37 123 0 0,-2-22-116 0 0,0-1 1 0 0,0 0-1 0 0,1 1 0 0 0,0-1 1 0 0,1 0-1 0 0,1 0 0 0 0,7 18 1 0 0,-9-26-9 0 0,0 0 0 0 0,0 1 0 0 0,0-1 1 0 0,0 0-1 0 0,1 0 0 0 0,-1 0 1 0 0,1 0-1 0 0,0-1 0 0 0,-1 1 1 0 0,1-1-1 0 0,1 0 0 0 0,-1 0 1 0 0,0 0-1 0 0,1 0 0 0 0,-1 0 0 0 0,1-1 1 0 0,-1 1-1 0 0,1-1 0 0 0,-1 0 1 0 0,1 0-1 0 0,0 0 0 0 0,0-1 1 0 0,0 1-1 0 0,0-1 0 0 0,7 0 1 0 0,4-1-2 0 0,0-1 0 0 0,0 0 0 0 0,-1-1 0 0 0,1 0 0 0 0,0-2 1 0 0,-1 1-1 0 0,0-2 0 0 0,0 0 0 0 0,0 0 0 0 0,-1-2 0 0 0,0 1 1 0 0,-1-2-1 0 0,1 0 0 0 0,-2 0 0 0 0,1-1 0 0 0,-1 0 0 0 0,-1-1 1 0 0,0 0-1 0 0,0-1 0 0 0,-1 0 0 0 0,-1-1 0 0 0,0 0 0 0 0,0 0 1 0 0,-2 0-1 0 0,0-1 0 0 0,0 0 0 0 0,7-29 0 0 0,-12 37-13 0 0,1-1-1 0 0,-1 0 1 0 0,0 0-1 0 0,-1 0 1 0 0,0-7-1 0 0,0 11 5 0 0,0 1-1 0 0,0 0 1 0 0,0-1-1 0 0,-1 1 1 0 0,0 0-1 0 0,1 0 1 0 0,-1 0-1 0 0,0 0 1 0 0,0-1-1 0 0,0 1 1 0 0,0 0-1 0 0,0 0 1 0 0,0 1-1 0 0,-1-1 1 0 0,1 0-1 0 0,-1 0 1 0 0,1 1-1 0 0,-3-3 1 0 0,0 3-4 0 0,-11-3-6 0 0,-5 6 16 0 0,17-1 0 0 0,1 0 1 0 0,-1-1-1 0 0,0 1 0 0 0,1 1 0 0 0,-1-1 0 0 0,1 0 0 0 0,-1 1 0 0 0,1-1 0 0 0,0 1 1 0 0,-1-1-1 0 0,1 1 0 0 0,0 0 0 0 0,0 0 0 0 0,0 0 0 0 0,0 1 0 0 0,1-1 0 0 0,-1 0 1 0 0,1 1-1 0 0,-1-1 0 0 0,1 1 0 0 0,0-1 0 0 0,0 1 0 0 0,0-1 0 0 0,0 1 0 0 0,0 0 1 0 0,1 0-1 0 0,-1-1 0 0 0,1 1 0 0 0,0 0 0 0 0,0 0 0 0 0,0 0 0 0 0,1 5 0 0 0,-1-3 6 0 0,1-1-1 0 0,0 1 0 0 0,0 0 0 0 0,1 0 0 0 0,-1-1 0 0 0,1 1 0 0 0,0-1 0 0 0,0 0 0 0 0,1 1 1 0 0,-1-1-1 0 0,1 0 0 0 0,0 0 0 0 0,0-1 0 0 0,0 1 0 0 0,1 0 0 0 0,-1-1 0 0 0,1 0 0 0 0,6 4 1 0 0,1-1 0 0 0,0-1 0 0 0,0 0 0 0 0,1-1 0 0 0,-1 0 0 0 0,1-1 0 0 0,0 0 0 0 0,0-1 0 0 0,0 0 0 0 0,14-1 0 0 0,-7 0-3 0 0,-1-2 1 0 0,0 0-1 0 0,0-1 0 0 0,0-1 1 0 0,27-8-1 0 0,-39 9-5 0 0,0-1 1 0 0,0 0-1 0 0,0 0 0 0 0,-1 0 0 0 0,0-1 0 0 0,1 0 0 0 0,-1 0 1 0 0,-1 0-1 0 0,1-1 0 0 0,0 1 0 0 0,-1-1 0 0 0,0 0 0 0 0,0-1 0 0 0,-1 1 1 0 0,4-7-1 0 0,-4 8-5 0 0,-1-1 0 0 0,0 0 0 0 0,1 0 0 0 0,-1-1 0 0 0,-1 1 0 0 0,1 0 0 0 0,-1-1 0 0 0,0 1 1 0 0,0-1-1 0 0,-1 1 0 0 0,0-1 0 0 0,0 1 0 0 0,0-1 0 0 0,0 1 0 0 0,-1-1 0 0 0,0 1 0 0 0,-3-10 0 0 0,4 14 4 0 0,0 0-1 0 0,-1 0 0 0 0,1 0 0 0 0,0 1 1 0 0,-1-1-1 0 0,1 0 0 0 0,-1 0 1 0 0,0 0-1 0 0,1 1 0 0 0,-1-1 0 0 0,0 0 1 0 0,1 1-1 0 0,-1-1 0 0 0,0 1 1 0 0,0-1-1 0 0,1 1 0 0 0,-1-1 1 0 0,0 1-1 0 0,0-1 0 0 0,0 1 0 0 0,0 0 1 0 0,0-1-1 0 0,1 1 0 0 0,-1 0 1 0 0,0 0-1 0 0,0 0 0 0 0,0-1 0 0 0,0 1 1 0 0,0 0-1 0 0,0 1 0 0 0,0-1 1 0 0,0 0-1 0 0,0 0 0 0 0,0 0 0 0 0,0 0 1 0 0,0 1-1 0 0,0-1 0 0 0,1 0 1 0 0,-1 1-1 0 0,0-1 0 0 0,0 1 1 0 0,0-1-1 0 0,-1 2 0 0 0,-2 0 5 0 0,1 1 0 0 0,-1-1 0 0 0,1 1 0 0 0,-1 0 0 0 0,1 0-1 0 0,0 1 1 0 0,-5 6 0 0 0,2 1 11 0 0,0 0-1 0 0,1 1 1 0 0,0 0-1 0 0,0 0 1 0 0,2 0-1 0 0,-1 1 1 0 0,1-1-1 0 0,1 1 1 0 0,1 0-1 0 0,0-1 1 0 0,0 1-1 0 0,1 0 1 0 0,1 0-1 0 0,0 0 1 0 0,0-1-1 0 0,2 1 1 0 0,0 0-1 0 0,5 14 1 0 0,-7-23-11 0 0,1 0 0 0 0,0-1 0 0 0,0 1 1 0 0,1-1-1 0 0,-1 0 0 0 0,0 0 1 0 0,1 0-1 0 0,0 0 0 0 0,0 0 0 0 0,0 0 1 0 0,0-1-1 0 0,0 1 0 0 0,1-1 1 0 0,4 3-1 0 0,-1-2 4 0 0,0 0 0 0 0,0 0 0 0 0,1-1 0 0 0,-1 0 0 0 0,0-1 0 0 0,1 0 0 0 0,9 1 0 0 0,2-2 7 0 0,-1 0 1 0 0,0-1-1 0 0,1-1 0 0 0,-1-1 0 0 0,31-9 1 0 0,-32 6-44 0 0,0 0 1 0 0,0-1-1 0 0,0-1 1 0 0,-1-1-1 0 0,0 0 1 0 0,-1-1-1 0 0,0-1 1 0 0,0 0-1 0 0,-1-1 1 0 0,-1 0-1 0 0,22-27 1 0 0,-19 18-35 0 0,-2 0 0 0 0,0 0 1 0 0,-2-1-1 0 0,0-1 0 0 0,-2 0 0 0 0,0-1 1 0 0,-2 0-1 0 0,7-27 0 0 0,-2-10 79 0 0,-2-1 1 0 0,-3 1-1 0 0,0-82 0 0 0,-9 140-28 0 0,0-7 4 0 0,-14 34-15 0 0,2 22 115 0 0,-12 86 0 0 0,6 52 222 0 0,14-125-235 0 0,-9 225 200 0 0,14-277-293 0 0,1-1 0 0 0,0 1 0 0 0,0 0 0 0 0,0-1 1 0 0,4 12-1 0 0,-4-16-129 0 0,0 0-1 0 0,0 1 1 0 0,1-1 0 0 0,-1 0-1 0 0,0 0 1 0 0,1 0 0 0 0,-1 0-1 0 0,1 0 1 0 0,0 0 0 0 0,0 0-1 0 0,0-1 1 0 0,0 1 0 0 0,0 0-1 0 0,0-1 1 0 0,0 0 0 0 0,4 2-1 0 0,-5-2-91 0 0,0-1 0 0 0,0 0 0 0 0,0 0 0 0 0,0 1-1 0 0,1-1 1 0 0,-1 0 0 0 0,0 0 0 0 0,0 0 0 0 0,0 0-1 0 0,0-1 1 0 0,1 1 0 0 0,-1 0 0 0 0,0 0 0 0 0,0-1-1 0 0,0 1 1 0 0,2-1 0 0 0,0-1-753 0 0,13-2-3615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41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141 141 1088 0 0,'-139'-56'12989'0'0,"137"56"-12645"0"0,8-7 156 0 0,-5 6-489 0 0,-1 1 0 0 0,1-1 0 0 0,-1 0 0 0 0,1 1-1 0 0,-1-1 1 0 0,1 0 0 0 0,0 1 0 0 0,-1-1 0 0 0,1 1 0 0 0,0-1 0 0 0,0 1 0 0 0,-1-1 0 0 0,1 1-1 0 0,0-1 1 0 0,0 1 0 0 0,0 0 0 0 0,34-11 154 0 0,1 2-1 0 0,44-5 1 0 0,77-1-72 0 0,-108 11-61 0 0,184-9-774 0 0,-77 10-7552 0 0,-135 3 4009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42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259 470 2168 0 0,'-1'-1'127'0'0,"-21"-10"2504"0"0,0 1-1 0 0,-1 0 1 0 0,-28-7-1 0 0,50 17-2596 0 0,-1 0-1 0 0,1 0 0 0 0,-1 0 1 0 0,1 0-1 0 0,0 0 1 0 0,-1 0-1 0 0,1 1 0 0 0,-1-1 1 0 0,1 0-1 0 0,0 1 1 0 0,-1 0-1 0 0,1-1 1 0 0,0 1-1 0 0,0 0 0 0 0,0-1 1 0 0,-1 1-1 0 0,0 1 1 0 0,-18 17 196 0 0,17-16-166 0 0,-7 9 25 0 0,-1 1-1 0 0,2 0 0 0 0,0 0 0 0 0,0 1 1 0 0,1 0-1 0 0,-6 16 0 0 0,10-20-59 0 0,0 0 0 0 0,1 0-1 0 0,0 0 1 0 0,1 1 0 0 0,0-1 0 0 0,0 1-1 0 0,1-1 1 0 0,1 1 0 0 0,0-1 0 0 0,2 15-1 0 0,-2-21-16 0 0,1 0 0 0 0,0 0 0 0 0,0 0-1 0 0,1 0 1 0 0,-1 0 0 0 0,1 0-1 0 0,0 0 1 0 0,0-1 0 0 0,0 1 0 0 0,1-1-1 0 0,-1 1 1 0 0,1-1 0 0 0,0 0 0 0 0,5 5-1 0 0,-3-4 0 0 0,1 0-1 0 0,0 0 1 0 0,0 0 0 0 0,0-1-1 0 0,0 0 1 0 0,1 0 0 0 0,-1-1-1 0 0,10 3 1 0 0,-1-2 5 0 0,0 0 0 0 0,0-1 0 0 0,0-1 1 0 0,0 0-1 0 0,0-1 0 0 0,0-1 0 0 0,24-4 1 0 0,-32 4-19 0 0,0 0 1 0 0,0-1 0 0 0,0 0-1 0 0,0-1 1 0 0,-1 1 0 0 0,1-1-1 0 0,-1 0 1 0 0,0-1 0 0 0,0 0-1 0 0,0 0 1 0 0,0 0 0 0 0,-1-1-1 0 0,1 1 1 0 0,-1-1 0 0 0,0 0-1 0 0,-1-1 1 0 0,1 1 0 0 0,-1-1-1 0 0,0 0 1 0 0,-1 0 0 0 0,1-1-1 0 0,-1 1 1 0 0,0-1 0 0 0,-1 1-1 0 0,0-1 1 0 0,2-7 0 0 0,-2 6-4 0 0,-1 1-1 0 0,1 0 1 0 0,-2 0 0 0 0,1-1 0 0 0,-1 1 0 0 0,0 0 0 0 0,0-1 0 0 0,-1 1 0 0 0,0 0 0 0 0,-1-1-1 0 0,1 1 1 0 0,-1 0 0 0 0,-1 0 0 0 0,1 0 0 0 0,-1 0 0 0 0,-4-6 0 0 0,5 9 1 0 0,-1 0 1 0 0,0-1-1 0 0,0 1 1 0 0,-1 1 0 0 0,1-1-1 0 0,-1 0 1 0 0,0 1-1 0 0,0 0 1 0 0,0 0 0 0 0,0 0-1 0 0,0 0 1 0 0,-1 1-1 0 0,1 0 1 0 0,-1-1 0 0 0,0 2-1 0 0,1-1 1 0 0,-1 0-1 0 0,0 1 1 0 0,0 0 0 0 0,0 0-1 0 0,0 1 1 0 0,0-1-1 0 0,-9 2 1 0 0,1-1 0 0 0,0 2 0 0 0,1 0 1 0 0,-1 0-1 0 0,-13 5 0 0 0,22-6 4 0 0,0 0-1 0 0,1 1 0 0 0,-1-1 1 0 0,1 1-1 0 0,-1 0 1 0 0,1 0-1 0 0,-1 0 0 0 0,1 0 1 0 0,0 0-1 0 0,0 1 1 0 0,0-1-1 0 0,0 1 0 0 0,1 0 1 0 0,-1 0-1 0 0,1 0 1 0 0,-1 0-1 0 0,-1 5 0 0 0,4-7 2 0 0,-1 0-1 0 0,1 0 0 0 0,0-1 0 0 0,0 1 0 0 0,0 0 0 0 0,0 0 1 0 0,0 0-1 0 0,0 0 0 0 0,1 0 0 0 0,-1 0 0 0 0,0-1 0 0 0,0 1 1 0 0,1 0-1 0 0,-1 0 0 0 0,0 0 0 0 0,1-1 0 0 0,-1 1 0 0 0,1 0 1 0 0,-1 0-1 0 0,1-1 0 0 0,-1 1 0 0 0,1 0 0 0 0,0-1 0 0 0,-1 1 0 0 0,1-1 1 0 0,0 1-1 0 0,-1-1 0 0 0,1 1 0 0 0,0-1 0 0 0,0 1 0 0 0,-1-1 1 0 0,1 0-1 0 0,0 1 0 0 0,1-1 0 0 0,27 9-3 0 0,9-5 5 0 0,-1-2 0 0 0,0-2 0 0 0,0-2 0 0 0,0-1 0 0 0,0-1 0 0 0,47-13 0 0 0,-52 10-10 0 0,-2-2 0 0 0,1-1 0 0 0,-1-2 0 0 0,-1 0 0 0 0,45-27 0 0 0,-56 27 7 0 0,-1 0 0 0 0,0-1 0 0 0,-1 0 0 0 0,-1-2 0 0 0,0 0-1 0 0,-1 0 1 0 0,0-2 0 0 0,-2 1 0 0 0,17-29 0 0 0,-14 15 48 0 0,0-1 1 0 0,-3 0-1 0 0,0-2 1 0 0,-2 1-1 0 0,-2-1 0 0 0,6-45 1 0 0,-15 68 1 0 0,-5 15-35 0 0,-6 14-15 0 0,-17 73 45 0 0,-30 180 0 0 0,52-231 1 0 0,-47 310 1218 0 0,2-7-203 0 0,-28-8-359 0 0,70-305-545 0 0,-21 45-1 0 0,26-66-44 0 0,0 0 0 0 0,-1 0 0 0 0,0-1 0 0 0,0 0 0 0 0,-1 0 0 0 0,-1-1-1 0 0,1 0 1 0 0,-10 8 0 0 0,14-13-75 0 0,1-1-1 0 0,-1 0 1 0 0,0-1-1 0 0,0 1 1 0 0,0 0-1 0 0,1-1 1 0 0,-2 1-1 0 0,1-1 1 0 0,0 0-1 0 0,0 0 1 0 0,0 0 0 0 0,0-1-1 0 0,-1 1 1 0 0,1-1-1 0 0,0 1 1 0 0,0-1-1 0 0,-1 0 1 0 0,1-1-1 0 0,0 1 1 0 0,-1 0-1 0 0,1-1 1 0 0,0 0-1 0 0,0 0 1 0 0,0 0-1 0 0,0 0 1 0 0,0 0 0 0 0,0-1-1 0 0,0 1 1 0 0,0-1-1 0 0,0 0 1 0 0,0 0-1 0 0,1 0 1 0 0,-1 0-1 0 0,1 0 1 0 0,0-1-1 0 0,-4-4 1 0 0,-2-2 6 0 0,1 0 0 0 0,1-1-1 0 0,-1 0 1 0 0,1-1 0 0 0,1 1 0 0 0,0-1 0 0 0,1 0 0 0 0,0 0-1 0 0,-2-12 1 0 0,4 12-21 0 0,0-1-1 0 0,1 1 1 0 0,1 0 0 0 0,0 0-1 0 0,1-1 1 0 0,0 1-1 0 0,0 0 1 0 0,2 0-1 0 0,-1 0 1 0 0,1 0-1 0 0,1 0 1 0 0,0 0-1 0 0,0 1 1 0 0,1 0 0 0 0,10-17-1 0 0,1 4-12 0 0,1 0 1 0 0,0 0-1 0 0,2 2 0 0 0,1 0 0 0 0,24-20 0 0 0,14-6-3 0 0,3 2-1 0 0,2 2 1 0 0,124-61-1 0 0,218-65-347 0 0,-281 127-932 0 0,1 5 1 0 0,174-26-1 0 0,74 21-7812 0 0,-266 37 2796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43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1 553 564 0 0,'11'-13'9362'0'0,"-8"11"-8582"0"0,1 3-553 0 0,1 1-1 0 0,-1-1 1 0 0,0-1-1 0 0,0 1 1 0 0,1-1-1 0 0,-1 1 1 0 0,1-1 0 0 0,-1 0-1 0 0,0-1 1 0 0,1 1-1 0 0,6-3 1 0 0,-2 1-64 0 0,0-1 1 0 0,0 0 0 0 0,-1-1 0 0 0,1 0 0 0 0,8-6 0 0 0,9-8-80 0 0,-2 0 1 0 0,31-31-1 0 0,-47 42 14 0 0,13-13-41 0 0,-1 0 0 0 0,21-28 1 0 0,-33 36-36 0 0,0 1 1 0 0,0-2-1 0 0,-1 1 0 0 0,-1-1 1 0 0,0 0-1 0 0,6-19 0 0 0,-10 20-18 0 0,0-1 0 0 0,0 0-1 0 0,-2 1 1 0 0,1-1 0 0 0,-2 0-1 0 0,0 0 1 0 0,0 1 0 0 0,-1-1-1 0 0,0 1 1 0 0,-1-1 0 0 0,-1 1-1 0 0,0 0 1 0 0,-1 0-1 0 0,0 1 1 0 0,-1-1 0 0 0,-7-10-1 0 0,13 21-3 0 0,0 1 0 0 0,0-1 0 0 0,-1 1-1 0 0,1-1 1 0 0,0 1 0 0 0,-1 0 0 0 0,1-1-1 0 0,-1 1 1 0 0,1-1 0 0 0,0 1 0 0 0,-1 0-1 0 0,1-1 1 0 0,-1 1 0 0 0,1 0 0 0 0,-1 0-1 0 0,1-1 1 0 0,-1 1 0 0 0,1 0 0 0 0,-1 0-1 0 0,1 0 1 0 0,-1 0 0 0 0,0 0 0 0 0,1 0-1 0 0,-1 0 1 0 0,1 0 0 0 0,-1 0 0 0 0,1 0-1 0 0,-1 0 1 0 0,1 0 0 0 0,-1 0 0 0 0,1 0-1 0 0,-1 0 1 0 0,1 0 0 0 0,-1 1 0 0 0,1-1-1 0 0,-1 0 1 0 0,1 0 0 0 0,-1 1 0 0 0,1-1-1 0 0,-1 0 1 0 0,1 1 0 0 0,-1 0 0 0 0,-1 0-1 0 0,0 1 1 0 0,0 0 0 0 0,0 0 0 0 0,0 0-1 0 0,1 0 1 0 0,-1 0 0 0 0,-2 5 0 0 0,-4 11-3 0 0,1 0 0 0 0,0 1 0 0 0,2 1 0 0 0,-6 28 0 0 0,-5 84 15 0 0,15-126-8 0 0,-21 535 143 0 0,17-305-85 0 0,-2-94 496 0 0,2-99 1045 0 0,5-41-1300 0 0,-1-2-292 0 0,0-1 1 0 0,0 1-1 0 0,0-1 0 0 0,0 1 0 0 0,0-1 1 0 0,0 1-1 0 0,1-1 0 0 0,-1 0 0 0 0,0 1 1 0 0,0-1-1 0 0,1 0 0 0 0,-1 0 1 0 0,0 0-1 0 0,1 0 0 0 0,-1 1 0 0 0,1-1 1 0 0,-1 0-1 0 0,1 0 0 0 0,-1 0 1 0 0,1 0-1 0 0,0 0 0 0 0,-1-2 0 0 0,-8-28 47 0 0,8 24-36 0 0,-7-22-8 0 0,1-1 0 0 0,2 1 0 0 0,1-1 1 0 0,2 0-1 0 0,1-48 0 0 0,1 67-21 0 0,1 0 1 0 0,1 0-1 0 0,0 0 0 0 0,0 0 0 0 0,1 0 1 0 0,0 0-1 0 0,1 1 0 0 0,1-1 0 0 0,-1 1 1 0 0,2 0-1 0 0,-1 0 0 0 0,1 1 0 0 0,1 0 1 0 0,-1 0-1 0 0,2 0 0 0 0,-1 1 1 0 0,1 0-1 0 0,11-8 0 0 0,-12 11 7 0 0,0 1 1 0 0,1 0-1 0 0,-1 0 0 0 0,1 0 0 0 0,0 1 1 0 0,0 1-1 0 0,0-1 0 0 0,1 1 0 0 0,-1 0 1 0 0,1 1-1 0 0,-1 0 0 0 0,1 1 1 0 0,-1-1-1 0 0,1 2 0 0 0,-1-1 0 0 0,1 1 1 0 0,-1 0-1 0 0,15 5 0 0 0,-13-3 1 0 0,0 0-1 0 0,0 1 0 0 0,0 0 1 0 0,0 1-1 0 0,-1 0 1 0 0,0 0-1 0 0,0 1 0 0 0,-1 0 1 0 0,1 1-1 0 0,-1 0 1 0 0,-1 0-1 0 0,1 1 1 0 0,-1 0-1 0 0,10 15 0 0 0,-9-9 4 0 0,0 1 0 0 0,-1-1 0 0 0,-1 1 0 0 0,0 1 0 0 0,-1-1 0 0 0,-1 1 0 0 0,3 21-1 0 0,-2 3 2 0 0,0 71-1 0 0,-2-41-2717 0 0,-3-67 1927 0 0,3-4-411 0 0,0 0 938 0 0,0 0 0 0 0,0-1-1 0 0,0 1 1 0 0,0-1-1 0 0,-1 1 1 0 0,1-1-1 0 0,0 0 1 0 0,-1 0-1 0 0,0 0 1 0 0,1 0-1 0 0,-1 0 1 0 0,0-1-1 0 0,0 1 1 0 0,0-1-1 0 0,0 1 1 0 0,1-4-1 0 0,7-6-649 0 0,32-37-2598 0 0,-18 21 1276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44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115 646 2272 0 0,'14'-19'2016'0'0,"-1"0"-1"0"0,0-2 0 0 0,11-27 1 0 0,-16 33-953 0 0,-8 14-1028 0 0,1 0-1 0 0,-1 0 1 0 0,1 0-1 0 0,-1 1 0 0 0,0-1 1 0 0,1 0-1 0 0,-1 0 1 0 0,0 0-1 0 0,0 0 1 0 0,0 0-1 0 0,0 0 1 0 0,1 0-1 0 0,-1 0 1 0 0,-1 0-1 0 0,1 0 1 0 0,0 0-1 0 0,0 1 1 0 0,0-1-1 0 0,0 0 1 0 0,-1 0-1 0 0,1 0 1 0 0,0 0-1 0 0,-1 0 1 0 0,1 0-1 0 0,-1 1 1 0 0,1-1-1 0 0,-1 0 1 0 0,1 0-1 0 0,-1 1 1 0 0,0-1-1 0 0,1 0 1 0 0,-1 1-1 0 0,0-1 1 0 0,1 0-1 0 0,-1 1 1 0 0,0-1-1 0 0,0 1 1 0 0,0-1-1 0 0,1 1 1 0 0,-1 0-1 0 0,0-1 1 0 0,0 1-1 0 0,0 0 1 0 0,0 0-1 0 0,0 0 1 0 0,0-1-1 0 0,0 1 1 0 0,0 0-1 0 0,0 0 1 0 0,0 0-1 0 0,0 0 1 0 0,1 1-1 0 0,-1-1 1 0 0,0 0-1 0 0,0 0 1 0 0,0 0-1 0 0,0 1 1 0 0,0-1-1 0 0,0 1 1 0 0,0-1-1 0 0,1 0 0 0 0,-1 1 1 0 0,0 0-1 0 0,0-1 1 0 0,1 1-1 0 0,-2 0 1 0 0,-7 6 6 0 0,1 0 1 0 0,0 1-1 0 0,1 0 1 0 0,0 0-1 0 0,0 1 0 0 0,-9 13 1 0 0,-28 61 11 0 0,34-62-40 0 0,3-7-6 0 0,1 1-1 0 0,1-1 1 0 0,0 1 0 0 0,-4 24-1 0 0,7-31-2 0 0,1 1-1 0 0,0 0 1 0 0,1-1-1 0 0,0 1 1 0 0,0 0-1 0 0,1 0 1 0 0,0-1 0 0 0,0 1-1 0 0,4 12 1 0 0,-4-19 1 0 0,0 0 0 0 0,0 1 0 0 0,0-1 0 0 0,0 0 0 0 0,0 0 0 0 0,0 0 0 0 0,1 0 0 0 0,-1 0 0 0 0,1 0 0 0 0,-1 0 0 0 0,1-1 0 0 0,0 1 0 0 0,0 0 0 0 0,0-1 1 0 0,0 1-1 0 0,0-1 0 0 0,0 0 0 0 0,4 2 0 0 0,-3-2-1 0 0,1 0 0 0 0,-1-1 1 0 0,1 1-1 0 0,-1-1 0 0 0,0 1 0 0 0,1-1 0 0 0,-1 0 1 0 0,1-1-1 0 0,-1 1 0 0 0,1 0 0 0 0,6-3 1 0 0,-3 1-9 0 0,1-1 1 0 0,-1 0-1 0 0,0 0 1 0 0,0-1-1 0 0,0 0 0 0 0,0 0 1 0 0,-1 0-1 0 0,1-1 1 0 0,-1 0-1 0 0,10-11 1 0 0,-10 8 3 0 0,-1 0 1 0 0,0 0 0 0 0,0-1-1 0 0,0 0 1 0 0,-1 0-1 0 0,-1 0 1 0 0,0 0 0 0 0,0 0-1 0 0,0-1 1 0 0,1-14 0 0 0,-1-8 42 0 0,-1-59 0 0 0,-3 55-23 0 0,1 34-46 0 0,5 12 17 0 0,-2 0 17 0 0,0 0-1 0 0,-1 0 1 0 0,-1 0-1 0 0,1 0 1 0 0,-1 11-1 0 0,1 8 31 0 0,3 21 33 0 0,5 40-25 0 0,-8-80-31 0 0,0 1 0 0 0,1-2 0 0 0,0 1-1 0 0,0 0 1 0 0,1-1 0 0 0,7 13 0 0 0,-10-20-8 0 0,1 0 0 0 0,-1 0 0 0 0,1 0 0 0 0,-1 0 0 0 0,1-1 0 0 0,-1 1 0 0 0,1-1 0 0 0,0 1 0 0 0,0-1 0 0 0,0 0 0 0 0,0 1 0 0 0,0-1 0 0 0,0 0 0 0 0,0 0 0 0 0,0 0 0 0 0,0-1 0 0 0,1 1 0 0 0,-1-1 0 0 0,0 1 0 0 0,1-1 0 0 0,-1 0 0 0 0,0 1 0 0 0,1-1 0 0 0,-1 0 0 0 0,0-1 0 0 0,1 1 0 0 0,-1 0 0 0 0,0-1 0 0 0,0 1 0 0 0,1-1 0 0 0,-1 0 0 0 0,3-1 0 0 0,5-2-6 0 0,1-1 1 0 0,-1-1-1 0 0,-1 0 1 0 0,1 0-1 0 0,11-10 1 0 0,-8 4-24 0 0,-1 0-1 0 0,0-1 1 0 0,-1 0 0 0 0,0-1 0 0 0,-1 0 0 0 0,-1 0 0 0 0,0-1-1 0 0,-1-1 1 0 0,-1 1 0 0 0,0-1 0 0 0,-1 0 0 0 0,6-27 0 0 0,-4 5-25 0 0,-1-1 0 0 0,-1-1 0 0 0,-3 1 0 0 0,-1-55 0 0 0,-3 57 260 0 0,-1 1-1 0 0,-1-1 1 0 0,-3 1 0 0 0,0 0-1 0 0,-22-63 1 0 0,28 98-208 0 0,0 1 1 0 0,0 0-1 0 0,0-1 0 0 0,0 1 0 0 0,0-1 1 0 0,-1 1-1 0 0,1-1 0 0 0,0 1 0 0 0,0-1 1 0 0,0 1-1 0 0,-1 0 0 0 0,1-1 1 0 0,0 1-1 0 0,-1 0 0 0 0,1-1 0 0 0,0 1 1 0 0,-1 0-1 0 0,1-1 0 0 0,0 1 0 0 0,-1 0 1 0 0,1-1-1 0 0,-1 1 0 0 0,1 0 0 0 0,0 0 1 0 0,-1 0-1 0 0,1-1 0 0 0,-1 1 0 0 0,1 0 1 0 0,-1 0-1 0 0,1 0 0 0 0,-1 0 1 0 0,1 0-1 0 0,-1 0 0 0 0,0 0 0 0 0,0 1 0 0 0,0 0 0 0 0,0-1 1 0 0,0 1-1 0 0,0 0 0 0 0,0-1 0 0 0,1 1 0 0 0,-1 0 0 0 0,0 0 0 0 0,0 0 1 0 0,1 0-1 0 0,-1 0 0 0 0,0 1 0 0 0,-14 33 41 0 0,6 2-5 0 0,2 2 1 0 0,1-1-1 0 0,2 1 1 0 0,1 51-1 0 0,5-21-15 0 0,18 106-1 0 0,-16-151-13 0 0,0-1-1 0 0,16 45 0 0 0,-18-63-2 0 0,0 1 0 0 0,1-1 0 0 0,-1 1 0 0 0,1-1 0 0 0,0 0 0 0 0,0 0 0 0 0,1 0-1 0 0,0-1 1 0 0,-1 1 0 0 0,1-1 0 0 0,1 0 0 0 0,-1 0 0 0 0,1 0 0 0 0,-1-1 0 0 0,1 1 0 0 0,0-1 0 0 0,9 4-1 0 0,-7-6-3 0 0,0 1 0 0 0,0-1 0 0 0,0 0-1 0 0,1-1 1 0 0,-1 0 0 0 0,0 0 0 0 0,0 0-1 0 0,0-1 1 0 0,0 0 0 0 0,0-1 0 0 0,0 1-1 0 0,11-5 1 0 0,4-2-62 0 0,-1-1-1 0 0,33-19 1 0 0,-35 17-45 0 0,0-2 0 0 0,-1 0 0 0 0,0-1 0 0 0,-1 0 0 0 0,-1-2 0 0 0,0 0 0 0 0,-1-1 0 0 0,-1 0 0 0 0,0-1 0 0 0,-1-1 0 0 0,13-27 0 0 0,-15 23 9 0 0,-1-1-1 0 0,-1 0 1 0 0,-1 0-1 0 0,-1 0 1 0 0,-1-1 0 0 0,-2 0-1 0 0,0-1 1 0 0,-2 1 0 0 0,-1-48-1 0 0,-3 25 260 0 0,-3-1 0 0 0,-2 0 0 0 0,-2 1-1 0 0,-19-57 1 0 0,28 105-164 0 0,0 0 1 0 0,0-1-1 0 0,0 1 0 0 0,0 0 1 0 0,0 0-1 0 0,0-1 0 0 0,0 1 0 0 0,0 0 1 0 0,0 0-1 0 0,0-1 0 0 0,0 1 1 0 0,0 0-1 0 0,0 0 0 0 0,0 0 1 0 0,0-1-1 0 0,-1 1 0 0 0,1 0 1 0 0,0 0-1 0 0,0-1 0 0 0,0 1 0 0 0,0 0 1 0 0,-1 0-1 0 0,1 0 0 0 0,0 0 1 0 0,0-1-1 0 0,0 1 0 0 0,-1 0 1 0 0,1 0-1 0 0,0 0 0 0 0,0 0 1 0 0,-1 0-1 0 0,1 0 0 0 0,0 0 0 0 0,0 0 1 0 0,-1 0-1 0 0,1-1 0 0 0,-4 11 31 0 0,-1 20-7 0 0,5-29-20 0 0,-4 58 102 0 0,3 1 0 0 0,7 60 1 0 0,-2-55 88 0 0,52 858 2861 0 0,-55-904-3011 0 0,0-13-34 0 0,3 74 195 0 0,4 0 0 0 0,25 112 0 0 0,-32-187-179 0 0,1 1-1 0 0,0-1 0 0 0,-1 0 1 0 0,2 0-1 0 0,-1 0 0 0 0,0-1 1 0 0,1 1-1 0 0,0 0 0 0 0,0-1 1 0 0,1 0-1 0 0,-1 0 0 0 0,1 0 1 0 0,0 0-1 0 0,0 0 0 0 0,6 4 1 0 0,-6-6-12 0 0,0 0 1 0 0,1 0 0 0 0,-1-1 0 0 0,1 1-1 0 0,-1-1 1 0 0,1 0 0 0 0,-1 0 0 0 0,1 0-1 0 0,0-1 1 0 0,0 1 0 0 0,-1-1 0 0 0,1 0-1 0 0,0-1 1 0 0,-1 1 0 0 0,1-1 0 0 0,0 0-1 0 0,7-2 1 0 0,0-1 4 0 0,-1 0-1 0 0,0-1 1 0 0,0 0-1 0 0,-1 0 1 0 0,0-1-1 0 0,1 0 1 0 0,-2-1-1 0 0,1 0 1 0 0,-1-1-1 0 0,0 0 1 0 0,9-12-1 0 0,-13 15-19 0 0,-1 0-1 0 0,0-1 1 0 0,0 0 0 0 0,-1 0-1 0 0,1 0 1 0 0,-1 0-1 0 0,-1 0 1 0 0,1-1 0 0 0,-1 1-1 0 0,0-1 1 0 0,-1 0 0 0 0,0 0-1 0 0,0 1 1 0 0,0-1-1 0 0,-1 0 1 0 0,1 0 0 0 0,-2 0-1 0 0,1 0 1 0 0,-1 0 0 0 0,-3-12-1 0 0,0 7-4 0 0,0 0 0 0 0,-1 0 0 0 0,0 0-1 0 0,-1 1 1 0 0,-1 0 0 0 0,1 0 0 0 0,-17-19 0 0 0,10 16-5 0 0,-1 0 0 0 0,-1 0 0 0 0,0 1 1 0 0,-24-15-1 0 0,-12-2-1 0 0,-1 2-1 0 0,-80-30 1 0 0,98 44 19 0 0,9 5 25 0 0,16 6-37 0 0,0 0 0 0 0,0 0-1 0 0,1-1 1 0 0,-1-1 0 0 0,1 1-1 0 0,-14-12 1 0 0,20 15-13 0 0,1 0 0 0 0,0 0 1 0 0,0-1-1 0 0,0 1 0 0 0,0-1 1 0 0,0 1-1 0 0,1-1 0 0 0,-1 1 1 0 0,0-1-1 0 0,1 1 0 0 0,-1-1 1 0 0,1 0-1 0 0,-1 1 0 0 0,1-1 0 0 0,0 0 1 0 0,0 1-1 0 0,0-1 0 0 0,0 0 1 0 0,0-2-1 0 0,1 1-110 0 0,-1-1 1 0 0,1 0-1 0 0,0 0 1 0 0,1 1-1 0 0,-1-1 1 0 0,1 1-1 0 0,0-1 1 0 0,2-3-1 0 0,4-5-630 0 0,1 1 0 0 0,0 0 0 0 0,16-14 0 0 0,68-53-7048 0 0,-56 51 2103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45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98 908 0 0,'17'-2'11696'0'0,"35"-5"-10404"0"0,14-11-969 0 0,50-15-2386 0 0,-40 7-3622 0 0,-40 14 1618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45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1696 0 0,'0'0'5097'0'0,"1"12"-2933"0"0,3 117 4465 0 0,17 109-1598 0 0,10 89-2322 0 0,58 451-987 0 0,-39-246-1857 0 0,-50-530 59 0 0,0 0-178 0 0,1 1-1 0 0,-1 0 1 0 0,0 0-1 0 0,1-1 1 0 0,-1 1 0 0 0,-1 0-1 0 0,1-1 1 0 0,0 1-1 0 0,-1 0 1 0 0,1-1-1 0 0,-1 1 1 0 0,0 0 0 0 0,0-1-1 0 0,0 1 1 0 0,0-1-1 0 0,-2 4 1 0 0,2-6 58 0 0,0 1 0 0 0,1-1-1 0 0,-1 0 1 0 0,0 0 0 0 0,0 1 0 0 0,0-1 0 0 0,0 0 0 0 0,1 0 0 0 0,-1 0 0 0 0,0 0-1 0 0,0 0 1 0 0,0 0 0 0 0,0 0 0 0 0,0 0 0 0 0,1 0 0 0 0,-1 0 0 0 0,0 0-1 0 0,0-1 1 0 0,0 1 0 0 0,0 0 0 0 0,1 0 0 0 0,-1-1 0 0 0,0 1 0 0 0,0-1-1 0 0,1 1 1 0 0,-1-1 0 0 0,0 1 0 0 0,1-1 0 0 0,-1 1 0 0 0,0-2 0 0 0,-21-18-4468 0 0,-1-6-2700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45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9 426 156 0 0,'-4'-22'1266'0'0,"2"-1"0"0"0,0 1 0 0 0,1-1 0 0 0,2 1-1 0 0,0 0 1 0 0,8-42 0 0 0,-7 53-1092 0 0,2 0 0 0 0,-1 0-1 0 0,1 0 1 0 0,1 0 0 0 0,0 1-1 0 0,0 0 1 0 0,1 0-1 0 0,1 0 1 0 0,0 1 0 0 0,0 0-1 0 0,0 0 1 0 0,1 1 0 0 0,1 0-1 0 0,-1 0 1 0 0,11-7 0 0 0,-4 6-38 0 0,0 0 0 0 0,1 1 0 0 0,-1 1 0 0 0,1 0 0 0 0,1 1 0 0 0,0 1 0 0 0,-1 1 0 0 0,1 0 0 0 0,1 1 0 0 0,-1 1 0 0 0,0 0 0 0 0,22 2 0 0 0,-25 0-8 0 0,1 1 0 0 0,-1 0 1 0 0,0 1-1 0 0,0 1 0 0 0,0 0 1 0 0,-1 1-1 0 0,1 0 0 0 0,-1 1 1 0 0,0 1-1 0 0,0 0 0 0 0,0 1 1 0 0,-1 0-1 0 0,0 1 0 0 0,0 0 0 0 0,13 13 1 0 0,-20-16-22 0 0,-1 0 0 0 0,1 1 0 0 0,-1-1 1 0 0,0 1-1 0 0,-1 0 0 0 0,1 0 0 0 0,-1 0 1 0 0,0 1-1 0 0,-1-1 0 0 0,0 1 0 0 0,0-1 1 0 0,0 1-1 0 0,-1 0 0 0 0,1 7 0 0 0,-1-4-29 0 0,-1-1 0 0 0,0 1-1 0 0,-1-1 1 0 0,0 0 0 0 0,-1 1 0 0 0,0-1-1 0 0,0 0 1 0 0,-1 0 0 0 0,-6 16-1 0 0,5-16-61 0 0,-1 0-1 0 0,0-1 1 0 0,0 1-1 0 0,0-1 1 0 0,-1 0-1 0 0,0-1 1 0 0,-1 1-1 0 0,1-1 0 0 0,-2 0 1 0 0,1-1-1 0 0,-1 0 1 0 0,0 0-1 0 0,0 0 1 0 0,0-1-1 0 0,-1-1 1 0 0,0 1-1 0 0,0-1 1 0 0,0-1-1 0 0,0 0 1 0 0,-19 4-1 0 0,26-6-76 0 0,-1-1-1 0 0,1 0 1 0 0,0 1-1 0 0,0-1 1 0 0,-1 0-1 0 0,1-1 1 0 0,0 1-1 0 0,0 0 1 0 0,0-1-1 0 0,-1 1 1 0 0,1-1-1 0 0,0 1 1 0 0,0-1-1 0 0,0 0 1 0 0,0 0-1 0 0,0 0 1 0 0,-3-3-1 0 0,3 3-77 0 0,1-1 0 0 0,0 1 0 0 0,0-1 0 0 0,0 0 0 0 0,0 1 0 0 0,0-1 0 0 0,0 0 0 0 0,0 0 0 0 0,0 1 0 0 0,1-1-1 0 0,-1 0 1 0 0,1 0 0 0 0,0 0 0 0 0,-1 0 0 0 0,1 0 0 0 0,0-3 0 0 0,1-4-821 0 0,0-1 0 0 0,0 1 0 0 0,1 0 0 0 0,0 0 0 0 0,1 0 0 0 0,0 0-1 0 0,6-11 1 0 0,7-15-3811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46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0 205 432 0 0,'8'-11'1387'0'0,"0"0"1"0"0,-1-1-1 0 0,-1 0 1 0 0,0 0-1 0 0,8-23 0 0 0,-12 27-701 0 0,0 0 0 0 0,0 1 0 0 0,-1-1 0 0 0,0-1-1 0 0,0 1 1 0 0,-1 0 0 0 0,0 0 0 0 0,0 0 0 0 0,-1 0-1 0 0,-2-13 1 0 0,2 19-504 0 0,-2-6 549 0 0,-1 18-342 0 0,-12 78 85 0 0,4 1 0 0 0,5 1 0 0 0,3 92 0 0 0,4-145-406 0 0,10 67-1 0 0,-7-87-88 0 0,1 0 0 0 0,0-1 0 0 0,1 0 1 0 0,1 0-1 0 0,0 0 0 0 0,11 19 0 0 0,-14-31-82 0 0,0 1 0 0 0,0-1 1 0 0,0 0-1 0 0,1 0 0 0 0,0 0 0 0 0,-1 0 0 0 0,1-1 0 0 0,0 1 1 0 0,1-1-1 0 0,-1 0 0 0 0,1 0 0 0 0,-1-1 0 0 0,1 0 0 0 0,8 4 1 0 0,-5-4-142 0 0,0 0 0 0 0,1 0 0 0 0,-1-1 0 0 0,0 0 0 0 0,0-1 0 0 0,1 0 1 0 0,-1 0-1 0 0,14-2 0 0 0,-3-2-188 0 0,0 0 0 0 0,-1-1-1 0 0,0-1 1 0 0,0-1 0 0 0,-1-1 0 0 0,1 0 0 0 0,23-16-1 0 0,-27 14 289 0 0,-1-1 0 0 0,0 0 0 0 0,0 0 0 0 0,-2-1 0 0 0,1-1 0 0 0,-1 0 0 0 0,14-23-1 0 0,-18 24 378 0 0,0-1-1 0 0,0 1 0 0 0,-1-2 1 0 0,-1 1-1 0 0,0-1 0 0 0,-1 1 1 0 0,0-1-1 0 0,-1-1 0 0 0,2-17 1 0 0,-5 28-40 0 0,0 0-1 0 0,1 0 1 0 0,-1 0 0 0 0,-1 0 0 0 0,1 0 0 0 0,-1 0 0 0 0,1 0 0 0 0,-1 0 0 0 0,0 1 0 0 0,0-1 0 0 0,-1 0 0 0 0,1 1 0 0 0,-1-1 0 0 0,0 1 0 0 0,0-1 0 0 0,0 1 0 0 0,0 0 0 0 0,-1 0 0 0 0,1 0 0 0 0,-1 0 0 0 0,-4-4 0 0 0,5 6-171 0 0,1 1 0 0 0,0-1 0 0 0,-1 1 1 0 0,1-1-1 0 0,-1 1 0 0 0,1 0 0 0 0,-1 0 0 0 0,1-1 1 0 0,-1 1-1 0 0,1 0 0 0 0,-1 0 0 0 0,1 1 1 0 0,-1-1-1 0 0,1 0 0 0 0,-1 0 0 0 0,1 1 0 0 0,-1-1 1 0 0,1 1-1 0 0,-1-1 0 0 0,1 1 0 0 0,-2 1 1 0 0,-26 16 188 0 0,21-10-178 0 0,-1 0 0 0 0,1 1 0 0 0,0 1 1 0 0,1-1-1 0 0,0 1 0 0 0,1 0 0 0 0,0 1 1 0 0,0-1-1 0 0,-5 19 0 0 0,5-15-17 0 0,2 0 0 0 0,0 1-1 0 0,0 0 1 0 0,2 0 0 0 0,-1-1 0 0 0,2 1 0 0 0,0 20-1 0 0,1-31-6 0 0,1-1 0 0 0,-1 1-1 0 0,0-1 1 0 0,1 1-1 0 0,0-1 1 0 0,0 1 0 0 0,0-1-1 0 0,0 1 1 0 0,1-1-1 0 0,-1 0 1 0 0,1 0 0 0 0,0 0-1 0 0,0 0 1 0 0,0 0-1 0 0,2 3 1 0 0,-1-4-6 0 0,-1 0 0 0 0,0-1 0 0 0,1 1-1 0 0,-1-1 1 0 0,0 1 0 0 0,1-1 0 0 0,0 0 0 0 0,-1 0-1 0 0,1 0 1 0 0,0-1 0 0 0,0 1 0 0 0,-1-1 0 0 0,1 1 0 0 0,0-1-1 0 0,0 0 1 0 0,0 0 0 0 0,-1 0 0 0 0,1 0 0 0 0,5-2-1 0 0,0 1-60 0 0,0-1-1 0 0,0-1 1 0 0,-1 1-1 0 0,1-1 0 0 0,-1-1 1 0 0,1 1-1 0 0,-1-1 1 0 0,0 0-1 0 0,-1-1 0 0 0,1 0 1 0 0,-1 0-1 0 0,0 0 1 0 0,0-1-1 0 0,0 0 0 0 0,-1 0 1 0 0,0 0-1 0 0,0-1 1 0 0,0 0-1 0 0,-1 0 0 0 0,6-14 1 0 0,1-5-140 0 0,-1-1 1 0 0,-1 0-1 0 0,-2 0 1 0 0,8-46-1 0 0,-7 42 115 0 0,-8 28 196 0 0,1 4-95 0 0,0 1 1 0 0,-1-1-1 0 0,1 0 1 0 0,0 0-1 0 0,-1 0 1 0 0,1 1-1 0 0,-1-1 1 0 0,0 0 0 0 0,0 1-1 0 0,1-1 1 0 0,-1 0-1 0 0,0 1 1 0 0,0-1-1 0 0,0 0 1 0 0,0 1 0 0 0,0-1-1 0 0,0 0 1 0 0,-1 1-1 0 0,0 1 1 0 0,1 6 48 0 0,0-7-100 0 0,0 24 91 0 0,0 0-1 0 0,7 34 0 0 0,6-15-3883 0 0,-13-44 3552 0 0,0 0 1 0 0,1-1 0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46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1576 0 0,'1'-2'2164'0'0,"1"-2"-1293"0"0,-1 2-627 0 0,-1 1 0 0 0,1-1-1 0 0,-1 1 1 0 0,1-1 0 0 0,0 1 0 0 0,0-1-1 0 0,-1 1 1 0 0,1 0 0 0 0,0 0 0 0 0,0-1-1 0 0,1 1 1 0 0,-1 0 0 0 0,0 0 0 0 0,0 0-1 0 0,0 0 1 0 0,1 0 0 0 0,-1 0 0 0 0,1 0-1 0 0,-1 1 1 0 0,0-1 0 0 0,1 0 0 0 0,-1 1-1 0 0,1-1 1 0 0,0 1 0 0 0,-1 0-1 0 0,1-1 1 0 0,-1 1 0 0 0,4 0 0 0 0,2 1 16 0 0,0 0 1 0 0,0 0 0 0 0,0 1-1 0 0,0 0 1 0 0,0 0 0 0 0,-1 1-1 0 0,1 0 1 0 0,0 0 0 0 0,-1 0-1 0 0,0 1 1 0 0,0 0 0 0 0,0 0 0 0 0,0 0-1 0 0,-1 1 1 0 0,0 0 0 0 0,0 0-1 0 0,0 1 1 0 0,7 10 0 0 0,-2-2-89 0 0,0 0 1 0 0,-1 1 0 0 0,-1 0 0 0 0,-1 1 0 0 0,0-1-1 0 0,-1 1 1 0 0,4 17 0 0 0,-8-26-126 0 0,-1-1 0 0 0,0 1 0 0 0,0-1 0 0 0,-1 1 0 0 0,0-1 0 0 0,0 1 0 0 0,0-1 0 0 0,-1 1 0 0 0,0-1 0 0 0,0 1 0 0 0,-1-1 0 0 0,1 0 0 0 0,-2 1 0 0 0,-3 8 0 0 0,5-13-25 0 0,0-3-18 0 0,0 1 1 0 0,0 0-1 0 0,0 0 1 0 0,-1 0-1 0 0,1-1 1 0 0,0 1-1 0 0,0 0 1 0 0,0-1-1 0 0,0 1 1 0 0,0-1-1 0 0,0 0 1 0 0,-1 0-1 0 0,-1-6 0 0 0,0 0-1 0 0,0 0 0 0 0,0 0 1 0 0,1 0-1 0 0,1-1 0 0 0,-1 1 1 0 0,1 0-1 0 0,0-1 0 0 0,1 1 1 0 0,0-1-1 0 0,1-12 0 0 0,0 6-23 0 0,1 0 0 0 0,0 0 0 0 0,1 1-1 0 0,1-1 1 0 0,9-21 0 0 0,-10 29 10 0 0,0-1 0 0 0,0 1 0 0 0,1 0 0 0 0,0 0 0 0 0,0 0 0 0 0,0 1 0 0 0,1 0 0 0 0,0 0 0 0 0,0 0 0 0 0,0 0 0 0 0,1 1 0 0 0,-1-1 1 0 0,1 2-1 0 0,0-1 0 0 0,0 0 0 0 0,1 1 0 0 0,12-4 0 0 0,-16 6 8 0 0,1 1 1 0 0,-1 0-1 0 0,0 0 1 0 0,0 0-1 0 0,0 1 1 0 0,0-1-1 0 0,0 1 1 0 0,0 0-1 0 0,0-1 1 0 0,0 1-1 0 0,0 1 1 0 0,0-1-1 0 0,0 0 1 0 0,0 1-1 0 0,-1-1 1 0 0,4 4-1 0 0,0-1 12 0 0,0 0-1 0 0,0 1 1 0 0,-1 0-1 0 0,0 0 1 0 0,8 10-1 0 0,-4 0 34 0 0,0 0 0 0 0,-1 1 0 0 0,-1 0 0 0 0,9 26 0 0 0,-9-22 10 0 0,1 0 0 0 0,13 24 1 0 0,-20-41-44 0 0,1-1-1 0 0,-1 0 1 0 0,1 0 0 0 0,-1 0 0 0 0,1 0 0 0 0,0-1-1 0 0,0 1 1 0 0,0 0 0 0 0,0-1 0 0 0,0 1-1 0 0,0-1 1 0 0,0 0 0 0 0,1 1 0 0 0,-1-1 0 0 0,0 0-1 0 0,4 0 1 0 0,-1 0 2 0 0,0 0-1 0 0,0 0 1 0 0,-1-1 0 0 0,1 0-1 0 0,0 0 1 0 0,0 0-1 0 0,0 0 1 0 0,5-2 0 0 0,5-2-4 0 0,-1 0 0 0 0,0-1 1 0 0,0 0-1 0 0,22-12 0 0 0,-22 9 3 0 0,-1 0-1 0 0,0-1 0 0 0,0-1 0 0 0,-1 1 0 0 0,0-2 1 0 0,-1 0-1 0 0,0 0 0 0 0,-1-1 0 0 0,0-1 0 0 0,-1 1 1 0 0,0-1-1 0 0,7-16 0 0 0,-11 20-13 0 0,-2 5-2 0 0,-1-1 1 0 0,1 0 0 0 0,-1 0-1 0 0,1 0 1 0 0,-2-1-1 0 0,1 1 1 0 0,0 0 0 0 0,-1-1-1 0 0,0 1 1 0 0,-1-1-1 0 0,1 0 1 0 0,-1-6-1 0 0,0 12 5 0 0,0-1 0 0 0,0 0-1 0 0,0 1 1 0 0,0-1 0 0 0,-1 0-1 0 0,1 0 1 0 0,0 1 0 0 0,0-1-1 0 0,-1 0 1 0 0,1 1 0 0 0,0-1-1 0 0,-1 1 1 0 0,1-1 0 0 0,-1 0-1 0 0,1 1 1 0 0,-1-1 0 0 0,1 1-1 0 0,-1-1 1 0 0,1 1 0 0 0,-1-1-1 0 0,0 1 1 0 0,1 0 0 0 0,-1-1-1 0 0,0 1 1 0 0,1 0 0 0 0,-1-1-1 0 0,0 1 1 0 0,1 0 0 0 0,-2 0-1 0 0,0 0 4 0 0,0 0 1 0 0,0 0-1 0 0,0 0 0 0 0,1 0 0 0 0,-1 1 0 0 0,0-1 0 0 0,0 1 1 0 0,0 0-1 0 0,0-1 0 0 0,1 1 0 0 0,-3 1 0 0 0,-4 3 51 0 0,0 0 1 0 0,1 0-1 0 0,-11 10 0 0 0,12-10-28 0 0,1 1 1 0 0,0-1-1 0 0,1 1 0 0 0,-1 0 0 0 0,1 0 0 0 0,0 1 1 0 0,0-1-1 0 0,1 1 0 0 0,0 0 0 0 0,-4 12 0 0 0,7-16-16 0 0,-1 0 0 0 0,0 0 0 0 0,1 1 0 0 0,-1-1-1 0 0,1 0 1 0 0,0 1 0 0 0,0-1 0 0 0,0 1-1 0 0,1-1 1 0 0,-1 0 0 0 0,1 1 0 0 0,0-1 0 0 0,0 0-1 0 0,0 0 1 0 0,0 0 0 0 0,0 0 0 0 0,1 0 0 0 0,-1 0-1 0 0,1 0 1 0 0,0 0 0 0 0,0 0 0 0 0,0-1-1 0 0,0 1 1 0 0,1-1 0 0 0,3 4 0 0 0,2 0-113 0 0,1-1-1 0 0,-1 0 1 0 0,1-1 0 0 0,-1 0 0 0 0,1-1 0 0 0,1 1 0 0 0,-1-2-1 0 0,0 1 1 0 0,1-1 0 0 0,-1-1 0 0 0,16 1 0 0 0,45-1-3225 0 0,-6-7-3319 0 0,-21 0 146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48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1 564 892 0 0,'27'-94'10725'0'0,"-27"92"-10450"0"0,2 0 116 0 0,-2 2-366 0 0,0 0 1 0 0,0 0-1 0 0,0-1 1 0 0,0 1-1 0 0,0 0 0 0 0,0 0 1 0 0,0 0-1 0 0,0 0 1 0 0,0-1-1 0 0,0 1 0 0 0,0 0 1 0 0,0 0-1 0 0,0 0 1 0 0,0 0-1 0 0,0 0 0 0 0,0-1 1 0 0,1 1-1 0 0,-1 0 1 0 0,0 0-1 0 0,0 0 1 0 0,0 0-1 0 0,0 0 0 0 0,0 0 1 0 0,0-1-1 0 0,1 1 1 0 0,-1 0-1 0 0,0 0 0 0 0,0 0 1 0 0,0 0-1 0 0,0 0 1 0 0,0 0-1 0 0,1 0 1 0 0,-1 0-1 0 0,0 0 0 0 0,0 0 1 0 0,0 0-1 0 0,0 0 1 0 0,1 0-1 0 0,-1 0 0 0 0,0 0 1 0 0,0 0-1 0 0,0 0 1 0 0,0 0-1 0 0,1 0 0 0 0,-1 0 1 0 0,5 14 398 0 0,0 1 0 0 0,0-1 1 0 0,-2 1-1 0 0,0 0 0 0 0,0 0 0 0 0,-2 0 1 0 0,1 17-1 0 0,2 16 35 0 0,0-19-274 0 0,-2 0-53 0 0,2 0 0 0 0,1 0 0 0 0,2 0 0 0 0,14 41 0 0 0,-20-67-121 0 0,0-1-1 0 0,1 1 1 0 0,-1 0-1 0 0,0 0 0 0 0,1-1 1 0 0,0 1-1 0 0,0 0 1 0 0,-1-1-1 0 0,2 0 0 0 0,-1 1 1 0 0,0-1-1 0 0,0 0 1 0 0,1 0-1 0 0,-1 0 0 0 0,1-1 1 0 0,-1 1-1 0 0,1 0 1 0 0,0-1-1 0 0,0 0 1 0 0,-1 0-1 0 0,1 0 0 0 0,0 0 1 0 0,0 0-1 0 0,0 0 1 0 0,1-1-1 0 0,-1 1 0 0 0,0-1 1 0 0,0 0-1 0 0,0 0 1 0 0,0 0-1 0 0,0-1 0 0 0,0 1 1 0 0,0-1-1 0 0,0 1 1 0 0,3-2-1 0 0,2-1-5 0 0,-1 0-1 0 0,0 0 1 0 0,0 0-1 0 0,-1-1 1 0 0,1 0 0 0 0,-1-1-1 0 0,0 1 1 0 0,0-1-1 0 0,0-1 1 0 0,-1 1-1 0 0,1-1 1 0 0,-1 1-1 0 0,5-9 1 0 0,2-7 5 0 0,-1 0 0 0 0,0-1 1 0 0,-2 0-1 0 0,8-26 0 0 0,19-91-123 0 0,-37 139 113 0 0,1 0 0 0 0,0-1 0 0 0,0 1 0 0 0,0 0 1 0 0,0-1-1 0 0,1 1 0 0 0,-1 0 0 0 0,0-1 0 0 0,0 1 0 0 0,0-1 0 0 0,0 1 0 0 0,0 0 0 0 0,0-1 1 0 0,0 1-1 0 0,1 0 0 0 0,-1-1 0 0 0,0 1 0 0 0,0 0 0 0 0,0-1 0 0 0,1 1 0 0 0,-1 0 0 0 0,0 0 1 0 0,1-1-1 0 0,-1 1 0 0 0,0 0 0 0 0,0 0 0 0 0,1 0 0 0 0,-1-1 0 0 0,0 1 0 0 0,1 0 0 0 0,-1 0 1 0 0,1 0-1 0 0,-1 0 0 0 0,0 0 0 0 0,1 0 0 0 0,-1 0 0 0 0,1-1 0 0 0,10 12-5 0 0,6 23-7 0 0,-13-26 13 0 0,0 0 0 0 0,0-1 0 0 0,0 1 0 0 0,1-1 1 0 0,0 0-1 0 0,0 0 0 0 0,1 0 0 0 0,7 6 0 0 0,-10-9 9 0 0,1-1-1 0 0,0 0 0 0 0,0-1 1 0 0,0 1-1 0 0,0-1 0 0 0,1 0 1 0 0,-1 0-1 0 0,1 0 0 0 0,-1 0 1 0 0,1-1-1 0 0,0 0 0 0 0,-1 0 1 0 0,1 0-1 0 0,0-1 0 0 0,0 1 1 0 0,6-1-1 0 0,-2-1 2 0 0,0 0 0 0 0,0-1 1 0 0,0 0-1 0 0,0 0 0 0 0,-1-1 0 0 0,1 0 1 0 0,-1-1-1 0 0,0 0 0 0 0,0 0 0 0 0,0-1 1 0 0,0 0-1 0 0,-1 0 0 0 0,1-1 0 0 0,-2 0 1 0 0,1 0-1 0 0,-1 0 0 0 0,1-1 0 0 0,-2 0 0 0 0,10-13 1 0 0,-12 14-15 0 0,0 1 0 0 0,0-1 0 0 0,-1 1 0 0 0,1-1 0 0 0,-1 0 0 0 0,0 0 0 0 0,-1 0 0 0 0,1 0 0 0 0,-1 0 0 0 0,-1-1 0 0 0,1 1 0 0 0,-1 0 0 0 0,0 0 0 0 0,0-1 0 0 0,-1 1 0 0 0,0 0 0 0 0,0 0 0 0 0,0 0 0 0 0,-1 0 0 0 0,0 0 0 0 0,0 0 0 0 0,0 0 0 0 0,-1 0 0 0 0,0 1 0 0 0,0 0 0 0 0,-1-1 0 0 0,1 1 0 0 0,-1 0 0 0 0,-6-6 0 0 0,1 3-5 0 0,0 0-1 0 0,-1 1 1 0 0,0 0 0 0 0,0 0-1 0 0,0 1 1 0 0,-1 1-1 0 0,0 0 1 0 0,0 0-1 0 0,-1 1 1 0 0,1 0-1 0 0,-21-3 1 0 0,31 6 3 0 0,-1 1 0 0 0,1 0 1 0 0,0 0-1 0 0,0 0 0 0 0,-1 0 0 0 0,1 0 1 0 0,0 0-1 0 0,-1 0 0 0 0,1 0 0 0 0,0 0 0 0 0,0 0 1 0 0,-1 1-1 0 0,1-1 0 0 0,-1 1 0 0 0,1-1 5 0 0,1 0 0 0 0,0 1-1 0 0,-1-1 1 0 0,1 0-1 0 0,0 1 1 0 0,0-1 0 0 0,-1 0-1 0 0,1 1 1 0 0,0-1 0 0 0,0 0-1 0 0,-1 1 1 0 0,1-1 0 0 0,0 0-1 0 0,0 1 1 0 0,0-1-1 0 0,0 1 1 0 0,0-1 0 0 0,0 1-1 0 0,-1-1 1 0 0,1 0 0 0 0,0 1-1 0 0,0-1 1 0 0,0 1 0 0 0,0-1-1 0 0,1 0 1 0 0,-1 2 0 0 0,0-1 3 0 0,1 1 0 0 0,-1-1 0 0 0,1 1 1 0 0,0 0-1 0 0,0-1 0 0 0,-1 1 1 0 0,1-1-1 0 0,0 1 0 0 0,0-1 1 0 0,1 0-1 0 0,-1 0 0 0 0,0 1 0 0 0,0-1 1 0 0,1 0-1 0 0,1 2 0 0 0,6 1-15 0 0,0-1 1 0 0,0 1-1 0 0,0-1 0 0 0,0-1 0 0 0,0 0 0 0 0,1 0 0 0 0,-1-1 0 0 0,1 0 0 0 0,-1 0 0 0 0,1-1 1 0 0,13-2-1 0 0,13-2-445 0 0,55-13 1 0 0,-89 17 438 0 0,152-40-1602 0 0,-127 31 1161 0 0,-1 0 0 0 0,-1-2-1 0 0,42-24 1 0 0,-61 31 386 0 0,0 0-1 0 0,0 0 1 0 0,0-1-1 0 0,-1 0 1 0 0,1 0 0 0 0,-1 0-1 0 0,-1-1 1 0 0,1 0 0 0 0,-1 0-1 0 0,0 0 1 0 0,0 0-1 0 0,0-1 1 0 0,-1 1 0 0 0,0-1-1 0 0,4-14 1 0 0,-5 10 105 0 0,0 0 0 0 0,-1-1 0 0 0,0 1 0 0 0,-1-1 0 0 0,0 1 0 0 0,0-1 0 0 0,-2 1 0 0 0,1-1 0 0 0,-6-15 0 0 0,6 22 43 0 0,1 2-22 0 0,-1-1 0 0 0,0 0 1 0 0,1 0-1 0 0,-2 1 0 0 0,1-1 0 0 0,0 1 1 0 0,-1-1-1 0 0,0 1 0 0 0,-2-5 0 0 0,3 8-48 0 0,0 0 0 0 0,1 1 0 0 0,-1-1-1 0 0,0 0 1 0 0,1 1 0 0 0,-1-1 0 0 0,1 0 0 0 0,-1 1-1 0 0,0-1 1 0 0,1 1 0 0 0,-1-1 0 0 0,1 1-1 0 0,-1-1 1 0 0,1 1 0 0 0,0 0 0 0 0,-1-1 0 0 0,1 1-1 0 0,0-1 1 0 0,-1 1 0 0 0,1 0 0 0 0,0-1-1 0 0,-1 1 1 0 0,1 0 0 0 0,0 0 0 0 0,0-1 0 0 0,0 1-1 0 0,0 1 1 0 0,-3 24 71 0 0,2-21-35 0 0,-2 63 1010 0 0,7 93 0 0 0,-1-104-776 0 0,16 218 541 0 0,-16-227-565 0 0,-3-48-241 0 0,0 1 1 0 0,0-1 0 0 0,0 1 0 0 0,0 0 0 0 0,0-1 0 0 0,0 1-1 0 0,0-1 1 0 0,0 1 0 0 0,0-1 0 0 0,0 1 0 0 0,0-1 0 0 0,0 1-1 0 0,0-1 1 0 0,1 1 0 0 0,-1-1 0 0 0,0 1 0 0 0,0-1-1 0 0,0 1 1 0 0,1-1 0 0 0,-1 1 0 0 0,0-1 0 0 0,1 1 0 0 0,-1-1-1 0 0,0 0 1 0 0,1 1 0 0 0,-1-1 0 0 0,1 1 0 0 0,0-1 0 0 0,7-11 75 0 0,7-29-96 0 0,-14 39 16 0 0,10-34-88 0 0,1 1 0 0 0,25-45 0 0 0,-31 67 57 0 0,2-1 1 0 0,-1 2 0 0 0,2-1 0 0 0,-1 1 0 0 0,1 0 0 0 0,1 1 0 0 0,0 0 0 0 0,1 1-1 0 0,15-11 1 0 0,-23 18 23 0 0,-1 0-1 0 0,1 0 0 0 0,0 1 1 0 0,0-1-1 0 0,0 1 0 0 0,0 0 1 0 0,0 0-1 0 0,0 0 1 0 0,0 0-1 0 0,0 0 0 0 0,0 1 1 0 0,0-1-1 0 0,0 1 0 0 0,1 0 1 0 0,-1 0-1 0 0,0 0 1 0 0,0 0-1 0 0,0 1 0 0 0,1-1 1 0 0,-1 1-1 0 0,0 0 0 0 0,0 0 1 0 0,0 0-1 0 0,0 0 0 0 0,0 1 1 0 0,2 1-1 0 0,0 0 32 0 0,-1 1 0 0 0,-1-1 0 0 0,1 1 0 0 0,0 0 0 0 0,-1 0 0 0 0,0 0 0 0 0,0 0 0 0 0,0 1 0 0 0,-1 0 0 0 0,1-1 0 0 0,-1 1 0 0 0,0 0 0 0 0,0 0 0 0 0,-1 0 0 0 0,2 6 0 0 0,12 101 388 0 0,-12-76-339 0 0,11 49-1 0 0,-13-82-73 0 0,-1-1 0 0 0,1 0 0 0 0,0 1 0 0 0,0-1-1 0 0,0 0 1 0 0,0 0 0 0 0,0 0 0 0 0,0 0 0 0 0,0 0 0 0 0,1 0 0 0 0,-1 0-1 0 0,1 0 1 0 0,-1 0 0 0 0,1 0 0 0 0,0-1 0 0 0,0 1 0 0 0,0-1 0 0 0,0 0 0 0 0,0 1-1 0 0,2 0 1 0 0,0-1-29 0 0,-1 0 0 0 0,1 0-1 0 0,-1 0 1 0 0,1-1-1 0 0,-1 0 1 0 0,1 1 0 0 0,-1-1-1 0 0,1 0 1 0 0,-1-1 0 0 0,1 1-1 0 0,-1-1 1 0 0,5-1-1 0 0,5-2-201 0 0,-1 0 0 0 0,0-1-1 0 0,0 0 1 0 0,0-2-1 0 0,-1 1 1 0 0,15-11 0 0 0,-10 4-137 0 0,0-1 0 0 0,-1 0 0 0 0,0 0 0 0 0,-2-2 0 0 0,21-27 0 0 0,-27 33 369 0 0,-1 0 0 0 0,0 0 0 0 0,-1-1 0 0 0,0 0 0 0 0,0 0 0 0 0,-2 0 0 0 0,1 0 0 0 0,-1-1 0 0 0,-1 1 0 0 0,0-1 1 0 0,1-15-1 0 0,-10-20 1782 0 0,6 38-1637 0 0,0 8 6 0 0,0 4-121 0 0,0 0 0 0 0,0 0 1 0 0,1 0-1 0 0,-1 0 0 0 0,1 0 0 0 0,-1 0 1 0 0,1 0-1 0 0,0 0 0 0 0,0 4 1 0 0,3 19 194 0 0,0 0 1 0 0,8 28-1 0 0,-7-42-180 0 0,0 0 1 0 0,0 0-1 0 0,1 0 0 0 0,0 0 0 0 0,1-1 1 0 0,10 15-1 0 0,-15-24-94 0 0,1 0-1 0 0,0 0 1 0 0,0 0 0 0 0,0-1 0 0 0,-1 1-1 0 0,2 0 1 0 0,-1-1 0 0 0,0 1 0 0 0,0-1-1 0 0,0 0 1 0 0,1 0 0 0 0,-1 0 0 0 0,0 0-1 0 0,1 0 1 0 0,-1-1 0 0 0,1 1 0 0 0,-1-1-1 0 0,1 1 1 0 0,-1-1 0 0 0,1 0 0 0 0,3 0-1 0 0,-1-1-718 0 0,0 1-1 0 0,-1-1 0 0 0,1 0 0 0 0,0 0 0 0 0,-1-1 1 0 0,1 0-1 0 0,-1 1 0 0 0,0-1 0 0 0,1-1 1 0 0,6-4-1 0 0,5-5-5624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48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79 1308 0 0,'-33'-24'4567'0'0,"19"12"-2695"0"0,-2 1 0 0 0,1 1 0 0 0,-23-11 0 0 0,36 20-1616 0 0,2 1-248 0 0,0 1 0 0 0,0-1 1 0 0,0 0-1 0 0,0 0 1 0 0,0 0-1 0 0,0 1 1 0 0,-1-1-1 0 0,1 0 0 0 0,0 0 1 0 0,0 0-1 0 0,0 1 1 0 0,0-1-1 0 0,0 0 1 0 0,0 0-1 0 0,0 0 0 0 0,-1 0 1 0 0,1 1-1 0 0,0-1 1 0 0,0 0-1 0 0,0 0 0 0 0,0 0 1 0 0,-1 0-1 0 0,1 0 1 0 0,0 0-1 0 0,0 0 1 0 0,0 1-1 0 0,-1-1 0 0 0,1 0 1 0 0,0 0-1 0 0,0 0 1 0 0,0 0-1 0 0,-1 0 1 0 0,1 0-18 0 0,-1 0 1 0 0,1 0 0 0 0,0 0 0 0 0,-1 0-1 0 0,1 0 1 0 0,-1 1 0 0 0,1-1 0 0 0,0 0 0 0 0,-1 0-1 0 0,1 0 1 0 0,0 1 0 0 0,0-1 0 0 0,-1 0 0 0 0,1 0-1 0 0,0 1 1 0 0,0-1 0 0 0,-1 0 0 0 0,1 0-1 0 0,0 1 1 0 0,0-1 0 0 0,-1 0 0 0 0,1 1 0 0 0,0-1-1 0 0,0 0 1 0 0,0 1 0 0 0,0-1 0 0 0,0 0 0 0 0,0 1-1 0 0,0-1 1 0 0,-1 1 0 0 0,4 23-1620 0 0,6 3-3305 0 0,-1-12 256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49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314 337 1712 0 0,'-2'-1'2185'0'0,"-5"-4"-87"0"0,3 2-1520 0 0,0 1-1 0 0,-1-1 1 0 0,1 0 0 0 0,0 1 0 0 0,-1 0 0 0 0,0 0 0 0 0,1 0 0 0 0,-1 1 0 0 0,0 0-1 0 0,0 0 1 0 0,-9-1 0 0 0,6 2-437 0 0,0 2 0 0 0,0-1 0 0 0,1 1 1 0 0,-1 0-1 0 0,1 0 0 0 0,-1 1 0 0 0,1 0 0 0 0,0 0 0 0 0,0 1 0 0 0,0 0 0 0 0,-8 7 0 0 0,5-3 21 0 0,0 1 0 0 0,0 0 0 0 0,1 0-1 0 0,1 1 1 0 0,0 0 0 0 0,-10 17 0 0 0,7-8-53 0 0,1 0 0 0 0,1 0 1 0 0,1 1-1 0 0,0 0 0 0 0,2 0 0 0 0,0 1 1 0 0,2-1-1 0 0,-4 34 0 0 0,8-47-82 0 0,-1 0-1 0 0,1 0 1 0 0,1 0-1 0 0,-1 0 1 0 0,1 0-1 0 0,0 0 1 0 0,1 0-1 0 0,0 0 1 0 0,4 12-1 0 0,-4-16-17 0 0,-1 0-1 0 0,1-1 1 0 0,0 1-1 0 0,0 0 1 0 0,0-1-1 0 0,0 1 0 0 0,0-1 1 0 0,1 0-1 0 0,-1 1 1 0 0,1-1-1 0 0,-1-1 1 0 0,1 1-1 0 0,0 0 0 0 0,0 0 1 0 0,0-1-1 0 0,0 0 1 0 0,0 0-1 0 0,0 1 0 0 0,0-2 1 0 0,0 1-1 0 0,0 0 1 0 0,0-1-1 0 0,4 1 1 0 0,6-1-124 0 0,-1 0 1 0 0,0 0-1 0 0,1-2 1 0 0,-1 1-1 0 0,0-2 1 0 0,0 1-1 0 0,0-2 1 0 0,0 1-1 0 0,0-2 1 0 0,-1 0-1 0 0,0 0 1 0 0,0-1-1 0 0,0 0 1 0 0,-1-1-1 0 0,18-14 1 0 0,-14 9-260 0 0,-1-1 1 0 0,0 0-1 0 0,-1-1 1 0 0,0 0-1 0 0,-1-1 1 0 0,0-1-1 0 0,-2 1 1 0 0,0-2 0 0 0,13-31-1 0 0,-12 18 54 0 0,-1-1 1 0 0,-2 0-1 0 0,-1-1 0 0 0,3-48 0 0 0,-7-128 1867 0 0,-3 105 795 0 0,2 122-1149 0 0,7 39 0 0 0,-2-20-578 0 0,53 406 2003 0 0,-48-373-2203 0 0,-11-70-410 0 0,0-1-1 0 0,0 0 0 0 0,0 1 1 0 0,1-1-1 0 0,-1 1 1 0 0,0-1-1 0 0,0 1 0 0 0,0-1 1 0 0,0 0-1 0 0,1 1 1 0 0,-1-1-1 0 0,0 0 0 0 0,0 1 1 0 0,0-1-1 0 0,1 0 1 0 0,-1 1-1 0 0,0-1 0 0 0,1 0 1 0 0,-1 1-1 0 0,0-1 1 0 0,1 0-1 0 0,-1 0 0 0 0,0 1 1 0 0,1-1-1 0 0,-1 0 1 0 0,1 0-1 0 0,-1 0 0 0 0,0 0 1 0 0,1 0-1 0 0,-1 1 1 0 0,1-1-1 0 0,-1 0 0 0 0,1 0 1 0 0,-1 0-1 0 0,0 0 1 0 0,1 0-1 0 0,-1 0 0 0 0,1 0 1 0 0,-1 0-1 0 0,1-1 1 0 0,-1 1-1 0 0,0 0 0 0 0,1 0 1 0 0,0 0-1 0 0,16-11 58 0 0,0-8-34 0 0,-1 0 1 0 0,22-36-1 0 0,-26 35-50 0 0,1 1 0 0 0,1 1 0 0 0,26-27 1 0 0,-37 43 15 0 0,-1-1 1 0 0,1 1-1 0 0,0 0 1 0 0,0-1 0 0 0,0 1-1 0 0,0 1 1 0 0,0-1-1 0 0,0 0 1 0 0,0 1-1 0 0,0 0 1 0 0,1-1 0 0 0,4 0-1 0 0,-6 2 23 0 0,0 0-1 0 0,0 1 0 0 0,-1-1 0 0 0,1 0 0 0 0,0 1 1 0 0,0-1-1 0 0,0 1 0 0 0,0 0 0 0 0,0-1 1 0 0,-1 1-1 0 0,1 0 0 0 0,0 0 0 0 0,-1 0 0 0 0,1 1 1 0 0,-1-1-1 0 0,1 0 0 0 0,-1 0 0 0 0,1 1 1 0 0,-1-1-1 0 0,0 1 0 0 0,0-1 0 0 0,0 1 0 0 0,0 0 1 0 0,2 2-1 0 0,3 8 228 0 0,-1 0 1 0 0,0 0 0 0 0,0 0-1 0 0,-1 1 1 0 0,-1-1-1 0 0,0 1 1 0 0,1 20-1 0 0,-1-14-26 0 0,1 0-1 0 0,8 26 0 0 0,-12-44-205 0 0,1 0 1 0 0,0 0-1 0 0,0 1 0 0 0,0-1 0 0 0,-1 0 1 0 0,1 0-1 0 0,0 0 0 0 0,0 0 0 0 0,1 0 1 0 0,-1 0-1 0 0,0-1 0 0 0,0 1 0 0 0,0 0 1 0 0,1 0-1 0 0,-1-1 0 0 0,0 1 1 0 0,0-1-1 0 0,1 1 0 0 0,-1-1 0 0 0,1 0 1 0 0,-1 0-1 0 0,0 1 0 0 0,1-1 0 0 0,-1 0 1 0 0,1 0-1 0 0,-1 0 0 0 0,0 0 0 0 0,1-1 1 0 0,-1 1-1 0 0,3-1 0 0 0,3 0-4 0 0,1-1 0 0 0,-1 0 0 0 0,0 0 0 0 0,12-6 0 0 0,5-5-707 0 0,0-1-1 0 0,-1-1 1 0 0,-1-1-1 0 0,28-26 0 0 0,33-40-9400 0 0,-58 55 2518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50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149 105 1776 0 0,'31'-103'10236'0'0,"-31"101"-9971"0"0,-14 25 406 0 0,-17 35 97 0 0,-48 97 173 0 0,67-128-852 0 0,2 0 1 0 0,0 1-1 0 0,-10 53 1 0 0,19-73-78 0 0,0 1 0 0 0,0 0 1 0 0,1 0-1 0 0,0-1 0 0 0,0 1 1 0 0,1 0-1 0 0,0 0 0 0 0,0-1 1 0 0,6 16-1 0 0,-6-21-24 0 0,0 1-1 0 0,1-1 0 0 0,0 0 1 0 0,-1 0-1 0 0,1 1 1 0 0,1-1-1 0 0,-1 0 1 0 0,0-1-1 0 0,1 1 0 0 0,-1 0 1 0 0,1-1-1 0 0,0 1 1 0 0,0-1-1 0 0,0 0 1 0 0,0 0-1 0 0,0 0 0 0 0,1-1 1 0 0,-1 1-1 0 0,0-1 1 0 0,1 1-1 0 0,-1-1 1 0 0,1 0-1 0 0,0-1 0 0 0,-1 1 1 0 0,7 0-1 0 0,3-1-238 0 0,1 0 0 0 0,0-1 0 0 0,-1 0 0 0 0,1-1 0 0 0,-1-1 0 0 0,1 0 0 0 0,17-7 0 0 0,-9 2-180 0 0,0-2 0 0 0,-1 0-1 0 0,29-19 1 0 0,-26 13 465 0 0,-2-1-1 0 0,0-2 0 0 0,-1 0 1 0 0,-1 0-1 0 0,0-2 0 0 0,-2-1 1 0 0,-1 0-1 0 0,0-1 0 0 0,-2-1 1 0 0,23-47-1 0 0,-31 54 458 0 0,-13 27-29 0 0,-13 30-78 0 0,15-26-351 0 0,1 0 1 0 0,0 0 0 0 0,1 0-1 0 0,0 1 1 0 0,1-1-1 0 0,1 1 1 0 0,1-1-1 0 0,2 21 1 0 0,-2-30-26 0 0,0 0 0 0 0,1 0 0 0 0,-1 0 0 0 0,1 1 0 0 0,0-2 0 0 0,0 1 1 0 0,1 0-1 0 0,-1 0 0 0 0,1-1 0 0 0,0 1 0 0 0,0-1 0 0 0,1 0 0 0 0,-1 0 0 0 0,1 0 0 0 0,0-1 0 0 0,0 1 0 0 0,0-1 0 0 0,1 0 0 0 0,-1 0 0 0 0,1 0 1 0 0,-1-1-1 0 0,1 1 0 0 0,0-1 0 0 0,0 0 0 0 0,9 1 0 0 0,-5-1-40 0 0,1 0-1 0 0,-1-1 1 0 0,0 0 0 0 0,1-1 0 0 0,0 0-1 0 0,-1 0 1 0 0,1-1 0 0 0,-1 0 0 0 0,0-1-1 0 0,1 0 1 0 0,-1 0 0 0 0,0-1 0 0 0,0-1-1 0 0,0 1 1 0 0,8-6 0 0 0,-11 6-11 0 0,-1 0-1 0 0,0-1 1 0 0,0 1 0 0 0,0-1 0 0 0,0 0-1 0 0,-1-1 1 0 0,0 1 0 0 0,1-1 0 0 0,-2 0 0 0 0,1 0-1 0 0,-1 0 1 0 0,1 0 0 0 0,-1-1 0 0 0,-1 1-1 0 0,1-1 1 0 0,-1 0 0 0 0,0 0 0 0 0,0 0 0 0 0,-1 0-1 0 0,0 0 1 0 0,0 0 0 0 0,0 0 0 0 0,-1-12-1 0 0,-1 7 24 0 0,0 0-1 0 0,-1 0 0 0 0,0 0 0 0 0,-1 1 0 0 0,0-1 0 0 0,-1 1 1 0 0,0 0-1 0 0,0 0 0 0 0,-1 0 0 0 0,0 1 0 0 0,-1 0 0 0 0,-10-13 1 0 0,12 17 24 0 0,-1-1 0 0 0,0 1 1 0 0,0 0-1 0 0,0 0 0 0 0,-1 1 1 0 0,0-1-1 0 0,0 1 0 0 0,0 0 1 0 0,0 1-1 0 0,-1 0 0 0 0,1 0 1 0 0,-1 0-1 0 0,0 1 0 0 0,0-1 1 0 0,0 2-1 0 0,0-1 0 0 0,0 1 1 0 0,0 0-1 0 0,-13 0 0 0 0,13 2 5 0 0,-1 0-1 0 0,1 0 1 0 0,0 1-1 0 0,-1 0 0 0 0,1 0 1 0 0,0 1-1 0 0,0 0 1 0 0,0 0-1 0 0,1 1 0 0 0,-1-1 1 0 0,1 1-1 0 0,-9 8 1 0 0,12-10-5 0 0,-1 1 1 0 0,1 0 0 0 0,0 0-1 0 0,0 1 1 0 0,0-1 0 0 0,0 1-1 0 0,1-1 1 0 0,0 1 0 0 0,-1 0-1 0 0,1 0 1 0 0,1 0 0 0 0,-1 0-1 0 0,1 0 1 0 0,-1 1 0 0 0,1-1-1 0 0,0 0 1 0 0,1 1 0 0 0,-1-1-1 0 0,1 0 1 0 0,0 1 0 0 0,0-1-1 0 0,0 6 1 0 0,1-8-1 0 0,-1 0-1 0 0,1 0 1 0 0,-1 0 0 0 0,1 0-1 0 0,0-1 1 0 0,-1 1 0 0 0,1 0-1 0 0,0-1 1 0 0,0 1 0 0 0,0 0-1 0 0,0-1 1 0 0,1 1 0 0 0,-1-1-1 0 0,0 0 1 0 0,1 1 0 0 0,-1-1-1 0 0,1 0 1 0 0,1 1 0 0 0,0 0 2 0 0,1 0 0 0 0,-1-1 1 0 0,1 1-1 0 0,-1-1 0 0 0,1 0 0 0 0,0 0 1 0 0,0 0-1 0 0,5 0 0 0 0,3-1-3 0 0,0 0 0 0 0,1 0-1 0 0,-1-1 1 0 0,19-5-1 0 0,5-4 0 0 0,-1-1 0 0 0,0-2-1 0 0,-1-2 1 0 0,43-25 0 0 0,17-7-43 0 0,-86 43 37 0 0,0 0 1 0 0,1 1 0 0 0,-1 0-1 0 0,1 0 1 0 0,0 1 0 0 0,0 1-1 0 0,0-1 1 0 0,11 1 0 0 0,-16 1 5 0 0,0 0 0 0 0,1 1-1 0 0,-1-1 1 0 0,0 1 0 0 0,0 0 0 0 0,0 1 0 0 0,0-1 0 0 0,-1 1 0 0 0,1 0 0 0 0,0 0 0 0 0,-1 0 0 0 0,1 0 0 0 0,-1 0 0 0 0,0 1 0 0 0,1-1 0 0 0,-1 1 0 0 0,0 0 0 0 0,-1 0 0 0 0,1 1-1 0 0,2 3 1 0 0,2 4 45 0 0,0 1-1 0 0,-1-1 1 0 0,0 1-1 0 0,-1 0 1 0 0,-1 0-1 0 0,0 1 1 0 0,0 0-1 0 0,2 18 0 0 0,-2 5 669 0 0,0 64 0 0 0,-4-98-544 0 0,10-27 8 0 0,-7 17-175 0 0,47-139-86 0 0,-39 122 41 0 0,0 1 1 0 0,1 0-1 0 0,27-37 0 0 0,-37 58 38 0 0,0 1 1 0 0,0-1-1 0 0,0 0 0 0 0,1 1 0 0 0,-1 0 1 0 0,1-1-1 0 0,0 1 0 0 0,0 0 0 0 0,-1 1 1 0 0,1-1-1 0 0,0 0 0 0 0,1 1 0 0 0,-1-1 0 0 0,0 1 1 0 0,0 0-1 0 0,6-1 0 0 0,-6 2 5 0 0,-1 0 1 0 0,1 0-1 0 0,-1 0 0 0 0,0 0 0 0 0,1 1 1 0 0,-1-1-1 0 0,0 1 0 0 0,1 0 0 0 0,-1-1 0 0 0,0 1 1 0 0,0 0-1 0 0,0 0 0 0 0,0 0 0 0 0,0 1 1 0 0,0-1-1 0 0,0 0 0 0 0,0 1 0 0 0,0-1 1 0 0,0 1-1 0 0,-1 0 0 0 0,1 0 0 0 0,-1-1 0 0 0,1 1 1 0 0,1 4-1 0 0,9 15 57 0 0,-2 0 1 0 0,-1 1-1 0 0,0 0 0 0 0,-2 0 1 0 0,10 45-1 0 0,-5-18-6 0 0,-11-45-97 0 0,0 0 0 0 0,0 0 0 0 0,1 0 0 0 0,-1 0 0 0 0,1 0 0 0 0,0 0 0 0 0,0 0 0 0 0,1-1 0 0 0,-1 1-1 0 0,1-1 1 0 0,0 0 0 0 0,0 0 0 0 0,0 0 0 0 0,0 0 0 0 0,0 0 0 0 0,1-1 0 0 0,-1 1 0 0 0,1-1 0 0 0,0 0 0 0 0,-1 0-1 0 0,1 0 1 0 0,5 1 0 0 0,-2-1-425 0 0,-1-1-1 0 0,1 0 1 0 0,-1 0 0 0 0,1-1-1 0 0,-1 0 1 0 0,1 0-1 0 0,-1-1 1 0 0,1 1-1 0 0,-1-1 1 0 0,0-1 0 0 0,1 1-1 0 0,-1-1 1 0 0,0 0-1 0 0,8-4 1 0 0,11-7-3337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50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5 304 1752 0 0,'0'-193'8989'0'0,"-2"84"-4676"0"0,2 107-3702 0 0,0 5-480 0 0,-2 33 124 0 0,3 60 0 0 0,0-27-97 0 0,-3 97 173 0 0,8 212 115 0 0,-5-365-545 0 0,1 0 0 0 0,0 0 1 0 0,1 0-1 0 0,1 0 0 0 0,0 0 0 0 0,9 19 0 0 0,-10-26-79 0 0,0-1 0 0 0,0 0 0 0 0,1 0 0 0 0,0 0 0 0 0,0 0 0 0 0,0 0 0 0 0,0-1 0 0 0,1 0 0 0 0,-1 0 0 0 0,1 0-1 0 0,0 0 1 0 0,1-1 0 0 0,-1 0 0 0 0,1 0 0 0 0,-1 0 0 0 0,10 2 0 0 0,-6-2-516 0 0,0-1 0 0 0,1 0 0 0 0,0 0 0 0 0,-1-1 0 0 0,1 0 0 0 0,0-1 0 0 0,0 0 0 0 0,0 0 1 0 0,16-4-1 0 0,6-2-3485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51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188 162 224 0 0,'4'-11'1231'0'0,"0"-1"0"0"0,-1 1 0 0 0,0-1-1 0 0,-1 0 1 0 0,0 0 0 0 0,0 0 0 0 0,-2 0 0 0 0,1 0 0 0 0,-3-19-1 0 0,2 29-1168 0 0,0 1-1 0 0,0 0 1 0 0,-1 0-1 0 0,1 0 1 0 0,0 0-1 0 0,-1 0 1 0 0,1 0-1 0 0,0 0 1 0 0,-1 0-1 0 0,1 0 1 0 0,-1 0-1 0 0,1 0 0 0 0,-1 0 1 0 0,0 0-1 0 0,1 1 1 0 0,-1-1-1 0 0,0 0 1 0 0,0 0-1 0 0,0 1 1 0 0,1-1-1 0 0,-1 0 1 0 0,0 1-1 0 0,0-1 1 0 0,0 1-1 0 0,0-1 0 0 0,-2 0 1 0 0,1 1-1 0 0,0 0 0 0 0,0 0 0 0 0,-1 0 1 0 0,1 0-1 0 0,0 0 0 0 0,0 0 0 0 0,-1 1 0 0 0,1-1 0 0 0,0 1 0 0 0,0 0 1 0 0,0-1-1 0 0,-3 2 0 0 0,-4 3 88 0 0,0 0-1 0 0,1 0 1 0 0,-1 1 0 0 0,-11 9 0 0 0,10-4-47 0 0,0-1 1 0 0,0 1 0 0 0,1 1 0 0 0,0 0-1 0 0,1 0 1 0 0,-12 25 0 0 0,16-28-75 0 0,-1 0 1 0 0,2 1-1 0 0,-1 0 1 0 0,2-1-1 0 0,-1 1 1 0 0,1 0-1 0 0,0 1 1 0 0,1-1-1 0 0,1 0 1 0 0,0 16 0 0 0,0-23-19 0 0,1 0 0 0 0,-1 0 0 0 0,1 0 0 0 0,0 0 0 0 0,0 0-1 0 0,0 0 1 0 0,0 0 0 0 0,0-1 0 0 0,1 1 0 0 0,-1 0 0 0 0,1-1 0 0 0,0 1 0 0 0,0-1 0 0 0,-1 0 0 0 0,2 1 0 0 0,-1-1 0 0 0,0 0 0 0 0,4 2 0 0 0,-2-1-10 0 0,1-1 0 0 0,-1 0-1 0 0,1 0 1 0 0,-1 0 0 0 0,1-1-1 0 0,0 1 1 0 0,0-1-1 0 0,-1 0 1 0 0,1-1 0 0 0,8 1-1 0 0,-1-1-69 0 0,-1-1 0 0 0,1 0 0 0 0,-1 0 0 0 0,1-1-1 0 0,-1-1 1 0 0,0 0 0 0 0,0 0 0 0 0,0-1 0 0 0,12-7-1 0 0,-16 7 13 0 0,-1 0 0 0 0,1-1 0 0 0,-1 0-1 0 0,0 0 1 0 0,0-1 0 0 0,0 1 0 0 0,-1-1-1 0 0,1-1 1 0 0,-2 1 0 0 0,1-1 0 0 0,6-11-1 0 0,-2-2 37 0 0,-1 0-1 0 0,0 0 1 0 0,4-23-1 0 0,3-8 1110 0 0,-15 50-985 0 0,4 49 93 0 0,-3-41-208 0 0,2 13 79 0 0,0 0 0 0 0,2 0 0 0 0,8 24 0 0 0,-11-39-213 0 0,0 1 1 0 0,1-1 0 0 0,-1 0-1 0 0,1 0 1 0 0,0 0-1 0 0,1-1 1 0 0,-1 1 0 0 0,1-1-1 0 0,0 0 1 0 0,0 1-1 0 0,0-2 1 0 0,1 1 0 0 0,-1-1-1 0 0,1 1 1 0 0,0-1-1 0 0,8 3 1 0 0,-3-2-773 0 0,0 0-1 0 0,0-1 1 0 0,1 0-1 0 0,0-1 1 0 0,-1 0-1 0 0,1-1 1 0 0,12 1-1 0 0,4-2-3924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51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1608 0 0,'0'-30'5285'0'0,"-1"-5"405"0"0,1 29-3345 0 0,1 13-696 0 0,6 258-541 0 0,-7-264-1281 0 0,0 1 0 0 0,0-1 1 0 0,0 1-1 0 0,0-1 0 0 0,0 1 0 0 0,1-1 1 0 0,-1 1-1 0 0,0-1 0 0 0,1 1 0 0 0,-1-1 1 0 0,1 0-1 0 0,0 1 0 0 0,-1-1 1 0 0,1 0-1 0 0,0 0 0 0 0,0 1 0 0 0,0-1 1 0 0,0 0-1 0 0,0 0 0 0 0,2 2 0 0 0,-2-3-129 0 0,0 1-1 0 0,0-1 1 0 0,1 1-1 0 0,-1-1 0 0 0,0 1 1 0 0,0-1-1 0 0,1 0 1 0 0,-1 0-1 0 0,0 0 0 0 0,0 0 1 0 0,1 0-1 0 0,-1 0 1 0 0,0 0-1 0 0,1 0 1 0 0,-1 0-1 0 0,0-1 0 0 0,0 1 1 0 0,0 0-1 0 0,1-1 1 0 0,-1 1-1 0 0,0-1 0 0 0,0 0 1 0 0,2-1-1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51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2508 0 0,'5'-20'3902'0'0,"1"0"0"0"0,11-27 1259 0 0,-17 47-5108 0 0,1 0 0 0 0,0 0 0 0 0,-1 1 0 0 0,1-1 0 0 0,-1 0 0 0 0,1 0 0 0 0,-1 1 0 0 0,1-1 0 0 0,-1 0 0 0 0,1 1 0 0 0,-1-1 0 0 0,1 1 0 0 0,-1-1 0 0 0,0 1 0 0 0,1-1 0 0 0,-1 0 0 0 0,0 1 0 0 0,1 0 0 0 0,-1-1 0 0 0,0 1 0 0 0,0-1 0 0 0,1 1 0 0 0,-1-1 0 0 0,0 1 0 0 0,0-1 0 0 0,0 2 0 0 0,4 20 746 0 0,-3-16-491 0 0,15 150 2029 0 0,1 9-1703 0 0,-17-163-628 0 0,1 4 36 0 0,0 0 0 0 0,1 0 0 0 0,-1 0-1 0 0,5 9 1 0 0,-5-13-18 0 0,2-3-4 0 0,0 0-20 0 0,1 1 0 0 0,-1-2-1 0 0,0 1 1 0 0,0 0-1 0 0,1-1 1 0 0,-1 1 0 0 0,0-1-1 0 0,0 0 1 0 0,0 0 0 0 0,-1 0-1 0 0,1-1 1 0 0,-1 1 0 0 0,1 0-1 0 0,-1-1 1 0 0,1 0 0 0 0,-1 0-1 0 0,0 1 1 0 0,1-5-1 0 0,8-11-6 0 0,16-37-1 0 0,-12 21-31 0 0,5-4-14 0 0,1 1-1 0 0,50-67 1 0 0,-69 101 51 0 0,0 1 0 0 0,0-1 0 0 0,0 1-1 0 0,0 0 1 0 0,1-1 0 0 0,-1 1 0 0 0,1 0 0 0 0,0 1 0 0 0,-1-1 0 0 0,1 0 0 0 0,0 1 0 0 0,0 0-1 0 0,0-1 1 0 0,0 1 0 0 0,0 0 0 0 0,1 1 0 0 0,-1-1 0 0 0,0 0 0 0 0,0 1 0 0 0,1 0-1 0 0,-1 0 1 0 0,6 0 0 0 0,-6 1 4 0 0,-1-1 0 0 0,0 1-1 0 0,0 0 1 0 0,0 0 0 0 0,0 0-1 0 0,0 0 1 0 0,0 0-1 0 0,0 1 1 0 0,0-1 0 0 0,-1 1-1 0 0,1-1 1 0 0,0 1 0 0 0,-1-1-1 0 0,1 1 1 0 0,1 2 0 0 0,16 28 145 0 0,-14-18-42 0 0,0 0 1 0 0,-1 0 0 0 0,-1 0 0 0 0,-1 1 0 0 0,0-1 0 0 0,0 26 0 0 0,4 25-147 0 0,-4-49-870 0 0,-2-15 622 0 0,0 1-1 0 0,0-1 0 0 0,0 0 1 0 0,0 1-1 0 0,0-1 1 0 0,1 0-1 0 0,-1 1 0 0 0,1-1 1 0 0,-1 0-1 0 0,1 0 1 0 0,-1 1-1 0 0,1-1 0 0 0,-1 0 1 0 0,3 2-1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52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426 101 1564 0 0,'-218'-76'14840'0'0,"163"58"-12765"0"0,47 16-2622 0 0,0 1 1 0 0,0-1-1 0 0,0 2 1 0 0,0-1-1 0 0,0 1 0 0 0,-1 0 1 0 0,1 1-1 0 0,0 0 0 0 0,-12 3 1 0 0,-13 0-4229 0 0,6-2-1059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52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50 3236 0 0,'-140'34'9915'0'0,"129"-29"-8335"0"0,13-2-279 0 0,18 0-410 0 0,284-41-198 0 0,-5 1-6067 0 0,-205 28 1334 0 0,1-1-1758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52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42 2436 0 0,'-7'-8'1888'0'0,"1"0"0"0"0,-1 1-1 0 0,-11-10 1 0 0,16 16-1363 0 0,-14 10 449 0 0,10-2-690 0 0,0 0-1 0 0,0 0 1 0 0,0 1 0 0 0,1-1 0 0 0,1 1 0 0 0,-1 0 0 0 0,-3 10-1 0 0,-1-1 94 0 0,-30 61 669 0 0,2 2-1 0 0,-40 132 1 0 0,63-165-923 0 0,3 0-1 0 0,2 1 0 0 0,2 0 1 0 0,2 0-1 0 0,3 1 1 0 0,3 60-1 0 0,1-91-84 0 0,0 0-1 0 0,1 0 1 0 0,1 0 0 0 0,1 0-1 0 0,0-1 1 0 0,1 0 0 0 0,1 0-1 0 0,1 0 1 0 0,0-1 0 0 0,12 18-1 0 0,-12-24-150 0 0,0 0-1 0 0,0 0 1 0 0,1-1-1 0 0,0 0 1 0 0,0-1-1 0 0,1 0 1 0 0,0 0-1 0 0,1-1 1 0 0,0 0-1 0 0,0-1 1 0 0,0 0-1 0 0,1-1 1 0 0,-1 0 0 0 0,2-1-1 0 0,15 4 1 0 0,-16-5-550 0 0,0-1 1 0 0,1-1 0 0 0,-1 0 0 0 0,0-1 0 0 0,15-1 0 0 0,-18 0-483 0 0,1 0 0 0 0,-1-1 0 0 0,0-1 0 0 0,12-3-1 0 0,5-6-3477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52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17 133 2132 0 0,'-15'-132'14251'0'0,"14"147"-13025"0"0,3 26-18 0 0,7 44 0 0 0,0-18-728 0 0,13 205 449 0 0,-12-136-3763 0 0,-5-103-154 0 0,-1-11-2866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53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34 36 0 0,'9'-22'11928'0'0,"-2"10"-7232"0"0,-6 22-1941 0 0,-7 25-1700 0 0,-25 57-893 0 0,15-44-3026 0 0,11-27 323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53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131 144 84 0 0,'2'-83'13250'0'0,"-3"52"-9890"0"0,-15 42-2185 0 0,0 13-952 0 0,1 2 0 0 0,1-1 0 0 0,2 1 0 0 0,1 1 0 0 0,1 0 0 0 0,1 1 0 0 0,1 0 1 0 0,1 0-1 0 0,2 1 0 0 0,1 0 0 0 0,1 0 0 0 0,2 0 0 0 0,2 30 0 0 0,-1-53-186 0 0,1-1 0 0 0,-1 0 0 0 0,1 0 0 0 0,0 0 1 0 0,0 0-1 0 0,1 0 0 0 0,0-1 0 0 0,0 1 0 0 0,0 0 0 0 0,0-1 0 0 0,1 1 0 0 0,-1-1 0 0 0,1 0 1 0 0,0 0-1 0 0,1 0 0 0 0,3 4 0 0 0,-4-6-13 0 0,1 1-1 0 0,0-1 1 0 0,0 0-1 0 0,0 0 1 0 0,0 0 0 0 0,0 0-1 0 0,0-1 1 0 0,0 0-1 0 0,0 0 1 0 0,0 0 0 0 0,1 0-1 0 0,-1 0 1 0 0,1-1-1 0 0,-1 0 1 0 0,0 0 0 0 0,1 0-1 0 0,-1-1 1 0 0,8-1-1 0 0,-3 0-6 0 0,-1 0-1 0 0,1 0 1 0 0,-1-1-1 0 0,0 0 1 0 0,0 0-1 0 0,-1-1 1 0 0,1 0-1 0 0,-1-1 1 0 0,0 1-1 0 0,0-1 1 0 0,0-1-1 0 0,0 1 1 0 0,8-11-1 0 0,-8 7-6 0 0,0 0-1 0 0,-1 0 1 0 0,0-1 0 0 0,0 0-1 0 0,-1 0 1 0 0,0-1 0 0 0,-1 1 0 0 0,0-1-1 0 0,3-17 1 0 0,-4 14-13 0 0,0-1 0 0 0,-2 0-1 0 0,1 0 1 0 0,-2 0 0 0 0,0 0 0 0 0,-1 0-1 0 0,0 0 1 0 0,-2 0 0 0 0,1 0 0 0 0,-2 0-1 0 0,0 1 1 0 0,-1 0 0 0 0,0-1 0 0 0,-1 2 0 0 0,-13-24-1 0 0,12 28-100 0 0,0-1 0 0 0,-1 1 0 0 0,0 0-1 0 0,0 1 1 0 0,-1 0 0 0 0,0 0 0 0 0,0 1-1 0 0,-1 0 1 0 0,0 0 0 0 0,0 1 0 0 0,-1 1-1 0 0,1 0 1 0 0,-1 0 0 0 0,0 1 0 0 0,-1 1-1 0 0,-12-3 1 0 0,22 5-144 0 0,1 1 0 0 0,-1 0-1 0 0,1 0 1 0 0,-1 0 0 0 0,0 0 0 0 0,1 0 0 0 0,-1 0-1 0 0,1 0 1 0 0,-1 0 0 0 0,1 1 0 0 0,-1-1-1 0 0,1 1 1 0 0,-1-1 0 0 0,1 1 0 0 0,-1 0-1 0 0,1-1 1 0 0,-3 3 0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53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68 996 0 0,'0'-2'634'0'0,"0"-5"867"0"0,0-1 0 0 0,0 1-1 0 0,1 0 1 0 0,0 0 0 0 0,0-1-1 0 0,4-12 1 0 0,-4 19-873 0 0,2 1 26 0 0,2 0-471 0 0,-1 1-1 0 0,0 0 0 0 0,1 0 0 0 0,-1 1 1 0 0,0-1-1 0 0,0 1 0 0 0,0 0 1 0 0,0 0-1 0 0,0 1 0 0 0,0-1 1 0 0,-1 1-1 0 0,1-1 0 0 0,-1 1 1 0 0,6 6-1 0 0,7 8 432 0 0,21 29 0 0 0,-33-41-509 0 0,20 27 404 0 0,-1 1 0 0 0,-2 2 1 0 0,-1 0-1 0 0,-2 1 0 0 0,-2 1 1 0 0,19 59-1 0 0,-27-67-396 0 0,-1 1 0 0 0,-2-1-1 0 0,-1 1 1 0 0,-1 0 0 0 0,-2 0 0 0 0,-1 1 0 0 0,-1-1 0 0 0,-1 0 0 0 0,-10 42 0 0 0,-1-22-38 0 0,-1-2 0 0 0,-3 1 1 0 0,-2-2-1 0 0,-2-1 0 0 0,-46 75 0 0 0,31-66-1011 0 0,-43 52 0 0 0,-53 35-5676 0 0,91-107 1867 0 0,1-5-2252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0:54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2636 0 0,'0'0'3193'0'0,"19"-2"2659"0"0,-3 0-3072 0 0,-1 2-2452 0 0,1 0-1900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18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73 1056 0 0,'-3'0'2134'0'0,"-40"-7"6407"0"0,27 7-7487 0 0,13 0-255 0 0,-6-2-169 0 0,9 0-26 0 0,18-4-370 0 0,31-9-361 0 0,93-12 0 0 0,-13 15-7929 0 0,-106 11 3718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19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18 140 2164 0 0,'-3'-9'2064'0'0,"0"1"-483"0"0,0-1 0 0 0,1 0 1 0 0,0 0-1 0 0,-2-16 0 0 0,4 23-1513 0 0,0-1-1 0 0,0 1 0 0 0,0 0 1 0 0,0-1-1 0 0,1 1 1 0 0,-1 0-1 0 0,1 0 1 0 0,-1-1-1 0 0,1 1 0 0 0,0 0 1 0 0,0 0-1 0 0,0 0 1 0 0,0 0-1 0 0,0 0 1 0 0,1 0-1 0 0,-1 0 0 0 0,1 0 1 0 0,-1 1-1 0 0,1-1 1 0 0,-1 1-1 0 0,1-1 1 0 0,0 1-1 0 0,0-1 0 0 0,3-1 1 0 0,0 0-47 0 0,1 1-1 0 0,0-1 1 0 0,-1 1 0 0 0,1 0-1 0 0,1 0 1 0 0,-1 0-1 0 0,0 1 1 0 0,0 0 0 0 0,1 0-1 0 0,-1 1 1 0 0,0 0 0 0 0,1 0-1 0 0,-1 0 1 0 0,0 1 0 0 0,0 0-1 0 0,1 0 1 0 0,-1 0 0 0 0,0 1-1 0 0,0 0 1 0 0,0 0-1 0 0,0 1 1 0 0,8 4 0 0 0,-10-4-19 0 0,1 1 0 0 0,0-1 1 0 0,0 1-1 0 0,-1-1 0 0 0,0 1 1 0 0,0 1-1 0 0,0-1 0 0 0,0 1 1 0 0,-1-1-1 0 0,0 1 0 0 0,1 0 1 0 0,-2 0-1 0 0,1 0 0 0 0,-1 1 0 0 0,0-1 1 0 0,0 1-1 0 0,0-1 0 0 0,-1 1 1 0 0,0 0-1 0 0,0-1 0 0 0,0 1 1 0 0,-1 0-1 0 0,1 0 0 0 0,-2 9 1 0 0,-1-1 10 0 0,-1-1 1 0 0,0 1 0 0 0,0 0 0 0 0,-2-1-1 0 0,1 0 1 0 0,-14 24 0 0 0,-2-2 90 0 0,-26 33 1 0 0,14-22 261 0 0,32-46-357 0 0,0 0 0 0 0,0 0 1 0 0,0 1-1 0 0,0-1 0 0 0,0 0 0 0 0,0 0 0 0 0,0 0 1 0 0,0 1-1 0 0,0-1 0 0 0,0 0 0 0 0,-1 0 1 0 0,1 0-1 0 0,0 1 0 0 0,0-1 0 0 0,0 0 0 0 0,0 0 1 0 0,0 0-1 0 0,0 0 0 0 0,-1 1 0 0 0,1-1 0 0 0,0 0 1 0 0,0 0-1 0 0,0 0 0 0 0,0 0 0 0 0,-1 0 0 0 0,1 0 1 0 0,0 0-1 0 0,0 1 0 0 0,0-1 0 0 0,-1 0 0 0 0,1 0 1 0 0,0 0-1 0 0,0 0 0 0 0,0 0 0 0 0,-1 0 0 0 0,1 0 1 0 0,0 0-1 0 0,0 0 0 0 0,0 0 0 0 0,-1 0 0 0 0,1 0 1 0 0,0 0-1 0 0,0 0 0 0 0,0 0 0 0 0,-1 0 0 0 0,1-1 1 0 0,0 1-1 0 0,0 0 0 0 0,0 0 0 0 0,-1 0 0 0 0,1 0 1 0 0,0-1-7 0 0,0 1 0 0 0,0 0 1 0 0,0-1-1 0 0,0 1 1 0 0,0 0-1 0 0,0-1 0 0 0,0 1 1 0 0,0 0-1 0 0,0-1 0 0 0,0 1 1 0 0,0 0-1 0 0,0 0 1 0 0,0-1-1 0 0,0 1 0 0 0,0 0 1 0 0,1-1-1 0 0,-1 1 1 0 0,0 0-1 0 0,0 0 0 0 0,0-1 1 0 0,0 1-1 0 0,1 0 0 0 0,-1 0 1 0 0,0-1-1 0 0,0 1 1 0 0,1 0-1 0 0,-1 0 0 0 0,0 0 1 0 0,1-1-1 0 0,0 0-4 0 0,1-1 0 0 0,0 1 1 0 0,0 0-1 0 0,0 0 0 0 0,0 0 0 0 0,0 0 0 0 0,0 0 1 0 0,0 1-1 0 0,0-1 0 0 0,0 0 0 0 0,1 1 0 0 0,-1 0 1 0 0,0-1-1 0 0,0 1 0 0 0,0 0 0 0 0,1 0 0 0 0,-1 0 1 0 0,3 1-1 0 0,-1 0 1 0 0,6 1-4 0 0,0 0 0 0 0,0 1 0 0 0,-1 0 0 0 0,0 0 0 0 0,1 1 1 0 0,-1 0-1 0 0,-1 1 0 0 0,1 0 0 0 0,-1 0 0 0 0,12 10 0 0 0,-15-11 9 0 0,-1 0 0 0 0,0 0-1 0 0,0 0 1 0 0,-1 0 0 0 0,1 0 0 0 0,-1 1 0 0 0,0-1-1 0 0,0 1 1 0 0,0 0 0 0 0,-1 0 0 0 0,0 0 0 0 0,0 0-1 0 0,0 1 1 0 0,0-1 0 0 0,-1 0 0 0 0,0 1-1 0 0,0-1 1 0 0,-1 1 0 0 0,1-1 0 0 0,-1 1 0 0 0,-1 6-1 0 0,1-5 142 0 0,-2 0-1 0 0,1 0 0 0 0,-1 0 0 0 0,0 0 0 0 0,0 0 1 0 0,0-1-1 0 0,-1 1 0 0 0,-1-1 0 0 0,1 1 0 0 0,-1-1 0 0 0,0 0 1 0 0,0 0-1 0 0,0-1 0 0 0,-1 1 0 0 0,0-1 0 0 0,0 0 0 0 0,-1 0 1 0 0,1-1-1 0 0,-10 7 0 0 0,9-8-55 0 0,1 0 1 0 0,0 0-1 0 0,-1-1 0 0 0,0 1 0 0 0,1-1 1 0 0,-1 0-1 0 0,0-1 0 0 0,0 0 0 0 0,0 0 1 0 0,0 0-1 0 0,0 0 0 0 0,0-1 1 0 0,0 0-1 0 0,-1 0 0 0 0,1-1 0 0 0,0 0 1 0 0,-8-2-1 0 0,5 1-172 0 0,0 0 0 0 0,1-1-1 0 0,0 1 1 0 0,0-2 0 0 0,0 0 0 0 0,0 0 0 0 0,0 0 0 0 0,1-1-1 0 0,0 0 1 0 0,0 0 0 0 0,0-1 0 0 0,-9-9 0 0 0,15 14-51 0 0,1 0 1 0 0,-1 0-1 0 0,1 0 0 0 0,0 0 1 0 0,-1 0-1 0 0,1 0 0 0 0,0 1 1 0 0,0-1-1 0 0,0 0 1 0 0,0 0-1 0 0,0 0 0 0 0,0 0 1 0 0,0 0-1 0 0,0 0 0 0 0,0 0 1 0 0,0 0-1 0 0,0 0 1 0 0,0 0-1 0 0,1 0 0 0 0,-1 0 1 0 0,0 0-1 0 0,1 1 0 0 0,-1-1 1 0 0,1 0-1 0 0,-1 0 1 0 0,2-1-1 0 0,16-18-3724 0 0,-16 19 3515 0 0,7-9-3331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19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 1700 0 0,'1'-26'9748'0'0,"3"19"-8456"0"0,2 8-1245 0 0,0 0 0 0 0,-1 0 0 0 0,1 0 0 0 0,0 1 0 0 0,0 0 0 0 0,-1 0 0 0 0,1 1 0 0 0,-1-1 0 0 0,0 1 0 0 0,1 1 0 0 0,-2-1 0 0 0,1 0 0 0 0,0 1 0 0 0,-1 0 0 0 0,1 0 0 0 0,4 7 0 0 0,-2-3-25 0 0,0 0 0 0 0,-1 0 0 0 0,0 0 0 0 0,-1 1 0 0 0,0 0 0 0 0,0 0 1 0 0,-1 0-1 0 0,0 1 0 0 0,2 10 0 0 0,-4-9-4 0 0,0-1 1 0 0,-1 1-1 0 0,-1 0 1 0 0,0-1-1 0 0,0 1 1 0 0,-1 0-1 0 0,-1-1 1 0 0,-4 22-1 0 0,-1-9 387 0 0,-1-1-1 0 0,-19 40 1 0 0,26-60 217 0 0,1-5-547 0 0,-1-2-58 0 0,2 0 1 0 0,-1 0-1 0 0,1 0 0 0 0,-1 0 1 0 0,1 0-1 0 0,1 0 1 0 0,-1 1-1 0 0,2-6 1 0 0,21-42 21 0 0,-9 22-30 0 0,18-44 8 0 0,-10 27 38 0 0,18-59 0 0 0,-14 34 537 0 0,-26 70-570 0 0,-3 3-22 0 0,1 0 1 0 0,0 0-1 0 0,0 0 1 0 0,0 1-1 0 0,0-1 1 0 0,0 0-1 0 0,0 1 1 0 0,0-1-1 0 0,0 0 1 0 0,1 1-1 0 0,-1-1 1 0 0,0 1-1 0 0,0 2 1 0 0,-1 1 1 0 0,-8 16 10 0 0,1 1 0 0 0,1 0 0 0 0,1 1 0 0 0,1-1 0 0 0,-5 38 0 0 0,9-47-495 0 0,1 1 1 0 0,0-1-1 0 0,1 1 0 0 0,0 0 0 0 0,1-1 0 0 0,5 24 0 0 0,-5-31 165 0 0,1 0 0 0 0,0 0 0 0 0,0-1 0 0 0,0 1 0 0 0,1-1 0 0 0,0 1-1 0 0,0-1 1 0 0,0 0 0 0 0,1 0 0 0 0,-1-1 0 0 0,1 1 0 0 0,0-1 0 0 0,1 0 0 0 0,-1 0-1 0 0,1 0 1 0 0,0 0 0 0 0,9 5 0 0 0,1-2-5036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19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29 1648 0 0,'0'-23'8506'0'0,"0"18"-6941"0"0,0 14 1329 0 0,-8 180-34 0 0,0 4-3073 0 0,8-187-145 0 0,3 39-1777 0 0,-3-42 1249 0 0,1 0 1 0 0,0 0 0 0 0,0 0 0 0 0,0 0 0 0 0,0 0 0 0 0,0 0 0 0 0,3 3-1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20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21 328 0 0,'-99'-18'11386'0'0,"66"15"-9056"0"0,33 3-2311 0 0,0 0 0 0 0,-1 0-1 0 0,1 0 1 0 0,0 0 0 0 0,0 0 0 0 0,0 0 0 0 0,0 0-1 0 0,-1 0 1 0 0,1 0 0 0 0,0 0 0 0 0,0 0 0 0 0,0 0-1 0 0,0 0 1 0 0,-1 0 0 0 0,1 0 0 0 0,0 0 0 0 0,0 0 0 0 0,0 0-1 0 0,0 0 1 0 0,0 1 0 0 0,-1-1 0 0 0,1 0 0 0 0,0 0-1 0 0,0 0 1 0 0,0 0 0 0 0,0 0 0 0 0,0 0 0 0 0,0 0-1 0 0,0 1 1 0 0,-1-1 0 0 0,1 0 0 0 0,0 0 0 0 0,0 0-1 0 0,0 0 1 0 0,0 0 0 0 0,0 1 0 0 0,0-1 0 0 0,0 0 0 0 0,0 0-1 0 0,0 0 1 0 0,0 0 0 0 0,0 1 0 0 0,0-1 0 0 0,0 0-1 0 0,0 0 1 0 0,0 0 0 0 0,0 0 0 0 0,0 0 0 0 0,0 1-1 0 0,0-1 1 0 0,0 0 0 0 0,9 9 656 0 0,10-2-487 0 0,-1 0-1 0 0,1-1 1 0 0,0-1 0 0 0,0 0 0 0 0,1-2 0 0 0,-1 0 0 0 0,32 0 0 0 0,142-11 84 0 0,-93-5-1304 0 0,-36-2-4058 0 0,-52 10 1389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2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17 1408 0 0,'-2'-2'569'0'0,"0"0"0"0"0,0 1-1 0 0,-1-1 1 0 0,1 1 0 0 0,0-1-1 0 0,-1 1 1 0 0,1 0 0 0 0,0 0-1 0 0,-1 0 1 0 0,0 1 0 0 0,1-1 0 0 0,-4 0-1 0 0,5 1-399 0 0,-1 1-1 0 0,1-1 1 0 0,0 1-1 0 0,0 0 1 0 0,-1-1 0 0 0,1 1-1 0 0,0 0 1 0 0,0 0-1 0 0,0-1 1 0 0,0 1-1 0 0,0 0 1 0 0,0 0-1 0 0,0 0 1 0 0,0 0-1 0 0,1 1 1 0 0,-1-1-1 0 0,0 0 1 0 0,0 0 0 0 0,1 0-1 0 0,-1 1 1 0 0,1-1-1 0 0,-1 0 1 0 0,1 1-1 0 0,0-1 1 0 0,-1 0-1 0 0,1 2 1 0 0,-9 32 2145 0 0,-8 51 0 0 0,-1 101-1056 0 0,16-144-1364 0 0,5 67 0 0 0,3-60-2994 0 0,5-2-4187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20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1 160 2644 0 0,'6'-8'1373'0'0,"0"0"0"0"0,1 1-1 0 0,0-1 1 0 0,12-9 0 0 0,-12 13-895 0 0,-1-1 1 0 0,1 1 0 0 0,0 0 0 0 0,0 0 0 0 0,0 1 0 0 0,8-3 0 0 0,-9 5-365 0 0,0-1 0 0 0,-1 1 1 0 0,1 0-1 0 0,0 0 1 0 0,1 1-1 0 0,-1-1 1 0 0,0 1-1 0 0,0 1 0 0 0,0-1 1 0 0,0 1-1 0 0,0 0 1 0 0,0 1-1 0 0,0-1 1 0 0,-1 1-1 0 0,1 0 0 0 0,0 1 1 0 0,-1-1-1 0 0,0 1 1 0 0,7 5-1 0 0,-4-4-29 0 0,-1 1 1 0 0,0 0-1 0 0,0 1 0 0 0,-1 0 0 0 0,0 0 0 0 0,0 0 1 0 0,0 1-1 0 0,-1 0 0 0 0,0 0 0 0 0,0 0 1 0 0,-1 1-1 0 0,0-1 0 0 0,0 1 0 0 0,-1 0 1 0 0,0 0-1 0 0,0 1 0 0 0,-1-1 0 0 0,0 1 0 0 0,0-1 1 0 0,-1 1-1 0 0,0-1 0 0 0,-1 1 0 0 0,0 0 1 0 0,0 0-1 0 0,-1-1 0 0 0,0 1 0 0 0,0-1 1 0 0,-1 1-1 0 0,0-1 0 0 0,-5 10 0 0 0,-3 9 1098 0 0,-25 44-1 0 0,34-69-905 0 0,1-2-257 0 0,0 0 0 0 0,0 0 0 0 0,0 1 0 0 0,-1-1 0 0 0,1 0-1 0 0,0 0 1 0 0,0 0 0 0 0,0 0 0 0 0,0 1 0 0 0,-1-1 0 0 0,1 0 0 0 0,0 0 0 0 0,0 0 0 0 0,0 0 0 0 0,-1 0 0 0 0,1 1 0 0 0,0-1 0 0 0,0 0 0 0 0,-1 0 0 0 0,1 0 0 0 0,0 0-1 0 0,0 0 1 0 0,-1 0 0 0 0,1 0 0 0 0,0 0 0 0 0,0 0 0 0 0,-1 0 0 0 0,1 0 0 0 0,0 0 0 0 0,-1 0 0 0 0,2-6 6 0 0,0 1 1 0 0,0-1-1 0 0,0 1 0 0 0,0-1 1 0 0,1 1-1 0 0,0 0 0 0 0,0 0 1 0 0,1 0-1 0 0,0 0 0 0 0,5-9 1 0 0,41-47-15 0 0,-37 46 5 0 0,196-201 28 0 0,-139 148-35 0 0,-54 50-29 0 0,-13 16 4 0 0,-14 5-52 0 0,5 1 62 0 0,0 0-1 0 0,0 1 1 0 0,0 0 0 0 0,1 0 0 0 0,0 1 0 0 0,0 0 0 0 0,0 0 0 0 0,-7 10 0 0 0,1-1 7 0 0,-9 8-5 0 0,-29 46 1 0 0,42-57 3 0 0,1-1 1 0 0,1 1 0 0 0,0 1 0 0 0,1-1 0 0 0,0 1 0 0 0,-4 20 0 0 0,8-30 1 0 0,1 1 0 0 0,-1-1 1 0 0,1 1-1 0 0,0-1 0 0 0,0 1 0 0 0,0 0 1 0 0,0-1-1 0 0,1 1 0 0 0,0-1 1 0 0,-1 0-1 0 0,1 1 0 0 0,0-1 1 0 0,1 0-1 0 0,-1 1 0 0 0,1-1 1 0 0,2 4-1 0 0,-1-3 5 0 0,0 0 0 0 0,0-1-1 0 0,0 1 1 0 0,1-1 0 0 0,0 0 0 0 0,0 0 0 0 0,0 0 0 0 0,0 0 0 0 0,0-1 0 0 0,7 4-1 0 0,8 1-272 0 0,1-1-1 0 0,0 0 1 0 0,0-1-1 0 0,31 2 1 0 0,-40-5-98 0 0,100 9-3977 0 0,-36-10-2522 0 0,-38-3 729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21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22 512 0 0,'-31'-16'14663'0'0,"33"15"-14605"0"0,0 0-1 0 0,0 0 1 0 0,1 0-1 0 0,-1 1 1 0 0,0-1-1 0 0,0 1 1 0 0,0 0-1 0 0,1-1 0 0 0,-1 1 1 0 0,0 0-1 0 0,1 0 1 0 0,-1 1-1 0 0,0-1 1 0 0,0 0-1 0 0,1 1 1 0 0,-1-1-1 0 0,0 1 0 0 0,0 0 1 0 0,0 0-1 0 0,0 0 1 0 0,0 0-1 0 0,0 0 1 0 0,0 0-1 0 0,0 1 1 0 0,0-1-1 0 0,-1 0 0 0 0,1 1 1 0 0,0 0-1 0 0,-1-1 1 0 0,3 4-1 0 0,-1-2 12 0 0,0 2 0 0 0,0-1 0 0 0,-1 0 0 0 0,1 0 0 0 0,-1 1-1 0 0,0-1 1 0 0,0 1 0 0 0,-1 0 0 0 0,1 0 0 0 0,-1 0 0 0 0,0 0 0 0 0,0 0-1 0 0,0 6 1 0 0,-2 6 261 0 0,0 0 0 0 0,-2 0 0 0 0,0-1 0 0 0,0 1 0 0 0,-8 20 0 0 0,-36 78 755 0 0,22-56-427 0 0,24-58-523 0 0,2 0-128 0 0,0 0 0 0 0,0-1 0 0 0,-1 0 0 0 0,1 1 0 0 0,0-1 0 0 0,0 0 0 0 0,0 1 0 0 0,0-1 0 0 0,-1 0 0 0 0,1 0 0 0 0,0 1 0 0 0,0-1 0 0 0,0 0 0 0 0,0 0 0 0 0,0 0 0 0 0,1-1 0 0 0,186-71-1617 0 0,-55 18-8621 0 0,-92 39 2579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21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84 652 0 0,'-60'-76'18305'0'0,"57"68"-15647"0"0,3 8-2622 0 0,23 9 314 0 0,0 0 0 0 0,0 2-1 0 0,-1 1 1 0 0,22 14-1 0 0,-10-6-92 0 0,189 106 243 0 0,-221-124-500 0 0,15 10 39 0 0,-17-12-37 0 0,1 0 0 0 0,-1 1 0 0 0,0-1 0 0 0,1 1 0 0 0,-1-1 0 0 0,0 0-1 0 0,1 1 1 0 0,-1-1 0 0 0,0 1 0 0 0,0-1 0 0 0,0 1 0 0 0,1-1 0 0 0,-1 1-1 0 0,0-1 1 0 0,0 1 0 0 0,0-1 0 0 0,0 1 0 0 0,0-1 0 0 0,0 1 0 0 0,0-1-1 0 0,0 1 1 0 0,0-1 0 0 0,0 1 0 0 0,0-1 0 0 0,0 1 0 0 0,0-1 0 0 0,-1 1-1 0 0,1-1 1 0 0,0 1 0 0 0,0-1 0 0 0,0 0 0 0 0,-1 1 0 0 0,1-1 0 0 0,0 1 0 0 0,-1-1-1 0 0,1 1 1 0 0,-6 4 6 0 0,1 0 0 0 0,-1-1 0 0 0,0 0-1 0 0,0 0 1 0 0,0 0 0 0 0,0 0 0 0 0,-1-1 0 0 0,0 0 0 0 0,1-1-1 0 0,-9 3 1 0 0,-79 16 51 0 0,73-17-54 0 0,-97 15 30 0 0,57-11-803 0 0,-96 27-1 0 0,152-34 288 0 0,1 1 0 0 0,0 0 0 0 0,0-1-1 0 0,1 1 1 0 0,-1 0 0 0 0,0 1 0 0 0,1-1 0 0 0,-1 1-1 0 0,1 0 1 0 0,0 0 0 0 0,0 0 0 0 0,0 0 0 0 0,0 0-1 0 0,0 0 1 0 0,1 1 0 0 0,-1 0 0 0 0,-2 7 0 0 0,4-10 185 0 0,1-1 0 0 0,0 1-1 0 0,0 0 1 0 0,0 0 0 0 0,0 0 0 0 0,0 0 0 0 0,0-1 0 0 0,0 1 0 0 0,0 0 0 0 0,0 0 0 0 0,0 0 0 0 0,1-1 0 0 0,-1 1 0 0 0,0 0 0 0 0,0 0 0 0 0,1 0 0 0 0,0 0 0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22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605 14 1880 0 0,'74'-13'20257'0'0,"-77"13"-19967"0"0,-36 6 61 0 0,1 2 0 0 0,-70 23 0 0 0,47-12-276 0 0,-116 38 31 0 0,-27 8-664 0 0,167-53-599 0 0,25-7-2043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22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1 101 232 0 0,'20'-68'19688'0'0,"-20"66"-19079"0"0,0 1-549 0 0,0 0 0 0 0,1 0 0 0 0,-1 0 0 0 0,0 1 1 0 0,0-1-1 0 0,1 0 0 0 0,-1 0 0 0 0,0 0 0 0 0,1 0 1 0 0,-1 1-1 0 0,0-1 0 0 0,1 0 0 0 0,0 0 1 0 0,-1 1-1 0 0,1-1 0 0 0,-1 0 0 0 0,1 1 0 0 0,0-1 1 0 0,-1 1-1 0 0,1-1 0 0 0,1 0 0 0 0,0-1 10 0 0,0 1-1 0 0,1-1 1 0 0,-1 1-1 0 0,0 0 1 0 0,1 0-1 0 0,-1 0 1 0 0,5-1-1 0 0,2 1-33 0 0,1 0-1 0 0,-1 1 0 0 0,0 0 0 0 0,0 1 1 0 0,0 0-1 0 0,0 0 0 0 0,0 1 0 0 0,0 0 1 0 0,0 1-1 0 0,15 6 0 0 0,-20-7-29 0 0,0 0 0 0 0,-1 0 1 0 0,1 0-1 0 0,-1 0 0 0 0,0 0 0 0 0,1 1 0 0 0,-1 0 0 0 0,0 0 1 0 0,-1 0-1 0 0,1 0 0 0 0,-1 0 0 0 0,3 4 0 0 0,-3-4 4 0 0,-1 0 0 0 0,0 0 0 0 0,0 0 0 0 0,0-1 0 0 0,-1 1 0 0 0,1 0 0 0 0,-1 0 0 0 0,1 0 0 0 0,-1 0 0 0 0,0 1 0 0 0,0-1 0 0 0,0 0 0 0 0,-1 0 0 0 0,1 0 0 0 0,-1 0 0 0 0,1 0 0 0 0,-1 0 0 0 0,-2 3 0 0 0,-3 8 9 0 0,0-1 0 0 0,-1 0-1 0 0,-1 0 1 0 0,0 0-1 0 0,-1-1 1 0 0,0-1-1 0 0,-14 15 1 0 0,-83 68 1428 0 0,81-73-222 0 0,23-16-336 0 0,12-6-456 0 0,27-7-347 0 0,-1 0-41 0 0,-24 7-45 0 0,0 0-1 0 0,-1 1 1 0 0,1 0 0 0 0,0 1-1 0 0,-1 1 1 0 0,1 0 0 0 0,-1 0-1 0 0,0 1 1 0 0,1 0 0 0 0,-1 1-1 0 0,-1 1 1 0 0,1-1-1 0 0,-1 2 1 0 0,1-1 0 0 0,-1 2-1 0 0,-1-1 1 0 0,0 1 0 0 0,0 1-1 0 0,0-1 1 0 0,-1 2 0 0 0,0-1-1 0 0,0 1 1 0 0,10 15 0 0 0,-17-21 63 0 0,1-1 1 0 0,-1 0-1 0 0,1 1 1 0 0,-1-1-1 0 0,0 1 1 0 0,0-1-1 0 0,0 1 1 0 0,-1 0-1 0 0,1 0 1 0 0,-1-1-1 0 0,1 1 1 0 0,-1 0-1 0 0,0 0 1 0 0,0-1-1 0 0,0 1 1 0 0,0 0-1 0 0,0 0 1 0 0,-1 0-1 0 0,1-1 1 0 0,-1 1-1 0 0,0 0 1 0 0,0-1 0 0 0,0 1-1 0 0,0-1 1 0 0,0 1-1 0 0,-1-1 1 0 0,1 1-1 0 0,-1-1 1 0 0,0 0-1 0 0,1 0 1 0 0,-1 0-1 0 0,0 0 1 0 0,0 0-1 0 0,0 0 1 0 0,-1 0-1 0 0,1-1 1 0 0,0 1-1 0 0,-1-1 1 0 0,-4 3-1 0 0,-3 0 84 0 0,1 0 1 0 0,-1 0-1 0 0,1-1 0 0 0,-1 0 0 0 0,0 0 0 0 0,-1-1 0 0 0,1-1 0 0 0,0 0 0 0 0,-19 0 0 0 0,19-2-140 0 0,-1 0 1 0 0,1 0-1 0 0,0-1 0 0 0,0 0 0 0 0,0-1 1 0 0,0 0-1 0 0,0-1 0 0 0,1 0 0 0 0,-1 0 1 0 0,1-1-1 0 0,0 0 0 0 0,-16-13 0 0 0,-9-8-4364 0 0,21 20-773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28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29 764 0 0,'-2'-2'1788'0'0,"-18"-22"4218"0"0,12 22-5015 0 0,7 2-977 0 0,1 0 0 0 0,0 0 0 0 0,-1 0-1 0 0,1 0 1 0 0,0 0 0 0 0,-1 0 0 0 0,1 0 0 0 0,0 0 0 0 0,0 0 0 0 0,-1 0 0 0 0,1 0-1 0 0,0 0 1 0 0,-1 0 0 0 0,1 0 0 0 0,0 0 0 0 0,-1 0 0 0 0,1 0 0 0 0,0 0 0 0 0,-1 0-1 0 0,1 0 1 0 0,0 0 0 0 0,0 1 0 0 0,-1-1 0 0 0,1 0 0 0 0,0 0 0 0 0,0 0 0 0 0,-1 1-1 0 0,1-1 1 0 0,0 0 0 0 0,0 0 0 0 0,0 1 0 0 0,-1-1 0 0 0,1 0 0 0 0,0 0 0 0 0,0 1-1 0 0,0-1 1 0 0,0 0 0 0 0,0 0 0 0 0,-1 1 0 0 0,1-1 0 0 0,0 0 0 0 0,0 1 0 0 0,-5 9 120 0 0,0-1 0 0 0,1 1 0 0 0,0 0 0 0 0,1 0 0 0 0,0 0 1 0 0,-3 16-1 0 0,2-5-19 0 0,-55 233 589 0 0,46-177-487 0 0,-6 104 0 0 0,18-155-196 0 0,1 0-1 0 0,1 0 1 0 0,1 0-1 0 0,9 36 0 0 0,-9-52-146 0 0,1 1 0 0 0,1-1 0 0 0,0 0 0 0 0,0-1 0 0 0,11 18 0 0 0,-11-22-77 0 0,0 0 1 0 0,-1 0-1 0 0,1 0 0 0 0,1-1 0 0 0,-1 0 1 0 0,1 0-1 0 0,0 0 0 0 0,0 0 1 0 0,0-1-1 0 0,0 0 0 0 0,7 3 1 0 0,-7-4-441 0 0,1 0 1 0 0,-1 0 0 0 0,1-1-1 0 0,-1 0 1 0 0,11 1 0 0 0,9-1-2352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28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153 115 1116 0 0,'5'-24'2460'0'0,"-2"10"-587"0"0,-1 0 1 0 0,2-19-1 0 0,-4 32-1824 0 0,0 1 0 0 0,0 0 0 0 0,0-1-1 0 0,0 1 1 0 0,0-1 0 0 0,0 1 0 0 0,0-1 0 0 0,0 1 0 0 0,0-1-1 0 0,0 1 1 0 0,0-1 0 0 0,0 1 0 0 0,0-1 0 0 0,-1 1 0 0 0,1 0-1 0 0,0-1 1 0 0,0 1 0 0 0,0-1 0 0 0,-1 1 0 0 0,1 0 0 0 0,0-1-1 0 0,0 1 1 0 0,-1 0 0 0 0,1-1 0 0 0,-1 0 0 0 0,-8 6 361 0 0,-8 16-10 0 0,2 5-153 0 0,1 0 1 0 0,1 1 0 0 0,1 0 0 0 0,2 1-1 0 0,1 0 1 0 0,1 1 0 0 0,1 0 0 0 0,-5 59-1 0 0,11-77-204 0 0,1 1 0 0 0,1 0 0 0 0,0-1 0 0 0,0 1 0 0 0,1-1 0 0 0,7 21 0 0 0,-8-28-25 0 0,1 0 0 0 0,0 0-1 0 0,0 0 1 0 0,0 0-1 0 0,0 0 1 0 0,0 0 0 0 0,1-1-1 0 0,0 1 1 0 0,0-1-1 0 0,0 0 1 0 0,0 0 0 0 0,0 0-1 0 0,1 0 1 0 0,-1 0-1 0 0,1-1 1 0 0,0 0 0 0 0,-1 1-1 0 0,1-1 1 0 0,0-1-1 0 0,6 3 1 0 0,-7-4 12 0 0,0 1-1 0 0,-1-1 1 0 0,1 0 0 0 0,0 0 0 0 0,0 0 0 0 0,0 0-1 0 0,0 0 1 0 0,0 0 0 0 0,0-1 0 0 0,0 0-1 0 0,0 1 1 0 0,-1-1 0 0 0,1 0 0 0 0,0-1-1 0 0,-1 1 1 0 0,1 0 0 0 0,0-1 0 0 0,-1 1-1 0 0,0-1 1 0 0,1 0 0 0 0,-1 0 0 0 0,0 0 0 0 0,0 0-1 0 0,0 0 1 0 0,0 0 0 0 0,0-1 0 0 0,-1 1-1 0 0,3-5 1 0 0,0 0 8 0 0,0 0 0 0 0,0 0 0 0 0,-1 0-1 0 0,0-1 1 0 0,0 0 0 0 0,-1 0 0 0 0,0 1 0 0 0,2-17-1 0 0,-2-5-4 0 0,-2 0 0 0 0,-2 0 0 0 0,0-1 0 0 0,-10-43 0 0 0,7 52-38 0 0,-1 0 0 0 0,-1 0 0 0 0,0 0 0 0 0,-2 1 1 0 0,0 0-1 0 0,-21-31 0 0 0,29 49-70 0 0,-1-1 0 0 0,1 1 0 0 0,-1-1 0 0 0,0 1 0 0 0,0 0 1 0 0,0 0-1 0 0,0 0 0 0 0,-1 0 0 0 0,1 0 0 0 0,-1 0 0 0 0,1 1 0 0 0,-1-1 0 0 0,1 1 0 0 0,-1 0 0 0 0,0-1 0 0 0,0 1 0 0 0,0 0 1 0 0,0 1-1 0 0,1-1 0 0 0,-1 0 0 0 0,0 1 0 0 0,0 0 0 0 0,0 0 0 0 0,0 0 0 0 0,0 0 0 0 0,0 0 0 0 0,0 0 0 0 0,0 1 0 0 0,0 0 0 0 0,0-1 1 0 0,0 1-1 0 0,0 0 0 0 0,0 0 0 0 0,1 1 0 0 0,-1-1 0 0 0,0 1 0 0 0,1-1 0 0 0,-1 1 0 0 0,1 0 0 0 0,0 0 0 0 0,-1 0 0 0 0,1 0 1 0 0,0 0-1 0 0,0 0 0 0 0,0 1 0 0 0,1-1 0 0 0,-1 1 0 0 0,1-1 0 0 0,-1 1 0 0 0,1 0 0 0 0,0 0 0 0 0,0-1 0 0 0,-1 4 0 0 0,0 0-839 0 0,1 1 0 0 0,-1-1 0 0 0,1 0 0 0 0,1 0 0 0 0,-1 13 0 0 0,1-2-2662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29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 1832 0 0,'11'4'2763'0'0,"-6"-2"-1992"0"0,-1 0 0 0 0,1 0 1 0 0,0 0-1 0 0,-1 1 0 0 0,1 0 1 0 0,5 5-1 0 0,-9-6-665 0 0,0 0 0 0 0,-1 0 0 0 0,1 0 0 0 0,0 0 1 0 0,-1 0-1 0 0,1 0 0 0 0,-1 0 0 0 0,1 1 0 0 0,-1-1 0 0 0,0 0 0 0 0,0 0 0 0 0,0 0 0 0 0,0 1 0 0 0,-1 1 0 0 0,1 2 183 0 0,-2 11-86 0 0,0 0-1 0 0,-1 0 0 0 0,-1 0 1 0 0,-1-1-1 0 0,0 0 0 0 0,-1 0 1 0 0,-9 19-1 0 0,4-12-182 0 0,2 1 1 0 0,-7 26-1 0 0,11-29-266 0 0,-13 56-4349 0 0,17-62-1714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29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70 968 0 0,'24'-68'9489'0'0,"-24"68"-9462"0"0,0 0-1 0 0,0 0 1 0 0,0 0 0 0 0,0 0-1 0 0,0 0 1 0 0,0 0 0 0 0,0 0-1 0 0,0 1 1 0 0,0-1 0 0 0,0 0-1 0 0,0 0 1 0 0,0 0 0 0 0,1 0 0 0 0,-1 0-1 0 0,0 0 1 0 0,0 0 0 0 0,0 0-1 0 0,0 0 1 0 0,0 0 0 0 0,0 0-1 0 0,0 0 1 0 0,0 0 0 0 0,1 0-1 0 0,-1 0 1 0 0,0 0 0 0 0,0 0-1 0 0,0 0 1 0 0,0 0 0 0 0,0 0-1 0 0,0 0 1 0 0,0 0 0 0 0,0 0 0 0 0,0 0-1 0 0,1 0 1 0 0,-1 0 0 0 0,0-1-1 0 0,0 1 1 0 0,0 0 0 0 0,0 0-1 0 0,0 0 1 0 0,0 0 0 0 0,0 0-1 0 0,0 0 1 0 0,0 0 0 0 0,0 0-1 0 0,0 0 1 0 0,0 0 0 0 0,0 0-1 0 0,0-1 1 0 0,0 1 0 0 0,0 0 0 0 0,1 0-1 0 0,-1 0 1 0 0,2 17 422 0 0,-3 22-114 0 0,-3-10-143 0 0,0 1 0 0 0,2 0-1 0 0,1 0 1 0 0,2 0-1 0 0,7 50 1 0 0,-7-74-168 0 0,0-1 0 0 0,0 1 0 0 0,1-1 0 0 0,0 1 0 0 0,0-1 0 0 0,1 0 1 0 0,0 1-1 0 0,-1-1 0 0 0,2-1 0 0 0,-1 1 0 0 0,0 0 0 0 0,6 4 0 0 0,-6-6-3 0 0,0-1 0 0 0,0 1 0 0 0,1-1 0 0 0,-1 0 0 0 0,1 0 0 0 0,-1 0 0 0 0,1-1 0 0 0,0 1 0 0 0,0-1 0 0 0,0 0 0 0 0,-1 0 0 0 0,1 0 0 0 0,0-1 0 0 0,0 1 1 0 0,0-1-1 0 0,0 0 0 0 0,0 0 0 0 0,6-1 0 0 0,-4 0 14 0 0,0 0 1 0 0,0 0-1 0 0,1-1 0 0 0,-1 0 1 0 0,0 0-1 0 0,0-1 1 0 0,-1 1-1 0 0,1-1 1 0 0,0 0-1 0 0,-1-1 1 0 0,0 0-1 0 0,0 1 0 0 0,0-2 1 0 0,8-7-1 0 0,-8 5 43 0 0,1 0 0 0 0,-1 0 0 0 0,0 0 0 0 0,-1-1-1 0 0,0 1 1 0 0,0-1 0 0 0,-1 0 0 0 0,0 0 0 0 0,0-1-1 0 0,2-11 1 0 0,-3 12-6 0 0,-1 0 0 0 0,0 0 0 0 0,-1 0 0 0 0,0 0 0 0 0,0-1 0 0 0,-1 1 0 0 0,0 0 0 0 0,0 0-1 0 0,-1 0 1 0 0,-5-16 0 0 0,5 19-51 0 0,0-1 0 0 0,-1 0 0 0 0,0 1 0 0 0,-1 0 1 0 0,1 0-1 0 0,-1 0 0 0 0,0 0 0 0 0,0 1 0 0 0,0-1 0 0 0,-1 1 0 0 0,1 0 0 0 0,-1 0 0 0 0,0 1 0 0 0,0 0 0 0 0,-10-5 0 0 0,5 4-23 0 0,0 0 1 0 0,0 0-1 0 0,-1 1 0 0 0,0 1 0 0 0,0 0 0 0 0,1 0 1 0 0,-1 1-1 0 0,0 1 0 0 0,-14 0 0 0 0,11 1-1033 0 0,0 1 0 0 0,-1 0-1 0 0,-20 7 1 0 0,24-5-1152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29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1160 0 0,'4'-11'2578'0'0,"1"0"0"0"0,1 0-1 0 0,7-11 1 0 0,-13 22-2500 0 0,1-1 1 0 0,0 0-1 0 0,-1 1 0 0 0,1-1 1 0 0,0 0-1 0 0,-1 1 0 0 0,1-1 1 0 0,0 1-1 0 0,0-1 0 0 0,0 1 1 0 0,-1 0-1 0 0,1-1 0 0 0,0 1 1 0 0,0 0-1 0 0,0-1 0 0 0,0 1 1 0 0,0 0-1 0 0,0 0 0 0 0,0 0 1 0 0,0 0-1 0 0,0 0 0 0 0,1 0 0 0 0,20 6 815 0 0,-5 1-537 0 0,-1 2 1 0 0,0 0-1 0 0,0 1 1 0 0,-1 1-1 0 0,0 0 1 0 0,-1 1-1 0 0,0 1 1 0 0,-1 0-1 0 0,-1 1 1 0 0,20 27-1 0 0,-12-10-101 0 0,-1 0 0 0 0,-1 1 0 0 0,-2 1 0 0 0,19 53 0 0 0,-24-51-226 0 0,-1 0 0 0 0,-2 0 0 0 0,-2 1 0 0 0,-1-1 0 0 0,-1 1 0 0 0,-3 0 0 0 0,-1 1-1 0 0,-1-1 1 0 0,-2 0 0 0 0,-2 0 0 0 0,-1-1 0 0 0,-1 1 0 0 0,-3-2 0 0 0,0 1 0 0 0,-23 48 0 0 0,24-66-879 0 0,0 0 0 0 0,0 0 0 0 0,-19 22 0 0 0,20-30-1070 0 0,0-1 0 0 0,0 1 1 0 0,-18 13-1 0 0,4-8-4421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30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155 145 16 0 0,'-13'-53'8310'0'0,"-4"3"-4388"0"0,16 48-3792 0 0,1 2-124 0 0,0 0-1 0 0,0 0 0 0 0,0 0 0 0 0,0 0 0 0 0,0-1 0 0 0,0 1 0 0 0,0 0 0 0 0,0 0 0 0 0,0 0 0 0 0,0 0 0 0 0,0 0 0 0 0,0-1 0 0 0,0 1 0 0 0,0 0 0 0 0,0 0 0 0 0,0 0 1 0 0,0 0-1 0 0,0 0 0 0 0,0-1 0 0 0,0 1 0 0 0,0 0 0 0 0,0 0 0 0 0,0 0 0 0 0,0 0 0 0 0,0 0 0 0 0,0 0 0 0 0,-1-1 0 0 0,1 1 0 0 0,0 0 0 0 0,0 0 0 0 0,0 0 0 0 0,0 0 1 0 0,0 0-1 0 0,0 0 0 0 0,0 0 0 0 0,-1 0 0 0 0,1 0 0 0 0,0 0 0 0 0,0 0 0 0 0,0 0 0 0 0,0 0 0 0 0,0 0 0 0 0,-1-1 0 0 0,1 1 0 0 0,-6 5 112 0 0,-5 9-36 0 0,-8 27 21 0 0,2 1 1 0 0,1 0 0 0 0,-15 68-1 0 0,24-77-84 0 0,1-1 0 0 0,2 1 0 0 0,1 0 0 0 0,2 0 0 0 0,5 52 1 0 0,-3-75 21 0 0,1-1 0 0 0,-1 0 0 0 0,2 0 0 0 0,-1 0 0 0 0,1 0 1 0 0,1 0-1 0 0,0-1 0 0 0,0 1 0 0 0,0-1 0 0 0,1 0 1 0 0,7 8-1 0 0,-10-13 9 0 0,1 0 0 0 0,0 0 0 0 0,0 0 1 0 0,0 0-1 0 0,1-1 0 0 0,-1 0 0 0 0,1 1 1 0 0,-1-1-1 0 0,1 0 0 0 0,0 0 0 0 0,0-1 1 0 0,-1 1-1 0 0,1-1 0 0 0,0 0 0 0 0,1 0 0 0 0,-1 0 1 0 0,0-1-1 0 0,0 1 0 0 0,0-1 0 0 0,0 0 1 0 0,1 0-1 0 0,-1-1 0 0 0,0 1 0 0 0,0-1 1 0 0,0 0-1 0 0,7-2 0 0 0,-1-1-2 0 0,0 0 0 0 0,0-1 0 0 0,0 0 0 0 0,-1-1 1 0 0,1 0-1 0 0,-1 0 0 0 0,-1-1 0 0 0,1 0 0 0 0,-1 0 0 0 0,-1-1 0 0 0,1 0 0 0 0,-1-1 0 0 0,-1 1 1 0 0,0-2-1 0 0,0 1 0 0 0,0 0 0 0 0,-1-1 0 0 0,4-12 0 0 0,-2 5-28 0 0,-1-1 1 0 0,-1 0-1 0 0,-1-1 1 0 0,0 1-1 0 0,-1-1 0 0 0,-1 0 1 0 0,-1 0-1 0 0,-1 0 0 0 0,-3-33 1 0 0,0 27-6 0 0,-2 1 1 0 0,-1-1-1 0 0,0 1 1 0 0,-2 1 0 0 0,-12-27-1 0 0,16 40-10 0 0,-2-1 0 0 0,1 1-1 0 0,-2 0 1 0 0,1 0 0 0 0,-1 1-1 0 0,-1 0 1 0 0,0 0 0 0 0,0 1 0 0 0,0 0-1 0 0,-1 1 1 0 0,0-1 0 0 0,-1 2-1 0 0,-12-8 1 0 0,16 12-2 0 0,1 0 0 0 0,0 0 0 0 0,-1 0 0 0 0,0 1 0 0 0,1 0 0 0 0,-1 0-1 0 0,0 0 1 0 0,0 1 0 0 0,0 0 0 0 0,-8 1 0 0 0,12-1-37 0 0,0 0 0 0 0,0 0 0 0 0,0 0 0 0 0,0 1 0 0 0,0-1 0 0 0,0 1 0 0 0,0 0 0 0 0,0-1 0 0 0,0 1 0 0 0,0 0 0 0 0,0 0 0 0 0,0 0 0 0 0,1 0 0 0 0,-1 1 0 0 0,0-1 0 0 0,1 0 0 0 0,-1 1 0 0 0,1-1 0 0 0,-1 1 0 0 0,1 0 0 0 0,0-1 0 0 0,0 1 0 0 0,0 0 0 0 0,0 0 0 0 0,0 0 0 0 0,0-1 0 0 0,0 1 0 0 0,0 0 0 0 0,1 0 0 0 0,-1 1 0 0 0,1 2 0 0 0,0-1-180 0 0,0-1 0 0 0,0 0 0 0 0,0 0 1 0 0,1 0-1 0 0,0 0 0 0 0,-1 0 0 0 0,1 1 0 0 0,0-1 1 0 0,1 0-1 0 0,-1-1 0 0 0,0 1 0 0 0,1 0 0 0 0,0 0 1 0 0,0-1-1 0 0,3 4 0 0 0,-1 0-639 0 0,1-1 0 0 0,0-1 0 0 0,0 1 0 0 0,0-1-1 0 0,1 0 1 0 0,6 4 0 0 0,7 2-2589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31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1044 0 0,'0'0'2304'0'0,"15"27"6330"0"0,-10-23-8454 0 0,0-1 0 0 0,-1 0 1 0 0,1 0-1 0 0,0 0 1 0 0,0 0-1 0 0,1-1 0 0 0,-1 1 1 0 0,1-2-1 0 0,-1 1 0 0 0,1 0 1 0 0,-1-1-1 0 0,1 0 1 0 0,6 0-1 0 0,15 1-34 0 0,41-3 0 0 0,-46 0-12 0 0,203-11 18 0 0,-129 2-3441 0 0,-64 6-2690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32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116 100 2068 0 0,'-57'-67'13324'0'0,"55"66"-12981"0"0,0-2-141 0 0,0 0 1 0 0,-1 0-1 0 0,0 0 1 0 0,0 0-1 0 0,0 1 1 0 0,0-1 0 0 0,0 1-1 0 0,-5-3 1 0 0,4 0-177 0 0,7 27 16 0 0,2 84 519 0 0,-15 169 0 0 0,-5-34 173 0 0,10-192 699 0 0,5-47-1541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33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72 2140 0 0,'2'-5'1555'0'0,"0"0"-1"0"0,-1-1 1 0 0,1 1 0 0 0,-1 0-1 0 0,1-9 1 0 0,0-3 1822 0 0,-2 5-1448 0 0,0 12-1916 0 0,0 0 1 0 0,0 0 0 0 0,0 0 0 0 0,0 1 0 0 0,0-1 0 0 0,0 0 0 0 0,0 0 0 0 0,0 0 0 0 0,0 0 0 0 0,-1 0 0 0 0,1 0 0 0 0,0 0 0 0 0,0 0 0 0 0,0 0 0 0 0,0 0 0 0 0,0 0 0 0 0,0 0 0 0 0,0 0 0 0 0,-1 0 0 0 0,1 0 0 0 0,0 0 0 0 0,0 0 0 0 0,0 0 0 0 0,0 0 0 0 0,0 0 0 0 0,0 0-1 0 0,0 0 1 0 0,-1 0 0 0 0,1 0 0 0 0,0 0 0 0 0,0 0 0 0 0,0 0 0 0 0,0 0 0 0 0,0 0 0 0 0,0-1 0 0 0,0 1 0 0 0,0 0 0 0 0,0 0 0 0 0,-1 0 0 0 0,1 0 0 0 0,0 0 0 0 0,0 0 0 0 0,0 0 0 0 0,0 0 0 0 0,0 0 0 0 0,0-1 0 0 0,0 1 0 0 0,0 0 0 0 0,0 0 0 0 0,0 0 0 0 0,0 0-1 0 0,0 0 1 0 0,0 0 0 0 0,0 0 0 0 0,0-1 0 0 0,0 1 0 0 0,0 0 0 0 0,0 0 0 0 0,0 0 0 0 0,0 0 0 0 0,0 0 0 0 0,0 0 0 0 0,-13 13 244 0 0,-13 19-31 0 0,1 3 60 0 0,3 1 0 0 0,-29 58 0 0 0,44-80-262 0 0,1 0-1 0 0,1 0 1 0 0,1 0 0 0 0,0 1 0 0 0,0 0 0 0 0,2 0 0 0 0,0 0 0 0 0,0 0 0 0 0,2 0 0 0 0,1 25 0 0 0,0-36-12 0 0,-1 1 1 0 0,1 0-1 0 0,0-1 1 0 0,1 1-1 0 0,-1-1 0 0 0,1 1 1 0 0,0-1-1 0 0,0 1 0 0 0,0-1 1 0 0,1 0-1 0 0,0 0 1 0 0,-1 0-1 0 0,1-1 0 0 0,1 1 1 0 0,-1-1-1 0 0,0 1 0 0 0,1-1 1 0 0,0 0-1 0 0,0-1 1 0 0,0 1-1 0 0,0 0 0 0 0,0-1 1 0 0,0 0-1 0 0,1 0 0 0 0,-1 0 1 0 0,1-1-1 0 0,-1 0 0 0 0,1 1 1 0 0,-1-2-1 0 0,1 1 1 0 0,0 0-1 0 0,6-1 0 0 0,1 0 43 0 0,1 0-1 0 0,-1-1 1 0 0,1 0 0 0 0,-1-1-1 0 0,0-1 1 0 0,0 0-1 0 0,0 0 1 0 0,0-1-1 0 0,0-1 1 0 0,-1 0 0 0 0,15-9-1 0 0,-9 3 28 0 0,-1 0 1 0 0,-1-2-1 0 0,0 0 0 0 0,-1 0 0 0 0,-1-1 0 0 0,0-1 0 0 0,16-23 1 0 0,-21 27 31 0 0,-1-1 0 0 0,0 0 0 0 0,-1 0 1 0 0,0 0-1 0 0,-1-1 0 0 0,-1 0 1 0 0,0 0-1 0 0,0 0 0 0 0,-1-1 0 0 0,-1 1 1 0 0,1-21-1 0 0,-3 28-90 0 0,0 1-1 0 0,-1-1 1 0 0,1 0-1 0 0,-1 1 1 0 0,0-1-1 0 0,-1 1 1 0 0,1-1-1 0 0,-1 1 1 0 0,0 0-1 0 0,-1 0 1 0 0,1 0-1 0 0,-1 0 1 0 0,0 0-1 0 0,0 0 1 0 0,-5-5-1 0 0,3 5 7 0 0,-1 0 1 0 0,1 0-1 0 0,-1 1 0 0 0,0-1 0 0 0,0 2 0 0 0,-1-1 0 0 0,1 1 0 0 0,-1 0 0 0 0,1 0 0 0 0,-13-3 0 0 0,2 2-173 0 0,-1 1 0 0 0,0 0 0 0 0,0 2 0 0 0,-1 0 0 0 0,1 1 0 0 0,0 1 0 0 0,0 0 0 0 0,-28 7 0 0 0,27-4-713 0 0,1 1 1 0 0,-24 10-1 0 0,6 4-2067 0 0,31-15 1575 0 0,0 0-1 0 0,0 0 0 0 0,0 0 0 0 0,-5 7 1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35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17 1340 0 0,'0'0'4420'0'0,"-2"-16"1266"0"0,39 42-5337 0 0,1-1 0 0 0,1-1 0 0 0,80 34 1 0 0,158 53 110 0 0,-275-110-351 0 0,30 11 3113 0 0,-100-2-3102 0 0,-116 1 1 0 0,109-9-88 0 0,6 2-29 0 0,-86 1-500 0 0,152-5 248 0 0,-17 2-1362 0 0,19-2 1661 0 0,-17 1-1882 0 0,17-1 1736 0 0,1 0-1 0 0,-1 0 0 0 0,1 0 1 0 0,-1 1-1 0 0,1-1 1 0 0,-1 0-1 0 0,1 0 0 0 0,-1 0 1 0 0,1 0-1 0 0,-1 0 0 0 0,1 1 1 0 0,-1-1-1 0 0,1 0 0 0 0,0 0 1 0 0,-1 1-1 0 0,1-1 0 0 0,-1 0 1 0 0,1 1-1 0 0,0-1 0 0 0,-1 0 1 0 0,1 1-1 0 0,0-1 1 0 0,0 1-1 0 0,-1-1 0 0 0,1 0 1 0 0,0 1-1 0 0,0-1 0 0 0,0 1 1 0 0,-1-1-1 0 0,1 1 0 0 0,0-1 1 0 0,0 1-1 0 0,0-1 0 0 0,0 1 1 0 0,0-1-1 0 0,0 1 0 0 0,0-1 1 0 0,0 1-1 0 0,6 18-4024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35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597 0 328 0 0,'56'13'8934'0'0,"-54"-12"-8328"0"0,-1-1-437 0 0,0 0 1 0 0,0 0 0 0 0,0 1 0 0 0,0-1 0 0 0,0 0 0 0 0,0 1 0 0 0,0-1 0 0 0,0 1-1 0 0,0-1 1 0 0,0 1 0 0 0,0-1 0 0 0,0 1 0 0 0,0 0 0 0 0,0-1 0 0 0,0 1 0 0 0,0 0-1 0 0,-1 0 1 0 0,2 1 0 0 0,-13 4 231 0 0,1-1-1 0 0,-2 0 1 0 0,1-1 0 0 0,0-1-1 0 0,-18 4 1 0 0,-64 8 360 0 0,57-11-445 0 0,-309 32 817 0 0,274-29-1139 0 0,27-2-4062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36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70 165 2148 0 0,'-3'-12'2330'0'0,"0"1"0"0"0,-1-1 0 0 0,-10-18 0 0 0,9 19-1098 0 0,1 1 1 0 0,-7-23-1 0 0,11 32-1218 0 0,0 0 0 0 0,0 0 0 0 0,0 0 0 0 0,0 0 0 0 0,0 1 0 0 0,1-1 0 0 0,-1 0 0 0 0,0 0 0 0 0,0 0 0 0 0,1 1 0 0 0,-1-1 0 0 0,1 0 0 0 0,-1 0 0 0 0,1 1 0 0 0,-1-1 0 0 0,1 0 0 0 0,-1 1 0 0 0,1-1 0 0 0,-1 0 0 0 0,1 1 0 0 0,0-1 0 0 0,-1 1 0 0 0,1-1 0 0 0,1 0 0 0 0,17-9 76 0 0,-9 6-75 0 0,0 1-1 0 0,0 0 0 0 0,0 1 1 0 0,1 0-1 0 0,-1 1 0 0 0,0 0 0 0 0,1 1 1 0 0,-1-1-1 0 0,13 3 0 0 0,-15-1-7 0 0,1 0-1 0 0,-1 0 1 0 0,0 1-1 0 0,0 0 0 0 0,-1 1 1 0 0,1 0-1 0 0,0 0 1 0 0,-1 0-1 0 0,0 1 1 0 0,0 0-1 0 0,0 1 1 0 0,8 6-1 0 0,-12-8-3 0 0,0 0 1 0 0,0 0-1 0 0,-1 0 0 0 0,1 0 1 0 0,-1 1-1 0 0,0-1 1 0 0,0 1-1 0 0,0-1 0 0 0,0 1 1 0 0,-1 0-1 0 0,1 0 0 0 0,-1 0 1 0 0,0 0-1 0 0,0 0 0 0 0,-1 0 1 0 0,1 0-1 0 0,-1 0 0 0 0,0 1 1 0 0,0-1-1 0 0,0 0 0 0 0,-1 0 1 0 0,1 0-1 0 0,-1 0 0 0 0,0 0 1 0 0,0 0-1 0 0,-1 0 0 0 0,-1 5 1 0 0,-6 9 110 0 0,0-1 1 0 0,0 0-1 0 0,-2 0 1 0 0,-17 21-1 0 0,21-29 30 0 0,-29 47 1983 0 0,35-54-1818 0 0,1 0-253 0 0,0-2-53 0 0,-1 0-1 0 0,1 0 0 0 0,0 0 1 0 0,0 0-1 0 0,0 0 1 0 0,0 1-1 0 0,0-1 0 0 0,0 0 1 0 0,-1 0-1 0 0,1 0 0 0 0,0 0 1 0 0,0 0-1 0 0,0 1 1 0 0,0-1-1 0 0,0 0 0 0 0,0 0 1 0 0,0 0-1 0 0,0 0 0 0 0,0 1 1 0 0,0-1-1 0 0,0 0 1 0 0,0 0-1 0 0,0 0 0 0 0,0 0 1 0 0,0 1-1 0 0,0-1 0 0 0,0 0 1 0 0,0 0-1 0 0,0 0 1 0 0,0 0-1 0 0,0 1 0 0 0,0-1 1 0 0,0 0-1 0 0,1 0 0 0 0,-1 0 1 0 0,0 0-1 0 0,0 0 1 0 0,0 1-1 0 0,0-1 0 0 0,0 0 1 0 0,0 0-1 0 0,1 0 0 0 0,4 0 1 0 0,1 1-1 0 0,-1-1 0 0 0,1 1 0 0 0,-1 0 0 0 0,1 1 1 0 0,-1-1-1 0 0,0 1 0 0 0,0 0 0 0 0,0 1 0 0 0,0-1 1 0 0,7 5-1 0 0,-4-1-1 0 0,0 0 0 0 0,-1 1 0 0 0,1-1 0 0 0,-1 1 0 0 0,11 16 0 0 0,-6-5 2 0 0,-1 0 0 0 0,0 0 0 0 0,-2 1 0 0 0,0 0 0 0 0,9 32 0 0 0,-14-37 181 0 0,0 1-1 0 0,-1-1 1 0 0,0 1 0 0 0,-1 0-1 0 0,-1 0 1 0 0,-1 0 0 0 0,0 0-1 0 0,-2 17 1 0 0,1-26-30 0 0,0-1 0 0 0,0 0-1 0 0,0 0 1 0 0,-1 0 0 0 0,0 0 0 0 0,0 0 0 0 0,0 0-1 0 0,0-1 1 0 0,-1 1 0 0 0,0 0 0 0 0,0-1 0 0 0,0 0-1 0 0,0 0 1 0 0,-1 0 0 0 0,1 0 0 0 0,-1-1-1 0 0,0 1 1 0 0,-1-1 0 0 0,1 0 0 0 0,0 0 0 0 0,-1 0-1 0 0,1-1 1 0 0,-1 0 0 0 0,0 1 0 0 0,0-2 0 0 0,-8 3-1 0 0,1-2 82 0 0,-1 0-1 0 0,1 0 1 0 0,-1-2 0 0 0,0 1-1 0 0,1-2 1 0 0,-26-3-1 0 0,16 0 90 0 0,1-1 0 0 0,-1-1 1 0 0,-20-9-1 0 0,14 5 372 0 0,-6-4-71 0 0,33 13-550 0 0,-23-9 228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38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49 561 1248 0 0,'0'-2'1664'0'0,"0"-98"7951"0"0,0 98-9044 0 0,-1 4-534 0 0,-13 58 30 0 0,2 0 1 0 0,-8 112-1 0 0,19-151-47 0 0,0 1-1 0 0,5 30 1 0 0,-3-42 5 0 0,1-1-1 0 0,0 1 1 0 0,0 0 0 0 0,1-1-1 0 0,1 1 1 0 0,-1-1 0 0 0,8 13-1 0 0,-10-20-10 0 0,1 1-1 0 0,-1-1 0 0 0,1 0 1 0 0,-1 0-1 0 0,1 1 1 0 0,0-1-1 0 0,0 0 0 0 0,0-1 1 0 0,0 1-1 0 0,0 0 1 0 0,1-1-1 0 0,-1 1 0 0 0,0-1 1 0 0,1 0-1 0 0,-1 0 1 0 0,1 0-1 0 0,3 1 0 0 0,-4-1-3 0 0,1-1-1 0 0,-1 0 0 0 0,1 0 0 0 0,-1 0 0 0 0,1 0 0 0 0,-1-1 0 0 0,1 1 0 0 0,-1-1 1 0 0,0 1-1 0 0,1-1 0 0 0,-1 0 0 0 0,0 0 0 0 0,0 0 0 0 0,1 0 0 0 0,2-3 0 0 0,1 0 8 0 0,0-1 0 0 0,0-1 0 0 0,0 1 0 0 0,-1-1 0 0 0,0 0 0 0 0,0 0 0 0 0,0-1-1 0 0,-1 1 1 0 0,0-1 0 0 0,4-8 0 0 0,3-16 41 0 0,-1-1 1 0 0,-2 0-1 0 0,8-57 0 0 0,-7 38-60 0 0,-9 51-5 0 0,0-1 1 0 0,0 0-1 0 0,0 1 0 0 0,0-1 0 0 0,0 0 0 0 0,0 1 0 0 0,0-1 0 0 0,1 1 0 0 0,-1-1 0 0 0,0 0 1 0 0,0 1-1 0 0,1-1 0 0 0,-1 1 0 0 0,0-1 0 0 0,1 1 0 0 0,-1-1 0 0 0,0 1 0 0 0,1-1 1 0 0,-1 1-1 0 0,1-1 0 0 0,7 8-50 0 0,7 35 61 0 0,-8-21-30 0 0,-4-14 32 0 0,1-1-1 0 0,-1 1 1 0 0,1-1 0 0 0,0 0-1 0 0,1 0 1 0 0,-1 0 0 0 0,1-1-1 0 0,0 1 1 0 0,1-1-1 0 0,-1-1 1 0 0,1 1 0 0 0,13 7-1 0 0,-14-9 7 0 0,1-1-1 0 0,0 0 0 0 0,-1 0 0 0 0,1 0 0 0 0,0-1 1 0 0,0 0-1 0 0,0 0 0 0 0,0 0 0 0 0,1-1 1 0 0,-1 0-1 0 0,0 0 0 0 0,0 0 0 0 0,0-1 0 0 0,0 0 1 0 0,0 0-1 0 0,7-3 0 0 0,-7 2 0 0 0,0 0 0 0 0,0-1 0 0 0,0 1 0 0 0,0-1 0 0 0,-1-1 0 0 0,1 1 0 0 0,-1-1 0 0 0,0 0 0 0 0,0 0 0 0 0,0 0 0 0 0,-1-1 1 0 0,6-7-1 0 0,-4 4 0 0 0,0-1-1 0 0,-1 1 1 0 0,-1-1 0 0 0,1 0 0 0 0,-1-1 0 0 0,-1 1 0 0 0,4-14 0 0 0,-3 4-4 0 0,-1-1-1 0 0,-1 1 0 0 0,0-1 0 0 0,-1 0 1 0 0,-2 1-1 0 0,0-1 0 0 0,-6-33 0 0 0,5 43-13 0 0,0 0-1 0 0,-1 0 1 0 0,0 1-1 0 0,0-1 1 0 0,-1 1-1 0 0,-1 0 0 0 0,1 0 1 0 0,-1 0-1 0 0,-1 0 1 0 0,0 1-1 0 0,-6-8 1 0 0,8 14-5 0 0,-5-1-2 0 0,8 2 14 0 0,0 1 0 0 0,0 0 0 0 0,1-1-1 0 0,-1 1 1 0 0,0 0 0 0 0,0-1 0 0 0,0 1-1 0 0,0 0 1 0 0,0 0 0 0 0,0 0 0 0 0,0 0-1 0 0,0 0 1 0 0,0 0 0 0 0,0 0-1 0 0,0 0 1 0 0,0 1 0 0 0,0-1 0 0 0,1 0-1 0 0,-1 0 1 0 0,-1 1 0 0 0,1 0 0 0 0,1-1-1 0 0,-1 1 1 0 0,1-1 0 0 0,-1 1 0 0 0,1 0-1 0 0,-1-1 1 0 0,1 1 0 0 0,0-1-1 0 0,-1 1 1 0 0,1 0 0 0 0,0 0 0 0 0,0-1-1 0 0,0 1 1 0 0,-1 0 0 0 0,1-1 0 0 0,0 1-1 0 0,0 0 1 0 0,0-1 0 0 0,0 3 0 0 0,0-1-1 0 0,1 1 1 0 0,-1-1-1 0 0,0 1 1 0 0,1-1-1 0 0,0 0 1 0 0,-1 1-1 0 0,1-1 1 0 0,0 0-1 0 0,0 1 1 0 0,0-1 0 0 0,1 0-1 0 0,1 3 1 0 0,4 1 2 0 0,0-1 1 0 0,0 1-1 0 0,1-1 1 0 0,-1-1 0 0 0,1 1-1 0 0,0-2 1 0 0,0 1-1 0 0,1-1 1 0 0,-1 0 0 0 0,1 0-1 0 0,13 1 1 0 0,10 1 17 0 0,58 1-1 0 0,-90-6-19 0 0,21 0 9 0 0,0 0 1 0 0,0-2-1 0 0,0 0 0 0 0,-1-1 0 0 0,1-1 0 0 0,-1-1 0 0 0,0 0 0 0 0,30-14 0 0 0,-39 14-18 0 0,-1 0-1 0 0,-1-1 1 0 0,1 0 0 0 0,-1-1-1 0 0,0 1 1 0 0,0-2-1 0 0,-1 1 1 0 0,0-1 0 0 0,0-1-1 0 0,-1 1 1 0 0,0-1-1 0 0,0-1 1 0 0,-1 1 0 0 0,0-1-1 0 0,-1 0 1 0 0,0-1-1 0 0,4-13 1 0 0,-4 9-11 0 0,-1 0-1 0 0,-1 0 1 0 0,0-1-1 0 0,-1 1 1 0 0,-1-1-1 0 0,0 0 1 0 0,-1 1 0 0 0,-1-1-1 0 0,0 0 1 0 0,-1 1-1 0 0,-1-1 1 0 0,0 1-1 0 0,-9-23 1 0 0,12 38 18 0 0,0-1-1 0 0,0 0 1 0 0,-1 0 0 0 0,1 0 0 0 0,0 0-1 0 0,-1 0 1 0 0,1 0 0 0 0,-1 0 0 0 0,1 1-1 0 0,-1-1 1 0 0,0 0 0 0 0,1 0 0 0 0,-1 1-1 0 0,0-1 1 0 0,1 0 0 0 0,-1 1 0 0 0,0-1-1 0 0,0 1 1 0 0,1-1 0 0 0,-1 1 0 0 0,0-1-1 0 0,0 1 1 0 0,0-1 0 0 0,0 1 0 0 0,0 0-1 0 0,0 0 1 0 0,0-1 0 0 0,0 1 0 0 0,0 0-1 0 0,0 0 1 0 0,0 0 0 0 0,0 0-1 0 0,0 0 1 0 0,0 0 0 0 0,1 0 0 0 0,-1 1-1 0 0,0-1 1 0 0,0 0 0 0 0,0 0 0 0 0,0 1-1 0 0,0-1 1 0 0,0 1 0 0 0,0-1 0 0 0,0 0-1 0 0,1 1 1 0 0,-1 0 0 0 0,0-1 0 0 0,0 1-1 0 0,1-1 1 0 0,-1 1 0 0 0,0 0 0 0 0,0 1-1 0 0,-5 4 6 0 0,1 0 0 0 0,-1 0-1 0 0,1 1 1 0 0,1-1 0 0 0,-5 10 0 0 0,-3 7 30 0 0,2 1 0 0 0,1 0 0 0 0,1 0 0 0 0,1 1 0 0 0,-5 35 0 0 0,3-1-14 0 0,1 72 0 0 0,19 70-69 0 0,-3-118 178 0 0,-8-81-73 0 0,0 1 0 0 0,0 0 0 0 0,0 0 0 0 0,1 0 0 0 0,0-1 0 0 0,-1 1 0 0 0,1 0 0 0 0,0-1 0 0 0,2 4 0 0 0,-3-6-47 0 0,0 0-1 0 0,0 0 1 0 0,0 0 0 0 0,0 1 0 0 0,1-1 0 0 0,-1 0-1 0 0,0 0 1 0 0,0 0 0 0 0,0 0 0 0 0,0 0 0 0 0,1 0-1 0 0,-1 0 1 0 0,0 1 0 0 0,0-1 0 0 0,0 0 0 0 0,1 0-1 0 0,-1 0 1 0 0,0 0 0 0 0,0 0 0 0 0,1 0-1 0 0,-1 0 1 0 0,0 0 0 0 0,0 0 0 0 0,0 0 0 0 0,1 0-1 0 0,-1 0 1 0 0,0 0 0 0 0,0-1 0 0 0,0 1 0 0 0,1 0-1 0 0,-1 0 1 0 0,0 0 0 0 0,0 0 0 0 0,0 0 0 0 0,1 0-1 0 0,-1 0 1 0 0,0-1 0 0 0,11-14 92 0 0,19-45 43 0 0,-18 33-125 0 0,1 1-1 0 0,2 1 1 0 0,19-27 0 0 0,-29 45-23 0 0,0 0-1 0 0,1 1 0 0 0,0 0 1 0 0,0 0-1 0 0,1 1 1 0 0,-1-1-1 0 0,1 2 1 0 0,1-1-1 0 0,-1 1 1 0 0,1 0-1 0 0,-1 0 1 0 0,1 1-1 0 0,0 0 1 0 0,0 0-1 0 0,11-1 1 0 0,-14 3 5 0 0,-1 0-1 0 0,0 1 1 0 0,1-1 0 0 0,-1 1 0 0 0,1 0-1 0 0,-1 1 1 0 0,0-1 0 0 0,1 1 0 0 0,-1 0 0 0 0,0 0-1 0 0,1 0 1 0 0,-1 1 0 0 0,0-1 0 0 0,0 1 0 0 0,0 0-1 0 0,6 4 1 0 0,-5-2 2 0 0,0 0-1 0 0,0 1 0 0 0,-1 0 1 0 0,1 0-1 0 0,-1 0 1 0 0,0 0-1 0 0,-1 0 1 0 0,1 1-1 0 0,-1 0 1 0 0,3 7-1 0 0,1 4-2 0 0,-2 0 0 0 0,0 1-1 0 0,0 0 1 0 0,-2 0 0 0 0,0 0-1 0 0,-1 0 1 0 0,-1 20 0 0 0,1 77-42 0 0,-2-114 48 0 0,0 0 0 0 0,0 0 0 0 0,0 0 0 0 0,0 0 0 0 0,0 0 0 0 0,0 0 0 0 0,0 0 0 0 0,0-1 0 0 0,0 1 0 0 0,1 0 0 0 0,-1 0 0 0 0,0 0 0 0 0,1 0-1 0 0,-1 0 1 0 0,1-1 0 0 0,-1 1 0 0 0,1 0 0 0 0,-1 0 0 0 0,1-1 0 0 0,-1 1 0 0 0,1 0 0 0 0,0-1 0 0 0,-1 1 0 0 0,1 0 0 0 0,0-1 0 0 0,0 1 0 0 0,0-1 0 0 0,-1 1 0 0 0,1-1 0 0 0,0 0 0 0 0,0 1 0 0 0,0-1 0 0 0,0 0 0 0 0,0 0 0 0 0,-1 0 0 0 0,1 1-1 0 0,0-1 1 0 0,0 0 0 0 0,0 0 0 0 0,0 0 0 0 0,0 0 0 0 0,0 0 0 0 0,0-1 0 0 0,0 1 0 0 0,0 0 0 0 0,-1 0 0 0 0,1-1 0 0 0,0 1 0 0 0,0 0 0 0 0,1-1 0 0 0,5-2 9 0 0,0 0 1 0 0,-1 0-1 0 0,1 0 0 0 0,10-7 1 0 0,-1-3-69 0 0,0 0 0 0 0,0-1 0 0 0,-1 0-1 0 0,-1-1 1 0 0,18-25 0 0 0,-4 0-112 0 0,27-52-1 0 0,-6-17 41 0 0,-48 107 111 0 0,-3 2-22 0 0,1 1 36 0 0,0 0 0 0 0,0 0 1 0 0,-1 0-1 0 0,1 0 0 0 0,0 0 1 0 0,0 0-1 0 0,0 0 0 0 0,0 0 1 0 0,0 1-1 0 0,0-1 0 0 0,0 0 1 0 0,1 1-1 0 0,-1-1 0 0 0,-1 3 1 0 0,2-3-4 0 0,-6 12 5 0 0,1 0 0 0 0,1 0 1 0 0,0 0-1 0 0,1 1 0 0 0,0-1 0 0 0,1 1 0 0 0,0 0 0 0 0,1-1 0 0 0,1 1 0 0 0,0 0 0 0 0,1 0 0 0 0,1 0 0 0 0,5 22 0 0 0,-5-29 56 0 0,0-1 0 0 0,0 1 0 0 0,0-1 0 0 0,1 1 0 0 0,0-1-1 0 0,1 0 1 0 0,-1 0 0 0 0,5 5 0 0 0,-5-8-241 0 0,0 1 0 0 0,-1-2 0 0 0,1 1-1 0 0,1 0 1 0 0,-1 0 0 0 0,7 3 0 0 0,-8-4-348 0 0,1-1 0 0 0,-1 0 0 0 0,1 0 0 0 0,-1 0 0 0 0,1 0 0 0 0,0-1 0 0 0,-1 1 0 0 0,1-1 0 0 0,0 0 0 0 0,0 1 0 0 0,3-1 0 0 0,17-2-4919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38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18 2520 0 0,'-12'-6'1808'0'0,"1"3"677"0"0,-4-4-925 0 0,-1 5-552 0 0,3 6-468 0 0,2 6-544 0 0,8-3-308 0 0,1 3-432 0 0,0 1-560 0 0,1 1-1065 0 0,1 3-415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39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379 326 2936 0 0,'0'-3'2235'0'0,"0"0"-1793"0"0,0 1 0 0 0,0-1-1 0 0,-1 0 1 0 0,1 1 0 0 0,0-1 0 0 0,-1 0-1 0 0,0 1 1 0 0,0-1 0 0 0,0 1 0 0 0,0-1-1 0 0,0 1 1 0 0,0 0 0 0 0,-1-1 0 0 0,1 1-1 0 0,-3-3 1 0 0,2 3-250 0 0,0 0 0 0 0,-1 0-1 0 0,1 0 1 0 0,-1 0 0 0 0,1 1 0 0 0,-1-1-1 0 0,1 1 1 0 0,-1 0 0 0 0,0 0 0 0 0,1 0-1 0 0,-1 0 1 0 0,-4-1 0 0 0,0 2-135 0 0,0-1 1 0 0,1 1-1 0 0,-1 0 1 0 0,0 0 0 0 0,0 0-1 0 0,1 1 1 0 0,-1 1-1 0 0,1-1 1 0 0,-1 1-1 0 0,1 0 1 0 0,-1 0 0 0 0,-6 4-1 0 0,-6 4-18 0 0,1 1 0 0 0,1 0 1 0 0,0 2-1 0 0,0 0 0 0 0,1 0 0 0 0,1 2 0 0 0,-20 23 0 0 0,26-27-37 0 0,0 0-1 0 0,1 1 1 0 0,0 0-1 0 0,1 1 0 0 0,1 0 1 0 0,0 0-1 0 0,0 0 1 0 0,1 1-1 0 0,1 0 0 0 0,0 0 1 0 0,-2 25-1 0 0,5-33-49 0 0,1-1 0 0 0,0 1 0 0 0,0 0 0 0 0,0-1 0 0 0,1 1 0 0 0,0 0 0 0 0,0-1 0 0 0,0 1 0 0 0,1-1 0 0 0,0 1 0 0 0,0-1 0 0 0,1 0 1 0 0,-1 0-1 0 0,1 0 0 0 0,0 0 0 0 0,0 0 0 0 0,1-1 0 0 0,-1 1 0 0 0,1-1 0 0 0,0 0 0 0 0,0 0 0 0 0,1 0 0 0 0,6 4 0 0 0,-3-3-217 0 0,-1-1 1 0 0,1 0-1 0 0,0-1 0 0 0,1 0 1 0 0,-1 0-1 0 0,1-1 0 0 0,-1 0 1 0 0,1 0-1 0 0,0-1 0 0 0,0 0 1 0 0,-1 0-1 0 0,1-1 0 0 0,0-1 1 0 0,14-1-1 0 0,-7-1-113 0 0,0-1 1 0 0,-1 0-1 0 0,1-1 1 0 0,-1 0-1 0 0,0-2 1 0 0,-1 0-1 0 0,21-13 0 0 0,-13 6 59 0 0,-2-1 0 0 0,0-1 0 0 0,-1-1-1 0 0,19-22 1 0 0,9-18 469 0 0,-3-1 0 0 0,47-82 0 0 0,-85 130-46 0 0,78-152 2780 0 0,-9 15 820 0 0,-73 146-3378 0 0,-3 7-109 0 0,-6 21 4 0 0,-12 35 145 0 0,-20 57 158 0 0,-37 185 0 0 0,75-303-512 0 0,1 0 0 0 0,0 0-1 0 0,0-1 1 0 0,-1 1 0 0 0,1 0 0 0 0,0 0 0 0 0,0 0-1 0 0,0-1 1 0 0,0 1 0 0 0,0 0 0 0 0,0 0-1 0 0,0 0 1 0 0,0 0 0 0 0,0-1 0 0 0,0 1 0 0 0,1 0-1 0 0,-1 0 1 0 0,0 0 0 0 0,1-1 0 0 0,-1 1 0 0 0,0 0-1 0 0,1-1 1 0 0,-1 1 0 0 0,2 1 0 0 0,-1-2-9 0 0,0 0 1 0 0,0 0 0 0 0,0 0-1 0 0,0 0 1 0 0,1-1-1 0 0,-1 1 1 0 0,0 0 0 0 0,0-1-1 0 0,0 1 1 0 0,0-1 0 0 0,0 1-1 0 0,0-1 1 0 0,0 0-1 0 0,0 1 1 0 0,0-1 0 0 0,0 0-1 0 0,-1 0 1 0 0,1 1 0 0 0,0-1-1 0 0,1-1 1 0 0,53-59 57 0 0,-45 48-59 0 0,1 0 0 0 0,0 1 0 0 0,1 0 1 0 0,0 1-1 0 0,1 0 0 0 0,24-15 0 0 0,-34 24-5 0 0,0 1 0 0 0,0 0 0 0 0,0-1 0 0 0,0 1 0 0 0,0 1 0 0 0,1-1 0 0 0,-1 0 0 0 0,0 1 0 0 0,0-1 0 0 0,0 1 0 0 0,1 0 0 0 0,-1 0 0 0 0,0 1 0 0 0,1-1 0 0 0,4 2 0 0 0,-2 0 0 0 0,0 0 1 0 0,-1 0-1 0 0,0 1 0 0 0,0-1 1 0 0,0 1-1 0 0,0 0 0 0 0,0 1 0 0 0,5 4 1 0 0,5 7-18 0 0,0 1 0 0 0,-1 0 0 0 0,20 31 0 0 0,-33-46 18 0 0,12 19-241 0 0,-7-11 305 0 0,0 0-1 0 0,0 0 0 0 0,1 0 1 0 0,0-1-1 0 0,15 13 1 0 0,-19-19-275 0 0,0 0 0 0 0,0 0 0 0 0,0-1 0 0 0,0 1 0 0 0,0-1 0 0 0,0 0 1 0 0,0 0-1 0 0,1 0 0 0 0,3 1 0 0 0,-2-2-451 0 0,-1 1 0 0 0,0-1 0 0 0,1 0 0 0 0,-1-1 0 0 0,0 1 0 0 0,0-1 1 0 0,1 0-1 0 0,7-2 0 0 0,13-7-4639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40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83 2276 0 0,'6'-24'3690'0'0,"4"-17"711"0"0,-7 32-3125 0 0,-2 19-980 0 0,-4 15-242 0 0,-2 0-1 0 0,0 0 0 0 0,-12 34 1 0 0,-4 15 21 0 0,11-31-96 0 0,4-21-4 0 0,0 1 0 0 0,2-1 0 0 0,1 1-1 0 0,-1 39 1 0 0,4-57 37 0 0,1-1 0 0 0,-1 0 1 0 0,1 1-1 0 0,0-1 0 0 0,0 0 0 0 0,3 7 0 0 0,-3-10-7 0 0,-1 0 0 0 0,1 1 0 0 0,0-1 0 0 0,0 0 0 0 0,0 0 0 0 0,0 1 0 0 0,0-1 0 0 0,0 0 0 0 0,0 0 0 0 0,0 0 0 0 0,0 0 0 0 0,0 0 0 0 0,1 0 0 0 0,-1 0-1 0 0,0-1 1 0 0,1 1 0 0 0,-1 0 0 0 0,0-1 0 0 0,1 1 0 0 0,-1-1 0 0 0,1 0 0 0 0,-1 1 0 0 0,1-1 0 0 0,1 0 0 0 0,4 0 8 0 0,0 0 1 0 0,1 0 0 0 0,-1-1-1 0 0,0 0 1 0 0,0-1 0 0 0,0 1-1 0 0,0-1 1 0 0,-1-1 0 0 0,9-3-1 0 0,-2 0 10 0 0,-1-1 0 0 0,0-1 0 0 0,0 0 0 0 0,12-11 0 0 0,6-9 30 0 0,-1-2 1 0 0,31-40-1 0 0,-30 31-16 0 0,-1-2 1 0 0,-2 0-1 0 0,-2-2 0 0 0,30-70 0 0 0,-54 111-39 0 0,-1 2 1 0 0,0-1 1 0 0,0 1 0 0 0,0 0-1 0 0,0-1 1 0 0,-1 1 0 0 0,1-1-1 0 0,0 1 1 0 0,0 0 0 0 0,0-1-1 0 0,0 1 1 0 0,-1 0 0 0 0,1-1-1 0 0,0 1 1 0 0,0 0 0 0 0,-1-1-1 0 0,1 1 1 0 0,0 0 0 0 0,0-1-1 0 0,-1 1 1 0 0,1 0 0 0 0,0 0-1 0 0,-1-1 1 0 0,0 1 0 0 0,-3 1 0 0 0,-1 0 1 0 0,1 0 0 0 0,-1 1 0 0 0,1 0 0 0 0,-1 0 0 0 0,1 0 0 0 0,0 0 0 0 0,0 0 0 0 0,0 1 0 0 0,0 0 0 0 0,0 0 0 0 0,1 0 0 0 0,-1 0 0 0 0,1 1 0 0 0,0-1 0 0 0,0 1 0 0 0,0 0 0 0 0,0 0 0 0 0,1 0 0 0 0,-1 0 0 0 0,-2 9 0 0 0,3-8-2 0 0,0 1 0 0 0,0 0-1 0 0,0-1 1 0 0,1 1 0 0 0,0 0 0 0 0,0 0-1 0 0,1 0 1 0 0,-1 0 0 0 0,1 0 0 0 0,1 0 0 0 0,-1 0-1 0 0,1 0 1 0 0,0 0 0 0 0,1 0 0 0 0,-1 0-1 0 0,1-1 1 0 0,3 8 0 0 0,3 1 10 0 0,0 0 0 0 0,1-1 0 0 0,1 1 0 0 0,0-2-1 0 0,23 23 1 0 0,66 47-67 0 0,-63-56 26 0 0,36 37 0 0 0,-70-62 92 0 0,-1 1 0 0 0,1-1-1 0 0,-1 1 1 0 0,1 0 0 0 0,-1-1 0 0 0,0 1-1 0 0,0 0 1 0 0,0 0 0 0 0,0 0 0 0 0,0 0-1 0 0,0 0 1 0 0,0 0 0 0 0,0 0-1 0 0,-1 0 1 0 0,1 0 0 0 0,-1 0 0 0 0,0 0-1 0 0,0 0 1 0 0,1 1 0 0 0,-1-1 0 0 0,0 0-1 0 0,-1 0 1 0 0,1 3 0 0 0,-2-2 32 0 0,1 0-1 0 0,-1 0 1 0 0,1 0 0 0 0,-1 0 0 0 0,0 0 0 0 0,0 0 0 0 0,0-1-1 0 0,0 1 1 0 0,-1-1 0 0 0,1 1 0 0 0,-1-1 0 0 0,1 0-1 0 0,-1 0 1 0 0,-3 2 0 0 0,-4 2-5 0 0,-1-1 1 0 0,0 0-1 0 0,0-1 0 0 0,0 0 0 0 0,0 0 1 0 0,-1-1-1 0 0,1-1 0 0 0,-1 0 0 0 0,0 0 1 0 0,1-2-1 0 0,-1 1 0 0 0,0-1 0 0 0,0-1 1 0 0,0 0-1 0 0,1-1 0 0 0,-1 0 0 0 0,-13-4 1 0 0,15 3-299 0 0,-1-1 0 0 0,1 0 1 0 0,0 0-1 0 0,1-1 0 0 0,-1-1 1 0 0,1 1-1 0 0,0-1 0 0 0,-12-11 0 0 0,15 12-420 0 0,1-1 0 0 0,-1 0 0 0 0,1 0-1 0 0,1 0 1 0 0,-1 0 0 0 0,1-1-1 0 0,0 0 1 0 0,0 0 0 0 0,1 0-1 0 0,0 0 1 0 0,1-1 0 0 0,-3-9-1 0 0,0-7-4049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40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69 1384 0 0,'-6'-46'8215'0'0,"5"27"-6869"0"0,1 16-1663 0 0,1 5-779 0 0,6 28-3123 0 0,-3-18 1310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41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83 348 0 0,'-41'-33'7959'0'0,"43"32"-7395"0"0,4 0-434 0 0,-1 1-1 0 0,0 0 1 0 0,1-1-1 0 0,-1 2 0 0 0,0-1 1 0 0,0 1-1 0 0,1 0 1 0 0,-1 0-1 0 0,0 0 0 0 0,0 0 1 0 0,0 1-1 0 0,0 0 0 0 0,6 4 1 0 0,7 2 35 0 0,0 1 0 0 0,21 16 0 0 0,-26-16-132 0 0,-1 1 0 0 0,0 0 0 0 0,0 1 0 0 0,-1 0 0 0 0,-1 1 0 0 0,0 0 0 0 0,16 25 0 0 0,-22-30-13 0 0,0 0-1 0 0,-1-1 0 0 0,0 1 0 0 0,0 0 1 0 0,-1 1-1 0 0,0-1 0 0 0,0 0 0 0 0,-1 1 1 0 0,0-1-1 0 0,0 1 0 0 0,-1-1 1 0 0,0 1-1 0 0,0 0 0 0 0,-1-1 0 0 0,0 1 1 0 0,0-1-1 0 0,-1 0 0 0 0,-3 11 0 0 0,1-7 143 0 0,0-1 1 0 0,-1 0-1 0 0,0 0 0 0 0,-1 0 0 0 0,0-1 0 0 0,-1 0 0 0 0,0 0 0 0 0,0-1 0 0 0,-1 1 0 0 0,0-2 0 0 0,-1 1 0 0 0,1-1 0 0 0,-1 0 0 0 0,-15 7 0 0 0,23-13-136 0 0,0 0 0 0 0,-1 0 1 0 0,1 0-1 0 0,-1-1 0 0 0,1 1 0 0 0,-1-1 0 0 0,0 1 0 0 0,1-1 0 0 0,-1 0 0 0 0,1 1 0 0 0,-1-1 0 0 0,0 0 0 0 0,1 0 0 0 0,-1 0 0 0 0,0 0 0 0 0,1-1 1 0 0,-1 1-1 0 0,1 0 0 0 0,-1-1 0 0 0,0 1 0 0 0,1-1 0 0 0,-1 1 0 0 0,1-1 0 0 0,-1 0 0 0 0,1 0 0 0 0,0 1 0 0 0,-1-1 0 0 0,1 0 0 0 0,0 0 0 0 0,-1-1 1 0 0,1 1-1 0 0,0 0 0 0 0,0 0 0 0 0,0-1 0 0 0,0 1 0 0 0,0 0 0 0 0,0-1 0 0 0,1 1 0 0 0,-1-1 0 0 0,0 1 0 0 0,0-3 0 0 0,-1-2-3 0 0,0 0 0 0 0,0 0 0 0 0,1-1 0 0 0,0 1 0 0 0,0-1-1 0 0,0 1 1 0 0,1-1 0 0 0,0 1 0 0 0,1-8 0 0 0,1-2-10 0 0,1 1 1 0 0,1-1 0 0 0,1 1-1 0 0,0 0 1 0 0,1 1 0 0 0,1-1-1 0 0,0 1 1 0 0,0 0 0 0 0,2 1-1 0 0,0 0 1 0 0,0 0 0 0 0,22-22-1 0 0,-21 25-17 0 0,0 2 1 0 0,0-1-1 0 0,0 1 0 0 0,1 0 0 0 0,1 1 0 0 0,-1 1 0 0 0,1 0 0 0 0,0 0 0 0 0,0 1 0 0 0,1 0 0 0 0,-1 2 0 0 0,1-1 0 0 0,0 1 0 0 0,0 1 0 0 0,26-1 0 0 0,-33 3-1 0 0,0 0 0 0 0,0 0 0 0 0,0 1-1 0 0,0 0 1 0 0,-1 0 0 0 0,1 0 0 0 0,0 1 0 0 0,-1 0 0 0 0,1 0 0 0 0,-1 0 0 0 0,1 1 0 0 0,-1 0 0 0 0,0 0 0 0 0,0 0 0 0 0,-1 0 0 0 0,1 1-1 0 0,-1 0 1 0 0,1 0 0 0 0,-1 0 0 0 0,0 1 0 0 0,-1-1 0 0 0,1 1 0 0 0,-1 0 0 0 0,0 0 0 0 0,0 0 0 0 0,0 0 0 0 0,-1 1 0 0 0,0-1-1 0 0,0 1 1 0 0,0 0 0 0 0,-1-1 0 0 0,0 1 0 0 0,1 11 0 0 0,-2 2 5 0 0,0 0-1 0 0,-1 1 1 0 0,-2-1-1 0 0,0 0 1 0 0,-10 33 0 0 0,-5 33-157 0 0,18-83 82 0 0,-1 0 0 0 0,1-1 0 0 0,0 1 0 0 0,0-1 1 0 0,-1 1-1 0 0,1 0 0 0 0,0-1 0 0 0,1 1 0 0 0,-1 0 1 0 0,0-1-1 0 0,0 1 0 0 0,1 0 0 0 0,-1-1 0 0 0,1 1 1 0 0,-1-1-1 0 0,1 1 0 0 0,0 0 0 0 0,-1-1 0 0 0,1 0 0 0 0,0 1 1 0 0,0-1-1 0 0,0 1 0 0 0,0-1 0 0 0,0 0 0 0 0,1 0 1 0 0,-1 0-1 0 0,0 0 0 0 0,0 0 0 0 0,1 0 0 0 0,-1 0 0 0 0,1 0 1 0 0,-1 0-1 0 0,1-1 0 0 0,-1 1 0 0 0,1 0 0 0 0,-1-1 1 0 0,1 0-1 0 0,0 1 0 0 0,-1-1 0 0 0,1 0 0 0 0,0 0 1 0 0,-1 0-1 0 0,1 0 0 0 0,0 0 0 0 0,-1 0 0 0 0,4-1 0 0 0,4 0-310 0 0,0 0-1 0 0,0-1 1 0 0,0-1-1 0 0,0 1 1 0 0,0-1-1 0 0,-1-1 1 0 0,11-5-1 0 0,6-6-93 0 0,-1-1 1 0 0,-1 0-1 0 0,-1-2 0 0 0,0-1 0 0 0,24-28 0 0 0,-3-3 1701 0 0,43-64 0 0 0,-78 103-766 0 0,-1 0-1 0 0,0-1 0 0 0,0 0 0 0 0,-1 0 1 0 0,6-19-1 0 0,-11 29-112 0 0,-4 3-285 0 0,1-1 0 0 0,-1 1 0 0 0,0-1 0 0 0,1 1-1 0 0,-1 0 1 0 0,1 0 0 0 0,-1 1 0 0 0,1-1 0 0 0,0 0-1 0 0,-1 1 1 0 0,1-1 0 0 0,0 1 0 0 0,0 0 0 0 0,0 0 0 0 0,-3 3-1 0 0,-25 34 440 0 0,29-39-490 0 0,-6 11 66 0 0,0-1 1 0 0,1 2 0 0 0,0-1 0 0 0,0 1 0 0 0,1-1 0 0 0,1 1 0 0 0,0 1 0 0 0,-3 18 0 0 0,6-27-41 0 0,0 0-1 0 0,1 1 0 0 0,0-1 1 0 0,0 1-1 0 0,0-1 1 0 0,0 0-1 0 0,1 1 0 0 0,0-1 1 0 0,0 0-1 0 0,0 1 0 0 0,0-1 1 0 0,0 0-1 0 0,1 0 1 0 0,0 0-1 0 0,0 0 0 0 0,0 0 1 0 0,0 0-1 0 0,1-1 0 0 0,0 1 1 0 0,-1-1-1 0 0,1 1 1 0 0,0-1-1 0 0,1 0 0 0 0,-1 0 1 0 0,1-1-1 0 0,-1 1 1 0 0,1-1-1 0 0,4 3 0 0 0,-2-2-8 0 0,0 0-1 0 0,1-1 0 0 0,-1 1 1 0 0,0-1-1 0 0,1 0 1 0 0,-1-1-1 0 0,1 0 0 0 0,0 0 1 0 0,0 0-1 0 0,-1-1 1 0 0,1 0-1 0 0,0 0 0 0 0,-1-1 1 0 0,1 0-1 0 0,0 0 0 0 0,-1 0 1 0 0,1-1-1 0 0,-1 0 1 0 0,1 0-1 0 0,-1-1 0 0 0,0 0 1 0 0,0 0-1 0 0,0 0 0 0 0,0-1 1 0 0,-1 0-1 0 0,0 0 1 0 0,1 0-1 0 0,-1-1 0 0 0,-1 1 1 0 0,1-1-1 0 0,-1-1 0 0 0,0 1 1 0 0,0 0-1 0 0,0-1 1 0 0,-1 0-1 0 0,0 0 0 0 0,0 0 1 0 0,0 0-1 0 0,-1-1 1 0 0,0 1-1 0 0,0 0 0 0 0,-1-1 1 0 0,1 0-1 0 0,-1-13 0 0 0,-1 9-18 0 0,0-1-1 0 0,-2 1 0 0 0,1-1 0 0 0,-2 1 0 0 0,1-1 1 0 0,-2 1-1 0 0,1 0 0 0 0,-1 0 0 0 0,-1 0 1 0 0,0 1-1 0 0,-1 0 0 0 0,0 0 0 0 0,0 0 0 0 0,-1 0 1 0 0,0 1-1 0 0,-1 1 0 0 0,-13-13 0 0 0,13 13-10 0 0,-1 1 1 0 0,0 0-1 0 0,0 1 0 0 0,0-1 1 0 0,-1 2-1 0 0,0 0 0 0 0,0 0 0 0 0,0 0 1 0 0,-1 1-1 0 0,0 1 0 0 0,1 0 0 0 0,-1 1 1 0 0,0 0-1 0 0,-1 0 0 0 0,1 1 0 0 0,0 0 1 0 0,0 1-1 0 0,-16 2 0 0 0,22-1-8 0 0,1 0-1 0 0,-1 0 1 0 0,0 1-1 0 0,1 0 1 0 0,0 0-1 0 0,-1 0 1 0 0,1 0-1 0 0,0 1 1 0 0,0-1 0 0 0,0 1-1 0 0,0 0 1 0 0,-4 4-1 0 0,7-5-71 0 0,-1-1 0 0 0,1 1-1 0 0,0-1 1 0 0,-1 1 0 0 0,1 0 0 0 0,0 0 0 0 0,0 0-1 0 0,0-1 1 0 0,0 1 0 0 0,0 0 0 0 0,0 0-1 0 0,1 0 1 0 0,-1 1 0 0 0,1-1 0 0 0,-1 0-1 0 0,1 0 1 0 0,0 0 0 0 0,0 0 0 0 0,0 0-1 0 0,0 1 1 0 0,0-1 0 0 0,0 0 0 0 0,1 0 0 0 0,-1 0-1 0 0,1 0 1 0 0,0 0 0 0 0,-1 0 0 0 0,1 0-1 0 0,1 3 1 0 0,1-1-512 0 0,0 0 0 0 0,0 1 0 0 0,0-1 0 0 0,0 0 1 0 0,1-1-1 0 0,0 1 0 0 0,-1 0 0 0 0,1-1 0 0 0,5 3 0 0 0,8 6-3686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43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13 100 656 0 0,'57'-100'11118'0'0,"-47"123"-9537"0"0,-10 2-590 0 0,-1-1 1 0 0,-6 40-1 0 0,2-24-469 0 0,-20 172 924 0 0,-14 152-649 0 0,37-340-735 0 0,2 0 0 0 0,0 0 1 0 0,1 0-1 0 0,2 0 0 0 0,7 34 1 0 0,-9-55-48 0 0,0 0 0 0 0,0 0 0 0 0,0 1-1 0 0,1-1 1 0 0,-1 0 0 0 0,1 0 0 0 0,0 0 0 0 0,0-1 0 0 0,0 1 0 0 0,0 0 0 0 0,0-1 0 0 0,1 1 0 0 0,-1-1 0 0 0,1 0-1 0 0,-1 0 1 0 0,7 4 0 0 0,-5-4-1 0 0,1 0-1 0 0,-1 0 0 0 0,1-1 1 0 0,0 0-1 0 0,-1 1 0 0 0,1-2 1 0 0,0 1-1 0 0,0 0 0 0 0,0-1 1 0 0,8-1-1 0 0,-1 0 3 0 0,0-1-1 0 0,0 0 1 0 0,0-1 0 0 0,0 0 0 0 0,0-1 0 0 0,-1 0-1 0 0,0-1 1 0 0,19-11 0 0 0,-12 3-9 0 0,0 0 1 0 0,-1-1-1 0 0,-1-1 0 0 0,0 0 1 0 0,-1-2-1 0 0,-1 1 1 0 0,18-28-1 0 0,-17 21 2 0 0,-1-1 0 0 0,-1-1-1 0 0,-1 0 1 0 0,-2 0 0 0 0,13-43 0 0 0,-20 57-14 0 0,-1 1 0 0 0,0 0 0 0 0,-1-1 0 0 0,0 0 1 0 0,0-16-1 0 0,-2 23-3 0 0,1 1 0 0 0,0 0 1 0 0,-1-1-1 0 0,0 1 0 0 0,1 0 1 0 0,-1 0-1 0 0,-1 0 0 0 0,1 0 1 0 0,0 0-1 0 0,-1 0 1 0 0,1 0-1 0 0,-1 0 0 0 0,0 0 1 0 0,0 1-1 0 0,0-1 0 0 0,0 1 1 0 0,-1 0-1 0 0,1-1 0 0 0,-1 1 1 0 0,1 0-1 0 0,-4-2 0 0 0,4 4 6 0 0,1-1 0 0 0,0 1 0 0 0,-1-1-1 0 0,1 1 1 0 0,-1-1 0 0 0,1 1-1 0 0,-1 0 1 0 0,1 0 0 0 0,-1 0-1 0 0,1 0 1 0 0,-1 0 0 0 0,1 0-1 0 0,-1 0 1 0 0,1 1 0 0 0,-1-1-1 0 0,1 0 1 0 0,-1 1 0 0 0,1-1-1 0 0,-1 1 1 0 0,1 0 0 0 0,0-1 0 0 0,-1 1-1 0 0,1 0 1 0 0,0 0 0 0 0,0 0-1 0 0,0 0 1 0 0,-1 0 0 0 0,1 0-1 0 0,0 0 1 0 0,0 0 0 0 0,1 0-1 0 0,-1 1 1 0 0,0-1 0 0 0,0 0-1 0 0,0 1 1 0 0,1-1 0 0 0,-1 0-1 0 0,1 1 1 0 0,-1 1 0 0 0,0 0 3 0 0,1-1-1 0 0,-1 1 1 0 0,1-1 0 0 0,0 1 0 0 0,0-1-1 0 0,0 1 1 0 0,0-1 0 0 0,1 1 0 0 0,-1-1-1 0 0,1 1 1 0 0,-1-1 0 0 0,1 1 0 0 0,0-1 0 0 0,0 0-1 0 0,0 1 1 0 0,0-1 0 0 0,0 0 0 0 0,1 0-1 0 0,-1 0 1 0 0,1 0 0 0 0,-1 0 0 0 0,1 0-1 0 0,0 0 1 0 0,-1 0 0 0 0,1-1 0 0 0,0 1 0 0 0,0-1-1 0 0,4 3 1 0 0,-1-1 1 0 0,1 2 4 0 0,1-1-1 0 0,0 0 1 0 0,0-1-1 0 0,0 1 0 0 0,1-1 1 0 0,-1-1-1 0 0,1 1 0 0 0,0-1 1 0 0,9 1-1 0 0,12 0 11 0 0,33 1 0 0 0,-28-4-24 0 0,1-2-1 0 0,-1-1 1 0 0,0-1 0 0 0,0-2 0 0 0,0-2-1 0 0,-1-1 1 0 0,0-1 0 0 0,32-16 0 0 0,-63 26-2 0 0,-1-1 1 0 0,1 0 0 0 0,0 0-1 0 0,-1 0 1 0 0,1 0-1 0 0,-1 0 1 0 0,1 0 0 0 0,-1 0-1 0 0,0 0 1 0 0,0-1-1 0 0,1 1 1 0 0,-1 0 0 0 0,0-1-1 0 0,0 1 1 0 0,0-1-1 0 0,0 0 1 0 0,0 1 0 0 0,-1-1-1 0 0,1 0 1 0 0,0-1-1 0 0,-1 1-16 0 0,-3 2-6 0 0,-2-1 27 0 0,0 1-1 0 0,0 1 0 0 0,1-1 0 0 0,-1 1 0 0 0,0 0 0 0 0,0 0 0 0 0,0 0 0 0 0,1 0 0 0 0,-1 1 0 0 0,0 0 0 0 0,1 0 0 0 0,0 0 0 0 0,-1 1 0 0 0,1-1 0 0 0,0 1 0 0 0,0 0 0 0 0,-6 6 0 0 0,-3 3-6 0 0,0 1 0 0 0,0 1 0 0 0,-16 22-1 0 0,20-23 12 0 0,0 0-1 0 0,1 0 1 0 0,1 1-1 0 0,0 0 0 0 0,1 0 1 0 0,0 0-1 0 0,2 1 1 0 0,-6 23-1 0 0,9-32 6 0 0,0 0 0 0 0,1 0 0 0 0,-1 0 0 0 0,1 0 0 0 0,1 0 0 0 0,-1 1 0 0 0,1-1 0 0 0,0 0 0 0 0,0 0 1 0 0,1 0-1 0 0,0 0 0 0 0,0 0 0 0 0,0-1 0 0 0,1 1 0 0 0,-1-1 0 0 0,1 1 0 0 0,1-1 0 0 0,-1 0 0 0 0,1 0 0 0 0,0 0 0 0 0,0-1 0 0 0,0 1 0 0 0,10 6 0 0 0,-5-4-56 0 0,1-1 0 0 0,0-1 0 0 0,0 0 0 0 0,0 0 0 0 0,0-1-1 0 0,1-1 1 0 0,-1 1 0 0 0,1-2 0 0 0,0 1 0 0 0,0-2 0 0 0,0 1 0 0 0,1-1 0 0 0,-1-1 0 0 0,0 0 0 0 0,17-3-1 0 0,-14 1-91 0 0,0 0 0 0 0,0-1 0 0 0,0-1 0 0 0,0 0 0 0 0,-1-1-1 0 0,0 0 1 0 0,0-1 0 0 0,0-1 0 0 0,0 0 0 0 0,-1-1 0 0 0,18-15 0 0 0,-14 8 13 0 0,0-1 0 0 0,-2 0 0 0 0,0-1 0 0 0,21-36 0 0 0,34-79 328 0 0,-41 74 693 0 0,-19 36-553 0 0,-7 18-306 0 0,-1-1 0 0 0,1 1 1 0 0,0 0-1 0 0,0 0 0 0 0,4-5 0 0 0,-5 7 7 0 0,0 13 2 0 0,-9 53 19 0 0,0-19 14 0 0,3 1 0 0 0,1 82 0 0 0,4-124-60 0 0,1 0-1 0 0,-1 0 1 0 0,1-1 0 0 0,0 1 0 0 0,0 0 0 0 0,0 0 0 0 0,1-1 0 0 0,-1 1-1 0 0,1 0 1 0 0,0-1 0 0 0,0 1 0 0 0,0-1 0 0 0,0 0 0 0 0,1 0 0 0 0,-1 0-1 0 0,1 0 1 0 0,3 3 0 0 0,-1-3-2 0 0,0 1 0 0 0,0-1 0 0 0,0 0 0 0 0,0-1 0 0 0,1 1 0 0 0,-1-1 0 0 0,1 0 0 0 0,0 0 0 0 0,0-1 0 0 0,8 2 0 0 0,-1-2 0 0 0,-1 0-1 0 0,1-1 1 0 0,0 0 0 0 0,0-1 0 0 0,-1 0 0 0 0,1-1-1 0 0,-1-1 1 0 0,1 0 0 0 0,-1 0 0 0 0,13-6-1 0 0,-11 1-7 0 0,0 1 0 0 0,-1-2 0 0 0,1 0-1 0 0,-2 0 1 0 0,0-1 0 0 0,0-1-1 0 0,0 0 1 0 0,-2-1 0 0 0,1 0 0 0 0,15-25-1 0 0,2-9 49 0 0,39-90 0 0 0,-66 135-51 0 0,18-38-21 0 0,-18 37-9 0 0,-2 4 6 0 0,-1-1 23 0 0,1 1 0 0 0,0 0 0 0 0,0 0 0 0 0,0 0-1 0 0,0-1 1 0 0,0 1 0 0 0,0 0 0 0 0,0 1 0 0 0,1-1 0 0 0,-1 3 0 0 0,0-2-2 0 0,-9 25-2 0 0,2 0 0 0 0,1 0 0 0 0,-4 35 0 0 0,9-47 26 0 0,1 0 1 0 0,1 1-1 0 0,0-1 1 0 0,1 0-1 0 0,1 1 1 0 0,0-1-1 0 0,6 18 1 0 0,-6-28-10 0 0,1 0 0 0 0,0-1 0 0 0,0 1 0 0 0,0-1 0 0 0,1 0 0 0 0,-1 0 0 0 0,1 0 0 0 0,0-1 0 0 0,1 1 0 0 0,-1-1 0 0 0,1 0 0 0 0,0 0 0 0 0,0-1 0 0 0,0 0 0 0 0,1 1 0 0 0,-1-2 0 0 0,1 1 0 0 0,9 3 0 0 0,0-1 6 0 0,-1 0 1 0 0,1-1-1 0 0,0-1 1 0 0,1 0 0 0 0,-1-1-1 0 0,21 0 1 0 0,-17-3-9 0 0,0 0 0 0 0,0-2 0 0 0,0 0 0 0 0,-1-1 0 0 0,1 0 0 0 0,-1-2 0 0 0,0 0 0 0 0,-1-1 0 0 0,1-1 0 0 0,-1-1 0 0 0,-1 0 0 0 0,0-1 1 0 0,0-1-1 0 0,26-23 0 0 0,-24 17-8 0 0,-2 0 0 0 0,0-1 0 0 0,-1 0 0 0 0,-1-2 0 0 0,0 1 0 0 0,-2-2 0 0 0,0 0 0 0 0,-1 0 1 0 0,-2-1-1 0 0,0 0 0 0 0,9-34 0 0 0,-15 42 31 0 0,-1-1-1 0 0,2-16 1 0 0,-4 26-9 0 0,0 0 0 0 0,1 0 0 0 0,-2 1 0 0 0,1-1 0 0 0,-1 0 0 0 0,1 0 0 0 0,-1 1 0 0 0,-1-1 0 0 0,1 1 0 0 0,-3-7 0 0 0,3 9-20 0 0,0 1-1 0 0,0 0 0 0 0,0-1 0 0 0,0 1 0 0 0,0 0 0 0 0,0 0 0 0 0,0 0 0 0 0,0 0 0 0 0,0 0 0 0 0,-1 0 0 0 0,1 0 1 0 0,0 0-1 0 0,-1 0 0 0 0,1 1 0 0 0,0-1 0 0 0,-1 0 0 0 0,1 1 0 0 0,-1-1 0 0 0,1 1 0 0 0,-4-1 0 0 0,2 1 0 0 0,0 0-1 0 0,0 1 0 0 0,1-1 0 0 0,-1 1 1 0 0,0-1-1 0 0,0 1 0 0 0,0 0 1 0 0,1 0-1 0 0,-1 0 0 0 0,-4 3 1 0 0,-1 1 2 0 0,-1 0 0 0 0,1 1 0 0 0,0 1 0 0 0,1-1 0 0 0,-11 12 0 0 0,8-6 8 0 0,1 1 0 0 0,0 0 0 0 0,1 0 0 0 0,0 1 0 0 0,1 0 0 0 0,1 1 0 0 0,0-1 0 0 0,1 1-1 0 0,0 0 1 0 0,1 1 0 0 0,1-1 0 0 0,1 1 0 0 0,0-1 0 0 0,1 1 0 0 0,1 22 0 0 0,1-32 1 0 0,-1 0 1 0 0,2 0-1 0 0,-1 0 0 0 0,1 0 1 0 0,-1 0-1 0 0,2-1 1 0 0,-1 1-1 0 0,1-1 1 0 0,-1 1-1 0 0,2-1 0 0 0,-1 0 1 0 0,0 0-1 0 0,7 7 1 0 0,-4-6-5 0 0,1 0-1 0 0,0 0 1 0 0,0-1 0 0 0,1 1 0 0 0,0-2 0 0 0,-1 1 0 0 0,1-1 0 0 0,12 4 0 0 0,0-1-1 0 0,0-2-1 0 0,0 0 1 0 0,1-1 0 0 0,-1-1-1 0 0,1-1 1 0 0,0-1 0 0 0,25-1 0 0 0,-6-3-280 0 0,1-2 0 0 0,42-10 0 0 0,-63 11-713 0 0,0-2 0 0 0,0-1 0 0 0,-1 0 0 0 0,0-1 0 0 0,-1-1 1 0 0,19-12-1 0 0,-13-1-4772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43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52 1644 0 0,'-3'0'2142'0'0,"-42"-2"6212"0"0,42 2-7337 0 0,-11-2 2427 0 0,0 2 352 0 0,14-3-2894 0 0,8-1-1315 0 0,3 0 460 0 0,1 0 0 0 0,-1 1 0 0 0,1 1 0 0 0,0 0 1 0 0,20-1-1 0 0,-15 1-23 0 0,300-18-61 0 0,-157 22-2183 0 0,-2 13-4225 0 0,-129-10 2365 0 0,-4 0-1927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44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42 276 0 0,'-12'-39'8944'0'0,"12"39"-8924"0"0,0 0 0 0 0,0 0 0 0 0,0 1 1 0 0,0-1-1 0 0,-1 0 0 0 0,1 0 1 0 0,0 0-1 0 0,0 0 0 0 0,0 0 0 0 0,0 0 1 0 0,0 0-1 0 0,0 0 0 0 0,0 0 0 0 0,0 0 1 0 0,0 0-1 0 0,-1 0 0 0 0,1 0 1 0 0,0 0-1 0 0,0 0 0 0 0,0 0 0 0 0,0 0 1 0 0,0 0-1 0 0,0 0 0 0 0,0 0 1 0 0,-1 0-1 0 0,1 0 0 0 0,0 0 0 0 0,0 0 1 0 0,0 0-1 0 0,0 0 0 0 0,0 0 1 0 0,0 0-1 0 0,0 0 0 0 0,0 0 0 0 0,0 0 1 0 0,-1 0-1 0 0,1 0 0 0 0,0 0 1 0 0,0-1-1 0 0,0 1 0 0 0,0 0 0 0 0,0 0 1 0 0,0 0-1 0 0,0 0 0 0 0,0 0 1 0 0,0 0-1 0 0,0 0 0 0 0,0 0 0 0 0,0 0 1 0 0,0-1-1 0 0,0 1 0 0 0,0 0 1 0 0,0 0-1 0 0,0 0 0 0 0,0 0 0 0 0,0 0 1 0 0,0 0-1 0 0,0 0 0 0 0,0-1 1 0 0,0 1-1 0 0,0 0 0 0 0,0 0 0 0 0,0 0 1 0 0,0 0-1 0 0,0 0 0 0 0,-6 13 466 0 0,-3 21-150 0 0,-36 214 1585 0 0,8-39-1604 0 0,29-160-284 0 0,-1 68 1 0 0,9-109-15 0 0,-1 1 1 0 0,2 0 0 0 0,0-1 0 0 0,0 1 0 0 0,0 0 0 0 0,1-1 0 0 0,0 0 0 0 0,5 12 0 0 0,-5-16-5 0 0,-1 0 0 0 0,1-1 0 0 0,1 1 1 0 0,-1-1-1 0 0,0 1 0 0 0,1-1 0 0 0,0 0 1 0 0,0 0-1 0 0,0 0 0 0 0,0 0 0 0 0,0 0 1 0 0,0-1-1 0 0,1 1 0 0 0,-1-1 0 0 0,1 0 1 0 0,0 0-1 0 0,0 0 0 0 0,7 2 0 0 0,-7-4-124 0 0,1 1-1 0 0,-1 0 0 0 0,1-1 1 0 0,-1 0-1 0 0,1 0 0 0 0,-1 0 1 0 0,1-1-1 0 0,-1 1 1 0 0,0-1-1 0 0,1 0 0 0 0,-1 0 1 0 0,0-1-1 0 0,0 1 0 0 0,1-1 1 0 0,-1 0-1 0 0,0 0 0 0 0,-1-1 1 0 0,1 1-1 0 0,6-6 1 0 0,-2 1-757 0 0,0 0 0 0 0,0 0 0 0 0,-1-1 1 0 0,0-1-1 0 0,0 1 0 0 0,-1-1 0 0 0,6-11 0 0 0,-3 0-1764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44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76 948 0 0,'-84'-30'11040'0'0,"82"29"-10765"0"0,4 0-56 0 0,3-2-157 0 0,0 0 1 0 0,1 1-1 0 0,-1-1 1 0 0,1 1-1 0 0,-1 1 0 0 0,1-1 1 0 0,9-1-1 0 0,50-4 87 0 0,-41 5-86 0 0,294-10-2845 0 0,-191 10-1579 0 0,-51 0 715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1:45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209 122 5112 0 0,'-46'-55'8765'0'0,"34"41"-6211"0"0,-25-21 1 0 0,33 33-2586 0 0,-1-1 1 0 0,1 1 0 0 0,0 0 0 0 0,-1 0-1 0 0,1 0 1 0 0,-1 1 0 0 0,1-1-1 0 0,-7 0 1 0 0,9 2-605 0 0,0 0 374 0 0,1 0 0 0 0,-1 0 1 0 0,0 0-1 0 0,1 0 0 0 0,-1 1 0 0 0,0-1 0 0 0,1 1 0 0 0,-1-1 0 0 0,0 1 0 0 0,1-1 0 0 0,-3 2 0 0 0,-28 17-7247 0 0,21-12 2473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04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39 908 0 0,'-5'-24'5747'0'0,"5"23"-5652"0"0,0 1 0 0 0,0-1 0 0 0,0 1 0 0 0,0-1 0 0 0,0 1 0 0 0,0-1 0 0 0,0 1 0 0 0,0-1 0 0 0,-1 1 0 0 0,1-1 0 0 0,0 1 0 0 0,0-1 0 0 0,0 1 0 0 0,0-1 0 0 0,-1 1 0 0 0,1-1 0 0 0,0 1 0 0 0,0 0 0 0 0,-1-1 0 0 0,1 1 0 0 0,0-1 0 0 0,-1 1 1 0 0,1 0-1 0 0,-1-1 0 0 0,1 1 0 0 0,0 0 0 0 0,-1-1 0 0 0,1 1 0 0 0,-1 0 0 0 0,1 0 0 0 0,-1 0 0 0 0,1-1 0 0 0,-1 1 0 0 0,0 0 0 0 0,0 1-37 0 0,0-1 1 0 0,0 1-1 0 0,0 0 1 0 0,0-1-1 0 0,0 1 0 0 0,0 0 1 0 0,0 0-1 0 0,1 0 1 0 0,-1 0-1 0 0,0 0 0 0 0,0 0 1 0 0,1 0-1 0 0,-2 2 1 0 0,-19 46-141 0 0,20-46 234 0 0,-13 36-39 0 0,2 0-1 0 0,1 2 1 0 0,2-1 0 0 0,-6 80-1 0 0,14-110-107 0 0,0 9 25 0 0,1 1 0 0 0,3 20 1 0 0,-3-36-20 0 0,1 1 0 0 0,-1-1 0 0 0,1 0 0 0 0,0 1 0 0 0,1-1 0 0 0,-1 0-1 0 0,1 0 1 0 0,0 0 0 0 0,0 0 0 0 0,0 0 0 0 0,0-1 0 0 0,1 1 0 0 0,-1-1 0 0 0,1 1 0 0 0,4 3 0 0 0,-4-5-3 0 0,0 0-1 0 0,0 0 1 0 0,0 0 0 0 0,1 0-1 0 0,-1-1 1 0 0,0 0-1 0 0,1 1 1 0 0,-1-1 0 0 0,1 0-1 0 0,-1-1 1 0 0,1 1 0 0 0,0-1-1 0 0,-1 1 1 0 0,5-1 0 0 0,-1-1-4 0 0,0 0 1 0 0,0 0 0 0 0,0 0 0 0 0,-1-1 0 0 0,1 0 0 0 0,-1 0 0 0 0,9-4 0 0 0,-6 2 1 0 0,0-1 0 0 0,0-1 0 0 0,0 1 1 0 0,-1-1-1 0 0,1-1 0 0 0,-2 0 0 0 0,1 0 0 0 0,-1 0 0 0 0,0-1 0 0 0,6-9 0 0 0,-6 7-5 0 0,-2-1-1 0 0,1-1 0 0 0,-2 1 0 0 0,0 0 0 0 0,0-1 0 0 0,-1 0 1 0 0,0 0-1 0 0,2-20 0 0 0,-5 23 1 0 0,1-1 0 0 0,-1 1 0 0 0,0-1 0 0 0,-1 1 0 0 0,0-1-1 0 0,-1 1 1 0 0,0-1 0 0 0,0 1 0 0 0,-1 0 0 0 0,0 0 0 0 0,-7-14 0 0 0,8 19-3 0 0,0 0 0 0 0,-1 0 1 0 0,1 0-1 0 0,-1 0 0 0 0,0 1 0 0 0,0-1 0 0 0,0 1 1 0 0,0 0-1 0 0,-1 0 0 0 0,1 0 0 0 0,-1 0 0 0 0,0 0 1 0 0,0 1-1 0 0,0 0 0 0 0,0 0 0 0 0,0 0 0 0 0,-1 0 1 0 0,1 1-1 0 0,0-1 0 0 0,-1 1 0 0 0,1 0 0 0 0,-1 0 1 0 0,-8 0-1 0 0,-22 4 5 0 0,24 2-2 0 0,3-1-4 0 0,5-2-3 0 0,0 0 0 0 0,0 0 0 0 0,0 0 0 0 0,0 0 0 0 0,1 0-1 0 0,-1 0 1 0 0,1 1 0 0 0,0-1 0 0 0,-1 1 0 0 0,1 0 0 0 0,0 0 0 0 0,1-1 0 0 0,-1 1-1 0 0,0 1 1 0 0,1-1 0 0 0,0 0 0 0 0,0 0 0 0 0,0 0 0 0 0,0 1 0 0 0,0-1 0 0 0,1 0 0 0 0,-1 1-1 0 0,1 3 1 0 0,0-5-93 0 0,0 1 0 0 0,0-1 0 0 0,0 1 0 0 0,1-1-1 0 0,-1 0 1 0 0,1 1 0 0 0,0-1 0 0 0,0 0 0 0 0,0 1 0 0 0,0-1 0 0 0,0 0-1 0 0,0 0 1 0 0,0 0 0 0 0,1 0 0 0 0,-1 0 0 0 0,1 0 0 0 0,0 0-1 0 0,-1 0 1 0 0,1-1 0 0 0,0 1 0 0 0,0-1 0 0 0,0 1 0 0 0,0-1 0 0 0,0 0-1 0 0,0 1 1 0 0,1-1 0 0 0,-1-1 0 0 0,0 1 0 0 0,1 0 0 0 0,-1 0-1 0 0,0-1 1 0 0,5 1 0 0 0,3 0-654 0 0,0 0 0 0 0,1 0 0 0 0,-1-2 0 0 0,0 1 0 0 0,17-4 0 0 0,-3-1-801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04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49 272 1040 0 0,'11'-44'3047'0'0,"9"-73"1"0"0,-15 80-1937 0 0,-3 27-746 0 0,0-1 0 0 0,-1 0 0 0 0,0 0 0 0 0,-2-19-1 0 0,13 94 160 0 0,-11 361-92 0 0,-6-361-388 0 0,-3 60 240 0 0,6-113-218 0 0,-3-16-26 0 0,-1-16-24 0 0,5 10-16 0 0,1 1 0 0 0,1-1 0 0 0,0 0 0 0 0,0 1-1 0 0,1-1 1 0 0,1 1 0 0 0,0-1 0 0 0,0 1 0 0 0,1 0 0 0 0,0 0-1 0 0,11-18 1 0 0,-13 24 0 0 0,1 0 0 0 0,0 1 0 0 0,-1-1 0 0 0,1 0-1 0 0,1 1 1 0 0,-1 0 0 0 0,1 0 0 0 0,-1 0 0 0 0,1 0-1 0 0,0 0 1 0 0,0 1 0 0 0,0 0 0 0 0,0 0 0 0 0,0 0 0 0 0,1 0-1 0 0,-1 0 1 0 0,1 1 0 0 0,-1 0 0 0 0,1 0 0 0 0,-1 0 0 0 0,1 1-1 0 0,0-1 1 0 0,-1 1 0 0 0,1 0 0 0 0,0 1 0 0 0,-1-1 0 0 0,1 1-1 0 0,-1 0 1 0 0,8 2 0 0 0,-4-1 22 0 0,-1 1 0 0 0,1 0 0 0 0,-1 0 0 0 0,1 1 0 0 0,-1 0 0 0 0,0 0 0 0 0,0 1 0 0 0,-1 0 0 0 0,1 0 0 0 0,-1 0 0 0 0,0 1 0 0 0,-1 0 0 0 0,0 0 0 0 0,1 1 0 0 0,4 8 0 0 0,-7-10-1 0 0,0 1 1 0 0,-1 0-1 0 0,1 0 1 0 0,-1 0-1 0 0,0 0 1 0 0,-1 1-1 0 0,1-1 1 0 0,-1 1-1 0 0,0-1 1 0 0,-1 0-1 0 0,0 1 1 0 0,0 0-1 0 0,0-1 1 0 0,-1 0-1 0 0,0 1 1 0 0,0-1-1 0 0,-1 1 0 0 0,1-1 1 0 0,-5 10-1 0 0,3-8 78 0 0,0-1 0 0 0,-1 1 0 0 0,0-1-1 0 0,0 0 1 0 0,-1 0 0 0 0,0 0 0 0 0,0-1-1 0 0,0 1 1 0 0,-1-1 0 0 0,0-1 0 0 0,0 1-1 0 0,0-1 1 0 0,-1 0 0 0 0,0 0 0 0 0,0-1-1 0 0,0 0 1 0 0,0 0 0 0 0,-1-1 0 0 0,0 0-1 0 0,1 0 1 0 0,-1-1 0 0 0,0 0 0 0 0,0 0-1 0 0,0-1 1 0 0,-1 0 0 0 0,1 0 0 0 0,0-1-1 0 0,-14-1 1 0 0,2-1-9 0 0,-40-10-1 0 0,53 10-87 0 0,1 0 0 0 0,-1-1 0 0 0,1 1 0 0 0,0-1-1 0 0,0-1 1 0 0,0 1 0 0 0,0-1 0 0 0,0 0 0 0 0,-7-7-1 0 0,12 10-98 0 0,0 0 0 0 0,0-1-1 0 0,1 1 1 0 0,-1 0 0 0 0,0-1-1 0 0,0 1 1 0 0,1-1-1 0 0,-1 1 1 0 0,0-1 0 0 0,1 1-1 0 0,0-1 1 0 0,-1 1 0 0 0,1-1-1 0 0,0 1 1 0 0,0-1 0 0 0,0 0-1 0 0,0 1 1 0 0,0-1-1 0 0,0 1 1 0 0,0-1 0 0 0,1 0-1 0 0,-1 1 1 0 0,0-1 0 0 0,1 1-1 0 0,0-1 1 0 0,-1 1-1 0 0,1-1 1 0 0,0 1 0 0 0,-1 0-1 0 0,1-1 1 0 0,0 1 0 0 0,0 0-1 0 0,2-2 1 0 0,3-4-1463 0 0,0 0 1 0 0,1 0-1 0 0,14-12 1 0 0,-7 6-1800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05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1768 0 0,'22'-21'8260'0'0,"-22"20"-8221"0"0,1 1-1 0 0,0 0 0 0 0,0-1 0 0 0,-1 1 1 0 0,1 0-1 0 0,0 0 0 0 0,0 0 0 0 0,-1 0 1 0 0,1 0-1 0 0,0 0 0 0 0,0 0 0 0 0,-1 0 1 0 0,1 0-1 0 0,0 0 0 0 0,0 0 0 0 0,-1 0 1 0 0,1 0-1 0 0,0 1 0 0 0,-1-1 0 0 0,1 0 1 0 0,0 1-1 0 0,0-1 0 0 0,-1 0 0 0 0,1 1 1 0 0,-1-1-1 0 0,1 1 0 0 0,0-1 0 0 0,-1 1 1 0 0,1-1-1 0 0,-1 1 0 0 0,1-1 0 0 0,-1 1 1 0 0,1 0-1 0 0,-1-1 0 0 0,0 1 0 0 0,1 0 1 0 0,-1-1-1 0 0,0 2 0 0 0,21 36 168 0 0,-14-25-35 0 0,31 56 91 0 0,76 141 174 0 0,-92-173 578 0 0,-21-35-669 0 0,-1-2-325 0 0,0 0 0 0 0,0 1 0 0 0,0-1 0 0 0,0 0 0 0 0,0 0 0 0 0,0 1 1 0 0,0-1-1 0 0,0 0 0 0 0,1 0 0 0 0,-1 1 0 0 0,0-1 0 0 0,0 0 0 0 0,0 0 0 0 0,0 0 0 0 0,1 1 0 0 0,-1-1 1 0 0,0 0-1 0 0,0 0 0 0 0,0 0 0 0 0,1 0 0 0 0,-1 1 0 0 0,0-1 0 0 0,0 0 0 0 0,1 0 0 0 0,-1 0 0 0 0,0 0 0 0 0,0 0 1 0 0,1 0-1 0 0,-1 0 0 0 0,0 0 0 0 0,0 0 0 0 0,1 0 0 0 0,-1 0 0 0 0,0 0 0 0 0,1 0 0 0 0,-1 0 0 0 0,0 0 0 0 0,0 0 1 0 0,1 0-1 0 0,-1 0 0 0 0,0 0 0 0 0,0 0 0 0 0,1 0 0 0 0,7-13 280 0 0,2-17-178 0 0,1-46 16 0 0,-9 49-149 0 0,10-40-1 0 0,-11 66-6 0 0,0 0 0 0 0,-1 0 1 0 0,1 0-1 0 0,0 0 0 0 0,0 0 0 0 0,0 0 0 0 0,0 0 0 0 0,-1 0 0 0 0,1 0 0 0 0,0 1 0 0 0,1-1 0 0 0,-1 0 0 0 0,0 1 0 0 0,0-1 0 0 0,0 0 0 0 0,0 1 0 0 0,0 0 0 0 0,1-1 0 0 0,-1 1 0 0 0,0 0 0 0 0,0-1 0 0 0,1 1 0 0 0,-1 0 0 0 0,2 0 1 0 0,38 0-1535 0 0,-28 0 838 0 0,150-8-8087 0 0,-144 4 7345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05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97 2196 0 0,'2'0'159'0'0,"-1"-1"-1"0"0,1 1 0 0 0,0-1 1 0 0,-1 0-1 0 0,1 0 1 0 0,0 1-1 0 0,-1-1 0 0 0,1 0 1 0 0,-1 0-1 0 0,1-1 1 0 0,-1 1-1 0 0,0 0 0 0 0,1 0 1 0 0,-1-1-1 0 0,0 1 0 0 0,0-1 1 0 0,0 1-1 0 0,0-1 1 0 0,0 1-1 0 0,0-1 0 0 0,-1 0 1 0 0,1 1-1 0 0,0-1 1 0 0,-1 0-1 0 0,1 0 0 0 0,-1 1 1 0 0,0-1-1 0 0,0 0 1 0 0,0-3-1 0 0,0 1 257 0 0,0-1-1 0 0,-1 1 1 0 0,0 0-1 0 0,0-1 1 0 0,0 1 0 0 0,0 0-1 0 0,-5-8 1 0 0,5 10-71 0 0,2 2-307 0 0,-1-1 0 0 0,0 1 0 0 0,0 0 1 0 0,0-1-1 0 0,0 1 0 0 0,0-1 0 0 0,-1 1 0 0 0,1 0 0 0 0,0-1 0 0 0,0 1 0 0 0,0-1 1 0 0,0 1-1 0 0,0 0 0 0 0,0-1 0 0 0,-1 1 0 0 0,1 0 0 0 0,0-1 0 0 0,0 1 1 0 0,-1 0-1 0 0,1-1 0 0 0,0 1 0 0 0,0 0 0 0 0,-1-1 0 0 0,1 1 0 0 0,0 0 1 0 0,-1 0-1 0 0,1-1 0 0 0,0 1 0 0 0,-2 0 0 0 0,0 2 3 0 0,-1 0 0 0 0,1 0 0 0 0,-1 1 1 0 0,1 0-1 0 0,0-1 0 0 0,0 1 0 0 0,0 0 0 0 0,0 0 0 0 0,1 0 0 0 0,-1 0 0 0 0,1 0 1 0 0,0 0-1 0 0,0 0 0 0 0,0 1 0 0 0,-1 4 0 0 0,-10 62 289 0 0,9-46-240 0 0,0-3-24 0 0,1 0 0 0 0,1 24 1 0 0,2-36-51 0 0,-1 0 0 0 0,1 0 0 0 0,1 0 0 0 0,-1 0 0 0 0,2 0 1 0 0,-1-1-1 0 0,7 15 0 0 0,-8-21-55 0 0,0-1-1 0 0,0 1 1 0 0,0-1 0 0 0,0 0 0 0 0,1 1-1 0 0,-1-1 1 0 0,0 0 0 0 0,1 0 0 0 0,-1 0-1 0 0,1 0 1 0 0,-1 0 0 0 0,1 0 0 0 0,-1 0-1 0 0,1 0 1 0 0,0-1 0 0 0,-1 1 0 0 0,1-1-1 0 0,0 1 1 0 0,0-1 0 0 0,-1 0 0 0 0,1 0-1 0 0,0 1 1 0 0,0-1 0 0 0,0 0 0 0 0,-1-1-1 0 0,1 1 1 0 0,0 0 0 0 0,0 0 0 0 0,-1-1-1 0 0,1 1 1 0 0,0-1 0 0 0,3-1 0 0 0,1 0-721 0 0,1-1 1 0 0,-1 0-1 0 0,0 0 1 0 0,0-1 0 0 0,0 1-1 0 0,0-1 1 0 0,7-7 0 0 0,3-5-2525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05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29 628 0 0,'-12'-7'1504'0'0,"2"2"-416"0"0,-1 0-176 0 0,-1 0 348 0 0,-5 0-495 0 0,0 3-273 0 0,3 7-180 0 0,4 7-232 0 0,6-3-28 0 0,1 1-240 0 0,5 0-168 0 0,-1 2-248 0 0,3 1-1273 0 0,-1-1 213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06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121 110 848 0 0,'0'0'7244'0'0,"-3"1"-6722"0"0,-2 3-303 0 0,-1 0 1 0 0,1 0-1 0 0,0 1 0 0 0,0 0 0 0 0,1 0 1 0 0,-1 0-1 0 0,1 0 0 0 0,0 1 0 0 0,1-1 1 0 0,-1 1-1 0 0,-2 7 0 0 0,-31 72 496 0 0,32-71-660 0 0,0 1 0 0 0,1-1-1 0 0,0 1 1 0 0,-2 24 0 0 0,5-33-39 0 0,1 0-1 0 0,0 0 1 0 0,0 0 0 0 0,1 0-1 0 0,-1 0 1 0 0,1 0-1 0 0,1 0 1 0 0,-1 0-1 0 0,1-1 1 0 0,0 1 0 0 0,0 0-1 0 0,1-1 1 0 0,0 0-1 0 0,4 7 1 0 0,-6-10-6 0 0,1 0 1 0 0,-1 0-1 0 0,1-1 0 0 0,0 1 1 0 0,-1-1-1 0 0,1 1 0 0 0,0-1 1 0 0,0 0-1 0 0,0 0 1 0 0,0 0-1 0 0,0 0 0 0 0,0 0 1 0 0,0 0-1 0 0,1 0 0 0 0,-1-1 1 0 0,4 1-1 0 0,-1 0 6 0 0,0-1-1 0 0,0 0 1 0 0,0 0 0 0 0,0 0-1 0 0,0-1 1 0 0,0 0-1 0 0,6-1 1 0 0,1-2 13 0 0,-1 0-1 0 0,0 0 0 0 0,0-1 1 0 0,-1-1-1 0 0,18-11 1 0 0,-20 10-37 0 0,1-1 1 0 0,-2 0-1 0 0,1 0 1 0 0,-1 0-1 0 0,0-1 1 0 0,-1 0 0 0 0,0-1-1 0 0,0 1 1 0 0,-1-1-1 0 0,0 0 1 0 0,-1 0-1 0 0,0-1 1 0 0,-1 1-1 0 0,0-1 1 0 0,-1 0-1 0 0,0 0 1 0 0,0 0-1 0 0,-1 0 1 0 0,-1 0-1 0 0,0 0 1 0 0,0 0-1 0 0,-1-1 1 0 0,-1 1 0 0 0,0 1-1 0 0,0-1 1 0 0,-1 0-1 0 0,0 0 1 0 0,-7-13-1 0 0,8 20 6 0 0,1 1 1 0 0,-1 0-1 0 0,0 0 0 0 0,0 0 0 0 0,-1 0 0 0 0,1 0 0 0 0,-1 0 1 0 0,1 0-1 0 0,-1 1 0 0 0,0 0 0 0 0,0-1 0 0 0,0 1 0 0 0,0 0 1 0 0,0 0-1 0 0,0 1 0 0 0,-1-1 0 0 0,1 1 0 0 0,-1-1 0 0 0,1 1 1 0 0,-1 0-1 0 0,0 0 0 0 0,1 1 0 0 0,-1-1 0 0 0,0 1 0 0 0,1 0 1 0 0,-1 0-1 0 0,0 0 0 0 0,0 0 0 0 0,1 1 0 0 0,-1-1 0 0 0,0 1 1 0 0,1 0-1 0 0,-1 0 0 0 0,1 1 0 0 0,-1-1 0 0 0,1 1 0 0 0,0-1 1 0 0,-1 1-1 0 0,1 0 0 0 0,0 0 0 0 0,0 1 0 0 0,0-1 0 0 0,1 1 1 0 0,-1-1-1 0 0,1 1 0 0 0,-3 3 0 0 0,1-1 13 0 0,1-1-1 0 0,-1 1 1 0 0,1 0-1 0 0,0 0 1 0 0,1 1-1 0 0,-1-1 1 0 0,1 0-1 0 0,0 1 1 0 0,1-1 0 0 0,-1 1-1 0 0,1 0 1 0 0,0 0-1 0 0,1 0 1 0 0,-1 10-1 0 0,1-12-5 0 0,1 0-1 0 0,-1 0 0 0 0,1 0 1 0 0,0 0-1 0 0,0 0 1 0 0,0 0-1 0 0,1 0 0 0 0,-1-1 1 0 0,1 1-1 0 0,0 0 1 0 0,0-1-1 0 0,0 1 0 0 0,1-1 1 0 0,-1 0-1 0 0,1 0 0 0 0,0 0 1 0 0,0 0-1 0 0,0 0 1 0 0,0 0-1 0 0,0-1 0 0 0,8 4 1 0 0,-1-1-40 0 0,1 0-1 0 0,0-1 1 0 0,0-1 0 0 0,0 0 0 0 0,1-1 0 0 0,-1 0-1 0 0,1 0 1 0 0,0-1 0 0 0,-1-1 0 0 0,1 0 0 0 0,0 0-1 0 0,-1-2 1 0 0,1 1 0 0 0,14-5 0 0 0,-6 2-234 0 0,0-2 1 0 0,-1-1 0 0 0,0 0-1 0 0,0-1 1 0 0,0-1 0 0 0,-1-1-1 0 0,23-16 1 0 0,-28 16 240 0 0,0-1 0 0 0,0-1-1 0 0,-2 0 1 0 0,1-1 0 0 0,-1 0 0 0 0,-1-1 0 0 0,-1 0-1 0 0,0-1 1 0 0,10-22 0 0 0,-10 16 776 0 0,-7 15-384 0 0,-5 11-150 0 0,0 2-120 0 0,1 0-1 0 0,0 1 1 0 0,0-1 0 0 0,0 1 0 0 0,1-1-1 0 0,0 13 1 0 0,-1-1 16 0 0,0 2-19 0 0,0 0-1 0 0,2 0 1 0 0,2 26 0 0 0,-2-39-71 0 0,2 0 0 0 0,-1 1 0 0 0,1-1 0 0 0,1 0 0 0 0,-1 0 0 0 0,1 0 0 0 0,1 0 0 0 0,-1-1 0 0 0,1 1 0 0 0,10 13 0 0 0,-12-19-19 0 0,0 0 0 0 0,0 0 0 0 0,0-1 0 0 0,0 1 0 0 0,0 0 0 0 0,1-1 0 0 0,-1 0 0 0 0,0 1 0 0 0,1-1 0 0 0,-1 0 0 0 0,1 0 0 0 0,-1 0-1 0 0,1-1 1 0 0,0 1 0 0 0,-1-1 0 0 0,1 1 0 0 0,0-1 0 0 0,-1 0 0 0 0,1 0 0 0 0,0 0 0 0 0,0 0 0 0 0,-1-1 0 0 0,1 1 0 0 0,0-1 0 0 0,3 0-1 0 0,2-2-146 0 0,1 0 0 0 0,-1 0 0 0 0,1-1-1 0 0,-1 0 1 0 0,0-1 0 0 0,10-7-1 0 0,-8 4-171 0 0,0 0-1 0 0,0-1 1 0 0,-1 0-1 0 0,0-1 0 0 0,-1 0 1 0 0,0 0-1 0 0,0-1 0 0 0,-2 0 1 0 0,8-13-1 0 0,-3-2 360 0 0,0-1-1 0 0,-2 0 1 0 0,7-30 0 0 0,1-20 1615 0 0,-17 75-1396 0 0,1 2-242 0 0,0 1 0 0 0,0-1 0 0 0,0 1 0 0 0,0-1 0 0 0,0 1 0 0 0,0-1 0 0 0,0 1 0 0 0,0 0 0 0 0,0-1 0 0 0,-1 1 0 0 0,1 0 0 0 0,0 0 0 0 0,0 0 0 0 0,-1 0 0 0 0,1-1 0 0 0,-1 1 0 0 0,1 0 1 0 0,-1 0-1 0 0,1 0 0 0 0,-1 0 0 0 0,1 0 0 0 0,-1 0 0 0 0,0 0 0 0 0,0 0 0 0 0,1 3 0 0 0,6 37 279 0 0,-4-23-182 0 0,6 33 89 0 0,3 12 25 0 0,-11-57-379 0 0,1 0 0 0 0,0-1 0 0 0,0 0 1 0 0,1 1-1 0 0,0-1 0 0 0,-1 0 0 0 0,2 0 0 0 0,4 6 0 0 0,-5-8-553 0 0,0-1 0 0 0,0 0-1 0 0,-1 0 1 0 0,2 0 0 0 0,-1 0-1 0 0,6 2 1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07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33 328 0 0,'0'-5'764'0'0,"-3"-13"2884"0"0,3 17-3545 0 0,0 1 0 0 0,-1-1-1 0 0,1 1 1 0 0,0-1 0 0 0,-1 1 0 0 0,1-1 0 0 0,0 1 0 0 0,-1-1-1 0 0,1 1 1 0 0,0-1 0 0 0,-1 1 0 0 0,1 0 0 0 0,-1-1-1 0 0,1 1 1 0 0,-1 0 0 0 0,1-1 0 0 0,-1 1 0 0 0,1 0 0 0 0,-1 0-1 0 0,1-1 1 0 0,-1 1 0 0 0,1 0 0 0 0,-1 0 0 0 0,0 0-1 0 0,1 0 1 0 0,-1 0 0 0 0,1 0 0 0 0,-1 0 0 0 0,1 0 0 0 0,-2 0-1 0 0,-5 1 155 0 0,1 1-1 0 0,-1 0 0 0 0,1 0 0 0 0,-1 1 0 0 0,1 0 0 0 0,0 0 0 0 0,0 0 0 0 0,0 1 1 0 0,-10 7-1 0 0,-51 49 584 0 0,57-50-687 0 0,-5 3 24 0 0,2 2 1 0 0,-16 19 0 0 0,25-29-143 0 0,0 1 0 0 0,1 0 0 0 0,-1 0 0 0 0,1 0 1 0 0,0 0-1 0 0,1 1 0 0 0,-1-1 0 0 0,1 1 0 0 0,1 0 1 0 0,-2 7-1 0 0,3-12-26 0 0,0 0 0 0 0,0 0 1 0 0,0 1-1 0 0,0-1 0 0 0,1 0 0 0 0,-1 0 1 0 0,1 0-1 0 0,-1 0 0 0 0,1 0 0 0 0,0 0 1 0 0,0 0-1 0 0,0-1 0 0 0,0 1 1 0 0,0 0-1 0 0,0 0 0 0 0,0-1 0 0 0,1 1 1 0 0,-1-1-1 0 0,1 1 0 0 0,-1-1 0 0 0,1 1 1 0 0,-1-1-1 0 0,1 0 0 0 0,0 0 0 0 0,0 0 1 0 0,0 0-1 0 0,-1 0 0 0 0,1 0 1 0 0,4 1-1 0 0,4 1-1 0 0,1 0 1 0 0,0 0-1 0 0,-1-1 0 0 0,14 0 1 0 0,-12 0-6 0 0,4 0 4 0 0,-1 0 0 0 0,1 2 1 0 0,-1 0-1 0 0,0 0 0 0 0,-1 2 0 0 0,1 0 0 0 0,17 10 1 0 0,-31-16-6 0 0,0 1 1 0 0,0-1 0 0 0,0 1 0 0 0,0 0 0 0 0,0-1 0 0 0,0 1-1 0 0,-1 0 1 0 0,1 0 0 0 0,0 0 0 0 0,0-1 0 0 0,-1 1 0 0 0,1 0 0 0 0,0 0-1 0 0,-1 0 1 0 0,1 0 0 0 0,-1 0 0 0 0,1 0 0 0 0,-1 0 0 0 0,0 1-1 0 0,0-1 1 0 0,1 0 0 0 0,-1 0 0 0 0,0 0 0 0 0,0 0 0 0 0,0 0 0 0 0,0 0-1 0 0,0 1 1 0 0,0-1 0 0 0,0 0 0 0 0,-1 0 0 0 0,1 0 0 0 0,0 0-1 0 0,0 0 1 0 0,-1 0 0 0 0,1 0 0 0 0,-1 0 0 0 0,1 0 0 0 0,-1 0 0 0 0,0 0-1 0 0,1 0 1 0 0,-1 0 0 0 0,0 0 0 0 0,0 0 0 0 0,1 0 0 0 0,-2 0 0 0 0,-2 3 8 0 0,0 1 0 0 0,0-1 1 0 0,-1-1-1 0 0,1 1 1 0 0,-1-1-1 0 0,0 0 1 0 0,-8 5-1 0 0,0-3-80 0 0,-1-1 0 0 0,1 0 0 0 0,-1 0 0 0 0,-20 1-1 0 0,21-3-1926 0 0,0-2-1 0 0,-18 0 1 0 0,14-3-2270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10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85 523 1524 0 0,'-8'3'1009'0'0,"0"0"1"0"0,0 0-1 0 0,0 1 0 0 0,0 0 1 0 0,0 1-1 0 0,-13 10 0 0 0,20-14-911 0 0,-1 1 0 0 0,1 0 0 0 0,-1-1-1 0 0,1 1 1 0 0,0 0 0 0 0,0 0-1 0 0,0 0 1 0 0,0 0 0 0 0,0 0 0 0 0,0 0-1 0 0,1 0 1 0 0,-1 0 0 0 0,1 0-1 0 0,-1 0 1 0 0,1 0 0 0 0,0 0 0 0 0,0 1-1 0 0,0-1 1 0 0,0 0 0 0 0,0 0-1 0 0,0 0 1 0 0,1 0 0 0 0,-1 0 0 0 0,1 1-1 0 0,-1-1 1 0 0,1 0 0 0 0,0 0-1 0 0,0 0 1 0 0,0 0 0 0 0,0-1 0 0 0,0 1-1 0 0,0 0 1 0 0,3 3 0 0 0,-1-2-53 0 0,-1-1 1 0 0,1 1-1 0 0,0-1 1 0 0,-1 0 0 0 0,1 0-1 0 0,0 0 1 0 0,0 0-1 0 0,0 0 1 0 0,1 0 0 0 0,-1-1-1 0 0,0 0 1 0 0,1 0-1 0 0,-1 0 1 0 0,1 0-1 0 0,-1 0 1 0 0,1-1 0 0 0,-1 1-1 0 0,1-1 1 0 0,-1 0-1 0 0,1 0 1 0 0,3-1-1 0 0,4 1-5 0 0,0-1 0 0 0,0-1-1 0 0,0 0 1 0 0,0-1 0 0 0,16-6 0 0 0,-19 6-37 0 0,1-1 1 0 0,-1 0-1 0 0,0-1 1 0 0,0 0-1 0 0,0 0 1 0 0,-1-1-1 0 0,0 0 1 0 0,0 0-1 0 0,0 0 1 0 0,-1-1-1 0 0,6-8 1 0 0,-5 5-1 0 0,-1 0 0 0 0,-1 0 0 0 0,0 0 1 0 0,0-1-1 0 0,-1 0 0 0 0,0 0 0 0 0,-1 0 0 0 0,3-19 0 0 0,-2-1 9 0 0,-1 0 1 0 0,-2 0-1 0 0,-1-1 0 0 0,-6-47 1 0 0,-32-123 132 0 0,28 167-182 0 0,10 35 36 0 0,0-1 0 0 0,0 1 0 0 0,0 0 0 0 0,0-1 0 0 0,0 1 0 0 0,0 0 0 0 0,0-1 0 0 0,-1 1 0 0 0,1 0 0 0 0,0 0 0 0 0,0-1 0 0 0,0 1 0 0 0,0 0 0 0 0,-1 0 0 0 0,1-1 0 0 0,0 1 0 0 0,0 0 1 0 0,-1 0-1 0 0,1 0 0 0 0,0-1 0 0 0,0 1 0 0 0,-1 0 0 0 0,1 0 0 0 0,0 0 0 0 0,-1 0 0 0 0,1 0 0 0 0,0-1 0 0 0,-1 1 0 0 0,1 0 0 0 0,0 0 0 0 0,-1 0 0 0 0,1 0 0 0 0,0 0 0 0 0,-1 0 0 0 0,1 0 0 0 0,0 0 1 0 0,-1 0-1 0 0,1 0 0 0 0,0 0 0 0 0,-1 1 0 0 0,1-1 0 0 0,0 0 0 0 0,-1 0 0 0 0,1 0 0 0 0,0 0 0 0 0,0 0 0 0 0,-1 1 0 0 0,1-1 0 0 0,0 0 0 0 0,0 0 0 0 0,-1 1 0 0 0,1-1 0 0 0,0 0 0 0 0,0 0 0 0 0,0 1 1 0 0,-1-1-1 0 0,1 0 0 0 0,0 1 0 0 0,-13 13-10 0 0,2 14-13 0 0,1 0 0 0 0,1 0 0 0 0,1 1 0 0 0,-4 39 0 0 0,9-51 36 0 0,1-10-1 0 0,-26 193 271 0 0,27-179-238 0 0,0-1 1 0 0,1 1-1 0 0,2-1 0 0 0,0 1 0 0 0,1-1 1 0 0,1 0-1 0 0,11 35 0 0 0,-12-49-29 0 0,-1-1-1 0 0,1 1 0 0 0,0-1 1 0 0,0 0-1 0 0,0 0 0 0 0,1 0 1 0 0,0 0-1 0 0,0-1 0 0 0,0 1 1 0 0,0-1-1 0 0,1 0 0 0 0,0 0 1 0 0,0-1-1 0 0,0 1 0 0 0,7 2 1 0 0,-4-2-50 0 0,0-1 0 0 0,0 0 1 0 0,0-1-1 0 0,1 1 0 0 0,0-2 1 0 0,-1 1-1 0 0,1-1 0 0 0,0-1 1 0 0,15 0-1 0 0,-9-2-229 0 0,0 0-1 0 0,0 0 1 0 0,0-1 0 0 0,-1-1-1 0 0,1-1 1 0 0,-1 0 0 0 0,0-1 0 0 0,-1 0-1 0 0,0-1 1 0 0,0 0 0 0 0,0-1 0 0 0,13-12-1 0 0,-13 8-75 0 0,0-1-1 0 0,-1 0 0 0 0,-1-1 1 0 0,0 0-1 0 0,-1-1 0 0 0,-1 0 1 0 0,0-1-1 0 0,-1 0 0 0 0,-1 0 1 0 0,0-1-1 0 0,-1 0 0 0 0,-1 0 1 0 0,-1 0-1 0 0,4-32 0 0 0,-4 7 863 0 0,-2 0 1 0 0,-2-1-1 0 0,-1 1 0 0 0,-3-1 0 0 0,-9-44 0 0 0,10 71-95 0 0,2 6-168 0 0,0 1 0 0 0,-1 0 0 0 0,0 0 0 0 0,-1 1 0 0 0,-7-18 0 0 0,9 27-224 0 0,1-1 1 0 0,-1 1-1 0 0,0-1 1 0 0,1 1 0 0 0,-1 0-1 0 0,0-1 1 0 0,1 1-1 0 0,-1 0 1 0 0,1 0-1 0 0,-1-1 1 0 0,1 1 0 0 0,-1 0-1 0 0,1 0 1 0 0,0 0-1 0 0,-1-1 1 0 0,1 1 0 0 0,0 0-1 0 0,-1 1 1 0 0,-5 34 439 0 0,0-1 0 0 0,0 69 1 0 0,15 74-6 0 0,22 52 503 0 0,-31-230-964 0 0,0 0 0 0 0,1 1 0 0 0,-1-1 1 0 0,0 0-1 0 0,0 1 0 0 0,0-1 1 0 0,0 0-1 0 0,0 1 0 0 0,0-1 0 0 0,0 0 1 0 0,0 1-1 0 0,1-1 0 0 0,-1 0 0 0 0,0 1 1 0 0,0-1-1 0 0,0 0 0 0 0,1 1 1 0 0,-1-1-1 0 0,0 0 0 0 0,0 0 0 0 0,1 1 1 0 0,-1-1-1 0 0,0 0 0 0 0,1 0 0 0 0,-1 0 1 0 0,0 1-1 0 0,1-1 0 0 0,-1 0 0 0 0,0 0 1 0 0,1 0-1 0 0,-1 0 0 0 0,1 0 1 0 0,9-6 71 0 0,5-14-69 0 0,-5-5-19 0 0,25-51 8 0 0,-31 68-3 0 0,1 0-1 0 0,0 0 1 0 0,0 1-1 0 0,0 0 1 0 0,1 0-1 0 0,1 1 1 0 0,6-7 0 0 0,-11 12-1 0 0,-1-1 0 0 0,1 1 0 0 0,0 0 0 0 0,0-1 1 0 0,-1 1-1 0 0,1 0 0 0 0,0 0 0 0 0,0 0 1 0 0,0 1-1 0 0,0-1 0 0 0,0 0 0 0 0,1 1 0 0 0,-1-1 1 0 0,0 1-1 0 0,0 0 0 0 0,0 0 0 0 0,0 0 0 0 0,0 0 1 0 0,1 0-1 0 0,-1 0 0 0 0,0 0 0 0 0,0 1 1 0 0,0-1-1 0 0,0 1 0 0 0,0 0 0 0 0,0-1 0 0 0,0 1 1 0 0,0 0-1 0 0,0 0 0 0 0,0 0 0 0 0,0 1 0 0 0,2 1 1 0 0,2 2 7 0 0,-1 0 1 0 0,-1 1-1 0 0,1-1 1 0 0,-1 1 0 0 0,0 0-1 0 0,0 0 1 0 0,3 8-1 0 0,-1 1 13 0 0,0 1-1 0 0,-1-1 1 0 0,-1 1 0 0 0,-1 0-1 0 0,3 25 1 0 0,0 1 40 0 0,5-12 2 0 0,-11-29-57 0 0,1 1 1 0 0,0-1-1 0 0,0 1 0 0 0,0-1 0 0 0,0 1 0 0 0,0-1 0 0 0,0 0 1 0 0,0 1-1 0 0,1-1 0 0 0,-1 0 0 0 0,0 0 0 0 0,1 0 1 0 0,-1 0-1 0 0,0 0 0 0 0,1 0 0 0 0,1 0 0 0 0,18 4 21 0 0,-11-4-33 0 0,0 0-1 0 0,0-1 1 0 0,0-1 0 0 0,0 1 0 0 0,0-1 0 0 0,0-1 0 0 0,0 0 0 0 0,0-1 0 0 0,0 1-1 0 0,-1-2 1 0 0,0 1 0 0 0,1-2 0 0 0,-1 1 0 0 0,-1-1 0 0 0,13-9 0 0 0,-8 5-4 0 0,0-1 0 0 0,-1-1 1 0 0,0 0-1 0 0,0 0 0 0 0,-1-1 1 0 0,-1-1-1 0 0,0 0 0 0 0,-1 0 1 0 0,-1-1-1 0 0,0 0 0 0 0,0-1 1 0 0,-2 1-1 0 0,0-2 0 0 0,0 1 1 0 0,-1 0-1 0 0,-1-1 0 0 0,-1 0 1 0 0,0 0-1 0 0,0-23 0 0 0,-3 37 10 0 0,0-1 0 0 0,-1 0 0 0 0,1 1 0 0 0,-1-1 0 0 0,1 1-1 0 0,-1-1 1 0 0,0 1 0 0 0,0-1 0 0 0,0 1 0 0 0,-1 0 0 0 0,1-1-1 0 0,0 1 1 0 0,-1 0 0 0 0,-2-2 0 0 0,3 2-18 0 0,-3 3 41 0 0,-1 1-18 0 0,-1-1 0 0 0,1 1 0 0 0,0 1 0 0 0,0-1-1 0 0,-1 1 1 0 0,2 0 0 0 0,-1 0 0 0 0,0 1 0 0 0,1-1 0 0 0,-1 1 0 0 0,1 0-1 0 0,0 0 1 0 0,0 1 0 0 0,1-1 0 0 0,-1 1 0 0 0,1 0 0 0 0,0 0-1 0 0,0 0 1 0 0,-2 7 0 0 0,1-4 8 0 0,0 1 0 0 0,1-1 0 0 0,0 0-1 0 0,1 1 1 0 0,-1 0 0 0 0,2 0 0 0 0,-1-1 0 0 0,1 1 0 0 0,1 0-1 0 0,0 0 1 0 0,0 0 0 0 0,2 14 0 0 0,-1-19-3 0 0,1 1-1 0 0,-1 0 1 0 0,1-1-1 0 0,0 1 1 0 0,0-1-1 0 0,0 1 1 0 0,1-1-1 0 0,-1 0 1 0 0,1 0-1 0 0,0 0 1 0 0,0 0-1 0 0,1-1 1 0 0,-1 1 0 0 0,5 2-1 0 0,-2-1 16 0 0,0-1-1 0 0,0-1 1 0 0,1 1-1 0 0,-1-1 1 0 0,1 0 0 0 0,0-1-1 0 0,0 1 1 0 0,13 1-1 0 0,-5-2-119 0 0,0 0-1 0 0,0-1 0 0 0,0-1 1 0 0,0 0-1 0 0,1-1 0 0 0,-1-1 1 0 0,0 0-1 0 0,22-7 1 0 0,-22 4-613 0 0,0-1-1 0 0,21-11 1 0 0,5-8-3732 0 0,-14 6-187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11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56 155 2544 0 0,'-14'-2'1334'0'0,"11"2"-893"0"0,0 0 0 0 0,-1-1 1 0 0,1 1-1 0 0,0-1 0 0 0,-1 0 0 0 0,1 0 0 0 0,0 0 1 0 0,0-1-1 0 0,0 1 0 0 0,-6-4 0 0 0,9 4-383 0 0,0 0 0 0 0,0 0 0 0 0,0 0 0 0 0,0 0-1 0 0,1 0 1 0 0,-1 1 0 0 0,0-1 0 0 0,1 0-1 0 0,-1 0 1 0 0,0 0 0 0 0,1 1 0 0 0,-1-1-1 0 0,1 0 1 0 0,-1 0 0 0 0,1 1 0 0 0,-1-1-1 0 0,1 0 1 0 0,0 0 0 0 0,6-4 39 0 0,-1 0 0 0 0,1 1 0 0 0,0 0 0 0 0,1 0 0 0 0,-1 0 0 0 0,0 1 0 0 0,1 0 0 0 0,0 1 1 0 0,9-3-1 0 0,-4 1 1 0 0,145-36 198 0 0,-50 17-2890 0 0,-69 15 223 0 0,2-1-1454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07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21 588 80 0 0,'0'0'4238'0'0,"-2"0"-3455"0"0,1 1-690 0 0,0-1 0 0 0,0 0 0 0 0,1 1 0 0 0,-1-1 0 0 0,0 1 0 0 0,0-1 0 0 0,1 1 0 0 0,-1-1 0 0 0,0 1 0 0 0,1-1 0 0 0,-1 1 0 0 0,0 0 0 0 0,1-1 0 0 0,-1 1 0 0 0,1 0 1 0 0,-1 1-1 0 0,-4 20 1599 0 0,4-15-1400 0 0,1 1 0 0 0,0-1-1 0 0,0 0 1 0 0,0 0-1 0 0,3 11 1 0 0,-2-15-231 0 0,0 1 0 0 0,0-1 0 0 0,0 1 1 0 0,0-1-1 0 0,1 0 0 0 0,-1 0 0 0 0,1 1 0 0 0,0-1 1 0 0,0 0-1 0 0,0-1 0 0 0,0 1 0 0 0,1 0 0 0 0,4 3 1 0 0,-4-4-36 0 0,0 0 1 0 0,0-1-1 0 0,0 1 1 0 0,0-1-1 0 0,0 0 1 0 0,1 0-1 0 0,-1 0 1 0 0,0 0-1 0 0,1-1 1 0 0,5 1-1 0 0,35-1 106 0 0,-43 0-131 0 0,13-1-7 0 0,1 0-1 0 0,-1-2 0 0 0,1 0 0 0 0,-1 0 1 0 0,0-1-1 0 0,0-1 0 0 0,-1 0 0 0 0,1-1 1 0 0,-1-1-1 0 0,0 0 0 0 0,-1 0 1 0 0,0-1-1 0 0,0-1 0 0 0,0 0 0 0 0,-1-1 1 0 0,12-13-1 0 0,-9 6 25 0 0,0-1 1 0 0,-1 0 0 0 0,-1-1-1 0 0,-1 0 1 0 0,0-1-1 0 0,-2 0 1 0 0,0-1 0 0 0,-1 0-1 0 0,9-42 1 0 0,-1-14 26 0 0,-3 0 0 0 0,5-154-1 0 0,-18 228-50 0 0,-2 5 10 0 0,1 0-1 0 0,0 0 1 0 0,0 0 0 0 0,0 0 0 0 0,0 1 0 0 0,0-1-1 0 0,0 0 1 0 0,1 0 0 0 0,-1 1 0 0 0,1 1 0 0 0,-3 9 39 0 0,-30 217 470 0 0,29-182-434 0 0,2 0 0 0 0,7 88 0 0 0,-3-121-9 0 0,1 0 1 0 0,0 0-1 0 0,1 0 0 0 0,6 15 1 0 0,-7-24-261 0 0,0 1 1 0 0,0-1-1 0 0,0 0 1 0 0,1 0-1 0 0,-1 0 1 0 0,2-1-1 0 0,-1 1 1 0 0,0-1-1 0 0,1 0 1 0 0,10 8-1 0 0,0-7-4261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08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43 223 892 0 0,'-3'-1'1676'0'0,"1"1"-1532"0"0,-21-5 2907 0 0,22 4-2979 0 0,1 1 0 0 0,0 0 0 0 0,-1 0 0 0 0,1 0-1 0 0,-1 0 1 0 0,1 0 0 0 0,-1 0 0 0 0,1 0 0 0 0,-1 0-1 0 0,1 0 1 0 0,0 0 0 0 0,-1 0 0 0 0,1 0 0 0 0,-1 0-1 0 0,1 0 1 0 0,-1 1 0 0 0,1-1 0 0 0,0 0 0 0 0,-1 0-1 0 0,1 0 1 0 0,-1 1 0 0 0,1-1 0 0 0,0 0 0 0 0,-1 0 0 0 0,1 1-1 0 0,0-1 1 0 0,-1 0 0 0 0,1 1 0 0 0,0-1 0 0 0,0 0-1 0 0,-1 1 1 0 0,1-1 0 0 0,0 1 0 0 0,0-1 0 0 0,-1 0-1 0 0,1 1 1 0 0,0-1 0 0 0,0 1 0 0 0,0-1 0 0 0,0 1-1 0 0,0-1 1 0 0,0 0 0 0 0,0 1 0 0 0,0-1 0 0 0,0 1-1 0 0,0 0 1 0 0,1 0-32 0 0,-1 0 0 0 0,1 0 0 0 0,0 1 0 0 0,-1-1 0 0 0,1 0 0 0 0,0 0 0 0 0,0-1 0 0 0,0 1-1 0 0,0 0 1 0 0,0 0 0 0 0,0 0 0 0 0,0-1 0 0 0,0 1 0 0 0,0 0 0 0 0,0-1 0 0 0,1 1 0 0 0,-1-1 0 0 0,0 1 0 0 0,3 0 0 0 0,25 6 148 0 0,-27-7-165 0 0,26 4 108 0 0,1-1 0 0 0,0-1 0 0 0,0-1 0 0 0,37-5 1 0 0,116-22 14 0 0,-151 21-115 0 0,4-1-113 0 0,64-20-1 0 0,-91 24 27 0 0,1-1 1 0 0,0-1-1 0 0,-1 0 0 0 0,0 0 0 0 0,0-1 1 0 0,0 0-1 0 0,0 0 0 0 0,-1-1 1 0 0,0 0-1 0 0,0 0 0 0 0,0 0 0 0 0,8-13 1 0 0,-11 15 28 0 0,-2-1 0 0 0,1 0 0 0 0,0 1 1 0 0,-1-1-1 0 0,0 0 0 0 0,2-7 0 0 0,-2 2 1 0 0,-1-1 1 0 0,1 0-1 0 0,-2-17 0 0 0,-4 13-1 0 0,0 10-11 0 0,-1 14 36 0 0,-9 44 364 0 0,-13 107 1 0 0,9 60 119 0 0,18-219-481 0 0,-5 240 637 0 0,5-230-556 0 0,0-9 24 0 0,1-2-117 0 0,0-1 10 0 0,1 1 0 0 0,-1-1 1 0 0,0 1-1 0 0,1-1 0 0 0,-1 1 0 0 0,0-1 1 0 0,1 0-1 0 0,-1 0 0 0 0,0 0 0 0 0,0 0 1 0 0,0 0-1 0 0,0 0 0 0 0,0 0 0 0 0,0 0 1 0 0,0 0-1 0 0,0 0 0 0 0,-1 0 0 0 0,1-1 1 0 0,0 1-1 0 0,0-3 0 0 0,14-34-39 0 0,-12 28 19 0 0,3-5 27 0 0,5-16 21 0 0,23-45 0 0 0,-30 69-13 0 0,-1 0 0 0 0,2 1 0 0 0,-1-1 0 0 0,1 1 0 0 0,0 0 0 0 0,0 0 0 0 0,1 0 0 0 0,0 0-1 0 0,0 1 1 0 0,0 0 0 0 0,12-7 0 0 0,-15 11-13 0 0,-1 0-1 0 0,1 0 1 0 0,-1 0 0 0 0,1 0-1 0 0,0 0 1 0 0,-1 1-1 0 0,1-1 1 0 0,0 1 0 0 0,0 0-1 0 0,-1 0 1 0 0,1 0-1 0 0,0 0 1 0 0,0 0 0 0 0,-1 0-1 0 0,1 1 1 0 0,0-1-1 0 0,0 1 1 0 0,3 1 0 0 0,-2 0-4 0 0,0 1 0 0 0,0-1 0 0 0,0 1 1 0 0,0-1-1 0 0,-1 1 0 0 0,1 0 1 0 0,-1 0-1 0 0,0 1 0 0 0,0-1 0 0 0,4 6 1 0 0,-1 0 36 0 0,-1 1 0 0 0,0 0 1 0 0,0-1-1 0 0,-1 2 1 0 0,0-1-1 0 0,0 0 1 0 0,-2 1-1 0 0,4 17 0 0 0,-2 34 128 0 0,-3-35-107 0 0,6 36 0 0 0,-7-62-81 0 0,1 0 0 0 0,-1 0-1 0 0,1 1 1 0 0,-1-1 0 0 0,1 0-1 0 0,-1 0 1 0 0,1 0 0 0 0,0 0-1 0 0,0 0 1 0 0,-1 0 0 0 0,1-1-1 0 0,0 1 1 0 0,0 0 0 0 0,0 0-1 0 0,0-1 1 0 0,0 1 0 0 0,0 0-1 0 0,0-1 1 0 0,0 1 0 0 0,0-1-1 0 0,1 1 1 0 0,-1-1 0 0 0,0 0-1 0 0,0 1 1 0 0,0-1-1 0 0,0 0 1 0 0,1 0 0 0 0,-1 0-1 0 0,0 0 1 0 0,0 0 0 0 0,0 0-1 0 0,3 0 1 0 0,11-2-803 0 0,1-1 0 0 0,-1 0 0 0 0,0-1-1 0 0,0 0 1 0 0,0-2 0 0 0,0 0 0 0 0,-1 0 0 0 0,16-10-1 0 0,-5 1-904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09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141 509 1364 0 0,'8'-11'869'0'0,"-1"0"0"0"0,0-1 0 0 0,-1 0-1 0 0,-1 0 1 0 0,1 0 0 0 0,-2 0 0 0 0,0-1 0 0 0,4-18 0 0 0,-8 28-777 0 0,0 1 0 0 0,0 0 0 0 0,-1-1 0 0 0,1 1 0 0 0,0-1 0 0 0,-1 1 1 0 0,0 0-1 0 0,1-1 0 0 0,-1 1 0 0 0,0 0 0 0 0,0 0 0 0 0,0 0 0 0 0,-1-1 0 0 0,-2-2 1 0 0,3 4 71 0 0,-2 1-6 0 0,-3 1-118 0 0,0 1-1 0 0,0 0 1 0 0,1 0-1 0 0,-1 0 1 0 0,0 1-1 0 0,1 0 1 0 0,0 0-1 0 0,0 0 1 0 0,0 0-1 0 0,0 1 1 0 0,0 0-1 0 0,1 0 0 0 0,-1 1 1 0 0,1-1-1 0 0,-6 9 1 0 0,-7 9 35 0 0,2 1-1 0 0,-15 28 1 0 0,26-42-58 0 0,-1 0 1 0 0,1 0-1 0 0,1 0 1 0 0,0 0 0 0 0,0 0-1 0 0,1 1 1 0 0,0-1-1 0 0,1 1 1 0 0,-1 11 0 0 0,2-18-11 0 0,0 1 1 0 0,0-1 0 0 0,1 1 0 0 0,-1-1 0 0 0,1 1 0 0 0,-1-1 0 0 0,1 0-1 0 0,0 1 1 0 0,1-1 0 0 0,-1 0 0 0 0,0 0 0 0 0,1 1 0 0 0,0-1-1 0 0,0-1 1 0 0,0 1 0 0 0,0 0 0 0 0,0 0 0 0 0,0-1 0 0 0,1 1-1 0 0,0-1 1 0 0,-1 0 0 0 0,1 1 0 0 0,0-1 0 0 0,0-1 0 0 0,0 1 0 0 0,0 0-1 0 0,0-1 1 0 0,6 3 0 0 0,-3-3-13 0 0,0 1 0 0 0,1-1 0 0 0,-1 0 0 0 0,0 0 0 0 0,0-1 0 0 0,1 1 0 0 0,-1-2 0 0 0,0 1 0 0 0,1-1-1 0 0,-1 1 1 0 0,0-2 0 0 0,0 1 0 0 0,0-1 0 0 0,0 0 0 0 0,0 0 0 0 0,0 0 0 0 0,0-1 0 0 0,-1 0 0 0 0,1 0 0 0 0,-1-1 0 0 0,0 0 0 0 0,0 0 0 0 0,0 0-1 0 0,-1 0 1 0 0,1 0 0 0 0,-1-1 0 0 0,0 0 0 0 0,0 0 0 0 0,-1 0 0 0 0,0-1 0 0 0,1 1 0 0 0,-2-1 0 0 0,1 0 0 0 0,3-10 0 0 0,1-8 13 0 0,-1-1 0 0 0,4-38 1 0 0,-8 45 0 0 0,-1 16-23 0 0,-8 13 72 0 0,3 2 2 0 0,0 1 1 0 0,0-1 0 0 0,2 1 0 0 0,0 0-1 0 0,0 0 1 0 0,1 1 0 0 0,1-1 0 0 0,0 0-1 0 0,1 0 1 0 0,1 0 0 0 0,3 15 0 0 0,-4-24-41 0 0,0 0 0 0 0,1-1 0 0 0,-1 1 0 0 0,1-1 1 0 0,0 0-1 0 0,0 0 0 0 0,0 0 0 0 0,1 0 1 0 0,-1 0-1 0 0,1 0 0 0 0,0 0 0 0 0,0-1 1 0 0,1 1-1 0 0,-1-1 0 0 0,1 0 0 0 0,-1 0 1 0 0,5 2-1 0 0,-3-2-17 0 0,1-1 1 0 0,0 1 0 0 0,-1-1 0 0 0,1-1-1 0 0,0 1 1 0 0,0-1 0 0 0,0 0-1 0 0,0 0 1 0 0,0-1 0 0 0,0 0-1 0 0,0 0 1 0 0,0 0 0 0 0,6-2 0 0 0,1 0-256 0 0,-1 0 0 0 0,1-1 0 0 0,-1-1 0 0 0,0 0 0 0 0,0 0 1 0 0,0-1-1 0 0,-1-1 0 0 0,1 0 0 0 0,-1-1 0 0 0,-1 0 1 0 0,1 0-1 0 0,-1-1 0 0 0,-1-1 0 0 0,1 1 0 0 0,-2-2 1 0 0,1 1-1 0 0,10-16 0 0 0,-7 7 44 0 0,-2-1 0 0 0,0 0 1 0 0,0 0-1 0 0,-2-1 0 0 0,-1 0 1 0 0,0 0-1 0 0,-1-1 0 0 0,-2 0 0 0 0,5-38 1 0 0,-6-6 1591 0 0,-3 0 1 0 0,-14-107-1 0 0,13 157-998 0 0,1 9-179 0 0,0 0 1 0 0,0 0 0 0 0,-1 1-1 0 0,0-1 1 0 0,0 0-1 0 0,0 1 1 0 0,-3-9 0 0 0,-7 26 377 0 0,9-7-403 0 0,0 0-1 0 0,0 0 1 0 0,0 0-1 0 0,1 0 1 0 0,0 1 0 0 0,0-1-1 0 0,0 0 1 0 0,1 1-1 0 0,0 8 1 0 0,-2 6 256 0 0,-4 92 1219 0 0,4 1 0 0 0,14 126 0 0 0,-11-220-1613 0 0,0-5-2 0 0,-1 0 0 0 0,2 0 0 0 0,0 0 0 0 0,0-1 0 0 0,1 1 0 0 0,11 26 0 0 0,-13-38-55 0 0,0 0 0 0 0,1 0 0 0 0,-1 0 0 0 0,1 0 0 0 0,0 0 0 0 0,0 0 0 0 0,0 0 0 0 0,0-1 0 0 0,0 1 0 0 0,0-1-1 0 0,0 1 1 0 0,0-1 0 0 0,0 0 0 0 0,1 0 0 0 0,-1 0 0 0 0,1 0 0 0 0,-1 0 0 0 0,1-1 0 0 0,-1 1 0 0 0,1-1 0 0 0,-1 1 0 0 0,1-1 0 0 0,-1 0-1 0 0,1 0 1 0 0,-1 0 0 0 0,1-1 0 0 0,-1 1 0 0 0,1 0 0 0 0,0-1 0 0 0,-1 0 0 0 0,5-1 0 0 0,6-3-615 0 0,-1 0 1 0 0,0 0-1 0 0,0-1 1 0 0,20-14 0 0 0,-16 8-937 0 0,-1 0 1 0 0,-1 0 0 0 0,0-1 0 0 0,-1-1-1 0 0,17-22 1 0 0,-9 5-4029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09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15 704 0 0,'-168'25'13029'0'0,"167"-25"-12980"0"0,1 0 1 0 0,-1 0 0 0 0,1 0 0 0 0,-1 0 0 0 0,1 0 0 0 0,0 0-1 0 0,-1 0 1 0 0,1 0 0 0 0,-1 0 0 0 0,1 0 0 0 0,-1 1 0 0 0,1-1 0 0 0,0 0-1 0 0,-1 0 1 0 0,1 0 0 0 0,-1 1 0 0 0,1-1 0 0 0,0 0 0 0 0,-1 1-1 0 0,1-1 1 0 0,0 0 0 0 0,-1 1 0 0 0,1-1 0 0 0,0 0 0 0 0,-1 1 0 0 0,1-1-1 0 0,0 0 1 0 0,0 1 0 0 0,0 0-23 0 0,0-1 0 0 0,1 1-1 0 0,-1-1 1 0 0,1 0 0 0 0,0 1 0 0 0,-1-1-1 0 0,1 0 1 0 0,-1 1 0 0 0,1-1 0 0 0,-1 0-1 0 0,1 0 1 0 0,0 1 0 0 0,-1-1 0 0 0,1 0-1 0 0,-1 0 1 0 0,1 0 0 0 0,0 0 0 0 0,-1 0-1 0 0,1 0 1 0 0,0 0 0 0 0,-1 0 0 0 0,1 0-1 0 0,0 0 1 0 0,65-3-228 0 0,78-12-1 0 0,-2-9-7378 0 0,-100 16 2147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11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1052 0 0,'0'0'7213'0'0,"3"0"-6880"0"0,29-8-76 0 0,0 1 0 0 0,0 2 0 0 0,41-2 0 0 0,-12 2-267 0 0,210-22-5024 0 0,-213 21 2856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12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28 411 1324 0 0,'-9'8'3486'0'0,"7"-7"-3101"0"0,-15 16 5061 0 0,29-21-5195 0 0,58-27 15 0 0,150-76 54 0 0,-199 94-310 0 0,0-1-1 0 0,0-1 0 0 0,-1-1 0 0 0,-1 0 0 0 0,-1-2 0 0 0,0 0 1 0 0,24-33-1 0 0,-38 46-7 0 0,0 0 0 0 0,-1-1 0 0 0,0 0 1 0 0,0 1-1 0 0,-1-1 0 0 0,1 0 0 0 0,-1 0 1 0 0,-1-1-1 0 0,1 1 0 0 0,-1 0 0 0 0,0 0 0 0 0,0-1 1 0 0,-1 1-1 0 0,0-12 0 0 0,-1 17-2 0 0,1-1-1 0 0,-1 0 0 0 0,0 0 1 0 0,0 1-1 0 0,1-1 1 0 0,-1 0-1 0 0,0 1 1 0 0,0-1-1 0 0,0 1 0 0 0,-1-1 1 0 0,1 1-1 0 0,0-1 1 0 0,-1 1-1 0 0,1 0 1 0 0,0 0-1 0 0,-1 0 1 0 0,0 0-1 0 0,1 0 0 0 0,-1 0 1 0 0,0 0-1 0 0,1 0 1 0 0,-1 1-1 0 0,0-1 1 0 0,0 0-1 0 0,1 1 1 0 0,-1 0-1 0 0,0-1 0 0 0,0 1 1 0 0,0 0-1 0 0,0 0 1 0 0,0 0-1 0 0,-2 1 1 0 0,-3-1 3 0 0,-1 0 0 0 0,0 1 1 0 0,0 0-1 0 0,1 1 0 0 0,-1 0 0 0 0,-12 5 1 0 0,15-5-10 0 0,0 0 1 0 0,0 0 0 0 0,1 1 0 0 0,-1 0 0 0 0,0 0-1 0 0,1 1 1 0 0,0-1 0 0 0,0 1 0 0 0,0 0-1 0 0,0 0 1 0 0,0 0 0 0 0,1 0 0 0 0,-5 8 0 0 0,7-9 4 0 0,-1 0 1 0 0,1 0 0 0 0,0 0 0 0 0,0 0 0 0 0,0 1-1 0 0,0-1 1 0 0,1 0 0 0 0,-1 1 0 0 0,1-1 0 0 0,0 0 0 0 0,0 1-1 0 0,0-1 1 0 0,1 0 0 0 0,-1 1 0 0 0,1-1 0 0 0,-1 0-1 0 0,1 1 1 0 0,0-1 0 0 0,0 0 0 0 0,1 0 0 0 0,-1 0 0 0 0,4 6-1 0 0,13 15-3 0 0,0 0 0 0 0,2-1 1 0 0,0-2-1 0 0,2 0 0 0 0,43 33 0 0 0,31 30 9 0 0,-95-83-2 0 0,0 0 0 0 0,1 0 0 0 0,-1 0-1 0 0,0 1 1 0 0,0-1 0 0 0,0 0-1 0 0,0 1 1 0 0,0-1 0 0 0,-1 0-1 0 0,1 1 1 0 0,0 0 0 0 0,-1-1 0 0 0,1 1-1 0 0,-1-1 1 0 0,1 1 0 0 0,-1 0-1 0 0,0-1 1 0 0,1 1 0 0 0,-1 0-1 0 0,0 2 1 0 0,-1-3 3 0 0,1 1-1 0 0,-1-1 0 0 0,0 1 1 0 0,1-1-1 0 0,-1 1 1 0 0,0-1-1 0 0,0 0 0 0 0,0 1 1 0 0,0-1-1 0 0,0 0 1 0 0,0 0-1 0 0,0 1 0 0 0,-1-1 1 0 0,1 0-1 0 0,0 0 1 0 0,-3 1-1 0 0,-3 2 23 0 0,-1-1 0 0 0,1 0-1 0 0,0 0 1 0 0,-1-1 0 0 0,0 0 0 0 0,-15 2 0 0 0,10-3-29 0 0,0 0-1 0 0,0-1 1 0 0,0 0 0 0 0,0-1 0 0 0,0-1 0 0 0,0 0 0 0 0,1-1 0 0 0,-1 0-1 0 0,1-1 1 0 0,-19-8 0 0 0,30 12-49 0 0,1 0 0 0 0,-1-1 0 0 0,0 1 0 0 0,1-1 1 0 0,-1 1-1 0 0,1 0 0 0 0,-1-1 0 0 0,1 1 0 0 0,-1-1 0 0 0,1 0 0 0 0,0 1 0 0 0,-1-1 0 0 0,1 1 0 0 0,0-1 1 0 0,-1 0-1 0 0,1 1 0 0 0,0-1 0 0 0,0 0 0 0 0,-1 1 0 0 0,1-1 0 0 0,0 0 0 0 0,0 0 0 0 0,0 1 0 0 0,0-1 1 0 0,0 0-1 0 0,0 1 0 0 0,0-1 0 0 0,0 0 0 0 0,0 1 0 0 0,0-1 0 0 0,1 0 0 0 0,-1 0 0 0 0,0 1 0 0 0,0-1 1 0 0,1 1-1 0 0,-1-1 0 0 0,1-1 0 0 0,0 0-318 0 0,1-1 0 0 0,-1 0 0 0 0,1 1 0 0 0,0-1 0 0 0,0 1 0 0 0,4-4 0 0 0,7-5-1873 0 0,1-2-467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13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3 413 1628 0 0,'37'-25'6037'0'0,"-36"24"-5596"0"0,5 0 359 0 0,-2 2 226 0 0,-8 11-682 0 0,-6 11 42 0 0,0 1 0 0 0,-11 46 0 0 0,19-60-342 0 0,1 0-1 0 0,-1 1 1 0 0,1-1 0 0 0,1 1-1 0 0,0-1 1 0 0,1 1 0 0 0,0-1-1 0 0,0 0 1 0 0,1 0 0 0 0,4 12-1 0 0,-4-17-29 0 0,0 0 1 0 0,1 0-1 0 0,-1-1 0 0 0,1 0 0 0 0,0 1 0 0 0,0-1 0 0 0,1 0 0 0 0,0 0 0 0 0,-1-1 0 0 0,1 1 0 0 0,0-1 0 0 0,1 0 0 0 0,-1 0 0 0 0,0 0 0 0 0,1-1 0 0 0,0 1 0 0 0,-1-1 0 0 0,1 0 0 0 0,0 0 0 0 0,0-1 0 0 0,0 0 1 0 0,1 0-1 0 0,-1 0 0 0 0,9 0 0 0 0,-6 0-11 0 0,-1 0 0 0 0,1-1 0 0 0,0 0 0 0 0,-1-1 0 0 0,1 0 0 0 0,0 0 0 0 0,-1-1 1 0 0,0 1-1 0 0,1-2 0 0 0,-1 1 0 0 0,0-1 0 0 0,0 0 0 0 0,0-1 0 0 0,0 1 0 0 0,-1-1 0 0 0,9-7 0 0 0,-10 5-2 0 0,0 1-1 0 0,0-1 0 0 0,-1-1 0 0 0,0 1 0 0 0,0 0 0 0 0,-1-1 0 0 0,1 0 1 0 0,-2 0-1 0 0,1 0 0 0 0,-1 0 0 0 0,0 0 0 0 0,0-1 0 0 0,-1 1 0 0 0,0 0 1 0 0,0-1-1 0 0,-1 1 0 0 0,0-1 0 0 0,-2-12 0 0 0,1 4 1 0 0,-2-1-1 0 0,0 1 0 0 0,-1 1 1 0 0,0-1-1 0 0,-2 1 1 0 0,0-1-1 0 0,-13-23 0 0 0,15 32 0 0 0,-1-1 0 0 0,0 1 0 0 0,0 1-1 0 0,0-1 1 0 0,-1 1 0 0 0,0 0-1 0 0,-1 0 1 0 0,-7-5 0 0 0,12 9-2 0 0,0 1-1 0 0,-1-1 1 0 0,1 1 0 0 0,0-1 0 0 0,-1 1 0 0 0,1 0 0 0 0,-1 0 0 0 0,1 0 0 0 0,-1 1 0 0 0,0-1-1 0 0,1 0 1 0 0,-1 1 0 0 0,0 0 0 0 0,1 0 0 0 0,-1 0 0 0 0,0 0 0 0 0,0 0 0 0 0,1 0 0 0 0,-1 1-1 0 0,0-1 1 0 0,1 1 0 0 0,-1 0 0 0 0,0-1 0 0 0,1 1 0 0 0,-1 1 0 0 0,1-1 0 0 0,0 0 0 0 0,-5 4-1 0 0,0 1 1 0 0,0 0 0 0 0,0 1-1 0 0,0 0 1 0 0,1 0-1 0 0,1 1 1 0 0,-1 0-1 0 0,1 0 1 0 0,0 0-1 0 0,1 0 1 0 0,0 1-1 0 0,-5 14 1 0 0,8-18 3 0 0,-1 0 1 0 0,1-1-1 0 0,0 1 0 0 0,1 0 1 0 0,-1 0-1 0 0,1 0 0 0 0,0-1 1 0 0,0 1-1 0 0,0 0 0 0 0,1 0 1 0 0,0 0-1 0 0,0-1 0 0 0,0 1 1 0 0,0 0-1 0 0,1-1 0 0 0,-1 1 1 0 0,1-1-1 0 0,1 0 0 0 0,-1 1 1 0 0,0-1-1 0 0,1 0 0 0 0,0 0 1 0 0,0-1-1 0 0,6 7 0 0 0,-4-7 2 0 0,0 0 0 0 0,0 0 0 0 0,0 0-1 0 0,0 0 1 0 0,0-1 0 0 0,0 0 0 0 0,1 0-1 0 0,-1 0 1 0 0,1-1 0 0 0,0 0 0 0 0,-1 0-1 0 0,1-1 1 0 0,0 1 0 0 0,-1-1 0 0 0,1 0-1 0 0,0-1 1 0 0,0 1 0 0 0,-1-1 0 0 0,7-2-1 0 0,4 0-4 0 0,-1-2 0 0 0,1 1 0 0 0,-2-2-1 0 0,1 0 1 0 0,24-14 0 0 0,-18 6 1 0 0,0-1 1 0 0,-1-1-1 0 0,-1 0 0 0 0,0-2 1 0 0,-2 0-1 0 0,0-1 0 0 0,-1 0 1 0 0,0-2-1 0 0,21-38 0 0 0,-20 28 37 0 0,-2-2 0 0 0,-1 0-1 0 0,-1-1 1 0 0,-2 0 0 0 0,-1-1-1 0 0,6-46 1 0 0,-14 70-49 0 0,1-3 19 0 0,-4 13-11 0 0,-4 8-16 0 0,-2 8 19 0 0,0 0 0 0 0,2 1-1 0 0,0 0 1 0 0,0 0 0 0 0,-3 32-1 0 0,1-11 71 0 0,-25 174 222 0 0,30-181-247 0 0,1 0 0 0 0,1 0-1 0 0,2 0 1 0 0,1-1-1 0 0,7 35 1 0 0,-8-58-32 0 0,-1 0 0 0 0,1 0 0 0 0,0 0 1 0 0,1 0-1 0 0,-1 0 0 0 0,1 0 0 0 0,0-1 0 0 0,1 0 1 0 0,-1 1-1 0 0,1-1 0 0 0,0 0 0 0 0,0-1 0 0 0,1 1 0 0 0,-1-1 1 0 0,1 0-1 0 0,0 0 0 0 0,0 0 0 0 0,1-1 0 0 0,-1 1 1 0 0,1-2-1 0 0,-1 1 0 0 0,1 0 0 0 0,0-1 0 0 0,0 0 1 0 0,0 0-1 0 0,0-1 0 0 0,1 0 0 0 0,-1 0 0 0 0,0 0 0 0 0,0-1 1 0 0,1 0-1 0 0,-1 0 0 0 0,0-1 0 0 0,1 1 0 0 0,8-4 1 0 0,-4 2-11 0 0,-1-2 1 0 0,1 0 0 0 0,-1 0 0 0 0,0-1 0 0 0,0 0 0 0 0,-1 0 0 0 0,0-1 0 0 0,0 0-1 0 0,0-1 1 0 0,0 0 0 0 0,-1-1 0 0 0,0 0 0 0 0,12-16 0 0 0,-3 1-7 0 0,-2-1 1 0 0,-1-1-1 0 0,0 0 1 0 0,11-33 0 0 0,-7 17-20 0 0,-17 39 34 0 0,-19 31-25 0 0,13-19 15 0 0,1 0 1 0 0,0 1-1 0 0,1-1 0 0 0,0 1 1 0 0,1 0-1 0 0,0-1 0 0 0,1 1 1 0 0,0 0-1 0 0,0 0 0 0 0,2 0 1 0 0,-1 0-1 0 0,4 18 1 0 0,-3-24 1 0 0,0 0 1 0 0,0 0 0 0 0,0 0 0 0 0,1 0 0 0 0,0-1-1 0 0,0 1 1 0 0,0 0 0 0 0,1-1 0 0 0,-1 0 0 0 0,1 1 0 0 0,0-1-1 0 0,1 0 1 0 0,-1 0 0 0 0,1-1 0 0 0,-1 1 0 0 0,1-1 0 0 0,0 0-1 0 0,0 0 1 0 0,1 0 0 0 0,-1 0 0 0 0,0-1 0 0 0,1 1 0 0 0,0-1-1 0 0,0 0 1 0 0,-1-1 0 0 0,1 1 0 0 0,0-1 0 0 0,8 1 0 0 0,-4-1-127 0 0,1-1 1 0 0,-1 1 0 0 0,1-2-1 0 0,-1 1 1 0 0,0-2-1 0 0,1 1 1 0 0,-1-1 0 0 0,0 0-1 0 0,0-1 1 0 0,0 0 0 0 0,15-8-1 0 0,-12 5-145 0 0,-1-1 0 0 0,0-1 0 0 0,0 0 0 0 0,-1 0 0 0 0,0-1 0 0 0,0-1 0 0 0,12-15 0 0 0,-5 1 197 0 0,0-1 1 0 0,-2 0 0 0 0,-2 0 0 0 0,0-2 0 0 0,-1 0 0 0 0,14-51 0 0 0,-25 76 453 0 0,-13 29 387 0 0,6-7-599 0 0,0 0-1 0 0,1 0 1 0 0,-4 32-1 0 0,8-39-144 0 0,0 0 0 0 0,1 0 0 0 0,0-1 0 0 0,1 1 0 0 0,1 0 0 0 0,0 0 0 0 0,4 12 0 0 0,-5-22-21 0 0,-1-1 1 0 0,2 0-1 0 0,-1 1 1 0 0,0-1-1 0 0,0 0 0 0 0,1 0 1 0 0,-1 0-1 0 0,1 0 1 0 0,0 0-1 0 0,-1 0 0 0 0,1 0 1 0 0,0 0-1 0 0,0-1 1 0 0,0 1-1 0 0,1-1 0 0 0,-1 1 1 0 0,0-1-1 0 0,0 0 1 0 0,1 0-1 0 0,-1 0 0 0 0,1 0 1 0 0,-1 0-1 0 0,1-1 1 0 0,-1 1-1 0 0,4-1 1 0 0,0 1-143 0 0,0-1 1 0 0,1 1 0 0 0,-1-2-1 0 0,1 1 1 0 0,-1-1 0 0 0,0 0 0 0 0,1 0-1 0 0,-1-1 1 0 0,9-3 0 0 0,-5 1-817 0 0,0-1 0 0 0,-1 0 0 0 0,1-1 0 0 0,10-8-1 0 0,1-4-2091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14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88 1668 0 0,'-20'-79'7708'0'0,"20"79"-7656"0"0,0-1 1 0 0,0 1-1 0 0,0 0 0 0 0,0-1 1 0 0,0 1-1 0 0,-1-1 0 0 0,1 1 0 0 0,0 0 1 0 0,0-1-1 0 0,0 1 0 0 0,0-1 1 0 0,-1 1-1 0 0,1 0 0 0 0,0-1 0 0 0,0 1 1 0 0,-1 0-1 0 0,1-1 0 0 0,0 1 1 0 0,0 0-1 0 0,-1 0 0 0 0,1-1 0 0 0,0 1 1 0 0,-1 0-1 0 0,0-1 0 0 0,-5 7 550 0 0,-1 12-10 0 0,4 5-67 0 0,1 1 0 0 0,1 0 0 0 0,1 0 0 0 0,1 0-1 0 0,1 0 1 0 0,7 34 0 0 0,2 16 164 0 0,32 297 1040 0 0,-41-353-1739 0 0,-2-1-74 0 0,2 0 1 0 0,0-1-1 0 0,1 1 0 0 0,1-1 0 0 0,1 0 1 0 0,9 25-1 0 0,-12-39-127 0 0,-1 1 1 0 0,1-1-1 0 0,-1 1 1 0 0,1-1-1 0 0,0 0 0 0 0,0 0 1 0 0,0 0-1 0 0,0 0 1 0 0,0 0-1 0 0,1 0 1 0 0,-1 0-1 0 0,0-1 0 0 0,1 1 1 0 0,0-1-1 0 0,-1 0 1 0 0,1 0-1 0 0,0 0 1 0 0,-1 0-1 0 0,1 0 0 0 0,0 0 1 0 0,3-1-1 0 0,-3 1-287 0 0,0-1-1 0 0,1 0 1 0 0,-1-1 0 0 0,0 1-1 0 0,0-1 1 0 0,1 1-1 0 0,-1-1 1 0 0,0 0-1 0 0,0 0 1 0 0,0-1-1 0 0,0 1 1 0 0,4-3 0 0 0,7-5-3359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14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0 123 392 0 0,'7'-29'3643'0'0,"1"0"0"0"0,12-27 1 0 0,-19 54-3368 0 0,0-5 1343 0 0,0 14-927 0 0,1 12-108 0 0,-6 26 410 0 0,0 73 28 0 0,4-106-996 0 0,1 0 1 0 0,0 0 0 0 0,1 0-1 0 0,1-1 1 0 0,0 1-1 0 0,0-1 1 0 0,9 18 0 0 0,-10-25-172 0 0,0 0 1 0 0,0-1 0 0 0,0 1 0 0 0,1-1 0 0 0,-1 0 0 0 0,1 0-1 0 0,0 0 1 0 0,0 0 0 0 0,0 0 0 0 0,0-1 0 0 0,0 1 0 0 0,0-1-1 0 0,1 0 1 0 0,-1 0 0 0 0,1 0 0 0 0,0-1 0 0 0,0 1-1 0 0,0-1 1 0 0,-1 0 0 0 0,1 0 0 0 0,0 0 0 0 0,0 0 0 0 0,1-1-1 0 0,-1 1 1 0 0,0-1 0 0 0,0 0 0 0 0,6-1 0 0 0,-3 0-316 0 0,1-1 1 0 0,-1 0-1 0 0,1 0 0 0 0,-1 0 1 0 0,0-1-1 0 0,0 0 1 0 0,0 0-1 0 0,0-1 1 0 0,0 0-1 0 0,-1 0 0 0 0,0-1 1 0 0,0 1-1 0 0,10-11 1 0 0,0-3 314 0 0,-1 0 0 0 0,18-28 0 0 0,-24 30 1190 0 0,1 0 1 0 0,-2-1-1 0 0,10-27 1 0 0,-18 42-894 0 0,3-4 599 0 0,-6 20-406 0 0,1 1 0 0 0,0-1-1 0 0,1 1 1 0 0,1 0 0 0 0,0-1 0 0 0,1 1-1 0 0,5 24 1 0 0,-5-32-284 0 0,1 0-1 0 0,-1 1 1 0 0,1-1 0 0 0,1 0-1 0 0,0 0 1 0 0,0-1-1 0 0,0 1 1 0 0,0 0 0 0 0,1-1-1 0 0,0 0 1 0 0,1 0-1 0 0,-1 0 1 0 0,1 0 0 0 0,1-1-1 0 0,-1 0 1 0 0,0 0-1 0 0,8 4 1 0 0,-7-5-42 0 0,0-1 1 0 0,1 0-1 0 0,-1 0 0 0 0,1-1 0 0 0,0 0 1 0 0,0 0-1 0 0,0 0 0 0 0,0-1 0 0 0,0 0 1 0 0,0-1-1 0 0,0 1 0 0 0,0-1 1 0 0,0-1-1 0 0,0 1 0 0 0,0-1 0 0 0,0-1 1 0 0,0 1-1 0 0,10-5 0 0 0,-9 3 1 0 0,-1 0 0 0 0,0-1 0 0 0,0 0 1 0 0,0 0-1 0 0,0-1 0 0 0,-1 0 0 0 0,0 0 0 0 0,0-1 0 0 0,0 0 0 0 0,-1 0 0 0 0,0 0 0 0 0,0 0 0 0 0,0-1 0 0 0,-1 0 0 0 0,7-14 0 0 0,-6 10-20 0 0,-1 0-1 0 0,0 1 0 0 0,-1-1 0 0 0,0 0 1 0 0,-1-1-1 0 0,0 1 0 0 0,0 0 0 0 0,-1-21 1 0 0,-2 24-1 0 0,0 0 1 0 0,0 0-1 0 0,0 0 1 0 0,-1 0-1 0 0,-1 0 1 0 0,1 0-1 0 0,-1 0 1 0 0,0 1-1 0 0,-1-1 1 0 0,0 1-1 0 0,0 0 1 0 0,-9-12-1 0 0,10 16 0 0 0,0-1-1 0 0,0 1 1 0 0,0 0 0 0 0,0-1-1 0 0,-1 1 1 0 0,0 1 0 0 0,1-1-1 0 0,-1 0 1 0 0,0 1-1 0 0,0 0 1 0 0,0 0 0 0 0,0 0-1 0 0,-1 0 1 0 0,1 1 0 0 0,0 0-1 0 0,-1 0 1 0 0,-4-1 0 0 0,5 2-1 0 0,-1 0 1 0 0,1 0-1 0 0,0 1 1 0 0,0 0-1 0 0,0-1 1 0 0,0 2-1 0 0,1-1 1 0 0,-1 0-1 0 0,0 1 1 0 0,0-1-1 0 0,1 1 1 0 0,-1 0-1 0 0,1 0 1 0 0,-1 1-1 0 0,1-1 1 0 0,0 1-1 0 0,0-1 1 0 0,0 1 0 0 0,-3 4-1 0 0,2-2-118 0 0,0 0 0 0 0,0 0 0 0 0,0 1 0 0 0,1-1 0 0 0,-6 13 0 0 0,3 7-2006 0 0,6-23 1571 0 0,0 0 0 0 0,0 1 0 0 0,0-1 0 0 0,1 0 0 0 0,-1 0-1 0 0,1 1 1 0 0,-1-1 0 0 0,1 0 0 0 0,1 3 0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15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5 616 0 0,'3'-5'7501'0'0,"0"15"-4994"0"0,1 22-2257 0 0,-3-28 531 0 0,2 42 439 0 0,-5 75-1 0 0,-1-37-804 0 0,1-41 101 0 0,2-42-334 0 0,3 10 444 0 0,9-24-592 0 0,-2-1 0 0 0,0 0 0 0 0,0 0 0 0 0,11-26 1 0 0,-10 20-33 0 0,0 1 0 0 0,20-27 0 0 0,-18 30-11 0 0,0 2 0 0 0,1-1 0 0 0,1 2 1 0 0,0 0-1 0 0,25-15 0 0 0,-39 27 4 0 0,0 0 1 0 0,1 0 0 0 0,-1 0-1 0 0,0 1 1 0 0,1-1 0 0 0,-1 0-1 0 0,0 1 1 0 0,1 0 0 0 0,-1-1-1 0 0,1 1 1 0 0,-1 0-1 0 0,1-1 1 0 0,-1 1 0 0 0,0 0-1 0 0,1 0 1 0 0,-1 0 0 0 0,1 0-1 0 0,-1 1 1 0 0,1-1 0 0 0,-1 0-1 0 0,1 1 1 0 0,-1-1 0 0 0,0 1-1 0 0,1-1 1 0 0,-1 1-1 0 0,0-1 1 0 0,1 1 0 0 0,-1 0-1 0 0,0 0 1 0 0,0 0 0 0 0,0 0-1 0 0,0 0 1 0 0,0 0 0 0 0,0 0-1 0 0,0 0 1 0 0,0 0 0 0 0,0 0-1 0 0,0 1 1 0 0,0-1-1 0 0,0 2 1 0 0,2 2-3 0 0,-1 0 0 0 0,0 0 1 0 0,0 1-1 0 0,-1-1 0 0 0,1 1 0 0 0,-1-1 0 0 0,0 1 1 0 0,0 10-1 0 0,-3 13 29 0 0,-1 0 0 0 0,-13 54 0 0 0,3-17 24 0 0,12-64-34 0 0,1 1 1 0 0,0-1 0 0 0,0 1 0 0 0,0-1-1 0 0,0 1 1 0 0,1-1 0 0 0,-1 0-1 0 0,1 3 1 0 0,0-4-8 0 0,-1 0-1 0 0,0 0 1 0 0,1 0-1 0 0,-1 0 1 0 0,0 0 0 0 0,1 0-1 0 0,-1 0 1 0 0,1 0-1 0 0,-1-1 1 0 0,1 1-1 0 0,0 0 1 0 0,-1 0 0 0 0,1-1-1 0 0,0 1 1 0 0,0 0-1 0 0,-1-1 1 0 0,1 1-1 0 0,0-1 1 0 0,0 1 0 0 0,0-1-1 0 0,0 1 1 0 0,0-1-1 0 0,1 1 1 0 0,3-1-151 0 0,0 1-1 0 0,1-1 1 0 0,-1 0 0 0 0,0-1-1 0 0,1 1 1 0 0,-1-1 0 0 0,0 0-1 0 0,0 0 1 0 0,0-1 0 0 0,0 1 0 0 0,0-1-1 0 0,6-3 1 0 0,-1 0-1288 0 0,1-1 0 0 0,-1 0-1 0 0,-1-1 1 0 0,17-14 0 0 0,-7 2-3142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15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39 1260 0 0,'-56'-9'4242'0'0,"-80"-19"2112"0"0,134 28-6702 0 0,-6-1-881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15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49 120 0 0,'-105'12'12592'0'0,"106"-14"-12557"0"0,0 1 0 0 0,1 0 0 0 0,-1 0 0 0 0,0 0 0 0 0,1 0 0 0 0,-1 1 0 0 0,1-1-1 0 0,-1 0 1 0 0,1 0 0 0 0,1 0 0 0 0,-2 1-9 0 0,18-6-152 0 0,0 1 0 0 0,1 0 0 0 0,33-2 1 0 0,-13 2-656 0 0,52-8-4030 0 0,-42 5 188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16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70 528 0 0,'46'-60'9265'0'0,"-45"58"-9007"0"0,-1 2-245 0 0,0 0 1 0 0,0-1-1 0 0,0 1 0 0 0,0 0 0 0 0,0 0 1 0 0,0-1-1 0 0,0 1 0 0 0,0 0 1 0 0,0 0-1 0 0,0-1 0 0 0,0 1 1 0 0,0 0-1 0 0,0 0 0 0 0,0-1 0 0 0,0 1 1 0 0,0 0-1 0 0,0 0 0 0 0,1 0 1 0 0,-1-1-1 0 0,0 1 0 0 0,0 0 0 0 0,0 0 1 0 0,0 0-1 0 0,1-1 0 0 0,-1 1 1 0 0,0 0-1 0 0,0 0 0 0 0,0 0 1 0 0,1 0-1 0 0,-1-1 0 0 0,0 1 0 0 0,0 0 1 0 0,1 0-1 0 0,-1 0 0 0 0,0 0 1 0 0,0 0-1 0 0,1 0 0 0 0,-1 0 1 0 0,0 0-1 0 0,0 0 0 0 0,1 0 0 0 0,-1 0 1 0 0,0 0-1 0 0,0 0 0 0 0,1 0 1 0 0,-1 0-1 0 0,0 0 0 0 0,0 0 1 0 0,1 0-1 0 0,-1 0 0 0 0,0 0 0 0 0,0 1 1 0 0,1-1-1 0 0,0 1 0 0 0,0-1 0 0 0,-1 1 0 0 0,1-1 0 0 0,0 1 0 0 0,-1-1 0 0 0,1 1 0 0 0,0 0 0 0 0,-1-1 0 0 0,1 1 0 0 0,-1 0 0 0 0,1-1 0 0 0,-1 1 0 0 0,0 0 0 0 0,1 0 0 0 0,-1-1 0 0 0,0 1 0 0 0,1 0 0 0 0,-1 1 0 0 0,5 36 174 0 0,0 42 1 0 0,3 21-727 0 0,-6-84-1077 0 0,9 31 0 0 0,-8-41-702 0 0,2 0-580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16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92 111 1632 0 0,'74'-109'8299'0'0,"-73"108"-7887"0"0,-4 2-368 0 0,-1 0 0 0 0,0 1 0 0 0,1-1-1 0 0,-1 1 1 0 0,1 0 0 0 0,-1 0 0 0 0,1 0 0 0 0,0 0 0 0 0,0 0 0 0 0,0 1-1 0 0,-4 3 1 0 0,-5 4 36 0 0,-7 4 28 0 0,-25 24 0 0 0,39-34-99 0 0,-1 2 0 0 0,2-1 0 0 0,-1 1 0 0 0,1-1 0 0 0,-1 1 0 0 0,2 1 0 0 0,-1-1 0 0 0,1 0-1 0 0,-3 8 1 0 0,5-12-3 0 0,1-1-1 0 0,-1 1 0 0 0,1 0 1 0 0,0-1-1 0 0,0 1 1 0 0,0 0-1 0 0,0-1 0 0 0,0 1 1 0 0,0 0-1 0 0,0-1 0 0 0,0 1 1 0 0,1 0-1 0 0,-1-1 0 0 0,1 1 1 0 0,-1 0-1 0 0,1-1 0 0 0,0 1 1 0 0,-1-1-1 0 0,1 1 1 0 0,0-1-1 0 0,0 1 0 0 0,0-1 1 0 0,0 0-1 0 0,0 1 0 0 0,2 0 1 0 0,1 1 33 0 0,0 1 0 0 0,1-1 1 0 0,-1-1-1 0 0,1 1 1 0 0,7 3-1 0 0,-7-4 19 0 0,64 26 409 0 0,-50-22-298 0 0,0 2 0 0 0,0 0 0 0 0,-1 1 0 0 0,0 1 0 0 0,21 14 0 0 0,-35-20-77 0 0,0 0 0 0 0,0-1 0 0 0,0 1 0 0 0,-1 0 1 0 0,1 1-1 0 0,-1-1 0 0 0,0 1 0 0 0,0-1 0 0 0,0 1 0 0 0,-1 0 0 0 0,2 6 0 0 0,-3-9-48 0 0,-1-1-1 0 0,1 1 1 0 0,-1 0 0 0 0,0 0-1 0 0,0 0 1 0 0,0-1 0 0 0,0 1 0 0 0,0 0-1 0 0,-1 0 1 0 0,1 0 0 0 0,0 0-1 0 0,-1-1 1 0 0,1 1 0 0 0,-1 0 0 0 0,0-1-1 0 0,0 1 1 0 0,1 0 0 0 0,-1-1-1 0 0,0 1 1 0 0,0-1 0 0 0,-1 1-1 0 0,1-1 1 0 0,0 0 0 0 0,0 1 0 0 0,-1-1-1 0 0,1 0 1 0 0,-1 0 0 0 0,-1 2-1 0 0,-3 1 21 0 0,-1 0 0 0 0,1 0-1 0 0,-1-1 1 0 0,0 0 0 0 0,-9 4-1 0 0,2-3-35 0 0,0 0-1 0 0,-1-1 0 0 0,1-1 0 0 0,-1 0 1 0 0,-17 0-1 0 0,29-2-202 0 0,1 0-1 0 0,0-1 1 0 0,-1 1 0 0 0,1-1 0 0 0,0 1-1 0 0,-1-1 1 0 0,1 1 0 0 0,0-1 0 0 0,0 0-1 0 0,0 0 1 0 0,0 0 0 0 0,0-1 0 0 0,0 1-1 0 0,0 0 1 0 0,0-1 0 0 0,0 1 0 0 0,1-1-1 0 0,-4-3 1 0 0,3 3-718 0 0,0-1 0 0 0,0 0 0 0 0,0 0 0 0 0,0-1 0 0 0,1 1 1 0 0,-2-5-1 0 0,-2-5-3210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16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68 1604 0 0,'-18'-25'6188'0'0,"-9"-11"-1302"0"0,26 35-4791 0 0,-1-4-461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46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357 158 1080 0 0,'0'0'2625'0'0,"0"4"-1566"0"0,0-1 1 0 0,0 0-1 0 0,0 0 0 0 0,0 1 0 0 0,0-1 1 0 0,-1 0-1 0 0,-1 6 0 0 0,-2-10-1039 0 0,-1-1-1 0 0,1 0 1 0 0,-1 0 0 0 0,1-1-1 0 0,0 1 1 0 0,0-1 0 0 0,0 0 0 0 0,-3-4-1 0 0,-33-31 47 0 0,26 23 20 0 0,13 15-82 0 0,-13-17 104 0 0,14 16-106 0 0,-1 1 0 0 0,1-1 0 0 0,-1 1 1 0 0,1-1-1 0 0,0 0 0 0 0,0 1 1 0 0,-1-1-1 0 0,1 0 0 0 0,0 1 0 0 0,0-1 1 0 0,0 0-1 0 0,0 0 0 0 0,0 1 0 0 0,0-1 1 0 0,0 0-1 0 0,0 1 0 0 0,0-1 1 0 0,0 0-1 0 0,0 1 0 0 0,0-1 0 0 0,0 0 1 0 0,0 1-1 0 0,1-1 0 0 0,-1-1 0 0 0,3 1-1 0 0,0 0-1 0 0,-1-1 0 0 0,1 1 1 0 0,0 0-1 0 0,0 0 0 0 0,0 1 1 0 0,0-1-1 0 0,5 0 0 0 0,9-3 4 0 0,1 2 0 0 0,31-2 1 0 0,-16 1-1 0 0,205-32 105 0 0,-232 33-115 0 0,6-2 4 0 0,14-8 11 0 0,-21 10-49 0 0,-6 11 13 0 0,0-8 26 0 0,-21 95-143 0 0,-15 82 228 0 0,-23 254 1349 0 0,58-419-1312 0 0,0-1 0 0 0,0 0 0 0 0,-1 0 0 0 0,-1 0 1 0 0,0 0-1 0 0,0-1 0 0 0,-1 1 0 0 0,-1-1 0 0 0,0 0 0 0 0,-11 16 0 0 0,12-22-85 0 0,1 0 0 0 0,-1 0-1 0 0,0 0 1 0 0,-1-1 0 0 0,1 1 0 0 0,-1-1 0 0 0,0-1 0 0 0,0 1 0 0 0,0-1 0 0 0,0 0-1 0 0,0 0 1 0 0,-1-1 0 0 0,1 1 0 0 0,-1-2 0 0 0,0 1 0 0 0,0-1 0 0 0,0 0 0 0 0,0 0-1 0 0,1-1 1 0 0,-10 0 0 0 0,-36-6 9 0 0,0-1-1 0 0,1-3 1 0 0,-64-21-1 0 0,67 17 84 0 0,16 3-90 0 0,18 4 41 0 0,14 7-104 0 0,0 0 1 0 0,0 0 0 0 0,0-1 0 0 0,0 1 0 0 0,0 0 0 0 0,0 0-1 0 0,-1 0 1 0 0,1-1 0 0 0,0 1 0 0 0,0 0 0 0 0,0 0-1 0 0,0 0 1 0 0,0 0 0 0 0,0-1 0 0 0,0 1 0 0 0,0 0-1 0 0,0 0 1 0 0,0 0 0 0 0,0-1 0 0 0,1 1 0 0 0,-1 0 0 0 0,0 0-1 0 0,0 0 1 0 0,0-1 0 0 0,0 1 0 0 0,0 0 0 0 0,0 0-1 0 0,0 0 1 0 0,0 0 0 0 0,0-1 0 0 0,1 1 0 0 0,-1 0 0 0 0,0 0-1 0 0,0 0 1 0 0,0 0 0 0 0,1-1 0 0 0,22-8-1830 0 0,47-10-5694 0 0,-46 11 3630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48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38 208 1044 0 0,'-38'-23'12048'0'0,"44"18"-12020"0"0,1-1 0 0 0,0 1 0 0 0,0 1 1 0 0,0-1-1 0 0,0 1 0 0 0,1 0 0 0 0,14-5 0 0 0,63-14 251 0 0,-40 11-218 0 0,18-3-63 0 0,73-9 0 0 0,-134 23-1 0 0,0 2 1 0 0,0 0 0 0 0,0 0-1 0 0,0 0 1 0 0,0 0 0 0 0,0 0 0 0 0,-1 0 0 0 0,1 1 0 0 0,0-1-1 0 0,-1 1 1 0 0,1-1 0 0 0,-1 1 0 0 0,1-1 0 0 0,-1 1 0 0 0,0 0-1 0 0,0 0 1 0 0,0 0 0 0 0,0 0 0 0 0,0 0 0 0 0,0 0 0 0 0,0 0-1 0 0,0 0 1 0 0,-1 0 0 0 0,1 0 0 0 0,-1 0 0 0 0,0 0 0 0 0,0 0-1 0 0,0 4 1 0 0,1 8 50 0 0,-1 0 0 0 0,-1 0-1 0 0,-3 16 1 0 0,2-18 31 0 0,-8 45 117 0 0,-2 0 0 0 0,-3-2 0 0 0,-40 97 0 0 0,26-93 1110 0 0,23-52-896 0 0,2-14-298 0 0,2-11-84 0 0,2 6-26 0 0,1 1 1 0 0,1-1 0 0 0,0 0-1 0 0,1 1 1 0 0,0-1-1 0 0,1 1 1 0 0,0 0-1 0 0,1 0 1 0 0,0 1 0 0 0,0-1-1 0 0,2 1 1 0 0,-1 0-1 0 0,1 1 1 0 0,0-1-1 0 0,1 1 1 0 0,0 1 0 0 0,1-1-1 0 0,-1 2 1 0 0,1-1-1 0 0,1 1 1 0 0,19-11 0 0 0,-24 16-7 0 0,0-1 1 0 0,1 1 0 0 0,-1 1 0 0 0,0-1 0 0 0,1 1 0 0 0,0 0 0 0 0,-1 0 0 0 0,1 0 0 0 0,0 1 0 0 0,-1 0 0 0 0,1 0 0 0 0,0 0 0 0 0,-1 1-1 0 0,1 0 1 0 0,-1 0 0 0 0,1 1 0 0 0,-1-1 0 0 0,1 1 0 0 0,-1 0 0 0 0,0 1 0 0 0,0-1 0 0 0,0 1 0 0 0,0 0 0 0 0,0 0 0 0 0,-1 0-1 0 0,1 1 1 0 0,-1 0 0 0 0,0 0 0 0 0,0 0 0 0 0,0 0 0 0 0,-1 1 0 0 0,1-1 0 0 0,3 8 0 0 0,11 33 14 0 0,-16-38-9 0 0,0-1 0 0 0,1 0 0 0 0,-1 0 0 0 0,1 0 0 0 0,0 0 0 0 0,1-1 0 0 0,-1 1 0 0 0,8 8 0 0 0,-9-12 0 0 0,1 0-1 0 0,-1-1 0 0 0,1 1 1 0 0,-1-1-1 0 0,1 0 0 0 0,-1 1 1 0 0,1-1-1 0 0,0 0 0 0 0,-1-1 1 0 0,1 1-1 0 0,0 0 1 0 0,0-1-1 0 0,0 0 0 0 0,-1 0 1 0 0,1 1-1 0 0,0-2 0 0 0,0 1 1 0 0,0 0-1 0 0,0 0 0 0 0,3-2 1 0 0,3 0 3 0 0,0 0 0 0 0,1-1 0 0 0,-1-1 0 0 0,12-5 0 0 0,-11 3-6 0 0,-1 1 1 0 0,0-2-1 0 0,-1 1 1 0 0,0-1-1 0 0,0-1 1 0 0,0 1-1 0 0,-1-1 1 0 0,0-1-1 0 0,0 1 1 0 0,-1-1-1 0 0,9-17 1 0 0,-12 20 0 0 0,0 1-1 0 0,0-1 1 0 0,0-1-1 0 0,-1 1 1 0 0,0 0 0 0 0,-1 0-1 0 0,1-1 1 0 0,-1 1-1 0 0,0-1 1 0 0,0 0 0 0 0,-1 1-1 0 0,0-1 1 0 0,0 1-1 0 0,-1-1 1 0 0,0 1 0 0 0,0-1-1 0 0,-1 1 1 0 0,1-1-1 0 0,-1 1 1 0 0,-4-8 0 0 0,5 11-3 0 0,-1 0 1 0 0,0 0-1 0 0,0 1 1 0 0,0-1-1 0 0,-1 0 1 0 0,1 1-1 0 0,0 0 1 0 0,-1-1-1 0 0,0 1 1 0 0,0 0-1 0 0,1 0 1 0 0,-1 0 0 0 0,0 1-1 0 0,-1-1 1 0 0,-5-1-1 0 0,4 1 0 0 0,-1 1 0 0 0,-1 0 0 0 0,1 0 0 0 0,0 0 0 0 0,0 1 0 0 0,0 0-1 0 0,0 0 1 0 0,-9 2 0 0 0,3 0-6 0 0,-1 0-1 0 0,1 2 1 0 0,0-1-1 0 0,0 2 0 0 0,0 0 1 0 0,1 0-1 0 0,-1 1 1 0 0,-10 7-1 0 0,10-5 5 0 0,1 1 0 0 0,1 0 0 0 0,0 0 0 0 0,0 1-1 0 0,-10 13 1 0 0,16-18 7 0 0,1 0-1 0 0,0 0 0 0 0,0 0 0 0 0,0 1 1 0 0,0-1-1 0 0,1 0 0 0 0,0 1 1 0 0,0 0-1 0 0,0 0 0 0 0,1-1 1 0 0,0 1-1 0 0,0 0 0 0 0,1 0 1 0 0,-1 9-1 0 0,2-11 3 0 0,-1-1 0 0 0,1 0 0 0 0,-1 0 0 0 0,1 1 0 0 0,0-1-1 0 0,0 0 1 0 0,1 0 0 0 0,-1 0 0 0 0,1 0 0 0 0,-1 0 0 0 0,1 0 0 0 0,0 0 0 0 0,0-1 0 0 0,0 1 0 0 0,4 3 0 0 0,-2-2-16 0 0,1-1 1 0 0,0 1-1 0 0,0-1 1 0 0,0 0-1 0 0,0 0 1 0 0,0-1 0 0 0,1 1-1 0 0,6 1 1 0 0,3 0-267 0 0,-1-1 0 0 0,1-1 0 0 0,0 0 0 0 0,0-1 1 0 0,0 0-1 0 0,17-2 0 0 0,-17 0 72 0 0,0-1 0 0 0,0-1 1 0 0,0 0-1 0 0,0-1 0 0 0,0 0 0 0 0,-1-1 0 0 0,0-1 1 0 0,0-1-1 0 0,0 1 0 0 0,-1-2 0 0 0,0 0 0 0 0,0-1 1 0 0,-1 0-1 0 0,0-1 0 0 0,-1 0 0 0 0,0-1 0 0 0,-1 0 0 0 0,0-1 1 0 0,0 0-1 0 0,-1 0 0 0 0,-1-1 0 0 0,0 0 0 0 0,-1-1 1 0 0,7-18-1 0 0,30-94 2375 0 0,-43 125-1734 0 0,0 1-393 0 0,0 0 1 0 0,0 1-1 0 0,0-1 0 0 0,0 1 0 0 0,0-1 1 0 0,0 1-1 0 0,0-1 0 0 0,0 1 1 0 0,0 0-1 0 0,-1-1 0 0 0,1 1 0 0 0,0 0 1 0 0,0 0-1 0 0,-1 0 0 0 0,1 0 1 0 0,0-1-1 0 0,-1 1 0 0 0,1 0 0 0 0,-1 0 1 0 0,1 0-1 0 0,-1 0 0 0 0,1 0 1 0 0,-1 0-1 0 0,0 1 0 0 0,1 0 0 0 0,6 28 346 0 0,-3 11-96 0 0,-2 78-1 0 0,-3-68 85 0 0,1-49-167 0 0,-2 6 372 0 0,6-30-548 0 0,0 0-1 0 0,2 0 0 0 0,0 0 0 0 0,2 1 0 0 0,0 0 0 0 0,1 0 0 0 0,1 1 1 0 0,21-31-1 0 0,-29 48-32 0 0,0 0-1 0 0,0 0 1 0 0,0 0 0 0 0,1 1 0 0 0,-1-1 0 0 0,1 1 0 0 0,0 0 0 0 0,-1 0-1 0 0,1 0 1 0 0,0 0 0 0 0,0 0 0 0 0,0 0 0 0 0,1 1 0 0 0,-1 0-1 0 0,0-1 1 0 0,1 1 0 0 0,-1 0 0 0 0,0 1 0 0 0,1-1 0 0 0,-1 1 0 0 0,1-1-1 0 0,-1 1 1 0 0,1 0 0 0 0,0 0 0 0 0,-1 1 0 0 0,0-1 0 0 0,1 1 0 0 0,-1 0-1 0 0,1 0 1 0 0,-1 0 0 0 0,0 0 0 0 0,1 0 0 0 0,-1 1 0 0 0,0-1-1 0 0,0 1 1 0 0,0 0 0 0 0,0 0 0 0 0,0 0 0 0 0,-1 1 0 0 0,1-1 0 0 0,-1 0-1 0 0,1 1 1 0 0,2 4 0 0 0,4 4 2 0 0,-1 0 1 0 0,0 0-1 0 0,-1 0 1 0 0,0 1-1 0 0,-1 0 0 0 0,0 1 1 0 0,-1-1-1 0 0,5 18 0 0 0,-4-14 20 0 0,-5-15-3 0 0,0 1-1 0 0,0 0 1 0 0,-1-1 0 0 0,1 1 0 0 0,-1 0 0 0 0,1 0-1 0 0,-1-1 1 0 0,1 1 0 0 0,-1 0 0 0 0,0 2-1 0 0,10-53 33 0 0,-3 13-36 0 0,1 0-1 0 0,17-46 1 0 0,-21 70-15 0 0,1 0 0 0 0,1 0 0 0 0,0 1 0 0 0,0-1 0 0 0,1 1 0 0 0,0 1 0 0 0,1-1 1 0 0,1 1-1 0 0,-1 1 0 0 0,13-11 0 0 0,-18 18-2 0 0,-1 0 0 0 0,0 0 0 0 0,1 1 0 0 0,-1-1 0 0 0,1 1 0 0 0,0-1 0 0 0,-1 1 0 0 0,1 0 0 0 0,0 0 0 0 0,0 0 0 0 0,-1 0 0 0 0,1 1 0 0 0,0-1 0 0 0,0 1 0 0 0,0 0 0 0 0,0-1 0 0 0,0 1 0 0 0,0 1 0 0 0,0-1 0 0 0,0 0 0 0 0,0 1 0 0 0,0 0 0 0 0,0-1 0 0 0,-1 1 0 0 0,1 0 0 0 0,5 3 0 0 0,-4-1 7 0 0,1 0 1 0 0,-1 1 0 0 0,0-1-1 0 0,0 1 1 0 0,-1 0-1 0 0,1 0 1 0 0,-1 0 0 0 0,0 0-1 0 0,0 1 1 0 0,0-1-1 0 0,0 1 1 0 0,-1 0 0 0 0,0 0-1 0 0,2 7 1 0 0,2 9 13 0 0,-2 1 0 0 0,0 0 0 0 0,1 43 1 0 0,-3-35 22 0 0,6 33-1 0 0,-8-62-44 0 0,1 0 0 0 0,-1 0 0 0 0,0 1-1 0 0,1-1 1 0 0,-1 0 0 0 0,1 0 0 0 0,-1 0-1 0 0,1 0 1 0 0,0 1 0 0 0,0-1 0 0 0,-1 0-1 0 0,1 0 1 0 0,0 0 0 0 0,0-1-1 0 0,0 1 1 0 0,0 0 0 0 0,0 0 0 0 0,0 0-1 0 0,0-1 1 0 0,2 2 0 0 0,0-1-43 0 0,-1 0 1 0 0,1 0 0 0 0,0-1-1 0 0,0 1 1 0 0,0-1-1 0 0,0 1 1 0 0,0-1-1 0 0,5 0 1 0 0,5-1-1258 0 0,0-1 0 0 0,0 0 0 0 0,15-5 0 0 0,-20 5-667 0 0,17-5-3850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49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76 626 748 0 0,'-4'0'567'0'0,"0"1"1"0"0,0 0-1 0 0,0-1 0 0 0,0 1 0 0 0,1 1 0 0 0,-1-1 1 0 0,1 0-1 0 0,-1 1 0 0 0,1 0 0 0 0,-1 0 1 0 0,1 0-1 0 0,0 0 0 0 0,0 1 0 0 0,0-1 1 0 0,-4 5-1 0 0,5-4-460 0 0,0-1 0 0 0,1 0 1 0 0,-1 1-1 0 0,1-1 0 0 0,0 0 0 0 0,0 1 1 0 0,0 0-1 0 0,0-1 0 0 0,0 1 0 0 0,0-1 1 0 0,1 1-1 0 0,-1 0 0 0 0,1 0 0 0 0,0-1 1 0 0,0 1-1 0 0,0 0 0 0 0,0 0 0 0 0,0-1 1 0 0,1 1-1 0 0,-1 0 0 0 0,1 0 0 0 0,0-1 1 0 0,1 4-1 0 0,-1-4-82 0 0,0 0 1 0 0,-1 0-1 0 0,1-1 1 0 0,0 1-1 0 0,1 0 1 0 0,-1-1-1 0 0,0 1 0 0 0,0-1 1 0 0,1 1-1 0 0,-1-1 1 0 0,1 1-1 0 0,-1-1 1 0 0,1 0-1 0 0,0 0 1 0 0,-1 0-1 0 0,1 0 1 0 0,0 0-1 0 0,3 1 0 0 0,0-1 0 0 0,0 1 0 0 0,0-2 0 0 0,0 1 0 0 0,0 0-1 0 0,0-1 1 0 0,0 0 0 0 0,7-1 0 0 0,6-1 3 0 0,-1-1 0 0 0,0-1 0 0 0,26-10 0 0 0,-26 7-21 0 0,1 0 1 0 0,-1-1-1 0 0,-1-1 0 0 0,0-1 1 0 0,0 0-1 0 0,-1-1 0 0 0,0-1 1 0 0,-1-1-1 0 0,0 0 1 0 0,-1 0-1 0 0,0-1 0 0 0,-2-1 1 0 0,1 0-1 0 0,-2-1 0 0 0,0 0 1 0 0,-1 0-1 0 0,14-35 1 0 0,-10 15 27 0 0,-2 1 1 0 0,-1-2 0 0 0,-1 1 0 0 0,-3-1-1 0 0,-1 0 1 0 0,-1-1 0 0 0,-4-73 0 0 0,1 110-38 0 0,-1 0-1 0 0,0 0 1 0 0,0 0 0 0 0,-1 0 0 0 0,1 0 0 0 0,0 0 0 0 0,0 0 0 0 0,0 0 0 0 0,-1 0 0 0 0,1 0 0 0 0,0 0 0 0 0,-1 0 0 0 0,1 0 0 0 0,-1 0 0 0 0,0 0 0 0 0,0-1 0 0 0,0 2-1 0 0,1 0 0 0 0,-1-1 1 0 0,1 1-1 0 0,0 0 0 0 0,-1 0 1 0 0,1 0-1 0 0,0 0 0 0 0,-1 1 1 0 0,1-1-1 0 0,-1 0 0 0 0,1 0 1 0 0,0 0-1 0 0,-1 0 0 0 0,1 0 1 0 0,0 0-1 0 0,-1 1 0 0 0,1-1 1 0 0,0 0-1 0 0,-1 0 0 0 0,1 0 1 0 0,0 1-1 0 0,-1-1 0 0 0,1 0 0 0 0,0 0 1 0 0,-1 1-1 0 0,1-1 0 0 0,0 0 1 0 0,-1 1-1 0 0,-1 3-15 0 0,-1 0 0 0 0,0 1 0 0 0,1-1 0 0 0,0 0 0 0 0,0 1 0 0 0,-2 4 1 0 0,-10 42-8 0 0,3 1 0 0 0,1 0 1 0 0,3 1-1 0 0,0 81 0 0 0,6-121-7 0 0,2 0 0 0 0,0 0 0 0 0,0-1-1 0 0,1 1 1 0 0,1 0 0 0 0,0 0 0 0 0,1-1 0 0 0,8 20 0 0 0,-9-27 14 0 0,-1-1 0 0 0,1 1 0 0 0,0-1 0 0 0,0 0 0 0 0,0 0 0 0 0,0-1 0 0 0,1 1 0 0 0,0 0 0 0 0,0-1 0 0 0,0 0 1 0 0,0 0-1 0 0,0 0 0 0 0,0-1 0 0 0,1 1 0 0 0,0-1 0 0 0,-1 0 0 0 0,1 0 0 0 0,0-1 0 0 0,0 1 0 0 0,0-1 0 0 0,0 0 1 0 0,0-1-1 0 0,0 1 0 0 0,9-1 0 0 0,-4 0-194 0 0,-1-1 0 0 0,1 0 0 0 0,-1 0 0 0 0,1-1 0 0 0,-1 0 0 0 0,1-1 0 0 0,-1 0 0 0 0,0 0 0 0 0,0-1 0 0 0,15-9 0 0 0,-14 6-32 0 0,1-1 0 0 0,-1 0 0 0 0,0 0 1 0 0,-1-1-1 0 0,0-1 0 0 0,0 1 0 0 0,8-14 1 0 0,-1-3 27 0 0,-1 0 0 0 0,-1-1 0 0 0,-1-1 1 0 0,-2 0-1 0 0,0 0 0 0 0,6-32 0 0 0,-6 4 1150 0 0,-2-1-1 0 0,-2 0 1 0 0,-2-102 0 0 0,-5 157-372 0 0,-2 5-481 0 0,0 0 1 0 0,1 0 0 0 0,0 0 0 0 0,0 0 0 0 0,0 0-1 0 0,0 1 1 0 0,1-1 0 0 0,-1 0 0 0 0,1 1-1 0 0,-1 4 1 0 0,1-6 5 0 0,-20 218 1747 0 0,-16 146-973 0 0,30-303-667 0 0,6-60-93 0 0,3-5-64 0 0,1 0-35 0 0,-1-1 0 0 0,0 0 1 0 0,0 1-1 0 0,-1-1 0 0 0,1 0 0 0 0,0 0 1 0 0,-1-1-1 0 0,0 1 0 0 0,3-4 1 0 0,17-40 9 0 0,-11 24-14 0 0,9-22 4 0 0,41-73 18 0 0,-54 105-22 0 0,1 1 0 0 0,1 1 0 0 0,0 0 0 0 0,0 0 0 0 0,1 0 1 0 0,1 1-1 0 0,11-8 0 0 0,-19 15-2 0 0,0 1 1 0 0,1 0 0 0 0,-1 0 0 0 0,0 0-1 0 0,1 1 1 0 0,-1-1 0 0 0,1 1 0 0 0,-1-1-1 0 0,1 1 1 0 0,-1 1 0 0 0,1-1 0 0 0,0 0-1 0 0,0 1 1 0 0,0 0 0 0 0,-1 0 0 0 0,1 0-1 0 0,0 0 1 0 0,0 0 0 0 0,-1 1 0 0 0,1 0-1 0 0,0 0 1 0 0,-1 0 0 0 0,6 2 0 0 0,-5-1-1 0 0,0 1 1 0 0,-1-1-1 0 0,1 1 1 0 0,-1 0-1 0 0,0-1 1 0 0,0 2-1 0 0,0-1 1 0 0,0 0-1 0 0,0 0 1 0 0,-1 1-1 0 0,1 0 1 0 0,-1-1-1 0 0,0 1 1 0 0,0 0-1 0 0,-1 0 1 0 0,1 0-1 0 0,-1 0 1 0 0,0 1-1 0 0,0-1 1 0 0,1 6-1 0 0,0 12 16 0 0,-2 0-1 0 0,0 1 0 0 0,-5 42 0 0 0,2-40 4 0 0,1 1-1 0 0,2 35 1 0 0,0-59-12 0 0,-1 0 1 0 0,2-1-1 0 0,-1 1 0 0 0,0 0 1 0 0,0-1-1 0 0,0 1 0 0 0,1 0 0 0 0,-1 0 1 0 0,1-1-1 0 0,0 1 0 0 0,-1-1 1 0 0,1 1-1 0 0,0-1 0 0 0,0 1 1 0 0,0-1-1 0 0,0 1 0 0 0,0-1 0 0 0,0 0 1 0 0,0 1-1 0 0,0-1 0 0 0,1 0 1 0 0,-1 0-1 0 0,0 0 0 0 0,1 0 1 0 0,-1 0-1 0 0,1 0 0 0 0,-1 0 0 0 0,1-1 1 0 0,0 1-1 0 0,-1-1 0 0 0,1 1 1 0 0,0-1-1 0 0,-1 1 0 0 0,1-1 1 0 0,0 0-1 0 0,-1 0 0 0 0,1 0 0 0 0,3 0 1 0 0,13-3 2 0 0,0-1 0 0 0,0-1 0 0 0,0-1 0 0 0,0-1 0 0 0,-1 0 1 0 0,0-1-1 0 0,-1-1 0 0 0,0 0 0 0 0,0-1 0 0 0,18-15 0 0 0,-11 6 0 0 0,-1-1-1 0 0,-1-1 1 0 0,-1 0-1 0 0,0-2 1 0 0,30-47-1 0 0,-47 66-5 0 0,0 0 0 0 0,-1 0 0 0 0,1-1 0 0 0,-1 1 0 0 0,0-1 0 0 0,-1 1 0 0 0,1-1 0 0 0,-1 0-1 0 0,0 0 1 0 0,0 1 0 0 0,0-1 0 0 0,-1 0 0 0 0,1 0 0 0 0,-1 0 0 0 0,0 0 0 0 0,-1 0 0 0 0,-1-7-1 0 0,2 11 0 0 0,0 1 0 0 0,-1-1-1 0 0,1 1 1 0 0,-1-1 0 0 0,1 0-1 0 0,-1 1 1 0 0,1-1 0 0 0,-1 1-1 0 0,1-1 1 0 0,-1 1 0 0 0,1-1-1 0 0,-1 1 1 0 0,0-1 0 0 0,1 1-1 0 0,-1 0 1 0 0,0-1 0 0 0,1 1-1 0 0,-1 0 1 0 0,0-1 0 0 0,0 1-1 0 0,1 0 1 0 0,-1 0-1 0 0,0 0 1 0 0,0 0 0 0 0,1 0-1 0 0,-1 0 1 0 0,0 0 0 0 0,0 0-1 0 0,1 0 1 0 0,-1 0 0 0 0,0 0-1 0 0,0 1 1 0 0,0-1 0 0 0,-23 9-39 0 0,23-8 41 0 0,-4 2 5 0 0,0 0-1 0 0,0 0 0 0 0,1 1 0 0 0,-1 0 0 0 0,1 0 0 0 0,0 0 0 0 0,0 1 1 0 0,0-1-1 0 0,1 1 0 0 0,0 0 0 0 0,0 0 0 0 0,-5 11 0 0 0,5-9 4 0 0,0 0 0 0 0,0 1 0 0 0,1 0 0 0 0,0 0 0 0 0,0-1 0 0 0,1 1-1 0 0,0 0 1 0 0,0 15 0 0 0,1-19-11 0 0,1 1-1 0 0,-1 0 1 0 0,1-1 0 0 0,0 1-1 0 0,1-1 1 0 0,-1 0 0 0 0,1 1-1 0 0,0-1 1 0 0,0 0 0 0 0,0 0-1 0 0,1 0 1 0 0,-1 0 0 0 0,1 0-1 0 0,5 5 1 0 0,-2-3 48 0 0,0-1 0 0 0,0-1 0 0 0,0 1 0 0 0,0-1 0 0 0,1 0 0 0 0,0 0 1 0 0,0-1-1 0 0,10 4 0 0 0,-5-3-344 0 0,0-1 1 0 0,1 0 0 0 0,-1-1 0 0 0,0 0 0 0 0,1-1 0 0 0,0 0 0 0 0,-1-1 0 0 0,1 0-1 0 0,-1-1 1 0 0,22-5 0 0 0,2-8-5025 0 0,-19 5 641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50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65 744 0 0,'-61'5'4252'0'0,"-57"7"2456"0"0,115-11-6368 0 0,27-11 399 0 0,214-29-683 0 0,-77 22-3000 0 0,-70 8-676 0 0,-14 1-251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51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349 683 1248 0 0,'-16'4'1567'0'0,"-1"0"1"0"0,1 2-1 0 0,1 0 0 0 0,-29 15 1 0 0,35-15-1114 0 0,-14 10 788 0 0,22-14-695 0 0,17-7-299 0 0,6-4-120 0 0,0-7-91 0 0,0-1 0 0 0,-2-1 0 0 0,0-1 0 0 0,-1 0 0 0 0,0-2 0 0 0,-2 0 0 0 0,-1 0 0 0 0,0-2 0 0 0,-2 0 0 0 0,-1-1 0 0 0,0 0 0 0 0,-2-1-1 0 0,-1-1 1 0 0,11-39 0 0 0,-7 4 4 0 0,-2 0-1 0 0,-2-1 1 0 0,-4 0-1 0 0,0-63 0 0 0,-20 155-126 0 0,-150 1111 364 0 0,99-691-356 0 0,30-228 319 0 0,31-170-148 0 0,4-52-93 0 0,0 1 0 0 0,0-1 0 0 0,0 1 1 0 0,0-1-1 0 0,1 1 0 0 0,-1 0 0 0 0,0-1 0 0 0,0 1 1 0 0,1-1-1 0 0,-1 1 0 0 0,0-1 0 0 0,1 1 0 0 0,-1-1 1 0 0,0 1-1 0 0,1-1 0 0 0,-1 0 0 0 0,1 1 0 0 0,-1-1 1 0 0,1 0-1 0 0,-1 1 0 0 0,1-1 0 0 0,-1 0 0 0 0,1 1 1 0 0,-1-1-1 0 0,1 0 0 0 0,-1 0 0 0 0,1 0 0 0 0,-1 1 1 0 0,1-1-1 0 0,0 0 0 0 0,-1 0 0 0 0,1 0 0 0 0,-1 0 0 0 0,1 0 1 0 0,0 0-1 0 0,0 0 0 0 0,23-4-56 0 0,-11-3 52 0 0,-1 1 0 0 0,0-1-1 0 0,1-1 1 0 0,-2 0 0 0 0,0-1-1 0 0,0 0 1 0 0,0-1 0 0 0,17-21-1 0 0,-16 17 9 0 0,-1 0-1 0 0,-1-2 0 0 0,-1 1 1 0 0,0-1-1 0 0,-1 0 0 0 0,10-28 1 0 0,-13 29 5 0 0,-1 0 0 0 0,-1-1 0 0 0,-1 1 0 0 0,0-1 1 0 0,-1 1-1 0 0,0-1 0 0 0,-2 1 0 0 0,1-1 0 0 0,-6-22 0 0 0,1 16 12 0 0,0 0 0 0 0,-2 1 0 0 0,-1 0 0 0 0,0 1 0 0 0,-2-1-1 0 0,-12-19 1 0 0,-1 5-15 0 0,-2 0 0 0 0,-1 2 0 0 0,-2 1 1 0 0,-1 1-1 0 0,-2 1 0 0 0,-51-38 0 0 0,-5 7-78 0 0,-17-13-88 0 0,103 74 159 0 0,0-1 1 0 0,0 0-1 0 0,0 0 1 0 0,0 0-1 0 0,0 0 0 0 0,0 0 1 0 0,0 0-1 0 0,0 0 1 0 0,0-1-1 0 0,1 1 0 0 0,-1 0 1 0 0,0 0-1 0 0,1-1 1 0 0,-1 1-1 0 0,1 0 0 0 0,0-1 1 0 0,-1 1-1 0 0,1 0 1 0 0,0-1-1 0 0,0 1 1 0 0,0-1-1 0 0,0 1 0 0 0,0 0 1 0 0,0-3-1 0 0,1 2 1 0 0,0-1 0 0 0,0 0-1 0 0,1 0 1 0 0,-1 0-1 0 0,1 0 1 0 0,-1 1 0 0 0,1-1-1 0 0,0 1 1 0 0,0-1 0 0 0,3-3-1 0 0,6-4-4 0 0,0 1-1 0 0,0 0 0 0 0,22-12 1 0 0,33-15-713 0 0,1 4 0 0 0,86-29 0 0 0,-1 0-1988 0 0,-56 13 1452 0 0,-85 42 1367 0 0,-1 0 0 0 0,-1-1-1 0 0,1-1 1 0 0,-1 1 0 0 0,-1-2-1 0 0,14-15 1 0 0,-21 22-26 0 0,0 0-1 0 0,0 0 1 0 0,0 0 0 0 0,0-1 0 0 0,-1 1-1 0 0,1 0 1 0 0,-1 0 0 0 0,0 0-1 0 0,0-1 1 0 0,0 1 0 0 0,0 0 0 0 0,0-1-1 0 0,0 1 1 0 0,0 0 0 0 0,-1 0-1 0 0,1 0 1 0 0,-1-1 0 0 0,0 1-1 0 0,0-2 1 0 0,0 2 100 0 0,-1 0 8 0 0,2 1-175 0 0,0 1 0 0 0,0 0-1 0 0,0-1 1 0 0,0 1 0 0 0,0 0-1 0 0,0 0 1 0 0,0-1 0 0 0,-1 1-1 0 0,1 0 1 0 0,0 0 0 0 0,0-1-1 0 0,0 1 1 0 0,0 0 0 0 0,-1 0 0 0 0,1-1-1 0 0,0 1 1 0 0,0 0 0 0 0,0 0-1 0 0,-1 0 1 0 0,1 0 0 0 0,0-1-1 0 0,0 1 1 0 0,-1 0 0 0 0,1 0-1 0 0,0 0 1 0 0,-1 0 0 0 0,1 0-1 0 0,0 0 1 0 0,0 0 0 0 0,-1 0-1 0 0,1 0 1 0 0,-1 0 0 0 0,-2 3 77 0 0,-1 1 1 0 0,1-1-1 0 0,-1 1 1 0 0,1 0-1 0 0,1 0 1 0 0,-1 1-1 0 0,0-1 1 0 0,1 0-1 0 0,0 1 0 0 0,0 0 1 0 0,-2 7-1 0 0,-14 61 434 0 0,15-59-494 0 0,-1 7 37 0 0,0-1 1 0 0,2 1-1 0 0,0 0 0 0 0,1 0 1 0 0,1 0-1 0 0,3 25 0 0 0,-1-39-61 0 0,-1-1 1 0 0,1 1-1 0 0,0 0 0 0 0,0 0 1 0 0,1-1-1 0 0,0 1 0 0 0,0-1 0 0 0,0 0 1 0 0,8 9-1 0 0,-8-11-11 0 0,1 0 0 0 0,0 0 1 0 0,0 0-1 0 0,0-1 0 0 0,0 0 0 0 0,0 0 0 0 0,1 0 1 0 0,0 0-1 0 0,-1-1 0 0 0,1 0 0 0 0,0 0 1 0 0,0 0-1 0 0,0 0 0 0 0,7 0 0 0 0,-7-1-159 0 0,1 0-1 0 0,0-1 1 0 0,-1 0 0 0 0,1 0-1 0 0,0 0 1 0 0,-1-1-1 0 0,1 0 1 0 0,-1 0 0 0 0,1-1-1 0 0,7-2 1 0 0,-6 1-521 0 0,0 0 0 0 0,0 0 0 0 0,-1 0 0 0 0,0-1 0 0 0,0 0 0 0 0,0-1 0 0 0,9-7 0 0 0,1-7-2478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51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68 488 0 0,'-13'-19'2322'0'0,"-23"-28"1951"0"0,35 46-3803 0 0,2 6-527 0 0,-1-1 1 0 0,2 1-1 0 0,-1 0 0 0 0,0 0 1 0 0,1-1-1 0 0,0 1 1 0 0,0-1-1 0 0,0 1 1 0 0,5 6-1 0 0,28 38-2673 0 0,-33-47 2456 0 0,13 17-1305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53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443 52 652 0 0,'3'1'1882'0'0,"1"0"-1067"0"0,0-1-1 0 0,-1 1 1 0 0,1-1-1 0 0,0 0 1 0 0,-1 0 0 0 0,1 0-1 0 0,0-1 1 0 0,6-1-1 0 0,-9 2-693 0 0,0-1 1 0 0,0 1-1 0 0,0-1 0 0 0,0 1 0 0 0,0-1 0 0 0,0 1 0 0 0,-1-1 1 0 0,1 1-1 0 0,0-1 0 0 0,0 0 0 0 0,-1 0 0 0 0,1 1 0 0 0,0-1 1 0 0,-1 0-1 0 0,1 0 0 0 0,-1 0 0 0 0,1 0 0 0 0,-1 1 0 0 0,1-1 1 0 0,-1 0-1 0 0,0 0 0 0 0,1 0 0 0 0,-1 0 0 0 0,0 0 0 0 0,0 0 1 0 0,0 0-1 0 0,0 0 0 0 0,0 0 0 0 0,0 0 0 0 0,0 0 0 0 0,0 0 1 0 0,0 0-1 0 0,0 0 0 0 0,-1 0 0 0 0,1 0 0 0 0,0 0 0 0 0,-1 0 1 0 0,1 0-1 0 0,-1-1 0 0 0,0 1-65 0 0,1 0 0 0 0,-1 0 0 0 0,0-1 0 0 0,0 1-1 0 0,0 0 1 0 0,1 0 0 0 0,-1 0 0 0 0,0 0 0 0 0,0 1 0 0 0,0-1 0 0 0,0 0 0 0 0,-1 0-1 0 0,1 0 1 0 0,0 1 0 0 0,0-1 0 0 0,0 1 0 0 0,-1-1 0 0 0,1 1 0 0 0,0-1 0 0 0,0 1-1 0 0,-1 0 1 0 0,1 0 0 0 0,0 0 0 0 0,-1-1 0 0 0,1 1 0 0 0,0 0 0 0 0,-1 1 0 0 0,1-1-1 0 0,0 0 1 0 0,-1 0 0 0 0,1 0 0 0 0,-2 2 0 0 0,-4-1-12 0 0,1 1 1 0 0,-1 0-1 0 0,1 0 1 0 0,-12 6-1 0 0,-1 3-23 0 0,1 1 0 0 0,0 1 0 0 0,1 0 0 0 0,1 2 1 0 0,0-1-1 0 0,1 2 0 0 0,1 0 0 0 0,0 1 0 0 0,1 0 0 0 0,1 1 0 0 0,0 1 0 0 0,2 0 0 0 0,0 0 0 0 0,-8 23 0 0 0,17-40-19 0 0,0 1 0 0 0,0 0 0 0 0,0 0 0 0 0,0 1 0 0 0,1-1 0 0 0,-1 0 0 0 0,1 0 0 0 0,-1 0 0 0 0,1 0 0 0 0,0 0 0 0 0,1 1 0 0 0,-1-1 0 0 0,0 0 0 0 0,1 0 0 0 0,0 0 0 0 0,-1 0 0 0 0,1 0 0 0 0,1 0 0 0 0,-1 0 0 0 0,0 0 0 0 0,1 0 0 0 0,-1-1 0 0 0,1 1 0 0 0,0-1 0 0 0,2 3 0 0 0,-1-2 0 0 0,1 0 1 0 0,-1-1-1 0 0,1 0 0 0 0,0 0 0 0 0,0 0 1 0 0,-1 0-1 0 0,1 0 0 0 0,1-1 0 0 0,-1 0 0 0 0,0 0 1 0 0,0 0-1 0 0,0 0 0 0 0,1-1 0 0 0,-1 1 1 0 0,0-1-1 0 0,1 0 0 0 0,6-1 0 0 0,-1-1-1 0 0,0 0 1 0 0,0 0-1 0 0,0 0 0 0 0,-1-1 0 0 0,0-1 0 0 0,1 0 1 0 0,-1 0-1 0 0,0-1 0 0 0,-1 0 0 0 0,1 0 0 0 0,-1-1 1 0 0,0 0-1 0 0,-1 0 0 0 0,1-1 0 0 0,-1 0 0 0 0,-1 0 1 0 0,12-16-1 0 0,-7 6-20 0 0,-1 0-1 0 0,0-1 1 0 0,-1 0 0 0 0,-1 0 0 0 0,-1-1 0 0 0,0-1-1 0 0,6-34 1 0 0,-32 225-283 0 0,10 31 339 0 0,7-138-87 0 0,-2 36 16 0 0,-11 176-26 0 0,8-207 74 0 0,-31 133 1 0 0,34-187 1 0 0,-1-1 0 0 0,0 0 0 0 0,0 0 0 0 0,-1-1 0 0 0,-1 1 0 0 0,-1-2 0 0 0,-16 23 0 0 0,22-31-5 0 0,-1-1 0 0 0,0 1 0 0 0,-1-1 0 0 0,1 0 0 0 0,0 0 1 0 0,-1-1-1 0 0,0 1 0 0 0,0-1 0 0 0,0 0 0 0 0,0 0 0 0 0,0 0 0 0 0,0 0 0 0 0,0-1 0 0 0,0 1 1 0 0,-1-1-1 0 0,1 0 0 0 0,-1-1 0 0 0,1 1 0 0 0,-1-1 0 0 0,1 0 0 0 0,-1 0 0 0 0,1 0 0 0 0,-1 0 0 0 0,1-1 1 0 0,0 0-1 0 0,-1 0 0 0 0,1 0 0 0 0,0-1 0 0 0,-1 1 0 0 0,-3-3 0 0 0,-6-3 44 0 0,0-1 0 0 0,0 0-1 0 0,1-1 1 0 0,0-1 0 0 0,1 0 0 0 0,0-1-1 0 0,-17-19 1 0 0,11 10 78 0 0,2-2 0 0 0,0 0 0 0 0,-21-42 0 0 0,32 55-112 0 0,1-1-1 0 0,0 0 0 0 0,0 0 1 0 0,1 0-1 0 0,0-1 0 0 0,1 1 1 0 0,0-1-1 0 0,1 1 0 0 0,0-1 0 0 0,1 0 1 0 0,0 1-1 0 0,3-19 0 0 0,-1 17-17 0 0,1 0-1 0 0,0-1 0 0 0,2 1 1 0 0,-1 0-1 0 0,1 1 0 0 0,1-1 0 0 0,0 1 1 0 0,0 0-1 0 0,1 0 0 0 0,11-11 1 0 0,10-10-46 0 0,1 2 1 0 0,1 1 0 0 0,39-29 0 0 0,109-67-1148 0 0,-63 47-213 0 0,48-50-628 0 0,-145 112 1929 0 0,-1-2-1 0 0,0 0 0 0 0,-1-1 1 0 0,-1 0-1 0 0,-1-2 0 0 0,15-28 1 0 0,-22 35 551 0 0,-1 0 1 0 0,0-1 0 0 0,-1 0 0 0 0,4-21 0 0 0,-9 34-255 0 0,-1 14-132 0 0,-5 13-22 0 0,-2 9 21 0 0,-7 61 0 0 0,14-85-56 0 0,0 0 1 0 0,1 0-1 0 0,1 0 1 0 0,0 0-1 0 0,0 0 1 0 0,1-1-1 0 0,0 1 1 0 0,0 0-1 0 0,1-1 1 0 0,1 0-1 0 0,4 10 1 0 0,-7-16-5 0 0,1 0 0 0 0,0 0 0 0 0,0 0 0 0 0,0 0 0 0 0,0 0 0 0 0,1 0 0 0 0,-1-1 0 0 0,1 1 0 0 0,-1-1 0 0 0,1 0 0 0 0,0 0 0 0 0,0 0 0 0 0,0 0 0 0 0,0 0 0 0 0,1-1 0 0 0,-1 1 0 0 0,0-1 0 0 0,0 0 0 0 0,1 0 0 0 0,-1 0 0 0 0,1 0 0 0 0,-1-1 0 0 0,1 1 0 0 0,0-1 0 0 0,-1 0 0 0 0,1 0 0 0 0,-1 0 0 0 0,1-1 0 0 0,-1 1 0 0 0,1-1 0 0 0,-1 0 0 0 0,1 0 0 0 0,3-1 0 0 0,1-2-7 0 0,0 1 0 0 0,0-1 0 0 0,-1 0-1 0 0,1 0 1 0 0,-1-1 0 0 0,0 0 0 0 0,0 0 0 0 0,-1-1-1 0 0,0 0 1 0 0,0 0 0 0 0,0-1 0 0 0,8-11-1 0 0,-4 0 0 0 0,-1-1 0 0 0,0-1 0 0 0,-2 1 0 0 0,10-37 0 0 0,8-22 20 0 0,-22 61-37 0 0,-1 6-86 0 0,1 20 53 0 0,-2 4 60 0 0,0 0-1 0 0,-1 0 0 0 0,-3 22 0 0 0,0 22 36 0 0,3-47-24 0 0,1 1 0 0 0,1-1 0 0 0,-1 0 0 0 0,1 0 0 0 0,1 0 0 0 0,0-1 0 0 0,0 1 0 0 0,10 17 1 0 0,-11-24-10 0 0,0 0 1 0 0,0 1 0 0 0,0-1 0 0 0,1 0 0 0 0,0 0 0 0 0,0-1 0 0 0,0 1 0 0 0,0 0 0 0 0,0-1 0 0 0,0 0 0 0 0,0 0 0 0 0,1 0 0 0 0,-1 0 0 0 0,1 0 0 0 0,0-1-1 0 0,-1 1 1 0 0,1-1 0 0 0,0 0 0 0 0,0 0 0 0 0,0-1 0 0 0,0 1 0 0 0,0-1 0 0 0,0 0 0 0 0,0 0 0 0 0,6-1 0 0 0,1 0-5 0 0,1-2 0 0 0,-2 1 1 0 0,1-2-1 0 0,0 1 0 0 0,-1-2 1 0 0,1 1-1 0 0,-1-1 0 0 0,0-1 0 0 0,-1 0 1 0 0,1 0-1 0 0,-1-1 0 0 0,0 0 1 0 0,-1 0-1 0 0,0-1 0 0 0,0-1 1 0 0,-1 1-1 0 0,9-12 0 0 0,-6 4-5 0 0,1 0-1 0 0,-2 0 0 0 0,0-1 1 0 0,-1 0-1 0 0,-1-1 1 0 0,0 0-1 0 0,-1 0 0 0 0,-1 0 1 0 0,4-30-1 0 0,-9 45-1 0 0,1-1 1 0 0,-1 1-1 0 0,0-1 0 0 0,0 1 0 0 0,0-1 1 0 0,0 1-1 0 0,0-1 0 0 0,-1 1 1 0 0,0-1-1 0 0,0 1 0 0 0,0 0 0 0 0,0 0 1 0 0,0-1-1 0 0,0 1 0 0 0,-1 0 0 0 0,0 0 1 0 0,1 0-1 0 0,-1 0 0 0 0,-1 0 1 0 0,1 1-1 0 0,-4-5 0 0 0,4 6-19 0 0,0 1 23 0 0,1 0 1 0 0,-1 0-1 0 0,0 0 1 0 0,0 0-1 0 0,0 1 0 0 0,0-1 1 0 0,0 1-1 0 0,1-1 0 0 0,-1 1 1 0 0,0 0-1 0 0,0-1 0 0 0,1 1 1 0 0,-1 0-1 0 0,1 0 0 0 0,-1 0 1 0 0,0 0-1 0 0,1 1 1 0 0,0-1-1 0 0,-1 0 0 0 0,1 1 1 0 0,0-1-1 0 0,0 1 0 0 0,0-1 1 0 0,0 1-1 0 0,0-1 0 0 0,0 1 1 0 0,0 0-1 0 0,0 0 0 0 0,1-1 1 0 0,-1 1-1 0 0,1 0 1 0 0,-1 0-1 0 0,1 0 0 0 0,0 0 1 0 0,-1 3-1 0 0,1-1 0 0 0,0 1 0 0 0,1-1 0 0 0,-1 0 0 0 0,1 1 0 0 0,0-1-1 0 0,0 0 1 0 0,0 0 0 0 0,1 0 0 0 0,-1 0 0 0 0,1 0 0 0 0,0 0 0 0 0,0 0 0 0 0,1 0 0 0 0,4 6 0 0 0,-1-5 5 0 0,0 1 0 0 0,0-1 0 0 0,1-1 0 0 0,-1 1 0 0 0,1-1 0 0 0,0 0 0 0 0,0-1 0 0 0,10 4 0 0 0,59 16 36 0 0,-73-22-30 0 0,-2-1-10 0 0,0 0 0 0 0,0-1 0 0 0,0 1-1 0 0,0 1 1 0 0,0-1 0 0 0,0 0 0 0 0,0 0-1 0 0,0 0 1 0 0,0 1 0 0 0,0-1 0 0 0,0 0-1 0 0,0 1 1 0 0,0-1 0 0 0,0 1 0 0 0,0-1-1 0 0,0 1 1 0 0,0-1 0 0 0,0 1-1 0 0,0 0 1 0 0,-1-1 0 0 0,1 1 0 0 0,0 0-1 0 0,0 0 1 0 0,-1 0 0 0 0,1 0 0 0 0,-1 0-1 0 0,1-1 1 0 0,-1 1 0 0 0,1 0 0 0 0,-1 0-1 0 0,1 0 1 0 0,-1 0 0 0 0,0 0 0 0 0,1 2-1 0 0,-2 1 0 0 0,0 1 0 0 0,0-1 0 0 0,0 0 0 0 0,0 0-1 0 0,0 0 1 0 0,-1 0 0 0 0,-3 5 0 0 0,2-1 1 0 0,-6 10 17 0 0,5-10-12 0 0,0 0-1 0 0,0 0 0 0 0,1 0 1 0 0,0 1-1 0 0,1-1 1 0 0,0 1-1 0 0,-1 11 0 0 0,2-17-1 0 0,1-1-1 0 0,0 0 0 0 0,0 1 1 0 0,0-1-1 0 0,0 1 0 0 0,0-1 0 0 0,1 1 1 0 0,-1-1-1 0 0,1 0 0 0 0,-1 1 0 0 0,1-1 1 0 0,0 0-1 0 0,0 0 0 0 0,0 1 1 0 0,0-1-1 0 0,0 0 0 0 0,1 0 0 0 0,-1 0 1 0 0,1 0-1 0 0,-1 0 0 0 0,1-1 0 0 0,0 1 1 0 0,-1 0-1 0 0,1-1 0 0 0,0 1 1 0 0,0-1-1 0 0,0 0 0 0 0,0 1 0 0 0,1-1 1 0 0,-1 0-1 0 0,0 0 0 0 0,0-1 0 0 0,1 1 1 0 0,-1 0-1 0 0,0-1 0 0 0,1 1 1 0 0,-1-1-1 0 0,4 0 0 0 0,4 1 3 0 0,1-1 1 0 0,-1 0-1 0 0,1-1 0 0 0,0 0 1 0 0,-1-1-1 0 0,1 0 0 0 0,13-5 1 0 0,1-2-19 0 0,-1 0 0 0 0,-1-2 1 0 0,0-1-1 0 0,0-1 0 0 0,30-24 0 0 0,-26 16 6 0 0,0-2 1 0 0,-1-1-1 0 0,35-43 0 0 0,-57 62 4 0 0,-1 0 0 0 0,1-1-1 0 0,-1 1 1 0 0,0-1 0 0 0,0 0 0 0 0,-1 0 0 0 0,1 0 0 0 0,1-8 0 0 0,-4 14 2 0 0,0-1 1 0 0,0 1-1 0 0,0-1 1 0 0,0 1-1 0 0,0 0 0 0 0,0-1 1 0 0,0 1-1 0 0,0 0 1 0 0,0-1-1 0 0,0 1 1 0 0,0-1-1 0 0,0 1 1 0 0,-1 0-1 0 0,1-1 0 0 0,0 1 1 0 0,0 0-1 0 0,0-1 1 0 0,0 1-1 0 0,-1 0 1 0 0,1-1-1 0 0,0 1 1 0 0,0 0-1 0 0,-1 0 0 0 0,1-1 1 0 0,0 1-1 0 0,0 0 1 0 0,-1 0-1 0 0,1-1 1 0 0,0 1-1 0 0,-1 0 1 0 0,1 0-1 0 0,0 0 0 0 0,-1 0 1 0 0,1 0-1 0 0,-1-1 1 0 0,1 1-1 0 0,-1 0 1 0 0,-15 1-4 0 0,7 2 6 0 0,0 1-1 0 0,1 1 1 0 0,-1 0 0 0 0,1 0-1 0 0,0 0 1 0 0,1 1 0 0 0,-1 0-1 0 0,1 1 1 0 0,0-1 0 0 0,0 1-1 0 0,1 1 1 0 0,0-1 0 0 0,1 1-1 0 0,-8 13 1 0 0,11-17 3 0 0,0 0 0 0 0,-1 0-1 0 0,2 1 1 0 0,-1-1 0 0 0,0 1 0 0 0,1-1 0 0 0,0 1 0 0 0,0-1-1 0 0,0 1 1 0 0,1 0 0 0 0,0 0 0 0 0,-1-1 0 0 0,2 1-1 0 0,-1 0 1 0 0,0 0 0 0 0,1-1 0 0 0,0 1 0 0 0,0 0-1 0 0,1-1 1 0 0,-1 1 0 0 0,1-1 0 0 0,0 1 0 0 0,0-1-1 0 0,0 0 1 0 0,1 0 0 0 0,0 0 0 0 0,-1 0 0 0 0,1 0-1 0 0,1-1 1 0 0,-1 1 0 0 0,6 3 0 0 0,0 0-10 0 0,0 0 0 0 0,1-1 0 0 0,0 0 1 0 0,0-1-1 0 0,0 0 0 0 0,1-1 0 0 0,16 5 0 0 0,28 3-1852 0 0,-2-6-4107 0 0,-29-4 307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53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32 284 0 0,'-22'-23'13005'0'0,"22"22"-12931"0"0,0 1 0 0 0,0-1 0 0 0,-1 1 0 0 0,1-1-1 0 0,0 1 1 0 0,0 0 0 0 0,-1-1 0 0 0,1 1 0 0 0,0-1 0 0 0,-1 1 0 0 0,1 0-1 0 0,-1-1 1 0 0,1 1 0 0 0,0 0 0 0 0,-1-1 0 0 0,1 1 0 0 0,-1 0-1 0 0,1 0 1 0 0,-1 0 0 0 0,1-1 0 0 0,-1 1 0 0 0,1 0 0 0 0,-1 0 0 0 0,1 0-1 0 0,-1 0 1 0 0,1 0 0 0 0,-1 0 0 0 0,1 0 0 0 0,-1 0 0 0 0,1 0 0 0 0,-1 0-1 0 0,1 0 1 0 0,-1 0 0 0 0,0 1 0 0 0,-11 15 118 0 0,6-4-63 0 0,-8 10-163 0 0,-80 122-781 0 0,25-53-6314 0 0,43-62 1316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56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22 343 1348 0 0,'0'0'2126'0'0,"-16"0"4371"0"0,10 6-6177 0 0,9-3-261 0 0,-1 0 1 0 0,1 0-1 0 0,-1-1 1 0 0,1 1-1 0 0,0-1 1 0 0,0 0-1 0 0,0 0 0 0 0,0 0 1 0 0,1 0-1 0 0,-1 0 1 0 0,1-1-1 0 0,-1 1 1 0 0,1-1-1 0 0,-1 0 0 0 0,5 1 1 0 0,-1-1-17 0 0,0 0 1 0 0,0-1-1 0 0,0 0 0 0 0,0 0 1 0 0,0-1-1 0 0,0 1 0 0 0,13-4 1 0 0,-11 1-43 0 0,1 0 0 0 0,-1 0 0 0 0,0-1 1 0 0,0 0-1 0 0,0 0 0 0 0,-1-1 0 0 0,0 0 0 0 0,0-1 1 0 0,0 0-1 0 0,0 0 0 0 0,-1 0 0 0 0,8-10 0 0 0,-9 7-10 0 0,0 0-1 0 0,0-1 1 0 0,-1 0-1 0 0,-1 0 1 0 0,1 0-1 0 0,-2 0 1 0 0,1-1-1 0 0,-1 0 1 0 0,1-13-1 0 0,-1 2 11 0 0,-1-1-1 0 0,-1 1 1 0 0,-3-35-1 0 0,-3-10-75 0 0,5 65 88 0 0,-1 2-14 0 0,0 0 0 0 0,0 1 0 0 0,0-1 0 0 0,0 0 0 0 0,0 1 0 0 0,1-1 0 0 0,-1 1 0 0 0,0-1 0 0 0,0 1 0 0 0,1-1 0 0 0,-1 1 0 0 0,0-1 0 0 0,1 1 0 0 0,-1 0 0 0 0,1-1 0 0 0,-1 1 0 0 0,1 0 0 0 0,-1 0 0 0 0,1-1 0 0 0,-1 1 0 0 0,1 0 0 0 0,-1 0 0 0 0,1 0 0 0 0,0 0 0 0 0,0-1 0 0 0,-1 3 0 0 0,-5 27 7 0 0,5-21-19 0 0,-3 22 67 0 0,1 1-1 0 0,1 0 1 0 0,2-1-1 0 0,6 47 1 0 0,4-13-2 0 0,-8-60-43 0 0,-1 0-1 0 0,1 1 1 0 0,0-1-1 0 0,0 0 0 0 0,0-1 1 0 0,1 1-1 0 0,0 0 1 0 0,0-1-1 0 0,6 8 1 0 0,-5-10-7 0 0,-2 0-94 0 0,1 0 0 0 0,-1-1 0 0 0,1 0 0 0 0,0 0 0 0 0,0 0 0 0 0,-1 0 0 0 0,1 0 0 0 0,0-1 0 0 0,0 1 0 0 0,0-1 0 0 0,0 1 0 0 0,0-1-1 0 0,-1 0 1 0 0,1 0 0 0 0,0-1 0 0 0,0 1 0 0 0,0 0 0 0 0,0-1 0 0 0,0 0 0 0 0,-1 0 0 0 0,1 0 0 0 0,0 0 0 0 0,0 0 0 0 0,3-3 0 0 0,-4 3-87 0 0,0 0-327 0 0,0 0-1 0 0,1-1 1 0 0,-1 1 0 0 0,0-1-1 0 0,0 0 1 0 0,0 0 0 0 0,4-4-1 0 0,5-7-2380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2:57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81 156 3692 0 0,'-79'-20'10524'0'0,"77"19"-9809"0"0,3 0-661 0 0,0 0 1 0 0,1 0 0 0 0,-1-1-1 0 0,0 2 1 0 0,0-1 0 0 0,1 0-1 0 0,-1 0 1 0 0,1 0 0 0 0,-1 0-1 0 0,0 1 1 0 0,1-1 0 0 0,0 1-1 0 0,-1-1 1 0 0,1 1 0 0 0,-1 0-1 0 0,1-1 1 0 0,2 1 0 0 0,2-1 79 0 0,311-79 790 0 0,-209 60-3242 0 0,0 5-3832 0 0,-74 10 49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00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10 184 0 0,'-16'-10'12218'0'0,"14"11"-12210"0"0,1 0 0 0 0,1 0 0 0 0,-1 0-1 0 0,0 0 1 0 0,0 1 0 0 0,0-1 0 0 0,0 0-1 0 0,1 0 1 0 0,-1 1 0 0 0,1-1 0 0 0,-1 0-1 0 0,1 1 1 0 0,-1-1 0 0 0,1 0 0 0 0,0 1-1 0 0,0-1 1 0 0,-1 2 0 0 0,0 33 103 0 0,1-18-84 0 0,-3 128 55 0 0,4-126-43 0 0,1-1 0 0 0,1 0 0 0 0,1 0-1 0 0,0 0 1 0 0,11 28 0 0 0,-14-45-29 0 0,-1-1-1 0 0,1 1 0 0 0,0-1 1 0 0,0 1-1 0 0,0-1 0 0 0,0 1 1 0 0,0-1-1 0 0,0 0 0 0 0,0 1 1 0 0,0-1-1 0 0,0 0 0 0 0,1 0 1 0 0,-1 0-1 0 0,0 0 0 0 0,1 0 1 0 0,-1 0-1 0 0,1 0 1 0 0,0 0-1 0 0,-1-1 0 0 0,1 1 1 0 0,2 0-1 0 0,0 0 5 0 0,-1-1 1 0 0,1 0-1 0 0,0 0 1 0 0,-1 0-1 0 0,1 0 1 0 0,-1-1-1 0 0,1 0 1 0 0,-1 1-1 0 0,0-1 1 0 0,5-2-1 0 0,1-1-193 0 0,0 0 0 0 0,0 0 0 0 0,0-1 0 0 0,-1-1-1 0 0,1 1 1 0 0,-1-1 0 0 0,7-7 0 0 0,-8 6-845 0 0,-1 0 1 0 0,0 0-1 0 0,0-1 0 0 0,0 1 0 0 0,4-10 1 0 0,-3 2-2358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01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48 1740 0 0,'-62'-42'7008'0'0,"60"41"-6857"0"0,-1-3 129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01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26 444 0 0,'0'0'2595'0'0,"0"-11"1505"0"0,0-3-1268 0 0,0 22-1885 0 0,2 28-925 0 0,11 305 581 0 0,-13-325-584 0 0,0 93 88 0 0,4 183 100 0 0,2-219-163 0 0,-5-71-96 0 0,-1-2 52 0 0,0 0-1 0 0,0 1 1 0 0,0-1-1 0 0,0 0 0 0 0,0 0 1 0 0,0 0-1 0 0,0 1 1 0 0,0-1-1 0 0,0 0 0 0 0,0 0 1 0 0,0 0-1 0 0,0 1 1 0 0,0-1-1 0 0,0 0 0 0 0,0 0 1 0 0,0 0-1 0 0,0 1 1 0 0,0-1-1 0 0,0 0 0 0 0,0 0 1 0 0,0 0-1 0 0,1 0 1 0 0,-1 1-1 0 0,0-1 0 0 0,0 0 1 0 0,0 0-1 0 0,0 0 1 0 0,1 0-1 0 0,-1 0 0 0 0,0 1 1 0 0,0-1-1 0 0,0 0 1 0 0,0 0-1 0 0,1 0 0 0 0,-1 0 1 0 0,0 0-1 0 0,9-3-1784 0 0,6-12-3085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02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10 105 1212 0 0,'-6'-8'6069'0'0,"5"8"-5995"0"0,1 0 1 0 0,0 0-1 0 0,-1-1 0 0 0,1 1 0 0 0,0 0 0 0 0,0-1 0 0 0,-1 1 0 0 0,1 0 0 0 0,0-1 0 0 0,0 1 0 0 0,0-1 0 0 0,-1 1 1 0 0,1 0-1 0 0,0-1 0 0 0,0 1 0 0 0,0-1 0 0 0,0 1 0 0 0,0 0 0 0 0,0-1 0 0 0,0 1 0 0 0,0-1 0 0 0,0 1 1 0 0,0-1-1 0 0,0 1 0 0 0,0 0 0 0 0,0-1 0 0 0,1 1 0 0 0,-1-1 0 0 0,0 1 0 0 0,0 0 0 0 0,0-1 0 0 0,0 1 1 0 0,1 0-1 0 0,-1-1 0 0 0,0 1 0 0 0,1 0 0 0 0,-1-1 0 0 0,0 1 0 0 0,0 0 0 0 0,1-1 0 0 0,-1 1 0 0 0,0 0 0 0 0,1 0 1 0 0,-1 0-1 0 0,1-1 0 0 0,-1 1 0 0 0,0 0 0 0 0,1 0 0 0 0,-1 0 0 0 0,1 0 0 0 0,-1 0 0 0 0,0 0 0 0 0,1-1 1 0 0,-1 1-1 0 0,1 0 0 0 0,34-8-420 0 0,-22 5 635 0 0,85-21-344 0 0,144-17 0 0 0,-204 38-2428 0 0,-16 4-3894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02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43 488 0 0,'6'-14'4401'0'0,"-1"4"-2578"0"0,4-8 1581 0 0,-6 17-2273 0 0,-3 14-895 0 0,-42 336 1542 0 0,41-331-1828 0 0,0 0-1 0 0,3 25 1 0 0,-1-35-610 0 0,0 0 0 0 0,1 0 0 0 0,0 0 0 0 0,3 9 0 0 0,-5-17 458 0 0,1 1 0 0 0,-1-1 1 0 0,0 1-1 0 0,1 0 1 0 0,-1-1-1 0 0,1 1 0 0 0,-1-1 1 0 0,1 0-1 0 0,-1 1 1 0 0,1-1-1 0 0,-1 1 0 0 0,1-1 1 0 0,-1 0-1 0 0,1 1 1 0 0,-1-1-1 0 0,1 0 0 0 0,1 1 1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03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54 1720 0 0,'32'-54'10251'0'0,"-35"55"-10211"0"0,0-1 0 0 0,1 1 0 0 0,-1 0-1 0 0,0 0 1 0 0,0 0 0 0 0,1 0 0 0 0,-1 0 0 0 0,0 1 0 0 0,1-1 0 0 0,-1 1-1 0 0,1-1 1 0 0,0 1 0 0 0,-4 3 0 0 0,-29 32 24 0 0,26-28-8 0 0,3-1-49 0 0,0 0 0 0 0,1 1 0 0 0,0-1 0 0 0,-6 14-1 0 0,-8 12 7 0 0,19-32-11 0 0,-1 1 1 0 0,1-1-1 0 0,0 0 1 0 0,-1 1-1 0 0,1-1 1 0 0,1 0-1 0 0,-1 1 1 0 0,0-1-1 0 0,1 1 1 0 0,-1-1-1 0 0,1 0 1 0 0,-1 0-1 0 0,1 1 1 0 0,0-1-1 0 0,0 0 1 0 0,0 0-1 0 0,0 0 1 0 0,1 0-1 0 0,-1 0 1 0 0,1 0-1 0 0,-1 0 1 0 0,3 2-1 0 0,-2-2 3 0 0,-2-1-4 0 0,1 0 0 0 0,-1 0 0 0 0,1-1 0 0 0,0 1 0 0 0,-1 0 0 0 0,1-1 0 0 0,0 1 0 0 0,0 0 0 0 0,-1-1 1 0 0,1 1-1 0 0,0-1 0 0 0,0 0 0 0 0,0 1 0 0 0,0-1 0 0 0,0 1 0 0 0,0-1 0 0 0,0 0 0 0 0,0 0 0 0 0,0 0 0 0 0,-1 0 0 0 0,3 0 0 0 0,62 15 1 0 0,-49-12-4 0 0,-1-1 1 0 0,0 2 0 0 0,0 0 0 0 0,-1 1 0 0 0,1 0 0 0 0,24 14 0 0 0,-37-18 9 0 0,0 1 0 0 0,1 0 1 0 0,-1-1-1 0 0,0 1 0 0 0,0 0 1 0 0,0 0-1 0 0,0 0 0 0 0,-1 1 1 0 0,1-1-1 0 0,0 0 1 0 0,-1 1-1 0 0,1-1 0 0 0,-1 1 1 0 0,0-1-1 0 0,0 1 0 0 0,0 0 1 0 0,0-1-1 0 0,0 6 0 0 0,-1-4 30 0 0,0 0-1 0 0,0 0 1 0 0,0 0-1 0 0,-1 0 1 0 0,0 0-1 0 0,1 0 1 0 0,-2 0-1 0 0,1 0 1 0 0,0-1-1 0 0,-1 1 1 0 0,1 0-1 0 0,-4 3 1 0 0,1 1 22 0 0,-1-1 0 0 0,0 0 0 0 0,-1-1 0 0 0,0 1 0 0 0,0-1 0 0 0,0 0 0 0 0,-1-1 0 0 0,0 1 0 0 0,0-1 0 0 0,0 0 0 0 0,-15 6 0 0 0,18-9-113 0 0,1-1 0 0 0,-1 1 0 0 0,0-1 0 0 0,0 0 0 0 0,0-1 0 0 0,0 1 0 0 0,0 0 0 0 0,0-1-1 0 0,0 0 1 0 0,0 0 0 0 0,0 0 0 0 0,0-1 0 0 0,0 0 0 0 0,0 1 0 0 0,-5-3 0 0 0,5 1-488 0 0,0 0-1 0 0,0 0 0 0 0,0-1 0 0 0,0 1 1 0 0,0-1-1 0 0,1 0 0 0 0,-1 0 0 0 0,1 0 1 0 0,0-1-1 0 0,0 1 0 0 0,0-1 0 0 0,0 0 1 0 0,-2-5-1 0 0,-3-6-2762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03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57 110 1340 0 0,'-35'-67'8561'0'0,"14"26"-5906"0"0,20 39-2523 0 0,14 20-6657 0 0,-4-8 2766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31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302 194 1128 0 0,'4'-16'2654'0'0,"-3"11"-2352"0"0,1-1 1 0 0,-1 0 0 0 0,0 1-1 0 0,-1-1 1 0 0,0 0 0 0 0,1 0 0 0 0,-2 0-1 0 0,1 1 1 0 0,-1-1 0 0 0,0 0-1 0 0,0 1 1 0 0,0-1 0 0 0,-1 0-1 0 0,0 1 1 0 0,0 0 0 0 0,-1-1-1 0 0,1 1 1 0 0,-8-10 0 0 0,9 14-276 0 0,-1-1 1 0 0,-1 0-1 0 0,1 1 0 0 0,0-1 1 0 0,0 1-1 0 0,-1-1 0 0 0,1 1 1 0 0,0 0-1 0 0,-1 0 0 0 0,1 0 1 0 0,-1 0-1 0 0,0 1 0 0 0,1-1 1 0 0,-1 1-1 0 0,1-1 1 0 0,-1 1-1 0 0,0 0 0 0 0,1 0 1 0 0,-1 0-1 0 0,-4 1 0 0 0,-3 1-3 0 0,-1 0-1 0 0,1 1 1 0 0,-18 6 0 0 0,17-4-21 0 0,-1 1 0 0 0,1 1 0 0 0,0 0 0 0 0,1 0 0 0 0,-1 1 0 0 0,2 0 1 0 0,-1 1-1 0 0,1 0 0 0 0,0 1 0 0 0,1 0 0 0 0,0 0 0 0 0,1 1 0 0 0,0-1 1 0 0,0 2-1 0 0,2-1 0 0 0,-1 1 0 0 0,1 0 0 0 0,1 0 0 0 0,0 0 0 0 0,-2 14 1 0 0,5-22-3 0 0,1 0 0 0 0,0 0 0 0 0,0 0 0 0 0,0 0 1 0 0,0 0-1 0 0,0 0 0 0 0,1 0 0 0 0,0 0 1 0 0,0 0-1 0 0,0 0 0 0 0,0-1 0 0 0,1 1 0 0 0,-1 0 1 0 0,1-1-1 0 0,0 1 0 0 0,0-1 0 0 0,0 0 0 0 0,1 1 1 0 0,3 3-1 0 0,-2-4 3 0 0,-1 0 0 0 0,1 0 0 0 0,0-1 0 0 0,0 0-1 0 0,0 0 1 0 0,0 0 0 0 0,0 0 0 0 0,1 0 0 0 0,-1-1 0 0 0,1 0 0 0 0,-1 0 0 0 0,1 0 0 0 0,-1 0 0 0 0,1-1-1 0 0,-1 0 1 0 0,9 0 0 0 0,4-1 15 0 0,0-1 0 0 0,1-1 0 0 0,-1 0 0 0 0,-1-1 0 0 0,1-1 0 0 0,-1-1-1 0 0,0 0 1 0 0,0-1 0 0 0,0-1 0 0 0,-1 0 0 0 0,0-1 0 0 0,21-17 0 0 0,-31 21-14 0 0,-1 0-1 0 0,1-1 1 0 0,-1 1 0 0 0,0-1 0 0 0,0 0 0 0 0,-1 0 0 0 0,0 0 0 0 0,0 0 0 0 0,0-1 0 0 0,-1 1-1 0 0,3-12 1 0 0,-2 1 90 0 0,0-1-1 0 0,-2 1 1 0 0,0-23-1 0 0,-3 31 76 0 0,-2 14-125 0 0,-3 13-12 0 0,5-2-21 0 0,1 0 0 0 0,1 0 0 0 0,0 0 1 0 0,1 0-1 0 0,1 0 0 0 0,6 25 0 0 0,-6-34-5 0 0,0 0 1 0 0,0 0-1 0 0,0 0 0 0 0,1 0 0 0 0,0-1 0 0 0,1 1 0 0 0,-1-1 1 0 0,1 0-1 0 0,0 0 0 0 0,1 0 0 0 0,-1 0 0 0 0,1-1 0 0 0,1 1 1 0 0,-1-1-1 0 0,0-1 0 0 0,10 7 0 0 0,-10-9-4 0 0,-1 0-1 0 0,1 0 1 0 0,0 0-1 0 0,0-1 1 0 0,0 1-1 0 0,0-1 1 0 0,0-1-1 0 0,0 1 1 0 0,0-1-1 0 0,0 1 1 0 0,0-1-1 0 0,0-1 1 0 0,0 1-1 0 0,0-1 1 0 0,0 0 0 0 0,0 0-1 0 0,0 0 1 0 0,-1-1-1 0 0,1 0 1 0 0,0 0-1 0 0,-1 0 1 0 0,1 0-1 0 0,-1-1 1 0 0,0 0-1 0 0,6-4 1 0 0,-3 1-5 0 0,-1 1 0 0 0,0-1 0 0 0,0-1 1 0 0,0 1-1 0 0,-1-1 0 0 0,0 0 0 0 0,0 0 0 0 0,-1 0 1 0 0,1-1-1 0 0,-2 0 0 0 0,1 0 0 0 0,-1 0 0 0 0,-1 0 1 0 0,3-10-1 0 0,7-93-108 0 0,-5 26-6 0 0,-6 83 135 0 0,1 3-52 0 0,1 0 77 0 0,-1 1-1 0 0,0 0 0 0 0,0-1 1 0 0,0 1-1 0 0,0 0 1 0 0,0 0-1 0 0,0 0 0 0 0,-1 0 1 0 0,1 0-1 0 0,-1 1 0 0 0,1-1 1 0 0,-1 1-1 0 0,0-1 1 0 0,0 0-1 0 0,0 1 0 0 0,0 0 1 0 0,1 4-1 0 0,12 58 838 0 0,-10-46-886 0 0,-1-5 42 0 0,0 6 60 0 0,2-1 0 0 0,7 22 0 0 0,-11-39-32 0 0,3 5 310 0 0,-2-10-345 0 0,1 1 0 0 0,-2-1 0 0 0,1 0 0 0 0,0 1 1 0 0,-1-1-1 0 0,1 0 0 0 0,-1 0 0 0 0,0 0 1 0 0,1-4-1 0 0,10-37 47 0 0,-9 33-98 0 0,3-12 10 0 0,1 0 0 0 0,14-30 1 0 0,-17 43-9 0 0,0 1 0 0 0,1 1 0 0 0,1-1 0 0 0,-1 1 1 0 0,1 0-1 0 0,1 0 0 0 0,0 1 0 0 0,9-9 0 0 0,-14 15 17 0 0,-1-1-1 0 0,1 1 0 0 0,0 0 1 0 0,-1 0-1 0 0,1 0 0 0 0,0 0 1 0 0,-1 1-1 0 0,1-1 0 0 0,0 0 1 0 0,0 1-1 0 0,0 0 0 0 0,0-1 1 0 0,0 1-1 0 0,0 0 0 0 0,0 0 1 0 0,0 0-1 0 0,-1 0 0 0 0,1 0 1 0 0,0 0-1 0 0,0 0 0 0 0,0 1 1 0 0,0-1-1 0 0,0 1 0 0 0,0 0 1 0 0,-1-1-1 0 0,1 1 0 0 0,0 0 1 0 0,0 0-1 0 0,-1 0 0 0 0,1 0 1 0 0,-1 0-1 0 0,3 2 0 0 0,0 1 7 0 0,-1-1 0 0 0,1 1 0 0 0,-1 0-1 0 0,0 0 1 0 0,0 1 0 0 0,0-1 0 0 0,0 0 0 0 0,-1 1 0 0 0,0 0-1 0 0,3 8 1 0 0,-1 4-51 0 0,-1 0 0 0 0,-1 1 0 0 0,-1-1 0 0 0,0 1 0 0 0,-1 0-1 0 0,-3 22 1 0 0,1 46-2596 0 0,2-83 2303 0 0,0 0-1 0 0,1 0 0 0 0,-1-1 1 0 0,1 1-1 0 0,-1 0 0 0 0,1 0 0 0 0,0-1 1 0 0,0 1-1 0 0,1 0 0 0 0,-1-1 1 0 0,0 1-1 0 0,1-1 0 0 0,0 0 1 0 0,-1 1-1 0 0,5 3 0 0 0,3 0-2660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31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353 504 20 0 0,'0'-3'2030'0'0,"0"2"-1783"0"0,0-2 177 0 0,0 0 0 0 0,0 1 1 0 0,0-1-1 0 0,0 1 0 0 0,-1-1 0 0 0,1 1 0 0 0,-1-1 0 0 0,1 1 0 0 0,-1-1 0 0 0,0 1 0 0 0,0 0 0 0 0,0-1 1 0 0,-1 1-1 0 0,-1-3 0 0 0,0 2-313 0 0,0 1 0 0 0,0-1 1 0 0,0 1-1 0 0,-1-1 0 0 0,0 1 1 0 0,1 0-1 0 0,-1 1 0 0 0,0-1 1 0 0,0 0-1 0 0,0 1 0 0 0,0 0 1 0 0,0 0-1 0 0,0 0 0 0 0,0 1 0 0 0,0-1 1 0 0,0 1-1 0 0,0 0 0 0 0,0 0 1 0 0,-1 0-1 0 0,1 1 0 0 0,0 0 1 0 0,0-1-1 0 0,0 1 0 0 0,-5 3 1 0 0,-5 0 91 0 0,1 1 0 0 0,0 0 0 0 0,1 1 0 0 0,-1 1 0 0 0,1 0 0 0 0,-14 11 0 0 0,12-7-101 0 0,0 0 0 0 0,1 1 0 0 0,1 1 0 0 0,0 0 1 0 0,-14 21-1 0 0,20-25-73 0 0,0 0 0 0 0,1 0 1 0 0,0 1-1 0 0,1-1 0 0 0,0 1 1 0 0,0 0-1 0 0,1 1 1 0 0,0-1-1 0 0,1 0 0 0 0,-1 15 1 0 0,2-23-24 0 0,1 1 0 0 0,0 0 0 0 0,0 0 1 0 0,0 0-1 0 0,0-1 0 0 0,0 1 1 0 0,1 0-1 0 0,0 0 0 0 0,-1-1 1 0 0,1 1-1 0 0,0 0 0 0 0,0-1 0 0 0,0 1 1 0 0,1-1-1 0 0,-1 1 0 0 0,0-1 1 0 0,1 1-1 0 0,0-1 0 0 0,-1 0 0 0 0,1 0 1 0 0,0 0-1 0 0,0 0 0 0 0,1 0 1 0 0,-1-1-1 0 0,0 1 0 0 0,0 0 0 0 0,1-1 1 0 0,-1 0-1 0 0,1 0 0 0 0,-1 1 1 0 0,1-1-1 0 0,0-1 0 0 0,-1 1 0 0 0,1 0 1 0 0,0-1-1 0 0,0 1 0 0 0,-1-1 1 0 0,6 0-1 0 0,3 0 6 0 0,0 0 0 0 0,0-1 0 0 0,-1 0 0 0 0,1-1 0 0 0,0 0 0 0 0,-1-1 0 0 0,1 0 0 0 0,16-7 0 0 0,-15 4-5 0 0,0 0 1 0 0,0-1 0 0 0,-1 0-1 0 0,0-1 1 0 0,0 0-1 0 0,-1-1 1 0 0,0 0-1 0 0,-1 0 1 0 0,0-1-1 0 0,0-1 1 0 0,7-11-1 0 0,-8 8-6 0 0,0 1-1 0 0,-1-2 1 0 0,-1 1 0 0 0,0-1-1 0 0,-1 0 1 0 0,-1 0-1 0 0,0-1 1 0 0,-1 1-1 0 0,1-18 1 0 0,-1-12-7 0 0,-2 0 0 0 0,-6-60-1 0 0,-21-85-10 0 0,12 101-5 0 0,15 89 22 0 0,-1 0 0 0 0,0 0 0 0 0,0-1 0 0 0,0 1 0 0 0,0 0 0 0 0,0-1 0 0 0,0 1 0 0 0,0 0 0 0 0,0 0 0 0 0,0-1 0 0 0,0 1 0 0 0,0 0 0 0 0,0 0 0 0 0,0-1 0 0 0,0 1 0 0 0,0 0 0 0 0,0-1 0 0 0,-1 1 0 0 0,1 0 0 0 0,0 0 0 0 0,0-1 0 0 0,0 1 0 0 0,0 0 0 0 0,0 0 0 0 0,-1 0 1 0 0,1-1-1 0 0,0 1 0 0 0,0 0 0 0 0,0 0 0 0 0,-1 0 0 0 0,1-1 0 0 0,0 1 0 0 0,0 0 0 0 0,0 0 0 0 0,-1 0 0 0 0,1 0 0 0 0,0 0 0 0 0,-1 0 0 0 0,1 0 0 0 0,0 0 0 0 0,0-1 0 0 0,-1 1 0 0 0,1 0 0 0 0,0 0 0 0 0,0 0 0 0 0,-1 0 0 0 0,1 0 0 0 0,0 0 0 0 0,-1 0 0 0 0,1 1 0 0 0,0-1 0 0 0,0 0 0 0 0,-1 0 0 0 0,1 0 0 0 0,0 0 0 0 0,0 0 0 0 0,-1 0 0 0 0,1 0 0 0 0,0 1 0 0 0,0-1 0 0 0,0 0 0 0 0,-1 0 0 0 0,1 0 0 0 0,0 1 0 0 0,-10 14 109 0 0,1 28 688 0 0,2 1-1 0 0,3-1 1 0 0,0 52-1 0 0,0-12-184 0 0,1-25-375 0 0,-7 144 384 0 0,10-152-716 0 0,2-1 0 0 0,9 51 0 0 0,-8-86-306 0 0,0 0 0 0 0,1 1 1 0 0,0-2-1 0 0,10 22 0 0 0,-11-29-271 0 0,0 0 0 0 0,1 0 0 0 0,0 0 0 0 0,0 0 0 0 0,0 0 0 0 0,1-1 0 0 0,0 1 0 0 0,0-1 0 0 0,0-1 0 0 0,1 1 0 0 0,6 4 0 0 0,13 2-5527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32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15 466 1116 0 0,'-14'0'10556'0'0,"13"0"-10494"0"0,13-16 682 0 0,19-16-916 0 0,-12 14 219 0 0,-1 0 1 0 0,0-2-1 0 0,-2 0 1 0 0,0-1 0 0 0,25-44-1 0 0,-36 54-46 0 0,1-1 1 0 0,-2 0-1 0 0,1 0 0 0 0,-2 0 0 0 0,0-1 1 0 0,0 1-1 0 0,-1-1 0 0 0,0 1 0 0 0,-1-1 1 0 0,-1 0-1 0 0,0 0 0 0 0,-1 0 0 0 0,0 1 1 0 0,-4-15-1 0 0,5 23-5 0 0,-1 0 0 0 0,0 0 0 0 0,0 1 0 0 0,0-1 1 0 0,0 1-1 0 0,0-1 0 0 0,-1 1 0 0 0,0-1 0 0 0,1 1 0 0 0,-1 0 0 0 0,0-1 1 0 0,-1 1-1 0 0,-4-5 0 0 0,6 8 3 0 0,1 0 1 0 0,0-1-1 0 0,-1 1 1 0 0,1 0-1 0 0,-1 0 0 0 0,1 0 1 0 0,-1 0-1 0 0,1 0 1 0 0,-1 0-1 0 0,1 0 1 0 0,-1 0-1 0 0,1 0 0 0 0,-1 0 1 0 0,1 0-1 0 0,-1 0 1 0 0,1 0-1 0 0,-1 0 0 0 0,1 0 1 0 0,-1 0-1 0 0,1 0 1 0 0,-1 1-1 0 0,1-1 1 0 0,-1 0-1 0 0,1 0 0 0 0,-1 1 1 0 0,1-1-1 0 0,0 0 1 0 0,-1 1-1 0 0,1-1 1 0 0,-1 0-1 0 0,1 1 0 0 0,0-1 1 0 0,0 0-1 0 0,-1 1 1 0 0,1-1-1 0 0,0 1 1 0 0,0-1-1 0 0,-1 1 0 0 0,1-1 1 0 0,0 1-1 0 0,-9 19-17 0 0,-1 12 60 0 0,2 1 0 0 0,1 0-1 0 0,-5 63 1 0 0,7 103 982 0 0,5-178-905 0 0,2 53 261 0 0,3 0 0 0 0,24 112 0 0 0,-29-184-362 0 0,0 0-1 0 0,0 0 1 0 0,1 1-1 0 0,-1-1 1 0 0,1 0 0 0 0,-1 0-1 0 0,1 0 1 0 0,0 0-1 0 0,0 0 1 0 0,0 0 0 0 0,0 0-1 0 0,0 0 1 0 0,1-1-1 0 0,-1 1 1 0 0,0 0 0 0 0,1-1-1 0 0,2 3 1 0 0,-3-4-15 0 0,-1 0-1 0 0,1 0 1 0 0,-1 0 0 0 0,1-1 0 0 0,-1 1 0 0 0,1 0 0 0 0,-1-1 0 0 0,0 1-1 0 0,1 0 1 0 0,-1-1 0 0 0,1 1 0 0 0,-1 0 0 0 0,0-1 0 0 0,0 1 0 0 0,1-1 0 0 0,-1 1-1 0 0,0-1 1 0 0,0 1 0 0 0,1-1 0 0 0,-1 1 0 0 0,0-1 0 0 0,0 1 0 0 0,0-1-1 0 0,0 0 1 0 0,4-11 15 0 0,2-14 30 0 0,-1 0 1 0 0,2-30-1 0 0,-6 38-54 0 0,1 1 0 0 0,1 0 0 0 0,0 0-1 0 0,1 0 1 0 0,1 0 0 0 0,1 0 0 0 0,9-18 0 0 0,-9 25 0 0 0,0 0-1 0 0,0 1 0 0 0,1-1 1 0 0,0 2-1 0 0,1-1 1 0 0,0 1-1 0 0,1 0 1 0 0,-1 1-1 0 0,1 0 1 0 0,18-10-1 0 0,-23 14 9 0 0,-1 2 0 0 0,1-1-1 0 0,0 0 1 0 0,0 1 0 0 0,0-1-1 0 0,-1 1 1 0 0,1 0 0 0 0,1 1-1 0 0,-1-1 1 0 0,0 1-1 0 0,0 0 1 0 0,0 0 0 0 0,0 0-1 0 0,0 0 1 0 0,0 1 0 0 0,0-1-1 0 0,0 1 1 0 0,0 0 0 0 0,0 0-1 0 0,0 1 1 0 0,0-1 0 0 0,0 1-1 0 0,-1 0 1 0 0,1 0 0 0 0,-1 0-1 0 0,1 0 1 0 0,-1 1 0 0 0,0-1-1 0 0,0 1 1 0 0,0 0 0 0 0,0 0-1 0 0,0 0 1 0 0,2 4 0 0 0,0 0 129 0 0,-1 0 1 0 0,1 0-1 0 0,-1 1 1 0 0,-1-1 0 0 0,1 1-1 0 0,-1 0 1 0 0,-1 0-1 0 0,1 0 1 0 0,-1 0-1 0 0,-1 0 1 0 0,2 12-1 0 0,-2 7 156 0 0,-1 1 0 0 0,-4 31 0 0 0,2-39-210 0 0,0 1-1 0 0,2-1 1 0 0,0 0 0 0 0,1 0-1 0 0,5 28 1 0 0,-5-46-67 0 0,-1 0 0 0 0,1-1 1 0 0,-1 1-1 0 0,1 0 0 0 0,0-1 0 0 0,-1 1 1 0 0,1-1-1 0 0,0 1 0 0 0,0-1 1 0 0,0 1-1 0 0,0-1 0 0 0,1 1 1 0 0,-1-1-1 0 0,0 0 0 0 0,1 0 0 0 0,-1 0 1 0 0,0 0-1 0 0,1 0 0 0 0,0 0 1 0 0,-1 0-1 0 0,2 1 0 0 0,1-1-4 0 0,-1 0 1 0 0,1-1-1 0 0,-1 1 0 0 0,1-1 0 0 0,-1 1 0 0 0,1-1 0 0 0,-1 0 1 0 0,1-1-1 0 0,-1 1 0 0 0,5-1 0 0 0,5-2 0 0 0,-1-1 1 0 0,1 0-1 0 0,-1-1 0 0 0,22-11 1 0 0,-13 4-34 0 0,0-2 1 0 0,-1 0-1 0 0,0-1 1 0 0,-1-1-1 0 0,-1-1 1 0 0,-1 0-1 0 0,0-2 1 0 0,-1 0-1 0 0,-1-1 1 0 0,-1 0-1 0 0,-1-1 1 0 0,15-30-1 0 0,-25 45 20 0 0,-1-1-1 0 0,1 1 1 0 0,-1-1-1 0 0,-1 0 1 0 0,1 0 0 0 0,0-10-1 0 0,-2 14 3 0 0,0 0 1 0 0,0 0-1 0 0,0 0 0 0 0,0-1 0 0 0,-1 1 0 0 0,0 0 0 0 0,1 0 0 0 0,-1 0 1 0 0,0 0-1 0 0,0 1 0 0 0,-1-1 0 0 0,1 0 0 0 0,-1 0 0 0 0,1 1 1 0 0,-4-5-1 0 0,4 6 3 0 0,0 0 0 0 0,0 1 0 0 0,0-1 0 0 0,0 0 0 0 0,-1 1 0 0 0,1-1 0 0 0,0 1 1 0 0,0-1-1 0 0,0 1 0 0 0,-1-1 0 0 0,1 1 0 0 0,0 0 0 0 0,-1 0 0 0 0,1 0 0 0 0,0-1 0 0 0,-1 1 1 0 0,1 1-1 0 0,0-1 0 0 0,0 0 0 0 0,-1 0 0 0 0,1 0 0 0 0,0 1 0 0 0,-3 0 0 0 0,-26 13 0 0 0,22-8 5 0 0,0 0 0 0 0,0 1 1 0 0,1 0-1 0 0,-1 0 1 0 0,2 1-1 0 0,-1 0 0 0 0,1 0 1 0 0,0 1-1 0 0,-8 17 1 0 0,8-14-7 0 0,1 0 1 0 0,0 0 0 0 0,1 1-1 0 0,0 0 1 0 0,1-1 0 0 0,1 1-1 0 0,-2 17 1 0 0,4-26 6 0 0,0 0 0 0 0,0 0 0 0 0,0 0 1 0 0,0 1-1 0 0,1-1 0 0 0,0 0 0 0 0,0 0 0 0 0,0 0 0 0 0,0 0 0 0 0,1 0 1 0 0,-1 0-1 0 0,1 0 0 0 0,0 0 0 0 0,0-1 0 0 0,0 1 0 0 0,1-1 0 0 0,3 5 1 0 0,-2-4-117 0 0,1-1 0 0 0,-1 1 1 0 0,1-1-1 0 0,0 0 1 0 0,0 0-1 0 0,0 0 1 0 0,0 0-1 0 0,1-1 0 0 0,-1 0 1 0 0,1 0-1 0 0,7 1 1 0 0,2-1-527 0 0,0 0 1 0 0,1 0-1 0 0,-1-2 1 0 0,1 0 0 0 0,-1 0-1 0 0,1-2 1 0 0,-1 0-1 0 0,22-6 1 0 0,-18 3-1215 0 0,-1 0-1 0 0,26-14 1 0 0,-18 6-1355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33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70 1112 0 0,'0'-3'1352'0'0,"-12"-56"5646"0"0,12 57-6697 0 0,-3-2 460 0 0,1 2-196 0 0,-2 10-198 0 0,2-4-34 0 0,1 1 0 0 0,-1-1 0 0 0,1 1 1 0 0,1-1-1 0 0,-1 1 0 0 0,0-1 0 0 0,1 1 0 0 0,0 7 1 0 0,6 44 1170 0 0,-3-32-1219 0 0,4 46 237 0 0,6 95 304 0 0,-2-240-726 0 0,-7 46-86 0 0,2 0 1 0 0,18-54-1 0 0,-19 70-28 0 0,1-1-1 0 0,0 0 1 0 0,1 1-1 0 0,1 1 1 0 0,0-1-1 0 0,0 1 1 0 0,19-20 0 0 0,-24 29 17 0 0,0 1 0 0 0,0-1 0 0 0,1 0 1 0 0,-1 1-1 0 0,0 0 0 0 0,1 0 1 0 0,-1 0-1 0 0,1 0 0 0 0,0 1 0 0 0,-1-1 1 0 0,1 1-1 0 0,0 0 0 0 0,0 0 1 0 0,0 0-1 0 0,0 1 0 0 0,0 0 1 0 0,0-1-1 0 0,0 1 0 0 0,0 1 0 0 0,0-1 1 0 0,0 0-1 0 0,0 1 0 0 0,0 0 1 0 0,0 0-1 0 0,0 0 0 0 0,0 1 0 0 0,4 1 1 0 0,-2 0 62 0 0,0 0 0 0 0,-1 1 0 0 0,0-1 0 0 0,1 1-1 0 0,-1 0 1 0 0,-1 0 0 0 0,1 1 0 0 0,-1-1 0 0 0,1 1 0 0 0,-1 0 0 0 0,-1 0 0 0 0,1 1 0 0 0,-1-1 0 0 0,0 1 0 0 0,0 0 0 0 0,3 9 0 0 0,-3 0 72 0 0,0 0 1 0 0,-1 1-1 0 0,-1-1 1 0 0,0 1-1 0 0,-1 0 0 0 0,-1-1 1 0 0,-1 1-1 0 0,-3 17 1 0 0,1-11-740 0 0,2 0 1 0 0,1 44 0 0 0,1-65 440 0 0,0 0 0 0 0,0 0 0 0 0,0 0-1 0 0,0 0 1 0 0,0 0 0 0 0,1 0 0 0 0,-1 0 0 0 0,0 0 0 0 0,1 0 0 0 0,-1 0 0 0 0,1 0 0 0 0,-1-1 0 0 0,1 1 0 0 0,-1 0 0 0 0,1 0 0 0 0,0 0 0 0 0,-1-1 0 0 0,1 1 0 0 0,0 0 0 0 0,0 0 0 0 0,0-1 0 0 0,-1 1 0 0 0,1-1-1 0 0,0 1 1 0 0,0-1 0 0 0,0 1 0 0 0,0-1 0 0 0,0 0 0 0 0,0 1 0 0 0,0-1 0 0 0,0 0 0 0 0,0 0 0 0 0,0 0 0 0 0,0 0 0 0 0,2 0 0 0 0,0 0-467 0 0,1 0 0 0 0,0 0 1 0 0,-1-1-1 0 0,1 0 0 0 0,0 1 0 0 0,-1-1 1 0 0,1-1-1 0 0,4-1 0 0 0,9-7-3844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33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76 1580 0 0,'3'-7'1244'0'0,"0"1"0"0"0,-1 0 0 0 0,0-1 0 0 0,0 0 0 0 0,0 1 0 0 0,-1-1 0 0 0,1-11 0 0 0,-2 18-1204 0 0,0-1 1 0 0,0 1 0 0 0,0-1-1 0 0,-1 0 1 0 0,1 1 0 0 0,0-1 0 0 0,0 1-1 0 0,0 0 1 0 0,0-1 0 0 0,-1 1-1 0 0,1-1 1 0 0,0 1 0 0 0,-1-1-1 0 0,1 1 1 0 0,0-1 0 0 0,-1 1-1 0 0,1 0 1 0 0,0-1 0 0 0,-1 1-1 0 0,1 0 1 0 0,-1-1 0 0 0,1 1-1 0 0,-1 0 1 0 0,1 0 0 0 0,-1-1-1 0 0,1 1 1 0 0,-1 0 0 0 0,1 0 0 0 0,-1 0-1 0 0,1 0 1 0 0,-1 0 0 0 0,1 0-1 0 0,-1 0 1 0 0,0 0 0 0 0,-16 0 287 0 0,15 1-227 0 0,-4-1 21 0 0,0 2 1 0 0,1-1-1 0 0,-1 1 0 0 0,0 0 0 0 0,0 0 0 0 0,1 0 0 0 0,-1 1 1 0 0,1 0-1 0 0,0 0 0 0 0,-9 7 0 0 0,-1 3 206 0 0,-24 26 0 0 0,35-35-302 0 0,-2 3 77 0 0,0 1 1 0 0,1 0-1 0 0,0 0 1 0 0,0 0-1 0 0,1 1 1 0 0,0 0-1 0 0,0-1 1 0 0,1 1-1 0 0,0 1 1 0 0,1-1-1 0 0,0 0 1 0 0,0 1-1 0 0,0 12 1 0 0,2-15-72 0 0,-1 1 0 0 0,1-1 0 0 0,1 0 0 0 0,-1 0 0 0 0,1 1 0 0 0,1-1 0 0 0,-1 0 0 0 0,1 0 0 0 0,0 0 0 0 0,1 0 0 0 0,0-1 0 0 0,0 1 0 0 0,0-1 0 0 0,1 1 0 0 0,0-1 0 0 0,0 0 0 0 0,1-1 0 0 0,5 7 0 0 0,-6-9-17 0 0,0 0 1 0 0,0-1 0 0 0,1 1-1 0 0,-1-1 1 0 0,1 0 0 0 0,0 0-1 0 0,0-1 1 0 0,0 1 0 0 0,-1-1-1 0 0,1 0 1 0 0,1 0 0 0 0,-1-1-1 0 0,0 1 1 0 0,0-1 0 0 0,0 0-1 0 0,0-1 1 0 0,0 1 0 0 0,0-1-1 0 0,9-2 1 0 0,4-2 20 0 0,-1 0 0 0 0,1-1 1 0 0,-1-1-1 0 0,18-10 0 0 0,-17 8-19 0 0,-1-1 1 0 0,-1-1-1 0 0,0 0 0 0 0,-1-1 0 0 0,0-1 0 0 0,0-1 0 0 0,-2 0 0 0 0,1 0 0 0 0,-2-2 0 0 0,0 1 0 0 0,-1-2 0 0 0,-1 1 1 0 0,16-35-1 0 0,-25 49-17 0 0,0 0-1 0 0,0 0 1 0 0,0 0 0 0 0,0 0 0 0 0,0 0 0 0 0,-1 0 0 0 0,1 0 0 0 0,-1 0 0 0 0,0 0 0 0 0,1 0 0 0 0,-1 0-1 0 0,0-1 1 0 0,0 1 0 0 0,0 0 0 0 0,-1 0 0 0 0,1 0 0 0 0,0 0 0 0 0,-1 0 0 0 0,1 0 0 0 0,-1 0-1 0 0,0 0 1 0 0,0 0 0 0 0,0 0 0 0 0,0 0 0 0 0,-2-2 0 0 0,2 3 5 0 0,0 0 0 0 0,0 1-1 0 0,0-1 1 0 0,0 1 0 0 0,-1 0 0 0 0,1-1 0 0 0,0 1 0 0 0,-1 0-1 0 0,1-1 1 0 0,0 1 0 0 0,-1 0 0 0 0,1 0 0 0 0,0 0-1 0 0,0 0 1 0 0,-1 1 0 0 0,1-1 0 0 0,0 0 0 0 0,-1 0 0 0 0,1 1-1 0 0,-1 0 1 0 0,-25 10 73 0 0,16-4 22 0 0,1 1-1 0 0,0 0 0 0 0,0 1 1 0 0,1 0-1 0 0,0 1 0 0 0,1-1 1 0 0,0 2-1 0 0,0-1 0 0 0,1 1 0 0 0,1 0 1 0 0,0 1-1 0 0,0-1 0 0 0,1 1 1 0 0,1 0-1 0 0,0 1 0 0 0,0-1 1 0 0,1 1-1 0 0,-2 21 0 0 0,5-29-81 0 0,0 0 0 0 0,0 0 0 0 0,0 0 0 0 0,1-1 0 0 0,0 1 0 0 0,0 0 1 0 0,0-1-1 0 0,0 1 0 0 0,1 0 0 0 0,-1-1 0 0 0,1 0 0 0 0,0 1 0 0 0,1-1 0 0 0,-1 0 0 0 0,1 0 0 0 0,0 0 0 0 0,0 0 0 0 0,3 3 0 0 0,-1-3-90 0 0,-1-1 1 0 0,1 1-1 0 0,0-1 0 0 0,0 0 1 0 0,1 0-1 0 0,-1-1 0 0 0,0 1 1 0 0,1-1-1 0 0,0 0 0 0 0,-1-1 1 0 0,1 1-1 0 0,0-1 0 0 0,0 0 1 0 0,6 0-1 0 0,8-1-911 0 0,0 0-1 0 0,0-1 0 0 0,0-1 1 0 0,26-6-1 0 0,35-15-5578 0 0,-39 9 913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36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76 1084 0 0,'-11'-24'5984'0'0,"-12"-27"-1056"0"0,22 50-4694 0 0,1 4-208 0 0,-1 1-1 0 0,1-1 0 0 0,0 0 1 0 0,0 1-1 0 0,0-1 0 0 0,0 0 0 0 0,1 1 1 0 0,-1-1-1 0 0,3 6 0 0 0,-1 6-32 0 0,30 269-151 0 0,-29-250 137 0 0,13 81 146 0 0,-16-115-118 0 0,0 1 0 0 0,0-1 0 0 0,0 1 0 0 0,0-1 1 0 0,0 0-1 0 0,0 1 0 0 0,0-1 0 0 0,0 0 0 0 0,0 1 0 0 0,0-1 0 0 0,1 1 1 0 0,-1-1-1 0 0,0 0 0 0 0,0 1 0 0 0,0-1 0 0 0,0 0 0 0 0,0 1 0 0 0,1-1 1 0 0,-1 0-1 0 0,0 1 0 0 0,0-1 0 0 0,1 0 0 0 0,-1 0 0 0 0,0 1 0 0 0,1-1 1 0 0,-1 0-1 0 0,0 0 0 0 0,0 1 0 0 0,1-1 0 0 0,-1 0 0 0 0,1 0 1 0 0,-1 0-1 0 0,0 0 0 0 0,1 1 0 0 0,7-13 126 0 0,2-21 17 0 0,1-19-29 0 0,-3 9-106 0 0,2 0-1 0 0,2 1 0 0 0,33-78 1 0 0,-44 118-17 0 0,0 0 0 0 0,-1 1-1 0 0,1-1 1 0 0,0 0 0 0 0,0 0 0 0 0,0 1 0 0 0,1-1 0 0 0,-1 1-1 0 0,0-1 1 0 0,1 1 0 0 0,-1 0 0 0 0,0 0 0 0 0,1-1 0 0 0,0 1-1 0 0,-1 0 1 0 0,1 0 0 0 0,0 0 0 0 0,-1 0 0 0 0,1 1 0 0 0,0-1-1 0 0,3 0 1 0 0,-3 1 2 0 0,0 0 0 0 0,1 0 0 0 0,-1 0 0 0 0,0 1 0 0 0,0-1-1 0 0,0 1 1 0 0,0 0 0 0 0,0-1 0 0 0,0 1 0 0 0,0 0 0 0 0,0 0 0 0 0,0 0 0 0 0,0 1-1 0 0,0-1 1 0 0,0 0 0 0 0,1 2 0 0 0,4 4-7 0 0,0 0 0 0 0,-1 1 1 0 0,0-1-1 0 0,0 1 0 0 0,-1 0 0 0 0,0 1 1 0 0,6 11-1 0 0,-2 6 17 0 0,10 35 0 0 0,-12-32 59 0 0,0-17 135 0 0,-7-12-202 0 0,0 0 0 0 0,0 0-1 0 0,1 0 1 0 0,-1 1-1 0 0,0-1 1 0 0,1 0 0 0 0,-1 0-1 0 0,0 0 1 0 0,0 0 0 0 0,1 0-1 0 0,-1 0 1 0 0,0 0-1 0 0,1 0 1 0 0,-1-1 0 0 0,0 1-1 0 0,0 0 1 0 0,1 0 0 0 0,-1 0-1 0 0,0 0 1 0 0,0 0-1 0 0,1 0 1 0 0,-1 0 0 0 0,0-1-1 0 0,0 1 1 0 0,1 0 0 0 0,-1 0-1 0 0,0 0 1 0 0,0-1-1 0 0,0 1 1 0 0,1 0 0 0 0,-1 0-1 0 0,0-1 1 0 0,0 1 0 0 0,0 0-1 0 0,0 0 1 0 0,0-1-1 0 0,0 1 1 0 0,0 0 0 0 0,1 0-1 0 0,-1-1 1 0 0,0 1 0 0 0,0 0-1 0 0,0 0 1 0 0,0-1-1 0 0,0 1 1 0 0,0 0 0 0 0,0-1-1 0 0,0 1 1 0 0,-1-1 0 0 0,20-62 72 0 0,-11 33-28 0 0,18-46 0 0 0,-23 67-64 0 0,1-1 1 0 0,1 1 0 0 0,-1 0-1 0 0,2 0 1 0 0,-1 1 0 0 0,1-1-1 0 0,12-12 1 0 0,-13 19 33 0 0,-3 2-13 0 0,0-1 1 0 0,0 1-1 0 0,1 0 1 0 0,-1 0-1 0 0,0 0 1 0 0,0 0-1 0 0,0 0 1 0 0,1 0-1 0 0,-1 1 1 0 0,0-1-1 0 0,0 1 1 0 0,0-1 0 0 0,0 1-1 0 0,0 0 1 0 0,0 0-1 0 0,0 0 1 0 0,0 0-1 0 0,0 0 1 0 0,0 1-1 0 0,0-1 1 0 0,-1 0-1 0 0,1 1 1 0 0,0 0-1 0 0,-1-1 1 0 0,3 4-1 0 0,-3-3-8 0 0,7 8-12 0 0,-1 1 0 0 0,-1 0 0 0 0,0 0-1 0 0,0 0 1 0 0,-1 1 0 0 0,5 19 0 0 0,16 76 24 0 0,-24-96-9 0 0,11 52-1513 0 0,-12-62 1282 0 0,-1 0-1 0 0,1-1 0 0 0,-1 1 0 0 0,1 0 0 0 0,-1 0 0 0 0,1 0 0 0 0,-1 0 1 0 0,1 0-1 0 0,0-1 0 0 0,-1 1 0 0 0,1 0 0 0 0,0-1 0 0 0,0 1 0 0 0,0-1 1 0 0,0 1-1 0 0,-1 0 0 0 0,1-1 0 0 0,0 0 0 0 0,0 1 0 0 0,0-1 0 0 0,0 0 0 0 0,0 1 1 0 0,0-1-1 0 0,0 0 0 0 0,0 0 0 0 0,0 0 0 0 0,0 0 0 0 0,2 0 0 0 0,12-1-2484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36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53 212 0 0,'0'-3'1856'0'0,"1"1"-1676"0"0,-1 0 0 0 0,0 0 0 0 0,0 1 0 0 0,-1-1 0 0 0,1 0 0 0 0,0 0 0 0 0,-1 0 0 0 0,1 0 0 0 0,-1 0 0 0 0,1 0 0 0 0,-1 0 0 0 0,0 1 0 0 0,0-1 0 0 0,0 0 0 0 0,0 1 0 0 0,0-1 0 0 0,0 0 0 0 0,0 1 0 0 0,-1 0 0 0 0,1-1 0 0 0,-1 1 0 0 0,1 0 0 0 0,-1-1 0 0 0,1 1 0 0 0,-1 0 0 0 0,0 0 0 0 0,1 0 0 0 0,-1 1 0 0 0,0-1 0 0 0,0 0 0 0 0,0 1 0 0 0,1-1 0 0 0,-1 1 0 0 0,0-1 0 0 0,0 1 0 0 0,0 0 0 0 0,0 0 0 0 0,-2 0 0 0 0,-2 0-89 0 0,0 0 1 0 0,0 1 0 0 0,0 0 0 0 0,0 0-1 0 0,0 1 1 0 0,0 0 0 0 0,1 0-1 0 0,-1 0 1 0 0,0 0 0 0 0,1 1 0 0 0,-9 5-1 0 0,0 3 4 0 0,0 1 1 0 0,0 0-1 0 0,1 1 0 0 0,1 0 0 0 0,0 1 1 0 0,-17 27-1 0 0,14-17-47 0 0,2 0 0 0 0,1 1 0 0 0,-16 46 1 0 0,26-65-45 0 0,0-1 0 0 0,0 1 0 0 0,1 0 0 0 0,0 0 0 0 0,1 0 0 0 0,-1 9 0 0 0,1-12 12 0 0,0 0 0 0 0,1-1 0 0 0,-1 1 1 0 0,1 0-1 0 0,0-1 0 0 0,-1 1 0 0 0,1-1 1 0 0,0 1-1 0 0,1-1 0 0 0,-1 1 0 0 0,0-1 1 0 0,1 0-1 0 0,-1 0 0 0 0,1 1 0 0 0,2 1 1 0 0,-3-3-13 0 0,1 0 1 0 0,-1 0 0 0 0,1 0-1 0 0,0 0 1 0 0,-1-1-1 0 0,1 1 1 0 0,0 0 0 0 0,-1-1-1 0 0,1 0 1 0 0,0 1 0 0 0,-1-1-1 0 0,1 0 1 0 0,0 0-1 0 0,0 0 1 0 0,0 0 0 0 0,-1 0-1 0 0,1 0 1 0 0,1-1 0 0 0,32-7 50 0 0,-29 6-47 0 0,0-1 1 0 0,-1 1-1 0 0,1-1 1 0 0,0 0-1 0 0,-1-1 1 0 0,0 1-1 0 0,1-1 0 0 0,-1 0 1 0 0,-1 0-1 0 0,1 0 1 0 0,-1-1-1 0 0,1 0 0 0 0,-2 0 1 0 0,1 0-1 0 0,0 0 1 0 0,-1-1-1 0 0,3-6 0 0 0,-1 1 24 0 0,-1-1 0 0 0,0 1-1 0 0,-1-1 1 0 0,-1 0-1 0 0,0 0 1 0 0,0 0-1 0 0,-1 0 1 0 0,-1-12-1 0 0,0 5 86 0 0,-1 0 0 0 0,0 1-1 0 0,-1-1 1 0 0,-5-18-1 0 0,6 35 41 0 0,-4 21-107 0 0,4 39 36 0 0,-1-33-75 0 0,1 0 0 0 0,2 1 0 0 0,0-1 0 0 0,2 0 0 0 0,12 48 0 0 0,-14-70-166 0 0,0-1 0 0 0,0 1-1 0 0,1-1 1 0 0,-1 1 0 0 0,1-1 0 0 0,-1 0 0 0 0,1 0 0 0 0,0 1 0 0 0,0-1-1 0 0,0-1 1 0 0,0 1 0 0 0,0 0 0 0 0,1 0 0 0 0,-1-1 0 0 0,1 1 0 0 0,4 1-1 0 0,-3-1-435 0 0,0 0-1 0 0,1-1 0 0 0,-1 0 0 0 0,0 0 0 0 0,1 0 0 0 0,-1 0 0 0 0,1-1 0 0 0,7 0 0 0 0,7-3-1895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37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7 133 1648 0 0,'-1'-4'534'0'0,"-1"-6"426"0"0,1 1-1 0 0,0-1 0 0 0,0 0 0 0 0,1 0 0 0 0,0 0 0 0 0,1 1 1 0 0,0-1-1 0 0,2-10 0 0 0,-3 20-934 0 0,1-1-1 0 0,-1 0 1 0 0,1 0 0 0 0,0 1 0 0 0,-1-1-1 0 0,1 1 1 0 0,0-1 0 0 0,-1 0 0 0 0,1 1-1 0 0,0-1 1 0 0,-1 1 0 0 0,1-1 0 0 0,0 1-1 0 0,0 0 1 0 0,0-1 0 0 0,0 1 0 0 0,-1 0-1 0 0,1 0 1 0 0,0-1 0 0 0,0 1 0 0 0,0 0-1 0 0,0 0 1 0 0,0 0 0 0 0,0 0 0 0 0,1 0 0 0 0,25 5 450 0 0,-21-3-452 0 0,0 1 1 0 0,-1-1-1 0 0,0 1 0 0 0,1 1 1 0 0,-1-1-1 0 0,0 1 1 0 0,-1 0-1 0 0,1 0 0 0 0,-1 0 1 0 0,0 1-1 0 0,0-1 1 0 0,0 1-1 0 0,0 0 0 0 0,-1 0 1 0 0,0 1-1 0 0,0-1 0 0 0,2 7 1 0 0,-1-2-11 0 0,-1-1 0 0 0,-1 1 1 0 0,1-1-1 0 0,-1 1 0 0 0,-1 0 1 0 0,0 0-1 0 0,-1 0 0 0 0,1 0 1 0 0,-2 0-1 0 0,-1 13 0 0 0,-22 111 559 0 0,24-132-114 0 0,14-18-294 0 0,192-269 167 0 0,-204 282-338 0 0,1-1 0 0 0,-1 0-1 0 0,0 0 1 0 0,-1-1 0 0 0,1 1 0 0 0,-1 0 0 0 0,0 0 0 0 0,0-1-1 0 0,0 1 1 0 0,0-1 0 0 0,-1 1 0 0 0,0-8 0 0 0,-16 18 47 0 0,8 5-38 0 0,0 1-1 0 0,0 0 1 0 0,1 0 0 0 0,1 0 0 0 0,0 1 0 0 0,0 0 0 0 0,1 0 0 0 0,1 0 0 0 0,0 1 0 0 0,1 0 0 0 0,1-1 0 0 0,0 1-1 0 0,0 28 1 0 0,2-31 9 0 0,1 0 0 0 0,0 0-1 0 0,1-1 1 0 0,0 1-1 0 0,0 0 1 0 0,1-1 0 0 0,1 0-1 0 0,5 14 1 0 0,-5-17 6 0 0,0-1 1 0 0,0 1 0 0 0,1 0 0 0 0,0-1-1 0 0,0 0 1 0 0,0 0 0 0 0,0-1 0 0 0,1 1-1 0 0,0-1 1 0 0,1 0 0 0 0,-1-1 0 0 0,9 5-1 0 0,-11-7-90 0 0,-1 0 0 0 0,1 0 0 0 0,0-1 0 0 0,0 0 0 0 0,0 1 0 0 0,0-1 0 0 0,0-1 0 0 0,0 1 0 0 0,0 0 0 0 0,0-1 0 0 0,0 0 0 0 0,0 0 0 0 0,8-1-1 0 0,-8 0-782 0 0,0 0-1 0 0,1-1 0 0 0,-1 1 1 0 0,0-1-1 0 0,0 0 0 0 0,0 0 0 0 0,5-4 1 0 0,2-1-3189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37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22 2456 0 0,'-21'-13'12853'0'0,"14"8"-11738"0"0,3 2-1218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38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205 256 140 0 0,'11'-19'11168'0'0,"-11"18"-11092"0"0,0 0-1 0 0,0-1 0 0 0,0 1 0 0 0,-1 0 1 0 0,1 0-1 0 0,0 0 0 0 0,0 0 1 0 0,-1 0-1 0 0,1 0 0 0 0,-1 0 0 0 0,1 0 1 0 0,-1 0-1 0 0,1 0 0 0 0,-1 0 1 0 0,1 0-1 0 0,-1 0 0 0 0,0 0 0 0 0,0 0 1 0 0,1 0-1 0 0,-1 0 0 0 0,0 1 1 0 0,-2-2-1 0 0,-27-16 457 0 0,21 13-461 0 0,-147-69 740 0 0,154 73-792 0 0,-4-1 11 0 0,25 0-12 0 0,51-2-10 0 0,1-3 0 0 0,-1-3 0 0 0,-1-4-1 0 0,72-23 1 0 0,-39 6 63 0 0,-91 27-60 0 0,4 1-39 0 0,-15 3 27 0 0,0 1 0 0 0,0 0 0 0 0,1-1 0 0 0,-1 1 0 0 0,0-1 0 0 0,0 1 1 0 0,0-1-1 0 0,-1 1 0 0 0,1-1 0 0 0,0 1 0 0 0,0 0 0 0 0,0-1 0 0 0,0 1 0 0 0,0-1 0 0 0,-1 1 0 0 0,1-1 0 0 0,0 1 0 0 0,0-1 0 0 0,-1 1 0 0 0,1-1 0 0 0,0 0 0 0 0,-1 1 0 0 0,1-1 0 0 0,-1 1 0 0 0,1-1 0 0 0,0 0 0 0 0,-1 1 0 0 0,1-1 0 0 0,-1 1 0 0 0,-293 397 638 0 0,147-196-588 0 0,129-175-12 0 0,10-15 270 0 0,1-1 0 0 0,-17 17 0 0 0,22-26-204 0 0,2-2-95 0 0,0 0 0 0 0,-1 1 0 0 0,1-1 0 0 0,0 0 0 0 0,0 1 0 0 0,-1-1 0 0 0,1 0 0 0 0,0 1 0 0 0,0-1 0 0 0,0 0 0 0 0,-1 1 0 0 0,1-1 0 0 0,0 1 1 0 0,0-1-1 0 0,0 0 0 0 0,0 1 0 0 0,0-1 0 0 0,0 1 0 0 0,0-1 0 0 0,0 1 0 0 0,0-1 0 0 0,0 0 0 0 0,0 1 0 0 0,0-1 0 0 0,0 1 0 0 0,0-1 0 0 0,0 0 0 0 0,1 1 0 0 0,-1-1 0 0 0,0 1 1 0 0,0-1-1 0 0,0 0 0 0 0,1 1 0 0 0,-1-1 0 0 0,0 0 0 0 0,0 1 0 0 0,1-1 0 0 0,-1 0 0 0 0,0 1 0 0 0,1-1 0 0 0,-1 0 0 0 0,5 2-4 0 0,0 0-1 0 0,0-1 0 0 0,-1 1 1 0 0,1-1-1 0 0,0-1 0 0 0,0 1 1 0 0,6 0-1 0 0,-8-1-7 0 0,24 4-13 0 0,0-2-1 0 0,0 0 1 0 0,1-2 0 0 0,-1-1 0 0 0,0-1-1 0 0,33-6 1 0 0,156-48-6479 0 0,-173 43 3397 0 0,7-2-1474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38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83 1440 0 0,'0'-6'901'0'0,"1"0"-1"0"0,-1-1 0 0 0,0 1 1 0 0,-1 0-1 0 0,0 0 0 0 0,-2-9 1 0 0,3 13-832 0 0,0 1 1 0 0,-1-1-1 0 0,1 1 0 0 0,-1-1 1 0 0,1 1-1 0 0,-1-1 1 0 0,0 1-1 0 0,0 0 1 0 0,0-1-1 0 0,1 1 0 0 0,-1 0 1 0 0,0 0-1 0 0,-1 0 1 0 0,1-1-1 0 0,0 1 0 0 0,0 0 1 0 0,0 0-1 0 0,-1 1 1 0 0,1-1-1 0 0,0 0 1 0 0,-1 0-1 0 0,1 1 0 0 0,-1-1 1 0 0,1 1-1 0 0,-1-1 1 0 0,1 1-1 0 0,-1-1 0 0 0,1 1 1 0 0,-1 0-1 0 0,0 0 1 0 0,1 0-1 0 0,-3 0 1 0 0,-3 2-42 0 0,-1-1 0 0 0,1 1 0 0 0,0 1 0 0 0,0 0 0 0 0,0 0 0 0 0,0 0 0 0 0,1 1 0 0 0,-1 0 0 0 0,1 0 0 0 0,0 0 0 0 0,0 1 0 0 0,0 0 0 0 0,1 0 0 0 0,0 1 0 0 0,0-1 1 0 0,-6 10-1 0 0,-4 5 4 0 0,2 1 1 0 0,0 0-1 0 0,-18 42 1 0 0,19-35-27 0 0,-15 57-1 0 0,24-74-12 0 0,0 0 0 0 0,2 1-1 0 0,-1 0 1 0 0,1-1 0 0 0,1 1 0 0 0,0 0-1 0 0,1-1 1 0 0,2 14 0 0 0,-2-21 13 0 0,0-1 0 0 0,0 1 0 0 0,0 0 0 0 0,1-1 0 0 0,-1 1 0 0 0,1 0 0 0 0,0-1 0 0 0,0 0 0 0 0,0 1 0 0 0,1-1 0 0 0,-1 0 0 0 0,1 0 0 0 0,0-1 1 0 0,0 1-1 0 0,5 4 0 0 0,-2-4 7 0 0,-1 0 1 0 0,1 0 0 0 0,-1-1 0 0 0,1 0-1 0 0,0 0 1 0 0,0 0 0 0 0,0 0 0 0 0,0-1 0 0 0,8 1-1 0 0,4-2-201 0 0,1 0 0 0 0,0-1 0 0 0,0 0 0 0 0,-1-2 1 0 0,32-7-1 0 0,-20 1-1499 0 0,0-1 1 0 0,43-20 0 0 0,-42 14-545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39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64 1084 0 0,'1'-6'1214'0'0,"0"4"-917"0"0,0 0-1 0 0,-1-1 1 0 0,1 1-1 0 0,-1-1 1 0 0,1 1-1 0 0,-1-1 1 0 0,0 1 0 0 0,0-1-1 0 0,0 1 1 0 0,0-1-1 0 0,-1 1 1 0 0,1-1-1 0 0,-1 1 1 0 0,0-1-1 0 0,1 1 1 0 0,-1 0-1 0 0,0-1 1 0 0,0 1-1 0 0,0 0 1 0 0,-3-3-1 0 0,3 4-236 0 0,-1 0 0 0 0,0 1 0 0 0,0-1 0 0 0,0 1 0 0 0,0-1-1 0 0,0 1 1 0 0,0 0 0 0 0,0 0 0 0 0,0 0 0 0 0,0 0-1 0 0,0 0 1 0 0,0 0 0 0 0,0 0 0 0 0,1 1 0 0 0,-1-1-1 0 0,0 1 1 0 0,0-1 0 0 0,0 1 0 0 0,0 0 0 0 0,-2 1 0 0 0,-6 3 66 0 0,0 1 1 0 0,0 0-1 0 0,0 1 1 0 0,1 0-1 0 0,0 0 1 0 0,0 1-1 0 0,1 0 1 0 0,-12 15-1 0 0,-2 5 49 0 0,-26 46 0 0 0,44-66-174 0 0,-1-1 0 0 0,1 1-1 0 0,1 1 1 0 0,0-1 0 0 0,0 0 0 0 0,0 1-1 0 0,1 0 1 0 0,1-1 0 0 0,-2 15-1 0 0,3-20 8 0 0,0 0 0 0 0,0 0-1 0 0,0 0 1 0 0,1-1 0 0 0,-1 1-1 0 0,1 0 1 0 0,-1 0 0 0 0,1-1-1 0 0,0 1 1 0 0,0 0 0 0 0,0-1-1 0 0,1 1 1 0 0,-1-1 0 0 0,1 1-1 0 0,-1-1 1 0 0,1 0 0 0 0,0 0 0 0 0,0 0-1 0 0,0 0 1 0 0,0 0 0 0 0,0 0-1 0 0,0 0 1 0 0,0-1 0 0 0,1 1-1 0 0,-1-1 1 0 0,1 1 0 0 0,-1-1-1 0 0,1 0 1 0 0,-1 0 0 0 0,1 0-1 0 0,0 0 1 0 0,0-1 0 0 0,4 1-1 0 0,-1 0 4 0 0,0 0 0 0 0,0-1 0 0 0,0 1 0 0 0,0-1 0 0 0,0-1 0 0 0,0 1-1 0 0,1-1 1 0 0,-1 0 0 0 0,0-1 0 0 0,-1 1 0 0 0,1-1 0 0 0,0 0-1 0 0,0-1 1 0 0,-1 1 0 0 0,1-1 0 0 0,-1 0 0 0 0,0-1 0 0 0,0 1 0 0 0,7-7-1 0 0,-6 4-1 0 0,1-1-1 0 0,-1 0 1 0 0,-1 0-1 0 0,1 0 1 0 0,-1-1-1 0 0,0 0 0 0 0,-1 0 1 0 0,0 0-1 0 0,0 0 1 0 0,-1-1-1 0 0,0 1 1 0 0,2-13-1 0 0,1-6 67 0 0,-1 0 0 0 0,-2-1 1 0 0,0-35-1 0 0,-3 62-90 0 0,2 31 34 0 0,-3 7 111 0 0,3 50 43 0 0,-2-78-161 0 0,2 0 1 0 0,-1-1-1 0 0,1 1 1 0 0,0 0 0 0 0,1-1-1 0 0,0 1 1 0 0,5 10-1 0 0,-6-17-92 0 0,-1 1-1 0 0,1-1 1 0 0,0 0 0 0 0,0 0-1 0 0,0 1 1 0 0,0-1 0 0 0,0 0-1 0 0,0-1 1 0 0,0 1-1 0 0,1 0 1 0 0,-1-1 0 0 0,1 1-1 0 0,-1-1 1 0 0,1 0-1 0 0,-1 0 1 0 0,1 0 0 0 0,0 0-1 0 0,0 0 1 0 0,3 0 0 0 0,-1 0-687 0 0,0-1 1 0 0,-1 0 0 0 0,1 1-1 0 0,0-2 1 0 0,0 1 0 0 0,8-2-1 0 0,3-3-2430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40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88 119 112 0 0,'0'-8'1481'0'0,"0"-1"-1"0"0,0 1 1 0 0,-1-1 0 0 0,-2-12-1 0 0,-2-18 2542 0 0,-12 56-3012 0 0,6 14-230 0 0,2-1 1 0 0,0 1-1 0 0,-6 51 0 0 0,11-60-665 0 0,-10 69 401 0 0,14-89-397 0 0,0-2-113 0 0,1 1-1 0 0,-1-1 1 0 0,0 0-1 0 0,1 1 1 0 0,-1-1-1 0 0,0 0 1 0 0,1 1-1 0 0,-1-1 1 0 0,0 0-1 0 0,1 1 1 0 0,-1-1-1 0 0,1 0 1 0 0,-1 0-1 0 0,1 1 1 0 0,-1-1-1 0 0,1 0 1 0 0,-1 0-1 0 0,1 0 1 0 0,9-9 14 0 0,-2-1-1 0 0,1 0 1 0 0,-1 0 0 0 0,-1-1-1 0 0,0-1 1 0 0,-1 1 0 0 0,0-1 0 0 0,6-15-1 0 0,19-34 31 0 0,-16 36-41 0 0,21-32-17 0 0,-32 52 2 0 0,0 1 0 0 0,0-1 0 0 0,1 1 0 0 0,0-1 0 0 0,0 1 0 0 0,0 1 0 0 0,0-1 0 0 0,7-3 1 0 0,-9 6 3 0 0,-1 1 1 0 0,1 0 0 0 0,-1-1 0 0 0,1 1 0 0 0,0 0 0 0 0,-1 0 0 0 0,1 0 0 0 0,0 1-1 0 0,-1-1 1 0 0,1 1 0 0 0,-1-1 0 0 0,1 1 0 0 0,-1 0 0 0 0,1 0 0 0 0,-1 0 0 0 0,1 0-1 0 0,-1 0 1 0 0,0 1 0 0 0,0-1 0 0 0,0 1 0 0 0,2 1 0 0 0,1 2 1 0 0,0-1 0 0 0,0 1 0 0 0,-1 0 0 0 0,0 0 0 0 0,0 0 0 0 0,0 0 0 0 0,-1 1 0 0 0,1 0 0 0 0,-1 0 0 0 0,-1 0 0 0 0,1 0 0 0 0,2 10 0 0 0,-1 3 8 0 0,-1 0 1 0 0,2 36 0 0 0,-4-32-11 0 0,5 29 1 0 0,-4-36-84 0 0,-2-12-63 0 0,1-1 1 0 0,-1 1-1 0 0,1-1 1 0 0,-1 1-1 0 0,1-1 1 0 0,2 6-1 0 0,-2-8 30 0 0,-1 0 0 0 0,1-1 0 0 0,-1 1 1 0 0,1 0-1 0 0,0 0 0 0 0,0 0 0 0 0,-1-1 0 0 0,1 1 0 0 0,0 0 1 0 0,0-1-1 0 0,0 1 0 0 0,-1-1 0 0 0,1 1 0 0 0,0-1 0 0 0,0 1 0 0 0,0-1 1 0 0,0 0-1 0 0,0 1 0 0 0,0-1 0 0 0,0 0 0 0 0,0 0 0 0 0,0 0 1 0 0,0 0-1 0 0,0 0 0 0 0,0 0 0 0 0,0 0 0 0 0,0 0 0 0 0,1 0 0 0 0,5-2-234 0 0,-1 1-1 0 0,0-1 0 0 0,0 0 0 0 0,0 0 0 0 0,-1-1 0 0 0,1 0 1 0 0,0 0-1 0 0,-1 0 0 0 0,0-1 0 0 0,0 1 0 0 0,0-1 1 0 0,0-1-1 0 0,0 1 0 0 0,-1-1 0 0 0,0 1 0 0 0,6-10 0 0 0,6-10 275 0 0,-1 0-1 0 0,16-35 1 0 0,-28 55 136 0 0,22-52 2972 0 0,20-64-1 0 0,-45 120-2996 0 0,0 0 0 0 0,0-1 0 0 0,0 1 0 0 0,0 0 0 0 0,0-1 0 0 0,0 1 0 0 0,0-1 0 0 0,0 1 0 0 0,0 0 0 0 0,0-1 0 0 0,0 1 0 0 0,1 0 0 0 0,-1-1-1 0 0,0 1 1 0 0,0 0 0 0 0,0-1 0 0 0,1 1 0 0 0,-1 0 0 0 0,0 0 0 0 0,0-1 0 0 0,1 1 0 0 0,-1 0 0 0 0,0 0 0 0 0,1-1 0 0 0,-1 1 0 0 0,0 0 0 0 0,1 0 0 0 0,-1 0-1 0 0,0 0 1 0 0,1-1 0 0 0,-1 1 0 0 0,1 0 0 0 0,-1 0 0 0 0,0 0 0 0 0,1 0 0 0 0,-1 0 0 0 0,9 12 812 0 0,3 23 329 0 0,-12-34-1127 0 0,7 31 675 0 0,-2 1 0 0 0,2 65 0 0 0,-3-29-492 0 0,1-20 128 0 0,-5-47 1 0 0,7-24-295 0 0,0-10-46 0 0,2-1-1 0 0,1 1 0 0 0,1 1 1 0 0,26-52-1 0 0,-33 75-35 0 0,-4 8 16 0 0,1-1 0 0 0,-1 0 1 0 0,0 0-1 0 0,1 0 0 0 0,-1 1 0 0 0,0-1 1 0 0,1 0-1 0 0,-1 0 0 0 0,1 1 1 0 0,-1-1-1 0 0,1 0 0 0 0,0 1 0 0 0,-1-1 1 0 0,1 1-1 0 0,0-1 0 0 0,-1 1 1 0 0,1-1-1 0 0,0 1 0 0 0,-1-1 0 0 0,1 1 1 0 0,0 0-1 0 0,0-1 0 0 0,1 1 1 0 0,8-2-3 0 0,6 7-2 0 0,-12-2 4 0 0,0-1 0 0 0,-1 1 1 0 0,0 0-1 0 0,1 0 1 0 0,-1 0-1 0 0,0 0 0 0 0,0 1 1 0 0,-1-1-1 0 0,1 1 0 0 0,-1-1 1 0 0,0 1-1 0 0,1 0 0 0 0,0 4 1 0 0,4 10 5 0 0,8 32 1 0 0,-8-25-13 0 0,0-1 75 0 0,-7-20-323 0 0,1 1-1 0 0,0-1 1 0 0,0 0-1 0 0,0 0 0 0 0,0 0 1 0 0,1 0-1 0 0,-1-1 1 0 0,1 1-1 0 0,0 0 1 0 0,0-1-1 0 0,1 1 1 0 0,-1-1-1 0 0,1 0 0 0 0,-1 1 1 0 0,1-1-1 0 0,0-1 1 0 0,6 6-1 0 0,-6-7-232 0 0,0 0-1 0 0,1 0 0 0 0,-1-1 0 0 0,0 1 1 0 0,1 0-1 0 0,-1-1 0 0 0,1 0 1 0 0,-1 0-1 0 0,0 0 0 0 0,1 0 0 0 0,-1-1 1 0 0,1 1-1 0 0,-1-1 0 0 0,0 0 1 0 0,7-2-1 0 0,3-2-3222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40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60 107 1044 0 0,'0'-92'9678'0'0,"0"91"-9627"0"0,0 1 0 0 0,1-1-1 0 0,-1 1 1 0 0,0-1 0 0 0,0 1 0 0 0,0-1 0 0 0,0 1 0 0 0,0-1 0 0 0,-1 1 0 0 0,1-1 0 0 0,0 1 0 0 0,0-1 0 0 0,0 1 0 0 0,0 0 0 0 0,0-1 0 0 0,-1 1 0 0 0,1-1 0 0 0,0 1 0 0 0,0-1-1 0 0,-1 1 1 0 0,1 0 0 0 0,-1-2 0 0 0,-7 7 327 0 0,-4 13-110 0 0,5-1-90 0 0,0 1 1 0 0,2 0-1 0 0,0 1 1 0 0,1-1-1 0 0,1 1 0 0 0,0 0 1 0 0,1 0-1 0 0,2 0 0 0 0,1 22 1 0 0,-1-39-155 0 0,1 1-1 0 0,-1-1 1 0 0,1 1 0 0 0,-1-1 0 0 0,1 0 0 0 0,0 1 0 0 0,0-1 0 0 0,0 0 0 0 0,0 0 0 0 0,1 0 0 0 0,-1 0 0 0 0,1 0 0 0 0,-1 0-1 0 0,1 0 1 0 0,0 0 0 0 0,-1 0 0 0 0,1-1 0 0 0,3 3 0 0 0,-2-2-5 0 0,1-1-1 0 0,-1 1 1 0 0,1 0-1 0 0,0-1 1 0 0,0 0 0 0 0,0 0-1 0 0,0 0 1 0 0,0 0-1 0 0,0-1 1 0 0,5 0 0 0 0,6 0 6 0 0,-1-1 1 0 0,1-1-1 0 0,-1 0 1 0 0,0-1-1 0 0,17-6 1 0 0,-19 5-6 0 0,-1 0 0 0 0,0-1 0 0 0,0-1 0 0 0,0 0 0 0 0,-1 0 0 0 0,0-1 0 0 0,0-1 0 0 0,0 1 0 0 0,11-14 0 0 0,-17 17-15 0 0,-1 1 0 0 0,0-1 0 0 0,0 0 0 0 0,-1 0 0 0 0,1 0 0 0 0,-1-1 0 0 0,0 1 0 0 0,0-1 0 0 0,0 1 0 0 0,-1-1 0 0 0,2-7 0 0 0,-3 8-7 0 0,0 1-1 0 0,0-1 1 0 0,0 0-1 0 0,0 1 1 0 0,-1-1-1 0 0,1 1 1 0 0,-1-1-1 0 0,0 1 1 0 0,0 0-1 0 0,0-1 1 0 0,-1 1 0 0 0,1 0-1 0 0,-1 0 1 0 0,0 0-1 0 0,0 0 1 0 0,0 0-1 0 0,-4-5 1 0 0,0 2 0 0 0,-1-1-1 0 0,-1 1 1 0 0,1 0 0 0 0,-1 0 0 0 0,0 1 0 0 0,0 0 0 0 0,-1 1 0 0 0,1 0 0 0 0,-1 0-1 0 0,0 0 1 0 0,-13-2 0 0 0,12 3 4 0 0,0 1-1 0 0,-1 0 0 0 0,1 1 1 0 0,-1 0-1 0 0,1 0 0 0 0,-1 1 1 0 0,0 1-1 0 0,1-1 0 0 0,-20 5 1 0 0,29-4-7 0 0,-1-1 6 0 0,1 0 0 0 0,-1 1 0 0 0,1-1 0 0 0,-1 1 0 0 0,1-1 0 0 0,-1 1 0 0 0,1 0 0 0 0,0-1 0 0 0,-1 1 0 0 0,1 0 0 0 0,0 0 0 0 0,-1 0 0 0 0,1 0 0 0 0,0 0 0 0 0,0 0 0 0 0,0 1 0 0 0,0-1 0 0 0,0 0 0 0 0,0 1 0 0 0,0-1 0 0 0,1 0 0 0 0,-1 1 0 0 0,0-1 0 0 0,1 1 0 0 0,-1-1 0 0 0,1 1 0 0 0,-1 2 0 0 0,1-2-71 0 0,0 0 0 0 0,0 0 1 0 0,0 0-1 0 0,0 0 0 0 0,0 0 0 0 0,0-1 0 0 0,1 1 1 0 0,-1 0-1 0 0,1 0 0 0 0,0 0 0 0 0,-1 0 0 0 0,1-1 1 0 0,0 1-1 0 0,0 0 0 0 0,0-1 0 0 0,0 1 0 0 0,0-1 1 0 0,0 1-1 0 0,1-1 0 0 0,-1 1 0 0 0,0-1 0 0 0,1 0 1 0 0,-1 0-1 0 0,1 0 0 0 0,0 0 0 0 0,-1 0 0 0 0,1 0 1 0 0,3 1-1 0 0,1 1-926 0 0,0-1 1 0 0,1 1-1 0 0,0-1 1 0 0,0-1-1 0 0,0 0 1 0 0,13 2-1 0 0,-3-3-2969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41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68 117 820 0 0,'-7'-109'12160'0'0,"7"106"-11736"0"0,-6-1 1977 0 0,2 9-2061 0 0,0 5 264 0 0,-1 0 0 0 0,2 1 0 0 0,-1-1-1 0 0,2 1 1 0 0,-4 21 0 0 0,0 0 145 0 0,-2 12-46 0 0,2 1 0 0 0,2 0 0 0 0,1 60 0 0 0,19 137 548 0 0,-13-201-1087 0 0,0-10-62 0 0,21 164 319 0 0,-23-193-443 0 0,-1 0 1 0 0,0 1-1 0 0,1-1 1 0 0,0 0-1 0 0,-1 1 1 0 0,1-1-1 0 0,0 0 1 0 0,0 0-1 0 0,1 0 1 0 0,-1 0-1 0 0,0 0 1 0 0,1 0-1 0 0,-1 0 1 0 0,1 0-1 0 0,-1-1 1 0 0,1 1-1 0 0,0 0 1 0 0,0-1-1 0 0,0 1 1 0 0,0-1-1 0 0,0 0 1 0 0,0 0-1 0 0,0 0 1 0 0,0 0-1 0 0,1 0 1 0 0,-1 0-1 0 0,0-1 1 0 0,1 1-1 0 0,-1-1 1 0 0,0 1-1 0 0,1-1 1 0 0,-1 0-1 0 0,4 0 1 0 0,6-1-550 0 0,0-1 1 0 0,0-1-1 0 0,0 0 1 0 0,0-1-1 0 0,0 0 1 0 0,-1 0-1 0 0,0-1 1 0 0,16-10 0 0 0,-12 6-1141 0 0,-1 0 1 0 0,-1-1-1 0 0,0-1 1 0 0,0 0 0 0 0,-1-1-1 0 0,11-13 1 0 0,-9 7-3315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41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86 2044 0 0,'-133'-27'13931'0'0,"144"21"-13611"0"0,5 0-206 0 0,-12 6-177 0 0,293-31-95 0 0,-172 16-9123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42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222 124 360 0 0,'0'-3'1735'0'0,"-5"-118"8845"0"0,4 125-10488 0 0,0 0 0 0 0,0-1-1 0 0,0 1 1 0 0,-1-1 0 0 0,1 1-1 0 0,-4 4 1 0 0,-2 6 148 0 0,-9 24 274 0 0,-28 68 703 0 0,-52 190-1 0 0,55-125-392 0 0,41-169-530 0 0,1-3-285 0 0,0 1 0 0 0,0-1 0 0 0,-1 1 0 0 0,1-1 0 0 0,0 1 0 0 0,0-1 0 0 0,0 1 0 0 0,0-1 0 0 0,-1 0 0 0 0,1 0 0 0 0,0 1 0 0 0,-1-1 0 0 0,1 0 0 0 0,0 0-1 0 0,-1 0 1 0 0,1 0 0 0 0,-1 0 0 0 0,1-1 0 0 0,12-24 81 0 0,-7 13-47 0 0,7-12 3 0 0,34-53-19 0 0,-42 71-38 0 0,1-1 0 0 0,0 1 0 0 0,0 0-1 0 0,1 1 1 0 0,-1-1 0 0 0,1 1 0 0 0,12-7-1 0 0,-15 12 6 0 0,0 0 8 0 0,0 0-1 0 0,0 1 0 0 0,-1 0 1 0 0,1-1-1 0 0,0 1 0 0 0,0 0 1 0 0,0 1-1 0 0,0-1 0 0 0,-1 1 1 0 0,1 0-1 0 0,0 0 0 0 0,0 0 1 0 0,-1 0-1 0 0,1 1 0 0 0,-1-1 1 0 0,1 1-1 0 0,-1 0 0 0 0,0 0 1 0 0,0 0-1 0 0,1 0 0 0 0,-1 1 1 0 0,-1 0-1 0 0,1-1 0 0 0,0 1 1 0 0,-1 0-1 0 0,1 0 0 0 0,2 6 1 0 0,2 1-5 0 0,-1 0 0 0 0,0 0 0 0 0,-1 0 0 0 0,0 1 0 0 0,0 0 1 0 0,-1 0-1 0 0,4 18 0 0 0,-6-21 103 0 0,-1 1-1 0 0,0-1 1 0 0,0 0 0 0 0,0 1 0 0 0,-1-1-1 0 0,0 0 1 0 0,-1 1 0 0 0,0-1 0 0 0,0 0-1 0 0,-1 0 1 0 0,-3 10 0 0 0,4-14-10 0 0,-1-1 1 0 0,1 0 0 0 0,-1 1-1 0 0,0-1 1 0 0,0 0 0 0 0,-1 0-1 0 0,1-1 1 0 0,0 1-1 0 0,-1 0 1 0 0,0-1 0 0 0,0 1-1 0 0,0-1 1 0 0,0 0 0 0 0,0 0-1 0 0,0 0 1 0 0,0 0-1 0 0,-1-1 1 0 0,1 1 0 0 0,0-1-1 0 0,-1 0 1 0 0,-5 1 0 0 0,1-1-47 0 0,1 0 1 0 0,-1 0-1 0 0,0-1 1 0 0,1-1-1 0 0,-1 1 1 0 0,1-1-1 0 0,-1 0 1 0 0,1-1-1 0 0,-13-3 1 0 0,15 3-71 0 0,1 1 0 0 0,-1-1 0 0 0,1 0 0 0 0,0 0 0 0 0,0 0 0 0 0,-6-5 0 0 0,8 6-173 0 0,0-1-1 0 0,1 0 1 0 0,0 1-1 0 0,-1-1 1 0 0,1 0-1 0 0,0 0 1 0 0,0 0-1 0 0,0 0 1 0 0,-1-3-1 0 0,2 4 10 0 0,0 0 0 0 0,-1 0-1 0 0,1 0 1 0 0,0 0-1 0 0,1 0 1 0 0,-1 0-1 0 0,0 0 1 0 0,0 0 0 0 0,0 0-1 0 0,1 0 1 0 0,-1 0-1 0 0,0 0 1 0 0,1 0-1 0 0,-1 0 1 0 0,1 0-1 0 0,-1 0 1 0 0,1 0 0 0 0,0 1-1 0 0,0-2 1 0 0,14-15-2550 0 0,-15 17 2624 0 0,21-17-5519 0 0,-6 6 962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42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40 364 0 0,'10'-6'8620'0'0,"-7"9"-8399"0"0,0 0-1 0 0,0 1 1 0 0,0-1-1 0 0,-1 0 1 0 0,1 1-1 0 0,2 4 1 0 0,-3-4-158 0 0,0-1 1 0 0,0 1-1 0 0,1-1 1 0 0,-1 1-1 0 0,1-1 1 0 0,0 0-1 0 0,0 0 0 0 0,0 0 1 0 0,4 2-1 0 0,1 0 57 0 0,0-1 1 0 0,0 0-1 0 0,1-1 0 0 0,-1 0 0 0 0,1 0 0 0 0,0-1 0 0 0,0 0 0 0 0,0 0 0 0 0,0-1 0 0 0,0 0 0 0 0,0-1 0 0 0,0 0 1 0 0,0 0-1 0 0,0-1 0 0 0,0 0 0 0 0,14-4 0 0 0,-21 5-111 0 0,0-1-1 0 0,0 0 1 0 0,0 1-1 0 0,0-1 1 0 0,0 0 0 0 0,-1 0-1 0 0,1 0 1 0 0,0 0 0 0 0,-1 0-1 0 0,1 0 1 0 0,-1 0 0 0 0,1-1-1 0 0,-1 1 1 0 0,1 0-1 0 0,-1-1 1 0 0,0 1 0 0 0,0-1-1 0 0,0 0 1 0 0,0 1 0 0 0,0-1-1 0 0,0 0 1 0 0,0 0 0 0 0,-1 0-1 0 0,1 1 1 0 0,0-1 0 0 0,-1 0-1 0 0,0 0 1 0 0,1 0-1 0 0,-1 0 1 0 0,0 0 0 0 0,0 0-1 0 0,0 0 1 0 0,0 0 0 0 0,-1-4-1 0 0,0 3 5 0 0,0-1-1 0 0,0 1 1 0 0,0-1-1 0 0,0 1 1 0 0,-1-1-1 0 0,1 1 0 0 0,-1 0 1 0 0,0 0-1 0 0,0 0 1 0 0,0 0-1 0 0,0 0 1 0 0,-1 0-1 0 0,1 0 1 0 0,-1 1-1 0 0,0-1 1 0 0,1 1-1 0 0,-5-3 1 0 0,4 4-13 0 0,1 0 1 0 0,0 0-1 0 0,-1 0 1 0 0,1 0-1 0 0,0 0 1 0 0,-1 1-1 0 0,1-1 0 0 0,-1 1 1 0 0,1 0-1 0 0,-1 0 1 0 0,1-1-1 0 0,-1 2 1 0 0,1-1-1 0 0,-1 0 1 0 0,1 0-1 0 0,-1 1 1 0 0,-2 1-1 0 0,0-1 3 0 0,0 2-1 0 0,0-1 0 0 0,0 1 1 0 0,1-1-1 0 0,-1 1 0 0 0,1 1 1 0 0,-8 5-1 0 0,1 2 2 0 0,1 1 0 0 0,0 0 0 0 0,0 0-1 0 0,-14 25 1 0 0,18-27-5 0 0,1 0 0 0 0,1 0 0 0 0,0 1 0 0 0,0-1 0 0 0,1 1 0 0 0,0 0-1 0 0,1-1 1 0 0,0 1 0 0 0,1 0 0 0 0,0 18 0 0 0,1-25 5 0 0,0 1 1 0 0,0-1-1 0 0,1 0 0 0 0,0 0 1 0 0,0 0-1 0 0,0 0 1 0 0,0 0-1 0 0,1 0 0 0 0,0 0 1 0 0,-1 0-1 0 0,1 0 1 0 0,1 0-1 0 0,-1-1 0 0 0,1 1 1 0 0,-1-1-1 0 0,1 0 1 0 0,0 0-1 0 0,0 0 0 0 0,0 0 1 0 0,0 0-1 0 0,1-1 0 0 0,-1 1 1 0 0,1-1-1 0 0,0 0 1 0 0,0 0-1 0 0,-1-1 0 0 0,1 1 1 0 0,0-1-1 0 0,8 2 1 0 0,5 1-252 0 0,1-2 0 0 0,-1 0 0 0 0,0-1 0 0 0,1 0 1 0 0,-1-2-1 0 0,34-4 0 0 0,-26 0-2749 0 0,49-15 0 0 0,-45 9-777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43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94 1744 0 0,'-2'-2'1588'0'0,"-2"-5"-1056"0"0,-1 0 0 0 0,0 0 0 0 0,-1 0-1 0 0,0 1 1 0 0,0 0 0 0 0,0 0 0 0 0,-1 0-1 0 0,0 1 1 0 0,0 0 0 0 0,0 0 0 0 0,0 1-1 0 0,-17-7 1 0 0,18 9-494 0 0,0 0 0 0 0,-1 0 1 0 0,1 1-1 0 0,-1 0 0 0 0,1 0 0 0 0,-1 1 0 0 0,1 0 0 0 0,-1 0 0 0 0,0 0 0 0 0,1 1 0 0 0,-1 0 0 0 0,1 0 0 0 0,-1 1 1 0 0,1-1-1 0 0,0 1 0 0 0,0 1 0 0 0,0-1 0 0 0,-7 5 0 0 0,1 0-19 0 0,0 1 0 0 0,0 0 0 0 0,0 1 0 0 0,1 0 0 0 0,1 1 0 0 0,0 0 0 0 0,0 0 0 0 0,1 1 0 0 0,0 1 0 0 0,1 0 0 0 0,0 0 0 0 0,1 0 1 0 0,0 1-1 0 0,1 0 0 0 0,1 0 0 0 0,0 1 0 0 0,-5 19 0 0 0,9-30-16 0 0,1-1 0 0 0,-1 1 0 0 0,1-1 0 0 0,0 1 1 0 0,-1 0-1 0 0,1-1 0 0 0,0 1 0 0 0,1 0 0 0 0,-1-1 0 0 0,0 1 1 0 0,1 0-1 0 0,-1-1 0 0 0,1 1 0 0 0,0-1 0 0 0,0 1 0 0 0,0-1 1 0 0,0 1-1 0 0,1-1 0 0 0,-1 0 0 0 0,0 1 0 0 0,1-1 0 0 0,0 0 1 0 0,-1 0-1 0 0,1 0 0 0 0,0 0 0 0 0,0-1 0 0 0,0 1 0 0 0,0 0 1 0 0,1-1-1 0 0,-1 1 0 0 0,0-1 0 0 0,1 0 0 0 0,-1 0 1 0 0,1 0-1 0 0,-1 0 0 0 0,1 0 0 0 0,3 0 0 0 0,0 0 1 0 0,1 0 1 0 0,-1 0-1 0 0,0 0 0 0 0,1-1 1 0 0,-1 0-1 0 0,0-1 0 0 0,1 1 0 0 0,-1-1 1 0 0,0 0-1 0 0,1-1 0 0 0,-1 0 0 0 0,0 0 1 0 0,0 0-1 0 0,0 0 0 0 0,6-4 0 0 0,-4 0-2 0 0,0 0 0 0 0,0 0-1 0 0,-1-1 1 0 0,1 0 0 0 0,-1-1-1 0 0,-1 1 1 0 0,1-1 0 0 0,6-12-1 0 0,2-7 7 0 0,17-40-1 0 0,-19 38 399 0 0,20-33 1 0 0,-31 58-340 0 0,8-14 108 0 0,-5 15-58 0 0,-2 12 43 0 0,2 45 392 0 0,-3-19-320 0 0,9 47 1 0 0,-9-73-210 0 0,0 0 0 0 0,1 0 1 0 0,0 0-1 0 0,0-1 0 0 0,1 1 0 0 0,0-1 0 0 0,0 0 0 0 0,1 0 1 0 0,0 0-1 0 0,7 8 0 0 0,-8-12-47 0 0,1 0-1 0 0,0 0 1 0 0,0 0 0 0 0,0-1-1 0 0,0 0 1 0 0,0 0 0 0 0,1 0-1 0 0,-1 0 1 0 0,1-1 0 0 0,0 0-1 0 0,0 0 1 0 0,0-1 0 0 0,0 1 0 0 0,0-1-1 0 0,6 0 1 0 0,-5-1-555 0 0,1 0-1 0 0,-1 0 1 0 0,0 0-1 0 0,0-1 1 0 0,0 0 0 0 0,0 0-1 0 0,0-1 1 0 0,0 0 0 0 0,0 0-1 0 0,0-1 1 0 0,-1 0 0 0 0,10-5-1 0 0,1-2-3229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43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88 109 476 0 0,'-4'-13'1223'0'0,"-1"0"-1"0"0,-1 0 1 0 0,-7-13-1 0 0,-4-8 751 0 0,17 33-1954 0 0,0 1 0 0 0,0 0 0 0 0,0-1 0 0 0,0 1 1 0 0,0-1-1 0 0,0 1 0 0 0,0 0 0 0 0,-1-1 0 0 0,1 1 1 0 0,0 0-1 0 0,0-1 0 0 0,0 1 0 0 0,0-1 0 0 0,-1 1 1 0 0,1 0-1 0 0,0-1 0 0 0,0 1 0 0 0,-1 0 0 0 0,1 0 1 0 0,0-1-1 0 0,-1 1 0 0 0,1 0 0 0 0,0 0 0 0 0,-1-1 1 0 0,1 1-1 0 0,0 0 0 0 0,-1 0 0 0 0,1 0 0 0 0,0-1 0 0 0,-1 1 1 0 0,1 0-1 0 0,-1 0 0 0 0,1 0 0 0 0,0 0 0 0 0,-1 0 1 0 0,1 0-1 0 0,-1 0 0 0 0,1 0 0 0 0,0 0 0 0 0,-1 0 1 0 0,1 0-1 0 0,-1 0 0 0 0,1 0 0 0 0,0 0 0 0 0,-1 1 1 0 0,1-1-1 0 0,0 0 0 0 0,-1 0 0 0 0,1 0 0 0 0,-1 1 1 0 0,1-1-1 0 0,0 0 0 0 0,0 0 0 0 0,-1 1 0 0 0,1-1 1 0 0,0 0-1 0 0,-1 0 0 0 0,1 1 0 0 0,0-1 0 0 0,0 0 1 0 0,0 1-1 0 0,-1-1 0 0 0,1 1 0 0 0,0-1 0 0 0,-10 23 444 0 0,4 18-108 0 0,1 0 1 0 0,2 0-1 0 0,2 0 1 0 0,5 46-1 0 0,-2-42-167 0 0,-1-18-239 0 0,6 71 233 0 0,-6-90-290 0 0,0 1 0 0 0,1-1 0 0 0,0 0 0 0 0,1 0 0 0 0,0 0 1 0 0,0 0-1 0 0,1 0 0 0 0,0-1 0 0 0,5 8 0 0 0,-7-13-319 0 0,-1 1-1 0 0,1-1 0 0 0,0 0 0 0 0,0 0 1 0 0,1 0-1 0 0,-1-1 0 0 0,0 1 0 0 0,1 0 1 0 0,-1-1-1 0 0,4 2 0 0 0,4 1-2529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44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27 115 1768 0 0,'-2'-31'5600'0'0,"-6"-42"-1"0"0,8 71-5454 0 0,-1 0 158 0 0,0-5 333 0 0,0 15 754 0 0,-6 43 208 0 0,3 0 0 0 0,3 81-1 0 0,2-71-1122 0 0,-3 393 1299 0 0,2-452-1763 0 0,0 0-1 0 0,0 0 0 0 0,0 1 0 0 0,0-1 1 0 0,0 0-1 0 0,0 1 0 0 0,1-1 0 0 0,-1 0 1 0 0,1 0-1 0 0,0 0 0 0 0,0 0 0 0 0,0 1 1 0 0,0-1-1 0 0,0 0 0 0 0,0 0 0 0 0,0-1 1 0 0,1 1-1 0 0,-1 0 0 0 0,3 2 0 0 0,-2-3-180 0 0,0 0 0 0 0,1 0 0 0 0,-1 0-1 0 0,0 0 1 0 0,1 0 0 0 0,-1-1 0 0 0,0 1-1 0 0,1-1 1 0 0,-1 0 0 0 0,1 0 0 0 0,-1 0 0 0 0,1 0-1 0 0,-1 0 1 0 0,0 0 0 0 0,1-1 0 0 0,-1 1-1 0 0,1-1 1 0 0,-1 1 0 0 0,3-2 0 0 0,0 0-476 0 0,-1 0 1 0 0,1 0 0 0 0,-1 0 0 0 0,0 0-1 0 0,0 0 1 0 0,5-5 0 0 0,12-13-6741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44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192 136 996 0 0,'-189'-31'13741'0'0,"187"31"-13455"0"0,6-9 142 0 0,1 6-383 0 0,-1 1 0 0 0,0 0 0 0 0,1 0 0 0 0,0 0 0 0 0,-1 0 0 0 0,1 1 0 0 0,0 0 0 0 0,0 0 0 0 0,9-1 0 0 0,3-1 17 0 0,357-46 208 0 0,-185 29-222 0 0,-183 19-41 0 0,44-4-7 0 0,-47 5-3 0 0,1 1-82 0 0,5 0 88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45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313 119 1428 0 0,'-19'-49'7629'0'0,"8"19"-5798"0"0,10 27-1769 0 0,0 1-1 0 0,0-1 1 0 0,-1 1-1 0 0,1 0 1 0 0,-1-1 0 0 0,0 1-1 0 0,1 0 1 0 0,-1 0-1 0 0,0 0 1 0 0,0 0-1 0 0,-1 0 1 0 0,1 1-1 0 0,0-1 1 0 0,0 1-1 0 0,-1-1 1 0 0,1 1-1 0 0,-1 0 1 0 0,1 0-1 0 0,-1 0 1 0 0,-4-1-1 0 0,4 2-56 0 0,1-1-1 0 0,0 1 1 0 0,-1 0-1 0 0,1 1 1 0 0,-1-1-1 0 0,1 0 1 0 0,0 1-1 0 0,-1-1 1 0 0,1 1-1 0 0,0 0 1 0 0,-1-1-1 0 0,1 1 1 0 0,0 0-1 0 0,-4 3 0 0 0,-29 20 23 0 0,29-19-28 0 0,-9 8-2 0 0,1 0 0 0 0,1 1-1 0 0,0 1 1 0 0,1 0 0 0 0,0 1-1 0 0,1 0 1 0 0,1 0 0 0 0,1 1 0 0 0,0 1-1 0 0,1-1 1 0 0,1 1 0 0 0,1 1-1 0 0,0-1 1 0 0,-3 24 0 0 0,8-36 3 0 0,0 1 1 0 0,1-1-1 0 0,0 1 0 0 0,0-1 1 0 0,0 0-1 0 0,1 1 0 0 0,0-1 1 0 0,0 0-1 0 0,1 1 0 0 0,-1-1 1 0 0,1 0-1 0 0,1 0 0 0 0,-1 0 1 0 0,1 0-1 0 0,5 7 1 0 0,-4-9 7 0 0,0 1 0 0 0,0-1 1 0 0,0 0-1 0 0,1 0 1 0 0,-1 0-1 0 0,1-1 1 0 0,0 1-1 0 0,0-1 0 0 0,1 0 1 0 0,-1-1-1 0 0,0 1 1 0 0,1-1-1 0 0,0 0 1 0 0,-1-1-1 0 0,1 1 0 0 0,0-1 1 0 0,0 0-1 0 0,9 0 1 0 0,-11-1 0 0 0,-1 0 0 0 0,1 0 0 0 0,-1 0 0 0 0,1 0 0 0 0,-1-1-1 0 0,1 1 1 0 0,-1-1 0 0 0,1 0 0 0 0,-1 0 0 0 0,1 0 0 0 0,-1-1 0 0 0,0 1 0 0 0,0-1 0 0 0,0 0 0 0 0,0 1 0 0 0,4-4 0 0 0,-3 1 7 0 0,0 0 1 0 0,-1 0-1 0 0,1 0 0 0 0,-1-1 1 0 0,0 1-1 0 0,0-1 1 0 0,-1 1-1 0 0,1-1 1 0 0,2-9-1 0 0,0-2 3 0 0,-1 0-1 0 0,-1 0 1 0 0,0 0 0 0 0,-1 0 0 0 0,0-29 0 0 0,-12-88-75 0 0,9 130 26 0 0,-1-2 5 0 0,1 2 19 0 0,-1 14 0 0 0,1 3 0 0 0,1 0-1 0 0,0 1 1 0 0,1-1 0 0 0,1 0-1 0 0,0 0 1 0 0,1 0 0 0 0,0 0 0 0 0,2 0-1 0 0,-1-1 1 0 0,1 1 0 0 0,14 23-1 0 0,-15-31 18 0 0,1 0-1 0 0,-1-1 1 0 0,1 0-1 0 0,0 0 1 0 0,0-1-1 0 0,1 1 0 0 0,-1-1 1 0 0,1 0-1 0 0,0 0 1 0 0,0-1-1 0 0,0 0 0 0 0,1 0 1 0 0,-1 0-1 0 0,1-1 1 0 0,0 0-1 0 0,-1 0 0 0 0,1-1 1 0 0,0 0-1 0 0,0 0 1 0 0,0-1-1 0 0,0 1 0 0 0,0-2 1 0 0,9 0-1 0 0,-9 0-11 0 0,0 0-1 0 0,1 0 0 0 0,-1-1 1 0 0,0 0-1 0 0,0-1 0 0 0,0 1 1 0 0,-1-1-1 0 0,1-1 0 0 0,-1 1 1 0 0,1-1-1 0 0,-1 0 1 0 0,0-1-1 0 0,0 1 0 0 0,-1-1 1 0 0,0 0-1 0 0,0-1 0 0 0,0 1 1 0 0,0-1-1 0 0,-1 0 0 0 0,0 0 1 0 0,0 0-1 0 0,3-9 1 0 0,-1-2-1 0 0,-1 0 0 0 0,-1 0 1 0 0,-1-1-1 0 0,0 1 0 0 0,-2-1 1 0 0,0 0-1 0 0,-1-25 1 0 0,0 30 2 0 0,0 11-36 0 0,-2 0 42 0 0,-3-2-4 0 0,0 15 124 0 0,0 1 1 0 0,0 0-1 0 0,1 0 0 0 0,1 0 1 0 0,0 0-1 0 0,1 1 0 0 0,-2 14 1 0 0,3-2 24 0 0,0 0 1 0 0,5 45 0 0 0,-4-65-148 0 0,1 0 0 0 0,-1 0 0 0 0,2 0 1 0 0,-1-1-1 0 0,0 1 0 0 0,1 0 0 0 0,0-1 1 0 0,0 1-1 0 0,0-1 0 0 0,1 1 0 0 0,-1-1 1 0 0,1 0-1 0 0,0 0 0 0 0,0 0 0 0 0,1-1 1 0 0,-1 1-1 0 0,1-1 0 0 0,0 1 0 0 0,0-1 1 0 0,0-1-1 0 0,0 1 0 0 0,0 0 0 0 0,1-1 0 0 0,-1 0 1 0 0,1 0-1 0 0,0 0 0 0 0,-1-1 0 0 0,1 0 1 0 0,0 1-1 0 0,0-2 0 0 0,0 1 0 0 0,0 0 1 0 0,0-1-1 0 0,0 0 0 0 0,0 0 0 0 0,9-2 1 0 0,-6 1-381 0 0,0-1 1 0 0,-1 0-1 0 0,1 0 1 0 0,-1 0 0 0 0,1-1-1 0 0,-1 0 1 0 0,10-7-1 0 0,-10 6-965 0 0,0-1-1 0 0,0 0 0 0 0,10-10 1 0 0,-4 0-2365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45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65 756 0 0,'-16'-13'1933'0'0,"0"0"0"0"0,-1 1 0 0 0,-25-14 0 0 0,40 25-1780 0 0,-1 1-28 0 0,2 0-183 0 0,0 0 0 0 0,0 0 0 0 0,0 0 0 0 0,0 1 0 0 0,0-1 0 0 0,0 0 0 0 0,0 0 0 0 0,0 0 1 0 0,1 1-1 0 0,-1-1 0 0 0,0 0 0 0 0,0 1 0 0 0,0-1 0 0 0,0 1 0 0 0,0-1 0 0 0,1 1 0 0 0,-1 0 0 0 0,0-1 0 0 0,0 1 0 0 0,1 0 0 0 0,-1-1 0 0 0,1 1 0 0 0,-1 0 0 0 0,0 0 0 0 0,1-1 0 0 0,-1 1 0 0 0,1 0 0 0 0,0 0 0 0 0,-1 0 0 0 0,1 0 0 0 0,0 0 1 0 0,-1 0-1 0 0,1 0 0 0 0,0 0 0 0 0,0 0 0 0 0,0 0 0 0 0,0 0 0 0 0,0-1 0 0 0,0 1 0 0 0,0 2 0 0 0,3 10-1832 0 0,-1-1-206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47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18 655 1632 0 0,'0'0'2287'0'0,"-10"21"2052"0"0,6 0-3633 0 0,2 1 0 0 0,1-1 0 0 0,0 0 0 0 0,1 0 0 0 0,4 23 0 0 0,0 31-152 0 0,3-3-193 0 0,-7-70-241 0 0,0 6 641 0 0,2-5 130 0 0,2-10-478 0 0,48-130 0 0 0,-49 130-407 0 0,55-116 30 0 0,-57 121-43 0 0,0 0 0 0 0,0 1 0 0 0,1-1 1 0 0,-1 0-1 0 0,1 1 0 0 0,-1-1 0 0 0,1 1 0 0 0,0-1 0 0 0,-1 1 1 0 0,1-1-1 0 0,0 1 0 0 0,0 0 0 0 0,2-1 0 0 0,-3 2 8 0 0,0-1-1 0 0,0 1 0 0 0,0 0 1 0 0,0 0-1 0 0,0 0 0 0 0,0 0 1 0 0,0 0-1 0 0,0 0 0 0 0,0 0 1 0 0,0 0-1 0 0,0 0 1 0 0,0 0-1 0 0,0 0 0 0 0,0 0 1 0 0,0 1-1 0 0,0-1 0 0 0,0 0 1 0 0,0 1-1 0 0,0-1 0 0 0,0 1 1 0 0,0-1-1 0 0,0 1 0 0 0,-1 0 1 0 0,1-1-1 0 0,0 1 0 0 0,0 0 1 0 0,-1-1-1 0 0,1 1 0 0 0,0 0 1 0 0,-1 0-1 0 0,1 0 0 0 0,0 1 1 0 0,6 12-2 0 0,0-1-1 0 0,-2 1 1 0 0,0 1 0 0 0,6 23 0 0 0,-7-23-1 0 0,0 0 0 0 0,1 0 1 0 0,1 0-1 0 0,8 16 1 0 0,-12-28 9 0 0,-1-1 0 0 0,0-1 0 0 0,1 1 0 0 0,-1 0 0 0 0,1 0 0 0 0,0 0 1 0 0,0-1-1 0 0,-1 1 0 0 0,1-1 0 0 0,0 0 0 0 0,0 1 0 0 0,0-1 0 0 0,1 0 0 0 0,-1 0 1 0 0,0 0-1 0 0,5 1 0 0 0,-3-2-1 0 0,0 1 1 0 0,0-1-1 0 0,1 1 0 0 0,-1-1 1 0 0,0-1-1 0 0,0 1 0 0 0,1-1 1 0 0,7-1-1 0 0,0-2 5 0 0,-1 0 1 0 0,1-1-1 0 0,-1 0 0 0 0,0-1 1 0 0,16-11-1 0 0,-12 6-12 0 0,0-2 0 0 0,0 0 1 0 0,-2-1-1 0 0,1 0 0 0 0,-2-1 0 0 0,0 0 1 0 0,-1-1-1 0 0,0-1 0 0 0,-2 1 0 0 0,0-2 1 0 0,0 1-1 0 0,-2-1 0 0 0,0-1 0 0 0,-1 1 1 0 0,4-26-1 0 0,-9 43-3 0 0,-1 0 0 0 0,0 0 1 0 0,0 0-1 0 0,0 0 0 0 0,1 0 0 0 0,-1 0 1 0 0,0 0-1 0 0,0 0 0 0 0,0 0 0 0 0,0 0 1 0 0,0 0-1 0 0,-1 0 0 0 0,1 0 0 0 0,0 0 1 0 0,0 0-1 0 0,-1 0 0 0 0,1 0 0 0 0,-1 0 1 0 0,0-1-1 0 0,1 2 2 0 0,-1 0 0 0 0,1 0 1 0 0,-1-1-1 0 0,1 1 0 0 0,-1 0 1 0 0,1 0-1 0 0,-1 0 0 0 0,1 0 0 0 0,-1 0 1 0 0,1 0-1 0 0,-1-1 0 0 0,1 1 0 0 0,-1 0 1 0 0,1 0-1 0 0,-1 1 0 0 0,0-1 0 0 0,1 0 1 0 0,-1 0-1 0 0,1 0 0 0 0,-1 0 1 0 0,1 0-1 0 0,-1 1 0 0 0,1-1 0 0 0,-1 1 1 0 0,-4 1 1 0 0,1 0 0 0 0,0 1 1 0 0,0 0-1 0 0,0 0 0 0 0,0 0 1 0 0,-4 5-1 0 0,-1 4-4 0 0,0-1 0 0 0,0 1 0 0 0,1 1 0 0 0,1 0 0 0 0,0 0 0 0 0,1 0 0 0 0,1 1 0 0 0,0 0 0 0 0,0 0 0 0 0,-3 21 0 0 0,7-31-24 0 0,1 0-1 0 0,-1 0 0 0 0,1 1 1 0 0,0-1-1 0 0,0 0 0 0 0,0 0 1 0 0,1 0-1 0 0,-1 0 1 0 0,1 0-1 0 0,0 0 0 0 0,0-1 1 0 0,1 1-1 0 0,-1 0 1 0 0,1 0-1 0 0,0-1 0 0 0,0 1 1 0 0,0-1-1 0 0,0 1 1 0 0,1-1-1 0 0,-1 0 0 0 0,1 0 1 0 0,0 0-1 0 0,0 0 1 0 0,0-1-1 0 0,0 1 0 0 0,0-1 1 0 0,1 0-1 0 0,-1 0 0 0 0,1 0 1 0 0,-1 0-1 0 0,1 0 1 0 0,0-1-1 0 0,0 0 0 0 0,0 0 1 0 0,-1 0-1 0 0,1 0 1 0 0,0 0-1 0 0,8-1 0 0 0,9 1-577 0 0,1-1 0 0 0,0-1 0 0 0,-1-1 0 0 0,1-1 0 0 0,-1-1 0 0 0,0-1 0 0 0,0-1 0 0 0,33-13 0 0 0,-7-2-182 0 0,-2-1 1 0 0,68-45-1 0 0,-88 50 717 0 0,42-35 0 0 0,-60 45 215 0 0,1 0 0 0 0,-2 0 0 0 0,1-1 0 0 0,-1 1 0 0 0,0-1 0 0 0,-1-1 0 0 0,0 1-1 0 0,0-1 1 0 0,4-12 0 0 0,-8 19-102 0 0,-1 1 0 0 0,1-1-1 0 0,-1 0 1 0 0,0 0-1 0 0,0 0 1 0 0,0 0-1 0 0,0 1 1 0 0,0-1-1 0 0,0 0 1 0 0,0 0-1 0 0,0 0 1 0 0,-1 0 0 0 0,1 1-1 0 0,-1-1 1 0 0,0 0-1 0 0,1 0 1 0 0,-1 1-1 0 0,0-1 1 0 0,0 0-1 0 0,-2-2 1 0 0,3 4-30 0 0,-1-1-1 0 0,0 0 1 0 0,0 0-1 0 0,1 1 1 0 0,-1-1 0 0 0,0 1-1 0 0,0-1 1 0 0,0 1 0 0 0,0-1-1 0 0,0 1 1 0 0,1-1 0 0 0,-1 1-1 0 0,0 0 1 0 0,0-1-1 0 0,0 1 1 0 0,0 0 0 0 0,0 0-1 0 0,0 0 1 0 0,0 0 0 0 0,0 0-1 0 0,0 0 1 0 0,0 0 0 0 0,0 0-1 0 0,-2 0 1 0 0,-21 7 225 0 0,13-2-140 0 0,0 0 0 0 0,1 1 0 0 0,0 1 0 0 0,0 0 0 0 0,0 0 0 0 0,1 1 0 0 0,-1 0 0 0 0,2 1 0 0 0,-9 10 0 0 0,-9 14 114 0 0,-26 43-1 0 0,48-70-204 0 0,-1 2 17 0 0,0 0 0 0 0,0 1 0 0 0,1 0 0 0 0,0 0 0 0 0,0 0 1 0 0,1 0-1 0 0,0 1 0 0 0,-2 15 0 0 0,5-23-21 0 0,1 0-1 0 0,-1 0 1 0 0,0-1 0 0 0,1 1 0 0 0,-1 0-1 0 0,1 0 1 0 0,0-1 0 0 0,-1 1 0 0 0,1 0 0 0 0,0-1-1 0 0,0 1 1 0 0,0-1 0 0 0,0 1 0 0 0,0-1-1 0 0,0 0 1 0 0,1 1 0 0 0,-1-1 0 0 0,0 0 0 0 0,1 0-1 0 0,-1 0 1 0 0,1 0 0 0 0,-1 0 0 0 0,1 0-1 0 0,0 0 1 0 0,-1 0 0 0 0,1-1 0 0 0,0 1-1 0 0,0-1 1 0 0,-1 1 0 0 0,4-1 0 0 0,3 2 13 0 0,0-1 0 0 0,0 0 0 0 0,0 0 0 0 0,1-1 0 0 0,9-1 0 0 0,2-1-26 0 0,1-1-1 0 0,-1-1 1 0 0,0 0 0 0 0,0-2 0 0 0,-1 0-1 0 0,1-2 1 0 0,-2 0 0 0 0,1-1 0 0 0,-1 0 0 0 0,0-2-1 0 0,-1 0 1 0 0,0-1 0 0 0,-1-1 0 0 0,0 0 0 0 0,-1-1-1 0 0,-1-1 1 0 0,0 0 0 0 0,-1-1 0 0 0,-1 0-1 0 0,0-1 1 0 0,-2-1 0 0 0,1 0 0 0 0,-2 0 0 0 0,-1-1-1 0 0,0 0 1 0 0,-1 0 0 0 0,-1-1 0 0 0,-1 0-1 0 0,-1 0 1 0 0,3-30 0 0 0,-6 27 19 0 0,-2 1 0 0 0,0-1-1 0 0,-1 1 1 0 0,-1-1 0 0 0,-1 1 0 0 0,-1 0 0 0 0,-1 0 0 0 0,-1 1-1 0 0,-1 0 1 0 0,-1 0 0 0 0,-1 0 0 0 0,0 1 0 0 0,-2 1-1 0 0,0 0 1 0 0,-1 0 0 0 0,-1 2 0 0 0,-1-1 0 0 0,-20-18-1 0 0,33 35-7 0 0,1 0-1 0 0,0-1 1 0 0,-1 1-1 0 0,1 0 0 0 0,-1 0 1 0 0,0 0-1 0 0,1 0 0 0 0,-1 0 1 0 0,0 1-1 0 0,1-1 0 0 0,-1 0 1 0 0,0 1-1 0 0,0-1 1 0 0,0 1-1 0 0,1-1 0 0 0,-1 1 1 0 0,0 0-1 0 0,0 0 0 0 0,0 0 1 0 0,0 0-1 0 0,0 0 1 0 0,0 1-1 0 0,1-1 0 0 0,-1 0 1 0 0,0 1-1 0 0,0-1 0 0 0,0 1 1 0 0,1 0-1 0 0,-1 0 0 0 0,0 0 1 0 0,1 0-1 0 0,-1 0 1 0 0,0 0-1 0 0,1 0 0 0 0,0 0 1 0 0,-3 3-1 0 0,-1 1 20 0 0,0 1 0 0 0,1-1 1 0 0,0 1-1 0 0,0 0 0 0 0,0 1 0 0 0,1-1 0 0 0,0 0 1 0 0,-4 12-1 0 0,-3 16 255 0 0,1 0 0 0 0,2 0 0 0 0,1 1 0 0 0,2 0 0 0 0,1 0 1 0 0,2 0-1 0 0,1 0 0 0 0,2 1 0 0 0,2-1 0 0 0,1-1 0 0 0,18 66 0 0 0,-19-89-219 0 0,0 0-1 0 0,1 0 0 0 0,0-1 1 0 0,1 0-1 0 0,0 0 0 0 0,0 0 1 0 0,1-1-1 0 0,1 0 0 0 0,0 0 1 0 0,0-1-1 0 0,0 0 0 0 0,1 0 1 0 0,0-1-1 0 0,11 7 0 0 0,-7-6-376 0 0,1-1 0 0 0,0 0-1 0 0,0-1 1 0 0,15 4 0 0 0,-9-4-2201 0 0,0-2-1 0 0,35 4 1 0 0,-37-6-1898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47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2856 0 0,'29'-6'22704'0'0,"-25"5"-24080"0"0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18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1528 0 0,'1'-12'3058'0'0,"1"5"-2094"0"0,18-45 3589 0 0,-19 50-4227 0 0,3-5 29 0 0,-4 6-346 0 0,0 1-1 0 0,0 0 0 0 0,0 0 0 0 0,1 0 0 0 0,-1 0 0 0 0,0 0 0 0 0,0 0 0 0 0,0-1 0 0 0,1 1 1 0 0,-1 0-1 0 0,0 0 0 0 0,0 0 0 0 0,0 0 0 0 0,1 0 0 0 0,-1 0 0 0 0,0 0 0 0 0,0 0 0 0 0,1 0 1 0 0,-1 0-1 0 0,0 0 0 0 0,0 0 0 0 0,1 0 0 0 0,-1 0 0 0 0,0 0 0 0 0,0 0 0 0 0,0 0 0 0 0,1 0 1 0 0,-1 0-1 0 0,0 0 0 0 0,0 1 0 0 0,0-1 0 0 0,1 0 0 0 0,-1 0 0 0 0,0 0 0 0 0,0 0 0 0 0,0 0 1 0 0,1 1-1 0 0,-1-1 0 0 0,0 0 0 0 0,0 0 0 0 0,0 0 0 0 0,0 1 0 0 0,0-1 0 0 0,1 0 0 0 0,-1 0 1 0 0,0 0-1 0 0,0 1 0 0 0,0-1 0 0 0,0 0 0 0 0,0 0 0 0 0,0 0 0 0 0,0 1 0 0 0,0-1 0 0 0,0 0 1 0 0,0 0-1 0 0,0 1 0 0 0,0-1 0 0 0,0 1 0 0 0,8 18 198 0 0,-2-4-80 0 0,-1 0 1 0 0,0-1 0 0 0,2 17-1 0 0,17 182-74 0 0,-22-118-7289 0 0,-2-84 4851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18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39 105 1740 0 0,'-1'-2'325'0'0,"-19"-63"6367"0"0,4 29-5160 0 0,15 35-1521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19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1308 0 0,'10'9'2126'0'0,"-1"0"1"0"0,0 0-1 0 0,13 19 1 0 0,-10-11-1039 0 0,16 33 1 0 0,-13-19-1067 0 0,-2 1-1 0 0,13 50 1 0 0,-5 21 2639 0 0,-21-102-2453 0 0,-1 9 180 0 0,1-10-379 0 0,0 0 0 0 0,0 0 0 0 0,0 1 1 0 0,0-1-1 0 0,0 0 0 0 0,0 0 0 0 0,-1 1 0 0 0,1-1 1 0 0,0 0-1 0 0,0 0 0 0 0,0 1 0 0 0,0-1 1 0 0,-1 0-1 0 0,1 0 0 0 0,0 1 0 0 0,0-1 0 0 0,0 0 1 0 0,-1 0-1 0 0,1 0 0 0 0,0 0 0 0 0,0 1 1 0 0,-1-1-1 0 0,1 0 0 0 0,0 0 0 0 0,-1 0 0 0 0,1 0 1 0 0,0 0-1 0 0,0 0 0 0 0,-1 0 0 0 0,1 0 1 0 0,0 0-1 0 0,-1 0 0 0 0,1 0 0 0 0,0 0 0 0 0,0 0 1 0 0,-1 0-1 0 0,1 0 0 0 0,0 0 0 0 0,-1 0 1 0 0,1 0-1 0 0,-4-4 4 0 0,0 0 0 0 0,0 0 1 0 0,0 0-1 0 0,1 0 0 0 0,0 0 1 0 0,0-1-1 0 0,0 1 0 0 0,0-1 1 0 0,1 0-1 0 0,0 0 0 0 0,0 0 1 0 0,0 0-1 0 0,0 0 0 0 0,1-1 1 0 0,0 1-1 0 0,0 0 0 0 0,0-1 0 0 0,1 1 1 0 0,0-8-1 0 0,0-4 0 0 0,1 0-1 0 0,0 0 1 0 0,1 0-1 0 0,1 0 1 0 0,6-17-1 0 0,-6 24-19 0 0,0 1-1 0 0,1 0 1 0 0,0 0 0 0 0,1 0-1 0 0,0 0 1 0 0,0 1 0 0 0,1 0-1 0 0,0 0 1 0 0,1 1-1 0 0,13-13 1 0 0,-17 16 4 0 0,1 1 0 0 0,0 0-1 0 0,0 0 1 0 0,0 1 0 0 0,0-1-1 0 0,1 1 1 0 0,-1 0 0 0 0,1 0 0 0 0,-1 0-1 0 0,1 1 1 0 0,0 0 0 0 0,0 0 0 0 0,0 0-1 0 0,0 0 1 0 0,-1 1 0 0 0,1 0 0 0 0,0 0-1 0 0,0 0 1 0 0,0 0 0 0 0,0 1 0 0 0,0 0-1 0 0,0 0 1 0 0,7 3 0 0 0,-7-2 14 0 0,-1 1 0 0 0,1 0 1 0 0,0 0-1 0 0,-1 0 0 0 0,0 0 0 0 0,1 1 1 0 0,-1-1-1 0 0,-1 1 0 0 0,1 0 1 0 0,-1 1-1 0 0,1-1 0 0 0,-1 1 0 0 0,0-1 1 0 0,-1 1-1 0 0,1 0 0 0 0,-1 0 0 0 0,0 0 1 0 0,0 0-1 0 0,1 9 0 0 0,3 10 62 0 0,-1 1 1 0 0,2 50-1 0 0,-5-49-54 0 0,-1-14-4 0 0,8 52-257 0 0,-9-63 160 0 0,0-1 0 0 0,0 1 0 0 0,0-1 0 0 0,1 1 0 0 0,-1 0 0 0 0,0-1 0 0 0,1 1-1 0 0,-1-1 1 0 0,0 1 0 0 0,1-1 0 0 0,-1 1 0 0 0,0-1 0 0 0,1 1 0 0 0,-1-1 0 0 0,1 1 0 0 0,-1-1 0 0 0,1 0 0 0 0,-1 1 0 0 0,1-1-1 0 0,0 0 1 0 0,-1 1 0 0 0,1-1 0 0 0,-1 0 0 0 0,1 0 0 0 0,0 0 0 0 0,-1 1 0 0 0,1-1 0 0 0,-1 0 0 0 0,1 0 0 0 0,0 0 0 0 0,-1 0-1 0 0,2 0 1 0 0,0 0-517 0 0,0 0-1 0 0,0 0 1 0 0,0 0-1 0 0,0 0 1 0 0,0-1-1 0 0,0 1 0 0 0,0 0 1 0 0,0-1-1 0 0,0 0 1 0 0,0 1-1 0 0,2-2 1 0 0,10-7-3204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20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41 2056 0 0,'1'-12'5057'0'0,"-10"-16"5378"0"0,9 28-10450 0 0,-1 0 0 0 0,0 1 0 0 0,1-1-1 0 0,-1 0 1 0 0,1 1 0 0 0,-1-1 0 0 0,1 1 0 0 0,-1-1 0 0 0,1 1-1 0 0,-1-1 1 0 0,1 1 0 0 0,-1-1 0 0 0,1 1 0 0 0,-1-1 0 0 0,1 1 0 0 0,0 0-1 0 0,-1-1 1 0 0,1 1 0 0 0,0 1 0 0 0,-19 36 528 0 0,-19 56 0 0 0,32-75-494 0 0,1 0-1 0 0,0 1 1 0 0,2 0 0 0 0,0 0-1 0 0,1 27 1 0 0,2-36-8 0 0,0 0-1 0 0,1 0 1 0 0,0 0-1 0 0,1 0 1 0 0,0 0-1 0 0,1 0 1 0 0,5 11 0 0 0,-7-18-39 0 0,1-1 1 0 0,-1 0-1 0 0,1 0 1 0 0,0 0 0 0 0,0 0-1 0 0,0 0 1 0 0,0 0 0 0 0,1 0-1 0 0,-1-1 1 0 0,1 1-1 0 0,-1-1 1 0 0,1 0 0 0 0,0 0-1 0 0,0 0 1 0 0,0 0 0 0 0,0 0-1 0 0,0-1 1 0 0,1 1-1 0 0,-1-1 1 0 0,0 0 0 0 0,1 0-1 0 0,-1 0 1 0 0,1 0 0 0 0,-1-1-1 0 0,1 1 1 0 0,-1-1-1 0 0,1 0 1 0 0,3-1 0 0 0,3 0-205 0 0,1-1 1 0 0,-1 0-1 0 0,0 0 1 0 0,0-2-1 0 0,0 1 1 0 0,0-1 0 0 0,-1 0-1 0 0,1-1 1 0 0,-1 0-1 0 0,0-1 1 0 0,-1 0-1 0 0,1 0 1 0 0,-1-1-1 0 0,0 0 1 0 0,-1 0-1 0 0,0-1 1 0 0,0 0 0 0 0,0 0-1 0 0,-1-1 1 0 0,-1 0-1 0 0,9-16 1 0 0,-5 4 734 0 0,0 0 1 0 0,-1 0-1 0 0,9-42 968 0 0,-18 67-1318 0 0,0 0-1 0 0,0-1 1 0 0,1 1 0 0 0,0 0 0 0 0,-1 0-1 0 0,2 6 1 0 0,-1-8-113 0 0,0 19 196 0 0,1 1 1 0 0,5 29-1 0 0,-5-46-214 0 0,0 1 1 0 0,0 0-1 0 0,1-1 1 0 0,0 0-1 0 0,0 1 1 0 0,0-1-1 0 0,0 0 1 0 0,1 0-1 0 0,0 0 1 0 0,0 0-1 0 0,0-1 1 0 0,1 1-1 0 0,0-1 1 0 0,4 5-1 0 0,-5-7-7 0 0,-1 0-1 0 0,1-1 0 0 0,-1 1 0 0 0,1-1 0 0 0,0 0 1 0 0,0 1-1 0 0,0-1 0 0 0,-1 0 0 0 0,1-1 1 0 0,0 1-1 0 0,0 0 0 0 0,0-1 0 0 0,0 0 0 0 0,0 0 1 0 0,0 0-1 0 0,1 0 0 0 0,4-1 0 0 0,-3 0 2 0 0,-1 0-1 0 0,1-1 1 0 0,0 0-1 0 0,-1 0 1 0 0,1 0-1 0 0,-1-1 0 0 0,0 1 1 0 0,1-1-1 0 0,6-7 1 0 0,-2 2 2 0 0,-1 0 0 0 0,0-1 1 0 0,0-1-1 0 0,-1 1 0 0 0,0-1 1 0 0,-1-1-1 0 0,0 1 0 0 0,5-14 1 0 0,-7 12-8 0 0,0-1 1 0 0,-1 0-1 0 0,0 0 1 0 0,-1 0 0 0 0,-1 0-1 0 0,0-17 1 0 0,0 23-11 0 0,-1 0 0 0 0,-1 0 0 0 0,0 0 0 0 0,0 1 1 0 0,0-1-1 0 0,0 0 0 0 0,-1 0 0 0 0,0 1 0 0 0,-1-1 0 0 0,0 1 1 0 0,0 0-1 0 0,0 0 0 0 0,-7-10 0 0 0,-19-3-6 0 0,27 17 2 0 0,-1 1 1 0 0,1 0 0 0 0,-1 0 0 0 0,0 0-1 0 0,0 0 1 0 0,1 0 0 0 0,-1 1-1 0 0,0-1 1 0 0,0 1 0 0 0,0 0 0 0 0,0-1-1 0 0,0 2 1 0 0,1-1 0 0 0,-5 0-1 0 0,6 1 3 0 0,-29 0-18 0 0,26 0 4 0 0,-6 3-58 0 0,8-4 35 0 0,-32 16-1285 0 0,32-15 987 0 0,1 0 0 0 0,-1 0-1 0 0,1 0 1 0 0,-1 1 0 0 0,1-1 0 0 0,-1 0-1 0 0,1 0 1 0 0,0 1 0 0 0,0-1 0 0 0,0 1-1 0 0,0-1 1 0 0,0 1 0 0 0,0 0-1 0 0,0-1 1 0 0,0 1 0 0 0,1 0 0 0 0,-1 0-1 0 0,1-1 1 0 0,-1 1 0 0 0,0 4 0 0 0,1 3-2811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20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88 372 0 0,'-3'-1'1130'0'0,"-7"-2"-274"0"0,0-1 0 0 0,0 0 0 0 0,1 0 0 0 0,-1-1 1 0 0,1 0-1 0 0,1-1 0 0 0,-1 0 0 0 0,1-1 0 0 0,-13-12 0 0 0,19 18-462 0 0,-14-12 1337 0 0,15 14-1715 0 0,1-1 0 0 0,0 1 0 0 0,-1 0 0 0 0,1 0 0 0 0,0 0 0 0 0,-1 0 0 0 0,1 0 0 0 0,0-1-1 0 0,0 1 1 0 0,0 0 0 0 0,0 0 0 0 0,0 0 0 0 0,0 0 0 0 0,0 0 0 0 0,0 0 0 0 0,0 0 0 0 0,1 0 0 0 0,-1-1 0 0 0,0 1 0 0 0,0 0 0 0 0,1 1 0 0 0,10 28 222 0 0,-4-12-118 0 0,6 29 140 0 0,23 99-76 0 0,-28-106-153 0 0,-4-25 130 0 0,-1-1 0 0 0,1 29 0 0 0,-4-40-10 0 0,0 1 1490 0 0,-3-19-1223 0 0,-2-5-378 0 0,2 0-1 0 0,0 0 0 0 0,1 0 0 0 0,1 0 0 0 0,1 0 0 0 0,1 0 0 0 0,5-31 0 0 0,-4 35-44 0 0,1-1 1 0 0,0 1-1 0 0,1-1 0 0 0,1 1 0 0 0,1 0 0 0 0,0 0 0 0 0,13-22 0 0 0,-17 35 5 0 0,-1 1-1 0 0,1 0 1 0 0,-1 0-1 0 0,1 0 0 0 0,0 0 1 0 0,0 0-1 0 0,0 0 0 0 0,0 0 1 0 0,0 1-1 0 0,0-1 1 0 0,0 1-1 0 0,1 0 0 0 0,-1-1 1 0 0,0 1-1 0 0,1 0 0 0 0,-1 0 1 0 0,1 1-1 0 0,0-1 1 0 0,-1 0-1 0 0,1 1 0 0 0,0 0 1 0 0,-1-1-1 0 0,1 1 0 0 0,5 1 1 0 0,-4-1 39 0 0,1 1 1 0 0,0 1-1 0 0,0-1 0 0 0,-1 1 1 0 0,1 0-1 0 0,-1 0 1 0 0,0 0-1 0 0,1 0 0 0 0,-1 1 1 0 0,0 0-1 0 0,-1 0 1 0 0,1 0-1 0 0,4 4 1 0 0,0 2 115 0 0,-1 0 0 0 0,0 1-1 0 0,-1 0 1 0 0,0 0 0 0 0,0 0 0 0 0,-1 1 0 0 0,-1 0 0 0 0,1-1 0 0 0,3 19 0 0 0,2 14 64 0 0,5 48-1 0 0,-13-74-190 0 0,-1-15-206 0 0,-1 0 1 0 0,0 0-1 0 0,1 0 0 0 0,-1 1 0 0 0,1-1 0 0 0,-1 0 0 0 0,1-1 0 0 0,0 1 0 0 0,0 0 0 0 0,0 0 1 0 0,0 0-1 0 0,0 0 0 0 0,0-1 0 0 0,1 1 0 0 0,-1 0 0 0 0,1-1 0 0 0,2 3 0 0 0,-2-2-687 0 0,0-2 614 0 0,0 1 0 0 0,-1-1 0 0 0,1 0 0 0 0,-1 0 1 0 0,1 0-1 0 0,0-1 0 0 0,-1 1 0 0 0,1 0 0 0 0,2-1 0 0 0,-1 0-157 0 0,-1 1-1 0 0,1-1 0 0 0,0 1 0 0 0,-1-1 0 0 0,1 0 0 0 0,0 0 0 0 0,-1 0 0 0 0,1-1 0 0 0,-1 1 0 0 0,4-3 0 0 0,1-1-1420 0 0,6-3-1754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21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95 1772 0 0,'18'-42'6941'0'0,"-17"39"-6484"0"0,0 0 1 0 0,0-1-1 0 0,0 1 1 0 0,-1 0-1 0 0,1-1 1 0 0,-1 1-1 0 0,0-1 1 0 0,1 1-1 0 0,-2-1 1 0 0,1 1-1 0 0,-1-5 1 0 0,1 7-441 0 0,0 1-1 0 0,-1-1 1 0 0,1 1 0 0 0,0 0 0 0 0,0-1 0 0 0,0 1 0 0 0,-1 0 0 0 0,1-1 0 0 0,0 1 0 0 0,0 0 0 0 0,-1-1-1 0 0,1 1 1 0 0,0 0 0 0 0,-1 0 0 0 0,1-1 0 0 0,0 1 0 0 0,-1 0 0 0 0,1 0 0 0 0,-1-1 0 0 0,1 1 0 0 0,0 0-1 0 0,-1 0 1 0 0,1 0 0 0 0,-1 0 0 0 0,1 0 0 0 0,0 0 0 0 0,-1 0 0 0 0,1 0 0 0 0,-1 0 0 0 0,-14 6 171 0 0,11-4-169 0 0,0 1 0 0 0,0 1-1 0 0,1-1 1 0 0,-1 0 0 0 0,-3 6 0 0 0,-2 3 2 0 0,1 0 0 0 0,0 1 0 0 0,1-1 0 0 0,1 1 0 0 0,-7 19 0 0 0,12-29-17 0 0,0 1 0 0 0,-1-1 0 0 0,2 1 0 0 0,-1 0 0 0 0,0 0 0 0 0,1 0 0 0 0,-1 0 0 0 0,1-1 0 0 0,0 1 0 0 0,1 0 0 0 0,-1 0 0 0 0,1 0 0 0 0,-1 0 0 0 0,1-1 0 0 0,0 1 0 0 0,1 0 0 0 0,-1-1 0 0 0,1 1 0 0 0,-1-1 0 0 0,1 1 0 0 0,0-1 0 0 0,0 0 0 0 0,1 0 0 0 0,-1 0 0 0 0,1 0 0 0 0,2 3 0 0 0,7 3-11 0 0,0-1-1 0 0,0 0 1 0 0,27 11-1 0 0,-27-13 6 0 0,0 0 0 0 0,0 0-1 0 0,-1 1 1 0 0,0 1-1 0 0,16 13 1 0 0,-26-20 95 0 0,0 1 0 0 0,1-1 0 0 0,-1 1 0 0 0,0 0 1 0 0,0-1-1 0 0,0 1 0 0 0,0 0 0 0 0,0 0 0 0 0,-1 0 0 0 0,1 0 1 0 0,0 0-1 0 0,-1 0 0 0 0,1 0 0 0 0,-1 0 0 0 0,0 0 0 0 0,0 0 1 0 0,0 0-1 0 0,0 0 0 0 0,0 0 0 0 0,0 0 0 0 0,0 0 0 0 0,-1 0 1 0 0,1 0-1 0 0,-1 0 0 0 0,0 0 0 0 0,1 0 0 0 0,-1-1 1 0 0,0 1-1 0 0,0 0 0 0 0,0 0 0 0 0,0-1 0 0 0,0 1 0 0 0,-1 0 1 0 0,-2 2-1 0 0,-3 4 246 0 0,-1 0 0 0 0,0 0 0 0 0,0-1 0 0 0,-16 11 0 0 0,16-13-244 0 0,0-1-1 0 0,0 0 0 0 0,0 0 1 0 0,0-1-1 0 0,-1 0 0 0 0,1-1 1 0 0,-17 4-1 0 0,2-3 45 0 0,-40 0 0 0 0,61-3-126 0 0,-1-1-38 0 0,0 0-59 0 0,-18-7-348 0 0,21 8 292 0 0,-1-1-1 0 0,1 1 1 0 0,-1-1-1 0 0,1 1 1 0 0,-1-1-1 0 0,1 1 1 0 0,-1-1-1 0 0,1 0 1 0 0,-1 1-1 0 0,1-1 1 0 0,0 1-1 0 0,0-1 1 0 0,-1 0-1 0 0,1 0 1 0 0,0 1-1 0 0,0-1 1 0 0,0 0-1 0 0,-1 1 1 0 0,1-1-1 0 0,0 0 1 0 0,0 0-1 0 0,0 1 1 0 0,0-1 0 0 0,1 0-1 0 0,-1 1 1 0 0,0-1-1 0 0,0 0 1 0 0,0 0-1 0 0,1 1 1 0 0,-1-1-1 0 0,0 0 1 0 0,0 1-1 0 0,1-1 1 0 0,-1 1-1 0 0,1-2 1 0 0,22-33-7783 0 0,-11 21 2645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21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15 164 0 0,'13'-14'17728'0'0,"-10"16"-17612"0"0,-1 1-1 0 0,0-1 1 0 0,0 1 0 0 0,-1 0 0 0 0,1-1 0 0 0,0 1 0 0 0,-1 0 0 0 0,0 0 0 0 0,0 0-1 0 0,2 6 1 0 0,8 37 282 0 0,17 146-207 0 0,-27-190-644 0 0,-1 1-1 0 0,1-1 1 0 0,0 1-1 0 0,0-1 1 0 0,0 1-1 0 0,0-1 1 0 0,2 5-1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21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207 135 1872 0 0,'-104'-70'10898'0'0,"13"9"-8071"0"0,89 59-3453 0 0,-8 1-1375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22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41 1368 0 0,'-1'-2'1522'0'0,"-2"-1"-1160"0"0,1 0 0 0 0,-1 0-1 0 0,1 0 1 0 0,-1 1 0 0 0,0-1-1 0 0,0 1 1 0 0,0-1 0 0 0,-1 1-1 0 0,1 0 1 0 0,0 0 0 0 0,-1 0-1 0 0,1 1 1 0 0,-1-1 0 0 0,-4 0 0 0 0,3 1-205 0 0,0 0 1 0 0,-1 0 0 0 0,1 1 0 0 0,0-1-1 0 0,-1 1 1 0 0,1 1 0 0 0,0-1 0 0 0,-1 1-1 0 0,-8 2 1 0 0,7-1-141 0 0,0 0 0 0 0,0 1 0 0 0,0 0-1 0 0,1 0 1 0 0,-1 0 0 0 0,1 1 0 0 0,0 0 0 0 0,0 0-1 0 0,0 1 1 0 0,0 0 0 0 0,1 0 0 0 0,0 0 0 0 0,0 0 0 0 0,0 1-1 0 0,-7 11 1 0 0,10-12-18 0 0,0-1 0 0 0,0 0 0 0 0,0 1 0 0 0,1 0 0 0 0,-1-1 0 0 0,1 1 0 0 0,0 0 0 0 0,0 7 0 0 0,0-10 3 0 0,1 0 0 0 0,0 0-1 0 0,0 0 1 0 0,0-1 0 0 0,0 1 0 0 0,0 0-1 0 0,0 0 1 0 0,1 0 0 0 0,-1 0-1 0 0,0 0 1 0 0,1 0 0 0 0,0-1 0 0 0,-1 1-1 0 0,1 0 1 0 0,0 0 0 0 0,0-1 0 0 0,0 1-1 0 0,0-1 1 0 0,0 1 0 0 0,0-1 0 0 0,0 1-1 0 0,1-1 1 0 0,-1 1 0 0 0,0-1-1 0 0,1 0 1 0 0,0 0 0 0 0,-1 0 0 0 0,1 0-1 0 0,-1 0 1 0 0,4 1 0 0 0,4 1 12 0 0,-1 0 0 0 0,1 0 1 0 0,0-1-1 0 0,18 2 0 0 0,-7-1-4 0 0,-9-1-9 0 0,14 3 33 0 0,28 9 0 0 0,-46-11-23 0 0,0-1 0 0 0,0 1 0 0 0,-1 1 0 0 0,1-1 0 0 0,-1 1 0 0 0,0 0 0 0 0,0 1 0 0 0,8 6 0 0 0,-12-9 24 0 0,0 0-1 0 0,-1 0 1 0 0,1 0 0 0 0,-1 0 0 0 0,1 0 0 0 0,-1 0 0 0 0,0 0 0 0 0,0 0 0 0 0,0 1-1 0 0,0-1 1 0 0,0 0 0 0 0,-1 1 0 0 0,1-1 0 0 0,-1 0 0 0 0,1 1 0 0 0,-1-1 0 0 0,0 5-1 0 0,0-3 43 0 0,-1 0-1 0 0,0 1 0 0 0,0-1 0 0 0,0 0 0 0 0,0 0 0 0 0,-1 0 0 0 0,0 0 1 0 0,0 0-1 0 0,-2 5 0 0 0,-4 2 155 0 0,0 0 1 0 0,-1 0-1 0 0,0-1 0 0 0,0 0 1 0 0,-13 10-1 0 0,13-14-90 0 0,1-1 0 0 0,-1 1 0 0 0,0-1 0 0 0,0-1-1 0 0,0 0 1 0 0,0 0 0 0 0,-12 2 0 0 0,18-5-124 0 0,1-1 0 0 0,0 0 1 0 0,-1 0-1 0 0,1 0 0 0 0,-1 0 0 0 0,1-1 1 0 0,0 1-1 0 0,-1-1 0 0 0,1 0 0 0 0,-3 0 0 0 0,-1-1 12 0 0,5 2-51 0 0,-1-1 0 0 0,0 0 1 0 0,1 1-1 0 0,-1-1 0 0 0,1 0 0 0 0,-1 0 1 0 0,1 0-1 0 0,-1 0 0 0 0,1 0 0 0 0,0 0 0 0 0,-1 0 1 0 0,1 0-1 0 0,0-1 0 0 0,0 1 0 0 0,0 0 1 0 0,0-1-1 0 0,0 1 0 0 0,0-1 0 0 0,1 1 0 0 0,-1-1 1 0 0,0 1-1 0 0,1-1 0 0 0,-1 0 0 0 0,1 1 0 0 0,-1-1 1 0 0,1 0-1 0 0,0 1 0 0 0,0-1 0 0 0,0-2 1 0 0,-1 0-407 0 0,1-1 1 0 0,1 0 0 0 0,-1 0-1 0 0,1 0 1 0 0,0 0 0 0 0,0 1 0 0 0,0-1-1 0 0,2-5 1 0 0,7-17-3975 0 0,-4 11 1129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23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28 122 940 0 0,'-6'-29'3576'0'0,"2"5"861"0"0,-14-45 999 0 0,19 72-5144 0 0,95 379 4924 0 0,-65-213-4230 0 0,15 86-328 0 0,-40-216-570 0 0,2 0-1 0 0,20 55 1 0 0,-26-90-57 0 0,-2-3-39 0 0,1 0 0 0 0,-1 0 1 0 0,1 1-1 0 0,0-1 0 0 0,0 0 1 0 0,-1 0-1 0 0,1 0 0 0 0,0 0 1 0 0,0-1-1 0 0,0 1 0 0 0,0 0 0 0 0,0 0 1 0 0,0 0-1 0 0,0-1 0 0 0,1 1 1 0 0,-1-1-1 0 0,0 1 0 0 0,0-1 1 0 0,0 1-1 0 0,1-1 0 0 0,-1 1 1 0 0,0-1-1 0 0,1 0 0 0 0,-1 0 1 0 0,0 0-1 0 0,1 0 0 0 0,-1 0 1 0 0,0 0-1 0 0,0 0 0 0 0,1 0 0 0 0,-1-1 1 0 0,0 1-1 0 0,1 0 0 0 0,-1-1 1 0 0,0 1-1 0 0,2-2 0 0 0,1 1-87 0 0,2-1-358 0 0,0-1-1 0 0,0 0 1 0 0,0 0-1 0 0,0 0 1 0 0,-1 0-1 0 0,1-1 1 0 0,-1 0 0 0 0,0-1-1 0 0,8-7 1 0 0,-2 0-2433 0 0,-1-1 1 0 0,15-23-1 0 0,-11 12-2974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23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91 1272 0 0,'-119'-8'10267'0'0,"116"8"-9964"0"0,-1-2 20 0 0,-2-1-112 0 0,16-2 38 0 0,36-10-182 0 0,0 3 0 0 0,1 1 0 0 0,48-4 0 0 0,146-3-3993 0 0,-200 16 1100 0 0,-3 2-911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24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0 340 0 0,'-33'36'8951'0'0,"32"-35"-8813"0"0,0 0 1 0 0,0 0-1 0 0,1 0 1 0 0,-1 0 0 0 0,0 0-1 0 0,1 0 1 0 0,-1 0-1 0 0,1 0 1 0 0,-1 0-1 0 0,1 1 1 0 0,-1-1-1 0 0,1 0 1 0 0,0 0-1 0 0,0 0 1 0 0,-1 1-1 0 0,1-1 1 0 0,0 0-1 0 0,0 0 1 0 0,0 1 0 0 0,1-1-1 0 0,-1 0 1 0 0,0 2-1 0 0,1-2-64 0 0,1 1 0 0 0,-1 0 0 0 0,0-1 0 0 0,1 0 0 0 0,-1 1 0 0 0,1-1 1 0 0,-1 0-1 0 0,1 1 0 0 0,0-1 0 0 0,0 0 0 0 0,-1 0 0 0 0,1 0 0 0 0,0-1 0 0 0,0 1 0 0 0,0 0 0 0 0,0-1 0 0 0,0 1 0 0 0,0-1 0 0 0,0 0 0 0 0,4 1 0 0 0,46-2 339 0 0,-33 0-307 0 0,18-3 60 0 0,-34 4-122 0 0,12-3 32 0 0,-12 3-32 0 0,11-5 65 0 0,-15 3-111 0 0,1 1 0 0 0,0 0 0 0 0,-1 0 0 0 0,1 0 0 0 0,-1 0 0 0 0,1-1 0 0 0,-1 1 0 0 0,1 0 0 0 0,-1 0 0 0 0,0 0 0 0 0,1 0 0 0 0,-1 0 0 0 0,0 0 0 0 0,0 1 0 0 0,0-1 0 0 0,0 0 0 0 0,0 0-1 0 0,0 1 1 0 0,0-1 0 0 0,0 0 0 0 0,0 1 0 0 0,0-1 0 0 0,0 1 0 0 0,0 0 0 0 0,-1-1 0 0 0,1 1 0 0 0,-2-1 0 0 0,-4-1-8 0 0,-7-1 19 0 0,-1 0 0 0 0,1 0 0 0 0,0 2 0 0 0,-1 0 0 0 0,1 0 0 0 0,-1 1 0 0 0,1 1 0 0 0,-1 1 0 0 0,1 0-1 0 0,0 0 1 0 0,0 2 0 0 0,0 0 0 0 0,0 0 0 0 0,1 1 0 0 0,-20 10 0 0 0,23-9 18 0 0,1-1 0 0 0,0 1 0 0 0,0 1 0 0 0,0-1 1 0 0,1 1-1 0 0,0 1 0 0 0,0 0 0 0 0,1 0 0 0 0,-10 13 0 0 0,13-14-18 0 0,0 0 1 0 0,0 0-1 0 0,1 1 0 0 0,0-1 0 0 0,0 1 0 0 0,0 0 0 0 0,1-1 0 0 0,1 1 0 0 0,-1 0 0 0 0,1 0 0 0 0,1 0 1 0 0,-1 0-1 0 0,2 15 0 0 0,0-16-2 0 0,-1-1 1 0 0,1 0 0 0 0,1 0-1 0 0,-1 0 1 0 0,1 0-1 0 0,0 0 1 0 0,1 0 0 0 0,-1-1-1 0 0,1 1 1 0 0,0-1-1 0 0,0 0 1 0 0,1 1 0 0 0,0-2-1 0 0,0 1 1 0 0,5 5-1 0 0,-3-4 17 0 0,1-2-1 0 0,-1 1 0 0 0,1-1 0 0 0,0 0 0 0 0,1 0 1 0 0,-1-1-1 0 0,0 0 0 0 0,1 0 0 0 0,0-1 0 0 0,11 3 1 0 0,4-2-88 0 0,0-1 0 0 0,1-1 0 0 0,-1-1 0 0 0,0-1-1 0 0,1-1 1 0 0,-1-1 0 0 0,26-7 0 0 0,-23 4-785 0 0,0-2-1 0 0,-1 0 1 0 0,0-2-1 0 0,24-12 0 0 0,-40 18 567 0 0,-1-1-1 0 0,1 0 0 0 0,-2 0 0 0 0,1-1 0 0 0,0 0 1 0 0,-1 0-1 0 0,0-1 0 0 0,-1 0 0 0 0,1 0 1 0 0,-1 0-1 0 0,-1-1 0 0 0,1 0 0 0 0,-1 0 0 0 0,6-16 1 0 0,-9 20 410 0 0,-1 0 0 0 0,0 0 0 0 0,0-1 0 0 0,0 1 0 0 0,-1 0 0 0 0,0-1 0 0 0,0 1 0 0 0,0 0 0 0 0,0-1 0 0 0,-1 1 0 0 0,0-6 0 0 0,-3-1 954 0 0,1 0 1 0 0,-10-19-1 0 0,-2-7 1567 0 0,14 35-2488 0 0,-2-2 601 0 0,6 10-385 0 0,9 33 736 0 0,12 65 0 0 0,-6-21-838 0 0,-4-23 106 0 0,-13-59-122 0 0,4-14-197 0 0,-1-22-33 0 0,1 1-1 0 0,10-37 1 0 0,-11 59-36 0 0,0 0-1 0 0,0 0 1 0 0,1 0-1 0 0,0 1 1 0 0,1 0-1 0 0,0 0 1 0 0,1 0-1 0 0,1 1 1 0 0,12-15-1 0 0,-19 24 3 0 0,1-1 0 0 0,0 0-1 0 0,-1 1 1 0 0,1 0 0 0 0,0-1 0 0 0,0 1-1 0 0,-1 0 1 0 0,1 0 0 0 0,0 0 0 0 0,0 0-1 0 0,1 0 1 0 0,-1 0 0 0 0,0 1 0 0 0,0-1-1 0 0,0 1 1 0 0,0 0 0 0 0,0-1 0 0 0,1 1-1 0 0,-1 0 1 0 0,0 0 0 0 0,0 0 0 0 0,1 1 0 0 0,-1-1-1 0 0,2 1 1 0 0,1 1 4 0 0,0 1 0 0 0,0 0 0 0 0,-1-1 0 0 0,1 2 0 0 0,-1-1-1 0 0,0 0 1 0 0,0 1 0 0 0,0 0 0 0 0,0 0 0 0 0,-1 0 0 0 0,0 0 0 0 0,0 1 0 0 0,0-1 0 0 0,0 1 0 0 0,2 5-1 0 0,4 11-7 0 0,-1 1 0 0 0,7 31 0 0 0,5 11 11 0 0,-19-60 5 0 0,1 1-43 0 0,0 1-1 0 0,1 0 1 0 0,-1-1-1 0 0,1 0 1 0 0,6 9-1 0 0,-8-13-84 0 0,0 0-1 0 0,1 1 0 0 0,-1-1 1 0 0,0 0-1 0 0,1 0 1 0 0,-1 0-1 0 0,1 0 0 0 0,-1 0 1 0 0,1-1-1 0 0,-1 1 0 0 0,1 0 1 0 0,-1-1-1 0 0,1 1 0 0 0,0-1 1 0 0,-1 1-1 0 0,1-1 1 0 0,0 0-1 0 0,0 0 0 0 0,-1 0 1 0 0,1 0-1 0 0,0 0 0 0 0,0 0 1 0 0,-1 0-1 0 0,4-1 0 0 0,-1 0-494 0 0,0-1-1 0 0,0 1 1 0 0,0-1-1 0 0,0 1 0 0 0,0-1 1 0 0,-1 0-1 0 0,1-1 1 0 0,-1 1-1 0 0,1-1 0 0 0,-1 1 1 0 0,0-1-1 0 0,3-4 1 0 0,5-6-4180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24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119 194 1144 0 0,'-76'-134'10535'0'0,"58"105"-8059"0"0,-1-2 295 0 0,18 32-2675 0 0,0 0 1 0 0,1 0-1 0 0,-1 0 1 0 0,1 1-1 0 0,-1-1 1 0 0,1 0-1 0 0,-1 0 1 0 0,1 0 0 0 0,0 1-1 0 0,0-1 1 0 0,-1 2-1 0 0,49 206 3617 0 0,-4-14-2607 0 0,-43-190-1089 0 0,99 458 933 0 0,-99-460-985 0 0,-1 1 1 0 0,1-1-1 0 0,0 0 0 0 0,1 0 1 0 0,-1 1-1 0 0,1-1 1 0 0,-1 0-1 0 0,1 0 1 0 0,0-1-1 0 0,0 1 1 0 0,3 3-1 0 0,-3-5-55 0 0,-1 0-1 0 0,0 0 0 0 0,1 0 1 0 0,-1-1-1 0 0,1 1 0 0 0,-1-1 0 0 0,1 1 1 0 0,-1-1-1 0 0,1 1 0 0 0,-1-1 0 0 0,1 0 1 0 0,-1 0-1 0 0,1 0 0 0 0,0 0 1 0 0,-1 0-1 0 0,1 0 0 0 0,-1 0 0 0 0,1 0 1 0 0,-1-1-1 0 0,1 1 0 0 0,-1-1 1 0 0,1 1-1 0 0,-1-1 0 0 0,1 1 0 0 0,-1-1 1 0 0,2-1-1 0 0,4-2-883 0 0,0-1 0 0 0,-1 0 1 0 0,0 0-1 0 0,0 0 0 0 0,0-1 0 0 0,0 0 1 0 0,-1 0-1 0 0,0 0 0 0 0,6-10 0 0 0,-4 6-1669 0 0,5-7-3578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25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166 152 2104 0 0,'-151'-17'16575'0'0,"149"16"-16208"0"0,-10-3 562 0 0,25-3-835 0 0,0 1 1 0 0,1 0-1 0 0,-1 1 0 0 0,1 1 0 0 0,17-4 0 0 0,10-3-25 0 0,155-46-1374 0 0,-107 32-5672 0 0,-73 24 1612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3:25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43 380 0 0,'0'0'1464'0'0,"7"-10"2184"0"0,28-23 1861 0 0,-21 44-5115 0 0,-13-10-300 0 0,-4 12 229 0 0,-9 6-244 0 0,-1 0 0 0 0,-1-1 0 0 0,-1 0 1 0 0,-20 19-1 0 0,-75 61-109 0 0,51-48 21 0 0,15-12-226 0 0,-51 47-427 0 0,33-26-4800 0 0,50-47 2056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8:39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95 164 700 0 0,'0'0'3398'0'0,"-5"9"-421"0"0,-2-8-2169 0 0,0 0-1 0 0,1 0 0 0 0,-1-1 0 0 0,0 0 1 0 0,-11-1-1 0 0,-9 0 2214 0 0,27 1-2947 0 0,-1 0-1 0 0,1 0 1 0 0,-1 0-1 0 0,1 0 1 0 0,0 0 0 0 0,-1 0-1 0 0,1 0 1 0 0,-1 0-1 0 0,1 0 1 0 0,-1 0-1 0 0,1 0 1 0 0,0-1 0 0 0,-1 1-1 0 0,1 0 1 0 0,0 0-1 0 0,-1-1 1 0 0,1 1 0 0 0,0 0-1 0 0,-1 0 1 0 0,1-1-1 0 0,0 1 1 0 0,-1 0-1 0 0,1-1 1 0 0,0 1 0 0 0,0 0-1 0 0,-1-1 1 0 0,1 1-1 0 0,0 0 1 0 0,0-1 0 0 0,0 1-1 0 0,-1-1 1 0 0,1 1-1 0 0,0-1 1 0 0,0 0-1 0 0,3-19 1010 0 0,16-18-709 0 0,-12 25-352 0 0,2 0 0 0 0,-1 1 0 0 0,2 1 1 0 0,18-19-1 0 0,5 6-2886 0 0,-31 23 2336 0 0,-1 0 0 0 0,1 1-1 0 0,-1 0 1 0 0,1-1-1 0 0,0 1 1 0 0,-1 0-1 0 0,1 0 1 0 0,-1 0-1 0 0,1 0 1 0 0,-1 0-1 0 0,1 0 1 0 0,0 0-1 0 0,1 1 1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8:40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0 296 1056 0 0,'1'2'1504'0'0,"33"66"5980"0"0,-33-66-7111 0 0,4 5 2407 0 0,-3-8-2740 0 0,-1-1 1 0 0,0 0 0 0 0,0 0-1 0 0,0 1 1 0 0,0-1 0 0 0,0 0 0 0 0,0 0-1 0 0,-1 0 1 0 0,1 0 0 0 0,-1 0 0 0 0,1 0-1 0 0,0-3 1 0 0,3-33 214 0 0,-2 23-177 0 0,-1 0-46 0 0,2 0 0 0 0,0 0 0 0 0,1 0 0 0 0,0 0 0 0 0,1 1 1 0 0,1 0-1 0 0,0-1 0 0 0,11-15 0 0 0,-12 21-27 0 0,1 1-1 0 0,0 1 1 0 0,0-1-1 0 0,1 1 1 0 0,0 0-1 0 0,0 1 1 0 0,1 0 0 0 0,0 0-1 0 0,0 0 1 0 0,0 1-1 0 0,1 0 1 0 0,0 1-1 0 0,18-7 1 0 0,26-3 3 0 0,0 2-1 0 0,0 3 1 0 0,90-4 0 0 0,-121 11-4 0 0,-14 1 1 0 0,-5 1-3 0 0,1 0 0 0 0,-1 0 0 0 0,0 0 0 0 0,1 1 0 0 0,-1-1 0 0 0,0 1 0 0 0,1-1 0 0 0,-1 1 0 0 0,0 0 0 0 0,0 0 0 0 0,5 3 0 0 0,-6-3-48 0 0,-1 0-1 0 0,1-1 1 0 0,-1 1-1 0 0,1 0 1 0 0,-1 0 0 0 0,1 0-1 0 0,-1 1 1 0 0,0-1-1 0 0,1 0 1 0 0,-1 0 0 0 0,0 1-1 0 0,0-1 1 0 0,0 1-1 0 0,1 2 1 0 0,-1-3-460 0 0,-3 6-1521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8:42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253 199 964 0 0,'-5'-8'10421'0'0,"3"10"-10283"0"0,0 0 0 0 0,1 0 0 0 0,-1 0 0 0 0,1 0 0 0 0,0 0 0 0 0,0 0 0 0 0,0 1 0 0 0,0-1 0 0 0,0 0 0 0 0,0 1 0 0 0,0-1 0 0 0,1 1 0 0 0,-1-1 0 0 0,1 4 0 0 0,-5 46 793 0 0,3-34-757 0 0,1 3-38 0 0,-15 250 400 0 0,9-77-847 0 0,7-192 251 0 0,0-1 0 0 0,0 1-1 0 0,0-1 1 0 0,0 1 0 0 0,0-1-1 0 0,0 1 1 0 0,-1-1-1 0 0,1 1 1 0 0,0-1 0 0 0,-1 1-1 0 0,0-1 1 0 0,1 1 0 0 0,-1-1-1 0 0,0 0 1 0 0,1 1-1 0 0,-1-1 1 0 0,0 0 0 0 0,0 0-1 0 0,0 0 1 0 0,0 1 0 0 0,0-1-1 0 0,-1 0 1 0 0,1-1 0 0 0,0 1-1 0 0,0 0 1 0 0,-1 0-1 0 0,1 0 1 0 0,0-1 0 0 0,-1 1-1 0 0,1-1 1 0 0,-1 1 0 0 0,1-1-1 0 0,-1 1 1 0 0,1-1-1 0 0,-1 0 1 0 0,1 0 0 0 0,-1 0-1 0 0,1 0 1 0 0,-1 0 0 0 0,1 0-1 0 0,-1 0 1 0 0,-1-1 0 0 0,-10-2 0 0 0,1 0 0 0 0,0-2 1 0 0,0 1-1 0 0,-19-12 1 0 0,-2 1 182 0 0,31 14-84 0 0,0 0 0 0 0,-1 0-1 0 0,1 0 1 0 0,0 0 0 0 0,-1 1-1 0 0,1-1 1 0 0,-1 1 0 0 0,1-1 0 0 0,0 1-1 0 0,-6 0 1 0 0,8 0-35 0 0,-1 1-1 0 0,0-1 1 0 0,0 1-1 0 0,0-1 1 0 0,0 1-1 0 0,1-1 1 0 0,-1 1 0 0 0,0-1-1 0 0,1 1 1 0 0,-1 0-1 0 0,0 0 1 0 0,1-1 0 0 0,-1 1-1 0 0,1 0 1 0 0,-1 0-1 0 0,1 0 1 0 0,-1-1-1 0 0,1 1 1 0 0,0 0 0 0 0,-1 0-1 0 0,1 0 1 0 0,0 0-1 0 0,0 0 1 0 0,0 0 0 0 0,-1 0-1 0 0,1 0 1 0 0,0 0-1 0 0,0 0 1 0 0,1 1-1 0 0,-2 7 18 0 0,1 0-1 0 0,0 0 0 0 0,1 0 0 0 0,0 0 0 0 0,1 0 0 0 0,0 0 0 0 0,0 0 0 0 0,7 15 0 0 0,-8-20-13 0 0,1-1-1 0 0,-1 1 1 0 0,1-1 0 0 0,0 1 0 0 0,0-1 0 0 0,1 0-1 0 0,-1 0 1 0 0,1 0 0 0 0,0 0 0 0 0,-1 0 0 0 0,1 0-1 0 0,0-1 1 0 0,1 1 0 0 0,-1-1 0 0 0,0 0 0 0 0,1 0-1 0 0,-1-1 1 0 0,1 1 0 0 0,-1 0 0 0 0,1-1 0 0 0,6 1 0 0 0,-1-1 7 0 0,-1 0 1 0 0,1-2-1 0 0,-1 1 1 0 0,0-1 0 0 0,1 0-1 0 0,-1 0 1 0 0,0-1 0 0 0,1 0-1 0 0,14-7 1 0 0,4-3 12 0 0,36-23 0 0 0,-52 29-29 0 0,18-12 18 0 0,1 0 1 0 0,-2-2-1 0 0,-1-1 0 0 0,0-1 1 0 0,-2-2-1 0 0,44-50 0 0 0,-62 63-9 0 0,-1-1-1 0 0,0 1 1 0 0,-1-1 0 0 0,0 0-1 0 0,-1 0 1 0 0,5-22-1 0 0,4-9 19 0 0,-13 41-31 0 0,4-5 0 0 0,2 14 130 0 0,6 23 188 0 0,-1 1-1 0 0,-2 0 1 0 0,10 63 0 0 0,-8-41-230 0 0,15 68 239 0 0,-26-119-160 0 0,0-5-154 0 0,0-17 27 0 0,0-12-13 0 0,1 1 0 0 0,6-42 1 0 0,-5 63-26 0 0,0 1 0 0 0,0-1 0 0 0,1 1 0 0 0,1 0 0 0 0,-1 0 0 0 0,1 0 1 0 0,1 1-1 0 0,0 0 0 0 0,0-1 0 0 0,0 1 0 0 0,1 1 0 0 0,7-8 0 0 0,-11 14 5 0 0,-1-1-1 0 0,1 1 0 0 0,-1 0 1 0 0,1 0-1 0 0,0 0 0 0 0,-1 0 0 0 0,1 0 1 0 0,0 0-1 0 0,0 0 0 0 0,-1 1 1 0 0,1-1-1 0 0,0 1 0 0 0,0-1 1 0 0,0 1-1 0 0,0 0 0 0 0,0-1 0 0 0,0 1 1 0 0,0 0-1 0 0,0 0 0 0 0,0 1 1 0 0,0-1-1 0 0,-1 0 0 0 0,1 1 1 0 0,0-1-1 0 0,0 1 0 0 0,0 0 0 0 0,0-1 1 0 0,0 1-1 0 0,-1 0 0 0 0,1 0 1 0 0,0 0-1 0 0,-1 0 0 0 0,3 3 1 0 0,1 0 1 0 0,0 0 0 0 0,-1 0 0 0 0,0 0 1 0 0,0 1-1 0 0,0 0 0 0 0,0 0 0 0 0,-1 0 1 0 0,1 0-1 0 0,2 9 0 0 0,6 19 1 0 0,-2 1-1 0 0,-2 0 1 0 0,5 42-1 0 0,-1-8 2 0 0,-12-67-5 0 0,0 0 0 0 0,1 0 0 0 0,-1 0 0 0 0,0 0 0 0 0,0-1 0 0 0,1 1 0 0 0,-1 0-1 0 0,0 0 1 0 0,1 0 0 0 0,-1-1 0 0 0,0 1 0 0 0,1 0 0 0 0,-1 0 0 0 0,1-1 0 0 0,0 1 0 0 0,-1-1 0 0 0,1 1 0 0 0,-1 0 0 0 0,1-1-1 0 0,0 1 1 0 0,0-1 0 0 0,-1 1 0 0 0,1-1 0 0 0,0 0 0 0 0,0 1 0 0 0,-1-1 0 0 0,1 0 0 0 0,0 0 0 0 0,0 1 0 0 0,0-1 0 0 0,0 0-1 0 0,-1 0 1 0 0,1 0 0 0 0,0 0 0 0 0,0 0 0 0 0,0 0 0 0 0,0 0 0 0 0,0 0 0 0 0,-1 0 0 0 0,1-1 0 0 0,0 1 0 0 0,0 0 0 0 0,0 0-1 0 0,-1-1 1 0 0,1 1 0 0 0,0-1 0 0 0,0 1 0 0 0,-1 0 0 0 0,2-2 0 0 0,3-1-68 0 0,0 0 1 0 0,0 0-1 0 0,-1 0 1 0 0,1-1-1 0 0,6-7 1 0 0,12-16-412 0 0,-2-2-1 0 0,-1 0 1 0 0,-1-2 0 0 0,-1 0 0 0 0,21-53 0 0 0,-11 10-64 0 0,27-111 1 0 0,-43 132 398 0 0,10-96-1 0 0,-19 117 598 0 0,-3 0 0 0 0,0 0-1 0 0,-2 0 1 0 0,-9-42 0 0 0,11 74-442 0 0,0-1 1 0 0,0 1 0 0 0,1 0-1 0 0,-1 0 1 0 0,0-1 0 0 0,0 1 0 0 0,0 0-1 0 0,0 0 1 0 0,0 0 0 0 0,0-1 0 0 0,0 1-1 0 0,0 0 1 0 0,-1 0 0 0 0,1-1 0 0 0,0 1-1 0 0,0 0 1 0 0,0 0 0 0 0,0 0 0 0 0,0-1-1 0 0,0 1 1 0 0,0 0 0 0 0,0 0-1 0 0,-1 0 1 0 0,1 0 0 0 0,0-1 0 0 0,0 1-1 0 0,0 0 1 0 0,0 0 0 0 0,-1 0 0 0 0,1 0-1 0 0,0 0 1 0 0,0-1 0 0 0,0 1 0 0 0,0 0-1 0 0,-1 0 1 0 0,1 0 0 0 0,0 0 0 0 0,-1 0-1 0 0,-3 9 206 0 0,0 17 146 0 0,2 330 1371 0 0,4-252-1488 0 0,26 553 684 0 0,-28-656-928 0 0,19 150 20 0 0,-15-130-26 0 0,1 0 0 0 0,1 0-1 0 0,0-1 1 0 0,2 0 0 0 0,11 21-1 0 0,-17-37 14 0 0,0-1 0 0 0,0 1 0 0 0,0-1 0 0 0,1 0-1 0 0,-1 1 1 0 0,1-1 0 0 0,0 0 0 0 0,0-1 0 0 0,0 1 0 0 0,0 0 0 0 0,1-1-1 0 0,6 4 1 0 0,-8-5-1 0 0,0 0 0 0 0,1-1-1 0 0,-1 1 1 0 0,0-1 0 0 0,1 1-1 0 0,-1-1 1 0 0,1 0 0 0 0,-1 0-1 0 0,1 0 1 0 0,-1 0 0 0 0,0-1-1 0 0,1 1 1 0 0,-1-1 0 0 0,0 1-1 0 0,1-1 1 0 0,-1 0 0 0 0,0 0-1 0 0,0 0 1 0 0,1 0 0 0 0,-1 0-1 0 0,0 0 1 0 0,0-1 0 0 0,2-2-1 0 0,4-2 8 0 0,-1 0 0 0 0,0-1 0 0 0,0 0 0 0 0,0-1 0 0 0,-1 1 0 0 0,-1-1-1 0 0,1 0 1 0 0,-1-1 0 0 0,0 1 0 0 0,-1-1 0 0 0,0 0 0 0 0,0-1 0 0 0,-1 1 0 0 0,3-15 0 0 0,-5 16-13 0 0,1 0 0 0 0,-2 1 1 0 0,1-1-1 0 0,-1 0 1 0 0,0 0-1 0 0,-1 0 1 0 0,1 1-1 0 0,-2-1 1 0 0,1 0-1 0 0,-1 1 1 0 0,0-1-1 0 0,-1 1 1 0 0,1 0-1 0 0,-2 0 0 0 0,1 0 1 0 0,-1 0-1 0 0,0 0 1 0 0,-9-11-1 0 0,1 6-3 0 0,0 0 0 0 0,-1 1 0 0 0,0 0 0 0 0,-1 1 0 0 0,0 0 0 0 0,0 2 0 0 0,-1-1-1 0 0,-32-11 1 0 0,-9 0-5 0 0,-72-15 0 0 0,75 22 9 0 0,31 7-2 0 0,12 5 0 0 0,1-1 0 0 0,0-1 0 0 0,0 0 0 0 0,0 0 0 0 0,-11-6 0 0 0,18 8-1 0 0,0-1-1 0 0,0 1 1 0 0,0-1 0 0 0,0 1-1 0 0,1-1 1 0 0,-1 0-1 0 0,0 0 1 0 0,1 1 0 0 0,-1-1-1 0 0,1 0 1 0 0,-1-1 0 0 0,1 1-1 0 0,0 0 1 0 0,0 0 0 0 0,0 0-1 0 0,0-1 1 0 0,1 1-1 0 0,-1-1 1 0 0,1 1 0 0 0,-1 0-1 0 0,1-1 1 0 0,0 1 0 0 0,0-1-1 0 0,0 1 1 0 0,0-3 0 0 0,1-4 1 0 0,1 1 0 0 0,0 0 0 0 0,0 0 1 0 0,1 0-1 0 0,0 1 0 0 0,0-1 1 0 0,1 1-1 0 0,0-1 0 0 0,0 1 0 0 0,0 0 1 0 0,1 1-1 0 0,1-1 0 0 0,-1 1 1 0 0,8-7-1 0 0,3-2-2 0 0,1 0 0 0 0,1 1 0 0 0,0 1 0 0 0,22-12 0 0 0,-15 12 2 0 0,2 1 0 0 0,-1 1 1 0 0,47-13-1 0 0,89-12 24 0 0,-109 25-7 0 0,77-22-15 0 0,-111 26 8 0 0,0 0 0 0 0,-1-1 0 0 0,0-1 0 0 0,29-19 0 0 0,-45 26-5 0 0,1 0-1 0 0,-1 0 0 0 0,1 0 1 0 0,-1 0-1 0 0,1 0 1 0 0,-1-1-1 0 0,0 1 0 0 0,0-1 1 0 0,0 0-1 0 0,-1 1 1 0 0,1-1-1 0 0,-1 0 0 0 0,1 0 1 0 0,-1 0-1 0 0,0 0 1 0 0,0 0-1 0 0,0 0 0 0 0,0-6 1 0 0,-1 5-6 0 0,0 0 1 0 0,0 0-1 0 0,-1 0 0 0 0,1 0 1 0 0,-1 0-1 0 0,0 0 1 0 0,-1 0-1 0 0,1 0 1 0 0,0 0-1 0 0,-1 0 0 0 0,0 1 1 0 0,-4-7-1 0 0,-1 0-4 0 0,0 1 0 0 0,-1 1-1 0 0,0 0 1 0 0,0 0 0 0 0,-1 0 0 0 0,0 1-1 0 0,0 0 1 0 0,-1 1 0 0 0,-16-9 0 0 0,23 14 2 0 0,1 0 0 0 0,0 0 1 0 0,-1 0-1 0 0,1 0 0 0 0,-1 0 1 0 0,1 1-1 0 0,-1-1 0 0 0,1 1 1 0 0,-1 0-1 0 0,0 0 0 0 0,1 0 1 0 0,-1 0-1 0 0,1 0 0 0 0,-1 1 1 0 0,1-1-1 0 0,-1 1 0 0 0,1-1 1 0 0,-1 1-1 0 0,-2 1 0 0 0,2 0-1 0 0,0 0-1 0 0,0 0 0 0 0,0 0 0 0 0,0 1 0 0 0,0 0 0 0 0,0-1 1 0 0,1 1-1 0 0,-1 0 0 0 0,1 0 0 0 0,0 0 0 0 0,-3 6 1 0 0,-2 5-16 0 0,0 1 0 0 0,2-1 0 0 0,0 2 0 0 0,-6 29 1 0 0,4-8-3 0 0,2-1-1 0 0,2 1 1 0 0,1 43 0 0 0,3-60 19 0 0,0 0 0 0 0,1 0 0 0 0,2 0-1 0 0,0 0 1 0 0,1 0 0 0 0,1-1 0 0 0,11 26 0 0 0,-15-39-94 0 0,1-1 0 0 0,0 0 1 0 0,0 0-1 0 0,0 0 1 0 0,0-1-1 0 0,1 1 1 0 0,-1-1-1 0 0,1 0 1 0 0,1 0-1 0 0,-1 0 0 0 0,0 0 1 0 0,1-1-1 0 0,0 0 1 0 0,0 0-1 0 0,0 0 1 0 0,0 0-1 0 0,0-1 1 0 0,0 0-1 0 0,1 0 0 0 0,-1-1 1 0 0,1 1-1 0 0,0-1 1 0 0,-1 0-1 0 0,1-1 1 0 0,0 1-1 0 0,-1-1 1 0 0,1 0-1 0 0,0 0 0 0 0,0-1 1 0 0,-1 0-1 0 0,1 0 1 0 0,-1 0-1 0 0,11-4 1 0 0,0-1-489 0 0,-1 0 1 0 0,0-1 0 0 0,0-1-1 0 0,0 0 1 0 0,-1-1-1 0 0,0-1 1 0 0,18-15 0 0 0,-12 6-754 0 0,0 0 1 0 0,-2-2 0 0 0,29-39-1 0 0,-26 29-20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8:43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76 320 3608 0 0,'7'-15'727'0'0,"-1"-1"0"0"0,-1 0 0 0 0,0-1-1 0 0,-1 1 1 0 0,-1-1 0 0 0,0 0-1 0 0,-1 0 1 0 0,-1-21 0 0 0,-10 12 767 0 0,9 25-1461 0 0,0 1-1 0 0,0-1 1 0 0,0 1 0 0 0,0-1-1 0 0,-1 1 1 0 0,1-1 0 0 0,0 1-1 0 0,0-1 1 0 0,-1 1 0 0 0,1-1-1 0 0,0 1 1 0 0,-1-1 0 0 0,1 1-1 0 0,0-1 1 0 0,-1 1 0 0 0,1 0-1 0 0,-1-1 1 0 0,1 1 0 0 0,-1 0-1 0 0,1-1 1 0 0,-1 1 0 0 0,1 0-1 0 0,-1 0 1 0 0,1-1 0 0 0,-1 1-1 0 0,1 0 1 0 0,-1 0 0 0 0,0 0-1 0 0,1 0 1 0 0,-1 0 0 0 0,1 0-1 0 0,-1 0 1 0 0,1 0 0 0 0,-1 0-1 0 0,0 0 1 0 0,1 0 0 0 0,-1 0-1 0 0,1 0 1 0 0,-1 0 0 0 0,1 0-1 0 0,-1 1 1 0 0,1-1 0 0 0,-1 0 0 0 0,1 0-1 0 0,-2 1 1 0 0,-1 1 79 0 0,2-2-104 0 0,1 0 0 0 0,0 0 0 0 0,-1 0 1 0 0,1 0-1 0 0,-1 0 0 0 0,1 1 0 0 0,0-1 0 0 0,-1 0 0 0 0,1 0 1 0 0,0 0-1 0 0,-1 1 0 0 0,1-1 0 0 0,0 0 0 0 0,0 0 0 0 0,-1 1 1 0 0,1-1-1 0 0,0 0 0 0 0,0 0 0 0 0,-1 1 0 0 0,1-1 0 0 0,0 0 0 0 0,0 1 1 0 0,0-1-1 0 0,-1 1 0 0 0,-5 33 259 0 0,-2 69-3 0 0,8-95-199 0 0,-1-1 1 0 0,0 0-1 0 0,0 0 0 0 0,-1 1 0 0 0,0-1 0 0 0,0 0 1 0 0,-1 0-1 0 0,-4 9 0 0 0,-5 10 142 0 0,5-2-133 0 0,1 0 0 0 0,2 0 0 0 0,0 0-1 0 0,1 1 1 0 0,1 0 0 0 0,3 41-1 0 0,5-37-34 0 0,-2-19-24 0 0,0-18 15 0 0,2-69-7 0 0,-6 77-22 0 0,0-1-1 0 0,0 1 1 0 0,0 0-1 0 0,0 0 0 0 0,0-1 1 0 0,0 1-1 0 0,0 0 1 0 0,0 0-1 0 0,0-1 1 0 0,0 1-1 0 0,0 0 1 0 0,0 0-1 0 0,0-1 1 0 0,0 1-1 0 0,0 0 1 0 0,0 0-1 0 0,0-1 1 0 0,0 1-1 0 0,0 0 1 0 0,0 0-1 0 0,0 0 1 0 0,1-1-1 0 0,-1 1 1 0 0,0 0-1 0 0,0 0 0 0 0,0-1 1 0 0,0 1-1 0 0,1 0 1 0 0,-1 0-1 0 0,0 0 1 0 0,0 0-1 0 0,0 0 1 0 0,1-1-1 0 0,-1 1 1 0 0,0 0-1 0 0,0 0 1 0 0,1 0-1 0 0,-1 0 1 0 0,0 0-1 0 0,0 0 1 0 0,1 0-1 0 0,-1 0 1 0 0,0 0-1 0 0,0 0 1 0 0,1 0-1 0 0,-1 0 0 0 0,0 0 1 0 0,0 0-1 0 0,1 0 1 0 0,-1 0-1 0 0,1 0 1 0 0,11 12 8 0 0,1 0-5 0 0,-11-11-22 0 0,1 0 1 0 0,-1 0-1 0 0,0 0 0 0 0,0 0 1 0 0,0-1-1 0 0,1 1 1 0 0,-1-1-1 0 0,0 0 0 0 0,1 1 1 0 0,-1-1-1 0 0,0 0 0 0 0,1 0 1 0 0,-1-1-1 0 0,0 1 0 0 0,0 0 1 0 0,1-1-1 0 0,-1 1 0 0 0,0-1 1 0 0,3-1-1 0 0,-1 0-56 0 0,0-1 1 0 0,0 1-1 0 0,0-1 0 0 0,-1 0 1 0 0,1 0-1 0 0,-1 0 0 0 0,0 0 1 0 0,0 0-1 0 0,4-6 0 0 0,3-6-226 0 0,-1-1-1 0 0,0 0 0 0 0,11-30 1 0 0,-10 19 191 0 0,-1-1-1 0 0,8-49 1 0 0,-15 65 160 0 0,-1 8 117 0 0,-1 6 75 0 0,-6 43 693 0 0,6-20-691 0 0,3 69 192 0 0,-2-83-414 0 0,0 0 0 0 0,1-1-1 0 0,0 1 1 0 0,1-1 0 0 0,1 1 0 0 0,5 12-1 0 0,-8-21-18 0 0,-1-1 1 0 0,1 0-1 0 0,0 1 0 0 0,0-1 0 0 0,0 0 0 0 0,0 0 0 0 0,0 1 0 0 0,0-1 0 0 0,0 0 0 0 0,1 0 0 0 0,-1 0 0 0 0,0 0 0 0 0,0-1 0 0 0,1 1 0 0 0,-1 0 0 0 0,1 0 0 0 0,-1-1 1 0 0,1 1-1 0 0,-1-1 0 0 0,1 1 0 0 0,-1-1 0 0 0,1 0 0 0 0,-1 0 0 0 0,1 1 0 0 0,-1-1 0 0 0,1 0 0 0 0,0 0 0 0 0,-1-1 0 0 0,1 1 0 0 0,-1 0 0 0 0,1 0 0 0 0,-1-1 0 0 0,4 0 1 0 0,1-2-1 0 0,1 0 1 0 0,0 0 0 0 0,-1-1 0 0 0,1 1-1 0 0,10-10 1 0 0,4-5-7 0 0,-1-2 0 0 0,0 0 0 0 0,-2-1 0 0 0,0-1 0 0 0,-2-1 1 0 0,0 0-1 0 0,-2-1 0 0 0,13-28 0 0 0,-21 40 26 0 0,0 0 0 0 0,-1 0 0 0 0,-1 0 0 0 0,0-1 0 0 0,-1 1-1 0 0,0-1 1 0 0,-1 0 0 0 0,0 0 0 0 0,-1 0 0 0 0,-1 0 0 0 0,0 0 0 0 0,0 0 0 0 0,-2 0 0 0 0,-2-16 0 0 0,-7-17 18 0 0,10 45-33 0 0,-1-15-9 0 0,0 10-12 0 0,1 4 4 0 0,0-9-124 0 0,1 11 132 0 0,0 0 0 0 0,0 0 0 0 0,0 0 1 0 0,0 0-1 0 0,0 0 0 0 0,0-1 0 0 0,0 1 1 0 0,0 0-1 0 0,0 0 0 0 0,0 0 0 0 0,0 0 1 0 0,-1 0-1 0 0,1 0 0 0 0,0 0 0 0 0,0 0 1 0 0,0 0-1 0 0,0 0 0 0 0,0 0 0 0 0,0-1 1 0 0,0 1-1 0 0,0 0 0 0 0,-1 0 0 0 0,1 0 1 0 0,0 0-1 0 0,0 0 0 0 0,0 0 0 0 0,0 0 1 0 0,0 0-1 0 0,0 0 0 0 0,0 0 0 0 0,-1 0 1 0 0,1 0-1 0 0,0 0 0 0 0,0 0 0 0 0,0 0 1 0 0,0 0-1 0 0,0 0 0 0 0,0 0 0 0 0,0 0 1 0 0,-1 1-1 0 0,1-1 0 0 0,0 0 0 0 0,0 0 1 0 0,0 0-1 0 0,0 0 0 0 0,0 0 0 0 0,0 0 1 0 0,0 0-1 0 0,0 0 0 0 0,0 0 0 0 0,-1 0 1 0 0,1 0-1 0 0,0 1 0 0 0,-1 0-5 0 0,-26 12-36 0 0,24-11 39 0 0,-1 1-1 0 0,1 0 1 0 0,0 0-1 0 0,1 0 1 0 0,-1 0-1 0 0,0 0 1 0 0,1 1 0 0 0,0-1-1 0 0,0 1 1 0 0,-2 4-1 0 0,3-6-2 0 0,0 1 0 0 0,0-1-1 0 0,1 1 1 0 0,-1-1 0 0 0,1 1-1 0 0,0-1 1 0 0,0 1 0 0 0,0 0 0 0 0,0-1-1 0 0,0 1 1 0 0,0-1 0 0 0,2 5-1 0 0,1 0-3 0 0,0 0 0 0 0,0-1-1 0 0,0 1 1 0 0,1-1-1 0 0,0 0 1 0 0,1-1-1 0 0,-1 1 1 0 0,1-1 0 0 0,7 7-1 0 0,12 9 12 0 0,1-1-1 0 0,0-2 1 0 0,42 23-1 0 0,-28-17 33 0 0,-37-23-4 0 0,-1-1 0 0 0,0 1 0 0 0,1 0 0 0 0,-1 0 0 0 0,0 0 0 0 0,1 0 0 0 0,-1 0 0 0 0,0 0 0 0 0,0 1 0 0 0,0-1 0 0 0,0 0 0 0 0,0 0 0 0 0,0 1 0 0 0,-1-1 0 0 0,1 1 0 0 0,0-1 0 0 0,-1 1 0 0 0,1-1 0 0 0,-1 1 0 0 0,1-1 0 0 0,-1 1-1 0 0,0 0 1 0 0,1 2 0 0 0,-2-1 15 0 0,1-1 0 0 0,-1 1-1 0 0,0-1 1 0 0,0 1-1 0 0,0-1 1 0 0,0 1 0 0 0,0-1-1 0 0,0 0 1 0 0,-1 1-1 0 0,1-1 1 0 0,-1 0 0 0 0,0 0-1 0 0,-1 2 1 0 0,-6 5 69 0 0,-1-1 1 0 0,1 0-1 0 0,-1-1 1 0 0,-21 13-1 0 0,-1-4-133 0 0,0-2 0 0 0,-1 0 0 0 0,0-3 0 0 0,-37 9 0 0 0,68-20-443 0 0,-4-2-563 0 0,5 2 974 0 0,1 0-1 0 0,0 0 1 0 0,-1 0-1 0 0,1 0 1 0 0,-1 0-1 0 0,1 0 1 0 0,0 0-1 0 0,-1 0 1 0 0,1 0-1 0 0,-1 0 1 0 0,1 0 0 0 0,0 0-1 0 0,-1 0 1 0 0,1-1-1 0 0,0 1 1 0 0,-1 0-1 0 0,1 0 1 0 0,0 0-1 0 0,-1-1 1 0 0,1 1-1 0 0,0 0 1 0 0,-1 0 0 0 0,1-1-1 0 0,0 1 1 0 0,0 0-1 0 0,0-1 1 0 0,-1 1-1 0 0,1-2-321 0 0,0 0-1 0 0,0 0 1 0 0,0 0-1 0 0,0 1 1 0 0,0-1-1 0 0,0 0 0 0 0,0 0 1 0 0,1 0-1 0 0,-1 1 1 0 0,1-1-1 0 0,-1 0 1 0 0,1 1-1 0 0,0-1 1 0 0,1-3-1 0 0,3-3-1919 0 0,0-3-1592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8:43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29 468 0 0,'24'-29'17139'0'0,"-23"29"-16931"0"0,-1 2-112 0 0,1-1 0 0 0,0 0 0 0 0,0 0 1 0 0,-1 0-1 0 0,1 1 0 0 0,0-1 0 0 0,-1 0 0 0 0,1 1 0 0 0,-1-1 0 0 0,0 1 1 0 0,1-1-1 0 0,-1 3 0 0 0,1 1 219 0 0,109 321 2353 0 0,-109-321-2684 0 0,22 55-711 0 0,-5-23-3786 0 0,-10-28 1174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8:44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145 148 1188 0 0,'-67'-75'10944'0'0,"-5"9"-5894"0"0,66 60-4669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8:44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1952 0 0,'-4'11'3720'0'0,"1"1"0"0"0,-5 19 0 0 0,3 25 1108 0 0,9 58-4280 0 0,1-44 428 0 0,5 52-636 0 0,1 22-104 0 0,-11-142-227 0 0,1 9 66 0 0,0-22-168 0 0,0 0 86 0 0,-1 1 0 0 0,1-1 0 0 0,1 1 0 0 0,0 0 0 0 0,0-1 0 0 0,1 1 1 0 0,0 0-1 0 0,1 0 0 0 0,0 1 0 0 0,0-1 0 0 0,1 1 0 0 0,8-11 1 0 0,-9 15 4 0 0,0 0 0 0 0,0 0 0 0 0,0 1 0 0 0,1-1 0 0 0,0 1 0 0 0,0 0 0 0 0,0 0 1 0 0,0 1-1 0 0,0 0 0 0 0,1 0 0 0 0,0 0 0 0 0,0 0 0 0 0,-1 1 0 0 0,1 0 1 0 0,1 0-1 0 0,-1 1 0 0 0,0-1 0 0 0,0 1 0 0 0,0 1 0 0 0,1-1 0 0 0,9 1 0 0 0,-9 1 15 0 0,1 0 0 0 0,0 0-1 0 0,0 0 1 0 0,0 1 0 0 0,0 0-1 0 0,-1 1 1 0 0,1 0 0 0 0,-1 0-1 0 0,0 0 1 0 0,0 1 0 0 0,0 0-1 0 0,0 0 1 0 0,-1 1 0 0 0,7 5-1 0 0,-9-5 47 0 0,0-1 1 0 0,0 0-1 0 0,0 1 0 0 0,-1 0 0 0 0,0 0 1 0 0,0 0-1 0 0,0 0 0 0 0,-1 0 0 0 0,1 1 0 0 0,-1-1 1 0 0,0 1-1 0 0,-1 0 0 0 0,1-1 0 0 0,-1 1 1 0 0,-1 0-1 0 0,1 0 0 0 0,-1 0 0 0 0,0 0 0 0 0,-1 9 1 0 0,0-4 46 0 0,-1 1 0 0 0,-1-1-1 0 0,1 0 1 0 0,-2-1 0 0 0,0 1 0 0 0,0 0 0 0 0,-1-1 0 0 0,0 0 0 0 0,-1 0 0 0 0,0 0 0 0 0,0-1 0 0 0,-9 9 0 0 0,9-11-69 0 0,0-1 0 0 0,-1 0 0 0 0,0 0 0 0 0,0 0 0 0 0,0-1 0 0 0,-1 0 0 0 0,1-1 1 0 0,-1 1-1 0 0,0-1 0 0 0,-1-1 0 0 0,1 0 0 0 0,-1 0 0 0 0,0-1 0 0 0,1 1 0 0 0,-1-2 0 0 0,-10 1 0 0 0,18-2-44 0 0,-8 1-25 0 0,0 0 1 0 0,0-1-1 0 0,-15-2 0 0 0,22 1-251 0 0,-1 1 0 0 0,1-1 0 0 0,0 1 0 0 0,-1-1-1 0 0,1 0 1 0 0,0 0 0 0 0,0 0 0 0 0,0 0 0 0 0,-1-1-1 0 0,1 1 1 0 0,1 0 0 0 0,-1-1 0 0 0,0 1 0 0 0,0-1-1 0 0,0 0 1 0 0,1 0 0 0 0,-1 0 0 0 0,-2-3 0 0 0,4 4 49 0 0,0 1 0 0 0,-1-1 0 0 0,1 0 1 0 0,-1 1-1 0 0,1-1 0 0 0,0 0 1 0 0,0 0-1 0 0,-1 1 0 0 0,1-1 0 0 0,0 0 1 0 0,0 0-1 0 0,0 1 0 0 0,0-1 1 0 0,0 0-1 0 0,0 0 0 0 0,0 0 0 0 0,0 1 1 0 0,0-2-1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8:45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44 3652 0 0,'-40'-35'10623'0'0,"39"34"-10503"0"0,1 1 0 0 0,0-1-1 0 0,-1 0 1 0 0,1 1 0 0 0,-1-1-1 0 0,1 1 1 0 0,-1-1 0 0 0,1 1-1 0 0,-1-1 1 0 0,1 1 0 0 0,-1 0-1 0 0,1-1 1 0 0,-1 1 0 0 0,0 0-1 0 0,1-1 1 0 0,-1 1-1 0 0,1 0 1 0 0,-1 0 0 0 0,0 0-1 0 0,1-1 1 0 0,-1 1 0 0 0,0 0-1 0 0,1 0 1 0 0,-1 0 0 0 0,0 0-1 0 0,0 0 1 0 0,1 0 0 0 0,-1 0-1 0 0,0 0 1 0 0,1 1 0 0 0,-1-1-1 0 0,0 0 1 0 0,1 0 0 0 0,-1 0-1 0 0,1 1 1 0 0,-1-1 0 0 0,0 0-1 0 0,1 1 1 0 0,-1-1 0 0 0,1 1-1 0 0,-1-1 1 0 0,0 2 0 0 0,-1-1 47 0 0,1 1 1 0 0,-1 0 0 0 0,1-1-1 0 0,-1 1 1 0 0,1 0 0 0 0,0 0-1 0 0,0 0 1 0 0,0 0 0 0 0,0 0 0 0 0,0 3-1 0 0,-2 10 334 0 0,1 1 0 0 0,1 0 1 0 0,1 0-1 0 0,0 0 0 0 0,1 0 0 0 0,0-1 0 0 0,5 17 0 0 0,32 111 199 0 0,-15-66-411 0 0,106 326 370 0 0,-125-393-663 0 0,4 13 26 0 0,18 31 1 0 0,-24-50-25 0 0,0 1 0 0 0,0-1 1 0 0,1 0-1 0 0,0 0 1 0 0,0-1-1 0 0,0 1 1 0 0,0-1-1 0 0,1 1 0 0 0,-1-1 1 0 0,1 0-1 0 0,0 0 1 0 0,0 0-1 0 0,0-1 1 0 0,5 3-1 0 0,-6-5-41 0 0,0 1-1 0 0,0-1 1 0 0,-1 1-1 0 0,1-1 1 0 0,0 0-1 0 0,0 0 1 0 0,0-1-1 0 0,0 1 1 0 0,0 0-1 0 0,0-1 1 0 0,0 0-1 0 0,0 0 1 0 0,-1 0-1 0 0,1 0 1 0 0,0 0-1 0 0,-1 0 1 0 0,1-1-1 0 0,0 1 1 0 0,2-3-1 0 0,5-4-259 0 0,0 0 0 0 0,16-18 0 0 0,-26 26 298 0 0,19-20-425 0 0,-1-1 0 0 0,-1-1 1 0 0,22-37-1 0 0,-32 46 372 0 0,0 0 0 0 0,-1 0 0 0 0,0-1 1 0 0,-1 0-1 0 0,-1 0 0 0 0,0 0 0 0 0,-1 0 0 0 0,2-23 0 0 0,-4 33 53 0 0,-1 0-1 0 0,0 0 0 0 0,-1 0 0 0 0,1 0 0 0 0,-1 0 0 0 0,1 0 0 0 0,-1 0 0 0 0,0 0 0 0 0,-1 0 0 0 0,1 0 0 0 0,-1 0 0 0 0,1 0 0 0 0,-1 1 0 0 0,0-1 0 0 0,-1 1 0 0 0,1-1 1 0 0,-1 1-1 0 0,1 0 0 0 0,-1 0 0 0 0,-5-5 0 0 0,6 7 10 0 0,1 0 1 0 0,-1 1-1 0 0,0-1 1 0 0,0 0-1 0 0,1 1 1 0 0,-1-1 0 0 0,0 1-1 0 0,0-1 1 0 0,0 1-1 0 0,1 0 1 0 0,-1 0-1 0 0,0 0 1 0 0,0 0-1 0 0,0 0 1 0 0,0 0-1 0 0,-2 1 1 0 0,0-1 19 0 0,0 1 1 0 0,0 0-1 0 0,1 1 0 0 0,-1-1 0 0 0,0 0 1 0 0,-5 4-1 0 0,1 1 68 0 0,1 0 0 0 0,0 0 0 0 0,0 1 0 0 0,0-1 0 0 0,1 1 0 0 0,0 1 0 0 0,1-1 0 0 0,0 1 0 0 0,0 0 0 0 0,0 1 0 0 0,1-1 0 0 0,0 1 0 0 0,1-1-1 0 0,-3 11 1 0 0,1-2 107 0 0,2 0 0 0 0,0 0 0 0 0,0 0-1 0 0,2 0 1 0 0,0 0 0 0 0,3 32-1 0 0,-1-41-142 0 0,0-1 0 0 0,1 0 0 0 0,0 1 0 0 0,1-1 0 0 0,-1 0 0 0 0,1 0 0 0 0,1 0 1 0 0,-1-1-1 0 0,1 1 0 0 0,0-1 0 0 0,1 0 0 0 0,0 0 0 0 0,0 0 0 0 0,0-1 0 0 0,0 0 0 0 0,1 0 0 0 0,0 0 0 0 0,0 0 0 0 0,0-1 0 0 0,1 0 0 0 0,-1-1 0 0 0,13 6 0 0 0,-5-3-424 0 0,0-1 0 0 0,0 0-1 0 0,1-1 1 0 0,21 3 0 0 0,-20-5-1701 0 0,1-1 1 0 0,0 0-1 0 0,25-2 0 0 0,-24-2-3651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8:45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8273 0 0,'-8'6'20558'0'0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04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185 577 816 0 0,'2'-18'3801'0'0,"0"9"-2113"0"0,-1-1 1 0 0,0 1 0 0 0,-1 0-1 0 0,1 0 1 0 0,-3-15 0 0 0,-11 42-1478 0 0,-24 45-7 0 0,-39 91-1 0 0,64-126-194 0 0,2 1-1 0 0,0 1 1 0 0,2 0 0 0 0,2 0 0 0 0,-6 61-1 0 0,12-82-5 0 0,0 0 0 0 0,0 0-1 0 0,2 11 1 0 0,-1-18 0 0 0,-1 1 0 0 0,1 0 0 0 0,0 0 0 0 0,-1-1 0 0 0,1 1 1 0 0,1-1-1 0 0,-1 1 0 0 0,0-1 0 0 0,0 1 0 0 0,1-1 0 0 0,0 0 0 0 0,-1 0 0 0 0,1 0 1 0 0,2 3-1 0 0,-2-4 0 0 0,0 0 1 0 0,-1-1-1 0 0,1 1 0 0 0,0 0 1 0 0,-1-1-1 0 0,1 1 1 0 0,0-1-1 0 0,0 1 0 0 0,-1-1 1 0 0,1 0-1 0 0,0 0 1 0 0,0 0-1 0 0,-1 0 0 0 0,1 0 1 0 0,0 0-1 0 0,0 0 1 0 0,2-1-1 0 0,29-10 16 0 0,-19 4-2 0 0,0 0 0 0 0,-1-1 1 0 0,0-1-1 0 0,0 0 0 0 0,-1-1 0 0 0,0 0 1 0 0,10-13-1 0 0,1-3-17 0 0,-1 0-1 0 0,21-34 1 0 0,-15 15-24 0 0,-1-1 1 0 0,-3-1-1 0 0,-2-1 0 0 0,26-82 0 0 0,-37 94 8 0 0,-2 1 0 0 0,-2-1 0 0 0,-2-1 0 0 0,0 1 0 0 0,-3-1 0 0 0,-1 0 0 0 0,-6-57 0 0 0,3 81 10 0 0,-1 0 0 0 0,0 1-1 0 0,0-1 1 0 0,-1 1 0 0 0,-1-1-1 0 0,0 1 1 0 0,-1 0 0 0 0,0 1 0 0 0,-8-12-1 0 0,11 19 4 0 0,1 0 0 0 0,-1 1-1 0 0,0-1 1 0 0,0 1 0 0 0,0 0-1 0 0,0 0 1 0 0,-1 0-1 0 0,1 1 1 0 0,-1-1 0 0 0,0 1-1 0 0,1-1 1 0 0,-1 1 0 0 0,0 1-1 0 0,-1-1 1 0 0,1 0 0 0 0,0 1-1 0 0,0 0 1 0 0,-1 0 0 0 0,1 0-1 0 0,0 1 1 0 0,-1-1 0 0 0,1 1-1 0 0,-1 0 1 0 0,1 0 0 0 0,-1 1-1 0 0,1-1 1 0 0,0 1 0 0 0,-1 0-1 0 0,1 0 1 0 0,-5 2 0 0 0,-2 2-5 0 0,0 1 1 0 0,0 0-1 0 0,1 0 0 0 0,-1 1 1 0 0,1 1-1 0 0,1 0 1 0 0,-1 0-1 0 0,-15 18 0 0 0,4-1 12 0 0,2 1 0 0 0,-21 35-1 0 0,20-28 17 0 0,2 2 0 0 0,2 0 0 0 0,-15 44 0 0 0,24-56 2 0 0,0 0 1 0 0,2 1 0 0 0,1 0 0 0 0,0 0 0 0 0,2 0 0 0 0,1 31 0 0 0,2-45-11 0 0,0 1 0 0 0,0-1-1 0 0,1 0 1 0 0,1 0 0 0 0,0 0 0 0 0,0 0 0 0 0,1 0 0 0 0,0 0 0 0 0,1-1 0 0 0,0 0 0 0 0,0 0-1 0 0,1 0 1 0 0,0-1 0 0 0,8 9 0 0 0,5 2 1 0 0,1 0 0 0 0,1-2-1 0 0,1 0 1 0 0,27 16 0 0 0,-14-10 7 0 0,0 2 1 0 0,35 32 0 0 0,-58-45 88 0 0,-1-1 1 0 0,0 1 0 0 0,-1 1 0 0 0,0 0 0 0 0,-1 1-1 0 0,0-1 1 0 0,-1 2 0 0 0,10 25 0 0 0,-17-36-204 0 0,12 32 537 0 0,-6-13-3144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04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30 656 0 0,'4'-12'11889'0'0,"-3"5"-10301"0"0,6-3-3468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05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467 156 372 0 0,'-12'6'3484'0'0,"-35"21"1512"0"0,46-26-4675 0 0,-2 1 134 0 0,3-1-246 0 0,-1 0 0 0 0,0 0-1 0 0,0-1 1 0 0,0 1-1 0 0,0 0 1 0 0,0-1-1 0 0,0 1 1 0 0,0 0-1 0 0,0-1 1 0 0,0 1-1 0 0,0-1 1 0 0,0 0-1 0 0,0 1 1 0 0,0-1-1 0 0,-1 0 1 0 0,-1 1-1 0 0,-1-2-151 0 0,1 0-1 0 0,-1 0 1 0 0,0 0-1 0 0,1-1 0 0 0,-1 1 1 0 0,1-1-1 0 0,0 0 1 0 0,-1 0-1 0 0,1 0 1 0 0,0 0-1 0 0,0-1 0 0 0,0 1 1 0 0,-3-6-1 0 0,-90-105 177 0 0,51 57-231 0 0,154 79-246 0 0,-72-17 251 0 0,0-2 0 0 0,50 0 0 0 0,76-11 24 0 0,-105 4-28 0 0,-51 3-4 0 0,1-1 0 0 0,-1 1-1 0 0,0-1 1 0 0,0 0-1 0 0,0-1 1 0 0,0 0 0 0 0,0 0-1 0 0,0-1 1 0 0,0 0-1 0 0,0 0 1 0 0,10-7 0 0 0,-15 9 13 0 0,-15 26-148 0 0,-30 62 353 0 0,-54 154 0 0 0,75-180-69 0 0,-19 70 60 0 0,29-87-31 0 0,-1 0 1 0 0,-39 80 0 0 0,50-120-104 0 0,0-1 0 0 0,0 0 0 0 0,0 1 0 0 0,0-1 0 0 0,-1 0 0 0 0,1 0 0 0 0,-1-1 0 0 0,0 1 0 0 0,0-1 0 0 0,0 1 0 0 0,0-1 0 0 0,-1 0 0 0 0,1 0 0 0 0,-1 0 0 0 0,-4 2 0 0 0,2-3-27 0 0,1 1 0 0 0,-1-1 0 0 0,0 0 0 0 0,1-1 0 0 0,-1 1 0 0 0,0-1 0 0 0,1-1 0 0 0,-1 1 0 0 0,-9-2 1 0 0,-8-4-23 0 0,1-1 1 0 0,0 0-1 0 0,0-2 1 0 0,-24-14 0 0 0,27 14 36 0 0,-90-53-15 0 0,13 6-8 0 0,95 56-48 0 0,0 0 1 0 0,0-1-1 0 0,0 1 1 0 0,1-1-1 0 0,-1 1 0 0 0,0-1 1 0 0,0 1-1 0 0,0-1 1 0 0,0 0-1 0 0,1 1 0 0 0,-1-1 1 0 0,0 0-1 0 0,1 0 1 0 0,-1 1-1 0 0,0-1 0 0 0,1 0 1 0 0,-1-1-1 0 0,1 2-25 0 0,0-1 0 0 0,0 1-1 0 0,0 0 1 0 0,0-1 0 0 0,1 1-1 0 0,-1 0 1 0 0,0-1 0 0 0,0 1 0 0 0,1-1-1 0 0,-1 1 1 0 0,0 0 0 0 0,0 0-1 0 0,1-1 1 0 0,-1 1 0 0 0,0 0 0 0 0,1 0-1 0 0,-1-1 1 0 0,0 1 0 0 0,1 0-1 0 0,-1 0 1 0 0,0 0 0 0 0,1-1 0 0 0,-1 1-1 0 0,1 0 1 0 0,-1 0 0 0 0,0 0-1 0 0,2 0 1 0 0,42-5-3132 0 0,-33 4 2016 0 0,24-6-4126 0 0,-15 2 1264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06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 1788 0 0,'0'0'4000'0'0,"3"11"398"0"0,-2-10-4334 0 0,1 0 0 0 0,-1 0 0 0 0,1 0 0 0 0,-1 0 0 0 0,1 0 0 0 0,0-1 0 0 0,-1 1 0 0 0,1 0 0 0 0,0-1 0 0 0,0 1 0 0 0,-1-1 0 0 0,1 0 0 0 0,0 0 0 0 0,0 1 0 0 0,0-1 0 0 0,0 0-1 0 0,-1-1 1 0 0,1 1 0 0 0,2-1 0 0 0,52-5 37 0 0,-39 4-37 0 0,73-7 149 0 0,158-24-4674 0 0,-210 20 3841 0 0,-28 8 898 0 0,-7 4 96 0 0,-1-1 1 0 0,0 1-1 0 0,0-1 1 0 0,0 0-1 0 0,0 0 0 0 0,0 0 1 0 0,0 0-1 0 0,-1 0 0 0 0,1 0 1 0 0,-1-1-1 0 0,1 1 1 0 0,-1 0-1 0 0,0-1 0 0 0,2-4 786 0 0,-12 42-306 0 0,4-15-780 0 0,0 0 0 0 0,1 1 1 0 0,2 0-1 0 0,0-1 0 0 0,1 1 0 0 0,1 0 0 0 0,1 0 0 0 0,0 0 0 0 0,2 0 0 0 0,8 31 0 0 0,-10-50-165 0 0,0 1 0 0 0,0-1 0 0 0,0 1-1 0 0,0-1 1 0 0,1 0 0 0 0,-1 0 0 0 0,1 0 0 0 0,-1 1-1 0 0,4 1 1 0 0,-4-3-220 0 0,0 0 0 0 0,0 0-1 0 0,0 0 1 0 0,0 0 0 0 0,0-1-1 0 0,0 1 1 0 0,1-1 0 0 0,-1 1-1 0 0,0 0 1 0 0,0-1 0 0 0,1 0-1 0 0,-1 1 1 0 0,0-1 0 0 0,0 0 0 0 0,1 0-1 0 0,-1 0 1 0 0,0 1 0 0 0,1-1-1 0 0,-1-1 1 0 0,0 1 0 0 0,1 0-1 0 0,2-1 1 0 0,14-4-4323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06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49 1772 0 0,'-50'-47'8631'0'0,"49"46"-8258"0"0,0 1-391 0 0,0 0 1 0 0,1 0-1 0 0,-1 0 1 0 0,0 0-1 0 0,1 0 1 0 0,-1 1-1 0 0,1-1 1 0 0,-1 0-1 0 0,1 0 1 0 0,-1 1-1 0 0,0-1 1 0 0,1 0-1 0 0,-1 1 1 0 0,1-1-1 0 0,-1 1 0 0 0,1-1 1 0 0,0 0-1 0 0,-1 1 1 0 0,-7 40-5300 0 0,8-29 2595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06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52 392 0 0,'7'9'4106'0'0,"23"40"24"0"0,-23-39-3954 0 0,0 0 0 0 0,-1 0-1 0 0,-1 0 1 0 0,0 1 0 0 0,0-1-1 0 0,-1 1 1 0 0,6 21 0 0 0,-10-22-8 0 0,1-1 0 0 0,-1 1 1 0 0,-1-1-1 0 0,0 1 1 0 0,0 0-1 0 0,-4 14 0 0 0,4-24-163 0 0,0 0 0 0 0,1 0 0 0 0,-1 0 0 0 0,0 0 0 0 0,1 0 0 0 0,-1-1 0 0 0,1 1 0 0 0,-1 0 0 0 0,0-1 0 0 0,1 1 0 0 0,-1 0 0 0 0,1-1 0 0 0,-1 1 0 0 0,1-1 0 0 0,-1 1 0 0 0,1-1 0 0 0,-1 1 0 0 0,1-1 0 0 0,0 1 0 0 0,-1-1 0 0 0,1 1 0 0 0,-1-1 0 0 0,1 1 0 0 0,0-1 0 0 0,0 0 0 0 0,-1 1 0 0 0,1-1 0 0 0,0 0 0 0 0,0 1 0 0 0,0-1 0 0 0,0 0 0 0 0,0 1 0 0 0,0-1 0 0 0,0 0 0 0 0,0 0 0 0 0,2-29 27 0 0,-1 24-16 0 0,2-8-28 0 0,0 0 0 0 0,1 1 0 0 0,0-1-1 0 0,1 1 1 0 0,0 0 0 0 0,2 0 0 0 0,-1 1 0 0 0,1 0-1 0 0,1 0 1 0 0,0 0 0 0 0,1 1 0 0 0,0 1-1 0 0,0-1 1 0 0,1 1 0 0 0,1 1 0 0 0,0 0 0 0 0,18-12-1 0 0,-24 18 22 0 0,0 1-1 0 0,1-1 0 0 0,-1 1 1 0 0,1 0-1 0 0,0 0 0 0 0,0 0 0 0 0,0 1 1 0 0,0 0-1 0 0,0 0 0 0 0,0 0 1 0 0,0 1-1 0 0,0 0 0 0 0,0 0 0 0 0,0 1 1 0 0,0 0-1 0 0,0 0 0 0 0,0 0 1 0 0,7 3-1 0 0,-9-2 13 0 0,0 0 1 0 0,0 0 0 0 0,0 0-1 0 0,0 0 1 0 0,0 1-1 0 0,-1-1 1 0 0,1 1-1 0 0,-1 0 1 0 0,0 0-1 0 0,0 0 1 0 0,0 1-1 0 0,0-1 1 0 0,-1 1-1 0 0,1 0 1 0 0,-1 0-1 0 0,0-1 1 0 0,0 1 0 0 0,0 1-1 0 0,-1-1 1 0 0,0 0-1 0 0,1 0 1 0 0,-1 1-1 0 0,-1-1 1 0 0,1 0-1 0 0,0 8 1 0 0,-1 14-8 0 0,-1 0 1 0 0,-9 51-1 0 0,3-32-112 0 0,6-14-724 0 0,1-30 685 0 0,0 0-1 0 0,0 0 1 0 0,0 0-1 0 0,1 0 0 0 0,-1 0 1 0 0,0 0-1 0 0,0 0 1 0 0,1 0-1 0 0,-1 0 0 0 0,1 0 1 0 0,-1 0-1 0 0,1 0 0 0 0,-1 0 1 0 0,1-1-1 0 0,-1 1 1 0 0,1 0-1 0 0,0 0 0 0 0,-1 0 1 0 0,1-1-1 0 0,0 1 1 0 0,0 0-1 0 0,0-1 0 0 0,0 1 1 0 0,-1-1-1 0 0,1 1 0 0 0,0-1 1 0 0,0 1-1 0 0,1-1 1 0 0,14 2-1996 0 0,-1-3-401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07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296 615 16 0 0,'5'-5'1025'0'0,"-1"0"0"0"0,1-1 0 0 0,-1 0 0 0 0,0 1 0 0 0,0-2 0 0 0,-1 1 0 0 0,0 0 0 0 0,0-1 0 0 0,3-8 0 0 0,-6 15-971 0 0,0-1 1 0 0,0 1-1 0 0,0-1 1 0 0,0 1 0 0 0,1-1-1 0 0,-1 0 1 0 0,0 1 0 0 0,0-1-1 0 0,0 1 1 0 0,0-1 0 0 0,0 1-1 0 0,0-1 1 0 0,0 0-1 0 0,0 1 1 0 0,-1-1 0 0 0,1 1-1 0 0,0-1 1 0 0,0 1 0 0 0,0-1-1 0 0,-1 1 1 0 0,1-1-1 0 0,0 1 1 0 0,0-1 0 0 0,-1 1-1 0 0,1-1 1 0 0,-1 1 0 0 0,1-1-1 0 0,0 1 1 0 0,-1 0-1 0 0,0-1 1 0 0,0 0 5 0 0,0 1 0 0 0,0 0 0 0 0,-1-1 0 0 0,1 1 0 0 0,0 0 0 0 0,-1 0 0 0 0,1 0 0 0 0,0 0 0 0 0,0 0 0 0 0,-1 0 0 0 0,1 0 0 0 0,-2 1 1 0 0,-34 10 552 0 0,37-11-595 0 0,-21 10 111 0 0,0 1 0 0 0,1 1 0 0 0,1 1 0 0 0,0 1 0 0 0,0 0 0 0 0,1 2 0 0 0,1 0 0 0 0,1 1 0 0 0,0 0 0 0 0,2 1 0 0 0,0 1 0 0 0,0 0 0 0 0,-17 36 0 0 0,28-49-118 0 0,0 1-1 0 0,1-1 0 0 0,0 1 0 0 0,0-1 0 0 0,0 1 1 0 0,1 0-1 0 0,0 0 0 0 0,0 0 0 0 0,1 0 0 0 0,0 12 0 0 0,1-16-4 0 0,-1-1-1 0 0,1 0 1 0 0,-1 1-1 0 0,1-1 1 0 0,0 0-1 0 0,0 0 1 0 0,0 0-1 0 0,0 1 1 0 0,0-1-1 0 0,0 0 1 0 0,1-1-1 0 0,-1 1 1 0 0,1 0-1 0 0,-1 0 0 0 0,1 0 1 0 0,0-1-1 0 0,0 1 1 0 0,-1-1-1 0 0,1 0 1 0 0,0 1-1 0 0,0-1 1 0 0,1 0-1 0 0,-1 0 1 0 0,0 0-1 0 0,0 0 1 0 0,0-1-1 0 0,1 1 1 0 0,-1-1-1 0 0,0 1 0 0 0,1-1 1 0 0,-1 0-1 0 0,0 0 1 0 0,1 0-1 0 0,2 0 1 0 0,6-1 4 0 0,-1 0 1 0 0,0-1 0 0 0,0 0-1 0 0,0 0 1 0 0,0-1-1 0 0,0-1 1 0 0,-1 1-1 0 0,0-2 1 0 0,1 1 0 0 0,-1-1-1 0 0,-1 0 1 0 0,1-1-1 0 0,10-9 1 0 0,-1-1-16 0 0,0-1 1 0 0,-1 0-1 0 0,-1-2 0 0 0,22-31 0 0 0,-18 19-39 0 0,-1 0-1 0 0,-2-2 0 0 0,-2 0 0 0 0,-1-1 1 0 0,-1-1-1 0 0,13-60 0 0 0,-17 50 4 0 0,-2-1 1 0 0,-2 1-1 0 0,-2-1 0 0 0,-1 0 1 0 0,-6-46-1 0 0,-6 22 16 0 0,9 63 25 0 0,-1 1 0 0 0,1-1 0 0 0,-2 1 1 0 0,1 0-1 0 0,-1 0 0 0 0,1 0 0 0 0,-2 0 0 0 0,-3-6 0 0 0,7 12 0 0 0,-1-1 0 0 0,0 1 0 0 0,1-1 0 0 0,-1 1 0 0 0,0 0 0 0 0,1-1 0 0 0,-1 1 0 0 0,0 0 1 0 0,1-1-1 0 0,-1 1 0 0 0,0 0 0 0 0,0 0 0 0 0,1 0 0 0 0,-1 0 0 0 0,0-1 0 0 0,0 1 0 0 0,1 0 0 0 0,-1 0 0 0 0,0 1 0 0 0,0-1 0 0 0,0 0 0 0 0,1 0 0 0 0,-1 0 0 0 0,0 0 0 0 0,1 1 1 0 0,-1-1-1 0 0,0 0 0 0 0,0 1 0 0 0,1-1 0 0 0,-1 0 0 0 0,1 1 0 0 0,-1-1 0 0 0,0 1 0 0 0,1-1 0 0 0,-1 1 0 0 0,1 0 0 0 0,-1-1 0 0 0,1 1 0 0 0,-1-1 0 0 0,0 2 0 0 0,-20 27 69 0 0,21-29-63 0 0,-12 22 230 0 0,1-1 0 0 0,1 1 0 0 0,1 1 0 0 0,-12 43 0 0 0,11-21 212 0 0,-8 76 1 0 0,14-74-415 0 0,2 0 0 0 0,2 0 0 0 0,1 0 0 0 0,3-1 0 0 0,2 1 0 0 0,18 69 0 0 0,-20-103-635 0 0,0 0-1 0 0,1-1 1 0 0,7 12 0 0 0,-8-18-594 0 0,0 0 0 0 0,0 0 1 0 0,0 0-1 0 0,7 6 0 0 0,7 5-5438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07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39 635 700 0 0,'-3'0'451'0'0,"1"2"0"0"0,-1-1 0 0 0,1 0-1 0 0,0 0 1 0 0,0 1 0 0 0,-1-1 0 0 0,1 1 0 0 0,0 0-1 0 0,1-1 1 0 0,-1 1 0 0 0,0 0 0 0 0,0 0 0 0 0,-2 4 0 0 0,3-3-263 0 0,0-1 0 0 0,0 0 0 0 0,0 1 0 0 0,0-1 1 0 0,1 1-1 0 0,-1-1 0 0 0,1 1 0 0 0,-1-1 0 0 0,1 1 1 0 0,0-1-1 0 0,0 1 0 0 0,1 3 0 0 0,0 0-71 0 0,0-1 1 0 0,1 1-1 0 0,0-1 0 0 0,0 0 1 0 0,0 1-1 0 0,0-1 0 0 0,1 0 1 0 0,0 0-1 0 0,0 0 0 0 0,1-1 0 0 0,-1 1 1 0 0,7 6-1 0 0,-6-8-61 0 0,-1 0-1 0 0,1 0 1 0 0,0 0-1 0 0,0 0 1 0 0,0-1-1 0 0,0 1 1 0 0,0-1-1 0 0,1 0 1 0 0,-1-1-1 0 0,1 1 1 0 0,-1-1-1 0 0,1 0 1 0 0,8 2 0 0 0,-5-3-21 0 0,0 0 1 0 0,0 0-1 0 0,1 0 1 0 0,-1-1-1 0 0,0 0 1 0 0,0-1-1 0 0,11-3 1 0 0,4-3 22 0 0,-1-2 0 0 0,0 0 0 0 0,0-1 1 0 0,28-20-1 0 0,-27 14-52 0 0,0-1 1 0 0,-1-1-1 0 0,-2 0 0 0 0,0-2 1 0 0,0-1-1 0 0,-2 0 0 0 0,-1-1 1 0 0,-1-1-1 0 0,-1 0 1 0 0,19-42-1 0 0,-9 7-73 0 0,-2-2 0 0 0,-3 0-1 0 0,20-104 1 0 0,-20 66-64 0 0,-19 98 151 0 0,-3 3-44 0 0,-12 21 44 0 0,2 1 0 0 0,0 1 0 0 0,-14 42 0 0 0,7-18-10 0 0,-56 159 248 0 0,67-178-264 0 0,1 0 0 0 0,1 0 0 0 0,1 1 0 0 0,2 0 0 0 0,1 35 0 0 0,3-58 9 0 0,-1-1 0 0 0,1 1-1 0 0,0-1 1 0 0,1 0 0 0 0,0 1 0 0 0,0-1 0 0 0,1 0 0 0 0,0 0-1 0 0,0 0 1 0 0,0 0 0 0 0,5 6 0 0 0,-5-9-9 0 0,0 0 1 0 0,1 0-1 0 0,-1 0 1 0 0,1-1-1 0 0,0 1 1 0 0,0-1-1 0 0,0 0 0 0 0,0 0 1 0 0,0 0-1 0 0,1-1 1 0 0,-1 0-1 0 0,1 1 1 0 0,0-2-1 0 0,0 1 0 0 0,-1 0 1 0 0,1-1-1 0 0,7 1 1 0 0,1-1-235 0 0,0 0-1 0 0,0-1 1 0 0,0 0 0 0 0,0-1 0 0 0,0 0-1 0 0,0-2 1 0 0,0 1 0 0 0,0-1 0 0 0,23-10-1 0 0,-20 6-482 0 0,1-1 0 0 0,-1 0 0 0 0,-1-1-1 0 0,0-1 1 0 0,0-1 0 0 0,22-20-1 0 0,-4-1-1654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08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169 170 976 0 0,'-2'-121'7103'0'0,"0"72"-4857"0"0,-9 58-2018 0 0,5 1-154 0 0,1 0 1 0 0,-1 1-1 0 0,2-1 0 0 0,-1 1 1 0 0,1 0-1 0 0,1 0 0 0 0,-3 14 1 0 0,2-7 56 0 0,-85 390 1148 0 0,68-284-437 0 0,20-122-596 0 0,4-4-216 0 0,-1-1 0 0 0,0 1-1 0 0,0-1 1 0 0,0 1 0 0 0,-1-1 0 0 0,1 0 0 0 0,-1 0-1 0 0,1 0 1 0 0,1-4 0 0 0,2-6-28 0 0,1 0-1 0 0,0 0 1 0 0,2 0 0 0 0,-1 1-1 0 0,1 0 1 0 0,1 1-1 0 0,0 0 1 0 0,1 0 0 0 0,0 1-1 0 0,1 0 1 0 0,-1 0 0 0 0,2 2-1 0 0,0-1 1 0 0,0 1 0 0 0,0 1-1 0 0,1 0 1 0 0,0 1 0 0 0,16-6-1 0 0,-24 11-3 0 0,0 0 0 0 0,1 0 0 0 0,-1 0 0 0 0,0 0 0 0 0,0 1 0 0 0,0 0 0 0 0,1 0 1 0 0,-1 0-1 0 0,0 1 0 0 0,0 0 0 0 0,10 2 0 0 0,-12-2 3 0 0,0 0 0 0 0,0 1 0 0 0,-1-1 0 0 0,1 1 0 0 0,0-1 0 0 0,-1 1 1 0 0,1 0-1 0 0,-1 0 0 0 0,1 0 0 0 0,-1 0 0 0 0,0 0 0 0 0,0 1 0 0 0,0-1 0 0 0,0 1 1 0 0,0-1-1 0 0,-1 1 0 0 0,1 0 0 0 0,-1 0 0 0 0,0-1 0 0 0,2 7 0 0 0,-1 2-5 0 0,0 1 0 0 0,-1-1-1 0 0,-1 1 1 0 0,0-1 0 0 0,0 1-1 0 0,-1 0 1 0 0,-1-1 0 0 0,-4 17-1 0 0,3-10 2 0 0,0-1 0 0 0,0 20 0 0 0,2-31 6 0 0,1-6-2 0 0,0 1 0 0 0,-1-1 1 0 0,1 1-1 0 0,0-1 0 0 0,0 0 1 0 0,0 1-1 0 0,0-1 0 0 0,0 1 0 0 0,0-1 1 0 0,0 1-1 0 0,0-1 0 0 0,0 1 1 0 0,0-1-1 0 0,0 1 0 0 0,0-1 1 0 0,0 0-1 0 0,1 1 0 0 0,-1-1 1 0 0,0 1-1 0 0,0-1 0 0 0,0 0 1 0 0,1 1-1 0 0,-1-1 0 0 0,0 1 1 0 0,0-1-1 0 0,1 0 0 0 0,-1 1 1 0 0,0-1-1 0 0,1 0 0 0 0,-1 1 1 0 0,0-1-1 0 0,1 0 0 0 0,-1 0 1 0 0,1 0-1 0 0,-1 1 0 0 0,2-1 2 0 0,-1 1 0 0 0,0-1-1 0 0,0 0 1 0 0,0 1 0 0 0,0-1 0 0 0,0 0-1 0 0,0 0 1 0 0,0 0 0 0 0,0 0-1 0 0,0 0 1 0 0,1 0 0 0 0,-1 0-1 0 0,0 0 1 0 0,0 0 0 0 0,0 0 0 0 0,2-2-1 0 0,-2 2 4 0 0,10-3 8 0 0,0-1 0 0 0,-1 0 0 0 0,0 0 0 0 0,0-1 0 0 0,0 0 0 0 0,0-1 0 0 0,-1 0 0 0 0,0-1 0 0 0,14-13 0 0 0,-12 11-8 0 0,16-12-23 0 0,-1 0 0 0 0,-1-2 0 0 0,-1-1 0 0 0,-1-1 0 0 0,-1-2 0 0 0,25-38 0 0 0,-36 42-10 0 0,-11 22 26 0 0,1 1 1 0 0,-1-1-1 0 0,0 1 0 0 0,0-1 1 0 0,0 1-1 0 0,0 0 0 0 0,0-1 1 0 0,0 1-1 0 0,0-1 0 0 0,0 1 1 0 0,0-1-1 0 0,0 1 0 0 0,0-1 1 0 0,-1 1-1 0 0,1 0 0 0 0,0-1 0 0 0,0 1 1 0 0,0-1-1 0 0,-1 1 0 0 0,1-1 1 0 0,0 1-1 0 0,0 0 0 0 0,-1-1 1 0 0,1 1-1 0 0,0 0 0 0 0,-1-1 1 0 0,1 1-1 0 0,0 0 0 0 0,-1 0 1 0 0,1-1-1 0 0,0 1 0 0 0,-1 0 1 0 0,1 0-1 0 0,-1-1 0 0 0,1 1 1 0 0,-1 0-1 0 0,1 0 0 0 0,0 0 1 0 0,-2 0-1 0 0,0 1 23 0 0,0-1-1 0 0,0 1 1 0 0,0 0-1 0 0,0 0 1 0 0,0 1-1 0 0,0-1 1 0 0,0 0 0 0 0,0 1-1 0 0,1-1 1 0 0,-1 1-1 0 0,0-1 1 0 0,1 1-1 0 0,-1 0 1 0 0,-1 2 0 0 0,1-1 24 0 0,-3 3-6 0 0,-1 1 1 0 0,1 0-1 0 0,0 0 1 0 0,1 0-1 0 0,0 0 1 0 0,0 1-1 0 0,0 0 0 0 0,1 0 1 0 0,0 0-1 0 0,1 0 1 0 0,0 0-1 0 0,0 0 1 0 0,1 1-1 0 0,-1 14 0 0 0,2-18-26 0 0,0 0 0 0 0,1 1-1 0 0,-1-1 1 0 0,1 0 0 0 0,1 1-1 0 0,-1-1 1 0 0,1 0-1 0 0,0 0 1 0 0,0 0 0 0 0,0 0-1 0 0,1 0 1 0 0,-1 0-1 0 0,1-1 1 0 0,0 1 0 0 0,1-1-1 0 0,-1 0 1 0 0,1 0-1 0 0,0 0 1 0 0,0-1 0 0 0,0 1-1 0 0,0-1 1 0 0,1 0 0 0 0,-1 0-1 0 0,6 2 1 0 0,4 2 5 0 0,0-2 0 0 0,0 0 1 0 0,1 0-1 0 0,0-1 0 0 0,0-1 1 0 0,0-1-1 0 0,29 2 0 0 0,-23-4-926 0 0,36-3 1 0 0,-39 0-1978 0 0,36-9 0 0 0,-25 0-2604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08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44 2676 0 0,'-193'25'9594'0'0,"184"-23"-8309"0"0,22-3-939 0 0,22-1-238 0 0,195-31-1326 0 0,-77 9-4585 0 0,-86 14 1219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16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123 262 2124 0 0,'4'-16'12903'0'0,"-17"24"-12529"0"0,2 2 0 0 0,-1 0 1 0 0,1 0-1 0 0,1 1 0 0 0,0 0 0 0 0,-15 23 1 0 0,20-28-338 0 0,1 0 0 0 0,0 1 0 0 0,1-1 0 0 0,-1 1 0 0 0,1 0 0 0 0,1 0 1 0 0,-1 0-1 0 0,1 1 0 0 0,1-1 0 0 0,-1 0 0 0 0,1 1 0 0 0,1-1 1 0 0,-1 1-1 0 0,1-1 0 0 0,1 14 0 0 0,1-17-21 0 0,-1 0-1 0 0,1 0 1 0 0,-1 0-1 0 0,1-1 1 0 0,0 1 0 0 0,0-1-1 0 0,1 1 1 0 0,-1-1 0 0 0,1 0-1 0 0,0 0 1 0 0,0 0-1 0 0,0 0 1 0 0,0 0 0 0 0,0-1-1 0 0,0 1 1 0 0,1-1 0 0 0,-1 0-1 0 0,1 0 1 0 0,0 0-1 0 0,0 0 1 0 0,-1-1 0 0 0,1 0-1 0 0,0 1 1 0 0,5-1-1 0 0,2 2 7 0 0,1-1-1 0 0,-1-1 0 0 0,0 0 0 0 0,0-1 0 0 0,0 0 1 0 0,1 0-1 0 0,20-5 0 0 0,-14 2-11 0 0,-1-2 1 0 0,1 0-1 0 0,-1-2 1 0 0,0 1-1 0 0,-1-2 1 0 0,0 0-1 0 0,0-1 0 0 0,25-20 1 0 0,-33 23-16 0 0,0-1 1 0 0,0 0 0 0 0,-1-1-1 0 0,0 1 1 0 0,-1-1 0 0 0,0-1-1 0 0,0 0 1 0 0,0 1 0 0 0,-1-2-1 0 0,-1 1 1 0 0,0 0 0 0 0,0-1-1 0 0,0 0 1 0 0,-1 0 0 0 0,-1 0-1 0 0,3-18 1 0 0,-5 23 0 0 0,0 0 1 0 0,0 0-1 0 0,0 0 0 0 0,-1 0 0 0 0,1 0 1 0 0,-1 0-1 0 0,0 0 0 0 0,-1 0 0 0 0,1 0 1 0 0,-1 0-1 0 0,0 1 0 0 0,0-1 0 0 0,0 1 1 0 0,-1-1-1 0 0,0 1 0 0 0,-5-7 0 0 0,3 6-4 0 0,0 0 0 0 0,0 1 0 0 0,0-1 0 0 0,0 1-1 0 0,-1 0 1 0 0,0 1 0 0 0,0 0 0 0 0,0 0-1 0 0,0 0 1 0 0,0 0 0 0 0,-12-2 0 0 0,11 3 1 0 0,1 1 1 0 0,-1 0-1 0 0,0 0 1 0 0,1 1-1 0 0,-1-1 1 0 0,0 2-1 0 0,0-1 1 0 0,1 1-1 0 0,-1 0 1 0 0,0 0-1 0 0,-10 4 1 0 0,12-3 6 0 0,0 0 0 0 0,1 0 0 0 0,-1 1-1 0 0,1-1 1 0 0,0 1 0 0 0,0 0 0 0 0,0 0 0 0 0,0 0 0 0 0,1 1 0 0 0,-1-1 0 0 0,1 1 0 0 0,0 0-1 0 0,0 0 1 0 0,0 0 0 0 0,0 0 0 0 0,-3 9 0 0 0,4-9 3 0 0,1-1 1 0 0,-1 1-1 0 0,1-1 0 0 0,0 1 1 0 0,0 0-1 0 0,1 0 0 0 0,-1-1 1 0 0,1 1-1 0 0,0 0 0 0 0,0 0 1 0 0,0 0-1 0 0,0 0 0 0 0,1-1 0 0 0,0 1 1 0 0,-1 0-1 0 0,3 6 0 0 0,0-5 3 0 0,-1-1-1 0 0,1 1 1 0 0,0 0 0 0 0,0-1-1 0 0,0 1 1 0 0,1-1-1 0 0,0 0 1 0 0,-1 0-1 0 0,1-1 1 0 0,8 6-1 0 0,0-1 3 0 0,1 0 1 0 0,0-1-1 0 0,1 0 0 0 0,0-1 0 0 0,0-1 0 0 0,0 0 1 0 0,23 4-1 0 0,-18-6-10 0 0,0-1 0 0 0,0 0 0 0 0,0-1 0 0 0,0-2 0 0 0,0 0 0 0 0,0-1 0 0 0,0 0 1 0 0,0-2-1 0 0,-1 0 0 0 0,1-1 0 0 0,-1-1 0 0 0,0-1 0 0 0,-1 0 0 0 0,0-2 0 0 0,0 0 0 0 0,0 0 0 0 0,-1-2 1 0 0,-1 0-1 0 0,0-1 0 0 0,0 0 0 0 0,-1-1 0 0 0,-1-1 0 0 0,0 0 0 0 0,-1-1 0 0 0,20-32 0 0 0,-4-3-131 0 0,36-90-1 0 0,-64 138 78 0 0,0 6-30 0 0,-1-1 81 0 0,0 1 1 0 0,0-1 0 0 0,0 0 0 0 0,-1 1-1 0 0,1-1 1 0 0,-1 0 0 0 0,-2 3-1 0 0,-3 7 0 0 0,-30 78 295 0 0,-44 163 0 0 0,2 103 810 0 0,-4 12-434 0 0,-98 214-72 0 0,170-554-527 0 0,-2-1 0 0 0,-18 31 0 0 0,26-51 8 0 0,0 1 0 0 0,-1-1 0 0 0,0-1-1 0 0,-1 1 1 0 0,0-1 0 0 0,0 0 0 0 0,0 0 0 0 0,-1-1 0 0 0,0 0 0 0 0,-15 9-1 0 0,17-13-48 0 0,0 0-1 0 0,0 0 0 0 0,0-1 0 0 0,0 1 0 0 0,0-1 1 0 0,0-1-1 0 0,0 1 0 0 0,0-1 0 0 0,0 0 0 0 0,0 0 1 0 0,0-1-1 0 0,0 0 0 0 0,-1 0 0 0 0,2 0 0 0 0,-1-1 1 0 0,0 0-1 0 0,0 0 0 0 0,0 0 0 0 0,1-1 0 0 0,-1 0 1 0 0,1 0-1 0 0,0 0 0 0 0,-8-7 0 0 0,3 1 2 0 0,0 1 0 0 0,0-1 1 0 0,1-1-1 0 0,0 0 0 0 0,0 0 0 0 0,1-1 0 0 0,1 0 0 0 0,0 0 0 0 0,-11-24 0 0 0,13 20-13 0 0,1 1 0 0 0,0-1-1 0 0,1 0 1 0 0,1 0-1 0 0,0 0 1 0 0,1 0-1 0 0,0 0 1 0 0,2 0-1 0 0,0 0 1 0 0,0 0-1 0 0,1 0 1 0 0,1 0-1 0 0,1 0 1 0 0,0 1 0 0 0,0-1-1 0 0,10-18 1 0 0,0 4-13 0 0,2 0 1 0 0,0 1 0 0 0,2 1 0 0 0,1 0 0 0 0,1 1-1 0 0,37-35 1 0 0,-24 30 5 0 0,1 2 0 0 0,2 1 0 0 0,1 2 0 0 0,1 1 0 0 0,1 3 0 0 0,81-35 0 0 0,-57 33-140 0 0,0 3 0 0 0,2 2 0 0 0,0 4 0 0 0,69-8 0 0 0,41 12-2786 0 0,-117 13-949 0 0,-2 3-3677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17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0 1112 0 0,'0'0'9035'0'0,"-3"10"-5380"0"0,3-10-3642 0 0,0 1 1 0 0,0-1-1 0 0,0 0 1 0 0,0 0-1 0 0,0 1 0 0 0,0-1 1 0 0,0 0-1 0 0,0 0 1 0 0,0 1-1 0 0,0-1 0 0 0,0 0 1 0 0,0 1-1 0 0,0-1 1 0 0,0 0-1 0 0,0 0 1 0 0,0 0-1 0 0,0 1 0 0 0,0-1 1 0 0,1 0-1 0 0,-1 0 1 0 0,0 1-1 0 0,0-1 0 0 0,0 0 1 0 0,0 0-1 0 0,0 0 1 0 0,1 1-1 0 0,-1-1 0 0 0,0 0 1 0 0,0 0-1 0 0,0 0 1 0 0,1 0-1 0 0,-1 1 0 0 0,0-1 1 0 0,0 0-1 0 0,1 0 1 0 0,13 4 173 0 0,22-3-154 0 0,-31-1 7 0 0,116 3-12 0 0,150 22 0 0 0,-270-25-27 0 0,0 1-1 0 0,0-1 1 0 0,1 0 0 0 0,-1 0-1 0 0,0 0 1 0 0,0 1-1 0 0,0-1 1 0 0,0 0 0 0 0,0 1-1 0 0,0-1 1 0 0,0 1-1 0 0,0-1 1 0 0,0 1-1 0 0,0 0 1 0 0,0-1 0 0 0,0 1-1 0 0,0 0 1 0 0,0 0-1 0 0,0 0 1 0 0,0 0-1 0 0,-1 0 1 0 0,1 0 0 0 0,0 0-1 0 0,0 1 1 0 0,-1 0 1 0 0,1 0 0 0 0,-1-1 0 0 0,0 1 0 0 0,0 0 0 0 0,0 0 0 0 0,0-1 0 0 0,-1 1 0 0 0,1 0 0 0 0,0-1 0 0 0,-1 1 0 0 0,1-1 0 0 0,-1 1 0 0 0,0 0 0 0 0,1-1 0 0 0,-2 2 0 0 0,-3 5 8 0 0,0 0 0 0 0,-1 0 1 0 0,1 0-1 0 0,-14 12 0 0 0,-36 26 331 0 0,-2-2-1 0 0,-110 65 0 0 0,145-96-195 0 0,-201 113 1313 0 0,72-44-643 0 0,107-52-667 0 0,43-29-117 0 0,1-1-30 0 0,-1 1 0 0 0,1-1 1 0 0,0 0-1 0 0,0 0 0 0 0,0 0 0 0 0,0 1 0 0 0,0-1 0 0 0,0 0 1 0 0,0 0-1 0 0,0 1 0 0 0,0-1 0 0 0,0 0 0 0 0,0 0 0 0 0,1 0 1 0 0,-1 1-1 0 0,0-1 0 0 0,0 0 0 0 0,0 0 0 0 0,0 0 0 0 0,0 1 0 0 0,0-1 1 0 0,0 0-1 0 0,0 0 0 0 0,1 0 0 0 0,-1 0 0 0 0,0 1 0 0 0,0-1 1 0 0,0 0-1 0 0,0 0 0 0 0,1 0 0 0 0,-1 0 0 0 0,0 0 0 0 0,0 0 1 0 0,0 1-1 0 0,1-1 0 0 0,-1 0 0 0 0,0 0 0 0 0,0 0 0 0 0,15 4 41 0 0,12-2-1 0 0,61-6-6 0 0,100-17-1 0 0,-37 2-38 0 0,75-3 14 0 0,-219 21-2 0 0,22-3-2 0 0,-26 4-24 0 0,12-2-224 0 0,-11 2-78 0 0,14-6-5178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18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1888 0 0,'0'0'14449'0'0,"12"3"-13254"0"0,62-14-950 0 0,57-8-2151 0 0,-43 11-6570 0 0,-72 7 3485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18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 1500 0 0,'-50'24'5241'0'0,"32"-16"-2639"0"0,0 0-1 0 0,-29 20 619 0 0,87-30-3099 0 0,58-10-1 0 0,-13 0-1442 0 0,33 0-5083 0 0,-79 7 1131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19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92 1700 0 0,'-3'-4'975'0'0,"-1"1"0"0"0,1-1-1 0 0,0 0 1 0 0,0 0 0 0 0,1 0 0 0 0,-4-6 0 0 0,6 9-863 0 0,-1-1 1 0 0,0 0 0 0 0,1 1-1 0 0,-1-1 1 0 0,1 0 0 0 0,0 0-1 0 0,-1 1 1 0 0,1-1 0 0 0,0 0 0 0 0,0 0-1 0 0,0 0 1 0 0,0 0 0 0 0,1 1-1 0 0,-1-1 1 0 0,0 0 0 0 0,1 0 0 0 0,0-2-1 0 0,1 2-68 0 0,1 0 1 0 0,-1 0-1 0 0,0 0 0 0 0,1 0 0 0 0,-1 1 0 0 0,1-1 0 0 0,-1 1 0 0 0,1 0 1 0 0,0 0-1 0 0,0 0 0 0 0,-1 0 0 0 0,1 0 0 0 0,0 0 0 0 0,3 0 0 0 0,1 0-23 0 0,0 0 0 0 0,0 0 0 0 0,0 1 0 0 0,0-1 0 0 0,0 1 0 0 0,0 1 0 0 0,0-1 0 0 0,0 1 0 0 0,0 1 0 0 0,-1-1 0 0 0,1 1 0 0 0,0 0 0 0 0,-1 1 0 0 0,1 0 0 0 0,-1 0 0 0 0,0 0 0 0 0,0 1 0 0 0,0-1 0 0 0,0 1 0 0 0,-1 1 0 0 0,0-1-1 0 0,0 1 1 0 0,0 0 0 0 0,0 0 0 0 0,-1 1 0 0 0,0-1 0 0 0,0 1 0 0 0,0 0 0 0 0,0 0 0 0 0,-1 0 0 0 0,0 1 0 0 0,-1-1 0 0 0,0 1 0 0 0,0-1 0 0 0,0 1 0 0 0,0 0 0 0 0,-1 0 0 0 0,0 11 0 0 0,-2-5 87 0 0,0 1-1 0 0,-1 0 1 0 0,0 0 0 0 0,-1-1 0 0 0,-1 1-1 0 0,0-1 1 0 0,-1 0 0 0 0,-1 0 0 0 0,0-1-1 0 0,0 0 1 0 0,-1 0 0 0 0,-12 16 0 0 0,-12 10 549 0 0,-1 0 1 0 0,-43 37-1 0 0,34-35-50 0 0,33-32-491 0 0,0-1 23 0 0,1 0 0 0 0,0 1-1 0 0,-6 8 1 0 0,13-14-94 0 0,1-1 7 0 0,2 0-41 0 0,0 0-1 0 0,0 0 1 0 0,0 0 0 0 0,0-1-1 0 0,0 1 1 0 0,1-1 0 0 0,-1 1-1 0 0,0-1 1 0 0,0 0 0 0 0,1 0-1 0 0,-1-1 1 0 0,0 1-1 0 0,0-1 1 0 0,1 1 0 0 0,2-2-1 0 0,2 0-1 0 0,18-2-164 0 0,207-27 374 0 0,-76 23-5377 0 0,-126 8 154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19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1 151 1184 0 0,'2'-15'4667'0'0,"0"11"-4407"0"0,1 0-1 0 0,-1-1 0 0 0,1 1 0 0 0,0 0 1 0 0,0 0-1 0 0,0 1 0 0 0,0-1 1 0 0,1 0-1 0 0,0 1 0 0 0,0 0 1 0 0,-1 0-1 0 0,2 0 0 0 0,-1 1 1 0 0,0-1-1 0 0,1 1 0 0 0,-1 0 1 0 0,1 0-1 0 0,-1 1 0 0 0,8-3 1 0 0,-1 2-156 0 0,0-1 0 0 0,0 2-1 0 0,1-1 1 0 0,-1 1 0 0 0,0 1 0 0 0,0 0 0 0 0,22 4 0 0 0,-29-4-87 0 0,0 1 1 0 0,0 0-1 0 0,0 0 0 0 0,-1 0 0 0 0,1 1 1 0 0,-1-1-1 0 0,1 1 0 0 0,-1 0 1 0 0,1 0-1 0 0,-1 0 0 0 0,0 0 0 0 0,0 0 1 0 0,0 1-1 0 0,0 0 0 0 0,0-1 1 0 0,-1 1-1 0 0,1 0 0 0 0,-1 0 0 0 0,0 0 1 0 0,0 1-1 0 0,0-1 0 0 0,3 7 1 0 0,-4-5 4 0 0,0-1 0 0 0,0 1 0 0 0,0-1 1 0 0,-1 1-1 0 0,1 0 0 0 0,-1-1 1 0 0,0 1-1 0 0,-1 0 0 0 0,1-1 1 0 0,-1 1-1 0 0,0-1 0 0 0,0 1 1 0 0,0-1-1 0 0,-1 1 0 0 0,1-1 1 0 0,-1 0-1 0 0,0 0 0 0 0,-5 8 0 0 0,-2 1 148 0 0,0-1 0 0 0,-1-1 0 0 0,-1 1-1 0 0,1-1 1 0 0,-2-1 0 0 0,-21 16 0 0 0,31-25 210 0 0,2-1-375 0 0,-1 0 0 0 0,1 0 0 0 0,0 0 0 0 0,0 0 0 0 0,-1 0 0 0 0,1 0 0 0 0,0 0-1 0 0,-1 0 1 0 0,1 0 0 0 0,0 0 0 0 0,0 0 0 0 0,-1 0 0 0 0,1 0 0 0 0,0 0 0 0 0,0 0 0 0 0,-1 0-1 0 0,1 0 1 0 0,0 0 0 0 0,0-1 0 0 0,0 1 0 0 0,-1 0 0 0 0,1 0 0 0 0,0 0 0 0 0,0 0 0 0 0,0-1-1 0 0,-1 1 1 0 0,1 0 0 0 0,0 0 0 0 0,0-1 0 0 0,0 1 0 0 0,0 0 0 0 0,0 0 0 0 0,-1-1 0 0 0,1 1-1 0 0,4-10 52 0 0,14-12-57 0 0,-16 20 11 0 0,37-36-77 0 0,85-63-1 0 0,-8 7 23 0 0,-103 84 65 0 0,-11 8-19 0 0,1 0 1 0 0,-1 1-1 0 0,0-1 0 0 0,0 0 1 0 0,0 0-1 0 0,0-1 0 0 0,2-3 0 0 0,-3 5 3 0 0,-2-3 2 0 0,1 4-5 0 0,0 0-1 0 0,0 0 1 0 0,0 0-1 0 0,0-1 1 0 0,0 1-1 0 0,0 0 1 0 0,0 0-1 0 0,0-1 1 0 0,0 1 0 0 0,0 0-1 0 0,0 0 1 0 0,0 0-1 0 0,0-1 1 0 0,0 1-1 0 0,0 0 1 0 0,-1 0-1 0 0,1 0 1 0 0,0-1-1 0 0,0 1 1 0 0,0 0-1 0 0,0 0 1 0 0,0 0-1 0 0,0 0 1 0 0,-1-1-1 0 0,1 1 1 0 0,0 0 0 0 0,0 0-1 0 0,0 0 1 0 0,0 0-1 0 0,-1 0 1 0 0,1 0-1 0 0,0 0 1 0 0,0-1-1 0 0,0 1 1 0 0,-1 0-1 0 0,1 0 1 0 0,0 0-1 0 0,0 0 1 0 0,0 0-1 0 0,-1 0 1 0 0,1 0-1 0 0,0 0 1 0 0,-8 2 2 0 0,1 1-1 0 0,0 0 1 0 0,1 0-1 0 0,-1 0 1 0 0,0 1-1 0 0,1 0 1 0 0,0 0 0 0 0,0 1-1 0 0,0-1 1 0 0,0 2-1 0 0,-9 9 1 0 0,5-3 29 0 0,1 0-1 0 0,0 0 1 0 0,1 0 0 0 0,0 1 0 0 0,-8 17-1 0 0,14-25-17 0 0,0-1-1 0 0,0 1 1 0 0,1 0-1 0 0,0 0 1 0 0,-1 0-1 0 0,1 0 1 0 0,1 0-1 0 0,-1 0 0 0 0,1 0 1 0 0,0 0-1 0 0,0 0 1 0 0,1 0-1 0 0,-1 0 1 0 0,1 0-1 0 0,0 0 1 0 0,0 0-1 0 0,1 0 1 0 0,-1 0-1 0 0,1-1 1 0 0,0 1-1 0 0,1-1 0 0 0,-1 1 1 0 0,1-1-1 0 0,0 0 1 0 0,0 0-1 0 0,0 0 1 0 0,0 0-1 0 0,1 0 1 0 0,0-1-1 0 0,-1 0 1 0 0,8 5-1 0 0,3 1-179 0 0,1 0 0 0 0,0 0 0 0 0,0-2 0 0 0,1 0 0 0 0,0-1 0 0 0,0 0 0 0 0,1-1 1 0 0,18 2-1 0 0,-14-3-1362 0 0,0 0 0 0 0,0-2 0 0 0,1-1 1 0 0,40-2-1 0 0,-31-4-1966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19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46 1368 0 0,'24'-46'12737'0'0,"-24"49"-12590"0"0,1-1 0 0 0,0 1-1 0 0,0 0 1 0 0,-1 0 0 0 0,0 0 0 0 0,1-1-1 0 0,-1 1 1 0 0,0 0 0 0 0,0 0-1 0 0,-1 4 1 0 0,-8 35 698 0 0,4-14-523 0 0,-14 55 256 0 0,13-60-826 0 0,0 0 0 0 0,2 0-1 0 0,-3 41 1 0 0,7-62 1 0 0,0 1 0 0 0,0-1 0 0 0,0 1 0 0 0,0-1 0 0 0,1 0 0 0 0,-1 1 0 0 0,1-1 0 0 0,0 0 0 0 0,-1 1 0 0 0,3 3 0 0 0,24 12-11103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0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76 0 0,'23'-11'13365'0'0,"-10"9"-12507"0"0,1 1 0 0 0,-1 0 0 0 0,28 2 0 0 0,-10-1-500 0 0,2 1-210 0 0,96-3-380 0 0,-45-7-3363 0 0,-51-1-2232 0 0,-19 5 506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0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3 2020 0 0,'0'0'1787'0'0,"-14"-3"4174"0"0,13 4-5733 0 0,-1 0 1 0 0,1 0-1 0 0,0 0 0 0 0,0 0 1 0 0,0 0-1 0 0,0 0 0 0 0,0 0 0 0 0,0 0 1 0 0,0 1-1 0 0,0-1 0 0 0,1 0 0 0 0,-1 1 1 0 0,0-1-1 0 0,1 0 0 0 0,-1 1 1 0 0,1-1-1 0 0,-1 1 0 0 0,1-1 0 0 0,0 1 1 0 0,-1-1-1 0 0,1 1 0 0 0,0-1 0 0 0,0 1 1 0 0,0-1-1 0 0,1 3 0 0 0,3 52 1960 0 0,-2-35-1595 0 0,-1 173 856 0 0,-2-101-3884 0 0,4-70 149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0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269 146 64 0 0,'3'-10'1894'0'0,"0"0"0"0"0,1 1 0 0 0,0-1-1 0 0,9-14 1 0 0,-9 18-1582 0 0,0 0-1 0 0,1 0 1 0 0,0 1-1 0 0,0 0 1 0 0,0 0-1 0 0,1 0 1 0 0,-1 0 0 0 0,1 1-1 0 0,0 0 1 0 0,1 1-1 0 0,-1-1 1 0 0,8-2-1 0 0,-4 2-197 0 0,0 0 0 0 0,1 2-1 0 0,-1-1 1 0 0,1 1 0 0 0,0 0-1 0 0,-1 1 1 0 0,1 1 0 0 0,0-1 0 0 0,0 2-1 0 0,16 1 1 0 0,-20-1-90 0 0,-1 1 0 0 0,1-1 0 0 0,0 1 0 0 0,-1 0 0 0 0,0 0 0 0 0,1 1-1 0 0,-1 0 1 0 0,0 0 0 0 0,0 0 0 0 0,0 1 0 0 0,-1 0 0 0 0,1 0 0 0 0,-1 0 0 0 0,0 1 0 0 0,0 0 0 0 0,-1 0 0 0 0,7 9 0 0 0,-9-10-6 0 0,0-1 0 0 0,0 1 1 0 0,0 0-1 0 0,0 0 0 0 0,-1 0 1 0 0,0 0-1 0 0,0 0 0 0 0,0 0 1 0 0,0 0-1 0 0,-1 0 0 0 0,1 0 0 0 0,-1 1 1 0 0,0-1-1 0 0,-1 7 0 0 0,0-5 15 0 0,-1 0-1 0 0,0 0 0 0 0,0 0 0 0 0,0 0 1 0 0,-1 0-1 0 0,0 0 0 0 0,0 0 1 0 0,-6 8-1 0 0,-4 1 164 0 0,0 0 0 0 0,-1 0 0 0 0,0-2 0 0 0,-1 0 0 0 0,-18 12 0 0 0,-53 32 1742 0 0,85-55-1857 0 0,0-2-72 0 0,1 0 1 0 0,0 0-1 0 0,-1 1 0 0 0,1-1 0 0 0,0 0 1 0 0,-1 1-1 0 0,1-1 0 0 0,0 0 0 0 0,-1 1 1 0 0,1-1-1 0 0,0 0 0 0 0,0 1 0 0 0,0-1 1 0 0,0 1-1 0 0,-1-1 0 0 0,1 0 0 0 0,0 1 1 0 0,0-1-1 0 0,0 1 0 0 0,0-1 0 0 0,0 1 1 0 0,0-1-1 0 0,0 1 0 0 0,15 4 20 0 0,-5-2-23 0 0,0 1 0 0 0,0-1 0 0 0,-1 2 0 0 0,1-1 0 0 0,-1 1 0 0 0,0 1 0 0 0,0-1-1 0 0,0 2 1 0 0,-1-1 0 0 0,0 1 0 0 0,11 13 0 0 0,-16-16 43 0 0,0-1 0 0 0,0 1 0 0 0,-1 0 0 0 0,0 0-1 0 0,0 0 1 0 0,0 1 0 0 0,0-1 0 0 0,-1 1 0 0 0,0-1 0 0 0,0 1 0 0 0,0-1 0 0 0,0 1 0 0 0,-1-1-1 0 0,1 1 1 0 0,-1 0 0 0 0,-1 4 0 0 0,0-3 44 0 0,0-1 0 0 0,-1 0 0 0 0,1 1-1 0 0,-1-1 1 0 0,-1 0 0 0 0,1 0 0 0 0,-1 0 0 0 0,1 0 0 0 0,-1-1 0 0 0,-1 1-1 0 0,1-1 1 0 0,-1 0 0 0 0,-4 5 0 0 0,-4 1 19 0 0,1 0 1 0 0,-1-1-1 0 0,-1-1 1 0 0,0 0-1 0 0,0-1 0 0 0,-1 0 1 0 0,1-1-1 0 0,-1 0 1 0 0,-27 6-1 0 0,12-5 8 0 0,-1-2 0 0 0,0 0 1 0 0,-58 0-1 0 0,68-5-54 0 0,0-1 0 0 0,1-1 0 0 0,-27-5 0 0 0,40 6-86 0 0,1-1-1 0 0,-1 1 0 0 0,1-1 0 0 0,-1 0 0 0 0,1-1 0 0 0,0 1 0 0 0,0-1 0 0 0,0 0 0 0 0,0 0 0 0 0,0 0 0 0 0,0-1 0 0 0,1 0 0 0 0,0 0 0 0 0,0 0 0 0 0,-7-9 0 0 0,10 11-105 0 0,0 0 1 0 0,0 0-1 0 0,0 0 0 0 0,0 0 1 0 0,1 0-1 0 0,-1 0 0 0 0,0 0 1 0 0,1 0-1 0 0,0 0 0 0 0,-1 0 0 0 0,1 0 1 0 0,0-1-1 0 0,0 1 0 0 0,0 0 1 0 0,1 0-1 0 0,-1 0 0 0 0,1-4 1 0 0,0 3-158 0 0,1-1 0 0 0,-1 0 0 0 0,1 1 0 0 0,0-1 1 0 0,0 1-1 0 0,1-1 0 0 0,-1 1 0 0 0,6-6 1 0 0,1 0-896 0 0,1 0 0 0 0,1 1 0 0 0,0 0-1 0 0,19-11 1 0 0,2 3-2847 0 0,2-2-1860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1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44 1600 0 0,'-3'0'1957'0'0,"-33"-13"6571"0"0,20 4-5329 0 0,21 10-1775 0 0,29 17-1176 0 0,-30-16-238 0 0,-1 1 0 0 0,1 0 0 0 0,-1 0 0 0 0,0 1 0 0 0,0-1 0 0 0,0 0 0 0 0,0 1 0 0 0,0 0 0 0 0,-1 0 0 0 0,5 8 0 0 0,-6-10-4 0 0,0 1-1 0 0,-1-1 1 0 0,1 1 0 0 0,0 0-1 0 0,-1-1 1 0 0,1 1 0 0 0,-1 0 0 0 0,0 0-1 0 0,0-1 1 0 0,0 1 0 0 0,0 0 0 0 0,-1 0-1 0 0,1-1 1 0 0,-1 1 0 0 0,0 0-1 0 0,1-1 1 0 0,-1 1 0 0 0,0-1 0 0 0,0 1-1 0 0,-1-1 1 0 0,1 1 0 0 0,-3 2 0 0 0,-28 42 244 0 0,31-46-219 0 0,-3 5 40 0 0,8-10-27 0 0,20-15-66 0 0,0 1 1 0 0,1 1 0 0 0,27-14 0 0 0,85-36-59 0 0,-45 24 48 0 0,-90 42 39 0 0,0 0-13 0 0,4-1 10 0 0,-18 8 87 0 0,1 0 0 0 0,-1 0-1 0 0,1 1 1 0 0,-19 16 0 0 0,2-2 111 0 0,21-16-167 0 0,1 1-1 0 0,-1-1 1 0 0,1 2-1 0 0,1-1 1 0 0,-1 1-1 0 0,1 0 1 0 0,-6 10-1 0 0,10-15-23 0 0,0-1-1 0 0,0 1 0 0 0,1 0 0 0 0,-1 0 0 0 0,0 0 0 0 0,1 0 1 0 0,-1 0-1 0 0,1 0 0 0 0,0 0 0 0 0,0 1 0 0 0,0-1 1 0 0,0 0-1 0 0,0 0 0 0 0,0 0 0 0 0,0 0 0 0 0,1 0 1 0 0,-1 0-1 0 0,1 0 0 0 0,-1 0 0 0 0,1 0 0 0 0,0 0 0 0 0,0 0 1 0 0,0 0-1 0 0,0-1 0 0 0,0 1 0 0 0,0 0 0 0 0,1 0 1 0 0,-1-1-1 0 0,0 1 0 0 0,1-1 0 0 0,0 0 0 0 0,-1 1 1 0 0,4 1-1 0 0,3 3 15 0 0,1 0 0 0 0,0 0 1 0 0,0-1-1 0 0,1 0 1 0 0,10 3-1 0 0,11 3-669 0 0,1-2 0 0 0,0-1 1 0 0,51 6-1 0 0,37-5-7975 0 0,-87-9 3384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1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21 1320 0 0,'-35'-13'12712'0'0,"15"7"-8559"0"0,23 6-4030 0 0,10-1-49 0 0,1 1-1 0 0,0 0 1 0 0,-1 1-1 0 0,27 6 1 0 0,-34-6-65 0 0,-1 0 0 0 0,1 1 0 0 0,0 0 1 0 0,0 0-1 0 0,-1 0 0 0 0,1 1 0 0 0,-1 0 0 0 0,0 0 1 0 0,1 0-1 0 0,-2 1 0 0 0,1-1 0 0 0,0 1 0 0 0,-1 1 1 0 0,5 4-1 0 0,-8-7 17 0 0,0 1 0 0 0,0 0 0 0 0,0-1 0 0 0,0 1 0 0 0,-1 0 1 0 0,1 0-1 0 0,-1-1 0 0 0,0 1 0 0 0,1 0 0 0 0,-1 0 0 0 0,-1 0 0 0 0,1 0 1 0 0,0 0-1 0 0,-1-1 0 0 0,1 1 0 0 0,-1 0 0 0 0,0 0 0 0 0,0-1 0 0 0,0 1 0 0 0,0 0 1 0 0,0-1-1 0 0,-3 5 0 0 0,-2 3 154 0 0,-1 1-1 0 0,0-2 1 0 0,0 1 0 0 0,-10 9-1 0 0,-95 83 1795 0 0,65-62-1264 0 0,46-39-699 0 0,0-1 0 0 0,1 1 0 0 0,-1-1 0 0 0,1 0 0 0 0,-1 1 0 0 0,1-1 0 0 0,-1 1 0 0 0,1-1 0 0 0,0 1-1 0 0,-1-1 1 0 0,1 1 0 0 0,0-1 0 0 0,-1 1 0 0 0,1-1 0 0 0,0 1 0 0 0,-1 0 0 0 0,1-1 0 0 0,0 1 0 0 0,0 0 0 0 0,0-1-1 0 0,0 1 1 0 0,0 0 0 0 0,0-1 0 0 0,0 1 0 0 0,0-1 0 0 0,0 2 0 0 0,0-1-3 0 0,1-1-1 0 0,-1 1 1 0 0,1 0 0 0 0,0-1-1 0 0,-1 1 1 0 0,1-1 0 0 0,-1 1 0 0 0,1-1-1 0 0,0 1 1 0 0,0-1 0 0 0,-1 1 0 0 0,1-1-1 0 0,0 1 1 0 0,0-1 0 0 0,0 0-1 0 0,-1 0 1 0 0,2 1 0 0 0,46 5 61 0 0,-39-6-48 0 0,411 11-636 0 0,-140-22-2907 0 0,-254 10 2717 0 0,54-3-2090 0 0,-28-1-3285 0 0,-23 0-920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3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30 788 0 0,'10'3'7826'0'0,"11"-15"-5308"0"0,-20 11-2432 0 0,0 0 1 0 0,0 0-1 0 0,0 1 1 0 0,0-1-1 0 0,0 0 1 0 0,0 0-1 0 0,0 0 1 0 0,0 0-1 0 0,0 0 1 0 0,0-1-1 0 0,-1 1 1 0 0,1 0-1 0 0,0 0 0 0 0,-1 0 1 0 0,1-1-1 0 0,0-1 1 0 0,-15 7-45 0 0,9-2-36 0 0,0 1 0 0 0,0 0 0 0 0,1 0 0 0 0,-1 0-1 0 0,1 0 1 0 0,0 1 0 0 0,0 0 0 0 0,0 0-1 0 0,-4 5 1 0 0,-4 3 17 0 0,-11 12-2 0 0,2 0 1 0 0,0 2-1 0 0,2 0 1 0 0,-32 56 0 0 0,48-77-25 0 0,0 0 0 0 0,1 0 0 0 0,0 1 1 0 0,0-1-1 0 0,0 0 0 0 0,1 1 0 0 0,-1-1 1 0 0,1 1-1 0 0,1 0 0 0 0,-1-1 1 0 0,1 1-1 0 0,0 0 0 0 0,0-1 0 0 0,0 1 1 0 0,1 0-1 0 0,0-1 0 0 0,0 1 1 0 0,3 7-1 0 0,0-5 3 0 0,-1-1 0 0 0,1 0 0 0 0,1 1 0 0 0,-1-1 0 0 0,1-1 0 0 0,1 1 0 0 0,-1-1 0 0 0,1 0 0 0 0,0 0 0 0 0,0 0 0 0 0,13 7 0 0 0,89 66-1 0 0,-104-76 10 0 0,-4-2-7 0 0,1 0 0 0 0,0 0 0 0 0,0 0-1 0 0,-1 0 1 0 0,1 0 0 0 0,-1 0 0 0 0,1 0 0 0 0,-1 0 0 0 0,1 0-1 0 0,-1 0 1 0 0,1 0 0 0 0,-1 1 0 0 0,0-1 0 0 0,0 0 0 0 0,0 0-1 0 0,0 1 1 0 0,0-1 0 0 0,0 0 0 0 0,0 0 0 0 0,0 0-1 0 0,0 1 1 0 0,0-1 0 0 0,-1 0 0 0 0,1 0 0 0 0,0 0 0 0 0,-1 0-1 0 0,1 1 1 0 0,-1-1 0 0 0,0 1 0 0 0,-2 1 37 0 0,1 0 1 0 0,-1 0 0 0 0,1 0-1 0 0,-1 0 1 0 0,0 0-1 0 0,-4 2 1 0 0,4-3 76 0 0,-5 4 1 0 0,-1 0-1 0 0,0-1 1 0 0,0 0-1 0 0,-1-1 0 0 0,1 0 1 0 0,-1-1-1 0 0,0 0 1 0 0,0 0-1 0 0,0-1 1 0 0,0 0-1 0 0,0-1 1 0 0,0 0-1 0 0,-1 0 1 0 0,1-1-1 0 0,-14-2 0 0 0,5 0-51 0 0,0-1-1 0 0,0 0 1 0 0,0-2-1 0 0,1 0 0 0 0,-1-1 1 0 0,2-1-1 0 0,-25-12 0 0 0,41 18-138 0 0,-1 0 0 0 0,1 0-1 0 0,0 0 1 0 0,-1 1-1 0 0,1-2 1 0 0,0 1 0 0 0,-1 0-1 0 0,1 0 1 0 0,0 0-1 0 0,0 0 1 0 0,0-1-1 0 0,0 1 1 0 0,0 0 0 0 0,0-1-1 0 0,1 1 1 0 0,-1-1-1 0 0,0 1 1 0 0,1-1 0 0 0,-1 0-1 0 0,1 1 1 0 0,-1-2-1 0 0,1 0-371 0 0,0 1-1 0 0,0 0 1 0 0,0-1-1 0 0,1 1 1 0 0,-1 0-1 0 0,1-1 0 0 0,0 1 1 0 0,-1 0-1 0 0,1 0 1 0 0,0 0-1 0 0,0-1 1 0 0,0 1-1 0 0,1 0 1 0 0,1-2-1 0 0,5-8-4429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3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2344 0 0,'25'-9'8676'0'0,"-24"8"-8515"0"0,0 1 1 0 0,0-1 0 0 0,0 1 0 0 0,0 0 0 0 0,0-1-1 0 0,0 1 1 0 0,0 0 0 0 0,0 0 0 0 0,0 0 0 0 0,0 0-1 0 0,0 0 1 0 0,0 0 0 0 0,0 0 0 0 0,0 0 0 0 0,0 0-1 0 0,0 0 1 0 0,0 0 0 0 0,0 1 0 0 0,0-1 0 0 0,0 0-1 0 0,0 1 1 0 0,0-1 0 0 0,0 1 0 0 0,0-1-1 0 0,1 2 1 0 0,-1 0-143 0 0,0 0 1 0 0,0 1-1 0 0,0-1 0 0 0,-1 1 0 0 0,1-1 0 0 0,-1 0 0 0 0,0 1 0 0 0,1-1 0 0 0,-1 1 1 0 0,-1 4-1 0 0,0 46 134 0 0,0-23-120 0 0,1 0-1 0 0,1 0 0 0 0,1 0 1 0 0,13 54-1 0 0,-15-81-27 0 0,1-1 1 0 0,-1 0-1 0 0,1 0 0 0 0,0 0 1 0 0,0 1-1 0 0,0-1 0 0 0,0 0 1 0 0,0 0-1 0 0,0 0 0 0 0,1 0 1 0 0,-1-1-1 0 0,1 1 0 0 0,-1 0 1 0 0,1-1-1 0 0,0 1 0 0 0,0-1 1 0 0,0 1-1 0 0,0-1 0 0 0,0 0 1 0 0,0 1-1 0 0,0-1 0 0 0,0 0 1 0 0,0-1-1 0 0,0 1 0 0 0,5 1 1 0 0,0-3-3 0 0,0 0 0 0 0,1-1 0 0 0,-1 1 0 0 0,0-1 0 0 0,0-1 0 0 0,-1 1 0 0 0,1-1 0 0 0,0-1 0 0 0,-1 1 0 0 0,0-1 0 0 0,1 0 0 0 0,-2 0 0 0 0,1-1 0 0 0,0 0 0 0 0,-1 0 0 0 0,5-6 0 0 0,14-16 4 0 0,-2 0 0 0 0,19-33 1 0 0,-30 44-3 0 0,47-68-63 0 0,-55 81 51 0 0,4-2 14 0 0,-7 4-6 0 0,0 1 1 0 0,1 0 0 0 0,-1 0-1 0 0,0 0 1 0 0,1 0-1 0 0,-1 0 1 0 0,0 0 0 0 0,1-1-1 0 0,-1 1 1 0 0,1 0-1 0 0,-1 0 1 0 0,0 0 0 0 0,1 0-1 0 0,-1 0 1 0 0,1 0-1 0 0,-1 1 1 0 0,0-1 0 0 0,1 0-1 0 0,-1 0 1 0 0,1 0-1 0 0,-1 0 1 0 0,0 0 0 0 0,1 0-1 0 0,-1 1 1 0 0,0-1-1 0 0,1 0 1 0 0,-1 0 0 0 0,0 1-1 0 0,1-1 1 0 0,-1 0-1 0 0,0 0 1 0 0,0 1 0 0 0,1-1-1 0 0,-1 0 1 0 0,0 1 0 0 0,0-1-1 0 0,0 0 1 0 0,1 1-1 0 0,-1-1 1 0 0,0 0 0 0 0,0 1-1 0 0,0-1 1 0 0,0 1-1 0 0,0-1 1 0 0,0 0 0 0 0,0 1-1 0 0,0 0 1 0 0,5 19 92 0 0,-2 12 11 0 0,-1-1-1 0 0,-3 33 1 0 0,-1-31-222 0 0,6 59 1 0 0,-4-90 6 0 0,1 1-1 0 0,-1 0 1 0 0,1-1 0 0 0,0 1 0 0 0,-1-1 0 0 0,1 1-1 0 0,0-1 1 0 0,0 1 0 0 0,1-1 0 0 0,-1 0 0 0 0,0 1-1 0 0,1-1 1 0 0,0 0 0 0 0,2 2 0 0 0,-3-2-305 0 0,1-1 0 0 0,-1 0 0 0 0,1 0 0 0 0,-1-1 1 0 0,1 1-1 0 0,0 0 0 0 0,0 0 0 0 0,-1-1 0 0 0,1 1 0 0 0,0-1 0 0 0,0 1 1 0 0,0-1-1 0 0,-1 0 0 0 0,1 0 0 0 0,0 0 0 0 0,2 0 0 0 0,22-2-4638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4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46 1036 0 0,'1'-18'4687'0'0,"-2"-9"-536"0"0,-12 49-2371 0 0,-70 248 94 0 0,40-112-1761 0 0,20-74-236 0 0,40-108 65 0 0,-2 5 42 0 0,0 0 0 0 0,1 0-1 0 0,32-28 1 0 0,-39 39 15 0 0,2 1-1 0 0,-1 0 1 0 0,1 0-1 0 0,0 1 1 0 0,0 1-1 0 0,0 0 0 0 0,1 0 1 0 0,0 1-1 0 0,15-3 1 0 0,-24 6 31 0 0,0 0 0 0 0,0 1 1 0 0,1-1-1 0 0,-1 1 0 0 0,0 0 1 0 0,1 0-1 0 0,-1 0 0 0 0,1 0 1 0 0,-1 1-1 0 0,0-1 0 0 0,0 1 0 0 0,1 0 1 0 0,-1 0-1 0 0,0 0 0 0 0,0 0 1 0 0,0 1-1 0 0,0-1 0 0 0,0 1 1 0 0,0 0-1 0 0,0 0 0 0 0,-1 0 0 0 0,1 0 1 0 0,0 0-1 0 0,-1 0 0 0 0,0 1 1 0 0,0-1-1 0 0,0 1 0 0 0,0 0 1 0 0,0 0-1 0 0,0 0 0 0 0,-1 0 0 0 0,1 0 1 0 0,-1 0-1 0 0,0 0 0 0 0,0 0 1 0 0,0 0-1 0 0,0 1 0 0 0,0-1 1 0 0,-1 0-1 0 0,0 1 0 0 0,1-1 0 0 0,-1 0 1 0 0,-1 1-1 0 0,1-1 0 0 0,0 0 1 0 0,-1 1-1 0 0,0-1 0 0 0,1 0 1 0 0,-1 0-1 0 0,-1 1 0 0 0,1-1 0 0 0,0 0 1 0 0,-4 5-1 0 0,-1 2 75 0 0,-1 1-1 0 0,-1-1 1 0 0,1 0-1 0 0,-2-1 1 0 0,1 0-1 0 0,-1 0 1 0 0,-1 0-1 0 0,0-2 1 0 0,0 1-1 0 0,0-1 1 0 0,-18 9-1 0 0,22-13-90 0 0,-1 0 0 0 0,1 0-1 0 0,-1 0 1 0 0,0 0 0 0 0,0-1-1 0 0,0-1 1 0 0,-1 1 0 0 0,1-1 0 0 0,0 0-1 0 0,-1 0 1 0 0,1-1 0 0 0,0 0-1 0 0,-1-1 1 0 0,1 0 0 0 0,0 0 0 0 0,-1 0-1 0 0,1-1 1 0 0,0 0 0 0 0,0 0-1 0 0,-13-7 1 0 0,17 8-156 0 0,1-1 1 0 0,-1 1-1 0 0,1-1 0 0 0,0 0 0 0 0,-1 0 0 0 0,1 0 1 0 0,0 0-1 0 0,0 0 0 0 0,0-1 0 0 0,1 1 0 0 0,-1 0 1 0 0,0-1-1 0 0,1 1 0 0 0,0-1 0 0 0,-1 0 0 0 0,1 0 0 0 0,0 1 1 0 0,0-1-1 0 0,0-4 0 0 0,1 4-531 0 0,-1-1 1 0 0,1 0-1 0 0,1 1 0 0 0,-1-1 0 0 0,0 0 1 0 0,1 1-1 0 0,0-1 0 0 0,-1 1 0 0 0,4-7 1 0 0,2-5-3919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4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1916 0 0,'13'-38'5344'0'0,"-8"24"-3816"0"0,0 0-1 0 0,12-23 0 0 0,-16 35-1259 0 0,15-31 2831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5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38 444 0 0,'2'-12'4866'0'0,"-2"10"-4316"0"0,1-1 1 0 0,-1 1-1 0 0,1 0 0 0 0,-1 0 1 0 0,1 0-1 0 0,0 0 0 0 0,0 0 1 0 0,0 0-1 0 0,1-3 1 0 0,-2 5-516 0 0,1 0 1 0 0,-1-1 0 0 0,0 1 0 0 0,0 0 0 0 0,0 0-1 0 0,0 0 1 0 0,0 0 0 0 0,1 0 0 0 0,-1 0 0 0 0,0 0 0 0 0,0 0-1 0 0,0-1 1 0 0,0 1 0 0 0,1 0 0 0 0,-1 0 0 0 0,0 0-1 0 0,0 0 1 0 0,0 0 0 0 0,0 0 0 0 0,1 0 0 0 0,-1 0 0 0 0,0 0-1 0 0,0 0 1 0 0,0 0 0 0 0,0 0 0 0 0,1 0 0 0 0,-1 0-1 0 0,0 0 1 0 0,0 0 0 0 0,0 0 0 0 0,0 1 0 0 0,1-1-1 0 0,-1 0 1 0 0,0 0 0 0 0,0 0 0 0 0,0 0 0 0 0,0 0 0 0 0,1 0-1 0 0,-1 1 1 0 0,7 14 711 0 0,5 28 695 0 0,-2 0 0 0 0,-2 1 0 0 0,-2 0 0 0 0,0 78 1 0 0,-7-64-952 0 0,-3 0 0 0 0,-2 0 0 0 0,-17 67 0 0 0,22-120-470 0 0,-6 25 345 0 0,-14 39 1 0 0,19-62-273 0 0,-1 0 1 0 0,0 0-1 0 0,-1-1 0 0 0,1 1 1 0 0,-1 0-1 0 0,-1-1 1 0 0,1 0-1 0 0,-1 0 1 0 0,0-1-1 0 0,0 1 0 0 0,-8 5 1 0 0,10-9-77 0 0,0 0 0 0 0,0 0 1 0 0,0-1-1 0 0,0 0 0 0 0,0 1 0 0 0,-1-1 0 0 0,1 0 1 0 0,0-1-1 0 0,-1 1 0 0 0,1 0 0 0 0,0-1 1 0 0,-1 0-1 0 0,1 0 0 0 0,-1 0 0 0 0,-4-1 0 0 0,1 0 7 0 0,1-1-1 0 0,-1 1 1 0 0,1-2-1 0 0,0 1 1 0 0,-1-1-1 0 0,1 0 1 0 0,-8-5-1 0 0,-3-3-91 0 0,1-2 0 0 0,0 0 0 0 0,1-1-1 0 0,-15-17 1 0 0,18 18-452 0 0,0-2-1 0 0,1 1 1 0 0,0-1 0 0 0,2-1-1 0 0,0 0 1 0 0,0 0 0 0 0,-11-33-1 0 0,16 34-593 0 0,0 1 0 0 0,1 0-1 0 0,1-1 1 0 0,0 1 0 0 0,1-1-1 0 0,1 0 1 0 0,0 1 0 0 0,1-1-1 0 0,0 0 1 0 0,5-19 0 0 0,4-8-4288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5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54 184 0 0,'4'-4'1761'0'0,"26"-29"8209"0"0,-24 25-8820 0 0,-6 8-1179 0 0,1-1 1 0 0,-1 1 0 0 0,0-1 0 0 0,0 1 0 0 0,0 0-1 0 0,0-1 1 0 0,0 1 0 0 0,1 0 0 0 0,-1-1-1 0 0,0 1 1 0 0,0-1 0 0 0,1 1 0 0 0,-1 0-1 0 0,0 0 1 0 0,1-1 0 0 0,-1 1 0 0 0,0 0 0 0 0,1-1-1 0 0,-1 1 1 0 0,0 0 0 0 0,1 0 0 0 0,-1 0-1 0 0,1-1 1 0 0,-1 1 0 0 0,0 0 0 0 0,1 0-1 0 0,-1 0 1 0 0,1 0 0 0 0,0 0 0 0 0,1 1-392 0 0,2 2-172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5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189 116 452 0 0,'-7'54'10152'0'0,"4"-39"-7951"0"0,3-13-1487 0 0,0 0-325 0 0,0-2-364 0 0,0 0 0 0 0,0 1 0 0 0,0-1 0 0 0,-1 0 0 0 0,1 0 0 0 0,0 1 0 0 0,0-1 0 0 0,0 0 0 0 0,0 0 0 0 0,0 1 0 0 0,0-1 0 0 0,0 0 0 0 0,0 1 0 0 0,0-1 0 0 0,0 0 0 0 0,0 1 0 0 0,0-1 0 0 0,1 0 0 0 0,-1 0 0 0 0,0 1 0 0 0,0-1 0 0 0,0 0 0 0 0,0 0 0 0 0,0 1 0 0 0,1-1 0 0 0,-1 0 0 0 0,0 0 0 0 0,0 1 0 0 0,0-1 0 0 0,0 0-1 0 0,1 0 1 0 0,-1 0 0 0 0,0 0 0 0 0,0 1 0 0 0,1-1 0 0 0,7-3 21 0 0,0 0-1 0 0,-1 0 0 0 0,1-1 1 0 0,-1 0-1 0 0,0-1 0 0 0,0 0 0 0 0,0 0 1 0 0,0 0-1 0 0,-1 0 0 0 0,0-1 1 0 0,5-7-1 0 0,-8 10-40 0 0,0 0-1 0 0,0-1 1 0 0,-1 1 0 0 0,1-1-1 0 0,-1 0 1 0 0,0 0 0 0 0,0 1-1 0 0,-1-1 1 0 0,1 0 0 0 0,-1-1-1 0 0,1 1 1 0 0,-1 0 0 0 0,-1 0 0 0 0,1 0-1 0 0,-1-1 1 0 0,1 1 0 0 0,-1 0-1 0 0,0-1 1 0 0,-1 1 0 0 0,1 0-1 0 0,-1-1 1 0 0,0 1 0 0 0,0 0-1 0 0,-1-5 1 0 0,1 7-5 0 0,0 0-1 0 0,0 1 1 0 0,0-1-1 0 0,0 0 1 0 0,-1 0-1 0 0,1 0 1 0 0,0 1 0 0 0,-1-1-1 0 0,1 0 1 0 0,-1 1-1 0 0,1 0 1 0 0,-1-1-1 0 0,0 1 1 0 0,0 0 0 0 0,1 0-1 0 0,-1 0 1 0 0,0 0-1 0 0,0 0 1 0 0,-4-1-1 0 0,2 1-1 0 0,1 1 0 0 0,0 0 1 0 0,-1-1-1 0 0,0 1 0 0 0,1 1 0 0 0,-1-1 0 0 0,1 0 0 0 0,0 1 0 0 0,-1 0 0 0 0,1 0 0 0 0,-5 1 0 0 0,-2 3 7 0 0,0 0-1 0 0,0 0 1 0 0,0 0 0 0 0,1 2-1 0 0,0-1 1 0 0,-14 14 0 0 0,5-3 98 0 0,1 0 0 0 0,1 2 0 0 0,-26 39 0 0 0,36-50-77 0 0,1 1 0 0 0,0 1 0 0 0,1-1-1 0 0,0 1 1 0 0,1-1 0 0 0,0 1 0 0 0,0 0-1 0 0,1 0 1 0 0,0 1 0 0 0,1-1 0 0 0,0 0-1 0 0,1 11 1 0 0,0-18-10 0 0,0 1 0 0 0,1-1 1 0 0,-1 1-1 0 0,1-1 0 0 0,0 0 0 0 0,0 0 0 0 0,0 1 0 0 0,1-1 0 0 0,-1 0 0 0 0,1 0 1 0 0,0 0-1 0 0,-1-1 0 0 0,2 1 0 0 0,-1 0 0 0 0,0-1 0 0 0,5 5 0 0 0,-2-3-37 0 0,-1-1 0 0 0,2 1-1 0 0,-1-1 1 0 0,0-1 0 0 0,0 1-1 0 0,1-1 1 0 0,0 0 0 0 0,11 3-1 0 0,-1-2-387 0 0,1-1 0 0 0,0 0-1 0 0,0-2 1 0 0,-1 0-1 0 0,34-4 1 0 0,-22 0-1414 0 0,-1-1 0 0 0,-1-2 0 0 0,51-18 1 0 0,-37 7-2325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6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45 1712 0 0,'0'-3'537'0'0,"-1"1"0"0"0,0-1-1 0 0,0 0 1 0 0,-1 1 0 0 0,1-1-1 0 0,0 1 1 0 0,-1-1 0 0 0,0 1-1 0 0,1 0 1 0 0,-1-1 0 0 0,0 1 0 0 0,0 0-1 0 0,-1 0 1 0 0,1 1 0 0 0,0-1-1 0 0,0 0 1 0 0,-4-1 0 0 0,4 2-416 0 0,0 0-1 0 0,-1 1 1 0 0,1 0 0 0 0,0-1 0 0 0,0 1-1 0 0,0 0 1 0 0,0 0 0 0 0,0 0 0 0 0,0 0 0 0 0,0 1-1 0 0,0-1 1 0 0,0 0 0 0 0,-1 1 0 0 0,1 0-1 0 0,0-1 1 0 0,1 1 0 0 0,-1 0 0 0 0,0 0-1 0 0,0 0 1 0 0,0 0 0 0 0,0 0 0 0 0,1 1 0 0 0,-4 2-1 0 0,-4 4 113 0 0,1 0 1 0 0,-1 1-1 0 0,2 0 0 0 0,-1 1 0 0 0,1-1 0 0 0,1 2 0 0 0,0-1 0 0 0,0 0 0 0 0,-5 16 0 0 0,4-7-113 0 0,1 1-1 0 0,0-1 0 0 0,2 2 0 0 0,-4 31 0 0 0,8-45-95 0 0,-1-1 0 0 0,1 0 0 0 0,0 1 0 0 0,1-1 0 0 0,0 1 0 0 0,0-1 1 0 0,0 0-1 0 0,0 1 0 0 0,1-1 0 0 0,0 0 0 0 0,1 0 0 0 0,-1 0 0 0 0,1-1 0 0 0,0 1 0 0 0,6 7 0 0 0,-6-9-45 0 0,0-1 0 0 0,1 1 0 0 0,0 0 0 0 0,0-1 1 0 0,0 0-1 0 0,0 0 0 0 0,1 0 0 0 0,-1-1 0 0 0,1 1 0 0 0,-1-1 0 0 0,1 0 1 0 0,0 0-1 0 0,0-1 0 0 0,0 1 0 0 0,0-1 0 0 0,0 0 0 0 0,0-1 0 0 0,0 1 0 0 0,8-1 1 0 0,-2 0-471 0 0,1-1 1 0 0,-1-1 0 0 0,0 0 0 0 0,1 0 0 0 0,-1-1 0 0 0,0 0 0 0 0,20-10-1 0 0,-18 7-1037 0 0,0-1-1 0 0,-1 0 0 0 0,15-13 0 0 0,-1-2-3196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6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90 128 1812 0 0,'-3'-31'3129'0'0,"0"7"2771"0"0,0-43 0 0 0,3 67-5876 0 0,1 0 1 0 0,-1 0-1 0 0,0 0 1 0 0,0 0-1 0 0,0-1 1 0 0,0 1-1 0 0,0 0 1 0 0,0 0-1 0 0,0 0 1 0 0,0 0-1 0 0,0 0 1 0 0,0 0-1 0 0,0-1 1 0 0,0 1-1 0 0,0 0 1 0 0,0 0-1 0 0,0 0 1 0 0,0 0-1 0 0,0-1 1 0 0,0 1-1 0 0,0 0 1 0 0,0 0-1 0 0,0 0 1 0 0,0 0-1 0 0,0 0 1 0 0,0-1-1 0 0,0 1 1 0 0,0 0-1 0 0,0 0 1 0 0,0 0-1 0 0,0 0 1 0 0,0 0-1 0 0,0-1 1 0 0,0 1-1 0 0,-1 0 1 0 0,1 0-1 0 0,0 0 1 0 0,0 0-1 0 0,0 0 1 0 0,0 0-1 0 0,0 0 1 0 0,0 0-1 0 0,-1 0 1 0 0,1-1-1 0 0,0 1 1 0 0,0 0-1 0 0,0 0 1 0 0,0 0-1 0 0,0 0 1 0 0,-1 0-1 0 0,1 0 1 0 0,0 0-1 0 0,0 0 1 0 0,-5 11 583 0 0,-3 19 67 0 0,8-28-570 0 0,-27 167 2310 0 0,9-40-1658 0 0,9-68-584 0 0,3 0 0 0 0,1 65 0 0 0,4-123-185 0 0,1 0 0 0 0,0 0 0 0 0,1 0-1 0 0,-1 0 1 0 0,0 0 0 0 0,1 0 0 0 0,0-1 0 0 0,-1 1 0 0 0,1 0 0 0 0,0 0 0 0 0,0-1 0 0 0,1 1 0 0 0,-1 0-1 0 0,1-1 1 0 0,-1 1 0 0 0,1-1 0 0 0,0 0 0 0 0,0 1 0 0 0,0-1 0 0 0,4 3 0 0 0,-4-4-150 0 0,0 0 0 0 0,0 0 0 0 0,1 0 0 0 0,-1-1 1 0 0,1 1-1 0 0,-1-1 0 0 0,0 1 0 0 0,1-1 0 0 0,-1 0 0 0 0,1 0 1 0 0,-1 0-1 0 0,1 0 0 0 0,-1 0 0 0 0,1 0 0 0 0,-1-1 0 0 0,0 0 1 0 0,1 1-1 0 0,-1-1 0 0 0,0 0 0 0 0,1 0 0 0 0,-1 0 0 0 0,0 0 1 0 0,0 0-1 0 0,0-1 0 0 0,2-1 0 0 0,4-2-1676 0 0,-1-1-1 0 0,0 0 1 0 0,0-1 0 0 0,11-13 0 0 0,-1 1-5248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6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69 2568 0 0,'-246'-17'19702'0'0,"243"17"-19391"0"0,-4-2 105 0 0,3 0-235 0 0,12-2-52 0 0,19-4-914 0 0,1 1-1 0 0,1 1 1 0 0,-1 1 0 0 0,42-1 0 0 0,-31 3-1176 0 0,36-3-5657 0 0,-38 4 220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7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73 624 16 0 0,'-26'-5'5216'0'0,"23"5"-4175"0"0,-16-2 891 0 0,18 2-1815 0 0,0 0 0 0 0,-1 1 0 0 0,1-1 1 0 0,0 0-1 0 0,0 1 0 0 0,-1-1 0 0 0,1 0 1 0 0,0 1-1 0 0,0 0 0 0 0,0-1 0 0 0,-1 1 0 0 0,1 0 1 0 0,0-1-1 0 0,0 1 0 0 0,0 0 0 0 0,-1 1 1 0 0,2 0-62 0 0,-1-1 1 0 0,0 1 0 0 0,1 0 0 0 0,-1-1 0 0 0,1 1 0 0 0,0 0 0 0 0,0-1-1 0 0,0 1 1 0 0,0 0 0 0 0,0-1 0 0 0,0 1 0 0 0,0 0 0 0 0,0-1-1 0 0,0 1 1 0 0,1 0 0 0 0,-1-1 0 0 0,1 1 0 0 0,-1 0 0 0 0,1-1 0 0 0,0 1-1 0 0,0-1 1 0 0,0 1 0 0 0,0-1 0 0 0,0 0 0 0 0,0 1 0 0 0,0-1-1 0 0,0 0 1 0 0,0 0 0 0 0,0 0 0 0 0,1 1 0 0 0,-1-1 0 0 0,1-1 0 0 0,-1 1-1 0 0,0 0 1 0 0,1 0 0 0 0,0 0 0 0 0,-1-1 0 0 0,1 1 0 0 0,-1-1-1 0 0,1 1 1 0 0,0-1 0 0 0,-1 0 0 0 0,1 0 0 0 0,0 1 0 0 0,2-2 0 0 0,16 1 8 0 0,0-2 0 0 0,0-1 0 0 0,0-1 0 0 0,-1 0 0 0 0,0-1 0 0 0,0-1 0 0 0,0-1 0 0 0,0-1 0 0 0,-1 0 0 0 0,-1-2 0 0 0,1 0 0 0 0,-1-1 0 0 0,17-14 1 0 0,-15 10-58 0 0,-1-2-1 0 0,-1 0 1 0 0,0 0 0 0 0,-1-2 0 0 0,-1 0 0 0 0,0-1 0 0 0,-2 0 0 0 0,-1-1 0 0 0,0-1 0 0 0,14-36 0 0 0,-13 13-56 0 0,-1 0-1 0 0,-3 0 0 0 0,4-50 0 0 0,0 0-42 0 0,-13 93 73 0 0,-2-5-12 0 0,-13 53 117 0 0,3 1 0 0 0,1 0 0 0 0,-6 74 0 0 0,9-65-61 0 0,1-7-34 0 0,-14 125 147 0 0,19-148-194 0 0,2-1 0 0 0,1 1 0 0 0,0-1 0 0 0,10 44 0 0 0,-9-61-141 0 0,0-1 0 0 0,0 0-1 0 0,1 0 1 0 0,0 0 0 0 0,1 0 0 0 0,-1-1-1 0 0,9 13 1 0 0,-9-16-242 0 0,1 1 0 0 0,-1-1 0 0 0,0 1 0 0 0,1-1 0 0 0,0 0 0 0 0,0 0 0 0 0,-1-1 0 0 0,2 1 0 0 0,-1-1 0 0 0,0 0 0 0 0,0 0 0 0 0,1-1 0 0 0,6 3 0 0 0,7 0-3163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7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61 102 120 0 0,'5'-15'3198'0'0,"1"-5"2106"0"0,-9 22-3693 0 0,-9 12-1402 0 0,5-5 4 0 0,0 0 0 0 0,1 1-1 0 0,0 0 1 0 0,0 1 0 0 0,1-1-1 0 0,1 1 1 0 0,0 0 0 0 0,0 0-1 0 0,-2 16 1 0 0,5-24-182 0 0,1 1 0 0 0,0-1-1 0 0,-1 1 1 0 0,2-1 0 0 0,-1 1 0 0 0,0-1 0 0 0,0 1 0 0 0,1-1 0 0 0,0 0 0 0 0,0 1-1 0 0,0-1 1 0 0,0 0 0 0 0,0 1 0 0 0,1-1 0 0 0,0 0 0 0 0,-1 0 0 0 0,1 0-1 0 0,0 0 1 0 0,0 0 0 0 0,1-1 0 0 0,-1 1 0 0 0,0-1 0 0 0,1 1 0 0 0,0-1 0 0 0,0 0-1 0 0,-1 0 1 0 0,1 0 0 0 0,0 0 0 0 0,0-1 0 0 0,1 1 0 0 0,-1-1 0 0 0,0 0 0 0 0,1 0-1 0 0,5 1 1 0 0,5 2 45 0 0,-1-2 0 0 0,1 1 0 0 0,0-2 0 0 0,0 0 0 0 0,0 0 0 0 0,14-2 0 0 0,-26 1-63 0 0,0 0-1 0 0,0-1 1 0 0,1 1-1 0 0,-1 0 1 0 0,0-1-1 0 0,0 1 1 0 0,0-1-1 0 0,0 1 1 0 0,0-1-1 0 0,0 0 1 0 0,0 0-1 0 0,0 0 1 0 0,0 0 0 0 0,0-1-1 0 0,0 1 1 0 0,-1 0-1 0 0,1-1 1 0 0,-1 1-1 0 0,1-1 1 0 0,-1 1-1 0 0,1-1 1 0 0,-1 0-1 0 0,0 0 1 0 0,0 0-1 0 0,0 0 1 0 0,0 0-1 0 0,0 0 1 0 0,0 0-1 0 0,0 0 1 0 0,-1 0-1 0 0,1 0 1 0 0,-1 0-1 0 0,1 0 1 0 0,-1 0-1 0 0,0-1 1 0 0,0 1-1 0 0,0 0 1 0 0,0 0-1 0 0,0 0 1 0 0,-1-3-1 0 0,-1-4-8 0 0,0 0-1 0 0,0 0 1 0 0,0 1-1 0 0,-1-1 1 0 0,0 1-1 0 0,-1 0 0 0 0,0 0 1 0 0,-6-9-1 0 0,-2 0-630 0 0,-1 0 1 0 0,0 1-1 0 0,-31-28 0 0 0,29 31-1366 0 0,-1 0 0 0 0,-21-11 0 0 0,10 9-1842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7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24 1864 0 0,'-3'1'1430'0'0,"-40"17"4841"0"0,86-14-5078 0 0,153-23-693 0 0,-112 9-1663 0 0,11-2-3095 0 0,-46 6 825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8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135 735 2268 0 0,'-134'48'9650'0'0,"139"-49"-9573"0"0,0-1-1 0 0,0 1 1 0 0,-1-1 0 0 0,1 0 0 0 0,0 0 0 0 0,-1-1 0 0 0,6-3 0 0 0,0 1 8 0 0,50-26 132 0 0,-3-2 0 0 0,87-64 0 0 0,-126 82-225 0 0,0-1 1 0 0,0-1-1 0 0,-2 0 1 0 0,0-1-1 0 0,-1-1 1 0 0,-1 0-1 0 0,-1-1 1 0 0,-1-1-1 0 0,0 0 1 0 0,15-40 0 0 0,-13 13-46 0 0,-1-1 0 0 0,-2-1 1 0 0,-3 0-1 0 0,3-68 1 0 0,-10 80 12 0 0,-13 57 61 0 0,2 8 41 0 0,0 0 0 0 0,2 1-1 0 0,-5 35 1 0 0,1-9 55 0 0,-22 129 58 0 0,31-162-158 0 0,2 0 0 0 0,0 1 0 0 0,2-1 0 0 0,0 1 0 0 0,1-1 0 0 0,9 34 0 0 0,-10-49-84 0 0,1 0 1 0 0,0 0-1 0 0,1 0 1 0 0,-1-1-1 0 0,1 1 1 0 0,0-1-1 0 0,1 0 1 0 0,-1 0-1 0 0,1 0 1 0 0,0 0-1 0 0,0-1 1 0 0,0 1-1 0 0,1-1 1 0 0,0 0-1 0 0,0-1 1 0 0,0 1-1 0 0,0-1 1 0 0,8 4-1 0 0,-7-4-500 0 0,0-1 0 0 0,1 0-1 0 0,0 0 1 0 0,-1-1 0 0 0,1 1 0 0 0,0-1 0 0 0,0-1-1 0 0,0 0 1 0 0,0 0 0 0 0,9-1 0 0 0,8-2-3089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9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63 600 0 0,'10'-42'5855'0'0,"-5"21"-2151"0"0,-7 27-2768 0 0,-68 321 3430 0 0,58-269-4177 0 0,2-14 1 0 0,-5 52-1 0 0,10-62-19 0 0,4-32-156 0 0,3-4 2 0 0,7-6-22 0 0,-1 0 0 0 0,0 0 0 0 0,-1-1 0 0 0,0 0 1 0 0,-1-1-1 0 0,11-19 0 0 0,-7 13-24 0 0,17-25-1 0 0,-26 41 31 0 0,47-54-76 0 0,-43 50 56 0 0,0-1-1 0 0,0 1 1 0 0,0 0 0 0 0,0 0-1 0 0,1 0 1 0 0,-1 1 0 0 0,1 0-1 0 0,10-4 1 0 0,-14 7 17 0 0,1-1-1 0 0,-1 0 1 0 0,0 1 0 0 0,1 0-1 0 0,-1-1 1 0 0,1 1-1 0 0,-1 0 1 0 0,1 0 0 0 0,-1 1-1 0 0,1-1 1 0 0,-1 0-1 0 0,0 1 1 0 0,1-1 0 0 0,-1 1-1 0 0,0 0 1 0 0,1 0-1 0 0,-1 0 1 0 0,0 0 0 0 0,2 2-1 0 0,0-1 5 0 0,-1 1 1 0 0,0 0-1 0 0,0 0 0 0 0,0 0 1 0 0,-1 0-1 0 0,1 1 0 0 0,-1-1 1 0 0,0 1-1 0 0,0 0 0 0 0,2 4 0 0 0,3 9 21 0 0,-2 0-1 0 0,0 0 0 0 0,-1 0 1 0 0,2 20-1 0 0,-6-35-19 0 0,3 23 15 0 0,-1-11-4 0 0,0 0-1 0 0,0 0 1 0 0,1 0-1 0 0,1 0 1 0 0,8 18-1 0 0,-11-30-4 0 0,0 1 0 0 0,1-1 0 0 0,-1 0 0 0 0,1 0 1 0 0,0 0-1 0 0,-1 0 0 0 0,1 0 0 0 0,0 0 0 0 0,0 0 0 0 0,0 0 0 0 0,1-1 0 0 0,-1 1 0 0 0,0-1 0 0 0,1 0 0 0 0,-1 1 0 0 0,4 0 0 0 0,-2-1 1 0 0,1 0-1 0 0,0 0 1 0 0,0 0 0 0 0,0-1 0 0 0,-1 1 0 0 0,1-1 0 0 0,0 0 0 0 0,7-2 0 0 0,3 0 1 0 0,-1-2-1 0 0,0 0 1 0 0,1-1-1 0 0,24-12 0 0 0,-19 7-5 0 0,-2-2-1 0 0,1 0 0 0 0,-2-1 1 0 0,0-1-1 0 0,0 0 0 0 0,-1-1 0 0 0,-1-1 1 0 0,-1-1-1 0 0,0 0 0 0 0,-1-1 1 0 0,-1 0-1 0 0,15-30 0 0 0,-26 46-5 0 0,0 0 0 0 0,0 0 0 0 0,0 0 0 0 0,0 0 0 0 0,0 0 1 0 0,-1 0-1 0 0,1 0 0 0 0,-1 0 0 0 0,0 0 0 0 0,0-1 0 0 0,0 1 0 0 0,0 0 0 0 0,0 0 0 0 0,0 0 0 0 0,0-1 0 0 0,0 1 0 0 0,-1 0 0 0 0,0 0 0 0 0,-1-3 0 0 0,1 4 4 0 0,0 1-1 0 0,-1 0 0 0 0,1 0 1 0 0,-1 0-1 0 0,1 0 0 0 0,0 0 1 0 0,-1 0-1 0 0,1 0 0 0 0,-1 1 0 0 0,1-1 1 0 0,0 0-1 0 0,-1 1 0 0 0,1-1 1 0 0,0 1-1 0 0,-1-1 0 0 0,1 1 1 0 0,-2 1-1 0 0,-2 2 3 0 0,1-1 0 0 0,0 1 0 0 0,0-1 1 0 0,0 1-1 0 0,1 1 0 0 0,-1-1 0 0 0,1 0 1 0 0,0 1-1 0 0,0 0 0 0 0,0-1 0 0 0,1 1 0 0 0,-3 8 1 0 0,1-4 7 0 0,1 0-1 0 0,1 1 1 0 0,-1-1 0 0 0,2 1 0 0 0,-1-1 0 0 0,1 13 0 0 0,1-17-3 0 0,0-1-1 0 0,0 0 1 0 0,1 0-1 0 0,-1 0 1 0 0,1-1 0 0 0,0 1-1 0 0,0 0 1 0 0,1 0 0 0 0,-1 0-1 0 0,1-1 1 0 0,0 1 0 0 0,0-1-1 0 0,0 1 1 0 0,0-1 0 0 0,1 0-1 0 0,3 4 1 0 0,-2-3 19 0 0,1 0 1 0 0,-1 0-1 0 0,1-1 1 0 0,1 1-1 0 0,-1-1 1 0 0,0 0-1 0 0,1-1 1 0 0,-1 0-1 0 0,12 4 0 0 0,-1-3-139 0 0,-1 0 0 0 0,0-1 1 0 0,1-1-1 0 0,-1 0 0 0 0,1-1 0 0 0,0-1 0 0 0,25-4 0 0 0,9-9-2267 0 0,-18 0-2357 0 0,-7 0-1737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29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1 2412 0 0,'-26'3'1437'0'0,"-29"2"2772"0"0,-92 22-1 0 0,136-20-3522 0 0,12-3-447 0 0,9-2 111 0 0,255-10-493 0 0,-149 1-1999 0 0,-46 3-1440 0 0,-1-1-1688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30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37 496 0 0,'26'-36'10820'0'0,"-42"52"-10279"0"0,-5 10-197 0 0,1 1 0 0 0,1 1 0 0 0,-26 56-1 0 0,31-58-234 0 0,2-3-45 0 0,1 0 0 0 0,-8 26 0 0 0,16-40-39 0 0,0 1-1 0 0,1 0 0 0 0,0 0 0 0 0,1-1 0 0 0,-1 1 1 0 0,2 0-1 0 0,0 0 0 0 0,1 13 0 0 0,0-18-10 0 0,0-1 1 0 0,0 0-1 0 0,0 0 0 0 0,0 0 0 0 0,1 0 0 0 0,0 0 0 0 0,0 0 0 0 0,0 0 0 0 0,0 0 1 0 0,0 0-1 0 0,1-1 0 0 0,0 0 0 0 0,0 1 0 0 0,6 4 0 0 0,-4-3-1 0 0,1-1 1 0 0,0 0-1 0 0,1-1 0 0 0,-1 1 0 0 0,1-1 0 0 0,0 0 0 0 0,-1-1 1 0 0,10 3-1 0 0,3-2-3 0 0,-1 0 0 0 0,0 0 0 0 0,1-2 1 0 0,0-1-1 0 0,-1 0 0 0 0,23-3 0 0 0,-27 1-12 0 0,0 0-1 0 0,0-1 1 0 0,0-1-1 0 0,0 0 1 0 0,-1-1-1 0 0,1 0 1 0 0,-1-1-1 0 0,0-1 1 0 0,-1 0 0 0 0,0 0-1 0 0,0-2 1 0 0,0 1-1 0 0,-1-1 1 0 0,0-1-1 0 0,-1 0 1 0 0,0-1-1 0 0,-1 0 1 0 0,0 0-1 0 0,-1-1 1 0 0,13-23-1 0 0,22-66 58 0 0,-35 81-70 0 0,-7 19 13 0 0,-2 3 0 0 0,-1 0-1 0 0,1 0 1 0 0,0 0-1 0 0,0 0 1 0 0,0 0-1 0 0,0 1 1 0 0,1-1-1 0 0,-1 0 1 0 0,0 0-1 0 0,1 1 1 0 0,-1 2-1 0 0,1-2 4 0 0,-4 11 2 0 0,1 0 1 0 0,1 0-1 0 0,0 0 1 0 0,1 0-1 0 0,1 0 1 0 0,0 0-1 0 0,3 21 0 0 0,-3-31 4 0 0,1 1 0 0 0,0 0 0 0 0,1-1 0 0 0,-1 1 0 0 0,1-1 0 0 0,0 0 0 0 0,0 1 0 0 0,0-1 0 0 0,0 0 0 0 0,1 0 0 0 0,0-1 0 0 0,0 1 1 0 0,0 0-1 0 0,0-1 0 0 0,0 0 0 0 0,1 1 0 0 0,0-1 0 0 0,-1-1 0 0 0,1 1 0 0 0,0 0 0 0 0,0-1 0 0 0,1 0 0 0 0,-1 0 0 0 0,0 0 0 0 0,1-1 0 0 0,5 2 0 0 0,-4-2 11 0 0,0 1 1 0 0,1-1-1 0 0,-1-1 0 0 0,0 1 1 0 0,1-1-1 0 0,-1 0 1 0 0,1 0-1 0 0,-1-1 1 0 0,1 0-1 0 0,-1 0 0 0 0,8-3 1 0 0,-10 3-17 0 0,-1-1 1 0 0,1 1-1 0 0,-1-1 0 0 0,1 0 1 0 0,-1 0-1 0 0,0 0 1 0 0,0-1-1 0 0,0 1 0 0 0,0-1 1 0 0,-1 1-1 0 0,1-1 0 0 0,-1 0 1 0 0,1 0-1 0 0,-1 0 1 0 0,0-1-1 0 0,0 1 0 0 0,0 0 1 0 0,-1-1-1 0 0,1 1 1 0 0,1-6-1 0 0,-1 1-1 0 0,-1 0-1 0 0,1 0 1 0 0,-1 0 0 0 0,-1-1 0 0 0,1 1-1 0 0,-1 0 1 0 0,-1 0 0 0 0,0 0 0 0 0,0 0-1 0 0,0 0 1 0 0,-1 0 0 0 0,0 0-1 0 0,-1 0 1 0 0,0 0 0 0 0,0 1 0 0 0,-1 0-1 0 0,1-1 1 0 0,-9-10 0 0 0,4 8-8 0 0,1 0 1 0 0,-2 1 0 0 0,1 0 0 0 0,-1 0-1 0 0,0 1 1 0 0,-1 0 0 0 0,0 1 0 0 0,0 0-1 0 0,-1 1 1 0 0,0 0 0 0 0,-20-8 0 0 0,6 1-15 0 0,22 10 20 0 0,-1 1 0 0 0,0 0 1 0 0,0 0-1 0 0,0 0 1 0 0,0 0-1 0 0,0 1 0 0 0,0 0 1 0 0,-9-2-1 0 0,16 3 0 0 0,7-1 4 0 0,-1 0 0 0 0,1 1 0 0 0,0 1-1 0 0,0 0 1 0 0,0 0 0 0 0,0 0 0 0 0,-1 2 0 0 0,1-1-1 0 0,13 6 1 0 0,-7-2-1 0 0,20 6-4 0 0,-2 1 1 0 0,1 2 0 0 0,-2 2 0 0 0,0 1 0 0 0,-2 1-1 0 0,0 2 1 0 0,-1 1 0 0 0,-1 1 0 0 0,50 52 0 0 0,-74-70 73 0 0,0 1 1 0 0,0-1-1 0 0,-1 1 1 0 0,0 0-1 0 0,0 0 0 0 0,0 1 1 0 0,-1-1-1 0 0,0 1 1 0 0,0 0-1 0 0,-1 0 1 0 0,1 0-1 0 0,-2 0 1 0 0,1 0-1 0 0,-1 0 1 0 0,1 12-1 0 0,-3-19-63 0 0,1 1-1 0 0,0-1 1 0 0,0 0-1 0 0,0 1 1 0 0,-1-1 0 0 0,1 0-1 0 0,0 1 1 0 0,0-1-1 0 0,-1 0 1 0 0,1 0 0 0 0,0 0-1 0 0,-1 1 1 0 0,1-1-1 0 0,0 0 1 0 0,-1 0 0 0 0,1 0-1 0 0,0 0 1 0 0,-1 1-1 0 0,1-1 1 0 0,0 0 0 0 0,-1 0-1 0 0,1 0 1 0 0,-1 0-1 0 0,1 0 1 0 0,0 0-1 0 0,-1 0 1 0 0,1 0 0 0 0,0 0-1 0 0,-1 0 1 0 0,1 0-1 0 0,-1 0 1 0 0,1-1 0 0 0,0 1-1 0 0,-1 0 1 0 0,1 0-1 0 0,0 0 1 0 0,-1 0 0 0 0,1-1-1 0 0,0 1 1 0 0,-1 0-1 0 0,1 0 1 0 0,0-1-1 0 0,0 1 1 0 0,-1 0 0 0 0,1 0-1 0 0,0-1 1 0 0,0 1-1 0 0,0 0 1 0 0,-1-1 0 0 0,1 1-1 0 0,0 0 1 0 0,0-1-1 0 0,0 1 1 0 0,0 0 0 0 0,0-1-1 0 0,-1 1 1 0 0,1-1-1 0 0,0 1 1 0 0,0 0 0 0 0,0-1-1 0 0,-2-7-3 0 0,1 0 0 0 0,0 0 0 0 0,0-1 0 0 0,0 1 0 0 0,1 0 0 0 0,1-1 0 0 0,-1 1 0 0 0,1 0 0 0 0,0 0 0 0 0,1 0 0 0 0,0 0-1 0 0,1 0 1 0 0,5-13 0 0 0,-4 10 1 0 0,1 0-1 0 0,1 0 1 0 0,0 1 0 0 0,1 0-1 0 0,0 0 1 0 0,0 0-1 0 0,1 1 1 0 0,17-17-1 0 0,-17 20-9 0 0,0 0 0 0 0,1 1 0 0 0,-1 0 0 0 0,1 0 0 0 0,0 1 0 0 0,0 0 0 0 0,1 0 0 0 0,12-2 0 0 0,-18 5 1 0 0,-1 0-1 0 0,0 1 1 0 0,1-1-1 0 0,-1 1 1 0 0,1 0-1 0 0,-1 0 0 0 0,1 0 1 0 0,-1 1-1 0 0,0-1 1 0 0,1 1-1 0 0,-1 0 0 0 0,0 0 1 0 0,1 0-1 0 0,-1 0 1 0 0,0 0-1 0 0,0 1 1 0 0,0-1-1 0 0,0 1 0 0 0,0 0 1 0 0,0 0-1 0 0,-1 0 1 0 0,1 1-1 0 0,-1-1 0 0 0,1 1 1 0 0,-1-1-1 0 0,0 1 1 0 0,4 5-1 0 0,-2-2 1 0 0,-1 1 0 0 0,1 0 0 0 0,-1 0-1 0 0,0 0 1 0 0,-1 0 0 0 0,1 0 0 0 0,-1 1 0 0 0,-1-1-1 0 0,0 1 1 0 0,1 15 0 0 0,-8 45 36 0 0,4-54-83 0 0,0 1 0 0 0,1 0 0 0 0,1 0 0 0 0,2 29 0 0 0,-2-43-35 0 0,0 1 0 0 0,1-1 0 0 0,-1 0 0 0 0,1 1 0 0 0,-1-1-1 0 0,1 0 1 0 0,-1 0 0 0 0,1 1 0 0 0,0-1 0 0 0,-1 0 0 0 0,1 0-1 0 0,0 0 1 0 0,0 0 0 0 0,0 0 0 0 0,0 0 0 0 0,0 0 0 0 0,0 0-1 0 0,0 0 1 0 0,0-1 0 0 0,0 1 0 0 0,2 0 0 0 0,0 0-111 0 0,-1 0 0 0 0,1 0 0 0 0,0 0 0 0 0,-1-1 0 0 0,1 0 0 0 0,0 1 0 0 0,0-1 0 0 0,0 0 0 0 0,5-1 0 0 0,1 0-403 0 0,1-1 1 0 0,-1-1-1 0 0,0 1 1 0 0,0-2-1 0 0,11-4 1 0 0,-10 3-607 0 0,0-1 0 0 0,17-12 0 0 0,-3-4-1293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31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1 305 1204 0 0,'115'-242'11848'0'0,"-83"181"-9128"0"0,-31 60-2367 0 0,-1 3-265 0 0,1 0 0 0 0,-1 1-1 0 0,1-1 1 0 0,-1 0 0 0 0,0 1 0 0 0,0-1 0 0 0,0 0 0 0 0,-1 5 0 0 0,-77 528 1005 0 0,77-533-1409 0 0,1 3-1736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32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60 1184 0 0,'18'-19'9118'0'0,"-14"13"-7953"0"0,-3-5-484 0 0,-1 10-444 0 0,-30-19 686 0 0,23 19-905 0 0,1 0 0 0 0,-1 0 0 0 0,0 1 0 0 0,1 0 0 0 0,-1 0 1 0 0,0 1-1 0 0,1 0 0 0 0,-1 0 0 0 0,1 0 0 0 0,-1 1 0 0 0,1 0 0 0 0,-1 0 0 0 0,1 1 0 0 0,0 0 1 0 0,0 0-1 0 0,0 0 0 0 0,1 0 0 0 0,-1 1 0 0 0,-5 5 0 0 0,8-6-18 0 0,0 0 1 0 0,0-1-1 0 0,0 1 0 0 0,0 1 1 0 0,1-1-1 0 0,-1 0 0 0 0,1 1 1 0 0,0-1-1 0 0,0 1 0 0 0,0 0 1 0 0,1-1-1 0 0,-1 1 0 0 0,1 0 1 0 0,0 0-1 0 0,0 0 0 0 0,0 0 0 0 0,0 0 1 0 0,1 0-1 0 0,0 1 0 0 0,0-1 1 0 0,0 0-1 0 0,0 0 0 0 0,1 0 1 0 0,-1 0-1 0 0,1 0 0 0 0,0 0 1 0 0,0 0-1 0 0,1 0 0 0 0,-1 0 1 0 0,1 0-1 0 0,0-1 0 0 0,3 6 1 0 0,11 12 4 0 0,0 1 0 0 0,2-2 0 0 0,0 0 0 0 0,2-1 0 0 0,33 25 0 0 0,-30-24-16 0 0,-10-10 6 0 0,-6-5 14 0 0,-1 1 0 0 0,1-1 0 0 0,-1 1 0 0 0,-1 1 0 0 0,7 7 0 0 0,-12-13-3 0 0,1 0 1 0 0,-1 0 0 0 0,1 1 0 0 0,-1-1 0 0 0,0 0 0 0 0,0 1 0 0 0,1-1 0 0 0,-1 0 0 0 0,0 1-1 0 0,0-1 1 0 0,0 0 0 0 0,-1 1 0 0 0,1-1 0 0 0,0 0 0 0 0,0 1 0 0 0,-1-1 0 0 0,1 0-1 0 0,-1 0 1 0 0,1 1 0 0 0,-1-1 0 0 0,0 2 0 0 0,-17 22 228 0 0,13-21-212 0 0,1 0 1 0 0,-1 0 0 0 0,0 0-1 0 0,0-1 1 0 0,-1 0 0 0 0,1 0-1 0 0,-1 0 1 0 0,1-1-1 0 0,-1 0 1 0 0,0 0 0 0 0,0 0-1 0 0,-8 1 1 0 0,4-2-27 0 0,0 1 0 0 0,0-1 0 0 0,0-1 1 0 0,0 0-1 0 0,0 0 0 0 0,-18-4 0 0 0,25 4-181 0 0,0-1-1 0 0,-1 0 1 0 0,1 0-1 0 0,0 0 1 0 0,0-1-1 0 0,0 1 1 0 0,1-1-1 0 0,-1 0 1 0 0,0 0-1 0 0,0 0 1 0 0,-4-4-1 0 0,5 4-413 0 0,1 0 0 0 0,-1-1 0 0 0,0 1-1 0 0,1 0 1 0 0,-1-1 0 0 0,1 0 0 0 0,0 1-1 0 0,-2-6 1 0 0,-1-7-3822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32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32 1856 0 0,'-15'-4'6297'0'0,"14"4"-5991"0"0,-17-3 2308 0 0,13 1-1025 0 0,12-1 182 0 0,41-4-1463 0 0,-1 2 1 0 0,82 1 0 0 0,-42 3-229 0 0,39-1-44 0 0,-112 2-44 0 0,-11 0-16 0 0,1 0-43 0 0,11 0-100 0 0,-11 0-142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34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17 1220 0 0,'-9'9'6673'0'0,"7"-7"-6106"0"0,1-2-464 0 0,0 0-1 0 0,1 0 1 0 0,-1 0 0 0 0,1 1 0 0 0,-1-1 0 0 0,1 0 0 0 0,-1 0-1 0 0,1 1 1 0 0,0-1 0 0 0,-1 0 0 0 0,1 1 0 0 0,-1-1 0 0 0,1 1-1 0 0,0-1 1 0 0,-1 0 0 0 0,1 1 0 0 0,0-1 0 0 0,-1 1 0 0 0,1-1-1 0 0,0 1 1 0 0,0-1 0 0 0,-1 1 0 0 0,1-1 0 0 0,0 1 0 0 0,0-1-1 0 0,0 1 1 0 0,0-1 0 0 0,0 1 0 0 0,0 0 0 0 0,0-1 0 0 0,0 1-1 0 0,0-1 1 0 0,0 1 0 0 0,0-1 0 0 0,0 1 0 0 0,0-1 0 0 0,0 1-1 0 0,0-1 1 0 0,1 1 0 0 0,-1-1 0 0 0,0 1 0 0 0,0-1 0 0 0,1 1-1 0 0,-1-1 1 0 0,0 1 0 0 0,1-1 0 0 0,-1 1 0 0 0,1 0 0 0 0,31 21 698 0 0,-9-7-561 0 0,0 1 0 0 0,-1 1 1 0 0,19 20-1 0 0,-36-33-207 0 0,-1 0 0 0 0,0 1 0 0 0,0 0 0 0 0,0 0 0 0 0,-1 0 0 0 0,1 0 0 0 0,-1 1 0 0 0,0 0 0 0 0,-1-1 0 0 0,0 1 0 0 0,0 0 0 0 0,0 0 0 0 0,0 0 0 0 0,-1 0 0 0 0,0 0 0 0 0,0 1 0 0 0,-1-1 0 0 0,0 0 0 0 0,0 7 0 0 0,-1-9-5 0 0,0 1 0 0 0,0-1 0 0 0,-1 1 0 0 0,1-1 0 0 0,-1 0 0 0 0,0 1 0 0 0,0-1 0 0 0,-1 0 0 0 0,1 0 0 0 0,-1-1 0 0 0,0 1 0 0 0,-5 5 0 0 0,2-3 51 0 0,0-1-1 0 0,-1 1 0 0 0,1-1 1 0 0,-1-1-1 0 0,-13 8 1 0 0,18-11 27 0 0,1-1-99 0 0,0 0 0 0 0,0 0 0 0 0,0 0-1 0 0,0 0 1 0 0,0 0 0 0 0,0-1 0 0 0,0 1 0 0 0,1 0 0 0 0,-1 0 0 0 0,0-1 0 0 0,0 1 0 0 0,0-1 0 0 0,0 1 0 0 0,1-1 0 0 0,-1 1 0 0 0,0-1 0 0 0,0 1 0 0 0,1-1 0 0 0,-1 1 0 0 0,0-1 0 0 0,1 0 0 0 0,-1 1 0 0 0,1-1 0 0 0,-1 0 0 0 0,1 0 0 0 0,-1 0 0 0 0,1 1 0 0 0,0-1 0 0 0,-1 0 0 0 0,1 0 0 0 0,0 0 0 0 0,0 0 0 0 0,-1 0 0 0 0,1 0 0 0 0,0 1 0 0 0,0-1 0 0 0,0 0 0 0 0,0 0 0 0 0,0 0 0 0 0,0 0 0 0 0,1 0 0 0 0,-1 0 0 0 0,0 0 0 0 0,0 0 0 0 0,1 0 0 0 0,1-7 6 0 0,0 0-1 0 0,1 0 1 0 0,6-14-1 0 0,-8 20 0 0 0,7-16-52 0 0,2 2 0 0 0,0-1 0 0 0,0 1 0 0 0,2 1 0 0 0,0 0 0 0 0,0 1 0 0 0,1 0 0 0 0,1 1 0 0 0,1 0 0 0 0,0 1 0 0 0,17-10-1 0 0,-13 10-727 0 0,0 1 0 0 0,0 1-1 0 0,1 1 1 0 0,1 1-1 0 0,-1 1 1 0 0,1 1-1 0 0,1 0 1 0 0,-1 2 0 0 0,30-3-1 0 0,46 2-2265 0 0,13-2 4744 0 0,-107 7-1534 0 0,-1 0 0 0 0,0-1 1 0 0,0 1-1 0 0,0-1 0 0 0,0 0 0 0 0,0 1 0 0 0,0-1 1 0 0,0 0-1 0 0,0 0 0 0 0,0 0 0 0 0,0 0 0 0 0,0-1 0 0 0,-1 1 1 0 0,1-1-1 0 0,3-2 739 0 0,-15 2 119 0 0,-3 2-408 0 0,-2 6-233 0 0,1 1 0 0 0,1 0-1 0 0,-1 0 1 0 0,1 1 0 0 0,0 1 0 0 0,1 0 0 0 0,-20 20-1 0 0,15-11-267 0 0,1 0 0 0 0,0 1 0 0 0,2 1-1 0 0,-14 22 1 0 0,25-37-102 0 0,0 1-1 0 0,0-1 0 0 0,1 1 1 0 0,-1-1-1 0 0,1 1 1 0 0,1 0-1 0 0,-1 0 1 0 0,1 0-1 0 0,0 0 1 0 0,0 0-1 0 0,0 9 0 0 0,2-13-12 0 0,-1 1 0 0 0,1-1 0 0 0,-1 1-1 0 0,1-1 1 0 0,0 1 0 0 0,0-1-1 0 0,0 1 1 0 0,0-1 0 0 0,0 0 0 0 0,0 0-1 0 0,1 0 1 0 0,-1 0 0 0 0,1 0-1 0 0,0 0 1 0 0,-1 0 0 0 0,1 0 0 0 0,0 0-1 0 0,0-1 1 0 0,0 1 0 0 0,0-1-1 0 0,1 1 1 0 0,-1-1 0 0 0,0 0 0 0 0,0 0-1 0 0,1 0 1 0 0,-1 0 0 0 0,1-1 0 0 0,-1 1-1 0 0,3 0 1 0 0,3 0-9 0 0,0 1-1 0 0,-1-1 1 0 0,1-1 0 0 0,0 0 0 0 0,0 0 0 0 0,-1 0-1 0 0,1-1 1 0 0,0 0 0 0 0,-1-1 0 0 0,1 1 0 0 0,-1-2-1 0 0,1 1 1 0 0,-1-1 0 0 0,0 0 0 0 0,0 0 0 0 0,0-1-1 0 0,0 0 1 0 0,-1 0 0 0 0,9-8 0 0 0,8-8-19 0 0,0-1 0 0 0,-2-2 0 0 0,30-38 0 0 0,-17 19 38 0 0,-32 39-23 0 0,11-12-34 0 0,-13 16 37 0 0,0-1 1 0 0,0 0-1 0 0,0 0 0 0 0,0 0 0 0 0,0 1 0 0 0,0-1 0 0 0,0 0 0 0 0,0 0 1 0 0,0 1-1 0 0,0-1 0 0 0,0 0 0 0 0,0 0 0 0 0,0 0 0 0 0,0 1 0 0 0,0-1 1 0 0,0 0-1 0 0,0 0 0 0 0,0 0 0 0 0,0 1 0 0 0,0-1 0 0 0,0 0 1 0 0,0 0-1 0 0,0 0 0 0 0,0 1 0 0 0,0-1 0 0 0,1 0 0 0 0,-1 0 0 0 0,0 0 1 0 0,0 1-1 0 0,0-1 0 0 0,0 0 0 0 0,0 0 0 0 0,1 0 0 0 0,-1 0 0 0 0,0 0 1 0 0,0 1-1 0 0,0-1 0 0 0,1 0 0 0 0,-1 0 0 0 0,0 0 0 0 0,0 0 0 0 0,0 0 1 0 0,1 0-1 0 0,-1 0 0 0 0,0 0 0 0 0,0 0 0 0 0,0 0 0 0 0,1 0 0 0 0,-1 0 1 0 0,0 0-1 0 0,0 0 0 0 0,1 0 0 0 0,-1 0 0 0 0,0 0 0 0 0,0 0 0 0 0,0 0 1 0 0,1 0-1 0 0,-1 0 0 0 0,0 0 0 0 0,0-1 0 0 0,0 1 0 0 0,1 0 1 0 0,-1 0-1 0 0,0 0 0 0 0,0 0 0 0 0,0 0 0 0 0,0 0 0 0 0,1-1 0 0 0,-1 1 1 0 0,0 0-1 0 0,0 33 27 0 0,1 0 0 0 0,7 41 0 0 0,-7-70-34 0 0,0 1 1 0 0,0-1-1 0 0,0 0 0 0 0,1 0 1 0 0,0 0-1 0 0,0-1 1 0 0,0 1-1 0 0,0 0 0 0 0,0-1 1 0 0,1 1-1 0 0,0-1 0 0 0,0 0 1 0 0,0 0-1 0 0,6 5 1 0 0,-4-4-199 0 0,1-1 1 0 0,0 1-1 0 0,0-1 1 0 0,0 0-1 0 0,0-1 0 0 0,0 0 1 0 0,1 0-1 0 0,12 3 1 0 0,-9-4-286 0 0,0 0-1 0 0,1 0 1 0 0,-1-1 0 0 0,0 0 0 0 0,1 0 0 0 0,-1-2-1 0 0,0 1 1 0 0,1-1 0 0 0,-1-1 0 0 0,0 1 0 0 0,0-2-1 0 0,9-4 1 0 0,-10 3 298 0 0,0 0-1 0 0,-1-1 1 0 0,0 0 0 0 0,0 0-1 0 0,0-1 1 0 0,-1 0-1 0 0,0 0 1 0 0,0-1 0 0 0,5-9-1 0 0,-6 8 582 0 0,0 0 0 0 0,-1-1 0 0 0,0 0-1 0 0,0 0 1 0 0,-1-1 0 0 0,-1 1-1 0 0,0-1 1 0 0,2-12 0 0 0,10-32 4993 0 0,-12 93-3814 0 0,-1 2-1136 0 0,1-1 0 0 0,12 55-1 0 0,-15-90-482 0 0,1-1-1 0 0,0 0 0 0 0,0 0 0 0 0,0 0 1 0 0,0 0-1 0 0,1 0 0 0 0,-1 0 0 0 0,1 0 0 0 0,0 0 1 0 0,-1-1-1 0 0,1 1 0 0 0,1-1 0 0 0,-1 1 1 0 0,0-1-1 0 0,1 0 0 0 0,-1 0 0 0 0,1 0 0 0 0,-1 0 1 0 0,6 2-1 0 0,-5-2-382 0 0,0-1 0 0 0,1 0 1 0 0,0 1-1 0 0,-1-1 0 0 0,1-1 0 0 0,7 2 1 0 0,-6-2-628 0 0,0 0 1 0 0,0 0 0 0 0,0-1-1 0 0,0 1 1 0 0,6-2 0 0 0,7-3-4927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34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43 1500 0 0,'-10'-8'1916'0'0,"4"-1"797"0"0,-6-1-1005 0 0,4 0-280 0 0,-2 5-948 0 0,8 18-1676 0 0,7-2-2333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34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14 904 0 0,'0'3'1755'0'0,"2"20"1369"0"0,-2 1 1 0 0,-1 22-1 0 0,0-29-2346 0 0,-1-1-1 0 0,-1 0 0 0 0,-1 0 1 0 0,0 0-1 0 0,-1 0 1 0 0,-11 25-1 0 0,8-32-175 0 0,5-15-481 0 0,4-18-108 0 0,6 6-17 0 0,1 0 0 0 0,0 1 1 0 0,2 0-1 0 0,0 0 0 0 0,18-22 1 0 0,-20 29-14 0 0,0 1 0 0 0,1-1 1 0 0,0 1-1 0 0,1 1 0 0 0,0-1 0 0 0,1 2 1 0 0,-1-1-1 0 0,1 2 0 0 0,14-7 0 0 0,-20 11 13 0 0,0 0 0 0 0,-1 0 0 0 0,1 1-1 0 0,0-1 1 0 0,0 1 0 0 0,0 1 0 0 0,0-1-1 0 0,0 1 1 0 0,0 0 0 0 0,0 0 0 0 0,0 0-1 0 0,0 1 1 0 0,0-1 0 0 0,0 1-1 0 0,0 1 1 0 0,0-1 0 0 0,0 1 0 0 0,-1-1-1 0 0,1 1 1 0 0,-1 1 0 0 0,1-1 0 0 0,-1 1-1 0 0,0-1 1 0 0,4 5 0 0 0,-1-1 19 0 0,-1 0-1 0 0,0 0 1 0 0,-1 1-1 0 0,1-1 1 0 0,-1 2 0 0 0,-1-1-1 0 0,1 0 1 0 0,-1 1-1 0 0,-1 0 1 0 0,1 0 0 0 0,-2 0-1 0 0,1 0 1 0 0,2 13-1 0 0,1 16-228 0 0,-5-23 235 0 0,1-1 0 0 0,1 0 0 0 0,0 0 0 0 0,8 22 0 0 0,-9-32-336 0 0,0 1 1 0 0,0-1 0 0 0,0 0 0 0 0,0 0-1 0 0,0 0 1 0 0,1 0 0 0 0,-1 0-1 0 0,6 4 1 0 0,-5-5-317 0 0,0 0 0 0 0,0 0 0 0 0,0 0 0 0 0,0-1 0 0 0,0 0 0 0 0,1 1 0 0 0,-1-1 0 0 0,0 0 0 0 0,1 0 0 0 0,6 0 0 0 0,7 1-5204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34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90 536 0 0,'11'-25'3942'0'0,"-7"13"-1824"0"0,1 1 0 0 0,0 0 0 0 0,13-20 685 0 0,-4 43-540 0 0,-11-3-1868 0 0,0 0-1 0 0,0 0 1 0 0,-1 0-1 0 0,-1 0 1 0 0,0 0-1 0 0,0 0 1 0 0,0 12-1 0 0,-7 67 429 0 0,4-71-615 0 0,-5 35 82 0 0,-2-1 0 0 0,-3-1 1 0 0,-19 54-1 0 0,-65 142-3626 0 0,96-245 3226 0 0,-10 29-2520 0 0,13-11-4735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35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56 1216 0 0,'74'-55'16983'0'0,"-74"55"-16973"0"0,0 0 0 0 0,-1 0 0 0 0,1 0 0 0 0,0 0 0 0 0,0 0 0 0 0,0 0 0 0 0,0 0 0 0 0,0 0 0 0 0,-1 0 0 0 0,1 0 1 0 0,0 0-1 0 0,0-1 0 0 0,0 1 0 0 0,-1 0 0 0 0,1 0 0 0 0,0 0 0 0 0,0 0 0 0 0,0 1 0 0 0,0-1 0 0 0,-1 0 0 0 0,1 0 0 0 0,0 0 0 0 0,0 0 0 0 0,0 0 0 0 0,0 0 0 0 0,-1 0 0 0 0,1 0 0 0 0,0 0 0 0 0,0 0 0 0 0,0 0 0 0 0,0 0 0 0 0,-1 1 1 0 0,1-1-1 0 0,0 0 0 0 0,0 0 0 0 0,0 0 0 0 0,0 0 0 0 0,0 0 0 0 0,0 1 0 0 0,0-1 0 0 0,-1 0 0 0 0,-5 12 227 0 0,-1 13 31 0 0,6 1 102 0 0,2 1-1 0 0,0 0 1 0 0,7 33-1 0 0,-3-33 402 0 0,-2 1 0 0 0,0 54 0 0 0,-4-77-709 0 0,1-1 0 0 0,-1 0 0 0 0,0 0 0 0 0,0 0 0 0 0,-1 0 0 0 0,1 0 0 0 0,-1 0 0 0 0,0 0 1 0 0,0-1-1 0 0,0 1 0 0 0,0 0 0 0 0,-1-1 0 0 0,1 0 0 0 0,-1 0 0 0 0,0 0 0 0 0,0 0 0 0 0,0 0 0 0 0,0 0 0 0 0,-1-1 0 0 0,1 1 1 0 0,-1-1-1 0 0,1 0 0 0 0,-1 0 0 0 0,0 0 0 0 0,0-1 0 0 0,0 1 0 0 0,0-1 0 0 0,0 0 0 0 0,-7 1 0 0 0,0 0-264 0 0,0-1 0 0 0,0 0 0 0 0,0-1-1 0 0,0 0 1 0 0,0 0 0 0 0,0-1 0 0 0,0-1-1 0 0,0 0 1 0 0,0 0 0 0 0,-12-5 0 0 0,4 0-1280 0 0,1-1 0 0 0,0-1 0 0 0,-19-13 0 0 0,-17-19-5725 0 0,24 13 191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35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63 2812 0 0,'-48'-17'11222'0'0,"73"2"-8386"0"0,21 5-2118 0 0,0 2 0 0 0,78-3 0 0 0,-95 9-590 0 0,327 2-726 0 0,-152 5-8951 0 0,-161-5 2948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36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18 1588 0 0,'-14'-5'5374'0'0,"13"5"-5324"0"0,1 0 0 0 0,0 0 0 0 0,0 0 1 0 0,-1 0-1 0 0,1 0 0 0 0,0 0 0 0 0,-1 0 0 0 0,1 0 0 0 0,0 0 0 0 0,0 0 0 0 0,-1 0 1 0 0,1 0-1 0 0,0 0 0 0 0,0 0 0 0 0,-1 0 0 0 0,1 0 0 0 0,0-1 0 0 0,0 1 1 0 0,0 0-1 0 0,-1 0 0 0 0,1 0 0 0 0,0 0 0 0 0,0-1 0 0 0,0 1 0 0 0,0 0 1 0 0,-1 0-1 0 0,1 0 0 0 0,0-1 0 0 0,0 1 0 0 0,0 0 0 0 0,0 0 0 0 0,0-1 1 0 0,0 1-1 0 0,-1 0 0 0 0,1 0 0 0 0,0-1 0 0 0,0 1 0 0 0,0 0 0 0 0,0 0 1 0 0,0-1-1 0 0,0 1 0 0 0,0 0 0 0 0,0-1 0 0 0,1 1 0 0 0,12-4 1082 0 0,22 3-439 0 0,-17 3-598 0 0,0 2-1 0 0,-1 0 1 0 0,1 1-1 0 0,-1 1 1 0 0,-1 0-1 0 0,1 1 1 0 0,-1 1 0 0 0,0 1-1 0 0,-1 0 1 0 0,0 1-1 0 0,0 0 1 0 0,-1 2-1 0 0,-1-1 1 0 0,0 2-1 0 0,0 0 1 0 0,-1 0 0 0 0,13 20-1 0 0,-20-25-67 0 0,-1-1-1 0 0,0 1 1 0 0,0 0-1 0 0,-1 0 1 0 0,0 1-1 0 0,-1-1 1 0 0,0 1-1 0 0,0-1 1 0 0,0 1-1 0 0,-1 0 0 0 0,-1 16 1 0 0,0-12-16 0 0,-2 0 1 0 0,0 1-1 0 0,0-1 1 0 0,-2 0-1 0 0,1-1 0 0 0,-2 1 1 0 0,-6 14-1 0 0,-2-1 86 0 0,-1-1 0 0 0,-2-1 0 0 0,0 0 0 0 0,-2-1 0 0 0,0 0 0 0 0,-32 28 0 0 0,48-49-65 0 0,-11 11 459 0 0,1-2 1 0 0,-2 1-1 0 0,-22 13 1 0 0,36-25-487 0 0,0 0 0 0 0,0 0 0 0 0,-1 1 0 0 0,1-1 0 0 0,0 0 0 0 0,0 0 0 0 0,0 0 1 0 0,0 0-1 0 0,-1 0 0 0 0,1 0 0 0 0,0 0 0 0 0,0 0 0 0 0,0 0 0 0 0,0 0 0 0 0,-1 0 0 0 0,1-1 0 0 0,0 1 0 0 0,0 0 0 0 0,0 0 1 0 0,0 0-1 0 0,-1 0 0 0 0,1 0 0 0 0,0 0 0 0 0,0 0 0 0 0,0 0 0 0 0,0 0 0 0 0,0 0 0 0 0,0-1 0 0 0,-1 1 0 0 0,1 0 1 0 0,0 0-1 0 0,0 0 0 0 0,0 0 0 0 0,0 0 0 0 0,0-1 0 0 0,0 1 0 0 0,0 0 0 0 0,0 0 0 0 0,0 0 0 0 0,0 0 0 0 0,0-1 1 0 0,0 1-1 0 0,-1 0 0 0 0,1 0 0 0 0,0 0 0 0 0,0 0 0 0 0,0-1 0 0 0,1 1 0 0 0,-1 0 0 0 0,0 0 0 0 0,0 0 0 0 0,0 0 1 0 0,0-1-1 0 0,1-9 72 0 0,3 2-46 0 0,1-1 1 0 0,0 1-1 0 0,0 0 1 0 0,1 0-1 0 0,0 0 0 0 0,11-9 1 0 0,45-39 25 0 0,-59 54-53 0 0,337-255 7 0 0,-204 159-24 0 0,-96 63 32 0 0,-38 33-29 0 0,-4 1 15 0 0,1 1-5 0 0,0-1 1 0 0,0 1-1 0 0,0 0 0 0 0,0-1 0 0 0,0 1 0 0 0,0 0 1 0 0,0 0-1 0 0,0 0 0 0 0,0 0 0 0 0,-1 0 0 0 0,1 0 1 0 0,0 0-1 0 0,0 0 0 0 0,0 0 0 0 0,0 0 0 0 0,0 1 1 0 0,0-1-1 0 0,0 0 0 0 0,0 1 0 0 0,0-1 0 0 0,0 1 1 0 0,0-1-1 0 0,0 1 0 0 0,0 0 0 0 0,0 0 0 0 0,-2 1 1 0 0,-28 13 15 0 0,1 1 0 0 0,1 1 0 0 0,-29 23 1 0 0,42-28-6 0 0,0 1 1 0 0,1 1-1 0 0,1 0 0 0 0,0 1 1 0 0,1 1-1 0 0,-15 23 1 0 0,25-35-9 0 0,1-1 0 0 0,0 1 0 0 0,0 0 0 0 0,0 0 0 0 0,1 0 0 0 0,0 0 0 0 0,-1 0 0 0 0,1 0 0 0 0,1 0 0 0 0,-1 0 0 0 0,1 0 0 0 0,-1 1 0 0 0,1-1 0 0 0,0 0 0 0 0,1 0 0 0 0,-1 0 0 0 0,1 1 0 0 0,0-1 0 0 0,0 0 0 0 0,1 4 0 0 0,1-3 5 0 0,-1-1 0 0 0,1 0 0 0 0,-1 0 0 0 0,1 0 0 0 0,0 0 0 0 0,1 0 0 0 0,-1 0 0 0 0,1-1 0 0 0,-1 1 0 0 0,1-1 0 0 0,0 0 0 0 0,0-1 0 0 0,1 1 0 0 0,-1-1 0 0 0,1 1 0 0 0,7 2 0 0 0,7 1 21 0 0,0 0-1 0 0,1-1 1 0 0,0-1 0 0 0,35 2-1 0 0,84-4 165 0 0,-89-2-51 0 0,-39-3-84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37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6 1624 0 0,'48'-5'12297'0'0,"-29"6"-8716"0"0,-18-1-3505 0 0,0 1 1 0 0,0-1 0 0 0,0 0 0 0 0,0 0 0 0 0,0 1 0 0 0,0-1 0 0 0,-1 0-1 0 0,1 1 1 0 0,0-1 0 0 0,0 1 0 0 0,0-1 0 0 0,-1 1 0 0 0,1 0 0 0 0,0-1-1 0 0,0 1 1 0 0,-1 0 0 0 0,1-1 0 0 0,-1 1 0 0 0,1 0 0 0 0,-1 0-1 0 0,1 0 1 0 0,-1-1 0 0 0,1 1 0 0 0,-1 0 0 0 0,1 0 0 0 0,-1 0 0 0 0,0 0-1 0 0,0 0 1 0 0,0 0 0 0 0,1 0 0 0 0,-1 0 0 0 0,0 0 0 0 0,0 0 0 0 0,0 1-1 0 0,-2 41 1087 0 0,1-36-945 0 0,-12 78 480 0 0,-3 0 1 0 0,-37 109-1 0 0,34-129-543 0 0,14-49-342 0 0,-2 6-829 0 0,5-5-4527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37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25 1508 0 0,'-3'0'2794'0'0,"-42"-6"5388"0"0,43 5-7294 0 0,-9 0 3602 0 0,23 3-3632 0 0,24 2-753 0 0,227-9 851 0 0,-87-5-4324 0 0,-143 7 979 0 0,-9-1-3043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37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27 2804 0 0,'-12'-10'5183'0'0,"9"8"-4254"0"0,0-1 1 0 0,0 1 0 0 0,0 0-1 0 0,0 1 1 0 0,0-1 0 0 0,0 0-1 0 0,-5 0 1 0 0,7 3-781 0 0,1 0-1 0 0,-1 0 0 0 0,0 0 1 0 0,1 0-1 0 0,-1 1 1 0 0,1-1-1 0 0,-1 0 0 0 0,1 0 1 0 0,0 1-1 0 0,0-1 1 0 0,-1 0-1 0 0,1 0 1 0 0,0 1-1 0 0,0-1 0 0 0,0 0 1 0 0,1 3-1 0 0,4 29 1044 0 0,0-9-693 0 0,-1 53 168 0 0,-8 114 0 0 0,4-183-646 0 0,-2 13-200 0 0,1 37-469 0 0,1-54-46 0 0,0 0 0 0 0,1 0-1 0 0,0 0 1 0 0,0 0-1 0 0,0 0 1 0 0,0 0-1 0 0,0 0 1 0 0,1 0 0 0 0,0-1-1 0 0,4 8 1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3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79 2448 0 0,'-6'-5'1593'0'0,"-1"-1"0"0"0,1 0 0 0 0,0 0 0 0 0,1 0 0 0 0,-1-1 0 0 0,1 0 0 0 0,-5-9 0 0 0,10 16-1560 0 0,1-1 0 0 0,-1 1 1 0 0,0-1-1 0 0,0 0 0 0 0,0 1 0 0 0,0-1 1 0 0,0 1-1 0 0,1-1 0 0 0,-1 0 0 0 0,0 1 0 0 0,0-1 1 0 0,1 1-1 0 0,-1-1 0 0 0,0 1 0 0 0,1-1 1 0 0,-1 1-1 0 0,1-1 0 0 0,-1 1 0 0 0,1 0 0 0 0,-1-1 1 0 0,1 1-1 0 0,-1 0 0 0 0,1-1 0 0 0,-1 1 1 0 0,1 0-1 0 0,-1-1 0 0 0,1 1 0 0 0,-1 0 0 0 0,1 0 1 0 0,0 0-1 0 0,-1 0 0 0 0,1 0 0 0 0,-1 0 1 0 0,2-1-1 0 0,21-4 360 0 0,-10 4-326 0 0,1 1-1 0 0,-1 0 1 0 0,0 1-1 0 0,0 1 1 0 0,1 0-1 0 0,-1 1 1 0 0,0 0-1 0 0,-1 1 1 0 0,1 1-1 0 0,-1 0 1 0 0,0 0-1 0 0,0 1 1 0 0,0 1-1 0 0,-1 0 1 0 0,0 0-1 0 0,0 1 0 0 0,12 12 1 0 0,-19-16-44 0 0,-1 0 1 0 0,1 1-1 0 0,-1-1 1 0 0,0 1-1 0 0,0 0 1 0 0,0 0-1 0 0,-1 0 1 0 0,0 0-1 0 0,0 0 1 0 0,0 0-1 0 0,-1 0 0 0 0,1 1 1 0 0,-1-1-1 0 0,0 1 1 0 0,0 6-1 0 0,-2-4 17 0 0,1 0 0 0 0,-1 1 0 0 0,0-1 0 0 0,-1 0-1 0 0,0 0 1 0 0,0 1 0 0 0,-1-2 0 0 0,0 1 0 0 0,-5 9-1 0 0,-2 1 138 0 0,-1-2 0 0 0,0 1 0 0 0,-1-1 0 0 0,0-1 0 0 0,-2 0 0 0 0,0-1 0 0 0,-27 22 1 0 0,-26 14 1437 0 0,65-49-1318 0 0,1-1-290 0 0,1 0 0 0 0,0-1 1 0 0,-1 1-1 0 0,1 0 0 0 0,0 0 0 0 0,0-1 0 0 0,-1 1 0 0 0,1 0 0 0 0,0-1 0 0 0,0 1 0 0 0,-1 0 0 0 0,1-1 0 0 0,0 1 0 0 0,0 0 0 0 0,0-1 0 0 0,0 1 1 0 0,0-1-1 0 0,-1 1 0 0 0,1 0 0 0 0,0-1 0 0 0,0 1 0 0 0,0-1 0 0 0,0 1 0 0 0,0-1 0 0 0,2-2 5 0 0,0-1 0 0 0,-1 1 0 0 0,1 0 0 0 0,0 0 0 0 0,1 0 1 0 0,-1 0-1 0 0,0 0 0 0 0,1 0 0 0 0,0 1 0 0 0,0-1 0 0 0,3-2 0 0 0,6-6 17 0 0,45-39-26 0 0,2 2 0 0 0,100-62 1 0 0,-115 81-1 0 0,60-39 6 0 0,-84 51-38 0 0,-23 17 23 0 0,-2 0 7 0 0,0 1 0 0 0,1-1-1 0 0,-1 1 1 0 0,0 0 0 0 0,0 0 0 0 0,0 0 0 0 0,1 1 0 0 0,-1 0 0 0 0,1 0 0 0 0,-1 0 0 0 0,1 0 0 0 0,-6 5 0 0 0,-11 8 6 0 0,-20 17 0 0 0,33-25-7 0 0,-8 6 5 0 0,0 1-1 0 0,1 0 0 0 0,-21 26 0 0 0,34-36 0 0 0,-1-1 0 0 0,0 1-1 0 0,1 0 1 0 0,-1-1 0 0 0,1 1-1 0 0,0 0 1 0 0,0 0 0 0 0,1 1-1 0 0,-1-1 1 0 0,1 0 0 0 0,0 0-1 0 0,0 1 1 0 0,0-1 0 0 0,1 1-1 0 0,0-1 1 0 0,0 1 0 0 0,0-1-1 0 0,0 1 1 0 0,1-1-1 0 0,-1 0 1 0 0,1 1 0 0 0,0-1-1 0 0,2 6 1 0 0,0-6 4 0 0,0 1 0 0 0,0-1-1 0 0,0 0 1 0 0,1 0 0 0 0,-1 0-1 0 0,1 0 1 0 0,0-1 0 0 0,0 0 0 0 0,0 1-1 0 0,1-1 1 0 0,-1-1 0 0 0,1 1 0 0 0,-1-1-1 0 0,10 4 1 0 0,1-1-14 0 0,0 0-1 0 0,1-1 1 0 0,24 4-1 0 0,-17-5-380 0 0,0-1 0 0 0,1-1 0 0 0,39-4 0 0 0,-18-5-3345 0 0,-4-4-4307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40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93 1516 0 0,'-5'-6'4089'0'0,"4"6"-3911"0"0,0-1-1 0 0,0 0 1 0 0,0 1 0 0 0,1-1 0 0 0,-1 0 0 0 0,0 0 0 0 0,1 1 0 0 0,-1-1 0 0 0,0 0 0 0 0,1 0 0 0 0,-1 0 0 0 0,1 0-1 0 0,0 0 1 0 0,-1 0 0 0 0,1 0 0 0 0,0 0 0 0 0,-1 0 0 0 0,1 0 0 0 0,0 0 0 0 0,0 0 0 0 0,0 0 0 0 0,0 0 0 0 0,0 0-1 0 0,0 0 1 0 0,0 0 0 0 0,0 0 0 0 0,1 0 0 0 0,-1 0 0 0 0,0 0 0 0 0,1 0 0 0 0,-1 0 0 0 0,1-2 0 0 0,0 2-156 0 0,1-2 114 0 0,1-1 1 0 0,-1 1 0 0 0,1 0 0 0 0,0 0-1 0 0,0 0 1 0 0,0 0 0 0 0,0 0 0 0 0,1 0-1 0 0,-1 1 1 0 0,7-4 0 0 0,-6 5-109 0 0,5-3 71 0 0,1 1-1 0 0,-1 0 0 0 0,17-2 0 0 0,-7 4-54 0 0,10 5-9 0 0,-20 3-35 0 0,-4-3-3 0 0,-3-2 8 0 0,0 0 1 0 0,1 0-1 0 0,-2 0 1 0 0,1 0-1 0 0,0 0 1 0 0,0 1-1 0 0,-1-1 1 0 0,1 0-1 0 0,-1 1 1 0 0,1-1-1 0 0,-1 1 1 0 0,0-1-1 0 0,0 1 1 0 0,0 0-1 0 0,-1 0 1 0 0,1 2-1 0 0,0 1 20 0 0,-1-1 0 0 0,0 0 0 0 0,0 0 0 0 0,-1 0 0 0 0,1 0 1 0 0,-1 0-1 0 0,0 0 0 0 0,-3 6 0 0 0,-2 5 166 0 0,-1-1 1 0 0,0 0 0 0 0,-1 0-1 0 0,-14 18 1 0 0,2-7 417 0 0,-2-2 0 0 0,0 0-1 0 0,-49 39 1 0 0,-7 7 818 0 0,68-57-1148 0 0,10-13-275 0 0,0 0 0 0 0,-1 1 1 0 0,1-1-1 0 0,0 0 0 0 0,0 0 1 0 0,0 0-1 0 0,0 1 0 0 0,0-1 1 0 0,0 0-1 0 0,0 0 0 0 0,0 0 1 0 0,0 1-1 0 0,0-1 1 0 0,0 0-1 0 0,0 0 0 0 0,0 0 1 0 0,0 1-1 0 0,0-1 0 0 0,0 0 1 0 0,0 0-1 0 0,1 0 0 0 0,-1 1 1 0 0,0-1-1 0 0,0 0 0 0 0,0 0 1 0 0,0 0-1 0 0,0 1 1 0 0,0-1-1 0 0,1 0 0 0 0,-1 0 1 0 0,0 0-1 0 0,0 0 0 0 0,0 0 1 0 0,1 1-1 0 0,1-1 5 0 0,1 1 0 0 0,0-1 0 0 0,-1 1 0 0 0,1-1 0 0 0,0 0 0 0 0,0 0-1 0 0,4-1 1 0 0,261-34 115 0 0,-126 12-93 0 0,-121 20-164 0 0,138-22-1304 0 0,-157 24 527 0 0,9 1-1183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42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76 1308 0 0,'3'-3'835'0'0,"62"-57"8984"0"0,-64 59-9446 0 0,12-11 1957 0 0,-50 42-2215 0 0,-2-2 0 0 0,-53 29 1 0 0,-90 39 37 0 0,167-89-136 0 0,-122 56 501 0 0,132-60-475 0 0,-8 5 12 0 0,12-7-48 0 0,0 0 0 0 0,0-1 1 0 0,0 1-1 0 0,0 0 0 0 0,1-1 0 0 0,-1 1 1 0 0,0-1-1 0 0,0 1 0 0 0,0-1 0 0 0,0 0 1 0 0,0 1-1 0 0,-1-1 0 0 0,1 0 0 0 0,0 0 1 0 0,0 0-1 0 0,-2 0 0 0 0,4 4 14 0 0,-1-4-21 0 0,0 0 0 0 0,0 0 0 0 0,0 1 0 0 0,0-1 0 0 0,-1 0 0 0 0,1 1 0 0 0,0-1 1 0 0,1 0-1 0 0,-1 1 0 0 0,0-1 0 0 0,0 0 0 0 0,0 0 0 0 0,0 1 0 0 0,0-1 0 0 0,0 0 0 0 0,0 0 0 0 0,0 1 0 0 0,0-1 0 0 0,1 0 0 0 0,-1 1 0 0 0,0-1 0 0 0,0 0 0 0 0,0 0 1 0 0,0 0-1 0 0,1 1 0 0 0,-1-1 0 0 0,1 0 0 0 0,77 28 197 0 0,135 69 1 0 0,-205-92-250 0 0,-1-1 0 0 0,1 1 0 0 0,-1 1 1 0 0,9 8-1 0 0,3 10-2348 0 0,-18-21 1513 0 0,1-1 0 0 0,-1 1 0 0 0,0 0 0 0 0,1 0 0 0 0,-1 0 0 0 0,-1 0 0 0 0,2 4 0 0 0,-1 3-3292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42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4 2448 0 0,'-50'-2'6711'0'0,"25"0"-4802"0"0,21 2-1342 0 0,-12 3 2537 0 0,17-1-2923 0 0,0 0-1 0 0,0 0 0 0 0,1 0 0 0 0,-1 0 0 0 0,1-1 0 0 0,0 1 1 0 0,-1-1-1 0 0,1 1 0 0 0,0-1 0 0 0,0 0 0 0 0,0 0 1 0 0,0 0-1 0 0,0 0 0 0 0,3 1 0 0 0,38 13 824 0 0,-25-9-628 0 0,213 60 1135 0 0,-72-40-4053 0 0,-152-25 1711 0 0,1 0 0 0 0,0-1 0 0 0,-1 0 0 0 0,10-2 0 0 0,13-6-5000 0 0,-13 1 430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43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0 184 408 0 0,'13'-25'3281'0'0,"55"-119"17014"0"0,-68 143-19863 0 0,5-5 254 0 0,0-2 479 0 0,-4 9-1137 0 0,-1-1 1 0 0,1 0 0 0 0,-1 0 0 0 0,0 0 0 0 0,1 1 0 0 0,-1-1 0 0 0,0 0 0 0 0,1 1 0 0 0,-1-1 0 0 0,0 0 0 0 0,0 1 0 0 0,1-1 0 0 0,-1 0 0 0 0,0 1 0 0 0,0-1 0 0 0,1 0 0 0 0,-1 1 0 0 0,0-1 0 0 0,0 1 0 0 0,0-1 0 0 0,0 1 0 0 0,0-1-1 0 0,0 0 1 0 0,0 1 0 0 0,0-1 0 0 0,0 1 0 0 0,0-1 0 0 0,0 1 0 0 0,0 0 0 0 0,5 31 517 0 0,-2 1 0 0 0,-2 0 0 0 0,-1-1-1 0 0,-4 40 1 0 0,-27 132 126 0 0,-9 51-135 0 0,36-239-586 0 0,-4 34 125 0 0,8-49-53 0 0,-6 37 278 0 0,5-36-112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45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21 140 0 0,'-28'-1'19525'0'0,"28"0"-19501"0"0,0 0-1 0 0,0 1 1 0 0,1-1-1 0 0,-1 0 1 0 0,0 1-1 0 0,0-1 1 0 0,0 0-1 0 0,1 1 1 0 0,-1-1-1 0 0,0 1 1 0 0,1-1-1 0 0,-1 0 1 0 0,0 1-1 0 0,1-1 1 0 0,-1 1-1 0 0,1-1 1 0 0,-1 1-1 0 0,1 0 1 0 0,-1-1-1 0 0,1 1 1 0 0,0-1-1 0 0,-1 1 1 0 0,1 0-1 0 0,-1-1 1 0 0,2 1-1 0 0,22-6 167 0 0,22 7-133 0 0,-34 0-48 0 0,0 1 0 0 0,0 1 0 0 0,-1 0 0 0 0,1 0 0 0 0,0 1 0 0 0,-1 1 0 0 0,0 0 0 0 0,0 0 0 0 0,0 1 0 0 0,17 14 0 0 0,-23-17-7 0 0,-1 1 1 0 0,1 0 0 0 0,-1 0 0 0 0,0 0 0 0 0,0 1 0 0 0,-1-1 0 0 0,0 1 0 0 0,1 0 0 0 0,-2 0 0 0 0,1 0-1 0 0,0 1 1 0 0,-1-1 0 0 0,0 0 0 0 0,0 1 0 0 0,-1-1 0 0 0,0 1 0 0 0,0 0 0 0 0,0 0 0 0 0,0-1-1 0 0,-1 1 1 0 0,0 0 0 0 0,0 0 0 0 0,-1-1 0 0 0,-1 7 0 0 0,-1 2 1 0 0,-1-1 1 0 0,-1 0-1 0 0,-1 0 0 0 0,0 0 1 0 0,0-1-1 0 0,-1 0 0 0 0,-1 0 0 0 0,0 0 1 0 0,0-1-1 0 0,-1 0 0 0 0,-1-1 1 0 0,-17 15-1 0 0,-9 5 143 0 0,-2-2-1 0 0,-57 33 1 0 0,84-58-85 0 0,11-8 24 0 0,0 4-79 0 0,1-1-1 0 0,0 1 1 0 0,0 0-1 0 0,0 0 1 0 0,0 0-1 0 0,-1 0 1 0 0,1 0-1 0 0,0 0 1 0 0,1 1-1 0 0,-1-1 1 0 0,0 0-1 0 0,0 0 1 0 0,0 1-1 0 0,0-1 1 0 0,1 1-1 0 0,0-1 1 0 0,14-3 11 0 0,1 2 0 0 0,-1 0 0 0 0,1 0 0 0 0,-1 2 1 0 0,1 0-1 0 0,-1 1 0 0 0,22 4 0 0 0,-30-4-8 0 0,-1 0 0 0 0,0 1 1 0 0,1 0-1 0 0,-1 1 0 0 0,0 0 0 0 0,0 0 0 0 0,0 0 0 0 0,0 1 0 0 0,-1 0 0 0 0,0 0 1 0 0,1 1-1 0 0,-2 0 0 0 0,1 0 0 0 0,0 0 0 0 0,-1 1 0 0 0,0 0 0 0 0,0 0 1 0 0,6 10-1 0 0,-9-13 44 0 0,-1 1 1 0 0,1-1 0 0 0,-1 0-1 0 0,0 0 1 0 0,0 1-1 0 0,0-1 1 0 0,0 1 0 0 0,-1-1-1 0 0,1 1 1 0 0,-1-1-1 0 0,0 1 1 0 0,0-1 0 0 0,0 1-1 0 0,0-1 1 0 0,-1 1-1 0 0,1-1 1 0 0,-2 6 0 0 0,0-5 37 0 0,0 1 1 0 0,-1-1-1 0 0,1 1 0 0 0,-1-1 1 0 0,0 0-1 0 0,0 0 1 0 0,0 0-1 0 0,0 0 1 0 0,-1-1-1 0 0,0 0 1 0 0,-4 4-1 0 0,-3 1 61 0 0,-1-1-1 0 0,1 0 1 0 0,-2-1 0 0 0,1 0-1 0 0,-1-1 1 0 0,1 0 0 0 0,-1-1-1 0 0,-16 3 1 0 0,-4-3-53 0 0,0 0 1 0 0,0-3-1 0 0,0 0 1 0 0,0-2-1 0 0,0-2 1 0 0,0-1-1 0 0,0-1 1 0 0,-36-12-1 0 0,0-9-2481 0 0,104 4-9869 0 0,-20 20 8940 0 0,7-2-2502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45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92 592 0 0,'-56'-59'12811'0'0,"55"58"-12401"0"0,2-2 81 0 0,-1 3-475 0 0,0-1-1 0 0,0 1 1 0 0,0 0-1 0 0,0 0 1 0 0,0 0 0 0 0,0-1-1 0 0,0 1 1 0 0,0 0 0 0 0,0 0-1 0 0,0 0 1 0 0,0-1-1 0 0,0 1 1 0 0,0 0 0 0 0,1 0-1 0 0,-1 0 1 0 0,0-1-1 0 0,0 1 1 0 0,0 0 0 0 0,0 0-1 0 0,0 0 1 0 0,0-1 0 0 0,0 1-1 0 0,1 0 1 0 0,-1 0-1 0 0,0 0 1 0 0,0 0 0 0 0,0 0-1 0 0,0 0 1 0 0,1-1-1 0 0,-1 1 1 0 0,0 0 0 0 0,0 0-1 0 0,0 0 1 0 0,1 0 0 0 0,-1 0-1 0 0,0 0 1 0 0,0 0-1 0 0,0 0 1 0 0,1 0 0 0 0,-1 0-1 0 0,0 0 1 0 0,0 0-1 0 0,0 0 1 0 0,1 0 0 0 0,7 1 67 0 0,-1 0 1 0 0,0 0-1 0 0,1 1 0 0 0,-1 0 1 0 0,0 0-1 0 0,0 1 1 0 0,0 0-1 0 0,0 0 1 0 0,0 1-1 0 0,-1 0 0 0 0,1 0 1 0 0,-1 0-1 0 0,0 1 1 0 0,-1 0-1 0 0,1 0 0 0 0,-1 0 1 0 0,0 1-1 0 0,7 9 1 0 0,-5-6-8 0 0,-1 0 0 0 0,0 0 1 0 0,-1 0-1 0 0,0 1 0 0 0,0 0 1 0 0,-1 0-1 0 0,0 1 0 0 0,-1-1 0 0 0,0 1 1 0 0,0-1-1 0 0,-1 1 0 0 0,0 17 1 0 0,-2-17 93 0 0,-1 0 1 0 0,0 0-1 0 0,-1 1 1 0 0,0-1-1 0 0,-1 0 1 0 0,0 0-1 0 0,0-1 1 0 0,-2 1 0 0 0,1-1-1 0 0,-1 0 1 0 0,-1 0-1 0 0,1 0 1 0 0,-2-1-1 0 0,-9 12 1 0 0,14-19 100 0 0,1-2-265 0 0,1 0 0 0 0,-1 0 0 0 0,1 0 0 0 0,-1 0 0 0 0,1-1 0 0 0,-1 1 1 0 0,1 0-1 0 0,-1-1 0 0 0,1 1 0 0 0,-1 0 0 0 0,1-1 0 0 0,0 1 1 0 0,-1 0-1 0 0,1-1 0 0 0,-1 1 0 0 0,1-1 0 0 0,0 1 0 0 0,-1-1 0 0 0,1 1 1 0 0,0-1-1 0 0,0 1 0 0 0,-1-1 0 0 0,1 1 0 0 0,0-1 0 0 0,0 1 1 0 0,0-1-1 0 0,0 0 0 0 0,0 1 0 0 0,0-1 0 0 0,0 1 0 0 0,0-1 0 0 0,0 1 1 0 0,0-1-1 0 0,0 1 0 0 0,0-1 0 0 0,0 0 0 0 0,0 1 0 0 0,0-1 1 0 0,1 1-1 0 0,-1-1 0 0 0,0 1 0 0 0,0-1 0 0 0,1 0 0 0 0,9-26 33 0 0,-10 26-36 0 0,31-60 22 0 0,55-80 0 0 0,-3 3-23 0 0,-70 113-6 0 0,-11 23-12 0 0,-5 2 1 0 0,0 1 15 0 0,0 0 0 0 0,0 0 0 0 0,0 1-1 0 0,0-1 1 0 0,0 1 0 0 0,1 0 0 0 0,-1 0 0 0 0,0 0 0 0 0,1 0 0 0 0,-1 0 0 0 0,1 0-1 0 0,0 1 1 0 0,0-1 0 0 0,0 1 0 0 0,0 0 0 0 0,-3 5 0 0 0,-5 10 6 0 0,-13 27 1 0 0,17-31-2 0 0,-4 7 6 0 0,1 0 0 0 0,-8 30 1 0 0,15-45-2 0 0,0 0-1 0 0,1 0 1 0 0,0-1 0 0 0,0 1 0 0 0,1 1 0 0 0,0-1 0 0 0,0 0 0 0 0,0 0 0 0 0,1 0 0 0 0,0 0 0 0 0,0 0 0 0 0,0-1 0 0 0,1 1 0 0 0,2 7 0 0 0,-2-10-3 0 0,0 0 1 0 0,0-1 0 0 0,0 1 0 0 0,0 0 0 0 0,1-1-1 0 0,-1 0 1 0 0,1 1 0 0 0,-1-1 0 0 0,1 0 0 0 0,0 0 0 0 0,0-1-1 0 0,0 1 1 0 0,0-1 0 0 0,0 1 0 0 0,0-1 0 0 0,1 0-1 0 0,-1 0 1 0 0,5 1 0 0 0,7 0-160 0 0,0 0 0 0 0,28 1 0 0 0,-30-3-135 0 0,15 0-2117 0 0,42-4-1 0 0,-6-8-5071 0 0,-36 2 1819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46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13 1832 0 0,'0'-13'14301'0'0,"0"28"-8591"0"0,-4 64-3517 0 0,-5-19-1845 0 0,-3 0-1 0 0,-20 60 1 0 0,15-59-181 0 0,5-17-2748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46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36 1216 0 0,'-21'-5'2075'0'0,"-121"-26"11518"0"0,140 31-13272 0 0,-11 2 2286 0 0,16 1-2459 0 0,0 1 1 0 0,0-1 0 0 0,0 0-1 0 0,0 0 1 0 0,0-1-1 0 0,1 1 1 0 0,-1-1 0 0 0,1 0-1 0 0,0 0 1 0 0,0 0-1 0 0,-1 0 1 0 0,1 0-1 0 0,5 0 1 0 0,62 17 630 0 0,-60-16-667 0 0,72 11-14 0 0,1-2 1 0 0,156-1 0 0 0,-236-10-618 0 0,1-1 0 0 0,-1-1 0 0 0,0 1 0 0 0,1 0 0 0 0,-1-1 1 0 0,0 0-1 0 0,1 0 0 0 0,3-2 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46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32 2696 0 0,'-32'-31'16103'0'0,"26"33"-15076"0"0,6-2-989 0 0,0 0 0 0 0,-1 0-1 0 0,1 0 1 0 0,0 0 0 0 0,-1 0 0 0 0,1 0 0 0 0,0 0 0 0 0,-1 0-1 0 0,1 0 1 0 0,0 0 0 0 0,-1 0 0 0 0,1 0 0 0 0,0 0 0 0 0,0 1 0 0 0,-1-1-1 0 0,1 0 1 0 0,0 0 0 0 0,0 0 0 0 0,-1 0 0 0 0,1 1 0 0 0,0-1-1 0 0,0 0 1 0 0,-1 0 0 0 0,1 0 0 0 0,0 1 0 0 0,0-1 0 0 0,0 0-1 0 0,-1 0 1 0 0,1 1 0 0 0,0-1 0 0 0,0 0 0 0 0,0 1 0 0 0,4 64 4220 0 0,11 36-2149 0 0,-5-37-1302 0 0,5 77-120 0 0,-15-119-608 0 0,0 0 0 0 0,-1-1 1 0 0,-1 1-1 0 0,-7 32 1 0 0,8-50-256 0 0,-1 0-1 0 0,1 0 1 0 0,-1 0 0 0 0,0 0 0 0 0,-1-1 0 0 0,1 1 0 0 0,-1-1-1 0 0,1 1 1 0 0,-1-1 0 0 0,-4 4 0 0 0,5-5-566 0 0,-1 0-1 0 0,1 0 1 0 0,-1 0-1 0 0,1-1 1 0 0,-1 1 0 0 0,-6 2-1 0 0,-18-2-10697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47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71 127 1812 0 0,'-5'-2'601'0'0,"0"-1"0"0"0,-1-1 0 0 0,1 1 0 0 0,0-1-1 0 0,1 1 1 0 0,-1-1 0 0 0,1-1 0 0 0,0 1 0 0 0,0-1 0 0 0,0 1 0 0 0,0-1-1 0 0,1 0 1 0 0,0-1 0 0 0,-4-6 0 0 0,7 11-526 0 0,-1-1 1 0 0,1 1-1 0 0,0 0 1 0 0,-1-1-1 0 0,1 1 1 0 0,0-1-1 0 0,0 1 1 0 0,0-1-1 0 0,0 1 1 0 0,0-1-1 0 0,0 1 1 0 0,1 0-1 0 0,-1-1 1 0 0,0 1-1 0 0,1-1 0 0 0,-1 1 1 0 0,1 0-1 0 0,-1-1 1 0 0,1 1-1 0 0,0 0 1 0 0,-1-1-1 0 0,1 1 1 0 0,0 0-1 0 0,0 0 1 0 0,0 0-1 0 0,0 0 1 0 0,0 0-1 0 0,0 0 0 0 0,2-1 1 0 0,0 0 12 0 0,0 0 1 0 0,0 0-1 0 0,0 0 1 0 0,0 0-1 0 0,0 1 1 0 0,0 0-1 0 0,0-1 1 0 0,4 0-1 0 0,-3 2-56 0 0,0-1 0 0 0,0 1-1 0 0,-1 0 1 0 0,1 0 0 0 0,0 0 0 0 0,0 0-1 0 0,-1 1 1 0 0,1 0 0 0 0,0-1-1 0 0,-1 1 1 0 0,1 1 0 0 0,0-1-1 0 0,-1 0 1 0 0,0 1 0 0 0,1 0 0 0 0,-1 0-1 0 0,0 0 1 0 0,0 0 0 0 0,0 0-1 0 0,0 1 1 0 0,0-1 0 0 0,0 1 0 0 0,-1 0-1 0 0,0-1 1 0 0,1 1 0 0 0,-1 1-1 0 0,0-1 1 0 0,0 0 0 0 0,0 0-1 0 0,-1 1 1 0 0,3 6 0 0 0,-1-1 82 0 0,-1-1 1 0 0,1 1-1 0 0,-2-1 0 0 0,1 1 1 0 0,-1 0-1 0 0,0 0 1 0 0,-1 0-1 0 0,0 0 0 0 0,-1-1 1 0 0,0 1-1 0 0,0 0 0 0 0,-3 11 1 0 0,-4 0 343 0 0,-1 0-1 0 0,0 0 1 0 0,-24 35 0 0 0,8-15 866 0 0,24-38-970 0 0,3-4-294 0 0,52-44-24 0 0,15-13 61 0 0,87-96 1 0 0,-154 153-96 0 0,1-1-5 0 0,0 1 1 0 0,-1-1-1 0 0,0 0 1 0 0,1 0-1 0 0,-1 0 0 0 0,0 0 1 0 0,0-1-1 0 0,-1 1 1 0 0,1-1-1 0 0,-1 1 0 0 0,0-1 1 0 0,0 1-1 0 0,0-1 0 0 0,1-3 1 0 0,-2 6 2 0 0,0-1-1 0 0,0 1 1 0 0,-1 0 0 0 0,1 0 0 0 0,0 0 0 0 0,0 0 0 0 0,-1 0-1 0 0,1-1 1 0 0,0 1 0 0 0,-1 0 0 0 0,1 0 0 0 0,-1 0 0 0 0,0 0-1 0 0,1 0 1 0 0,-1 0 0 0 0,0 1 0 0 0,0-1 0 0 0,1 0-1 0 0,-1 0 1 0 0,0 0 0 0 0,0 1 0 0 0,0-1 0 0 0,0 0 0 0 0,0 1-1 0 0,0-1 1 0 0,0 1 0 0 0,0-1 0 0 0,0 1 0 0 0,0-1-1 0 0,0 1 1 0 0,0 0 0 0 0,-1 0 0 0 0,1-1 0 0 0,0 1 0 0 0,0 0-1 0 0,0 0 1 0 0,0 0 0 0 0,-1 0 0 0 0,1 1 0 0 0,0-1-1 0 0,0 0 1 0 0,0 0 0 0 0,0 1 0 0 0,0-1 0 0 0,0 0 0 0 0,0 1-1 0 0,-2 1 1 0 0,-1-1 2 0 0,-4 1 1 0 0,-1 1 1 0 0,2 1-1 0 0,-1-1 0 0 0,0 1 1 0 0,1 1-1 0 0,-1-1 1 0 0,1 1-1 0 0,1 1 1 0 0,-1-1-1 0 0,1 1 1 0 0,-8 9-1 0 0,9-9 5 0 0,0-1 0 0 0,1 1-1 0 0,0 0 1 0 0,0 0 0 0 0,1 0-1 0 0,-1 0 1 0 0,1 1-1 0 0,1 0 1 0 0,-1-1 0 0 0,1 1-1 0 0,0 0 1 0 0,1 0 0 0 0,-2 14-1 0 0,3-16 2 0 0,1-1 1 0 0,0 0-1 0 0,0 1 0 0 0,0-1 0 0 0,0 0 0 0 0,1 0 0 0 0,-1 1 1 0 0,1-1-1 0 0,0 0 0 0 0,1-1 0 0 0,-1 1 0 0 0,0 0 0 0 0,1-1 1 0 0,0 1-1 0 0,0-1 0 0 0,0 0 0 0 0,0 0 0 0 0,1 0 0 0 0,-1 0 1 0 0,1-1-1 0 0,0 1 0 0 0,6 2 0 0 0,10 5-110 0 0,-1-1 0 0 0,1-1-1 0 0,28 7 1 0 0,-40-12-3 0 0,26 6-1206 0 0,0-1 0 0 0,38 3 0 0 0,23-4-6530 0 0,-65-6 2021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47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38 128 0 0,'-2'-2'2538'0'0,"-44"-34"11254"0"0,60 41-13138 0 0,-9-2-574 0 0,0 0 1 0 0,-1 0-1 0 0,1 0 1 0 0,-1 1 0 0 0,0 0-1 0 0,0 0 1 0 0,0 0 0 0 0,0 0-1 0 0,0 0 1 0 0,-1 1-1 0 0,0 0 1 0 0,0-1 0 0 0,-1 1-1 0 0,1 0 1 0 0,-1 1 0 0 0,0-1-1 0 0,0 0 1 0 0,0 1-1 0 0,-1-1 1 0 0,0 1 0 0 0,0-1-1 0 0,-1 1 1 0 0,1-1 0 0 0,-1 1-1 0 0,-1 10 1 0 0,-3 3 265 0 0,-1-1 0 0 0,0 0 1 0 0,-1 0-1 0 0,-1-1 0 0 0,-1 1 1 0 0,0-2-1 0 0,-19 29 0 0 0,-9 19 798 0 0,36-63-1048 0 0,0-1-91 0 0,1 1 0 0 0,0-1-1 0 0,-1 0 1 0 0,1 1 0 0 0,0-1 0 0 0,-1 0-1 0 0,1 0 1 0 0,0 1 0 0 0,0-1 0 0 0,-1 0-1 0 0,1 0 1 0 0,0 0 0 0 0,0 0 0 0 0,-1 0-1 0 0,1 0 1 0 0,0 0 0 0 0,0 0 0 0 0,-1 0-1 0 0,1 0 1 0 0,0-1 0 0 0,1 1 0 0 0,17-4 22 0 0,-19 4-27 0 0,155-37-1202 0 0,92-22-7433 0 0,-189 45 4156 0 0,1 0-2151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48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545 63 2196 0 0,'-2'-2'2075'0'0,"-14"-41"7481"0"0,16 42-9242 0 0,0 0 0 0 0,0 0 0 0 0,0-1 1 0 0,0 1-1 0 0,-1 0 0 0 0,1 0 1 0 0,0 0-1 0 0,-1 0 0 0 0,1 0 1 0 0,-1 0-1 0 0,1 0 0 0 0,-1 0 0 0 0,0 0 1 0 0,0-2-1 0 0,-11 13 756 0 0,0-1 1 0 0,-14 17-1 0 0,-18 14 146 0 0,-217 130 1122 0 0,164-111-1994 0 0,77-49-300 0 0,16-8-36 0 0,0 0 0 0 0,0 0-1 0 0,0 0 1 0 0,0 1 0 0 0,0-1-1 0 0,1 1 1 0 0,-1 0 0 0 0,1 0-1 0 0,-1 0 1 0 0,1 1 0 0 0,-4 5-1 0 0,7-8-4 0 0,0 0 0 0 0,0 0 0 0 0,0 0 0 0 0,0 0 1 0 0,0-1-1 0 0,0 1 0 0 0,1 0 0 0 0,-1 0 0 0 0,0-1 0 0 0,0 1 0 0 0,1 0 0 0 0,-1 0 0 0 0,1-1 0 0 0,-1 1 0 0 0,1 0 0 0 0,-1-1 0 0 0,1 1 0 0 0,-1 0 0 0 0,1-1 0 0 0,0 1 0 0 0,-1-1 0 0 0,1 1 0 0 0,0-1 0 0 0,-1 1 0 0 0,2 0 0 0 0,19 11-21 0 0,17 3 39 0 0,1-2 0 0 0,1-1-1 0 0,68 10 1 0 0,27 8-177 0 0,-80-21-3623 0 0,-43-7 1330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48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0 48 0 0,'-117'12'14813'0'0,"115"-12"-14173"0"0,-3 3 438 0 0,5-3-1030 0 0,0 0 0 0 0,0 0 0 0 0,-1 0 0 0 0,1 0 0 0 0,0 0 0 0 0,-1 0 0 0 0,1 0 1 0 0,0 0-1 0 0,0 0 0 0 0,-1 1 0 0 0,1-1 0 0 0,0 0 0 0 0,0 0 0 0 0,-1 0 1 0 0,1 0-1 0 0,0 0 0 0 0,0 1 0 0 0,-1-1 0 0 0,1 0 0 0 0,0 0 0 0 0,0 0 0 0 0,0 1 1 0 0,0-1-1 0 0,-1 0 0 0 0,1 0 0 0 0,0 1 0 0 0,0-1 0 0 0,0 0 0 0 0,0 0 0 0 0,0 1 1 0 0,0-1-1 0 0,-1 0 0 0 0,1 1 0 0 0,0 1 59 0 0,1-1 1 0 0,-1 1-1 0 0,0 0 0 0 0,1-1 1 0 0,-1 1-1 0 0,1 0 0 0 0,-1-1 1 0 0,1 1-1 0 0,0-1 0 0 0,0 1 1 0 0,-1-1-1 0 0,1 1 0 0 0,0-1 1 0 0,0 1-1 0 0,1-1 0 0 0,1 2 1 0 0,1 1 29 0 0,0-1 0 0 0,1 0 0 0 0,-1 0 0 0 0,0 0 0 0 0,8 2 0 0 0,5 2 23 0 0,0-1 0 0 0,23 5 0 0 0,22 3-749 0 0,115 10 1 0 0,-95-22-3373 0 0,-3-6-3882 0 0,-46-1 1886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49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64 2460 0 0,'0'-17'4712'0'0,"-2"-29"4832"0"0,1 46-9459 0 0,1 0 1 0 0,-1 1-1 0 0,0-1 1 0 0,1 0-1 0 0,-1 1 1 0 0,1-1-1 0 0,-1 1 1 0 0,1-1-1 0 0,-1 1 1 0 0,1-1-1 0 0,-1 1 1 0 0,1-1-1 0 0,-1 1 1 0 0,1-1 0 0 0,-1 1-1 0 0,1-1 1 0 0,0 1-1 0 0,-1 0 1 0 0,1-1-1 0 0,0 1 1 0 0,0 0-1 0 0,-1 0 1 0 0,-5 22 672 0 0,4-16-312 0 0,-35 131 2489 0 0,33-119-2800 0 0,1 0-1 0 0,1 1 1 0 0,0-1-1 0 0,2 0 1 0 0,2 28-1 0 0,-1-43-117 0 0,-1 0-1 0 0,1 0 1 0 0,0 0-1 0 0,0 0 0 0 0,1 0 1 0 0,-1 0-1 0 0,1 0 0 0 0,0-1 1 0 0,0 1-1 0 0,0 0 0 0 0,0-1 1 0 0,1 0-1 0 0,0 1 0 0 0,-1-1 1 0 0,1 0-1 0 0,0 0 1 0 0,0-1-1 0 0,1 1 0 0 0,-1-1 1 0 0,1 1-1 0 0,-1-1 0 0 0,1 0 1 0 0,0 0-1 0 0,-1-1 0 0 0,1 1 1 0 0,0-1-1 0 0,0 0 0 0 0,0 0 1 0 0,0 0-1 0 0,0 0 1 0 0,1-1-1 0 0,3 0 0 0 0,5 1-6 0 0,-1-2-1 0 0,0 1 1 0 0,0-2 0 0 0,0 1-1 0 0,0-2 1 0 0,-1 1-1 0 0,1-2 1 0 0,-1 0 0 0 0,1 0-1 0 0,10-6 1 0 0,-7 1-14 0 0,0 0 1 0 0,-1-1-1 0 0,-1 0 0 0 0,0-1 1 0 0,0 0-1 0 0,14-17 0 0 0,59-84 815 0 0,-58 71 374 0 0,-27 40-854 0 0,-2 8-129 0 0,0-1 0 0 0,0 1 0 0 0,-1-1 0 0 0,0 0-1 0 0,0 0 1 0 0,-4 9 0 0 0,-5 14 182 0 0,-94 333 329 0 0,11-62-3965 0 0,59-201-920 0 0,-2 0-3996 0 0,14-39-2922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50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63 164 0 0,'-2'-3'994'0'0,"1"-1"0"0"0,0 0 0 0 0,0 1 0 0 0,1-1 1 0 0,-1 1-1 0 0,1-1 0 0 0,0-7 0 0 0,0 9-901 0 0,0 1 0 0 0,0 0-1 0 0,0 0 1 0 0,1 0 0 0 0,-1 0 0 0 0,0-1 0 0 0,1 1-1 0 0,-1 0 1 0 0,1 0 0 0 0,-1 0 0 0 0,1 0 0 0 0,0 0-1 0 0,-1 0 1 0 0,1 0 0 0 0,0 0 0 0 0,0 1 0 0 0,0-1-1 0 0,0 0 1 0 0,0 0 0 0 0,0 1 0 0 0,0-1 0 0 0,0 0 0 0 0,0 1-1 0 0,0-1 1 0 0,0 1 0 0 0,0-1 0 0 0,0 1 0 0 0,0 0-1 0 0,0-1 1 0 0,1 1 0 0 0,-1 0 0 0 0,0 0 0 0 0,2 0-1 0 0,4 0-43 0 0,0 0-1 0 0,0 1 0 0 0,0 0 1 0 0,0 0-1 0 0,0 0 0 0 0,0 1 1 0 0,0 0-1 0 0,0 0 0 0 0,-1 1 1 0 0,1 0-1 0 0,-1 0 0 0 0,0 1 0 0 0,0-1 1 0 0,0 1-1 0 0,0 1 0 0 0,-1-1 1 0 0,0 1-1 0 0,0 0 0 0 0,0 0 1 0 0,5 7-1 0 0,-3-3 6 0 0,-1-1 1 0 0,0 1-1 0 0,-1 0 1 0 0,0 1-1 0 0,0-1 1 0 0,-1 1-1 0 0,0 0 1 0 0,0 0-1 0 0,-1 0 0 0 0,-1 1 1 0 0,0-1-1 0 0,0 1 1 0 0,0 12-1 0 0,-3-10 93 0 0,0 0-1 0 0,0 0 1 0 0,-2 0-1 0 0,1 0 1 0 0,-1-1-1 0 0,-6 16 1 0 0,-35 66 783 0 0,28-63-362 0 0,15-29-428 0 0,-3 1 209 0 0,31-50-305 0 0,3 2 0 0 0,1 1 0 0 0,58-63 0 0 0,-19 24-13 0 0,-47 57-20 0 0,-11 13 18 0 0,-1 0-1 0 0,10-18 1 0 0,-20 31-29 0 0,0-1 1 0 0,-1 0 0 0 0,1 0 0 0 0,0 0-1 0 0,-1 0 1 0 0,1 0 0 0 0,-1 0 0 0 0,1 0 0 0 0,-1 0-1 0 0,1 0 1 0 0,-1 0 0 0 0,0-1 0 0 0,0 1-1 0 0,0 0 1 0 0,1 0 0 0 0,-1 0 0 0 0,0 0 0 0 0,0-1-1 0 0,-1 1 1 0 0,1 0 0 0 0,0 0 0 0 0,0 0-1 0 0,-1-2 1 0 0,0 0-4 0 0,1 3 2 0 0,-1 0 1 0 0,1-1-1 0 0,0 1 1 0 0,0 0-1 0 0,-1 0 1 0 0,1 0-1 0 0,0 0 0 0 0,0 0 1 0 0,-1 0-1 0 0,1 0 1 0 0,0 0-1 0 0,-1 0 1 0 0,1 0-1 0 0,0 0 1 0 0,0 0-1 0 0,-1 0 1 0 0,1 0-1 0 0,0 0 0 0 0,-1 0 1 0 0,1 0-1 0 0,0 0 1 0 0,0 0-1 0 0,-1 0 1 0 0,1 0-1 0 0,0 0 1 0 0,0 1-1 0 0,-1-1 1 0 0,1 0-1 0 0,0 0 0 0 0,0 0 1 0 0,0 0-1 0 0,-1 1 1 0 0,1-1-1 0 0,0 0 1 0 0,0 0-1 0 0,-9 7-1 0 0,0 2 1 0 0,0 0 0 0 0,1 0 0 0 0,0 1 0 0 0,1 0 0 0 0,0 1 0 0 0,-6 13 0 0 0,2-2 4 0 0,2 0 1 0 0,-9 31-1 0 0,16-49 3 0 0,1 1 1 0 0,0-1-1 0 0,1 0 0 0 0,-1 1 0 0 0,1-1 0 0 0,-1 1 1 0 0,2-1-1 0 0,-1 1 0 0 0,0-1 0 0 0,1 1 1 0 0,0-1-1 0 0,0 0 0 0 0,0 1 0 0 0,0-1 0 0 0,1 0 1 0 0,-1 0-1 0 0,1 0 0 0 0,0 0 0 0 0,1 0 0 0 0,-1 0 1 0 0,1-1-1 0 0,-1 1 0 0 0,1-1 0 0 0,0 1 1 0 0,1-1-1 0 0,-1 0 0 0 0,0 0 0 0 0,1-1 0 0 0,0 1 1 0 0,-1-1-1 0 0,1 0 0 0 0,0 0 0 0 0,7 3 1 0 0,12 4-20 0 0,0-2 0 0 0,0 0 0 0 0,30 4 1 0 0,1-2-2540 0 0,-2-1-4341 0 0,-38-6 2219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50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6 20 0 0,'9'-5'16391'0'0,"-8"5"-16314"0"0,0 1 1 0 0,0-1-1 0 0,-1 1 1 0 0,1-1-1 0 0,0 1 0 0 0,0-1 1 0 0,-1 1-1 0 0,1-1 1 0 0,0 1-1 0 0,-1 0 1 0 0,1-1-1 0 0,-1 1 1 0 0,1 0-1 0 0,-1 0 0 0 0,1 0 1 0 0,-1-1-1 0 0,0 1 1 0 0,1 0-1 0 0,-1 0 1 0 0,0 0-1 0 0,1 0 1 0 0,-1-1-1 0 0,0 1 0 0 0,0 0 1 0 0,0 0-1 0 0,0 0 1 0 0,0 0-1 0 0,0 0 1 0 0,0 0-1 0 0,0 0 1 0 0,-1 0-1 0 0,1 1 0 0 0,-8 41 554 0 0,5-30-439 0 0,-7 37 33 0 0,3-16-742 0 0,1 0 0 0 0,-3 56-1 0 0,12-57-3188 0 0,5-16-3039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51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22 984 0 0,'-19'-20'12403'0'0,"18"20"-12357"0"0,1 0 0 0 0,-1 0 0 0 0,0-1 1 0 0,1 1-1 0 0,-1 0 0 0 0,0 0 0 0 0,1 0 0 0 0,-1 0 0 0 0,0 0 0 0 0,1 0 0 0 0,-1 0 0 0 0,0 0 0 0 0,1 0 0 0 0,-1 0 0 0 0,0 1 1 0 0,1-1-1 0 0,-1 0 0 0 0,0 0 0 0 0,1 1 0 0 0,-1-1 0 0 0,1 0 0 0 0,-1 1 0 0 0,0-1 0 0 0,1 0 0 0 0,-1 1 0 0 0,1-1 0 0 0,-1 1 1 0 0,1-1-1 0 0,-1 1 0 0 0,1-1 0 0 0,0 1 0 0 0,-1-1 0 0 0,1 1 0 0 0,-1 0 0 0 0,-19 30-94 0 0,13-20 190 0 0,-10 14-134 0 0,-21 34-397 0 0,18-19-3058 0 0,19-28-1559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51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91 1792 0 0,'-1'-45'8178'0'0,"0"6"-4085"0"0,1 37-3791 0 0,13-3 441 0 0,-5 7-675 0 0,0 1-1 0 0,0-1 1 0 0,0 1 0 0 0,-1 1-1 0 0,1-1 1 0 0,-1 1 0 0 0,0 1-1 0 0,0-1 1 0 0,0 1 0 0 0,-1 1-1 0 0,0-1 1 0 0,0 1 0 0 0,0 0-1 0 0,-1 0 1 0 0,1 1 0 0 0,-1-1-1 0 0,-1 1 1 0 0,8 15 0 0 0,-8-13-38 0 0,0 0 1 0 0,0 1 0 0 0,-1-1-1 0 0,0 1 1 0 0,-1 0 0 0 0,0 0 0 0 0,-1 0-1 0 0,0 0 1 0 0,0 0 0 0 0,-1 0-1 0 0,0 0 1 0 0,-1 0 0 0 0,0 1-1 0 0,-1-1 1 0 0,-4 14 0 0 0,1-9-1 0 0,-2 0-1 0 0,1 0 1 0 0,-2-1 0 0 0,0 0 0 0 0,-18 24-1 0 0,-57 53 317 0 0,81-89-320 0 0,1-1-24 0 0,1-1-1 0 0,0 0 1 0 0,0 0 0 0 0,-1 0 0 0 0,1 1-1 0 0,0-1 1 0 0,-1 0 0 0 0,1 0 0 0 0,0 0-1 0 0,0 0 1 0 0,-1 0 0 0 0,1 1 0 0 0,0-1 0 0 0,-1 0-1 0 0,1 0 1 0 0,0 0 0 0 0,-1 0 0 0 0,1 0-1 0 0,0 0 1 0 0,-1 0 0 0 0,1 0 0 0 0,0 0-1 0 0,-1-1 1 0 0,1 1 0 0 0,0 0 0 0 0,-1 0-1 0 0,1 0 1 0 0,0 0 0 0 0,-1 0 0 0 0,6-11-6 0 0,0 1 0 0 0,1 0-1 0 0,0 0 1 0 0,0 0 0 0 0,1 1 0 0 0,13-14 0 0 0,57-50-12 0 0,-47 46 3 0 0,38-35 3 0 0,46-44 18 0 0,-108 100-8 0 0,-1 0 0 0 0,0-1 0 0 0,0 0 1 0 0,-1 0-1 0 0,0 0 0 0 0,5-10 1 0 0,-9 16-2 0 0,0 1 1 0 0,0 0-1 0 0,0-1 1 0 0,1 1 0 0 0,-1 0-1 0 0,0-1 1 0 0,0 1 0 0 0,0-1-1 0 0,0 1 1 0 0,0 0 0 0 0,0-1-1 0 0,0 1 1 0 0,0 0-1 0 0,0-1 1 0 0,0 1 0 0 0,0-1-1 0 0,0 1 1 0 0,0 0 0 0 0,0-1-1 0 0,0 1 1 0 0,0 0-1 0 0,0-1 1 0 0,-1 1 0 0 0,1-1-1 0 0,0 1 1 0 0,0 0 0 0 0,0-1-1 0 0,0 1 1 0 0,-1 0 0 0 0,1 0-1 0 0,0-1 1 0 0,0 1-1 0 0,-1 0 1 0 0,1 0 0 0 0,0-1-1 0 0,-1 1 1 0 0,1 0 0 0 0,0 0-1 0 0,-1-1 1 0 0,1 1-1 0 0,0 0 1 0 0,-1 0 0 0 0,1 0-1 0 0,0 0 1 0 0,-1 0 0 0 0,1 0-1 0 0,-1 0 1 0 0,1 0 0 0 0,0 0-1 0 0,-1 0 1 0 0,1 0-1 0 0,0 0 1 0 0,-1 0 0 0 0,0 0-1 0 0,-18 3-17 0 0,3 6 17 0 0,0 0 0 0 0,1 2 0 0 0,1-1 0 0 0,0 2 0 0 0,0 0 0 0 0,1 0 1 0 0,-15 20-1 0 0,21-24 6 0 0,0 0 1 0 0,1 1-1 0 0,0 0 1 0 0,0 0 0 0 0,1 0-1 0 0,0 1 1 0 0,0 0-1 0 0,-2 11 1 0 0,6-18 4 0 0,0 0 0 0 0,0 1-1 0 0,0-1 1 0 0,1 0 0 0 0,-1 1 0 0 0,1-1 0 0 0,0 1 0 0 0,0-1 0 0 0,1 0-1 0 0,-1 1 1 0 0,1-1 0 0 0,-1 1 0 0 0,1-1 0 0 0,0 0 0 0 0,0 1 0 0 0,1-1-1 0 0,-1 0 1 0 0,1 0 0 0 0,-1 0 0 0 0,1 0 0 0 0,0 0 0 0 0,0-1 0 0 0,0 1-1 0 0,1 0 1 0 0,-1-1 0 0 0,0 0 0 0 0,1 1 0 0 0,5 2 0 0 0,2 1-45 0 0,0 0 1 0 0,0-1 0 0 0,1-1 0 0 0,-1 0 0 0 0,1 0-1 0 0,0-1 1 0 0,19 3 0 0 0,85 6-2888 0 0,-79-10 1154 0 0,34 1-4015 0 0,-34-3 1214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52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10 952 0 0,'-19'-9'13435'0'0,"23"12"-13314"0"0,1 1 0 0 0,-1 0 0 0 0,0 0 0 0 0,0 0 0 0 0,-1 0 0 0 0,1 1 0 0 0,-1-1 0 0 0,4 8 0 0 0,-5-8-45 0 0,-1-1-1 0 0,0 1 1 0 0,0-1 0 0 0,0 1-1 0 0,-1-1 1 0 0,1 1 0 0 0,-1-1 0 0 0,0 1-1 0 0,0 0 1 0 0,0-1 0 0 0,0 1 0 0 0,0 0-1 0 0,-1-1 1 0 0,0 1 0 0 0,-1 3 0 0 0,-3 7 288 0 0,-1-1 0 0 0,0 1 0 0 0,-1-1 1 0 0,0-1-1 0 0,-2 1 0 0 0,1-1 0 0 0,-11 11 1 0 0,-14 21 376 0 0,33-44-736 0 0,-1 1 1 0 0,1-1 0 0 0,-1 0 0 0 0,1 1 0 0 0,0-1-1 0 0,0 0 1 0 0,-1 1 0 0 0,1-1 0 0 0,0 1 0 0 0,-1-1 0 0 0,1 0-1 0 0,0 1 1 0 0,0-1 0 0 0,0 1 0 0 0,0-1 0 0 0,-1 1-1 0 0,1-1 1 0 0,0 1 0 0 0,0-1 0 0 0,0 1 0 0 0,0-1-1 0 0,0 1 1 0 0,0-1 0 0 0,0 0 0 0 0,0 1 0 0 0,0-1 0 0 0,0 1-1 0 0,1-1 1 0 0,-1 1 0 0 0,0-1 0 0 0,0 1 0 0 0,0-1-1 0 0,1 1 1 0 0,-1-1 0 0 0,0 0 0 0 0,0 1 0 0 0,1-1 0 0 0,-1 0-1 0 0,0 1 1 0 0,1-1 0 0 0,-1 0 0 0 0,0 1 0 0 0,1-1-1 0 0,-1 0 1 0 0,1 1 0 0 0,23 2 37 0 0,-19-3-35 0 0,258-8-216 0 0,-167 1-867 0 0,-76 7 345 0 0,20-3-2286 0 0,-9-3-5271 0 0,-19 3 3346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59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1 852 0 0,'-11'5'11228'0'0,"16"0"-10995"0"0,0-1 0 0 0,0 0 0 0 0,0 0 1 0 0,1 0-1 0 0,0 0 0 0 0,-1-1 0 0 0,1 0 0 0 0,0 0 1 0 0,10 3-1 0 0,16 9 38 0 0,261 130 403 0 0,24 14-433 0 0,-315-157-220 0 0,1-1 0 0 0,-1 1 0 0 0,0-1-1 0 0,0 1 1 0 0,0-1 0 0 0,0 1 0 0 0,0 0 0 0 0,0 0 0 0 0,0 0 0 0 0,-1 0-1 0 0,1 1 1 0 0,-1-1 0 0 0,1 0 0 0 0,-1 1 0 0 0,2 3 0 0 0,-3-4-16 0 0,0-1 1 0 0,0 1 0 0 0,0-1 0 0 0,0 1 0 0 0,0-1 0 0 0,0 1-1 0 0,0-1 1 0 0,-1 1 0 0 0,1-1 0 0 0,-1 1 0 0 0,1-1-1 0 0,-1 1 1 0 0,1-1 0 0 0,-1 0 0 0 0,0 1 0 0 0,1-1 0 0 0,-1 0-1 0 0,0 1 1 0 0,0-1 0 0 0,0 0 0 0 0,0 0 0 0 0,0 0 0 0 0,-1 0-1 0 0,1 0 1 0 0,0 0 0 0 0,-3 1 0 0 0,-11 8 20 0 0,-1 0 0 0 0,0-2 1 0 0,-1 0-1 0 0,-29 10 0 0 0,-75 15-2 0 0,76-22-13 0 0,-159 35 578 0 0,109-25-319 0 0,85-20-176 0 0,-10 2-2290 0 0,19-3 2091 0 0,1 0 1 0 0,0 0-1 0 0,-1 0 1 0 0,1 0-1 0 0,-1 0 1 0 0,1 0-1 0 0,0 0 1 0 0,-1 0-1 0 0,1 1 1 0 0,-1-1-1 0 0,1 0 1 0 0,0 0-1 0 0,-1 0 1 0 0,1 0-1 0 0,0 1 1 0 0,-1-1-1 0 0,1 0 1 0 0,0 0-1 0 0,-1 1 1 0 0,1-1 0 0 0,0 0-1 0 0,0 1 1 0 0,-1-1-1 0 0,1 0 1 0 0,0 1-1 0 0,0-1 1 0 0,0 0-1 0 0,-1 1 1 0 0,1 0-1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00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554 6 1188 0 0,'10'-4'11320'0'0,"-16"3"-11077"0"0,1 1 0 0 0,0 0 0 0 0,0 0 0 0 0,-1 0 0 0 0,1 1 0 0 0,0 0 0 0 0,-9 2 0 0 0,-45 15 630 0 0,23-7-499 0 0,-346 128 488 0 0,361-128-1144 0 0,7-3-3783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00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211 433 1248 0 0,'95'-95'15401'0'0,"-96"98"-15234"0"0,-1 0 1 0 0,1-1 0 0 0,-1 1-1 0 0,0-1 1 0 0,0 1 0 0 0,0-1-1 0 0,0 0 1 0 0,-4 4-1 0 0,2-2 8 0 0,-39 42 211 0 0,3 1 0 0 0,1 3 0 0 0,3 1-1 0 0,-52 96 1 0 0,82-134-366 0 0,0 0 1 0 0,1 1-1 0 0,0-1 0 0 0,1 1 1 0 0,1 0-1 0 0,-3 22 0 0 0,5-31-12 0 0,1-1 0 0 0,0 1 0 0 0,0 0 0 0 0,1-1 0 0 0,-1 1 0 0 0,1-1 0 0 0,0 1-1 0 0,0 0 1 0 0,0-1 0 0 0,1 0 0 0 0,-1 1 0 0 0,1-1 0 0 0,0 0 0 0 0,1 0 0 0 0,-1 0-1 0 0,1 0 1 0 0,0 0 0 0 0,-1-1 0 0 0,2 1 0 0 0,-1-1 0 0 0,0 1 0 0 0,1-1 0 0 0,6 4 0 0 0,0-1-1 0 0,0-1 0 0 0,1-1 0 0 0,-1 1 1 0 0,1-2-1 0 0,0 0 0 0 0,0 0 0 0 0,1-1 1 0 0,-1 0-1 0 0,0-1 0 0 0,1 0 1 0 0,19-1-1 0 0,1-3 13 0 0,0 0 1 0 0,60-16-1 0 0,-63 12-7 0 0,1-3 0 0 0,-1 0-1 0 0,-1-2 1 0 0,0-1 0 0 0,-1-1-1 0 0,44-30 1 0 0,-51 29 52 0 0,-1-1 1 0 0,0 0 0 0 0,-2-2-1 0 0,0 0 1 0 0,-1 0-1 0 0,0-2 1 0 0,-2 0-1 0 0,23-42 1 0 0,-21 29 11 0 0,-2-1 0 0 0,-1 0-1 0 0,-1-1 1 0 0,12-68 0 0 0,-20 74-48 0 0,0 0 0 0 0,-2-1-1 0 0,-1 1 1 0 0,-2-1 0 0 0,-1 1 0 0 0,-8-45-1 0 0,8 67-21 0 0,1 0 0 0 0,-2 0 0 0 0,1 0 0 0 0,-1 0 0 0 0,0 1 0 0 0,0-1 0 0 0,-1 1 0 0 0,1 0 0 0 0,-2 0-1 0 0,1 0 1 0 0,-1 1 0 0 0,1-1 0 0 0,-1 1 0 0 0,-1 0 0 0 0,1 1 0 0 0,-10-7 0 0 0,8 7-1 0 0,0 0 0 0 0,-1 0 0 0 0,0 1 0 0 0,1 0 0 0 0,-1 1 1 0 0,0-1-1 0 0,0 2 0 0 0,0-1 0 0 0,-1 1 0 0 0,1 0 0 0 0,0 1 0 0 0,0 0 0 0 0,-1 0 1 0 0,-9 2-1 0 0,-7 2-114 0 0,0 1 0 0 0,1 2 1 0 0,-1 0-1 0 0,1 2 1 0 0,0 0-1 0 0,1 2 0 0 0,-31 18 1 0 0,29-12-1407 0 0,-47 38 0 0 0,48-33-2265 0 0,-36 42 0 0 0,25-19-4585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00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4320 0 0,'72'-21'12053'0'0,"-42"12"-9449"0"0,-15 5-5011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26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69 224 0 0,'2'-4'1370'0'0,"0"-1"1"0"0,0 0-1 0 0,0 0 0 0 0,-1 0 1 0 0,0 0-1 0 0,1-6 0 0 0,-2 10-1188 0 0,0 0-1 0 0,0 0 0 0 0,0-1 1 0 0,0 1-1 0 0,-1 0 1 0 0,1 0-1 0 0,0 0 0 0 0,0 0 1 0 0,-1 0-1 0 0,1 0 0 0 0,-1 0 1 0 0,1 0-1 0 0,-1 0 1 0 0,1 0-1 0 0,-1 0 0 0 0,0 0 1 0 0,1 0-1 0 0,-1 0 1 0 0,0 0-1 0 0,0 0 0 0 0,0 1 1 0 0,0-1-1 0 0,0 0 1 0 0,0 1-1 0 0,1-1 0 0 0,-2 1 1 0 0,1-1-1 0 0,0 1 1 0 0,0-1-1 0 0,0 1 0 0 0,0 0 1 0 0,-1-1-1 0 0,0 1-94 0 0,0 0 0 0 0,0 0 0 0 0,0 0 0 0 0,0 0 0 0 0,0 0 0 0 0,1 0 0 0 0,-1 1 0 0 0,0-1 0 0 0,0 1 0 0 0,0-1 0 0 0,0 1 0 0 0,1 0 0 0 0,-1 0 0 0 0,0 0 0 0 0,1 0 0 0 0,-1 0 0 0 0,1 0 0 0 0,-1 0 0 0 0,1 0 0 0 0,-2 2 0 0 0,-25 28 519 0 0,27-29-565 0 0,-23 30 182 0 0,3 1-1 0 0,1 1 0 0 0,1 1 1 0 0,-22 59-1 0 0,-39 156 77 0 0,69-209-216 0 0,-11 83 1 0 0,20-110-100 0 0,1 0 0 0 0,1 0 0 0 0,0 0 0 0 0,1 0 0 0 0,0 0 1 0 0,2 0-1 0 0,-1 0 0 0 0,2 0 0 0 0,8 23 0 0 0,-10-33-209 0 0,0 1-1 0 0,0-1 1 0 0,1 0-1 0 0,-1 0 1 0 0,1 0 0 0 0,0 0-1 0 0,0 0 1 0 0,1-1-1 0 0,-1 1 1 0 0,1-1 0 0 0,0 0-1 0 0,0 0 1 0 0,0-1-1 0 0,0 1 1 0 0,6 2-1 0 0,-4-2-565 0 0,0-2 0 0 0,0 1 0 0 0,0-1 0 0 0,0 0-1 0 0,0 0 1 0 0,0 0 0 0 0,0-1 0 0 0,0 0 0 0 0,0 0-1 0 0,0-1 1 0 0,12-2 0 0 0,5-1-3399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27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56 2196 0 0,'2'-6'2218'0'0,"-2"-1"-1"0"0,1 1 1 0 0,-1-1-1 0 0,1-22 5339 0 0,1 39-6548 0 0,1 10-784 0 0,0 0 0 0 0,-2-1 1 0 0,0 1-1 0 0,-2 0 0 0 0,-4 31 1 0 0,-26 99-1848 0 0,14-73-4393 0 0,15-67 1658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27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73 1116 0 0,'47'-67'15602'0'0,"-46"61"-14097"0"0,1 11 444 0 0,1 12-503 0 0,-9 30-758 0 0,-1-1 0 0 0,-20 63 0 0 0,0 2-1375 0 0,19-77-1873 0 0,4-19-1011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27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77 2508 0 0,'-14'-68'9418'0'0,"14"65"-8636"0"0,0 3-691 0 0,0 0-1 0 0,0-1 0 0 0,1 1 0 0 0,-1 0 0 0 0,0-1 1 0 0,0 1-1 0 0,0 0 0 0 0,0-1 0 0 0,1 1 0 0 0,-1 0 0 0 0,0 0 1 0 0,0-1-1 0 0,1 1 0 0 0,-1 0 0 0 0,0 0 0 0 0,1-1 0 0 0,-1 1 1 0 0,0 0-1 0 0,1 0 0 0 0,-1 0 0 0 0,0 0 0 0 0,1 0 1 0 0,-1-1-1 0 0,0 1 0 0 0,1 0 0 0 0,-1 0 0 0 0,1 0 0 0 0,7 3 287 0 0,1 0 0 0 0,-1 1 0 0 0,0 0 0 0 0,0 0 0 0 0,0 1 0 0 0,-1 0 0 0 0,0 0 0 0 0,10 9 0 0 0,51 54 937 0 0,-41-37-1093 0 0,-2 2-1 0 0,-2 0 0 0 0,-1 2 1 0 0,-1 0-1 0 0,-2 2 0 0 0,-1 0 0 0 0,-3 1 1 0 0,-1 0-1 0 0,-1 1 0 0 0,-2 1 0 0 0,-2 0 1 0 0,-2 0-1 0 0,2 48 0 0 0,-6-32-152 0 0,-3-1 0 0 0,-2 0 0 0 0,-3 0 0 0 0,-2 0 0 0 0,-2 0-1 0 0,-3-1 1 0 0,-2 0 0 0 0,-2-2 0 0 0,-30 64 0 0 0,12-44-663 0 0,-3-3 0 0 0,-3-1 0 0 0,-70 91 1 0 0,55-91-3350 0 0,-81 77 0 0 0,84-99-569 0 0,5-8-2006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27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2820 0 0,'52'-17'8914'0'0,"-3"2"-2715"0"0,-47 14-5806 0 0,18-4-720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29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52 1576 0 0,'2'-5'1604'0'0,"0"-1"0"0"0,0 1 0 0 0,0-1 0 0 0,-1 0-1 0 0,0 0 1 0 0,1-10 0 0 0,-2 15-1082 0 0,5 14 467 0 0,-3 11-669 0 0,-2 0-1 0 0,0 1 1 0 0,-2-1-1 0 0,-7 37 1 0 0,-29 97-165 0 0,22-104-1227 0 0,6-23-1294 0 0,1 0-3695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29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0 103 228 0 0,'19'-26'4172'0'0,"-5"5"839"0"0,32-35 1267 0 0,-45 56-6183 0 0,0 0 0 0 0,-1 0 0 0 0,1 0 0 0 0,0 0 0 0 0,0 0-1 0 0,0 0 1 0 0,-1 0 0 0 0,1 1 0 0 0,0-1 0 0 0,0 0-1 0 0,-1 0 1 0 0,1 1 0 0 0,0-1 0 0 0,-1 0 0 0 0,1 1-1 0 0,0-1 1 0 0,-1 1 0 0 0,2 0 0 0 0,1 10 215 0 0,-1 1 0 0 0,0-1 0 0 0,-1 1 0 0 0,0 0 0 0 0,-1 0 1 0 0,0 0-1 0 0,-4 22 0 0 0,-20 87 65 0 0,21-110-314 0 0,-5 21-261 0 0,-20 79 406 0 0,5-41-5063 0 0,21-65 3026 0 0,0 1 1160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30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82 165 756 0 0,'-21'-59'6223'0'0,"11"31"-2519"0"0,-9-40 0 0 0,19 67-3335 0 0,0 1-344 0 0,-1-1 1 0 0,1 1-1 0 0,0 0 1 0 0,0 0-1 0 0,0 0 0 0 0,0 0 1 0 0,-1-1-1 0 0,1 1 1 0 0,0 0-1 0 0,0 0 0 0 0,0 0 1 0 0,0-1-1 0 0,0 1 1 0 0,0 0-1 0 0,0 0 0 0 0,0-1 1 0 0,0 1-1 0 0,0 0 1 0 0,0 0-1 0 0,0 0 0 0 0,0-1 1 0 0,0 1-1 0 0,0 0 0 0 0,0 0 1 0 0,0-1-1 0 0,0 1 1 0 0,0 0-1 0 0,0 0 0 0 0,0-1 1 0 0,0 1-1 0 0,0 0 1 0 0,0 0-1 0 0,0 0 0 0 0,1-1 1 0 0,-1 1-1 0 0,0 0 1 0 0,0 0-1 0 0,0-1 0 0 0,10 4 424 0 0,12 11 60 0 0,5 9-243 0 0,-1 1-1 0 0,-1 2 1 0 0,-1 0-1 0 0,-2 2 1 0 0,31 49-1 0 0,-26-32-177 0 0,-3 1 0 0 0,-1 1 0 0 0,19 60-1 0 0,-27-62-78 0 0,-2 1-1 0 0,-2 0 0 0 0,-2 0 1 0 0,-2 1-1 0 0,-2 0 1 0 0,-2 1-1 0 0,-3-1 0 0 0,-1 0 1 0 0,-2 1-1 0 0,-3-1 0 0 0,-1 0 1 0 0,-3-1-1 0 0,-1 0 0 0 0,-26 65 1 0 0,12-52-720 0 0,-3 0 1 0 0,-3-2 0 0 0,-42 60 0 0 0,32-60-3029 0 0,-54 58 0 0 0,45-62-2312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30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1988 0 0,'64'-41'12005'0'0,"-21"15"-8585"0"0,-42 25-3687 0 0,7-3-817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36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565 120 496 0 0,'-6'8'7577'0'0,"-3"-12"-7340"0"0,0 0 0 0 0,1-1 0 0 0,0 0 0 0 0,0 0 0 0 0,0-1 0 0 0,-12-10 0 0 0,-17-13-107 0 0,-40-17 373 0 0,76 45-506 0 0,-5-5 31 0 0,46 14-13 0 0,1-1-1 0 0,0-1 1 0 0,46-1-1 0 0,140-13-16 0 0,-162 4-37 0 0,-65 4 39 0 0,0 0 0 0 0,0 0 0 0 0,1 0 0 0 0,-1 0 1 0 0,0 0-1 0 0,0 0 0 0 0,0 0 0 0 0,0 0 0 0 0,1 0 0 0 0,-1 0 0 0 0,0 0 0 0 0,0 0 1 0 0,0 0-1 0 0,1 0 0 0 0,-1 1 0 0 0,0-1 0 0 0,0 0 0 0 0,0 0 0 0 0,0 0 0 0 0,1 0 1 0 0,-1 0-1 0 0,0 0 0 0 0,0 0 0 0 0,0 0 0 0 0,0 0 0 0 0,0 1 0 0 0,0-1 0 0 0,1 0 1 0 0,-1 0-1 0 0,0 0 0 0 0,0 0 0 0 0,0 1 0 0 0,0-1 0 0 0,0 0 0 0 0,0 0 0 0 0,0 0 1 0 0,0 0-1 0 0,0 1 0 0 0,0-1 0 0 0,0 0 0 0 0,-4 9 2 0 0,-13 8 5 0 0,15-15-2 0 0,-475 484-39 0 0,376-394 215 0 0,-141 100 1 0 0,223-179 276 0 0,18-13-451 0 0,1 0-1 0 0,0 0 1 0 0,-1 0-1 0 0,1 0 0 0 0,0 0 1 0 0,-1 0-1 0 0,1 1 1 0 0,0-1-1 0 0,-1 0 1 0 0,1 0-1 0 0,0 0 0 0 0,-1 0 1 0 0,1 0-1 0 0,0 0 1 0 0,0 0-1 0 0,-1 0 1 0 0,1 0-1 0 0,0-1 0 0 0,-1 1 1 0 0,1 0-1 0 0,0 0 1 0 0,-1 0-1 0 0,1 0 1 0 0,0 0-1 0 0,-1-1 0 0 0,1 1 1 0 0,0 0-1 0 0,0 0 1 0 0,-1 0-1 0 0,1-1 1 0 0,0 1-1 0 0,0 0 0 0 0,-1 0 1 0 0,1-1-1 0 0,0 1 1 0 0,0 0-1 0 0,0 0 1 0 0,0-1-1 0 0,0 1 0 0 0,-1 0 1 0 0,1-1-1 0 0,0 1 1 0 0,0-1-5 0 0,0 0 1 0 0,0 0-1 0 0,0 0 1 0 0,0 0 0 0 0,1 1-1 0 0,-1-1 1 0 0,0 0-1 0 0,0 0 1 0 0,1 0 0 0 0,-1 0-1 0 0,0 1 1 0 0,1-1-1 0 0,-1 0 1 0 0,1 0-1 0 0,-1 1 1 0 0,1-1 0 0 0,-1 0-1 0 0,1 1 1 0 0,0-1-1 0 0,1 0 1 0 0,15-13 34 0 0,-11 11-34 0 0,-1 0-1 0 0,1 0 1 0 0,0 0 0 0 0,0 1-1 0 0,1 0 1 0 0,-1 1 0 0 0,0-1-1 0 0,0 1 1 0 0,1 0 0 0 0,-1 1-1 0 0,1 0 1 0 0,11 0 0 0 0,16 3-5 0 0,-1 2 0 0 0,47 12 0 0 0,68 26 100 0 0,17 5-310 0 0,-106-37-5397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36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29 764 0 0,'0'0'1925'0'0,"-1"-14"3561"0"0,2 14-5360 0 0,-1-1-1 0 0,0 1 1 0 0,0 0-1 0 0,0-1 1 0 0,0 1-1 0 0,0-1 1 0 0,1 1-1 0 0,-1 0 1 0 0,0-1 0 0 0,0 1-1 0 0,1 0 1 0 0,-1-1-1 0 0,0 1 1 0 0,1 0-1 0 0,-1 0 1 0 0,0-1-1 0 0,1 1 1 0 0,-1 0-1 0 0,0 0 1 0 0,1 0-1 0 0,-1-1 1 0 0,0 1-1 0 0,1 0 1 0 0,-1 0-1 0 0,1 0 1 0 0,-1 0-1 0 0,0 0 1 0 0,1 0-1 0 0,-1 0 1 0 0,1 0-1 0 0,-1 0 1 0 0,1 0-1 0 0,-1 0 1 0 0,0 0-1 0 0,1 0 1 0 0,-1 0-1 0 0,1 0 1 0 0,0 0-1 0 0,30 4 862 0 0,4-1-714 0 0,146-18-1776 0 0,-143 16-4929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36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49 2276 0 0,'-53'29'10593'0'0,"68"-28"-9866"0"0,-3-2-532 0 0,1 0 0 0 0,-1-1-1 0 0,22-6 1 0 0,3 0-131 0 0,-15 4-240 0 0,153-27-2100 0 0,-55 14-3175 0 0,-60 10 1319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37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503 65 788 0 0,'4'-10'3835'0'0,"-4"8"-3639"0"0,1 0 0 0 0,-1 0-1 0 0,0 0 1 0 0,0 0 0 0 0,0 0-1 0 0,0 0 1 0 0,0 0 0 0 0,0 0 0 0 0,0 0-1 0 0,-1 1 1 0 0,1-1 0 0 0,-1 0 0 0 0,1 0-1 0 0,-1 0 1 0 0,0 0 0 0 0,1 1-1 0 0,-1-1 1 0 0,0 0 0 0 0,0 1 0 0 0,0-1-1 0 0,-1 0 1 0 0,1 1 0 0 0,0-1 0 0 0,-1 1-1 0 0,1 0 1 0 0,-1 0 0 0 0,1-1 0 0 0,-1 1-1 0 0,-2-1 1 0 0,2 1-19 0 0,0 0-141 0 0,0 1 0 0 0,1 0 1 0 0,-1 0-1 0 0,0 0 0 0 0,0 0 1 0 0,0 0-1 0 0,0 1 0 0 0,1-1 1 0 0,-1 1-1 0 0,0-1 0 0 0,-3 2 1 0 0,-6 5 61 0 0,-1 0 0 0 0,1 1 0 0 0,0 1 0 0 0,1-1 0 0 0,0 2 0 0 0,-16 18 0 0 0,15-15-52 0 0,-46 49 120 0 0,-76 110 1 0 0,102-125-136 0 0,2 1-1 0 0,2 2 1 0 0,-27 70 0 0 0,49-107-14 0 0,1 0 0 0 0,0 1 0 0 0,1-1 0 0 0,0 1 0 0 0,1 0 0 0 0,1 0 0 0 0,0 16 0 0 0,1-25-8 0 0,0 0-1 0 0,0 0 1 0 0,1 0-1 0 0,0 0 1 0 0,0-1-1 0 0,0 1 1 0 0,1 0-1 0 0,0 0 1 0 0,0-1 0 0 0,0 1-1 0 0,0-1 1 0 0,1 0-1 0 0,0 1 1 0 0,0-1-1 0 0,0 0 1 0 0,0-1-1 0 0,0 1 1 0 0,1 0-1 0 0,0-1 1 0 0,0 0 0 0 0,0 0-1 0 0,0 0 1 0 0,4 2-1 0 0,2-1 40 0 0,0 0 0 0 0,0 0 0 0 0,0-1 0 0 0,1 0 0 0 0,-1-1 0 0 0,1 0 0 0 0,-1-1 0 0 0,1 0 0 0 0,0-1 0 0 0,-1 0 0 0 0,1-1 0 0 0,0 0 0 0 0,-1 0 0 0 0,1-1 0 0 0,10-4 0 0 0,-16 5-28 0 0,-1-1 0 0 0,1-1 1 0 0,-1 1-1 0 0,1-1 0 0 0,-1 0 0 0 0,0 0 0 0 0,0 0 0 0 0,0 0 0 0 0,-1-1 0 0 0,1 0 0 0 0,-1 1 0 0 0,0-1 1 0 0,0-1-1 0 0,0 1 0 0 0,0 0 0 0 0,-1-1 0 0 0,0 1 0 0 0,0-1 0 0 0,0 0 0 0 0,0 1 0 0 0,-1-1 1 0 0,0 0-1 0 0,0 0 0 0 0,0 0 0 0 0,0-10 0 0 0,-1 10-2 0 0,0 0-1 0 0,0-1 1 0 0,0 1-1 0 0,-1-1 1 0 0,1 1 0 0 0,-1 0-1 0 0,-1-1 1 0 0,1 1-1 0 0,-1 0 1 0 0,0 0 0 0 0,0 0-1 0 0,0 0 1 0 0,-1 0 0 0 0,0 0-1 0 0,0 1 1 0 0,0-1-1 0 0,0 1 1 0 0,-1 0 0 0 0,0 0-1 0 0,0 0 1 0 0,0 1-1 0 0,0-1 1 0 0,-8-4 0 0 0,4 4-38 0 0,1 1 1 0 0,-1 0-1 0 0,0 1 1 0 0,0 0 0 0 0,0 0-1 0 0,0 1 1 0 0,-1 0 0 0 0,1 0-1 0 0,0 1 1 0 0,-1 0-1 0 0,-13 2 1 0 0,15-2-8 0 0,0 2-1 0 0,1-1 1 0 0,-1 1 0 0 0,0 0 0 0 0,0 0-1 0 0,1 0 1 0 0,-1 1 0 0 0,1 0 0 0 0,0 1-1 0 0,0-1 1 0 0,0 1 0 0 0,1 1 0 0 0,-1-1-1 0 0,-5 6 1 0 0,-1 10-1474 0 0,12-19 1392 0 0,-1 0 1 0 0,1 0-1 0 0,-1 0 0 0 0,1 0 1 0 0,0 0-1 0 0,0 0 1 0 0,-1 0-1 0 0,1 0 0 0 0,0 0 1 0 0,0 0-1 0 0,0 0 0 0 0,0 0 1 0 0,0 0-1 0 0,0 0 1 0 0,0 0-1 0 0,0 0 0 0 0,1 0 1 0 0,-1 0-1 0 0,0 0 0 0 0,1 0 1 0 0,0 1-1 0 0,1 1-388 0 0,1-1 0 0 0,-1 0 0 0 0,1 0-1 0 0,-1-1 1 0 0,1 1 0 0 0,0 0 0 0 0,-1-1-1 0 0,6 2 1 0 0,5 0-2442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38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1216 0 0,'20'-71'9642'0'0,"-19"71"-9581"0"0,-1-1 1 0 0,1 0 0 0 0,0 0-1 0 0,0 1 1 0 0,-1-1 0 0 0,1 0 0 0 0,0 1-1 0 0,0-1 1 0 0,0 1 0 0 0,0-1-1 0 0,0 1 1 0 0,-1 0 0 0 0,1-1 0 0 0,0 1-1 0 0,0 0 1 0 0,0-1 0 0 0,0 1-1 0 0,0 0 1 0 0,0 0 0 0 0,0 0-1 0 0,0 0 1 0 0,0 0 0 0 0,0 0 0 0 0,0 0-1 0 0,0 0 1 0 0,0 1 0 0 0,0-1-1 0 0,0 0 1 0 0,0 0 0 0 0,1 1 0 0 0,3 2-2 0 0,0 0 1 0 0,0 0-1 0 0,-1 0 1 0 0,1 1 0 0 0,-1-1-1 0 0,0 1 1 0 0,0 0 0 0 0,0 1-1 0 0,-1-1 1 0 0,1 0 0 0 0,-1 1-1 0 0,0 0 1 0 0,-1 0 0 0 0,1 0-1 0 0,-1 0 1 0 0,0 0 0 0 0,0 1-1 0 0,0-1 1 0 0,-1 0 0 0 0,0 1-1 0 0,0 0 1 0 0,0-1 0 0 0,0 8-1 0 0,-1-2-32 0 0,0 0 1 0 0,0-1-1 0 0,-1 1 0 0 0,-1 0 0 0 0,1-1 0 0 0,-2 1 1 0 0,1-1-1 0 0,-2 0 0 0 0,1 0 0 0 0,-1 0 0 0 0,-11 18 1 0 0,-50 78 259 0 0,64-104-228 0 0,1-2-57 0 0,0 0-1 0 0,0 1 1 0 0,0-1 0 0 0,0 0-1 0 0,0 0 1 0 0,0 1-1 0 0,0-1 1 0 0,0 0-1 0 0,0 0 1 0 0,0 1-1 0 0,-1-1 1 0 0,1 0 0 0 0,0 0-1 0 0,0 1 1 0 0,0-1-1 0 0,0 0 1 0 0,0 0-1 0 0,-1 0 1 0 0,1 1 0 0 0,0-1-1 0 0,0 0 1 0 0,0 0-1 0 0,-1 0 1 0 0,1 0-1 0 0,0 0 1 0 0,0 1-1 0 0,0-1 1 0 0,-1 0 0 0 0,1 0-1 0 0,0 0 1 0 0,0 0-1 0 0,-1 0 1 0 0,1 0-1 0 0,0 0-1 0 0,-1 0-1 0 0,1-1 1 0 0,0 1-1 0 0,0 0 0 0 0,0 0 1 0 0,0-1-1 0 0,0 1 0 0 0,0 0 1 0 0,0-1-1 0 0,0 1 1 0 0,0 0-1 0 0,0 0 0 0 0,0-1 1 0 0,0 1-1 0 0,0 0 1 0 0,0-1-1 0 0,0 1 0 0 0,0 0 1 0 0,0-1-1 0 0,0 1 1 0 0,0 0-1 0 0,0 0 0 0 0,1-1 1 0 0,-1 1-1 0 0,0 0 1 0 0,0 0-1 0 0,0-1 0 0 0,0 1 1 0 0,1 0-1 0 0,-1 0 0 0 0,0-1 1 0 0,0 1-1 0 0,0 0 1 0 0,1 0-1 0 0,-1 0 0 0 0,0 0 1 0 0,0-1-1 0 0,1 1 1 0 0,-1 0-1 0 0,57-59-65 0 0,3 3 0 0 0,105-78 0 0 0,-161 131 86 0 0,0-1 0 0 0,1 0 0 0 0,-2 0 1 0 0,1 0-1 0 0,0 0 0 0 0,-1-1 1 0 0,0 1-1 0 0,0-1 0 0 0,3-6 0 0 0,-6 10-20 0 0,0 1 0 0 0,0 0 0 0 0,0-1 0 0 0,0 1 0 0 0,0-1 0 0 0,0 1 0 0 0,0 0-1 0 0,0-1 1 0 0,0 1 0 0 0,0-1 0 0 0,0 1 0 0 0,0 0 0 0 0,0-1 0 0 0,0 1 0 0 0,-1-1-1 0 0,1 1 1 0 0,0 0 0 0 0,0-1 0 0 0,0 1 0 0 0,-1 0 0 0 0,1-1 0 0 0,0 1 0 0 0,0 0-1 0 0,-1-1 1 0 0,1 1 0 0 0,0 0 0 0 0,-1 0 0 0 0,1-1 0 0 0,0 1 0 0 0,-1 0 0 0 0,1 0 0 0 0,-1 0-1 0 0,1 0 1 0 0,0-1 0 0 0,-1 1 0 0 0,1 0 0 0 0,-1 0 0 0 0,1 0 0 0 0,0 0 0 0 0,-1 0-1 0 0,1 0 1 0 0,-1 0 0 0 0,0 0 0 0 0,-22 1 22 0 0,13 3-25 0 0,1 1 0 0 0,-1 0 0 0 0,1 0 0 0 0,0 1 0 0 0,0 0 0 0 0,0 1 0 0 0,1 0 0 0 0,0 0 0 0 0,1 1 0 0 0,-8 9 0 0 0,4-4 0 0 0,1 0-1 0 0,1 1 0 0 0,0 1 0 0 0,1-1 1 0 0,0 1-1 0 0,-5 17 0 0 0,11-28 11 0 0,1 1 1 0 0,-1 0-1 0 0,1-1 1 0 0,0 1-1 0 0,1 0 1 0 0,-1 0-1 0 0,1 0 1 0 0,0-1-1 0 0,0 1 0 0 0,0 0 1 0 0,1 0-1 0 0,0 0 1 0 0,-1 0-1 0 0,2-1 1 0 0,-1 1-1 0 0,1-1 0 0 0,-1 1 1 0 0,1-1-1 0 0,4 7 1 0 0,-2-6-44 0 0,0 1 0 0 0,1-1 1 0 0,-1 0-1 0 0,1-1 0 0 0,0 1 0 0 0,1-1 0 0 0,-1 0 1 0 0,1 0-1 0 0,-1 0 0 0 0,1-1 0 0 0,1 0 1 0 0,-1 0-1 0 0,9 2 0 0 0,3 1-920 0 0,1-1 0 0 0,22 4 0 0 0,13-5-4348 0 0,-30-4 1139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38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32 2008 0 0,'20'-29'13975'0'0,"-20"28"-13723"0"0,1 1 0 0 0,-1 0 1 0 0,1 0-1 0 0,0-1 0 0 0,0 1 1 0 0,0 12 1863 0 0,-14 33-1946 0 0,9-35 396 0 0,-9 28-239 0 0,-1-2-1 0 0,-24 40 1 0 0,-10 27-579 0 0,41-86-803 0 0,1 0 0 0 0,1 0 1 0 0,0 1-1 0 0,-1 20 0 0 0,4-14-5638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38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30 2152 0 0,'-26'-19'11216'0'0,"26"19"-11162"0"0,0-1 0 0 0,-1 1 0 0 0,1 0 0 0 0,0 0 0 0 0,0-1 0 0 0,0 1 0 0 0,0 0 0 0 0,0-1 0 0 0,0 1 0 0 0,0 0 0 0 0,0-1 0 0 0,0 1 0 0 0,0 0 0 0 0,0 0 0 0 0,0-1 0 0 0,0 1 0 0 0,0 0 0 0 0,1-1-1 0 0,-1 1 1 0 0,0 0 0 0 0,0 0 0 0 0,0-1 0 0 0,0 1 0 0 0,0 0 0 0 0,1 0 0 0 0,-1-1 0 0 0,0 1 0 0 0,0 0 0 0 0,0 0 0 0 0,1 0 0 0 0,-1-1 0 0 0,0 1 0 0 0,0 0 0 0 0,1 0 0 0 0,-1 0 0 0 0,0 0 0 0 0,1 0 0 0 0,-1-1 0 0 0,0 1 0 0 0,0 0 0 0 0,1 0 0 0 0,-1 0 0 0 0,0 0 0 0 0,1 0 0 0 0,-1 0 0 0 0,0 0 0 0 0,0 0 0 0 0,1 0 0 0 0,0 0-174 0 0,2-1 597 0 0,0 2-120 0 0,300 11 2192 0 0,-99-11-8296 0 0,-161-1 2866 0 0,-27 0-584 0 0,-1-2-1314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39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33 2576 0 0,'-2'-4'1134'0'0,"0"1"0"0"0,0 0 0 0 0,-1-1 0 0 0,1 1 0 0 0,-1 0 0 0 0,0 1-1 0 0,0-1 1 0 0,-6-5 883 0 0,-3 31 1016 0 0,-103 353 328 0 0,98-324-3419 0 0,-52 154-1431 0 0,63-189-1480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39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74 208 0 0,'93'-74'19554'0'0,"-93"74"-19484"0"0,1 0-1 0 0,0 0 0 0 0,-1 0 0 0 0,1 1 0 0 0,-1-1 1 0 0,1 0-1 0 0,0 0 0 0 0,-1 0 0 0 0,1 1 0 0 0,-1-1 1 0 0,1 0-1 0 0,-1 0 0 0 0,1 1 0 0 0,-1-1 0 0 0,1 0 1 0 0,-1 1-1 0 0,1-1 0 0 0,-1 1 0 0 0,1-1 0 0 0,-1 1 1 0 0,1-1-1 0 0,-1 1 0 0 0,0-1 0 0 0,1 1 0 0 0,-1-1 1 0 0,0 1-1 0 0,0-1 0 0 0,1 2 0 0 0,1 23 1038 0 0,-11 24 12 0 0,9-48-1066 0 0,-26 82 373 0 0,-3-1 1 0 0,-61 121-1 0 0,60-140-1711 0 0,22-47-248 0 0,-9 19-1804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39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211 166 852 0 0,'86'-165'20940'0'0,"-85"174"-19989"0"0,-2 14-289 0 0,-15 59 1283 0 0,-36 106 0 0 0,-42 76-1681 0 0,66-188-167 0 0,4-11-149 0 0,-26 73-1143 0 0,21-45-4559 0 0,25-73 3204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40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1 121 828 0 0,'0'-3'2878'0'0,"3"-61"9707"0"0,-3 63-12511 0 0,1 0-1 0 0,0 0 0 0 0,-1 1 0 0 0,1-1 0 0 0,0 0 0 0 0,-1 0 0 0 0,1 0 0 0 0,0 0 0 0 0,0 1 0 0 0,0-1 0 0 0,0 0 0 0 0,0 1 0 0 0,0-1 0 0 0,0 1 0 0 0,0-1 0 0 0,0 1 0 0 0,0-1 0 0 0,0 1 0 0 0,0 0 0 0 0,0 0 0 0 0,1-1 0 0 0,-1 1 0 0 0,0 0 0 0 0,0 0 0 0 0,0 0 0 0 0,0 0 0 0 0,2 1 0 0 0,9-1 47 0 0,0 2 1 0 0,0-1 0 0 0,0 2-1 0 0,0-1 1 0 0,-1 2 0 0 0,1 0-1 0 0,-1 0 1 0 0,0 1 0 0 0,13 7-1 0 0,-18-9-99 0 0,0 0-1 0 0,0 1 1 0 0,-1 0-1 0 0,1 0 1 0 0,-1 0-1 0 0,0 1 1 0 0,0 0-1 0 0,0 0 1 0 0,0 0-1 0 0,-1 1 1 0 0,0 0-1 0 0,0-1 1 0 0,-1 1-1 0 0,0 1 1 0 0,0-1-1 0 0,0 0 1 0 0,3 14-1 0 0,-5-15-11 0 0,-1 1 0 0 0,0-1-1 0 0,0 1 1 0 0,-1 0 0 0 0,1-1 0 0 0,-1 1-1 0 0,-1-1 1 0 0,1 0 0 0 0,-1 1 0 0 0,0-1-1 0 0,0 0 1 0 0,0 0 0 0 0,-1 0 0 0 0,0 0-1 0 0,0-1 1 0 0,-7 9 0 0 0,-1 1 15 0 0,-1-1 1 0 0,-1 0-1 0 0,-27 21 1 0 0,32-29 22 0 0,0 0 0 0 0,0 0 0 0 0,-18 7 0 0 0,23-11-14 0 0,-3-2-12 0 0,5 1-22 0 0,1 0 0 0 0,0 0 1 0 0,-1 0-1 0 0,1 0 0 0 0,0 1 1 0 0,0-1-1 0 0,-1 0 0 0 0,1 0 1 0 0,0 0-1 0 0,-1 0 1 0 0,1 0-1 0 0,0 0 0 0 0,-1 0 1 0 0,1 0-1 0 0,0-1 0 0 0,-1 1 1 0 0,1 0-1 0 0,0 0 0 0 0,-1 0 1 0 0,1 0-1 0 0,0 0 1 0 0,0 0-1 0 0,-1-1 0 0 0,1 1 1 0 0,0 0-1 0 0,-1 0 0 0 0,1 0 1 0 0,0-1-1 0 0,0 1 0 0 0,0 0 1 0 0,-1 0-1 0 0,1-1 1 0 0,0-2-17 0 0,0 0 0 0 0,1 0 0 0 0,-1 0 0 0 0,1 0 0 0 0,-1 0 0 0 0,1 0 0 0 0,0 1 0 0 0,0-1 0 0 0,1 0 0 0 0,-1 0 0 0 0,0 1 0 0 0,1-1 0 0 0,0 1 0 0 0,-1-1 0 0 0,1 1 0 0 0,3-3 0 0 0,39-39-129 0 0,-35 36 125 0 0,63-56-75 0 0,93-92 41 0 0,-162 154 48 0 0,-1-1 0 0 0,0 1 0 0 0,0-1 0 0 0,0 1 0 0 0,0-1 1 0 0,-1 0-1 0 0,1 0 0 0 0,-1 1 0 0 0,1-1 0 0 0,-1 0 0 0 0,0 0 0 0 0,0-1 0 0 0,0 1 1 0 0,-1 0-1 0 0,1-5 0 0 0,-1 8 5 0 0,0 0 1 0 0,0-1-1 0 0,-1 1 1 0 0,1 0-1 0 0,0-1 1 0 0,0 1-1 0 0,-1 0 1 0 0,1-1 0 0 0,0 1-1 0 0,-1 0 1 0 0,1 0-1 0 0,0-1 1 0 0,-1 1-1 0 0,1 0 1 0 0,0 0-1 0 0,-1 0 1 0 0,1-1-1 0 0,-1 1 1 0 0,1 0-1 0 0,-1 0 1 0 0,1 0-1 0 0,0 0 1 0 0,-1 0-1 0 0,1 0 1 0 0,-1 0 0 0 0,1 0-1 0 0,0 0 1 0 0,-1 0-1 0 0,1 0 1 0 0,-1 0-1 0 0,1 0 1 0 0,-1 0-1 0 0,1 1 1 0 0,0-1-1 0 0,-1 0 1 0 0,1 0-1 0 0,0 0 1 0 0,-1 1-1 0 0,-18 6-30 0 0,10-2 21 0 0,1 0-1 0 0,0 1 1 0 0,0 0 0 0 0,0 0-1 0 0,0 1 1 0 0,1 0 0 0 0,0 1 0 0 0,1-1-1 0 0,0 1 1 0 0,0 0 0 0 0,1 1 0 0 0,0-1-1 0 0,0 1 1 0 0,1 0 0 0 0,0 1 0 0 0,0-1-1 0 0,1 1 1 0 0,-3 17 0 0 0,6-22 9 0 0,0-1 0 0 0,0 1 0 0 0,1-1 1 0 0,0 0-1 0 0,-1 1 0 0 0,2-1 0 0 0,-1 0 0 0 0,0 0 1 0 0,1 0-1 0 0,0 0 0 0 0,0 0 0 0 0,0 0 0 0 0,1 0 1 0 0,-1-1-1 0 0,1 1 0 0 0,0-1 0 0 0,-1 1 0 0 0,2-1 1 0 0,-1 0-1 0 0,0 0 0 0 0,1-1 0 0 0,7 5 0 0 0,0 1-325 0 0,0-2-1 0 0,1 1 0 0 0,0-2 1 0 0,1 1-1 0 0,-1-2 1 0 0,19 5-1 0 0,-9-4-1426 0 0,30 2 1 0 0,-2-5-4096 0 0,-23-2 586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40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23 1236 0 0,'-16'-23'18326'0'0,"19"26"-18262"0"0,0 0 0 0 0,0 0 0 0 0,-1 0 0 0 0,0 1 0 0 0,1-1 0 0 0,-1 0 0 0 0,0 1 1 0 0,-1 0-1 0 0,1-1 0 0 0,-1 1 0 0 0,1 0 0 0 0,-1 0 0 0 0,0 0 0 0 0,0 0 0 0 0,0 6 0 0 0,-1-4-28 0 0,-1 0 0 0 0,1 0 0 0 0,-1-1-1 0 0,0 1 1 0 0,-1 0 0 0 0,1-1 0 0 0,-1 1-1 0 0,0-1 1 0 0,-5 10 0 0 0,-6 6 115 0 0,-1 0 0 0 0,-1-1 0 0 0,-1-1 0 0 0,-21 21 0 0 0,16-18 371 0 0,5-6-351 0 0,12-12-120 0 0,-1 0-1 0 0,1 0 1 0 0,0 1-1 0 0,0 0 1 0 0,0 0-1 0 0,-3 5 1 0 0,7-10-50 0 0,0 1 0 0 0,0-1 1 0 0,0 0-1 0 0,0 0 0 0 0,0 1 0 0 0,0-1 1 0 0,0 0-1 0 0,-1 1 0 0 0,1-1 1 0 0,0 0-1 0 0,0 0 0 0 0,0 1 1 0 0,0-1-1 0 0,0 0 0 0 0,0 0 0 0 0,0 1 1 0 0,1-1-1 0 0,-1 0 0 0 0,0 1 1 0 0,0-1-1 0 0,0 0 0 0 0,0 0 0 0 0,0 1 1 0 0,0-1-1 0 0,0 0 0 0 0,1 0 1 0 0,-1 0-1 0 0,0 1 0 0 0,0-1 0 0 0,0 0 1 0 0,0 0-1 0 0,1 0 0 0 0,-1 1 1 0 0,0-1-1 0 0,0 0 0 0 0,1 0 0 0 0,-1 0 1 0 0,0 0-1 0 0,0 0 0 0 0,1 1 1 0 0,-1-1-1 0 0,1 0 0 0 0,17 2 30 0 0,32-4-483 0 0,89-14-1 0 0,52-24-3363 0 0,-147 29 879 0 0,-19 1-4932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42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15 437 448 0 0,'-14'8'11217'0'0,"24"-17"-11153"0"0,0 1-1 0 0,20-11 1 0 0,5-4-36 0 0,388-308-298 0 0,-354 278 244 0 0,-67 52 40 0 0,-14 3-4 0 0,-9 7-18 0 0,0 0 0 0 0,0 2 1 0 0,1 0-1 0 0,0 1 0 0 0,-33 28 0 0 0,50-38 10 0 0,-1 1-9 0 0,-1 0-1 0 0,1 1 1 0 0,0 0-1 0 0,-6 7 1 0 0,9-10 9 0 0,0 1 0 0 0,0 0 0 0 0,0-1 0 0 0,0 1 0 0 0,1 0 0 0 0,-1-1 0 0 0,0 1 0 0 0,1 0 0 0 0,-1 0 0 0 0,1-1 0 0 0,0 1 0 0 0,0 0 0 0 0,-1 0 0 0 0,1 0 0 0 0,1 3 0 0 0,0-2-2 0 0,1 0 0 0 0,-1 0 0 0 0,1 0 0 0 0,0-1 0 0 0,0 1 0 0 0,0 0-1 0 0,0-1 1 0 0,1 0 0 0 0,-1 0 0 0 0,1 0 0 0 0,-1 0 0 0 0,1 0 0 0 0,0 0 0 0 0,0 0 0 0 0,4 1 0 0 0,-1 1 10 0 0,52 27 104 0 0,-38-21-87 0 0,-1 0 0 0 0,30 22-1 0 0,-35-23-47 0 0,-12-8 24 0 0,1 1 0 0 0,-1-1 0 0 0,0 0 0 0 0,1 1 0 0 0,-1-1 0 0 0,0 1 0 0 0,0 0-1 0 0,0 0 1 0 0,0 0 0 0 0,0 0 0 0 0,-1 0 0 0 0,3 4 0 0 0,-4-5 1 0 0,0 1-1 0 0,0-1 1 0 0,0 1 0 0 0,0 0 0 0 0,-1-1-1 0 0,1 1 1 0 0,-1-1 0 0 0,1 1 0 0 0,-1-1-1 0 0,0 1 1 0 0,1-1 0 0 0,-1 1 0 0 0,0-1-1 0 0,0 0 1 0 0,0 1 0 0 0,0-1 0 0 0,0 0-1 0 0,0 0 1 0 0,-1 0 0 0 0,1 0 0 0 0,0 0-1 0 0,-1 0 1 0 0,1 0 0 0 0,0 0 0 0 0,-1-1-1 0 0,1 1 1 0 0,-3 0 0 0 0,-2 1 2 0 0,0 0 0 0 0,-1 0 0 0 0,1-1 0 0 0,-12 1 0 0 0,12-2-9 0 0,-24 2 24 0 0,0-1 0 0 0,0-1 0 0 0,-31-5 0 0 0,-87-20-1 0 0,103 17 28 0 0,23 0-508 0 0,23 8 400 0 0,-1 0-1 0 0,0 0 0 0 0,0 0 0 0 0,1 0 0 0 0,-1 0 0 0 0,0 0 1 0 0,0 0-1 0 0,1 0 0 0 0,-1 0 0 0 0,0 0 0 0 0,0 0 1 0 0,1 0-1 0 0,-1 0 0 0 0,0 0 0 0 0,0-1 0 0 0,0 1 1 0 0,1 0-1 0 0,-1 0 0 0 0,0 0 0 0 0,0 0 0 0 0,0-1 1 0 0,0 1-1 0 0,1 0 0 0 0,-1 0 0 0 0,0 0 0 0 0,0-1 0 0 0,0 1 1 0 0,0 0-1 0 0,0 0 0 0 0,0-1 0 0 0,0 1 0 0 0,1 0 1 0 0,-1 0-1 0 0,0-1 0 0 0,0 1 0 0 0,0 0 0 0 0,0 0 1 0 0,0 0-1 0 0,0-1 0 0 0,0 1 0 0 0,0 0 0 0 0,0 0 1 0 0,-1-1-1 0 0,1 1 0 0 0,0 0 0 0 0,0 0 0 0 0,0-1 0 0 0,0 1 1 0 0,0 0-1 0 0,0 0 0 0 0,0-1 0 0 0,0 1 0 0 0,-1 0 1 0 0,1 0-1 0 0,0 0 0 0 0,0 0 0 0 0,0-1 0 0 0,-1 1 1 0 0,1 0-1 0 0,0 0 0 0 0,0 0 0 0 0,0 0 0 0 0,-1 0 0 0 0,1-1 1 0 0,0 1-1 0 0,-1 0 0 0 0,12-3-2271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43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1 419 1880 0 0,'43'-45'9928'0'0,"-42"44"-9747"0"0,0 0 0 0 0,0-1 0 0 0,0 1 1 0 0,0 0-1 0 0,0 0 0 0 0,0 0 0 0 0,0 0 0 0 0,1 0 1 0 0,-1 0-1 0 0,0 0 0 0 0,0 0 0 0 0,1 0 0 0 0,-1 1 1 0 0,1-1-1 0 0,-1 0 0 0 0,4 0 0 0 0,-5 2-151 0 0,1-1 0 0 0,-1 0 0 0 0,1 1 0 0 0,-1-1 0 0 0,1 0 0 0 0,-1 1-1 0 0,1-1 1 0 0,-1 1 0 0 0,1-1 0 0 0,-1 1 0 0 0,0 0 0 0 0,1-1 0 0 0,-1 1 0 0 0,0-1 0 0 0,1 1 0 0 0,-1 0-1 0 0,0-1 1 0 0,0 1 0 0 0,0-1 0 0 0,0 1 0 0 0,1 0 0 0 0,-1-1 0 0 0,0 1 0 0 0,0 0 0 0 0,0-1-1 0 0,0 1 1 0 0,0 0 0 0 0,-1-1 0 0 0,1 1 0 0 0,0 0 0 0 0,0 1 0 0 0,-13 88 467 0 0,9-73-464 0 0,0 1 0 0 0,2-1 0 0 0,0 0 0 0 0,1 1 0 0 0,1-1 1 0 0,1 1-1 0 0,4 27 0 0 0,-5-42-29 0 0,1-1 1 0 0,-1 1-1 0 0,1-1 0 0 0,0 1 1 0 0,0 0-1 0 0,1-1 1 0 0,-1 0-1 0 0,0 1 0 0 0,1-1 1 0 0,0 0-1 0 0,-1 0 1 0 0,1 0-1 0 0,0 0 0 0 0,0 0 1 0 0,0 0-1 0 0,0 0 1 0 0,0-1-1 0 0,1 1 0 0 0,-1-1 1 0 0,0 1-1 0 0,1-1 1 0 0,-1 0-1 0 0,1 0 0 0 0,-1 0 1 0 0,1 0-1 0 0,0-1 1 0 0,-1 1-1 0 0,1-1 0 0 0,0 0 1 0 0,-1 1-1 0 0,5-1 1 0 0,-2-1-6 0 0,1 1 1 0 0,0-1 0 0 0,-1 0-1 0 0,1 0 1 0 0,-1 0 0 0 0,0-1-1 0 0,1 0 1 0 0,-1 0 0 0 0,0-1-1 0 0,0 1 1 0 0,0-1 0 0 0,0 0 0 0 0,-1 0-1 0 0,7-6 1 0 0,-4 1-10 0 0,1 0 0 0 0,-1 0 1 0 0,0-1-1 0 0,-1 0 0 0 0,0 0 0 0 0,-1-1 1 0 0,8-18-1 0 0,-1-2-23 0 0,8-41 0 0 0,-9 28 45 0 0,-10 41-44 0 0,-3 3-7 0 0,-1 2 40 0 0,0-1 1 0 0,1 0-1 0 0,0 1 1 0 0,-1 0-1 0 0,1 0 1 0 0,0 0 0 0 0,0 0-1 0 0,0 0 1 0 0,1 0-1 0 0,-1 0 1 0 0,1 0-1 0 0,0 1 1 0 0,0-1 0 0 0,-2 7-1 0 0,-8 55 45 0 0,11-60-41 0 0,-1 0-2 0 0,1 0 0 0 0,-1 0 0 0 0,1 0 0 0 0,0 0 0 0 0,1 1 0 0 0,-1-1 0 0 0,1 0-1 0 0,0 0 1 0 0,0 0 0 0 0,1 0 0 0 0,0 0 0 0 0,-1-1 0 0 0,2 1 0 0 0,-1 0 0 0 0,0-1 0 0 0,1 1 0 0 0,0-1 0 0 0,0 0 0 0 0,0 0-1 0 0,6 5 1 0 0,-4-5-103 0 0,0-1-1 0 0,0 1 0 0 0,0-1 1 0 0,0 0-1 0 0,1 0 1 0 0,0-1-1 0 0,-1 1 0 0 0,1-1 1 0 0,0-1-1 0 0,0 1 0 0 0,0-1 1 0 0,0 0-1 0 0,0 0 1 0 0,1-1-1 0 0,-1 0 0 0 0,11-1 1 0 0,-7 0-200 0 0,1-1 1 0 0,-1 0-1 0 0,1 0 1 0 0,-1-1-1 0 0,0 0 1 0 0,0-1-1 0 0,0 0 1 0 0,-1-1-1 0 0,1 0 1 0 0,10-8-1 0 0,-7 3-72 0 0,0-1 0 0 0,0 0 0 0 0,-2-1 0 0 0,1 0 0 0 0,18-26-1 0 0,-6-1-16 0 0,-2 0 0 0 0,-1-2 0 0 0,28-79 0 0 0,24-121 2854 0 0,-63 205-1616 0 0,-6 20-601 0 0,-2 10 36 0 0,-8 22-121 0 0,-134 374 1494 0 0,105-268-1001 0 0,35-119-522 0 0,0-3-129 0 0,-1 0 0 0 0,1 0-1 0 0,0 0 1 0 0,0 0 0 0 0,0 0-1 0 0,0 1 1 0 0,0-1-1 0 0,0 0 1 0 0,0 0 0 0 0,0 0-1 0 0,0 0 1 0 0,0 1 0 0 0,1-1-1 0 0,-1 0 1 0 0,0 0 0 0 0,0 0-1 0 0,0 0 1 0 0,0 0-1 0 0,0 1 1 0 0,0-1 0 0 0,0 0-1 0 0,0 0 1 0 0,0 0 0 0 0,0 0-1 0 0,1 0 1 0 0,-1 0 0 0 0,0 1-1 0 0,0-1 1 0 0,0 0-1 0 0,0 0 1 0 0,0 0 0 0 0,0 0-1 0 0,1 0 1 0 0,-1 0 0 0 0,0 0-1 0 0,0 0 1 0 0,0 0 0 0 0,0 0-1 0 0,0 0 1 0 0,1 0-1 0 0,-1 0 1 0 0,0 0 0 0 0,0 0-1 0 0,0 0 1 0 0,0 0 0 0 0,1 0-1 0 0,-1 0 1 0 0,0 0 0 0 0,0 0-1 0 0,0 0 1 0 0,0 0-1 0 0,0 0 1 0 0,1 0 0 0 0,-1 0-1 0 0,0 0 1 0 0,14-10 91 0 0,15-21-89 0 0,-24 26 14 0 0,14-16 2 0 0,-8 8-38 0 0,1 0 0 0 0,0 1 0 0 0,1 0 0 0 0,18-12 0 0 0,-27 22 6 0 0,-1-1-1 0 0,2 1 1 0 0,-1 0-1 0 0,0 0 1 0 0,0 0-1 0 0,1 1 1 0 0,-1 0-1 0 0,0 0 0 0 0,1 0 1 0 0,0 0-1 0 0,-1 0 1 0 0,1 1-1 0 0,-1 0 1 0 0,1 0-1 0 0,0 0 1 0 0,-1 1-1 0 0,1-1 1 0 0,-1 1-1 0 0,1 0 1 0 0,8 4-1 0 0,-6-2 29 0 0,0 1-1 0 0,0 0 1 0 0,-1 1-1 0 0,1-1 1 0 0,-1 1-1 0 0,0 1 1 0 0,-1-1-1 0 0,1 1 1 0 0,-1 0-1 0 0,0 0 1 0 0,0 0-1 0 0,-1 1 1 0 0,0 0-1 0 0,0 0 1 0 0,0 0-1 0 0,-1 0 1 0 0,0 0-1 0 0,-1 1 1 0 0,3 10-1 0 0,-4-14 14 0 0,0 0 1 0 0,0 1-1 0 0,-1-1 0 0 0,1 0 0 0 0,-1 1 1 0 0,0-1-1 0 0,0 1 0 0 0,-1-1 0 0 0,1 0 1 0 0,-1 1-1 0 0,0-1 0 0 0,0 0 1 0 0,0 0-1 0 0,-1 0 0 0 0,1 0 0 0 0,-1 0 1 0 0,0 0-1 0 0,-1 0 0 0 0,1 0 0 0 0,0-1 1 0 0,-1 1-1 0 0,0-1 0 0 0,0 0 1 0 0,0 1-1 0 0,0-2 0 0 0,0 1 0 0 0,-1 0 1 0 0,0-1-1 0 0,1 1 0 0 0,-1-1 0 0 0,0 0 1 0 0,0 0-1 0 0,0 0 0 0 0,0-1 1 0 0,-8 2-1 0 0,-3 1 20 0 0,-1-1-1 0 0,0-1 1 0 0,0 0 0 0 0,0-2-1 0 0,0 1 1 0 0,-23-4 0 0 0,12-1 13 0 0,0 0-1 0 0,-50-17 1 0 0,68 19-152 0 0,-14-7 155 0 0,22 9-184 0 0,1-1 0 0 0,-1 1 0 0 0,0-1 1 0 0,1 1-1 0 0,-1 0 0 0 0,0-1 0 0 0,1 1 0 0 0,-1-1 0 0 0,1 1 1 0 0,-1-1-1 0 0,1 0 0 0 0,-1 1 0 0 0,1-1 0 0 0,-1 0 0 0 0,1 1 1 0 0,-1-1-1 0 0,1 0 0 0 0,0 1 0 0 0,0-1 0 0 0,-1 0 0 0 0,1 0 1 0 0,0 1-1 0 0,0-2 0 0 0,1 0-131 0 0,0 1 1 0 0,0 0-1 0 0,0 0 1 0 0,0-1-1 0 0,1 1 1 0 0,-1 0-1 0 0,1 0 1 0 0,-1 0-1 0 0,1 1 1 0 0,-1-1-1 0 0,1 0 1 0 0,2-1-1 0 0,-1 1-640 0 0,9-4-2200 0 0,2 2-1088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43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444 48 788 0 0,'36'-43'13801'0'0,"-36"43"-13738"0"0,0-1 0 0 0,0 1 0 0 0,0 0 0 0 0,0 0 0 0 0,0-1 0 0 0,1 1 0 0 0,-1 0 0 0 0,0 0 0 0 0,0-1 0 0 0,1 1-1 0 0,-1 0 1 0 0,0 0 0 0 0,0 0 0 0 0,1-1 0 0 0,-1 1 0 0 0,0 0 0 0 0,0 0 0 0 0,1 0 0 0 0,-1 0 0 0 0,0 0 0 0 0,1 0 0 0 0,-1-1 0 0 0,0 1 0 0 0,0 0-1 0 0,1 0 1 0 0,-1 0 0 0 0,0 0 0 0 0,1 0 0 0 0,-1 0 0 0 0,0 0 0 0 0,1 0 0 0 0,-1 0 0 0 0,0 1 0 0 0,1-1 0 0 0,-1 0 0 0 0,0 0 0 0 0,0 0-1 0 0,1 0 1 0 0,-1 0 0 0 0,0 0 0 0 0,1 1 0 0 0,-1-1 0 0 0,0 0 0 0 0,0 0 0 0 0,1 0 0 0 0,-1 1 0 0 0,0-1 0 0 0,0 0 0 0 0,0 0 0 0 0,1 1-1 0 0,-1-1 1 0 0,0 0 0 0 0,0 0 0 0 0,0 1 0 0 0,0-1 0 0 0,0 0 0 0 0,0 1 0 0 0,1-1 0 0 0,-1 0 0 0 0,0 1 0 0 0,0-1 0 0 0,0 0 0 0 0,0 1-1 0 0,0-1 1 0 0,0 0 0 0 0,0 0 0 0 0,0 1 0 0 0,-1 0 0 0 0,0 49 1110 0 0,-4 1-1 0 0,-1-1 1 0 0,-13 50 0 0 0,-48 149 790 0 0,54-206-1403 0 0,4-12-287 0 0,-1-1-1 0 0,-2-1 1 0 0,-1 0 0 0 0,-21 36 0 0 0,32-62-268 0 0,1-1 0 0 0,-1 1 0 0 0,0 0 0 0 0,-1-1 0 0 0,1 0 0 0 0,0 1 0 0 0,-1-1 0 0 0,1 0 0 0 0,-1 0 1 0 0,1 0-1 0 0,-1-1 0 0 0,0 1 0 0 0,0-1 0 0 0,0 1 0 0 0,0-1 0 0 0,0 0 0 0 0,0 0 0 0 0,0 0 0 0 0,-1-1 1 0 0,1 1-1 0 0,0-1 0 0 0,0 0 0 0 0,-1 1 0 0 0,1-2 0 0 0,0 1 0 0 0,0 0 0 0 0,-1-1 0 0 0,1 1 0 0 0,0-1 1 0 0,0 0-1 0 0,0 0 0 0 0,0 0 0 0 0,0 0 0 0 0,-5-3 0 0 0,-4-3-435 0 0,-1 0-1 0 0,2-1 1 0 0,-1-1-1 0 0,1 1 1 0 0,0-2-1 0 0,-15-16 1 0 0,13 12-638 0 0,2 0 1 0 0,0-1-1 0 0,0 0 1 0 0,2-1 0 0 0,-16-32-1 0 0,20 36-488 0 0,1-1-1 0 0,0 0 1 0 0,1 0 0 0 0,0 0-1 0 0,-1-15 1 0 0,3-2-4971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43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1 153 2104 0 0,'12'-22'2240'0'0,"-7"4"-455"0"0,2 3-321 0 0,-4 0-236 0 0,-1 3-276 0 0,3-2-200 0 0,-3 3-156 0 0,0 1-128 0 0,-1 0 184 0 0,1-6-368 0 0,1 6-356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44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111 147 1044 0 0,'-2'0'4667'0'0,"-23"-1"4271"0"0,37 1-8841 0 0,-1 0 0 0 0,1 0 0 0 0,-1-1 0 0 0,1 0 0 0 0,-1-1 0 0 0,1 0 0 0 0,-1-1 0 0 0,0 0 0 0 0,0-1 0 0 0,11-5-1 0 0,-20 7-91 0 0,0 0-1 0 0,0 0 1 0 0,-1 0-1 0 0,1 0 1 0 0,0 0-1 0 0,-1-1 1 0 0,1 1-1 0 0,-1-1 1 0 0,0 1-1 0 0,0-1 1 0 0,0 1-1 0 0,0-1 1 0 0,0 1-1 0 0,-1-1 1 0 0,1 0-1 0 0,0-4 1 0 0,-1 4-10 0 0,1 0 0 0 0,-1-1 1 0 0,0 1-1 0 0,0 0 0 0 0,0-1 1 0 0,0 1-1 0 0,-1 0 0 0 0,1 0 1 0 0,-1 0-1 0 0,0-1 0 0 0,0 1 0 0 0,0 0 1 0 0,-2-4-1 0 0,1 4 3 0 0,0 1 0 0 0,0 0-1 0 0,0 0 1 0 0,0 0 0 0 0,-1 0 0 0 0,1 0 0 0 0,-1 1-1 0 0,1-1 1 0 0,-1 1 0 0 0,0-1 0 0 0,1 1-1 0 0,-1 0 1 0 0,0 0 0 0 0,0 0 0 0 0,0 1-1 0 0,0-1 1 0 0,0 1 0 0 0,0-1 0 0 0,0 1 0 0 0,0 0-1 0 0,0 0 1 0 0,0 1 0 0 0,0-1 0 0 0,0 0-1 0 0,1 1 1 0 0,-1 0 0 0 0,0 0 0 0 0,0 0-1 0 0,0 0 1 0 0,0 0 0 0 0,-2 2 0 0 0,-6 3 4 0 0,0 0 0 0 0,1 1 1 0 0,0 1-1 0 0,1-1 1 0 0,-1 1-1 0 0,1 1 0 0 0,1 0 1 0 0,0 0-1 0 0,0 1 0 0 0,1 0 1 0 0,0 0-1 0 0,1 1 0 0 0,0 0 1 0 0,-7 18-1 0 0,10-22-1 0 0,1 0-1 0 0,0 1 1 0 0,0-1 0 0 0,1 0 0 0 0,-1 1-1 0 0,2-1 1 0 0,-1 1 0 0 0,1-1 0 0 0,0 1-1 0 0,1-1 1 0 0,1 9 0 0 0,0-10-24 0 0,-1-1 1 0 0,1 1-1 0 0,1-1 0 0 0,-1 0 1 0 0,1 1-1 0 0,-1-1 0 0 0,2 0 1 0 0,-1 0-1 0 0,0-1 1 0 0,1 1-1 0 0,0-1 0 0 0,0 0 1 0 0,0 0-1 0 0,1 0 0 0 0,8 5 1 0 0,-6-4-371 0 0,1 0-1 0 0,1-1 1 0 0,-1 0 0 0 0,0 0 0 0 0,1-1-1 0 0,0-1 1 0 0,9 3 0 0 0,38 1-5071 0 0,-29-5 1141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45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273 473 1100 0 0,'0'-3'516'0'0,"0"-1"-1"0"0,0 0 1 0 0,0 1-1 0 0,-1-1 1 0 0,1 0 0 0 0,-1 1-1 0 0,0-1 1 0 0,0 1-1 0 0,0-1 1 0 0,-1 1-1 0 0,1-1 1 0 0,-1 1 0 0 0,0 0-1 0 0,0 0 1 0 0,0 0-1 0 0,-5-5 1 0 0,6 7-437 0 0,0 0 0 0 0,0 1 0 0 0,0-1-1 0 0,0 0 1 0 0,0 1 0 0 0,-1 0 0 0 0,1-1 0 0 0,0 1 0 0 0,0 0 0 0 0,-1-1 0 0 0,1 1-1 0 0,0 0 1 0 0,0 0 0 0 0,-1 0 0 0 0,1 0 0 0 0,0 0 0 0 0,-1 1 0 0 0,1-1 0 0 0,-2 1-1 0 0,-25 8 789 0 0,27-9-827 0 0,-12 7 151 0 0,-1-1 0 0 0,1 2 0 0 0,0 0 0 0 0,1 0 0 0 0,0 1 0 0 0,0 1 0 0 0,1 0-1 0 0,0 1 1 0 0,1 0 0 0 0,0 0 0 0 0,1 1 0 0 0,0 0 0 0 0,1 1 0 0 0,1 0 0 0 0,0 0 0 0 0,-8 21 0 0 0,13-29-173 0 0,0 1 1 0 0,1 0 0 0 0,0 0-1 0 0,0 0 1 0 0,0 0 0 0 0,1 1-1 0 0,0-1 1 0 0,0 0-1 0 0,0 0 1 0 0,1 0 0 0 0,0 0-1 0 0,0 0 1 0 0,1 0 0 0 0,0 0-1 0 0,0 0 1 0 0,0-1 0 0 0,0 1-1 0 0,1-1 1 0 0,0 1-1 0 0,0-1 1 0 0,1 0 0 0 0,3 5-1 0 0,-1-4-76 0 0,0 0-1 0 0,1 0 1 0 0,0-1-1 0 0,-1 1 1 0 0,2-2-1 0 0,-1 1 1 0 0,0-1-1 0 0,1 0 1 0 0,0-1-1 0 0,0 1 1 0 0,0-1-1 0 0,0-1 1 0 0,1 0-1 0 0,-1 0 1 0 0,10 0-1 0 0,-6-1-258 0 0,-1 0-1 0 0,0-1 1 0 0,1 0-1 0 0,-1-1 1 0 0,1-1-1 0 0,-1 1 0 0 0,0-2 1 0 0,0 0-1 0 0,0 0 1 0 0,0-1-1 0 0,-1 0 1 0 0,1-1-1 0 0,-1 0 1 0 0,0-1-1 0 0,0 0 0 0 0,-1 0 1 0 0,11-10-1 0 0,-5 2-37 0 0,-1 0 0 0 0,-1-1-1 0 0,0-1 1 0 0,-1 0 0 0 0,0-1-1 0 0,-2 0 1 0 0,0-1 0 0 0,15-37-1 0 0,-7 7 453 0 0,-2-2-1 0 0,-2 1 1 0 0,12-92-1 0 0,-13-59 3967 0 0,-12 177-3427 0 0,0 18-496 0 0,0 1-1 0 0,0-1 1 0 0,-1 0-1 0 0,0 0 1 0 0,0 0-1 0 0,-1 1 1 0 0,1-1-1 0 0,-1 0 1 0 0,-2-8-1 0 0,-3 24 360 0 0,-7 22 324 0 0,-50 334 2973 0 0,44-232-3391 0 0,10-83-302 0 0,3-1 0 0 0,2 1 0 0 0,4 78 0 0 0,0-126-200 0 0,0-1-1 0 0,1 1 1 0 0,-1 0-1 0 0,1-1 1 0 0,0 1-1 0 0,0-1 1 0 0,0 1-1 0 0,1-1 1 0 0,-1 0-1 0 0,1 0 0 0 0,0 1 1 0 0,0-1-1 0 0,0 0 1 0 0,0 0-1 0 0,0-1 1 0 0,1 1-1 0 0,-1 0 1 0 0,1-1-1 0 0,0 0 1 0 0,-1 1-1 0 0,1-1 1 0 0,0 0-1 0 0,1 0 0 0 0,3 1 1 0 0,-3-1-477 0 0,0-1-1 0 0,0 0 1 0 0,0-1-1 0 0,1 1 1 0 0,-1-1-1 0 0,0 0 1 0 0,0 0 0 0 0,0 0-1 0 0,0 0 1 0 0,0-1-1 0 0,0 1 1 0 0,0-1-1 0 0,8-3 1 0 0,10-4-5130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45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48 968 0 0,'-102'-41'11820'0'0,"104"42"-11549"0"0,0 1-232 0 0,0 0 1 0 0,1-1-1 0 0,-1 1 0 0 0,1-1 0 0 0,-1 0 0 0 0,1 1 1 0 0,0-1-1 0 0,0-1 0 0 0,-1 1 0 0 0,1 0 1 0 0,0-1-1 0 0,3 1 0 0 0,41 2 141 0 0,-27-3-111 0 0,269-3-83 0 0,-98-16-7240 0 0,-165 15 3108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46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62 817 480 0 0,'-12'8'6769'0'0,"-3"4"-4106"0"0,9-1-2417 0 0,1 1 1 0 0,0 0-1 0 0,1 0 1 0 0,0 1 0 0 0,1-1-1 0 0,1 1 1 0 0,0 0 0 0 0,0 0-1 0 0,1 0 1 0 0,1 0 0 0 0,0-1-1 0 0,4 25 1 0 0,-4-34-221 0 0,1-1-1 0 0,-1 1 1 0 0,1-1-1 0 0,0 1 1 0 0,0-1 0 0 0,0 1-1 0 0,0-1 1 0 0,0 1 0 0 0,1-1-1 0 0,-1 0 1 0 0,1 0 0 0 0,-1 0-1 0 0,1 0 1 0 0,0 0 0 0 0,0 0-1 0 0,0 0 1 0 0,0 0-1 0 0,0-1 1 0 0,0 1 0 0 0,0-1-1 0 0,1 0 1 0 0,-1 1 0 0 0,1-1-1 0 0,-1 0 1 0 0,1 0 0 0 0,-1-1-1 0 0,1 1 1 0 0,-1 0 0 0 0,1-1-1 0 0,0 0 1 0 0,-1 0-1 0 0,1 1 1 0 0,0-2 0 0 0,-1 1-1 0 0,1 0 1 0 0,0 0 0 0 0,-1-1-1 0 0,5-1 1 0 0,4-1 7 0 0,-1 0 1 0 0,0-1-1 0 0,0 0 1 0 0,0-1-1 0 0,0 0 1 0 0,-1 0-1 0 0,0-1 1 0 0,12-10-1 0 0,8-11-36 0 0,0-1 0 0 0,-2-2 0 0 0,-2-1 0 0 0,0-1 0 0 0,-2 0-1 0 0,-2-2 1 0 0,28-58 0 0 0,-14 13-218 0 0,-3-2 1 0 0,31-121-1 0 0,-59 187 193 0 0,12-46-136 0 0,14-97 0 0 0,-23 110 116 0 0,-3 30-1 0 0,1-33 0 0 0,-5 49 42 0 0,-1 2 7 0 0,0 0 0 0 0,1 1 0 0 0,-1-1 0 0 0,0 0 0 0 0,1 1 0 0 0,-1-1 1 0 0,1 1-1 0 0,-1-1 0 0 0,1 1 0 0 0,-1-1 0 0 0,1 1 0 0 0,-1-1 0 0 0,1 1 1 0 0,-1-1-1 0 0,1 1 0 0 0,0-1 0 0 0,-1 1 0 0 0,1 0 0 0 0,0-1 0 0 0,0 1 0 0 0,-1 1 1 0 0,-5 17 17 0 0,5-16-11 0 0,-30 107-14 0 0,-16 115-1 0 0,36-147-22 0 0,3 1 0 0 0,3 107 0 0 0,5-171 55 0 0,1-1 1 0 0,1 1 0 0 0,0-1-1 0 0,1 0 1 0 0,0 1-1 0 0,1-1 1 0 0,1-1-1 0 0,7 15 1 0 0,-9-22-35 0 0,0-1-1 0 0,0 0 1 0 0,0 1-1 0 0,1-1 1 0 0,0-1-1 0 0,0 1 1 0 0,0-1-1 0 0,1 1 1 0 0,0-1-1 0 0,0 0 1 0 0,0-1-1 0 0,0 1 1 0 0,0-1-1 0 0,1 0 1 0 0,-1-1-1 0 0,1 1 1 0 0,0-1-1 0 0,0 0 1 0 0,0 0-1 0 0,0-1 1 0 0,6 1-1 0 0,-1-1-139 0 0,-1-1 0 0 0,1 0-1 0 0,0-1 1 0 0,-1 0-1 0 0,1 0 1 0 0,-1-1 0 0 0,0-1-1 0 0,1 0 1 0 0,-1 0 0 0 0,0-1-1 0 0,-1 0 1 0 0,1-1 0 0 0,-1 0-1 0 0,0 0 1 0 0,13-11 0 0 0,0-1-71 0 0,-1-2 0 0 0,-1 0 0 0 0,0-1 1 0 0,27-38-1 0 0,-30 33 550 0 0,-1 0 0 0 0,-2-1 1 0 0,-1-1-1 0 0,-1-1 0 0 0,12-38 0 0 0,-23 58 14 0 0,-7 17-301 0 0,-9 17-116 0 0,10-11 78 0 0,0-1 0 0 0,1 1-1 0 0,0 0 1 0 0,2 0 0 0 0,-1 0-1 0 0,1 23 1 0 0,2-30 10 0 0,0 0 0 0 0,0 0 0 0 0,1 0 0 0 0,1 0 1 0 0,-1 0-1 0 0,1 0 0 0 0,0-1 0 0 0,1 1 0 0 0,0 0 0 0 0,0-1 0 0 0,1 0 0 0 0,0 0 0 0 0,9 13 0 0 0,-10-16 3 0 0,0-1 0 0 0,0 0-1 0 0,0 0 1 0 0,0-1 0 0 0,0 1-1 0 0,1-1 1 0 0,0 1-1 0 0,-1-1 1 0 0,1 0 0 0 0,0 0-1 0 0,0-1 1 0 0,0 1-1 0 0,0-1 1 0 0,0 0 0 0 0,0 0-1 0 0,0 0 1 0 0,1-1-1 0 0,-1 1 1 0 0,0-1 0 0 0,1 0-1 0 0,-1 0 1 0 0,0-1 0 0 0,0 1-1 0 0,1-1 1 0 0,-1 0-1 0 0,0 0 1 0 0,0 0 0 0 0,7-4-1 0 0,-5 2 7 0 0,0 0 0 0 0,-1 0 0 0 0,1 0 0 0 0,-1-1 0 0 0,0 0 0 0 0,0 0-1 0 0,0 0 1 0 0,0 0 0 0 0,-1-1 0 0 0,0 0 0 0 0,0 0 0 0 0,0 0 0 0 0,-1-1 0 0 0,1 1 0 0 0,-1-1 0 0 0,0 0-1 0 0,-1 0 1 0 0,4-10 0 0 0,-5 9 2 0 0,0 1-1 0 0,0 0 1 0 0,0 0 0 0 0,-1-1-1 0 0,1 1 1 0 0,-2 0-1 0 0,1-1 1 0 0,-1 1 0 0 0,0 0-1 0 0,0 0 1 0 0,0 0 0 0 0,-1-1-1 0 0,0 1 1 0 0,-1 1-1 0 0,1-1 1 0 0,-1 0 0 0 0,0 1-1 0 0,0-1 1 0 0,-1 1-1 0 0,0 0 1 0 0,0 0 0 0 0,0 0-1 0 0,0 1 1 0 0,-1-1-1 0 0,1 1 1 0 0,-1 0 0 0 0,0 0-1 0 0,-9-4 1 0 0,-8-5-172 0 0,0 2 1 0 0,-1 0-1 0 0,0 1 1 0 0,-46-12-1 0 0,0 7-7603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46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15 592 0 0,'-84'-2'9948'0'0,"62"2"-9110"0"0,20 0-514 0 0,-5 1 65 0 0,7-1-381 0 0,0 0 0 0 0,0 1-1 0 0,0-1 1 0 0,0 0 0 0 0,0 0-1 0 0,0 0 1 0 0,0 0 0 0 0,0 0-1 0 0,0 0 1 0 0,0 0 0 0 0,0 0-1 0 0,0 0 1 0 0,0 0 0 0 0,0 0-1 0 0,0 1 1 0 0,0-1 0 0 0,0 0-1 0 0,0 0 1 0 0,0 0 0 0 0,0 0-1 0 0,0 0 1 0 0,0 0 0 0 0,0 0-1 0 0,0 0 1 0 0,0 0 0 0 0,0 0 0 0 0,0 0-1 0 0,0 1 1 0 0,0-1 0 0 0,0 0-1 0 0,0 0 1 0 0,0 0 0 0 0,0 0-1 0 0,0 0 1 0 0,0 0 0 0 0,0 0-1 0 0,0 0 1 0 0,-1 0 0 0 0,1 0-1 0 0,0 0 1 0 0,0 0 0 0 0,0 0-1 0 0,0 0 1 0 0,0 0 0 0 0,0 0-1 0 0,0 0 1 0 0,0 0 0 0 0,0 0-1 0 0,0 0 1 0 0,-1 0 0 0 0,1 0-1 0 0,0 0 1 0 0,0 0 0 0 0,0 0-1 0 0,0 0 1 0 0,0 0 0 0 0,0 0-1 0 0,0 0 1 0 0,0 0 0 0 0,15 3 73 0 0,0-1-1 0 0,1-1 1 0 0,-1 0 0 0 0,1-1 0 0 0,19-3 0 0 0,5 1-36 0 0,50 1-152 0 0,89-3-1227 0 0,-61-4-3713 0 0,-74 3 857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48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51 767 2696 0 0,'-4'2'521'0'0,"0"0"0"0"0,0 1 0 0 0,1-1 0 0 0,-1 1 0 0 0,1 0 0 0 0,0 0 0 0 0,0 0 0 0 0,0 0 0 0 0,0 1 0 0 0,1-1 0 0 0,-1 1 0 0 0,1 0 0 0 0,0 0 0 0 0,0-1-1 0 0,0 1 1 0 0,-1 6 0 0 0,3-9-477 0 0,0-1 0 0 0,0 1 0 0 0,-1 0 0 0 0,1 0 1 0 0,0-1-1 0 0,0 1 0 0 0,0 0 0 0 0,0-1 0 0 0,1 1 0 0 0,-1 0 0 0 0,0-1 0 0 0,0 1 0 0 0,0 0 0 0 0,0-1 0 0 0,1 1 0 0 0,-1 0 0 0 0,0-1 0 0 0,1 1 0 0 0,-1-1 0 0 0,0 1 0 0 0,1-1 0 0 0,-1 1 0 0 0,1-1 0 0 0,-1 1 0 0 0,1-1 0 0 0,-1 1 0 0 0,2 0 0 0 0,0 0 29 0 0,0 0 0 0 0,0 0 1 0 0,-1-1-1 0 0,1 1 0 0 0,0-1 0 0 0,1 1 0 0 0,-1-1 0 0 0,0 0 0 0 0,3 1 1 0 0,2-1 23 0 0,0-1 0 0 0,0 1 0 0 0,1-1 0 0 0,9-3 1 0 0,3-3-42 0 0,1-1 0 0 0,-2-1 0 0 0,1-1 0 0 0,-1-1 0 0 0,0-1 0 0 0,-1 0 0 0 0,-1-2 0 0 0,0 0 0 0 0,-1 0 0 0 0,23-28 0 0 0,-5 1-64 0 0,-1-1 0 0 0,-3-2 1 0 0,30-57-1 0 0,-32 49-79 0 0,-2-2 0 0 0,-3-1 1 0 0,-1 0-1 0 0,-4-2 0 0 0,19-96 0 0 0,-36 118-29 0 0,-1 32 96 0 0,-3 5 12 0 0,-2 1 11 0 0,0 0 0 0 0,0 1 0 0 0,0-1 1 0 0,0 1-1 0 0,1 1 0 0 0,0-1 0 0 0,0 0 1 0 0,0 1-1 0 0,0 0 0 0 0,0 0 0 0 0,-3 7 1 0 0,-7 14 7 0 0,-11 28 1 0 0,18-40-24 0 0,-16 40-49 0 0,-29 97 1 0 0,45-125 50 0 0,1 1 1 0 0,2 0-1 0 0,0-1 0 0 0,2 1 0 0 0,1 0 0 0 0,3 29 0 0 0,-1-46-4 0 0,0 0-1 0 0,1 0 1 0 0,0-1-1 0 0,1 1 0 0 0,0-1 1 0 0,0 0-1 0 0,1 0 1 0 0,1 0-1 0 0,-1 0 0 0 0,1-1 1 0 0,9 11-1 0 0,-11-14-49 0 0,1-1-1 0 0,0 0 0 0 0,0-1 0 0 0,0 1 1 0 0,0-1-1 0 0,1 1 0 0 0,-1-1 0 0 0,1-1 1 0 0,0 1-1 0 0,0-1 0 0 0,0 1 0 0 0,0-2 1 0 0,0 1-1 0 0,0 0 0 0 0,1-1 0 0 0,-1 0 1 0 0,0 0-1 0 0,1-1 0 0 0,-1 1 0 0 0,1-1 1 0 0,-1-1-1 0 0,6 0 0 0 0,0-1-114 0 0,0-1 1 0 0,0 0-1 0 0,-1-1 0 0 0,1 0 0 0 0,-1 0 0 0 0,0-1 1 0 0,-1-1-1 0 0,1 0 0 0 0,-1 0 0 0 0,0-1 1 0 0,0 0-1 0 0,-1 0 0 0 0,0-1 0 0 0,0 0 1 0 0,9-14-1 0 0,6-8-151 0 0,-2-2 1 0 0,-1 0 0 0 0,18-42-1 0 0,-10 10 1080 0 0,-2 0 0 0 0,31-129-1 0 0,-54 170-326 0 0,-10 31-44 0 0,-11 32 29 0 0,-123 449 367 0 0,139-483-767 0 0,-1 8 71 0 0,0 1 0 0 0,-1 23 0 0 0,4-35-36 0 0,2-3 7 0 0,1-1-42 0 0,0 0 1 0 0,0-1-1 0 0,0 1 0 0 0,-1 0 1 0 0,1-1-1 0 0,-1 0 0 0 0,1 1 1 0 0,-1-1-1 0 0,0 0 0 0 0,0 0 1 0 0,1-1-1 0 0,-1 1 0 0 0,-1 0 1 0 0,1-1-1 0 0,2-3 0 0 0,28-49 39 0 0,-25 43-48 0 0,7-13 19 0 0,30-44 1 0 0,-39 63-29 0 0,0 0 1 0 0,1 0 0 0 0,-1 0-1 0 0,1 0 1 0 0,1 1 0 0 0,-1 0 0 0 0,1 0-1 0 0,-1 1 1 0 0,1-1 0 0 0,0 2-1 0 0,10-5 1 0 0,-14 7 2 0 0,0 0 0 0 0,0 0 0 0 0,0 0 0 0 0,0 1 0 0 0,0-1-1 0 0,0 1 1 0 0,0 0 0 0 0,1 0 0 0 0,-1 0 0 0 0,0 0 0 0 0,0 1 0 0 0,0-1 0 0 0,0 1-1 0 0,0 0 1 0 0,0-1 0 0 0,0 2 0 0 0,0-1 0 0 0,0 0 0 0 0,-1 0 0 0 0,1 1 0 0 0,0 0-1 0 0,-1-1 1 0 0,1 1 0 0 0,-1 0 0 0 0,1 0 0 0 0,-1 0 0 0 0,0 1 0 0 0,0-1 0 0 0,0 0-1 0 0,0 1 1 0 0,-1 0 0 0 0,1-1 0 0 0,0 1 0 0 0,-1 0 0 0 0,1 3 0 0 0,3 5-2 0 0,-1 0 1 0 0,-1 0 0 0 0,0 1 0 0 0,0-1-1 0 0,-1 1 1 0 0,-1 0 0 0 0,1 19-1 0 0,-5 18 17 0 0,2-36 16 0 0,0-1 0 0 0,0 0 1 0 0,1 1-1 0 0,1-1 0 0 0,3 23 0 0 0,-3-34-21 0 0,0-1 0 0 0,-1 1 0 0 0,1 0 0 0 0,0-1 1 0 0,-1 1-1 0 0,1 0 0 0 0,0-1 0 0 0,0 1 0 0 0,0-1 0 0 0,-1 1 0 0 0,1-1 0 0 0,0 0 0 0 0,0 1 0 0 0,0-1 0 0 0,0 0 0 0 0,0 0 1 0 0,0 1-1 0 0,0-1 0 0 0,0 0 0 0 0,0 0 0 0 0,0 0 0 0 0,0 0 0 0 0,0 0 0 0 0,1-1 0 0 0,24-2-3 0 0,-10-1-9 0 0,0-2 0 0 0,0 0-1 0 0,-1-1 1 0 0,0 0 0 0 0,0-1 0 0 0,-1-1 0 0 0,0 0 0 0 0,-1-1 0 0 0,1 0 0 0 0,-2-1 0 0 0,14-15 0 0 0,4-8 59 0 0,-1-1 0 0 0,46-73-1 0 0,-50 55 361 0 0,-19 40-283 0 0,-5 10-84 0 0,-4 0 10 0 0,3 3-53 0 0,0-1 1 0 0,0 1 0 0 0,0 0-1 0 0,0 0 1 0 0,0-1 0 0 0,0 1-1 0 0,0 0 1 0 0,0 0 0 0 0,0 0 0 0 0,0 0-1 0 0,0-1 1 0 0,-1 1 0 0 0,1 0-1 0 0,0 0 1 0 0,0 0 0 0 0,0-1-1 0 0,0 1 1 0 0,0 0 0 0 0,-1 0 0 0 0,1 0-1 0 0,0 0 1 0 0,0 0 0 0 0,0 0-1 0 0,0 0 1 0 0,-1-1 0 0 0,1 1-1 0 0,0 0 1 0 0,0 0 0 0 0,0 0 0 0 0,-1 0-1 0 0,1 0 1 0 0,0 0 0 0 0,0 0-1 0 0,-1 0 1 0 0,1 0 0 0 0,0 0-1 0 0,0 0 1 0 0,0 0 0 0 0,-1 0 0 0 0,-5 3-4 0 0,-1-1 0 0 0,1 1 0 0 0,0 1 0 0 0,0-1 0 0 0,0 1 0 0 0,0 0 0 0 0,1 0 0 0 0,-1 1 0 0 0,1-1 0 0 0,0 1 0 0 0,1 1 0 0 0,-1-1 0 0 0,-3 6 0 0 0,-2 4-12 0 0,0 0 0 0 0,1 1-1 0 0,1 0 1 0 0,-7 16 0 0 0,12-24 25 0 0,0 0-1 0 0,1-1 0 0 0,0 1 1 0 0,0 0-1 0 0,1 0 1 0 0,0 0-1 0 0,1 0 0 0 0,-1 0 1 0 0,2 0-1 0 0,-1 0 0 0 0,1 0 1 0 0,0 0-1 0 0,0 0 1 0 0,1 0-1 0 0,4 10 0 0 0,-3-12-12 0 0,-1-1 0 0 0,1 0 0 0 0,1 1 0 0 0,-1-1-1 0 0,1 0 1 0 0,-1-1 0 0 0,1 1 0 0 0,1-1-1 0 0,-1 0 1 0 0,1 0 0 0 0,-1 0 0 0 0,1 0 0 0 0,0-1-1 0 0,1 0 1 0 0,-1 0 0 0 0,1 0 0 0 0,-1-1 0 0 0,1 0-1 0 0,0 0 1 0 0,10 2 0 0 0,-6-2-336 0 0,0 0 0 0 0,-1-1 0 0 0,1-1 0 0 0,12 0 0 0 0,19-6-4281 0 0,-19-1 149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48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13 448 0 0,'-220'-7'10790'0'0,"199"8"-9979"0"0,17 0-210 0 0,6 0-381 0 0,4 1-171 0 0,1 0-1 0 0,-1 0 1 0 0,1-1 0 0 0,-1 0-1 0 0,1 0 1 0 0,-1 0 0 0 0,1-1-1 0 0,-1 0 1 0 0,12-2 0 0 0,6 1 15 0 0,-15 1-78 0 0,219-2-973 0 0,-75-6-4453 0 0,-89 3 864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50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247 109 2036 0 0,'0'-3'1645'0'0,"0"-60"5956"0"0,-6 35-5054 0 0,6 27-2516 0 0,0 1 0 0 0,0-1 0 0 0,0 0 0 0 0,0 1 0 0 0,-1-1-1 0 0,1 0 1 0 0,0 1 0 0 0,0-1 0 0 0,-1 0 0 0 0,1 1 0 0 0,0-1-1 0 0,-1 1 1 0 0,1-1 0 0 0,-1 1 0 0 0,1-1 0 0 0,-1 1 0 0 0,1-1 0 0 0,-1 1-1 0 0,1-1 1 0 0,-1 1 0 0 0,1 0 0 0 0,-1-1 0 0 0,1 1 0 0 0,-1 0-1 0 0,0-1 1 0 0,1 1 0 0 0,-1 0 0 0 0,0 0 0 0 0,1-1 0 0 0,-1 1-1 0 0,0 0 1 0 0,1 0 0 0 0,-1 0 0 0 0,0 0 0 0 0,1 0 0 0 0,-1 0 0 0 0,0 0-1 0 0,1 0 1 0 0,-1 0 0 0 0,0 1 0 0 0,0-1 0 0 0,-15 10 15 0 0,1 0 1 0 0,1 1 0 0 0,0 1-1 0 0,0 0 1 0 0,1 1 0 0 0,1 0-1 0 0,0 1 1 0 0,-11 19 0 0 0,10-15-49 0 0,1 1 0 0 0,1 1 0 0 0,1 0 1 0 0,1 0-1 0 0,1 1 0 0 0,-9 32 0 0 0,15-47-32 0 0,1-1 0 0 0,0 1-1 0 0,0 0 1 0 0,0 0 0 0 0,1 0 0 0 0,0 0-1 0 0,0-1 1 0 0,0 1 0 0 0,1 0 0 0 0,0 0 0 0 0,0 0-1 0 0,1-1 1 0 0,-1 1 0 0 0,1 0 0 0 0,0-1-1 0 0,1 0 1 0 0,-1 1 0 0 0,1-1 0 0 0,0 0-1 0 0,0 0 1 0 0,1-1 0 0 0,0 1 0 0 0,0-1 0 0 0,0 1-1 0 0,0-1 1 0 0,0 0 0 0 0,1-1 0 0 0,0 1-1 0 0,0-1 1 0 0,0 0 0 0 0,0 0 0 0 0,0-1-1 0 0,0 1 1 0 0,10 2 0 0 0,-6-3-180 0 0,0 1 1 0 0,-1-1-1 0 0,1-1 0 0 0,0 0 1 0 0,0 0-1 0 0,0-1 0 0 0,0 0 1 0 0,0 0-1 0 0,1-1 0 0 0,-2-1 0 0 0,15-3 1 0 0,-10 1-142 0 0,-1 0 1 0 0,0-1 0 0 0,-1-1-1 0 0,1 0 1 0 0,-1-1 0 0 0,0 0-1 0 0,13-11 1 0 0,3-7 289 0 0,-1-1 0 0 0,-1-1 0 0 0,-2-2 1 0 0,35-53-1 0 0,-19 19 2116 0 0,-36 60-1461 0 0,-10 16-427 0 0,-11 20-100 0 0,10-15-58 0 0,2 2 0 0 0,0-1 0 0 0,2 1 0 0 0,0 0 0 0 0,1 0 0 0 0,0 0 0 0 0,2 0-1 0 0,1 22 1 0 0,0-40 1 0 0,0 0-1 0 0,0 1 0 0 0,0-1 1 0 0,1 0-1 0 0,-1 1 0 0 0,1-1 0 0 0,-1 0 1 0 0,1 0-1 0 0,0 0 0 0 0,0 1 1 0 0,0-1-1 0 0,0 0 0 0 0,0 0 0 0 0,0 0 1 0 0,1-1-1 0 0,-1 1 0 0 0,1 0 1 0 0,-1 0-1 0 0,1-1 0 0 0,0 1 0 0 0,-1-1 1 0 0,1 1-1 0 0,0-1 0 0 0,0 0 1 0 0,0 0-1 0 0,0 0 0 0 0,0 0 0 0 0,1 0 1 0 0,-1 0-1 0 0,0-1 0 0 0,0 1 1 0 0,0-1-1 0 0,1 1 0 0 0,-1-1 0 0 0,0 0 1 0 0,1 0-1 0 0,-1 0 0 0 0,3 0 1 0 0,1-1 1 0 0,1 0 0 0 0,-1 0 1 0 0,0 0-1 0 0,0-1 0 0 0,0 0 0 0 0,0 0 1 0 0,0-1-1 0 0,0 1 0 0 0,-1-1 1 0 0,0-1-1 0 0,1 1 0 0 0,8-9 1 0 0,-4 2 12 0 0,-1-1 0 0 0,0 0 0 0 0,-1-1 0 0 0,-1 0 0 0 0,0 0 0 0 0,0-1 0 0 0,-1 0 0 0 0,-1 0 0 0 0,0 0 0 0 0,-1-1 0 0 0,0 1 0 0 0,-1-1 0 0 0,0 0 0 0 0,-2 0 0 0 0,1 0 0 0 0,-2 0 0 0 0,0-1 0 0 0,0 1 0 0 0,-6-26 0 0 0,5 34-4 0 0,0 1 0 0 0,-1-1 0 0 0,0 0 0 0 0,0 1 0 0 0,0 0 0 0 0,-1-1 1 0 0,0 1-1 0 0,0 0 0 0 0,-6-8 0 0 0,7 11-13 0 0,0 0 0 0 0,0 0 0 0 0,0 1 0 0 0,0-1 1 0 0,0 0-1 0 0,-1 1 0 0 0,1-1 0 0 0,-1 1 0 0 0,1 0 0 0 0,-1 0 0 0 0,1 0 0 0 0,-1 0 1 0 0,0 0-1 0 0,1 0 0 0 0,-1 1 0 0 0,0-1 0 0 0,0 1 0 0 0,0 0 0 0 0,1 0 1 0 0,-1 0-1 0 0,-4 1 0 0 0,0 0-10 0 0,-1 1 0 0 0,1 0 1 0 0,0 0-1 0 0,0 1 0 0 0,0 0 0 0 0,0 1 1 0 0,1-1-1 0 0,-1 1 0 0 0,1 1 0 0 0,0-1 1 0 0,0 1-1 0 0,-8 8 0 0 0,4-2 3 0 0,-1 1 1 0 0,2-1-1 0 0,0 2 0 0 0,0 0 0 0 0,-7 14 0 0 0,14-23 1 0 0,-1 2 0 0 0,1-1 1 0 0,0 0-1 0 0,0 0 0 0 0,1 1 0 0 0,-1-1 0 0 0,1 1 1 0 0,0-1-1 0 0,1 1 0 0 0,0-1 0 0 0,0 1 0 0 0,0 0 0 0 0,1 9 1 0 0,0-11 2 0 0,0 0 0 0 0,1-1 1 0 0,-1 1-1 0 0,1 0 1 0 0,-1-1-1 0 0,1 1 1 0 0,0-1-1 0 0,0 0 0 0 0,1 0 1 0 0,-1 1-1 0 0,1-1 1 0 0,-1-1-1 0 0,1 1 0 0 0,0 0 1 0 0,0-1-1 0 0,0 1 1 0 0,1-1-1 0 0,-1 0 1 0 0,0 0-1 0 0,6 2 0 0 0,0-1-27 0 0,0 1 0 0 0,1-1 0 0 0,-1 0 0 0 0,1-1 0 0 0,-1 0 0 0 0,1-1 0 0 0,0 0 0 0 0,0 0 0 0 0,0-1 0 0 0,0-1 0 0 0,0 0 0 0 0,15-3 0 0 0,-7 0-142 0 0,-1-1-1 0 0,1-1 0 0 0,-1-1 1 0 0,-1-1-1 0 0,0 0 0 0 0,16-11 1 0 0,50-35-222 0 0,20-13 390 0 0,-101 66 10 0 0,0 1 0 0 0,-1-1 0 0 0,1 1 0 0 0,0-1 0 0 0,0 1 1 0 0,0 0-1 0 0,0-1 0 0 0,0 1 0 0 0,0 0 0 0 0,0 0 0 0 0,0 0 0 0 0,0 0 1 0 0,0 0-1 0 0,0 0 0 0 0,1 0 0 0 0,-1 0 0 0 0,0 0 0 0 0,0 0 1 0 0,0 0-1 0 0,0 1 0 0 0,0-1 0 0 0,0 0 0 0 0,0 1 0 0 0,-1-1 0 0 0,1 1 1 0 0,0-1-1 0 0,0 1 0 0 0,0 0 0 0 0,0-1 0 0 0,0 1 0 0 0,-1 0 1 0 0,1-1-1 0 0,0 1 0 0 0,-1 0 0 0 0,1 0 0 0 0,-1 0 0 0 0,1 0 1 0 0,-1 0-1 0 0,1 0 0 0 0,-1-1 0 0 0,1 1 0 0 0,-1 0 0 0 0,0 0 0 0 0,1 0 1 0 0,-1 0-1 0 0,0 2 0 0 0,2 4 44 0 0,-1 0-1 0 0,1 1 1 0 0,-1-1 0 0 0,0 13 0 0 0,-3 9 49 0 0,-1-1 0 0 0,-1 1 0 0 0,-1-1 0 0 0,-1 0 1 0 0,-2 0-1 0 0,-14 33 0 0 0,22-60-30 0 0,-10 5 172 0 0,9-8-239 0 0,1 0 0 0 0,-1 0 0 0 0,0 0 0 0 0,1 0 0 0 0,-1 0 0 0 0,1 0 0 0 0,0 0 0 0 0,0 0 0 0 0,0 0 0 0 0,0 0 0 0 0,0 0 0 0 0,0-1 0 0 0,0 1 0 0 0,1 0 0 0 0,-1 0 0 0 0,2-3 0 0 0,14-39-152 0 0,-12 34 110 0 0,5-12 26 0 0,1 0 0 0 0,2 1 0 0 0,0 0 0 0 0,1 1 0 0 0,1 0 0 0 0,18-18 0 0 0,-20 24 13 0 0,2 1 0 0 0,-1 0-1 0 0,2 1 1 0 0,-1 0 0 0 0,2 1-1 0 0,0 1 1 0 0,0 1 0 0 0,23-11-1 0 0,-37 19 5 0 0,0 0-1 0 0,0 0 0 0 0,0 1 0 0 0,0-1 0 0 0,0 0 0 0 0,0 1 0 0 0,0-1 0 0 0,0 1 0 0 0,0 0 1 0 0,0 0-1 0 0,1 0 0 0 0,-1 0 0 0 0,0 0 0 0 0,0 0 0 0 0,0 0 0 0 0,0 1 0 0 0,0-1 1 0 0,0 1-1 0 0,0-1 0 0 0,0 1 0 0 0,0 0 0 0 0,0 0 0 0 0,0 0 0 0 0,0 0 0 0 0,0 0 0 0 0,-1 0 1 0 0,1 1-1 0 0,0-1 0 0 0,-1 0 0 0 0,1 1 0 0 0,0 1 0 0 0,1 1 5 0 0,-1 0 1 0 0,-1 0-1 0 0,1 0 0 0 0,0 0 0 0 0,-1 0 1 0 0,0 0-1 0 0,0 1 0 0 0,0-1 0 0 0,-1 0 1 0 0,1 1-1 0 0,-1-1 0 0 0,0 1 0 0 0,0-1 1 0 0,-1 6-1 0 0,-5 29-5 0 0,-13 41 1 0 0,3-12 65 0 0,16-67-84 0 0,0 1 0 0 0,0-1 0 0 0,-1 0 0 0 0,1 0 0 0 0,0 1 0 0 0,0-1 0 0 0,0 0 0 0 0,0 0 0 0 0,0 1 0 0 0,1-1 0 0 0,-1 0 0 0 0,0 0 0 0 0,1 0 0 0 0,-1 1 0 0 0,1-1-1 0 0,-1 0 1 0 0,1 0 0 0 0,-1 0 0 0 0,1 0 0 0 0,0 0 0 0 0,-1 0 0 0 0,1 0 0 0 0,0 0 0 0 0,0 0 0 0 0,0 0 0 0 0,0 0 0 0 0,0 0 0 0 0,0-1 0 0 0,0 1 0 0 0,0 0-1 0 0,0-1 1 0 0,0 1 0 0 0,2 0 0 0 0,1 0-105 0 0,-1 0-1 0 0,1 0 0 0 0,0-1 1 0 0,-1 1-1 0 0,1-1 1 0 0,0 0-1 0 0,-1 0 1 0 0,1 0-1 0 0,7-1 0 0 0,1-2-224 0 0,0 0 0 0 0,0-1 0 0 0,0-1 0 0 0,-1 0 0 0 0,0 0 0 0 0,0-1 0 0 0,0-1 0 0 0,17-13 0 0 0,76-74-364 0 0,-76 66 824 0 0,-11 13 294 0 0,-2 0 0 0 0,0-1 0 0 0,-1-1 0 0 0,-1-1 0 0 0,0 0 0 0 0,14-27 0 0 0,-26 44-373 0 0,-1-1 1 0 0,1 1 0 0 0,0-1 0 0 0,-1 0-1 0 0,1 1 1 0 0,-1-1 0 0 0,1 0-1 0 0,-1 0 1 0 0,0 1 0 0 0,0-1 0 0 0,0 0-1 0 0,0 1 1 0 0,0-1 0 0 0,0 0 0 0 0,0 0-1 0 0,-1 1 1 0 0,1-1 0 0 0,0 0 0 0 0,-1 1-1 0 0,0-1 1 0 0,1 0 0 0 0,-1 1 0 0 0,0-1-1 0 0,0 1 1 0 0,0-1 0 0 0,0 1 0 0 0,0 0-1 0 0,-2-2 1 0 0,3 2-30 0 0,-1 0 0 0 0,0 1 0 0 0,0-1 0 0 0,0 1-1 0 0,0-1 1 0 0,0 1 0 0 0,0-1 0 0 0,0 1 0 0 0,1 0 0 0 0,-1-1 0 0 0,0 1 0 0 0,-1 0 0 0 0,1 0 0 0 0,0 0-1 0 0,0 0 1 0 0,0 0 0 0 0,0 0 0 0 0,0 0 0 0 0,0 0 0 0 0,0 0 0 0 0,0 0 0 0 0,0 1 0 0 0,0-1-1 0 0,0 0 1 0 0,-1 1 0 0 0,-23 11 96 0 0,25-12-104 0 0,-5 4 5 0 0,0-1 0 0 0,0 1-1 0 0,1-1 1 0 0,-1 1 0 0 0,1 1-1 0 0,0-1 1 0 0,0 0 0 0 0,0 1 0 0 0,1 0-1 0 0,-1 0 1 0 0,1 0 0 0 0,0 1-1 0 0,1-1 1 0 0,-1 1 0 0 0,1-1-1 0 0,0 1 1 0 0,1 0 0 0 0,-2 9-1 0 0,2-8 2 0 0,0 1 0 0 0,1 0 0 0 0,0-1 0 0 0,0 1-1 0 0,1-1 1 0 0,0 1 0 0 0,0 0 0 0 0,1-1 0 0 0,0 0-1 0 0,0 1 1 0 0,0-1 0 0 0,1 0 0 0 0,1 0 0 0 0,3 7-1 0 0,10 10 18 0 0,26 30-1 0 0,-27-35 0 0 0,-1 0-1 0 0,15 25 0 0 0,-29-43-14 0 0,-1 0-1 0 0,1 0 0 0 0,-1 0 1 0 0,0 0-1 0 0,1 0 0 0 0,-1 0 1 0 0,0 0-1 0 0,0 0 0 0 0,0 0 1 0 0,1 0-1 0 0,-1 0 0 0 0,0 0 1 0 0,0 0-1 0 0,-1 0 0 0 0,1 1 1 0 0,0-1-1 0 0,0 0 0 0 0,0 0 1 0 0,-1 0-1 0 0,1 0 0 0 0,-1 0 1 0 0,1 0-1 0 0,-1 0 0 0 0,1 0 1 0 0,-1 0-1 0 0,1 0 0 0 0,-1-1 1 0 0,0 1-1 0 0,1 0 0 0 0,-1 0 1 0 0,0 0-1 0 0,0-1 0 0 0,0 1 1 0 0,0-1-1 0 0,0 1 0 0 0,0 0 1 0 0,0-1-1 0 0,0 1 0 0 0,-1 0 1 0 0,-4 1 36 0 0,0 1 1 0 0,0-1-1 0 0,1 0 1 0 0,-2-1 0 0 0,-8 2-1 0 0,5-1-38 0 0,1-1-1 0 0,-1-1 1 0 0,1 1-1 0 0,0-2 0 0 0,-1 1 1 0 0,1-1-1 0 0,0-1 1 0 0,-1 0-1 0 0,-10-4 1 0 0,19 6-83 0 0,0 0 1 0 0,0-1-1 0 0,0 1 0 0 0,0-1 1 0 0,0 0-1 0 0,0 1 1 0 0,0-1-1 0 0,0 0 1 0 0,1 1-1 0 0,-1-1 0 0 0,0 0 1 0 0,0 0-1 0 0,1 0 1 0 0,-1 0-1 0 0,1 0 0 0 0,-1 0 1 0 0,1 0-1 0 0,-1 0 1 0 0,1 0-1 0 0,-1 0 0 0 0,1 0 1 0 0,0 0-1 0 0,0 0 1 0 0,-1 0-1 0 0,1 0 1 0 0,0 0-1 0 0,0-2 0 0 0,0 0-492 0 0,1 0 0 0 0,-1-1 0 0 0,1 1 0 0 0,0 0-1 0 0,0 0 1 0 0,0 0 0 0 0,1-4 0 0 0,5-7-2645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50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75 2700 0 0,'0'-69'8522'0'0,"0"69"-8489"0"0,0 0 0 0 0,0 0 0 0 0,0-1-1 0 0,0 1 1 0 0,0 0 0 0 0,0 0 0 0 0,0 0-1 0 0,0-1 1 0 0,0 1 0 0 0,0 0 0 0 0,0 0 0 0 0,0 0-1 0 0,0 0 1 0 0,0-1 0 0 0,0 1 0 0 0,0 0-1 0 0,0 0 1 0 0,0 0 0 0 0,0 0 0 0 0,0-1-1 0 0,0 1 1 0 0,0 0 0 0 0,0 0 0 0 0,-1 0 0 0 0,1 0-1 0 0,0-1 1 0 0,0 1 0 0 0,0 0 0 0 0,0 0-1 0 0,0 0 1 0 0,-1 0 0 0 0,1 0 0 0 0,0 0-1 0 0,0 0 1 0 0,0 0 0 0 0,0-1 0 0 0,-1 1-1 0 0,-6 4 926 0 0,-4 10 88 0 0,-2 7-298 0 0,1 1-1 0 0,1 1 0 0 0,1-1 0 0 0,-8 30 0 0 0,-22 99 783 0 0,35-131-1322 0 0,-128 496 1238 0 0,123-475-1385 0 0,4-22-26 0 0,1-1 0 0 0,1 1 0 0 0,1-1 0 0 0,0 1 0 0 0,2 0 0 0 0,1 38 0 0 0,0-55-29 0 0,0 0-1 0 0,1 0 0 0 0,-1 0 1 0 0,0 0-1 0 0,1 0 0 0 0,0-1 1 0 0,0 1-1 0 0,-1 0 0 0 0,1 0 1 0 0,0 0-1 0 0,1-1 0 0 0,-1 1 1 0 0,0 0-1 0 0,0-1 1 0 0,1 1-1 0 0,-1-1 0 0 0,1 0 1 0 0,-1 1-1 0 0,1-1 0 0 0,2 2 1 0 0,-1-2-69 0 0,0 0 0 0 0,0 0 0 0 0,0 0 0 0 0,1 0 0 0 0,-1 0 0 0 0,0-1 0 0 0,0 0 0 0 0,1 1 0 0 0,-1-1 0 0 0,0 0 0 0 0,6-1 0 0 0,1-1-386 0 0,1 0 0 0 0,-1-1 0 0 0,1 0 0 0 0,-1 0 0 0 0,0-1 0 0 0,17-10 0 0 0,-8 2-763 0 0,0-1-1 0 0,0-1 1 0 0,17-19-1 0 0,18-23-4810 0 0,-34 32 1389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50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77 1080 0 0,'-127'-53'13479'0'0,"127"52"-13167"0"0,0 0-303 0 0,0 1 1 0 0,0 0-1 0 0,0-1 1 0 0,0 1 0 0 0,1 0-1 0 0,-1-1 1 0 0,0 1-1 0 0,0 0 1 0 0,0-1 0 0 0,0 1-1 0 0,0 0 1 0 0,1-1-1 0 0,-1 1 1 0 0,0 0-1 0 0,0-1 1 0 0,1 1 0 0 0,-1 0-1 0 0,0 0 1 0 0,0-1-1 0 0,1 1 1 0 0,-1 0 0 0 0,0 0-1 0 0,1 0 1 0 0,-1-1-1 0 0,0 1 1 0 0,0 0 0 0 0,1 0-1 0 0,-1 0 1 0 0,1 0-1 0 0,-1 0 1 0 0,58-8 107 0 0,-1 4 0 0 0,0 2 0 0 0,65 5 0 0 0,-51 0-379 0 0,40 3-1898 0 0,-38 3-4059 0 0,-49-5 1628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51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32 156 0 0,'-2'-1'2638'0'0,"-47"-12"9012"0"0,49 13-11633 0 0,0 0 0 0 0,-1 0-1 0 0,1 0 1 0 0,0-1 0 0 0,0 1 0 0 0,0 0-1 0 0,0 0 1 0 0,0 0 0 0 0,0 0 0 0 0,0 0-1 0 0,-1 0 1 0 0,1 0 0 0 0,0 0 0 0 0,0 0 0 0 0,0-1-1 0 0,0 1 1 0 0,0 0 0 0 0,0 0 0 0 0,0 0-1 0 0,0 0 1 0 0,0 0 0 0 0,0 0 0 0 0,0-1 0 0 0,0 1-1 0 0,0 0 1 0 0,0 0 0 0 0,0 0 0 0 0,0 0-1 0 0,0 0 1 0 0,0-1 0 0 0,0 1 0 0 0,0 0-1 0 0,0 0 1 0 0,0 0 0 0 0,0 0 0 0 0,0 0 0 0 0,0 0-1 0 0,0-1 1 0 0,0 1 0 0 0,0 0 0 0 0,0 0-1 0 0,0 0 1 0 0,0 0 0 0 0,0 0 0 0 0,0 0 0 0 0,1-1-1 0 0,-1 1 1 0 0,0 0 0 0 0,0 0 0 0 0,0 0-1 0 0,0 0 1 0 0,0 0 0 0 0,1 0 0 0 0,6-8 467 0 0,-6 7-367 0 0,3 0-16 0 0,0 1 0 0 0,-1-1 0 0 0,1 1 0 0 0,0-1 0 0 0,0 1 0 0 0,-1 0-1 0 0,1 1 1 0 0,0-1 0 0 0,-1 0 0 0 0,1 1 0 0 0,0 0 0 0 0,-1 0 0 0 0,1 0-1 0 0,5 3 1 0 0,-1 0 8 0 0,1 0-1 0 0,-1 0 0 0 0,0 1 0 0 0,-1 0 1 0 0,1 0-1 0 0,-1 1 0 0 0,0 0 0 0 0,0 1 1 0 0,-1-1-1 0 0,0 1 0 0 0,0 0 0 0 0,0 1 1 0 0,-1-1-1 0 0,0 1 0 0 0,5 11 0 0 0,-3-1-22 0 0,0-1-1 0 0,-1 2 1 0 0,-1-1-1 0 0,-1 0 1 0 0,0 1-1 0 0,1 27 0 0 0,-2 12 570 0 0,-3-56 164 0 0,2-33-621 0 0,1 15-207 0 0,1 1 0 0 0,1-1 1 0 0,0 1-1 0 0,1 0 0 0 0,1 0 0 0 0,0 1 0 0 0,1 0 0 0 0,0 0 1 0 0,1 1-1 0 0,1 0 0 0 0,0 0 0 0 0,14-12 0 0 0,-15 17-361 0 0,1 0 0 0 0,-1 0-1 0 0,1 2 1 0 0,1-1 0 0 0,-1 1-1 0 0,1 0 1 0 0,12-3 0 0 0,-11 5-657 0 0,0 0-1 0 0,0 1 1 0 0,0 1 0 0 0,0 0 0 0 0,0 0 0 0 0,1 2 0 0 0,18 0 0 0 0,1 2-3508 0 0,-17 0 1302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51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93 136 0 0,'2'0'461'0'0,"0"-1"-1"0"0,0 0 1 0 0,0 0-1 0 0,-1-1 1 0 0,1 1-1 0 0,0 0 1 0 0,0-1 0 0 0,-1 1-1 0 0,1-1 1 0 0,-1 1-1 0 0,1-1 1 0 0,-1 0 0 0 0,0 1-1 0 0,0-1 1 0 0,0 0-1 0 0,0 0 1 0 0,1-2-1 0 0,-1 2-223 0 0,-1 0 0 0 0,1 0 0 0 0,-1-1 0 0 0,0 1-1 0 0,0 0 1 0 0,1 0 0 0 0,-2 0 0 0 0,1-1-1 0 0,0 1 1 0 0,0 0 0 0 0,-1 0 0 0 0,1 0 0 0 0,-1 0-1 0 0,1 0 1 0 0,-1 0 0 0 0,0 0 0 0 0,0 0-1 0 0,-1-2 1 0 0,1 2-169 0 0,0 1-1 0 0,0-1 0 0 0,0 1 0 0 0,0-1 1 0 0,0 1-1 0 0,0 0 0 0 0,0 0 1 0 0,0-1-1 0 0,-1 1 0 0 0,1 0 1 0 0,0 0-1 0 0,-1 0 0 0 0,1 0 1 0 0,-1 1-1 0 0,1-1 0 0 0,-1 0 1 0 0,1 1-1 0 0,-1-1 0 0 0,0 1 1 0 0,1-1-1 0 0,-4 1 0 0 0,2 0-24 0 0,-1 0 0 0 0,1 0 0 0 0,0 1 0 0 0,0-1 1 0 0,0 1-1 0 0,0 0 0 0 0,0 0 0 0 0,0 0 0 0 0,0 0 0 0 0,-5 4 0 0 0,-5 3 30 0 0,1 1-1 0 0,0 0 1 0 0,-20 21 0 0 0,20-17-21 0 0,0 1 0 0 0,1 0 1 0 0,0 1-1 0 0,-14 27 0 0 0,20-33-33 0 0,1 0 0 0 0,0 0 0 0 0,0 0 0 0 0,1 0 0 0 0,0 1 0 0 0,1-1 0 0 0,0 1-1 0 0,1 0 1 0 0,0-1 0 0 0,0 14 0 0 0,1-20-12 0 0,1-1 1 0 0,-1 1-1 0 0,1-1 1 0 0,-1 1-1 0 0,1-1 0 0 0,0 0 1 0 0,0 1-1 0 0,0-1 1 0 0,0 0-1 0 0,0 1 0 0 0,1-1 1 0 0,-1 0-1 0 0,1 0 1 0 0,-1 0-1 0 0,1 0 0 0 0,0 0 1 0 0,0-1-1 0 0,2 3 1 0 0,1-1 1 0 0,-1 0 0 0 0,1-1 1 0 0,0 1-1 0 0,0-1 0 0 0,0 0 1 0 0,9 2-1 0 0,-12-4-10 0 0,0 1 1 0 0,0-1-1 0 0,0 0 0 0 0,0 0 0 0 0,0 0 1 0 0,0-1-1 0 0,0 1 0 0 0,0 0 1 0 0,-1-1-1 0 0,1 1 0 0 0,0-1 0 0 0,0 0 1 0 0,0 0-1 0 0,0 1 0 0 0,-1-1 0 0 0,1 0 1 0 0,2-2-1 0 0,22-21-57 0 0,-19 14 22 0 0,0 0 0 0 0,0-1-1 0 0,-1 1 1 0 0,0-1-1 0 0,-1-1 1 0 0,5-16-1 0 0,17-73 102 0 0,-24 88-19 0 0,0-1 47 0 0,9-27 33 0 0,-11 39-73 0 0,-2 27 398 0 0,-7 40 0 0 0,-2 8-258 0 0,10-60-185 0 0,-1 0 0 0 0,2 0 1 0 0,2 18-1 0 0,-3-28-171 0 0,0 0 0 0 0,1 0 0 0 0,0-1 0 0 0,-1 1 0 0 0,1-1 0 0 0,0 1 0 0 0,0-1 0 0 0,0 1 1 0 0,0-1-1 0 0,1 1 0 0 0,-1-1 0 0 0,1 0 0 0 0,-1 0 0 0 0,1 0 0 0 0,0 0 0 0 0,0 0 0 0 0,0 0 0 0 0,0 0 0 0 0,0-1 1 0 0,0 1-1 0 0,1-1 0 0 0,4 3 0 0 0,-4-3-483 0 0,0-1-1 0 0,0 1 1 0 0,0-1-1 0 0,1 0 1 0 0,-1 0 0 0 0,0 0-1 0 0,0 0 1 0 0,1-1 0 0 0,-1 1-1 0 0,6-3 1 0 0,6-3-3124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52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67 2340 0 0,'8'-55'9904'0'0,"-8"54"-9428"0"0,2-9 3349 0 0,-14 154-229 0 0,12-101-3517 0 0,-1-12-530 0 0,1-1-1 0 0,7 52 1 0 0,2-68-1669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52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80 112 700 0 0,'-10'-26'5902'0'0,"-22"-45"-1"0"0,25 58-5153 0 0,6 11-380 0 0,-2 2-323 0 0,3 0-89 0 0,-1 0-1 0 0,0 1 1 0 0,0-1 0 0 0,0 0 0 0 0,1 0-1 0 0,-1 0 1 0 0,0 1 0 0 0,0-1 0 0 0,0 0-1 0 0,1 1 1 0 0,-1-1 0 0 0,0 1-1 0 0,1-1 1 0 0,-1 1 0 0 0,0-1 0 0 0,1 1-1 0 0,-1-1 1 0 0,0 1 0 0 0,1 0 0 0 0,-1-1-1 0 0,1 1 1 0 0,0 0 0 0 0,-1 0 0 0 0,1-1-1 0 0,-1 1 1 0 0,1 0 0 0 0,0 0-1 0 0,-1 1 1 0 0,-4 30-3103 0 0,4-18 55 0 0,-1-2-645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52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51 1904 0 0,'4'14'4466'0'0,"2"12"-2419"0"0,5 23-89 0 0,6 62-1 0 0,-17-111-1951 0 0,1 6 112 0 0,0 1 1 0 0,-1-1-1 0 0,0 1 0 0 0,0-1 1 0 0,0 0-1 0 0,-1 1 0 0 0,-3 11 1 0 0,4-17-55 0 0,-1 0-56 0 0,0-1 1 0 0,1 1-1 0 0,-1-1 1 0 0,0 1-1 0 0,1-1 1 0 0,-1 0 0 0 0,0 0-1 0 0,0 1 1 0 0,1-1-1 0 0,-1 0 1 0 0,0 0 0 0 0,0 0-1 0 0,1 0 1 0 0,-1 0-1 0 0,0 0 1 0 0,0 0-1 0 0,0 0 1 0 0,1 0 0 0 0,-1 0-1 0 0,0 0 1 0 0,0 0-1 0 0,0 0 1 0 0,1-1-1 0 0,-1 1 1 0 0,0 0 0 0 0,0-1-1 0 0,1 1 1 0 0,-1-1-1 0 0,-1 0 1 0 0,-2-9-7 0 0,-1-1 0 0 0,2 1 0 0 0,0-1 0 0 0,0 0 0 0 0,0 0 0 0 0,2 0 0 0 0,-1 0 1 0 0,1 0-1 0 0,1 0 0 0 0,0-1 0 0 0,1 1 0 0 0,0 0 0 0 0,1 0 0 0 0,0 0 0 0 0,0 0 0 0 0,1 0 0 0 0,1 0 0 0 0,0 1 0 0 0,0 0 1 0 0,1 0-1 0 0,0 0 0 0 0,1 0 0 0 0,0 1 0 0 0,13-16 0 0 0,-15 22-7 0 0,-1-1-1 0 0,1 1 1 0 0,0 0 0 0 0,-1 0-1 0 0,1 1 1 0 0,1-1 0 0 0,-1 1-1 0 0,0 0 1 0 0,8-3 0 0 0,-8 4 24 0 0,0 0 0 0 0,1 0 1 0 0,-1 1-1 0 0,0-1 0 0 0,1 1 1 0 0,-1 0-1 0 0,0 0 1 0 0,1 0-1 0 0,-1 1 0 0 0,0 0 1 0 0,1 0-1 0 0,-1 0 0 0 0,0 0 1 0 0,0 0-1 0 0,0 1 0 0 0,0 0 1 0 0,0 0-1 0 0,0 0 1 0 0,0 0-1 0 0,-1 1 0 0 0,1-1 1 0 0,-1 1-1 0 0,1 0 0 0 0,-1 0 1 0 0,0 0-1 0 0,4 7 0 0 0,-1-1 66 0 0,0-1 0 0 0,-1 2-1 0 0,0-1 1 0 0,-1 1 0 0 0,0-1-1 0 0,0 1 1 0 0,-1 0 0 0 0,4 19-1 0 0,-2 16 72 0 0,-4-29-154 0 0,2 0 0 0 0,-1 1 0 0 0,10 27 0 0 0,-12-43-212 0 0,1 1 0 0 0,-1-1 0 0 0,1 0 0 0 0,0 1 0 0 0,0-1-1 0 0,0 0 1 0 0,0 0 0 0 0,0 0 0 0 0,0 1 0 0 0,0-1-1 0 0,0 0 1 0 0,0 0 0 0 0,0-1 0 0 0,1 1 0 0 0,-1 0 0 0 0,0 0-1 0 0,1 0 1 0 0,-1-1 0 0 0,0 1 0 0 0,1-1 0 0 0,-1 1 0 0 0,1-1-1 0 0,-1 0 1 0 0,1 1 0 0 0,-1-1 0 0 0,1 0 0 0 0,-1 0 0 0 0,1 0-1 0 0,-1 0 1 0 0,1 0 0 0 0,-1 0 0 0 0,1-1 0 0 0,-1 1-1 0 0,1-1 1 0 0,-1 1 0 0 0,1-1 0 0 0,-1 1 0 0 0,0-1 0 0 0,1 0-1 0 0,-1 1 1 0 0,0-1 0 0 0,2-1 0 0 0,8-5-3402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53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132 185 1944 0 0,'27'-184'14594'0'0,"-30"197"-11395"0"0,-12 86-1711 0 0,-3 25-589 0 0,-42 154 0 0 0,10-62-550 0 0,49-209-363 0 0,-3 8-619 0 0,1 1 1 0 0,1 0 0 0 0,0 29 0 0 0,2-44 492 0 0,0 0 1 0 0,0 0-1 0 0,1 0 1 0 0,-1 0-1 0 0,0 0 1 0 0,1 1 0 0 0,-1-1-1 0 0,1 0 1 0 0,-1 0-1 0 0,1 0 1 0 0,0 0-1 0 0,-1 0 1 0 0,1 0 0 0 0,0-1-1 0 0,0 1 1 0 0,0 0-1 0 0,-1 0 1 0 0,1 0 0 0 0,0-1-1 0 0,0 1 1 0 0,0 0-1 0 0,0-1 1 0 0,0 1-1 0 0,1-1 1 0 0,-1 0 0 0 0,0 1-1 0 0,0-1 1 0 0,0 0-1 0 0,0 1 1 0 0,0-1-1 0 0,1 0 1 0 0,-1 0 0 0 0,0 0-1 0 0,0 0 1 0 0,0 0-1 0 0,0 0 1 0 0,3-1-1 0 0,3 0-617 0 0,0 0 0 0 0,0 0 0 0 0,0-1 0 0 0,9-3-1 0 0,3-3-2321 0 0,27-15 0 0 0,-21 9-103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53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348 118 1928 0 0,'9'-10'1419'0'0,"-1"-1"1"0"0,-1 0-1 0 0,0 0 0 0 0,0-1 0 0 0,8-19 1 0 0,-15 30-1374 0 0,1 0 0 0 0,-1 1 1 0 0,0-1-1 0 0,1 0 0 0 0,-1 0 1 0 0,0 0-1 0 0,0 0 0 0 0,0 0 1 0 0,1 1-1 0 0,-1-1 0 0 0,0 0 1 0 0,0 0-1 0 0,0 0 0 0 0,0 0 1 0 0,-1 0-1 0 0,1 0 1 0 0,0 0-1 0 0,0 1 0 0 0,0-1 1 0 0,-1 0-1 0 0,1 0 0 0 0,0 0 1 0 0,-1 0-1 0 0,1 1 0 0 0,-2-2 1 0 0,1 1 1 0 0,0 0 1 0 0,0 0 0 0 0,-1 0 0 0 0,1 1-1 0 0,0-1 1 0 0,-1 0 0 0 0,1 1 0 0 0,0-1 0 0 0,-1 1-1 0 0,1 0 1 0 0,-1-1 0 0 0,1 1 0 0 0,0 0-1 0 0,-3 0 1 0 0,-1 0 53 0 0,0 0 0 0 0,-1 0-1 0 0,1 1 1 0 0,0 0 0 0 0,0 0-1 0 0,0 0 1 0 0,-7 2 0 0 0,4 1-5 0 0,0 0 0 0 0,1 1 1 0 0,-1 0-1 0 0,1 0 0 0 0,0 0 1 0 0,0 1-1 0 0,0 0 0 0 0,1 1 1 0 0,0-1-1 0 0,0 1 0 0 0,-7 13 1 0 0,10-16-34 0 0,1 0 1 0 0,0 0-1 0 0,0 1 1 0 0,1-1-1 0 0,-1 0 1 0 0,1 1-1 0 0,0-1 1 0 0,0 1-1 0 0,0-1 1 0 0,1 1-1 0 0,0-1 1 0 0,-1 1-1 0 0,2 0 1 0 0,-1-1-1 0 0,1 1 1 0 0,-1-1 0 0 0,1 1-1 0 0,0-1 1 0 0,1 1-1 0 0,-1-1 1 0 0,1 0-1 0 0,0 1 1 0 0,0-1-1 0 0,3 5 1 0 0,8 8 456 0 0,1 0 0 0 0,1-1 0 0 0,0 0 1 0 0,1-2-1 0 0,27 21 0 0 0,-32-26-299 0 0,-9-8-124 0 0,4 5 115 0 0,-5-6-124 0 0,-1 0 0 0 0,1 1 0 0 0,-1-1 1 0 0,1 0-1 0 0,-1 1 0 0 0,1-1 0 0 0,-1 1 0 0 0,1-1 1 0 0,-1 1-1 0 0,1-1 0 0 0,-1 1 0 0 0,1-1 0 0 0,-1 1 1 0 0,0-1-1 0 0,1 1 0 0 0,-1-1 0 0 0,0 1 0 0 0,0-1 1 0 0,1 1-1 0 0,-1 1 0 0 0,0-1 6 0 0,0 0-1 0 0,-1 0 1 0 0,1 0-1 0 0,0 0 1 0 0,-1 0 0 0 0,1 0-1 0 0,-1-1 1 0 0,1 1-1 0 0,-1 0 1 0 0,1 0 0 0 0,-1 0-1 0 0,1-1 1 0 0,-1 1-1 0 0,0 0 1 0 0,0 0 0 0 0,1-1-1 0 0,-1 1 1 0 0,0-1 0 0 0,0 1-1 0 0,0-1 1 0 0,0 1-1 0 0,0-1 1 0 0,1 1 0 0 0,-1-1-1 0 0,0 0 1 0 0,0 0-1 0 0,-1 1 1 0 0,-35 6 1223 0 0,26-6-1131 0 0,-24 4 228 0 0,0-2 0 0 0,-52-2 0 0 0,25-2-344 0 0,57 2-265 0 0,1-2-1 0 0,-1 1 0 0 0,1-1 0 0 0,-1 1 0 0 0,0-1 0 0 0,1 0 0 0 0,-1-1 0 0 0,1 1 1 0 0,0-1-1 0 0,-1 0 0 0 0,1 0 0 0 0,0 0 0 0 0,0-1 0 0 0,-7-5 0 0 0,9 6-321 0 0,-1-1-1 0 0,1 0 1 0 0,0 1-1 0 0,0-1 1 0 0,0 0-1 0 0,0 0 1 0 0,1 0-1 0 0,-1 0 1 0 0,1-1-1 0 0,0 1 1 0 0,0 0-1 0 0,0 0 1 0 0,0-1-1 0 0,0 1 1 0 0,1-1-1 0 0,0 1 1 0 0,-1-1-1 0 0,1 1 1 0 0,0-1-1 0 0,2-5 1 0 0,1-5-3821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53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215 138 400 0 0,'-6'-3'937'0'0,"-64"-27"7110"0"0,-67-39-1 0 0,136 68-8024 0 0,1 1 0 0 0,0-1 0 0 0,0 1-1 0 0,0-1 1 0 0,0 1 0 0 0,-1-1 0 0 0,1 0 0 0 0,0 1-1 0 0,0-1 1 0 0,0 1 0 0 0,0-1 0 0 0,0 1-1 0 0,0-1 1 0 0,0 1 0 0 0,1-1 0 0 0,-1 1 0 0 0,0-1-1 0 0,0 1 1 0 0,0-1 0 0 0,0 1 0 0 0,1-1 0 0 0,-1 1-1 0 0,0-1 1 0 0,1 1 0 0 0,-1-1 0 0 0,0 1-1 0 0,1-1 1 0 0,-1 1 0 0 0,0 0 0 0 0,1-1 0 0 0,-1 1-1 0 0,1 0 1 0 0,-1-1 0 0 0,1 1 0 0 0,-1 0 0 0 0,1-1-1 0 0,13-3 41 0 0,1 0-1 0 0,-1 1 0 0 0,0 0 1 0 0,1 1-1 0 0,-1 1 1 0 0,1 0-1 0 0,15 2 0 0 0,-9-1-30 0 0,264 11-425 0 0,-95 8-3234 0 0,-113-10 404 0 0,-33-7-1944 0 0,-27-1 1228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56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232 184 672 0 0,'0'-10'10897'0'0,"0"3"-10786"0"0,0 0 0 0 0,0 0 0 0 0,1 1 0 0 0,0-1 0 0 0,0 0 0 0 0,0 1 1 0 0,1-1-1 0 0,0 1 0 0 0,0-1 0 0 0,1 1 0 0 0,0 0 0 0 0,0 0 0 0 0,0 0 0 0 0,1 0 0 0 0,0 0 0 0 0,0 1 0 0 0,0 0 0 0 0,1 0 0 0 0,0 0 0 0 0,0 0 1 0 0,8-5-1 0 0,-6 5-121 0 0,0 1 0 0 0,1 0 1 0 0,0 0-1 0 0,0 0 1 0 0,0 1-1 0 0,0 0 1 0 0,1 1-1 0 0,-1 0 0 0 0,1 0 1 0 0,0 1-1 0 0,-1 0 1 0 0,1 0-1 0 0,14 2 1 0 0,-19-1 4 0 0,0 0 0 0 0,0 1 1 0 0,0 0-1 0 0,0 0 0 0 0,0 0 1 0 0,0 0-1 0 0,0 1 1 0 0,0-1-1 0 0,-1 1 0 0 0,1 0 1 0 0,-1 0-1 0 0,1 0 0 0 0,-1 1 1 0 0,0-1-1 0 0,0 1 1 0 0,0 0-1 0 0,0 0 0 0 0,0 0 1 0 0,-1 0-1 0 0,1 0 0 0 0,-1 1 1 0 0,0-1-1 0 0,0 1 1 0 0,0 0-1 0 0,0-1 0 0 0,-1 1 1 0 0,1 0-1 0 0,-1 0 0 0 0,0 0 1 0 0,-1 0-1 0 0,2 4 1 0 0,-2 2 7 0 0,0 0 1 0 0,0 0-1 0 0,0 0 1 0 0,-2 0-1 0 0,1 0 1 0 0,-1 0-1 0 0,-1 0 0 0 0,1-1 1 0 0,-2 1-1 0 0,1-1 1 0 0,-7 12-1 0 0,-4 6 32 0 0,-2-1 0 0 0,-25 34 0 0 0,15-27-59 0 0,-1-2 0 0 0,-1-1 0 0 0,-57 46 0 0 0,-111 60 46 0 0,141-103 239 0 0,53-31-226 0 0,136-3 23 0 0,275 6-62 0 0,-339-2-1306 0 0,-27-5-5730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56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26 120 1396 0 0,'-25'-63'9760'0'0,"25"62"-9725"0"0,0 1 0 0 0,-1 0 0 0 0,1-1 0 0 0,0 1 0 0 0,0 0 0 0 0,0-1 0 0 0,0 1 0 0 0,0 0-1 0 0,0-1 1 0 0,0 1 0 0 0,0 0 0 0 0,0-1 0 0 0,0 1 0 0 0,0 0 0 0 0,0-1 0 0 0,0 1 0 0 0,0 0 0 0 0,0-1 0 0 0,1 1 0 0 0,-1 0 0 0 0,0-1 0 0 0,0 1 0 0 0,0 0 0 0 0,0-1 0 0 0,1 1 0 0 0,-1 0 0 0 0,0-1 0 0 0,0 1 0 0 0,1 0 0 0 0,-1 0 0 0 0,0-1 0 0 0,0 1 0 0 0,1 0 0 0 0,-1 0 0 0 0,1-1 0 0 0,16-1 478 0 0,11 7-217 0 0,-22-3-250 0 0,-1 1 0 0 0,1-1 1 0 0,-1 1-1 0 0,0 0 0 0 0,0 0 1 0 0,0 1-1 0 0,0-1 0 0 0,-1 1 1 0 0,1 0-1 0 0,-1 0 0 0 0,0 1 0 0 0,-1-1 1 0 0,1 1-1 0 0,-1 0 0 0 0,1 0 1 0 0,-2 0-1 0 0,1 0 0 0 0,0 1 0 0 0,-1-1 1 0 0,0 1-1 0 0,0-1 0 0 0,-1 1 1 0 0,0 0-1 0 0,0 0 0 0 0,0 0 1 0 0,-1 0-1 0 0,0 10 0 0 0,0-5-9 0 0,-1-1-1 0 0,0 0 1 0 0,0 0-1 0 0,-1 0 1 0 0,-1 0 0 0 0,0 0-1 0 0,0 0 1 0 0,-1 0-1 0 0,0-1 1 0 0,-1 0-1 0 0,0 0 1 0 0,0 0 0 0 0,-1 0-1 0 0,0-1 1 0 0,-8 8-1 0 0,-29 21 472 0 0,41-36-397 0 0,-1 0 1 0 0,2-1-108 0 0,1 0 0 0 0,-1 0 1 0 0,1 0-1 0 0,-1 0 0 0 0,1 1 1 0 0,-1-1-1 0 0,1 0 1 0 0,-1 0-1 0 0,1 0 0 0 0,-1 0 1 0 0,1 0-1 0 0,-1 0 0 0 0,1 0 1 0 0,-1 0-1 0 0,1-1 1 0 0,-1 1-1 0 0,1 0 0 0 0,-1 0 1 0 0,1 0-1 0 0,-1-1 0 0 0,0-2 7 0 0,1 1 1 0 0,0-1-1 0 0,0 0 0 0 0,0 0 0 0 0,0 1 0 0 0,1-1 0 0 0,-1 0 0 0 0,1 0 0 0 0,0 1 0 0 0,-1-1 0 0 0,1 1 0 0 0,0-1 0 0 0,1 1 0 0 0,-1-1 0 0 0,0 1 0 0 0,1-1 0 0 0,1-1 0 0 0,35-45 42 0 0,-29 38-40 0 0,31-31 4 0 0,85-72 0 0 0,-11 11-65 0 0,-113 103 48 0 0,-1 0 0 0 0,0 0 0 0 0,0-1 0 0 0,1 1 0 0 0,-1 0 0 0 0,0 0 0 0 0,0 0 0 0 0,1-1 0 0 0,-1 1 0 0 0,0 0-1 0 0,0 0 1 0 0,0 0 0 0 0,1-1 0 0 0,-1 1 0 0 0,0 0 0 0 0,0-1 0 0 0,0 1 0 0 0,0 0 0 0 0,0 0 0 0 0,1-1 0 0 0,-1 1 0 0 0,0 0 0 0 0,0-1 0 0 0,0 1 0 0 0,0 0 0 0 0,0-1-1 0 0,0 1 1 0 0,0 0 0 0 0,0 0 0 0 0,0-1 0 0 0,0 1 0 0 0,0 0 0 0 0,0-1 0 0 0,-1 1 0 0 0,1 0 0 0 0,0-1 0 0 0,0 1 0 0 0,0 0 0 0 0,0 0 0 0 0,0-1 0 0 0,-1 1 0 0 0,1 0-1 0 0,0 0 1 0 0,0-1 0 0 0,0 1 0 0 0,-1 0 0 0 0,1 0 0 0 0,0 0 0 0 0,0-1 0 0 0,-1 1 0 0 0,1 0 0 0 0,0 0 0 0 0,0 0 0 0 0,-1 0 0 0 0,1 0 0 0 0,0 0 0 0 0,-1-1 0 0 0,1 1 0 0 0,0 0-1 0 0,-1 0 1 0 0,1 0 0 0 0,0 0 0 0 0,-1 0 0 0 0,-18-1 17 0 0,8 4-14 0 0,0 0 0 0 0,0 1-1 0 0,0 0 1 0 0,0 1-1 0 0,1 0 1 0 0,0 0 0 0 0,-13 10-1 0 0,0 2-2 0 0,-37 34 1 0 0,53-45-6 0 0,0 1 0 0 0,1 0 0 0 0,0 0 0 0 0,0 0 0 0 0,1 1 0 0 0,0 0 0 0 0,0 0 0 0 0,-5 15 0 0 0,9-20 7 0 0,0 0 0 0 0,0 0 1 0 0,0 1-1 0 0,0-1 1 0 0,1 0-1 0 0,0 0 0 0 0,-1 1 1 0 0,1-1-1 0 0,1 0 1 0 0,-1 1-1 0 0,0-1 0 0 0,1 0 1 0 0,-1 0-1 0 0,1 1 1 0 0,0-1-1 0 0,0 0 0 0 0,1 0 1 0 0,-1 0-1 0 0,1 0 1 0 0,-1 0-1 0 0,1 0 0 0 0,0-1 1 0 0,0 1-1 0 0,0 0 1 0 0,0-1-1 0 0,0 0 0 0 0,6 5 1 0 0,5 2-122 0 0,0-1-1 0 0,1-1 1 0 0,0 0 0 0 0,1 0 0 0 0,-1-1-1 0 0,1-1 1 0 0,0-1 0 0 0,1 0 0 0 0,-1-1 0 0 0,22 2-1 0 0,-11-6-3420 0 0,-8-2-1227 0 0,4 2 555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57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41 568 0 0,'6'-25'11299'0'0,"-5"9"-5348"0"0,-6 24-3766 0 0,-11 38-2462 0 0,12-32 964 0 0,-32 116-110 0 0,8-27-396 0 0,19-69-87 0 0,-10 25-4061 0 0,18-49 2020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57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2768 0 0,'7'-33'11479'0'0,"-7"32"-11330"0"0,0 0 0 0 0,1 0-1 0 0,-1 0 1 0 0,0 0 0 0 0,1 0 0 0 0,-1 0 0 0 0,1 0 0 0 0,-1 1 0 0 0,1-1 0 0 0,0 0 0 0 0,-1 0 0 0 0,1 0 0 0 0,0 1 0 0 0,-1-1 0 0 0,1 0 0 0 0,0 1 0 0 0,0-1 0 0 0,0 0-1 0 0,1 0 1 0 0,25-8 1175 0 0,-8 6-1109 0 0,29 1 0 0 0,-28 1 98 0 0,97-6 10 0 0,43-4-758 0 0,-55 1-3512 0 0,-104 10 3793 0 0,16-3-1599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57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18 1692 0 0,'-13'-8'5965'0'0,"12"7"-5668"0"0,0 0 0 0 0,1 0 0 0 0,-1 1 0 0 0,0-1 0 0 0,1 0 0 0 0,-1 1 0 0 0,0-1-1 0 0,0 1 1 0 0,0-1 0 0 0,1 1 0 0 0,-1-1 0 0 0,0 1 0 0 0,0 0 0 0 0,0-1 0 0 0,0 1 0 0 0,0 0 0 0 0,0 0 0 0 0,0-1 0 0 0,-2 1 0 0 0,3 0-145 0 0,-1 1-1 0 0,0-1 1 0 0,1 0-1 0 0,-1 1 1 0 0,1-1 0 0 0,-1 1-1 0 0,1-1 1 0 0,-1 0-1 0 0,1 1 1 0 0,-1-1 0 0 0,1 1-1 0 0,-1-1 1 0 0,1 1-1 0 0,0 0 1 0 0,-1-1-1 0 0,1 1 1 0 0,0-1 0 0 0,-1 1-1 0 0,1 0 1 0 0,0-1-1 0 0,0 2 1 0 0,-2 7 404 0 0,0 0 0 0 0,1 0 0 0 0,0 15 0 0 0,1-5-55 0 0,-28 244-124 0 0,27-246-1385 0 0,0 0 0 0 0,3 22 0 0 0,-1-31-1074 0 0,0 1-1 0 0,1 0 0 0 0,4 12 1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58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0 127 1056 0 0,'4'-9'1595'0'0,"0"0"0"0"0,1 0 1 0 0,0 0-1 0 0,1 1 0 0 0,11-16 0 0 0,-13 21-1355 0 0,0-1-1 0 0,0 1 1 0 0,0 0-1 0 0,0 0 1 0 0,0 1-1 0 0,1-1 1 0 0,-1 1-1 0 0,1 0 1 0 0,-1 0-1 0 0,1 0 0 0 0,0 0 1 0 0,0 1-1 0 0,9-1 1 0 0,-6 1-110 0 0,0 0 1 0 0,0 1-1 0 0,0 0 0 0 0,0 0 1 0 0,0 1-1 0 0,0 1 0 0 0,0-1 1 0 0,0 1-1 0 0,0 0 0 0 0,-1 1 1 0 0,1 0-1 0 0,-1 0 0 0 0,1 0 1 0 0,-1 1-1 0 0,0 0 0 0 0,12 10 1 0 0,-16-11-90 0 0,1 0 1 0 0,-1 1-1 0 0,1-1 1 0 0,-1 1-1 0 0,-1-1 1 0 0,1 1-1 0 0,0 0 0 0 0,-1 0 1 0 0,0 0-1 0 0,0 0 1 0 0,0 1-1 0 0,0-1 1 0 0,-1 1-1 0 0,1-1 1 0 0,-1 1-1 0 0,0-1 1 0 0,-1 1-1 0 0,1 0 1 0 0,-1-1-1 0 0,0 1 1 0 0,0 0-1 0 0,-1-1 1 0 0,1 1-1 0 0,-1 0 1 0 0,0-1-1 0 0,0 1 1 0 0,0-1-1 0 0,-1 1 1 0 0,0-1-1 0 0,-2 5 1 0 0,-5 7 5 0 0,-1-1 0 0 0,-1 0 0 0 0,0 0 0 0 0,-1-1 1 0 0,0 0-1 0 0,-1-1 0 0 0,-1-1 0 0 0,0 0 1 0 0,0-1-1 0 0,-20 11 0 0 0,28-17-14 0 0,3-3-19 0 0,1 0-1 0 0,-1-1 0 0 0,0 1 0 0 0,1-1 0 0 0,-1 0 0 0 0,0 0 0 0 0,-5 2 0 0 0,6-5-44 0 0,4-5-2 0 0,5-6-13 0 0,-7 12 43 0 0,16-18-70 0 0,1 2 0 0 0,1 0 0 0 0,0 1 0 0 0,22-15 0 0 0,-19 15 50 0 0,66-48-22 0 0,53-44 33 0 0,-137 106 12 0 0,0 0 1 0 0,-1-1-1 0 0,0 1 1 0 0,0-1-1 0 0,0 1 1 0 0,0-1-1 0 0,0 0 0 0 0,0 0 1 0 0,-1 0-1 0 0,1 0 1 0 0,-1 0-1 0 0,0 0 1 0 0,2-6-1 0 0,-3 8 0 0 0,-1 0 0 0 0,1 0 0 0 0,0 0 0 0 0,0 1 0 0 0,-1-1 0 0 0,1 0 0 0 0,0 0 0 0 0,-1 1 0 0 0,1-1 0 0 0,-1 0 0 0 0,1 0 0 0 0,-1 1 0 0 0,1-1 0 0 0,-1 0 0 0 0,0 1 0 0 0,1-1 0 0 0,-1 1 1 0 0,0-1-1 0 0,1 1 0 0 0,-1-1 0 0 0,0 1 0 0 0,0-1 0 0 0,0 1 0 0 0,1 0 0 0 0,-1 0 0 0 0,0-1 0 0 0,-1 1 0 0 0,-2-1 1 0 0,0-1 1 0 0,1 2 0 0 0,-1-1 0 0 0,0 0-1 0 0,0 1 1 0 0,-6 0 0 0 0,-4 1 10 0 0,0 1 0 0 0,-1 1 1 0 0,1 0-1 0 0,0 1 0 0 0,1 0 0 0 0,-1 1 1 0 0,1 1-1 0 0,0 0 0 0 0,0 1 1 0 0,-16 12-1 0 0,22-15 3 0 0,1 1 1 0 0,1 0 0 0 0,-1 1-1 0 0,1-1 1 0 0,0 1-1 0 0,0 0 1 0 0,0 0-1 0 0,1 1 1 0 0,-6 11-1 0 0,8-13-2 0 0,0 0 0 0 0,0 1 0 0 0,1-1 0 0 0,-1 1 0 0 0,1-1 0 0 0,0 1 0 0 0,1 0-1 0 0,0-1 1 0 0,0 1 0 0 0,0 0 0 0 0,0 0 0 0 0,1-1 0 0 0,0 1 0 0 0,2 7 0 0 0,0-4 10 0 0,0 0 1 0 0,0-1 0 0 0,1 0 0 0 0,0 0 0 0 0,1 0-1 0 0,0 0 1 0 0,0 0 0 0 0,0-1 0 0 0,1 0 0 0 0,0 0-1 0 0,1-1 1 0 0,-1 1 0 0 0,1-1 0 0 0,1-1 0 0 0,-1 1-1 0 0,1-1 1 0 0,-1-1 0 0 0,13 6 0 0 0,-10-6-381 0 0,0 0 0 0 0,0-1 1 0 0,0 0-1 0 0,0-1 0 0 0,1 0 0 0 0,18 0 1 0 0,-19-1-778 0 0,1-2 0 0 0,-1 0-1 0 0,1 0 1 0 0,-1 0 0 0 0,0-2 0 0 0,0 1 0 0 0,11-5 0 0 0,-4 0-3428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58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40 984 0 0,'-13'-18'11292'0'0,"13"17"-11120"0"0,-1 1 0 0 0,1-1-1 0 0,0 1 1 0 0,0-1 0 0 0,0 1 0 0 0,0 0-1 0 0,0-1 1 0 0,-1 1 0 0 0,1-1 0 0 0,0 1-1 0 0,0-1 1 0 0,0 1 0 0 0,0-1-1 0 0,0 1 1 0 0,0-1 0 0 0,0 1 0 0 0,1-1-1 0 0,1-1-33 0 0,1 0 0 0 0,0 1 0 0 0,0-1 0 0 0,0 1 0 0 0,0 0 0 0 0,0 0 0 0 0,0 0 0 0 0,0 1-1 0 0,0-1 1 0 0,0 1 0 0 0,0-1 0 0 0,0 1 0 0 0,1 0 0 0 0,-1 0 0 0 0,0 1 0 0 0,0-1 0 0 0,0 0-1 0 0,0 1 1 0 0,4 1 0 0 0,4 1 7 0 0,1 0 0 0 0,-1 0 0 0 0,0 2-1 0 0,12 5 1 0 0,-19-8-79 0 0,-1 0 1 0 0,1 0-1 0 0,0 1 1 0 0,-1-1-1 0 0,0 1 1 0 0,0 0-1 0 0,0 0 1 0 0,0 0-1 0 0,0 0 0 0 0,0 0 1 0 0,-1 1-1 0 0,0-1 1 0 0,1 1-1 0 0,-1-1 1 0 0,-1 1-1 0 0,1 0 1 0 0,0 0-1 0 0,-1 0 0 0 0,0 0 1 0 0,1 6-1 0 0,-2-5 53 0 0,1 1-1 0 0,-1 0 0 0 0,-1 0 0 0 0,1 0 0 0 0,-1-1 1 0 0,0 1-1 0 0,0 0 0 0 0,-1-1 0 0 0,0 1 0 0 0,0-1 1 0 0,0 1-1 0 0,-1-1 0 0 0,1 0 0 0 0,-5 5 0 0 0,-10 14 332 0 0,-1-1 0 0 0,-1-1-1 0 0,-1-1 1 0 0,-36 30 0 0 0,24-23-154 0 0,8-4-186 0 0,16-16-90 0 0,6-6 3 0 0,8 9 27 0 0,-2-10-44 0 0,0 1 0 0 0,0 0 0 0 0,0-1-1 0 0,0 0 1 0 0,0 0 0 0 0,1 0 0 0 0,-1-1 0 0 0,0 1 0 0 0,0-1 0 0 0,1 0-1 0 0,6-1 1 0 0,3 2 37 0 0,351 16-216 0 0,-122-7-2824 0 0,-213-9 2010 0 0,18 0-1956 0 0,-21 3-6708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5:59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11 156 0 0,'24'-11'14609'0'0,"-24"11"-14555"0"0,-10 11 504 0 0,-16 11-496 0 0,-223 185 459 0 0,237-197-516 0 0,-19 21 11 0 0,29-28-9 0 0,1-1-1 0 0,-1 0 1 0 0,1 1-1 0 0,0 0 1 0 0,-1-1 0 0 0,1 1-1 0 0,0 0 1 0 0,1-1-1 0 0,-1 1 1 0 0,0 0-1 0 0,1 0 1 0 0,0 0-1 0 0,-1 3 1 0 0,2-4-1 0 0,0 1 0 0 0,0-1 1 0 0,0 1-1 0 0,1-1 0 0 0,-1 0 1 0 0,0 0-1 0 0,1 1 0 0 0,0-1 1 0 0,-1 0-1 0 0,1 0 0 0 0,0 0 1 0 0,0-1-1 0 0,0 1 0 0 0,0 0 1 0 0,0-1-1 0 0,1 1 0 0 0,2 0 1 0 0,16 9 12 0 0,-1-2 1 0 0,1 0 0 0 0,1-1-1 0 0,0-2 1 0 0,0 0 0 0 0,39 5-1 0 0,23 7-730 0 0,-10-2-5851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00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2768 0 0,'-3'1'1754'0'0,"1"-1"-1179"0"0,-1 0-1 0 0,0 0 1 0 0,0 1 0 0 0,0 0 0 0 0,1 0 0 0 0,-1-1 0 0 0,0 1-1 0 0,1 1 1 0 0,-5 1 0 0 0,6-2-446 0 0,1 0 0 0 0,-1-1-1 0 0,0 1 1 0 0,1 0 0 0 0,-1 0 0 0 0,1 0-1 0 0,-1-1 1 0 0,1 1 0 0 0,-1 0 0 0 0,1 0-1 0 0,0 0 1 0 0,-1 0 0 0 0,1 0 0 0 0,0 0 0 0 0,0 0-1 0 0,0 0 1 0 0,-1 0 0 0 0,1 0 0 0 0,0 0-1 0 0,0 0 1 0 0,1 0 0 0 0,-1 0 0 0 0,0 0-1 0 0,0 0 1 0 0,0 0 0 0 0,1 0 0 0 0,-1 0-1 0 0,0 0 1 0 0,1-1 0 0 0,-1 1 0 0 0,1 0-1 0 0,-1 0 1 0 0,2 1 0 0 0,3 5 70 0 0,-1 0 1 0 0,1-1-1 0 0,0 0 0 0 0,1 0 0 0 0,-1 0 1 0 0,1-1-1 0 0,1 0 0 0 0,-1 0 0 0 0,11 6 1 0 0,8 3-44 0 0,33 14 1 0 0,-27-15-1122 0 0,0-1 1 0 0,35 8 0 0 0,23-4-6456 0 0,-63-13 3183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00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170 119 932 0 0,'18'-118'17555'0'0,"-21"129"-16884"0"0,1 0-1 0 0,-9 19 1 0 0,0 2-145 0 0,-129 452 177 0 0,123-409-4406 0 0,13-25-5881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00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64 143 1528 0 0,'0'-3'2517'0'0,"-5"-34"6409"0"0,-14 73-5097 0 0,10-10-3337 0 0,1 0 1 0 0,1 1-1 0 0,1 0 1 0 0,2 1-1 0 0,-2 50 1 0 0,7-68-472 0 0,-1-1 0 0 0,1 1 0 0 0,1-1 0 0 0,0 0 0 0 0,0 1 0 0 0,1-1 0 0 0,0 0 0 0 0,9 16 0 0 0,-8-18 2 0 0,0-1 0 0 0,0 0 1 0 0,0-1-1 0 0,1 1 0 0 0,0-1 0 0 0,0 0 0 0 0,1 0 0 0 0,0-1 1 0 0,-1 1-1 0 0,1-1 0 0 0,1-1 0 0 0,-1 1 0 0 0,8 3 1 0 0,-6-4-12 0 0,1 0 0 0 0,-1 0 1 0 0,1-1-1 0 0,-1 0 1 0 0,1 0-1 0 0,0-1 1 0 0,0-1-1 0 0,-1 1 1 0 0,1-1-1 0 0,0 0 1 0 0,0-1-1 0 0,0 0 1 0 0,-1-1-1 0 0,1 0 1 0 0,0 0-1 0 0,-1-1 1 0 0,0 0-1 0 0,0 0 0 0 0,1-1 1 0 0,-2 0-1 0 0,1 0 1 0 0,0-1-1 0 0,-1 0 1 0 0,0 0-1 0 0,0-1 1 0 0,-1 0-1 0 0,0 0 1 0 0,0-1-1 0 0,0 1 1 0 0,0-1-1 0 0,-1-1 1 0 0,-1 1-1 0 0,7-13 1 0 0,-5 9-13 0 0,-1-1 1 0 0,-1 1 0 0 0,0-1-1 0 0,0 1 1 0 0,-1-1 0 0 0,-1 0-1 0 0,0 0 1 0 0,-1-1 0 0 0,0 1-1 0 0,0 0 1 0 0,-2 0 0 0 0,1-1-1 0 0,-2 1 1 0 0,0 0 0 0 0,0 0-1 0 0,-7-20 1 0 0,4 18-6 0 0,-2 1 1 0 0,1 0-1 0 0,-2 0 1 0 0,0 0-1 0 0,0 1 1 0 0,-1 0-1 0 0,-1 1 1 0 0,0 0-1 0 0,0 0 0 0 0,-1 1 1 0 0,0 0-1 0 0,-1 1 1 0 0,0 1-1 0 0,-1 0 1 0 0,-21-11-1 0 0,29 17-32 0 0,1 0 0 0 0,-1 0-1 0 0,0 0 1 0 0,1 1 0 0 0,-1 0 0 0 0,0 0-1 0 0,0 0 1 0 0,1 1 0 0 0,-1-1 0 0 0,0 1-1 0 0,0 1 1 0 0,0-1 0 0 0,0 0 0 0 0,0 1-1 0 0,-7 2 1 0 0,9-2-123 0 0,1 0 1 0 0,-1 0-1 0 0,0 0 1 0 0,1 1-1 0 0,-1-1 1 0 0,1 0-1 0 0,-1 1 1 0 0,1 0-1 0 0,0 0 1 0 0,-1 0-1 0 0,1 0 1 0 0,0 0-1 0 0,0 0 1 0 0,1 0-1 0 0,-1 1 0 0 0,0-1 1 0 0,1 1-1 0 0,-1-1 1 0 0,1 1-1 0 0,0 0 1 0 0,0-1-1 0 0,0 1 1 0 0,0 0-1 0 0,1 0 1 0 0,-1 0-1 0 0,1 0 1 0 0,-1 3-1 0 0,1-1-877 0 0,0 0-1 0 0,0 0 1 0 0,1 1 0 0 0,-1-1-1 0 0,1 0 1 0 0,3 9 0 0 0,2 0-4866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01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54 816 0 0,'5'-12'4040'0'0,"-1"-1"0"0"0,2-15 4021 0 0,-13 57-5397 0 0,-11 64-2109 0 0,14-60-328 0 0,-1 0-32 0 0,1 37 0 0 0,4-61-170 0 0,0 0 1 0 0,0 0-1 0 0,2 0 0 0 0,-1 0 1 0 0,1-1-1 0 0,0 1 1 0 0,0 0-1 0 0,1-1 1 0 0,5 10-1 0 0,-7-15-20 0 0,1-1 0 0 0,-1 1 1 0 0,1-1-1 0 0,0 0 0 0 0,0 1 0 0 0,0-1 0 0 0,0 0 0 0 0,0 0 0 0 0,0 0 0 0 0,0 0 0 0 0,1-1 0 0 0,-1 1 1 0 0,1-1-1 0 0,-1 1 0 0 0,1-1 0 0 0,-1 0 0 0 0,1 0 0 0 0,0 0 0 0 0,0 0 0 0 0,0-1 0 0 0,0 1 0 0 0,-1-1 1 0 0,1 1-1 0 0,0-1 0 0 0,0 0 0 0 0,0 0 0 0 0,0 0 0 0 0,0-1 0 0 0,0 1 0 0 0,0-1 0 0 0,-1 0 0 0 0,1 1 0 0 0,5-4 1 0 0,1 1-10 0 0,-1-1 0 0 0,0 0 0 0 0,0-1 0 0 0,0 0 0 0 0,0 0 0 0 0,-1-1 0 0 0,0 0 0 0 0,0 0 0 0 0,9-11 0 0 0,-4 2-23 0 0,-2 0 1 0 0,0 0-1 0 0,0-1 0 0 0,11-30 0 0 0,19-69 9 0 0,-22 56 68 0 0,-17 56-76 0 0,0-5-4 0 0,0 6 60 0 0,-1 4 58 0 0,2 12 55 0 0,-1 0-1 0 0,0 1 0 0 0,-1-1 0 0 0,-2 21 1 0 0,-1 1 22 0 0,2 24-702 0 0,3 0-1 0 0,13 83 1 0 0,-8-101-2972 0 0,3-1 0 0 0,16 46 0 0 0,-9-39-3966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05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1 107 600 0 0,'0'-6'2532'0'0,"-1"2"-1450"0"0,1 1 0 0 0,1 0 0 0 0,-1-1-1 0 0,0 1 1 0 0,1 0 0 0 0,1-7 0 0 0,-1 9-1019 0 0,0-1 0 0 0,-1 1 0 0 0,1-1 0 0 0,0 1 0 0 0,1 0 0 0 0,-1-1 0 0 0,0 1 1 0 0,0 0-1 0 0,1 0 0 0 0,-1 0 0 0 0,0 0 0 0 0,1 0 0 0 0,-1 0 0 0 0,1 0 0 0 0,-1 0 1 0 0,3 0-1 0 0,6-3-28 0 0,-1 1 0 0 0,1 0 0 0 0,0 0 0 0 0,0 1 0 0 0,0 1 1 0 0,0 0-1 0 0,0 0 0 0 0,0 1 0 0 0,0 0 0 0 0,0 1 0 0 0,0 0 1 0 0,0 0-1 0 0,0 1 0 0 0,0 1 0 0 0,0-1 0 0 0,-1 2 0 0 0,1-1 0 0 0,-1 1 1 0 0,0 1-1 0 0,0 0 0 0 0,0 0 0 0 0,-1 1 0 0 0,0 0 0 0 0,0 0 0 0 0,0 0 1 0 0,-1 1-1 0 0,12 15 0 0 0,-17-19-31 0 0,1 1 1 0 0,-1 0-1 0 0,0-1 0 0 0,-1 1 1 0 0,1 0-1 0 0,-1 0 1 0 0,1 0-1 0 0,-1 0 0 0 0,0 1 1 0 0,0-1-1 0 0,-1 0 1 0 0,0 0-1 0 0,1 0 0 0 0,-1 1 1 0 0,-1-1-1 0 0,1 0 1 0 0,-1 0-1 0 0,1 1 0 0 0,-1-1 1 0 0,0 0-1 0 0,-1 0 1 0 0,1 0-1 0 0,-1 0 0 0 0,-2 4 1 0 0,-5 8 10 0 0,0-1 0 0 0,-1 0 0 0 0,-1-1 1 0 0,-16 18-1 0 0,21-26-2 0 0,-17 18 330 0 0,24-26-339 0 0,-1-1 1 0 0,1 1-1 0 0,0-1 0 0 0,0 1 1 0 0,0 0-1 0 0,0-1 0 0 0,0 1 1 0 0,1 0-1 0 0,-1 0 0 0 0,1 0 1 0 0,3-4-1 0 0,25-25 15 0 0,-23 24-11 0 0,19-19-33 0 0,16-15 120 0 0,-1-2-1 0 0,38-54 1 0 0,-75 92-72 0 0,-1 0 0 0 0,-1-1 1 0 0,1 1-1 0 0,-1 0 0 0 0,0-1 0 0 0,0 1 1 0 0,0-1-1 0 0,0-7 0 0 0,-2 12-21 0 0,0 1-2 0 0,0-1 1 0 0,0 1-1 0 0,0-1 1 0 0,0 0 0 0 0,0 1-1 0 0,0-1 1 0 0,0 1-1 0 0,0-1 1 0 0,0 0-1 0 0,0 1 1 0 0,-1-1 0 0 0,1 1-1 0 0,0-1 1 0 0,0 0-1 0 0,-1 1 1 0 0,1-1 0 0 0,0 1-1 0 0,-1-1 1 0 0,1 1-1 0 0,-1-1 1 0 0,1 1-1 0 0,0 0 1 0 0,-1-1 0 0 0,1 1-1 0 0,-1-1 1 0 0,1 1-1 0 0,-1 0 1 0 0,0 0 0 0 0,1-1-1 0 0,-1 1 1 0 0,1 0-1 0 0,-1 0 1 0 0,0 0-1 0 0,1-1 1 0 0,-1 1 0 0 0,1 0-1 0 0,-1 0 1 0 0,0 0-1 0 0,1 0 1 0 0,-1 0 0 0 0,1 0-1 0 0,-1 0 1 0 0,0 0-1 0 0,1 1 1 0 0,-1-1 0 0 0,1 0-1 0 0,-1 0 1 0 0,-1 1-1 0 0,-6 5-17 0 0,1 0 0 0 0,-1 1 0 0 0,1 0 0 0 0,1 0 0 0 0,-1 1 0 0 0,1 0 0 0 0,0 0 0 0 0,-8 15 0 0 0,7-9 10 0 0,1 0 0 0 0,0 0-1 0 0,0 1 1 0 0,2 0 0 0 0,-4 17 0 0 0,7-28 13 0 0,0 0 0 0 0,1 0 1 0 0,0 0-1 0 0,-1 0 0 0 0,1 0 1 0 0,1 0-1 0 0,-1 0 0 0 0,0 0 1 0 0,1 0-1 0 0,0 0 0 0 0,0 0 1 0 0,0 0-1 0 0,1-1 0 0 0,-1 1 1 0 0,1 0-1 0 0,3 5 0 0 0,-2-5 0 0 0,1 0-1 0 0,-1 0 0 0 0,1 0 0 0 0,0-1 0 0 0,0 1 1 0 0,1-1-1 0 0,-1 0 0 0 0,1 0 0 0 0,-1 0 0 0 0,1-1 1 0 0,5 2-1 0 0,12 4-470 0 0,0-2 0 0 0,1 0 0 0 0,-1-2-1 0 0,39 3 1 0 0,-47-6-156 0 0,75 5-5297 0 0,-70-6 3332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05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62 704 0 0,'11'-24'6747'0'0,"-6"5"-2928"0"0,-1 0 1154 0 0,-40 160-2340 0 0,22-101-2914 0 0,-18 60 600 0 0,24-49-3474 0 0,8-42 1153 0 0,-1-1 0 0 0,2 1 0 0 0,1 14 0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05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12 2056 0 0,'-40'-12'10512'0'0,"105"22"-9698"0"0,109 1 1 0 0,-13-14-6477 0 0,-148 2 2960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05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29 1408 0 0,'-17'-16'6255'0'0,"5"3"-2258"0"0,8 15-3008 0 0,4-3-961 0 0,0 1 0 0 0,0 0 0 0 0,-1 0-1 0 0,1 0 1 0 0,0 0 0 0 0,0 0 0 0 0,-1 0 0 0 0,1 0 0 0 0,0 0 0 0 0,0 0 0 0 0,-1 1 0 0 0,1-1 0 0 0,0 0-1 0 0,0 0 1 0 0,-1 0 0 0 0,1 0 0 0 0,0 0 0 0 0,0 0 0 0 0,-1 0 0 0 0,1 1 0 0 0,0-1 0 0 0,0 0 0 0 0,0 0 0 0 0,0 0-1 0 0,-1 0 1 0 0,1 1 0 0 0,0-1 0 0 0,0 0 0 0 0,0 0 0 0 0,0 0 0 0 0,0 1 0 0 0,0-1 0 0 0,-1 0 0 0 0,1 0-1 0 0,0 1 1 0 0,0-1 0 0 0,-2 85 2779 0 0,2-54-2451 0 0,-4 41 0 0 0,-8 2-326 0 0,-7 53-1178 0 0,17-102-3020 0 0,2 34 1 0 0,2-43-1176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06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1156 0 0,'4'-3'498'0'0,"-1"0"0"0"0,1 0 1 0 0,0 0-1 0 0,0 0 0 0 0,0 0 0 0 0,0 1 0 0 0,0 0 0 0 0,1 0 0 0 0,-1 0 1 0 0,0 0-1 0 0,1 1 0 0 0,0 0 0 0 0,6-1 0 0 0,-6 1-257 0 0,0 1-1 0 0,0 0 0 0 0,0 0 1 0 0,0 1-1 0 0,0 0 1 0 0,0-1-1 0 0,0 2 0 0 0,-1-1 1 0 0,1 1-1 0 0,0-1 0 0 0,-1 1 1 0 0,1 1-1 0 0,-1-1 1 0 0,1 0-1 0 0,-1 1 0 0 0,0 0 1 0 0,0 0-1 0 0,0 1 0 0 0,6 6 1 0 0,-6-6-131 0 0,-1 0 0 0 0,1 0 1 0 0,-1 1-1 0 0,0-1 0 0 0,-1 1 0 0 0,1-1 1 0 0,-1 1-1 0 0,0 0 0 0 0,0 0 0 0 0,0 0 1 0 0,-1 0-1 0 0,1 0 0 0 0,-1 1 0 0 0,0-1 1 0 0,-1 0-1 0 0,0 8 0 0 0,0-4-59 0 0,-1-1 1 0 0,-1 0-1 0 0,0 0 0 0 0,0 0 1 0 0,0-1-1 0 0,-1 1 0 0 0,0-1 1 0 0,-1 1-1 0 0,0-1 0 0 0,-5 8 1 0 0,-4 4 16 0 0,-1-1 0 0 0,-1-1 0 0 0,0 0 0 0 0,-2-1 0 0 0,0-1 0 0 0,-20 14 0 0 0,35-27-25 0 0,2-2-46 0 0,0 0 2 0 0,0 0 1 0 0,-1 0-1 0 0,1 0 0 0 0,0 0 1 0 0,-1 0-1 0 0,1 0 1 0 0,0 0-1 0 0,0 0 0 0 0,-1 0 1 0 0,1 0-1 0 0,0 0 1 0 0,0-1-1 0 0,-1 1 1 0 0,1 0-1 0 0,0 0 0 0 0,0 0 1 0 0,-1 0-1 0 0,1 0 1 0 0,0 0-1 0 0,0-1 0 0 0,0 1 1 0 0,-1 0-1 0 0,1 0 1 0 0,0 0-1 0 0,0 0 0 0 0,0-1 1 0 0,-1 1-1 0 0,1 0 1 0 0,0 0-1 0 0,0-1 0 0 0,0 1 1 0 0,0 0-1 0 0,0 0 1 0 0,0-1-1 0 0,0 1 0 0 0,4-11-9 0 0,19-16 2 0 0,-17 21 2 0 0,109-108-24 0 0,-9 11 124 0 0,-74 61 547 0 0,-31 40-459 0 0,-3 3-161 0 0,0-1 0 0 0,-1 0-1 0 0,1 1 1 0 0,0 0 0 0 0,0 0-1 0 0,0-1 1 0 0,-1 1 0 0 0,1 1 0 0 0,0-1-1 0 0,0 0 1 0 0,0 0 0 0 0,1 1-1 0 0,-1-1 1 0 0,0 1 0 0 0,0-1 0 0 0,-2 4-1 0 0,-25 35 678 0 0,20-27-461 0 0,1 0-109 0 0,0 0 0 0 0,0 1 0 0 0,1-1-1 0 0,1 1 1 0 0,0 1 0 0 0,1-1 0 0 0,1 1 0 0 0,0 0 0 0 0,1 0 0 0 0,-2 17-1 0 0,4-26-126 0 0,1-1 0 0 0,0 1 1 0 0,0 0-1 0 0,0 0 0 0 0,1 0 0 0 0,0-1 0 0 0,0 1 0 0 0,0 0 0 0 0,1-1 0 0 0,0 1 0 0 0,0-1 0 0 0,0 0 0 0 0,1 0 0 0 0,-1 1 0 0 0,1-2 0 0 0,1 1 0 0 0,-1 0 0 0 0,1-1 0 0 0,-1 1 0 0 0,1-1 0 0 0,1 0 0 0 0,-1 0 0 0 0,0-1 0 0 0,1 1 0 0 0,0-1 0 0 0,0 0 0 0 0,0 0 0 0 0,0 0 0 0 0,8 2 0 0 0,0-1-741 0 0,1 1 0 0 0,0-2 0 0 0,0 0-1 0 0,21 1 1 0 0,26-2-6626 0 0,-37-4 1379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06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17 816 0 0,'-17'-17'14079'0'0,"20"18"-13989"0"0,1-1 1 0 0,0 1 0 0 0,-1 0-1 0 0,1 0 1 0 0,-1 0 0 0 0,0 1-1 0 0,1-1 1 0 0,-1 1 0 0 0,0 0-1 0 0,0 0 1 0 0,0 0 0 0 0,0 0-1 0 0,0 0 1 0 0,0 1 0 0 0,-1-1 0 0 0,1 1-1 0 0,-1 0 1 0 0,1 0 0 0 0,-1 0-1 0 0,0 0 1 0 0,0 0 0 0 0,-1 0-1 0 0,1 1 1 0 0,-1-1 0 0 0,2 4-1 0 0,-2-2-14 0 0,1 1 0 0 0,-1-1 0 0 0,0 0 0 0 0,-1 1 0 0 0,1-1 0 0 0,-1 0 0 0 0,0 1-1 0 0,0-1 1 0 0,-1 1 0 0 0,1-1 0 0 0,-1 1 0 0 0,-1-1 0 0 0,1 0 0 0 0,-1 0 0 0 0,0 0 0 0 0,0 0-1 0 0,-3 6 1 0 0,-6 5 310 0 0,0 0 0 0 0,-1-1 0 0 0,-25 24 0 0 0,-15 18 229 0 0,43-45-511 0 0,8-12-94 0 0,0 1 1 0 0,0 0 0 0 0,0 0 0 0 0,1-1 0 0 0,-1 1 0 0 0,0 0-1 0 0,1 0 1 0 0,-1 0 0 0 0,0 0 0 0 0,1 0 0 0 0,-1 0 0 0 0,1 0-1 0 0,0 0 1 0 0,-1 0 0 0 0,1 0 0 0 0,0 0 0 0 0,0 1 0 0 0,0-1-1 0 0,0 1 1 0 0,4-2 52 0 0,70-9-1879 0 0,135-34 1 0 0,-73 11-2685 0 0,-75 20 262 0 0,1-1-2149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11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31 1460 0 0,'0'0'1311'0'0,"-19"-30"9135"0"0,22 31-10554 0 0,0 1 104 0 0,0 0 1 0 0,-1 0-1 0 0,1 0 1 0 0,-1 0-1 0 0,0 0 1 0 0,1 1-1 0 0,-1-1 1 0 0,0 1-1 0 0,0 0 1 0 0,-1-1-1 0 0,3 5 0 0 0,-3-6 5 0 0,4 8 24 0 0,0 1-1 0 0,-1-1 0 0 0,0 1 1 0 0,0 0-1 0 0,-1 0 0 0 0,0 0 1 0 0,-1 0-1 0 0,0 0 0 0 0,-1 1 1 0 0,0-1-1 0 0,0 1 0 0 0,-1-1 1 0 0,-1 1-1 0 0,1-1 0 0 0,-2 1 1 0 0,0-1-1 0 0,-4 14 0 0 0,1-7-15 0 0,-1-1 0 0 0,0 1 0 0 0,-2-1 0 0 0,0-1 0 0 0,0 0 0 0 0,-2 0 0 0 0,0 0 0 0 0,0-1 0 0 0,-22 21 0 0 0,-8 6 789 0 0,39-39-578 0 0,-2-4-191 0 0,3 2-28 0 0,0 0 0 0 0,0 0-1 0 0,-1 0 1 0 0,1 0 0 0 0,0 0 0 0 0,0 0 0 0 0,0 0 0 0 0,-1 0 0 0 0,1 0 0 0 0,0 0 0 0 0,0 0 0 0 0,0 0 0 0 0,0 0 0 0 0,-1-1 0 0 0,1 1 0 0 0,0 0 0 0 0,0 0 0 0 0,0 0 0 0 0,0 0 0 0 0,0 0-1 0 0,-1 0 1 0 0,1-1 0 0 0,0 1 0 0 0,0 0 0 0 0,0 0 0 0 0,0 0 0 0 0,0-1 0 0 0,0 1 0 0 0,0 0 0 0 0,0 0 0 0 0,0 0 0 0 0,0 0 0 0 0,0-1 0 0 0,-1 1 0 0 0,1 0 0 0 0,0 0 0 0 0,0 0-1 0 0,1-1 1 0 0,-1 1 0 0 0,9-12 50 0 0,0 1 0 0 0,1 1 1 0 0,1 0-1 0 0,0 0 0 0 0,16-11 0 0 0,69-39-53 0 0,-41 26 24 0 0,-11 7-48 0 0,-18 11-14 0 0,1 0 0 0 0,-2-2 1 0 0,-1-1-1 0 0,36-35 0 0 0,-56 50 34 0 0,0-1 1 0 0,0 0-1 0 0,-1 0 0 0 0,1 0 0 0 0,2-9 0 0 0,-5 13-10 0 0,0-2-6 0 0,0-2 25 0 0,-10-6-80 0 0,8 9 52 0 0,-3 2 25 0 0,1 0 1 0 0,-1 1 0 0 0,1-1 0 0 0,-1 1-1 0 0,1 0 1 0 0,-1 0 0 0 0,1 0-1 0 0,0 0 1 0 0,-1 1 0 0 0,1-1-1 0 0,0 1 1 0 0,0 0 0 0 0,0 0 0 0 0,0 0-1 0 0,0 0 1 0 0,1 1 0 0 0,-1-1-1 0 0,-3 5 1 0 0,-6 6 44 0 0,1 1 1 0 0,-12 18-1 0 0,23-31-46 0 0,-6 8 2 0 0,0 0 0 0 0,1 1 0 0 0,0 0 0 0 0,0 0-1 0 0,1 0 1 0 0,1 1 0 0 0,0-1 0 0 0,0 1 0 0 0,-1 14 0 0 0,4-22 2 0 0,-1 1 1 0 0,1 0-1 0 0,0 0 0 0 0,1-1 0 0 0,-1 1 0 0 0,1 0 0 0 0,-1-1 1 0 0,1 1-1 0 0,0 0 0 0 0,0-1 0 0 0,1 0 0 0 0,-1 1 1 0 0,1-1-1 0 0,0 0 0 0 0,0 1 0 0 0,0-1 0 0 0,0 0 0 0 0,0 0 1 0 0,1-1-1 0 0,-1 1 0 0 0,1 0 0 0 0,0-1 0 0 0,0 0 0 0 0,0 1 1 0 0,0-1-1 0 0,0 0 0 0 0,0-1 0 0 0,0 1 0 0 0,1 0 1 0 0,5 1-1 0 0,11 2 60 0 0,0-1 1 0 0,1 0 0 0 0,-1-1-1 0 0,1-2 1 0 0,37-1 0 0 0,-39 0 252 0 0,-16 0-46 0 0,-1 0-225 0 0,-1 0-1 0 0,1 0 1 0 0,0 0 0 0 0,-1 0 0 0 0,1 0 0 0 0,0 0-1 0 0,-1 0 1 0 0,1 1 0 0 0,2 0 0 0 0,-1-1 101 0 0,0 0 39 0 0,16-1 328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88 140 0 0,'10'-12'5603'0'0,"9"-29"3214"0"0,-15 33-6555 0 0,1-7 372 0 0,-2 4-659 0 0,-3 24-1911 0 0,-13 65 315 0 0,-28 95-1 0 0,13-73-294 0 0,22-78 16 0 0,3-12-223 0 0,-4 8 429 0 0,-2-10-3140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17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17 1512 0 0,'0'0'1456'0'0,"23"-10"4842"0"0,-20 9-6427 0 0,-3 0 271 0 0,1 1 0 0 0,-1 0 0 0 0,0-1 0 0 0,1 1 0 0 0,-1-1 0 0 0,0 1 0 0 0,1 0 0 0 0,-1 0 0 0 0,1-1 0 0 0,-1 1 0 0 0,1 0 0 0 0,-1 0 0 0 0,1-1 0 0 0,-1 1 0 0 0,1 0 0 0 0,-1 0 0 0 0,1 0 0 0 0,-1 0 0 0 0,1 0 0 0 0,-1 0 0 0 0,1 0 0 0 0,-1 0 0 0 0,1 0 0 0 0,-1 0 0 0 0,1 0 0 0 0,-1 0 0 0 0,1 0 0 0 0,-1 0 0 0 0,1 0 0 0 0,-1 0 0 0 0,1 1 0 0 0,-1-1 0 0 0,1 0 0 0 0,-1 0 0 0 0,0 1 0 0 0,1-1 0 0 0,0 1 0 0 0,-2 0-140 0 0,0 1 1 0 0,0 0 0 0 0,0-1-1 0 0,0 1 1 0 0,0-1 0 0 0,0 1-1 0 0,0-1 1 0 0,-1 0 0 0 0,1 1-1 0 0,-3 1 1 0 0,2-1-13 0 0,-28 25-1808 0 0,-59 41 0 0 0,57-45-2877 0 0,20-14 878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18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1044 0 0,'3'-5'874'0'0,"1"1"0"0"0,-1 0-1 0 0,1 1 1 0 0,0-1 0 0 0,0 0-1 0 0,9-5 1 0 0,-11 8-710 0 0,1 0 1 0 0,-1 1-1 0 0,0-1 0 0 0,1 0 0 0 0,-1 1 0 0 0,1-1 0 0 0,-1 1 0 0 0,1 0 1 0 0,-1 0-1 0 0,1 0 0 0 0,-1 0 0 0 0,0 0 0 0 0,1 0 0 0 0,-1 1 1 0 0,1-1-1 0 0,3 2 0 0 0,0 0-47 0 0,1 1 0 0 0,-1 0 0 0 0,0 0 0 0 0,0 0 1 0 0,0 1-1 0 0,-1 0 0 0 0,1 0 0 0 0,-1 0 0 0 0,0 1 0 0 0,0-1 0 0 0,0 1 0 0 0,-1 0 1 0 0,1 1-1 0 0,-1-1 0 0 0,-1 1 0 0 0,1 0 0 0 0,5 12 0 0 0,-6-10-63 0 0,0 0 0 0 0,0 0 0 0 0,-1 0 0 0 0,0 0 0 0 0,-1 1 0 0 0,1-1 1 0 0,-2 1-1 0 0,1-1 0 0 0,-1 0 0 0 0,0 1 0 0 0,-1-1 0 0 0,0 1 0 0 0,-4 15 0 0 0,-2-1 16 0 0,-2-1 0 0 0,-1 0 0 0 0,-21 37 0 0 0,18-36 75 0 0,11-15-3 0 0,9-13 138 0 0,13-14-228 0 0,30-31 15 0 0,53-67 0 0 0,-98 110-53 0 0,0-1 0 0 0,-1 0 0 0 0,0-1 0 0 0,0 1 0 0 0,3-11 0 0 0,-7 18-16 0 0,1 1 0 0 0,-1-1 1 0 0,0 0-1 0 0,1 0 1 0 0,-1 0-1 0 0,0 0 0 0 0,0 1 1 0 0,0-1-1 0 0,0 0 0 0 0,0 0 1 0 0,0 0-1 0 0,0 0 1 0 0,0 0-1 0 0,0 0 0 0 0,0 1 1 0 0,0-1-1 0 0,0 0 1 0 0,-1 0-1 0 0,1 0 0 0 0,0 0 1 0 0,-1 1-1 0 0,1-1 1 0 0,-1 0-1 0 0,1 0 0 0 0,-1 1 1 0 0,1-1-1 0 0,-1 0 0 0 0,1 1 1 0 0,-1-1-1 0 0,0 0 1 0 0,1 1-1 0 0,-1-1 0 0 0,0 1 1 0 0,1-1-1 0 0,-1 1 1 0 0,0 0-1 0 0,0-1 0 0 0,0 1 1 0 0,1 0-1 0 0,-1-1 0 0 0,-2 1 1 0 0,1-1-1 0 0,-1 1 0 0 0,0-1 0 0 0,0 1 0 0 0,1 0 0 0 0,-1 0 0 0 0,0 0 0 0 0,0 1 0 0 0,1-1 0 0 0,-1 1 0 0 0,0-1 0 0 0,-3 2 0 0 0,-3 3 31 0 0,-1 0 1 0 0,1 1-1 0 0,1 0 0 0 0,-1 0 1 0 0,1 1-1 0 0,0 0 1 0 0,0 0-1 0 0,1 1 1 0 0,0 0-1 0 0,1 0 1 0 0,-1 1-1 0 0,2-1 0 0 0,-1 2 1 0 0,-7 17-1 0 0,11-21-9 0 0,0-1 0 0 0,0 0 0 0 0,1 1 0 0 0,-1-1 0 0 0,2 1 0 0 0,-1 0 0 0 0,0-1 0 0 0,1 1 0 0 0,0 0 0 0 0,1-1 0 0 0,-1 1 0 0 0,3 9 0 0 0,-2-11-22 0 0,1 1 1 0 0,0-1-1 0 0,0 1 0 0 0,0-1 1 0 0,1 0-1 0 0,-1 0 0 0 0,1 0 1 0 0,0 0-1 0 0,0-1 0 0 0,0 1 1 0 0,1-1-1 0 0,-1 0 0 0 0,1 1 0 0 0,0-2 1 0 0,0 1-1 0 0,8 4 0 0 0,6 2-715 0 0,1 0 0 0 0,32 10 0 0 0,10-2-5305 0 0,-47-14 2086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19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75 452 0 0,'-4'-14'4776'0'0,"0"4"-2909"0"0,4 8-1652 0 0,-1 1 0 0 0,0-1-1 0 0,1 0 1 0 0,-1 1 0 0 0,1-1 0 0 0,-1 0-1 0 0,1 1 1 0 0,0-1 0 0 0,0 0 0 0 0,0 0-1 0 0,0 0 1 0 0,0 1 0 0 0,0-1 0 0 0,0 0-1 0 0,0 0 1 0 0,1 1 0 0 0,-1-1 0 0 0,1 0-1 0 0,-1 1 1 0 0,1-1 0 0 0,0 0 0 0 0,1-1-1 0 0,-1 2-105 0 0,0 0 0 0 0,0 0-1 0 0,0 1 1 0 0,0-1 0 0 0,0 0-1 0 0,1 0 1 0 0,-1 1-1 0 0,0-1 1 0 0,0 1 0 0 0,1-1-1 0 0,-1 1 1 0 0,1-1-1 0 0,-1 1 1 0 0,0 0 0 0 0,1 0-1 0 0,-1 0 1 0 0,1 0 0 0 0,1 0-1 0 0,31 3 1187 0 0,-27-1-1147 0 0,1 0 0 0 0,0 0 0 0 0,-1 1 0 0 0,0 0 0 0 0,0 1 0 0 0,0-1 0 0 0,0 1 0 0 0,0 0 0 0 0,7 7 0 0 0,-11-8-89 0 0,-1-1 0 0 0,1 0 0 0 0,-1 1 0 0 0,0-1 0 0 0,0 1 0 0 0,0 0 0 0 0,0 0 0 0 0,0 0 0 0 0,0 0 0 0 0,-1 0 0 0 0,0 0 0 0 0,0 0 0 0 0,0 1 0 0 0,0-1 0 0 0,0 0 0 0 0,0 1 0 0 0,-1-1 0 0 0,0 1-1 0 0,1-1 1 0 0,-1 0 0 0 0,-1 1 0 0 0,1-1 0 0 0,0 1 0 0 0,-1-1 0 0 0,-1 5 0 0 0,-5 9 144 0 0,0-1 0 0 0,-1 1 0 0 0,-1-2 0 0 0,0 1 0 0 0,-1-1 1 0 0,-16 18-1 0 0,12-15-183 0 0,14-18-18 0 0,0 0 0 0 0,0 1 0 0 0,-1-1 0 0 0,1 0 0 0 0,0 1 0 0 0,0-1 1 0 0,0 0-1 0 0,-1 1 0 0 0,1-1 0 0 0,0 1 0 0 0,0-1 0 0 0,0 0 0 0 0,0 1 0 0 0,0-1 0 0 0,0 1 0 0 0,0-1 1 0 0,0 1-1 0 0,0-1 0 0 0,0 0 0 0 0,0 1 0 0 0,0-1 0 0 0,0 1 0 0 0,0-1 0 0 0,0 0 0 0 0,0 1 1 0 0,1-1-1 0 0,-1 1 0 0 0,0-1 0 0 0,0 0 0 0 0,0 1 0 0 0,1-1 0 0 0,-1 0 0 0 0,0 1 0 0 0,0-1 0 0 0,1 0 1 0 0,-1 1-1 0 0,0-1 0 0 0,1 0 0 0 0,-1 0 0 0 0,0 1 0 0 0,1-1 0 0 0,-1 0 0 0 0,1 0 0 0 0,-1 0 0 0 0,0 1 1 0 0,1-1-1 0 0,-1 0 0 0 0,1 0 0 0 0,-1 0 0 0 0,0 0 0 0 0,1 0 0 0 0,-1 0 0 0 0,1 0 0 0 0,-1 0 1 0 0,1 0-1 0 0,32 2 220 0 0,287-29 1140 0 0,-269 23-821 0 0,-46 3 1269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07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58 1800 0 0,'8'-14'4310'0'0,"12"-22"4133"0"0,-16 29-5744 0 0,-47 46-1240 0 0,-47 33 1 0 0,4-4-1121 0 0,85-68-336 0 0,-8 8 13 0 0,-1-1 0 0 0,2 1 0 0 0,-1 1 0 0 0,1 0 1 0 0,1 0-1 0 0,-14 20 0 0 0,20-27 20 0 0,1-2-32 0 0,0 1-1 0 0,0-1 1 0 0,-1 1-1 0 0,1 0 1 0 0,0-1 0 0 0,0 1-1 0 0,0 0 1 0 0,0-1-1 0 0,0 1 1 0 0,0 0 0 0 0,0-1-1 0 0,0 1 1 0 0,0 0-1 0 0,0-1 1 0 0,1 1 0 0 0,-1-1-1 0 0,0 1 1 0 0,0 0-1 0 0,1-1 1 0 0,-1 1 0 0 0,0-1-1 0 0,0 1 1 0 0,1 0-1 0 0,-1-1 1 0 0,1 1 0 0 0,-1-1-1 0 0,1 0 1 0 0,-1 1 0 0 0,2 0-1 0 0,-1 1 5 0 0,1 0-1 0 0,-1-1 0 0 0,1 1 1 0 0,0-1-1 0 0,0 1 1 0 0,0-1-1 0 0,0 0 1 0 0,4 2-1 0 0,29 6-77 0 0,0-2 0 0 0,0-1 0 0 0,67 1 0 0 0,-18-1-2865 0 0,-49-5-484 0 0,-13-2-2799 0 0,-7 1 637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07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0 1668 0 0,'-35'6'6091'0'0,"-7"0"-363"0"0,41-6-5690 0 0,1 0 1 0 0,0 1 0 0 0,0-1 0 0 0,0 0 0 0 0,0 0-1 0 0,0 0 1 0 0,0 1 0 0 0,0-1 0 0 0,-1 0 0 0 0,1 0 0 0 0,0 0-1 0 0,0 1 1 0 0,0-1 0 0 0,0 0 0 0 0,0 0 0 0 0,0 0-1 0 0,0 1 1 0 0,0-1 0 0 0,0 0 0 0 0,0 0 0 0 0,0 1-1 0 0,0-1 1 0 0,0 0 0 0 0,0 0 0 0 0,1 0 0 0 0,-1 1 0 0 0,0-1-1 0 0,0 0 1 0 0,0 0 0 0 0,0 0 0 0 0,0 0 0 0 0,0 1-1 0 0,0-1 1 0 0,1 0 0 0 0,-1 0 0 0 0,0 0 0 0 0,0 0-1 0 0,0 0 1 0 0,0 1 0 0 0,1-1 0 0 0,-1 0 0 0 0,0 0-1 0 0,0 0 1 0 0,0 0 0 0 0,1 0 0 0 0,-1 0 0 0 0,9 10 566 0 0,-8-10-586 0 0,20 10 282 0 0,2 0 0 0 0,-1-2 0 0 0,1-1 0 0 0,1-1 0 0 0,38 5 0 0 0,-13-2-364 0 0,-36-6-283 0 0,77 14-2559 0 0,-29-11-4571 0 0,-44-4 2929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08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139 188 1288 0 0,'-37'-40'4732'0'0,"16"19"-2208"0"0,2-1 1 0 0,0-1-1 0 0,-21-33 0 0 0,40 56-2497 0 0,-1-1 0 0 0,1 1 0 0 0,0-1 0 0 0,-1 0-1 0 0,1 1 1 0 0,0-1 0 0 0,0 0 0 0 0,0 1 0 0 0,0-1 0 0 0,0 0 0 0 0,0 1 0 0 0,0-1 0 0 0,0 1 0 0 0,0-1 0 0 0,0 0 0 0 0,0 1 0 0 0,0-1 0 0 0,0 0 0 0 0,0 1-1 0 0,1-1 1 0 0,-1 0 0 0 0,0 1 0 0 0,0-1 0 0 0,1 1 0 0 0,-1-1 0 0 0,1 1 0 0 0,-1-1 0 0 0,0 1 0 0 0,1-1 0 0 0,-1 1 0 0 0,1-1 0 0 0,-1 1 0 0 0,1-1 0 0 0,-1 1-1 0 0,1 0 1 0 0,-1-1 0 0 0,1 1 0 0 0,0 0 0 0 0,-1-1 0 0 0,1 1 0 0 0,-1 0 0 0 0,1 0 0 0 0,0 0 0 0 0,-1 0 0 0 0,1-1 0 0 0,0 1 0 0 0,-1 0 0 0 0,1 0 0 0 0,0 0-1 0 0,36-3 421 0 0,-36 3-431 0 0,44 3 205 0 0,-1 2 0 0 0,1 1 0 0 0,52 16 0 0 0,53 7 596 0 0,-68-10 904 0 0,-79-19-1677 0 0,-3 0-38 0 0,1 1-1 0 0,0-1 1 0 0,0 0-1 0 0,0 0 1 0 0,0 0-1 0 0,-1 1 1 0 0,1-1-1 0 0,0 0 1 0 0,0 1 0 0 0,0-1-1 0 0,-1 1 1 0 0,1-1-1 0 0,0 1 1 0 0,0 0-1 0 0,0 3 33 0 0,-1 0-1 0 0,0 0 0 0 0,1 0 0 0 0,-2-1 1 0 0,1 1-1 0 0,0 0 0 0 0,-1 0 0 0 0,0 0 1 0 0,1 0-1 0 0,-2 0 0 0 0,-1 4 0 0 0,-21 47 201 0 0,14-34-169 0 0,-25 46 52 0 0,-3 0-1 0 0,-63 81 0 0 0,71-106-281 0 0,-15 30-3170 0 0,21-23-4343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08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53 2392 0 0,'82'-53'14566'0'0,"-93"64"-13932"0"0,-10 8-158 0 0,-1 0-138 0 0,1 1 0 0 0,1 0 0 0 0,1 2 0 0 0,-25 36 0 0 0,34-43-272 0 0,1 0-1 0 0,1 1 0 0 0,1 0 1 0 0,0 1-1 0 0,1 0 0 0 0,-7 31 1 0 0,11-42-33 0 0,1 1-1 0 0,0-1 1 0 0,1 1 0 0 0,0-1 0 0 0,0 1 0 0 0,0-1 0 0 0,1 1 0 0 0,0-1-1 0 0,0 1 1 0 0,0-1 0 0 0,1 1 0 0 0,0-1 0 0 0,0 0 0 0 0,1 0 0 0 0,0 0-1 0 0,0 0 1 0 0,0-1 0 0 0,1 1 0 0 0,-1-1 0 0 0,1 0 0 0 0,8 8 0 0 0,-5-6 43 0 0,0-2 1 0 0,1 1-1 0 0,-1-1 1 0 0,1 0-1 0 0,0 0 1 0 0,0-1 0 0 0,0 0-1 0 0,1-1 1 0 0,-1 0-1 0 0,1 0 1 0 0,0-1-1 0 0,17 3 1 0 0,-24-5-60 0 0,-1 0 0 0 0,1 1 0 0 0,0-1 1 0 0,0 0-1 0 0,-1 0 0 0 0,1 0 0 0 0,0-1 0 0 0,0 1 0 0 0,-1 0 0 0 0,1-1 1 0 0,0 1-1 0 0,-1-1 0 0 0,1 1 0 0 0,0-1 0 0 0,-1 0 0 0 0,1 0 1 0 0,-1 0-1 0 0,1 0 0 0 0,-1 0 0 0 0,0 0 0 0 0,1 0 0 0 0,-1 0 0 0 0,0-1 1 0 0,0 1-1 0 0,0 0 0 0 0,0-1 0 0 0,0 1 0 0 0,0-1 0 0 0,0 1 0 0 0,0-1 1 0 0,0 1-1 0 0,-1-1 0 0 0,1 0 0 0 0,-1 1 0 0 0,1-1 0 0 0,-1 0 0 0 0,0 0 1 0 0,0 1-1 0 0,1-1 0 0 0,-1 0 0 0 0,0 0 0 0 0,-1 1 0 0 0,1-1 1 0 0,0 0-1 0 0,0 0 0 0 0,-1 1 0 0 0,1-1 0 0 0,-1 0 0 0 0,0 1 0 0 0,1-1 1 0 0,-1 1-1 0 0,0-1 0 0 0,0 0 0 0 0,0 1 0 0 0,0 0 0 0 0,0-1 0 0 0,0 1 1 0 0,0 0-1 0 0,-1-1 0 0 0,1 1 0 0 0,0 0 0 0 0,-1 0 0 0 0,-2-1 0 0 0,-3-2-30 0 0,-1 0-1 0 0,0 0 0 0 0,0 1 0 0 0,0 1 0 0 0,-1-1 0 0 0,1 1 0 0 0,-1 1 0 0 0,1-1 1 0 0,-1 1-1 0 0,0 1 0 0 0,1 0 0 0 0,-1 0 0 0 0,-16 3 0 0 0,1 1-1230 0 0,-1 1 0 0 0,1 2 0 0 0,-37 14-1 0 0,-5 9-6508 0 0,30-14 50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20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6 1584 0 0,'-3'-5'11360'0'0,"14"6"-11194"0"0,0 0 0 0 0,0 1 0 0 0,-1 0 1 0 0,1 0-1 0 0,0 2 0 0 0,-1-1 0 0 0,13 7 1 0 0,73 40 86 0 0,-66-33-180 0 0,-27-15-69 0 0,11 4 10 0 0,-1 2 0 0 0,1 0 0 0 0,-1 1 1 0 0,-1 0-1 0 0,0 0 0 0 0,19 20 0 0 0,-31-28-5 0 0,1 0 0 0 0,-1-1 0 0 0,0 1 1 0 0,1 0-1 0 0,-1 0 0 0 0,0 0 0 0 0,0-1 0 0 0,1 1 0 0 0,-1 0 0 0 0,0 0 0 0 0,0 0 0 0 0,0 0 0 0 0,0-1 0 0 0,0 1 0 0 0,0 0 0 0 0,0 0 0 0 0,0 0 0 0 0,-1 0 0 0 0,1-1 0 0 0,0 1 0 0 0,0 0 0 0 0,-1 0 0 0 0,1 0 0 0 0,-1-1 1 0 0,1 1-1 0 0,0 0 0 0 0,-1-1 0 0 0,1 1 0 0 0,-1 0 0 0 0,0-1 0 0 0,1 1 0 0 0,-1 0 0 0 0,1-1 0 0 0,-1 1 0 0 0,-1 0 0 0 0,-23 15 95 0 0,-3-5-71 0 0,-1 0 0 0 0,0-3 0 0 0,0 0 0 0 0,-41 5 0 0 0,13-2 16 0 0,-9 1 4 0 0,24-5-133 0 0,-78 25 1 0 0,117-31-137 0 0,1 0 1 0 0,-1 0-1 0 0,1 0 0 0 0,-1 1 0 0 0,1-1 0 0 0,0 1 0 0 0,-1 0 0 0 0,-2 3 0 0 0,3-4-365 0 0,2 0 290 0 0,-1 0 0 0 0,1-1 1 0 0,-1 1-1 0 0,1 0 0 0 0,-1 0 0 0 0,1 0 1 0 0,0 0-1 0 0,-1-1 0 0 0,1 1 1 0 0,0 0-1 0 0,0 0 0 0 0,-1 0 1 0 0,1 0-1 0 0,0 0 0 0 0,0 0 0 0 0,0 0 1 0 0,0 0-1 0 0,0 0 0 0 0,0 0 1 0 0,1 0-1 0 0,-1-1 0 0 0,0 3 1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20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525 11 2056 0 0,'3'-1'1525'0'0,"23"-6"3175"0"0,-10 4 100 0 0,-89 29-1540 0 0,-68 34-2766 0 0,58-25-251 0 0,51-21-674 0 0,-115 49 641 0 0,99-39-3236 0 0,3 2-3633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21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146 171 1336 0 0,'57'-28'10426'0'0,"-58"31"-10195"0"0,0-1-1 0 0,1 0 1 0 0,-2 1 0 0 0,1-1 0 0 0,0 0 0 0 0,0 0 0 0 0,-1 0-1 0 0,1 0 1 0 0,-1 0 0 0 0,0 0 0 0 0,1 0 0 0 0,-1-1 0 0 0,0 1-1 0 0,-4 2 1 0 0,-5 6 395 0 0,-10 13 354 0 0,-35 49 0 0 0,50-63-918 0 0,1 0 0 0 0,0 0 0 0 0,0 0 1 0 0,1 1-1 0 0,0-1 0 0 0,1 1 0 0 0,0 0 0 0 0,0 0 1 0 0,-1 18-1 0 0,3-24-48 0 0,1 0 0 0 0,0-1 1 0 0,1 1-1 0 0,-1 0 0 0 0,1 0 1 0 0,0 0-1 0 0,0 0 0 0 0,0-1 0 0 0,0 1 1 0 0,0-1-1 0 0,1 1 0 0 0,0-1 1 0 0,0 1-1 0 0,0-1 0 0 0,0 0 1 0 0,3 4-1 0 0,-1-3 18 0 0,0 1 1 0 0,1-1-1 0 0,0 0 1 0 0,0-1-1 0 0,0 1 1 0 0,1-1-1 0 0,-1 0 0 0 0,1 0 1 0 0,6 2-1 0 0,3 0 73 0 0,1 0 1 0 0,-1-1-1 0 0,1-1 0 0 0,0-1 0 0 0,0 0 0 0 0,30-1 0 0 0,-32-1 24 0 0,0-1-1 0 0,1-1 1 0 0,-1-1 0 0 0,-1 0-1 0 0,1 0 1 0 0,0-1 0 0 0,-1-1-1 0 0,0-1 1 0 0,0 1 0 0 0,15-11-1 0 0,-19 10-106 0 0,1-1-1 0 0,-2 0 1 0 0,1 0-1 0 0,-1-1 1 0 0,0 0-1 0 0,-1-1 0 0 0,0 0 1 0 0,0 0-1 0 0,-1 0 1 0 0,0-1-1 0 0,-1 0 1 0 0,0 0-1 0 0,5-15 1 0 0,-6 14-27 0 0,0-1 0 0 0,-2 0 0 0 0,1 0 0 0 0,-1 0 0 0 0,-1 0 0 0 0,0 0 0 0 0,-1-1 0 0 0,0 1-1 0 0,-1 0 1 0 0,0 0 0 0 0,-1 0 0 0 0,-5-19 0 0 0,4 22 4 0 0,0 1 0 0 0,-1-1 0 0 0,0 1-1 0 0,0-1 1 0 0,-1 1 0 0 0,0 1 0 0 0,0-1-1 0 0,-1 1 1 0 0,0 0 0 0 0,0 0-1 0 0,-1 0 1 0 0,0 1 0 0 0,0 0 0 0 0,0 0-1 0 0,-1 1 1 0 0,0 0 0 0 0,-9-4 0 0 0,3 3-44 0 0,1 1 0 0 0,-1 0 0 0 0,0 1 0 0 0,0 1 0 0 0,0 0 0 0 0,-1 1 0 0 0,1 1 0 0 0,0 0 1 0 0,-1 0-1 0 0,1 2 0 0 0,-1 0 0 0 0,-21 4 0 0 0,15 0-1002 0 0,0 0 0 0 0,-39 16 0 0 0,37-11-1664 0 0,1 1-1 0 0,-25 17 1 0 0,17-8-4389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6:06:21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12 2592,'0'0'1632,"-8"-7"-976,-1 2-2304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09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2 157 2096 0 0,'0'-2'279'0'0,"-1"-1"0"0"0,1 1 1 0 0,-1-1-1 0 0,1 1 0 0 0,0-1 0 0 0,0 1 0 0 0,0-1 0 0 0,1 1 0 0 0,-1-1 0 0 0,1 1 0 0 0,-1-1 1 0 0,1 1-1 0 0,0-1 0 0 0,0 1 0 0 0,0 0 0 0 0,0-1 0 0 0,0 1 0 0 0,0 0 0 0 0,1 0 0 0 0,-1 0 1 0 0,1 0-1 0 0,-1 0 0 0 0,1 0 0 0 0,3-2 0 0 0,0 0-83 0 0,1 0 0 0 0,0 0 0 0 0,0 1 1 0 0,1 0-1 0 0,-1 0 0 0 0,0 0 0 0 0,13-2 0 0 0,-11 3-149 0 0,-1 0 0 0 0,1 1 1 0 0,0 0-1 0 0,0 1 0 0 0,0-1 0 0 0,0 2 1 0 0,0-1-1 0 0,0 1 0 0 0,0 0 0 0 0,0 0 1 0 0,0 1-1 0 0,-1 0 0 0 0,1 1 0 0 0,11 5 1 0 0,-15-6-40 0 0,-1 0 1 0 0,1 0 0 0 0,-1 0 0 0 0,0 1-1 0 0,1-1 1 0 0,-1 1 0 0 0,0 0-1 0 0,-1 0 1 0 0,1 0 0 0 0,0 0 0 0 0,-1 0-1 0 0,0 1 1 0 0,0-1 0 0 0,0 1 0 0 0,0-1-1 0 0,0 1 1 0 0,-1 0 0 0 0,1 0 0 0 0,-1 0-1 0 0,0 0 1 0 0,-1 0 0 0 0,1 0 0 0 0,0 0-1 0 0,-1 0 1 0 0,0 0 0 0 0,0 0 0 0 0,0 0-1 0 0,-1 0 1 0 0,-1 7 0 0 0,-1 1 92 0 0,-1 1 0 0 0,-1 0-1 0 0,0-1 1 0 0,0 0 0 0 0,-13 19 0 0 0,17-30 110 0 0,0-25-79 0 0,5 7-145 0 0,0 1 1 0 0,2-1-1 0 0,0 1 1 0 0,1 1 0 0 0,1-1-1 0 0,0 1 1 0 0,16-22-1 0 0,-21 32 6 0 0,1 0 0 0 0,0 0 0 0 0,0 0 0 0 0,1 1-1 0 0,0 0 1 0 0,-1 0 0 0 0,1 0 0 0 0,1 0 0 0 0,-1 1 0 0 0,0-1-1 0 0,1 1 1 0 0,0 1 0 0 0,0-1 0 0 0,0 1 0 0 0,0 0 0 0 0,0 1 0 0 0,0-1-1 0 0,0 1 1 0 0,0 0 0 0 0,1 1 0 0 0,-1-1 0 0 0,0 1 0 0 0,11 2-1 0 0,-10-1 16 0 0,0 0 0 0 0,1 1 0 0 0,-1 0-1 0 0,0 0 1 0 0,-1 1 0 0 0,1 0 0 0 0,0 0-1 0 0,-1 1 1 0 0,0 0 0 0 0,1 0 0 0 0,-1 0-1 0 0,-1 1 1 0 0,1 0 0 0 0,-1 0 0 0 0,0 0-1 0 0,0 0 1 0 0,0 1 0 0 0,-1 0 0 0 0,0 0-1 0 0,0 1 1 0 0,-1-1 0 0 0,1 1 0 0 0,-1-1-1 0 0,-1 1 1 0 0,1 0 0 0 0,-1 0 0 0 0,-1 0-1 0 0,1 1 1 0 0,-1-1 0 0 0,0 0 0 0 0,-1 14-1 0 0,-3 39 69 0 0,3-58-10 0 0,0-2-63 0 0,-1 0 0 0 0,1 0 0 0 0,0 0 1 0 0,-1-1-1 0 0,1 1 0 0 0,0 0 0 0 0,-1 0 0 0 0,1 0 1 0 0,0 0-1 0 0,0 0 0 0 0,-1 0 0 0 0,1-1 0 0 0,0 1 1 0 0,0 0-1 0 0,-1 0 0 0 0,1 0 0 0 0,0-1 0 0 0,0 1 0 0 0,0 0 1 0 0,0 0-1 0 0,-1-1 0 0 0,1 1 0 0 0,0 0 0 0 0,0 0 1 0 0,0-1-1 0 0,0 1 0 0 0,0 0 0 0 0,0-1 0 0 0,-1 1 1 0 0,1 0-1 0 0,0-1 0 0 0,0 1 0 0 0,0 0 0 0 0,0 0 1 0 0,0-1-1 0 0,0 1 0 0 0,1-1 0 0 0,-2-10 23 0 0,1 11-26 0 0,2-16-16 0 0,0 1 0 0 0,1-1 0 0 0,0 1-1 0 0,1 0 1 0 0,1 0 0 0 0,0 0 0 0 0,1 1 0 0 0,8-14-1 0 0,-9 19 5 0 0,0 1-1 0 0,0 0 1 0 0,0 1-1 0 0,1-1 1 0 0,0 1-1 0 0,1 0 1 0 0,-1 1-1 0 0,2 0 1 0 0,-1 0-1 0 0,0 0 1 0 0,1 1-1 0 0,0 0 1 0 0,0 0-1 0 0,14-5 1 0 0,-18 9 23 0 0,0-1 1 0 0,1 1 0 0 0,-1 0-1 0 0,1 0 1 0 0,0 0-1 0 0,-1 0 1 0 0,1 1 0 0 0,0 0-1 0 0,-1 0 1 0 0,1 0-1 0 0,0 1 1 0 0,-1 0 0 0 0,1-1-1 0 0,0 2 1 0 0,-1-1-1 0 0,1 0 1 0 0,-1 1 0 0 0,0 0-1 0 0,0 0 1 0 0,1 0-1 0 0,-1 1 1 0 0,-1-1 0 0 0,1 1-1 0 0,0 0 1 0 0,-1 0-1 0 0,1 0 1 0 0,-1 1 0 0 0,0-1-1 0 0,0 1 1 0 0,0 0-1 0 0,0-1 1 0 0,-1 1 0 0 0,0 1-1 0 0,0-1 1 0 0,0 0-1 0 0,0 0 1 0 0,-1 1 0 0 0,1-1-1 0 0,0 7 1 0 0,0 2 2 0 0,-1 1 0 0 0,0-1 0 0 0,-1 1 1 0 0,-1-1-1 0 0,0 1 0 0 0,-5 23 0 0 0,3-22-13 0 0,1 0-1 0 0,0 0 1 0 0,1 0-1 0 0,1 0 0 0 0,2 18 1 0 0,-2-32-38 0 0,0 1 1 0 0,1 0-1 0 0,-1-1 1 0 0,0 1-1 0 0,1-1 0 0 0,0 1 1 0 0,-1 0-1 0 0,1-1 1 0 0,0 1-1 0 0,0-1 0 0 0,0 0 1 0 0,0 1-1 0 0,0-1 1 0 0,0 0-1 0 0,0 1 0 0 0,0-1 1 0 0,1 0-1 0 0,-1 0 1 0 0,0 0-1 0 0,1 0 1 0 0,2 1-1 0 0,-1-1-105 0 0,0 0 0 0 0,0 0 1 0 0,1 0-1 0 0,-1 0 0 0 0,1-1 0 0 0,-1 1 0 0 0,1-1 1 0 0,-1 0-1 0 0,1 0 0 0 0,3-1 0 0 0,7-1-954 0 0,0-1 0 0 0,0 0 0 0 0,-1-2 0 0 0,15-5-1 0 0,1-1-1713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10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195 103 1628 0 0,'13'-7'1517'0'0,"-1"-1"0"0"0,0-1 0 0 0,-1 0 0 0 0,0-1 0 0 0,-1 0 0 0 0,13-15 0 0 0,-23 24-1443 0 0,1 1-1 0 0,0-1 1 0 0,-1 0-1 0 0,1 1 1 0 0,-1-1-1 0 0,0 0 1 0 0,1 0-1 0 0,-1 1 1 0 0,0-1 0 0 0,1 0-1 0 0,-1 0 1 0 0,0 0-1 0 0,0 1 1 0 0,1-1-1 0 0,-1 0 1 0 0,0 0-1 0 0,0 0 1 0 0,0 0-1 0 0,0 0 1 0 0,0 1 0 0 0,-1-2-1 0 0,1 1-44 0 0,0 1 0 0 0,-1-1 0 0 0,1 1 0 0 0,-1-1 0 0 0,1 1 0 0 0,-1 0-1 0 0,1-1 1 0 0,-1 1 0 0 0,1-1 0 0 0,-1 1 0 0 0,1 0 0 0 0,-1 0 0 0 0,1-1 0 0 0,-1 1 0 0 0,1 0-1 0 0,-1 0 1 0 0,0 0 0 0 0,1 0 0 0 0,-1 0 0 0 0,-1 0 0 0 0,-28 3 229 0 0,15 2-203 0 0,1 1 1 0 0,-1 0-1 0 0,1 1 0 0 0,0 1 1 0 0,1 0-1 0 0,0 1 0 0 0,0 1 1 0 0,-11 11-1 0 0,6-4-40 0 0,1 1 0 0 0,1 0 0 0 0,1 1 0 0 0,-19 30 0 0 0,32-46-13 0 0,0 0-1 0 0,1 0 0 0 0,-1 0 0 0 0,1 0 1 0 0,-1 0-1 0 0,1 0 0 0 0,0 1 0 0 0,0-1 0 0 0,1 0 1 0 0,-1 1-1 0 0,1-1 0 0 0,-1 1 0 0 0,1-1 1 0 0,0 0-1 0 0,1 1 0 0 0,-1-1 0 0 0,1 5 0 0 0,0-7-1 0 0,0 0-1 0 0,-1 0 1 0 0,1 0-1 0 0,0 0 1 0 0,0-1-1 0 0,0 1 1 0 0,0 0-1 0 0,0 0 1 0 0,0-1-1 0 0,0 1 0 0 0,0-1 1 0 0,0 1-1 0 0,0-1 1 0 0,1 1-1 0 0,-1-1 1 0 0,0 1-1 0 0,0-1 1 0 0,0 0-1 0 0,1 0 1 0 0,-1 0-1 0 0,0 0 1 0 0,0 0-1 0 0,2 0 1 0 0,28-1-13 0 0,-30 0 13 0 0,7 0 0 0 0,0-1 0 0 0,0 0 0 0 0,-1 0 0 0 0,1-1 1 0 0,-1 0-1 0 0,0 0 0 0 0,0-1 0 0 0,0 0 0 0 0,0 0 0 0 0,-1-1 0 0 0,1 0 0 0 0,-1 0 0 0 0,0 0 0 0 0,8-11 1 0 0,-3 3 0 0 0,0-1 0 0 0,-1-1 1 0 0,-1 0-1 0 0,-1 0 1 0 0,11-25-1 0 0,8-12 101 0 0,-27 52-103 0 0,0-1 1 0 0,0 0-1 0 0,1 1 0 0 0,-1-1 0 0 0,0 1 0 0 0,0-1 1 0 0,1 1-1 0 0,-1-1 0 0 0,1 1 0 0 0,-1-1 1 0 0,0 1-1 0 0,1-1 0 0 0,-1 1 0 0 0,1 0 0 0 0,-1-1 1 0 0,1 1-1 0 0,-1 0 0 0 0,1-1 0 0 0,0 1 0 0 0,5 4 12 0 0,-1 14 27 0 0,2 39-34 0 0,-5-37-399 0 0,1 1 0 0 0,0-1 0 0 0,2-1 0 0 0,7 24 0 0 0,-11-42 164 0 0,-1 0 0 0 0,1 0-1 0 0,0 0 1 0 0,-1 0 0 0 0,1 0 0 0 0,0 0 0 0 0,0 0 0 0 0,0 0 0 0 0,-1 0-1 0 0,1-1 1 0 0,0 1 0 0 0,0 0 0 0 0,0-1 0 0 0,0 1 0 0 0,1 0-1 0 0,-1-1 1 0 0,0 0 0 0 0,0 1 0 0 0,0-1 0 0 0,0 1 0 0 0,0-1 0 0 0,1 0-1 0 0,-1 0 1 0 0,0 0 0 0 0,0 0 0 0 0,0 0 0 0 0,1 0 0 0 0,-1 0 0 0 0,0 0-1 0 0,0 0 1 0 0,0-1 0 0 0,1 1 0 0 0,-1 0 0 0 0,0-1 0 0 0,1 0-1 0 0,7-5-2516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10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0 119 1488 0 0,'29'-62'7500'0'0,"-28"60"-7384"0"0,0 0-1 0 0,0 1 1 0 0,1-1 0 0 0,-1 0-1 0 0,1 0 1 0 0,-1 1 0 0 0,1-1-1 0 0,0 1 1 0 0,0-1 0 0 0,0 1-1 0 0,0 0 1 0 0,-1 0 0 0 0,2-1-1 0 0,-1 2 1 0 0,0-1-1 0 0,0 0 1 0 0,0 0 0 0 0,0 1-1 0 0,0-1 1 0 0,5 0 0 0 0,-2 0-48 0 0,0 1 0 0 0,0 0 1 0 0,0-1-1 0 0,0 2 1 0 0,0-1-1 0 0,1 0 0 0 0,6 3 1 0 0,-7-2-46 0 0,-1 1 0 0 0,1-1 1 0 0,0 1-1 0 0,-1 0 0 0 0,1 1 0 0 0,-1-1 1 0 0,0 1-1 0 0,0 0 0 0 0,0 0 1 0 0,0 0-1 0 0,-1 0 0 0 0,1 1 0 0 0,-1 0 1 0 0,0-1-1 0 0,0 1 0 0 0,0 0 1 0 0,0 1-1 0 0,-1-1 0 0 0,3 7 0 0 0,-3-5-2 0 0,0 0-1 0 0,0 1 1 0 0,-1-1-1 0 0,0 1 1 0 0,0-1-1 0 0,0 1 1 0 0,-1 0-1 0 0,0-1 1 0 0,-1 1-1 0 0,1-1 1 0 0,-1 1-1 0 0,-1-1 1 0 0,1 1-1 0 0,-3 6 1 0 0,1-6 21 0 0,1-1 1 0 0,-1 1 0 0 0,0-1 0 0 0,0 0 0 0 0,-1 0 0 0 0,0-1 0 0 0,0 1-1 0 0,0-1 1 0 0,-1 0 0 0 0,0 0 0 0 0,0 0 0 0 0,0-1 0 0 0,0 1 0 0 0,-1-1 0 0 0,0 0-1 0 0,-12 5 1 0 0,16-8 16 0 0,0-2-32 0 0,2 1-26 0 0,-1 0-1 0 0,1-1 1 0 0,0 1-1 0 0,-1 0 1 0 0,1 0 0 0 0,0 0-1 0 0,0 0 1 0 0,-1 0-1 0 0,1 0 1 0 0,0 0-1 0 0,0-1 1 0 0,-1 1-1 0 0,1 0 1 0 0,0 0-1 0 0,0 0 1 0 0,0-1 0 0 0,-1 1-1 0 0,1 0 1 0 0,0 0-1 0 0,0 0 1 0 0,0-1-1 0 0,0 1 1 0 0,0 0-1 0 0,-1 0 1 0 0,1-1-1 0 0,0 1 1 0 0,0-1 0 0 0,1-3 1 0 0,1 0 1 0 0,-1-1 0 0 0,1 1 0 0 0,0 0 0 0 0,0 0 0 0 0,1 0 0 0 0,-1 0 0 0 0,1 1-1 0 0,0-1 1 0 0,0 1 0 0 0,4-5 0 0 0,45-37-6 0 0,-32 30-7 0 0,193-140-95 0 0,-202 147 126 0 0,-9 7 3 0 0,1 0 0 0 0,-1-1 1 0 0,0 1-1 0 0,0-1 0 0 0,1 0 0 0 0,-1 0 0 0 0,3-4 0 0 0,-4 5 16 0 0,-17 6 22 0 0,7 3-49 0 0,0-1 1 0 0,1 1-1 0 0,0 1 0 0 0,1 0 0 0 0,0 0 1 0 0,0 0-1 0 0,1 1 0 0 0,0 0 0 0 0,1 0 0 0 0,-8 20 1 0 0,11-24-11 0 0,1-1 1 0 0,-1 0-1 0 0,1 0 0 0 0,0 1 1 0 0,1-1-1 0 0,-1 0 1 0 0,1 1-1 0 0,0-1 1 0 0,0 1-1 0 0,1-1 0 0 0,1 7 1 0 0,-1-8 10 0 0,0-1 0 0 0,0 0 0 0 0,1 0 0 0 0,-1 0 0 0 0,1 0 1 0 0,0 0-1 0 0,0 0 0 0 0,0 0 0 0 0,0 0 0 0 0,0-1 0 0 0,1 1 0 0 0,-1-1 0 0 0,1 0 0 0 0,0 1 1 0 0,0-1-1 0 0,0-1 0 0 0,0 1 0 0 0,6 3 0 0 0,-2-3-72 0 0,-1 1 0 0 0,1-2 1 0 0,0 1-1 0 0,0 0 0 0 0,0-1 0 0 0,0-1 0 0 0,0 1 1 0 0,0-1-1 0 0,1 0 0 0 0,-1-1 0 0 0,0 0 1 0 0,0 0-1 0 0,0 0 0 0 0,0-1 0 0 0,13-5 0 0 0,-11 4-617 0 0,0-1-1 0 0,-1 0 0 0 0,1-1 1 0 0,-1 0-1 0 0,0-1 0 0 0,0 1 1 0 0,0-1-1 0 0,-1-1 0 0 0,0 0 1 0 0,0 0-1 0 0,7-9 0 0 0,-2-3-2141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10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71 3296 0 0,'23'-71'8414'0'0,"-32"89"-7208"0"0,2 1 0 0 0,0-1-1 0 0,-6 29 1 0 0,8-24-974 0 0,2 1 1 0 0,0-1-1 0 0,1 1 1 0 0,3 45-1 0 0,-1-66-226 0 0,0 1 1 0 0,1-1-1 0 0,0 1 1 0 0,0-1-1 0 0,0 1 1 0 0,0-1-1 0 0,0 1 1 0 0,0-1-1 0 0,1 0 1 0 0,0 0-1 0 0,0 0 1 0 0,3 5-1 0 0,-3-6-126 0 0,-1-1-1 0 0,0 0 1 0 0,0 0 0 0 0,0-1-1 0 0,1 1 1 0 0,-1 0 0 0 0,0 0-1 0 0,1-1 1 0 0,-1 1-1 0 0,1 0 1 0 0,-1-1 0 0 0,1 0-1 0 0,-1 1 1 0 0,1-1 0 0 0,-1 0-1 0 0,1 0 1 0 0,0 0 0 0 0,-1 0-1 0 0,1 0 1 0 0,-1 0 0 0 0,1 0-1 0 0,-1 0 1 0 0,1-1-1 0 0,-1 1 1 0 0,1 0 0 0 0,-1-1-1 0 0,1 0 1 0 0,-1 1 0 0 0,1-1-1 0 0,1-1 1 0 0,21-15-6065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11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99 932 0 0,'-74'-54'10306'0'0,"28"20"-6913"0"0,33 24-3819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12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16 100 860 0 0,'-6'-14'3761'0'0,"4"11"-3323"0"0,1 0 0 0 0,0 0 0 0 0,-1-1 0 0 0,1 1 0 0 0,1 0 0 0 0,-1-1 0 0 0,0 1 0 0 0,1 0 0 0 0,-1-5 0 0 0,2 7-353 0 0,-1-1 0 0 0,0 0 0 0 0,1 0 0 0 0,-1 0 0 0 0,1 1 0 0 0,-1-1 0 0 0,1 0 0 0 0,0 1 1 0 0,0-1-1 0 0,0 0 0 0 0,0 1 0 0 0,0-1 0 0 0,0 1 0 0 0,0 0 0 0 0,0-1 0 0 0,1 1 0 0 0,-1 0 0 0 0,1 0 0 0 0,-1 0 0 0 0,1-1 0 0 0,-1 2 0 0 0,1-1 1 0 0,-1 0-1 0 0,1 0 0 0 0,0 0 0 0 0,3 0 0 0 0,3-2 36 0 0,0 1 1 0 0,1 0 0 0 0,-1 0-1 0 0,9 0 1 0 0,-6 2-78 0 0,-1 0 0 0 0,0 0 0 0 0,0 1 0 0 0,1 0 0 0 0,-1 1 0 0 0,0 0 0 0 0,0 0 0 0 0,0 1 0 0 0,-1 1 0 0 0,1-1 1 0 0,-1 2-1 0 0,0-1 0 0 0,0 1 0 0 0,0 1 0 0 0,15 11 0 0 0,-19-12-11 0 0,1-1 0 0 0,-1 1 0 0 0,0 1 0 0 0,-1-1 0 0 0,1 1 0 0 0,-1-1 0 0 0,0 1 0 0 0,0 0 0 0 0,-1 1 0 0 0,0-1-1 0 0,0 1 1 0 0,0-1 0 0 0,-1 1 0 0 0,0 0 0 0 0,0 0 0 0 0,-1 0 0 0 0,0 0 0 0 0,0 0 0 0 0,-1 0 0 0 0,0 0 0 0 0,0 1 0 0 0,0-1 0 0 0,-3 9 0 0 0,1-4 270 0 0,-1-1 1 0 0,0 0 0 0 0,-1 0-1 0 0,-1 0 1 0 0,1-1-1 0 0,-2 1 1 0 0,1-1-1 0 0,-2-1 1 0 0,-12 18 0 0 0,18-26-182 0 0,-4-4 15 0 0,5 3-134 0 0,0 0 0 0 0,-1 0-1 0 0,1 0 1 0 0,0 0 0 0 0,-1 0 0 0 0,1 0 0 0 0,0 0 0 0 0,-1 0 0 0 0,1-1-1 0 0,0 1 1 0 0,-1 0 0 0 0,1 0 0 0 0,0 0 0 0 0,0 0 0 0 0,-1 0-1 0 0,1-1 1 0 0,0 1 0 0 0,0 0 0 0 0,-1 0 0 0 0,1-1 0 0 0,0 1-1 0 0,0 0 1 0 0,0 0 0 0 0,-1-1 0 0 0,1 1 0 0 0,0 0 0 0 0,0 0-1 0 0,0-1 1 0 0,0 1 0 0 0,0 0 0 0 0,0-1 0 0 0,-1 1 0 0 0,1-1 0 0 0,0-8 14 0 0,0-1 1 0 0,1 0 0 0 0,0 1 0 0 0,1-1 0 0 0,0 1-1 0 0,0-1 1 0 0,1 1 0 0 0,0 0 0 0 0,1 0 0 0 0,-1 0 0 0 0,7-10-1 0 0,-2 5-24 0 0,1 0 0 0 0,0 0 0 0 0,1 1 0 0 0,0 0 0 0 0,24-22 0 0 0,-27 29-1 0 0,-1 0 0 0 0,2 1 0 0 0,-1 0 0 0 0,1 0 1 0 0,-1 1-1 0 0,1 0 0 0 0,0 1 0 0 0,15-5 0 0 0,-21 7 8 0 0,-1 0 0 0 0,1 1 0 0 0,0-1 0 0 0,-1 1-1 0 0,1-1 1 0 0,0 1 0 0 0,0 0 0 0 0,-1-1 0 0 0,1 1 0 0 0,0 0 0 0 0,0 0-1 0 0,-1 0 1 0 0,1 1 0 0 0,0-1 0 0 0,0 0 0 0 0,2 2 0 0 0,1-1 2 0 0,-1 0-2 0 0,0 0 1 0 0,0 0 0 0 0,0 0 0 0 0,0 0 0 0 0,0 0 0 0 0,0 1 0 0 0,0 0 0 0 0,-1 0 0 0 0,1 0 0 0 0,-1 0 0 0 0,0 0 0 0 0,1 1 0 0 0,-1 0 0 0 0,0-1-1 0 0,0 1 1 0 0,-1 0 0 0 0,1 0 0 0 0,0 1 0 0 0,-1-1 0 0 0,0 1 0 0 0,0-1 0 0 0,0 1 0 0 0,0-1 0 0 0,-1 1 0 0 0,1 0 0 0 0,-1 0 0 0 0,0 0 0 0 0,0 0 0 0 0,0 5-1 0 0,1 10 14 0 0,-1 0 0 0 0,0-1-1 0 0,-1 1 1 0 0,-6 33 0 0 0,5-41 0 0 0,0-4 6 0 0,-2 16 178 0 0,4-20-92 0 0,3-13-46 0 0,1-2-55 0 0,0 0 0 0 0,1-1 0 0 0,0 2 0 0 0,1-1 0 0 0,0 1 1 0 0,1 0-1 0 0,0 0 0 0 0,16-14 0 0 0,10-8-41 0 0,42-31 0 0 0,-66 56 5 0 0,0 1 0 0 0,0 0 0 0 0,1 0 0 0 0,0 1 0 0 0,0 1 0 0 0,0 0 0 0 0,19-6 0 0 0,-29 11 31 0 0,0 0 0 0 0,0 0 0 0 0,0 0 0 0 0,0 0 0 0 0,0 0 0 0 0,0 0-1 0 0,0 0 1 0 0,0 0 0 0 0,0 0 0 0 0,0 0 0 0 0,0 1 0 0 0,0-1 0 0 0,0 0 0 0 0,0 1 0 0 0,0-1-1 0 0,-1 1 1 0 0,1-1 0 0 0,0 1 0 0 0,0 0 0 0 0,0-1 0 0 0,-1 1 0 0 0,1 0 0 0 0,0-1 0 0 0,0 2-1 0 0,10 20 8 0 0,-8-5-4 0 0,-1 0 0 0 0,-1 0 0 0 0,-1 0 0 0 0,0 0 0 0 0,-4 29 1 0 0,1-21 2 0 0,2 43 1 0 0,1-66-5 0 0,1 1 0 0 0,-1 0 0 0 0,0-1 0 0 0,1 1 0 0 0,0-1 0 0 0,-1 1 0 0 0,1-1 0 0 0,0 1 1 0 0,0-1-1 0 0,1 0 0 0 0,-1 1 0 0 0,0-1 0 0 0,1 0 0 0 0,-1 0 0 0 0,1 0 0 0 0,0 0 0 0 0,0 0 1 0 0,3 2-1 0 0,-2-2-2 0 0,1 0 0 0 0,0 0-1 0 0,-1 0 1 0 0,1 0 0 0 0,0-1 0 0 0,0 0 0 0 0,0 0 0 0 0,0 0 0 0 0,0 0 0 0 0,8 0 0 0 0,0-1-6 0 0,0 0 1 0 0,0-1-1 0 0,-1 0 1 0 0,1-1-1 0 0,0 0 1 0 0,0-1-1 0 0,11-5 1 0 0,-9 2-12 0 0,-1-1 0 0 0,0 0 0 0 0,0-1 1 0 0,0 0-1 0 0,-1-1 0 0 0,-1 0 0 0 0,0-1 0 0 0,0-1 0 0 0,-1 0 1 0 0,0 0-1 0 0,-1-1 0 0 0,0 0 0 0 0,-1 0 0 0 0,0-1 1 0 0,-1 0-1 0 0,7-17 0 0 0,18-39 56 0 0,-32 68-29 0 0,-11 29 16 0 0,5-17-26 0 0,1-1 0 0 0,1 2 0 0 0,0-1 0 0 0,0 0 0 0 0,1 1 0 0 0,1 0 0 0 0,0-1 0 0 0,0 1 0 0 0,1 0 0 0 0,1 0 0 0 0,2 22 0 0 0,-2-32 4 0 0,1 1-1 0 0,-1-1 0 0 0,1 0 0 0 0,0 0 1 0 0,0 0-1 0 0,0 0 0 0 0,0 0 1 0 0,0-1-1 0 0,1 1 0 0 0,-1 0 1 0 0,0 0-1 0 0,1-1 0 0 0,0 1 1 0 0,-1-1-1 0 0,1 1 0 0 0,0-1 1 0 0,0 0-1 0 0,-1 0 0 0 0,1 0 1 0 0,0 0-1 0 0,0 0 0 0 0,0 0 0 0 0,0 0 1 0 0,1-1-1 0 0,-1 1 0 0 0,0-1 1 0 0,3 1-1 0 0,1 0-12 0 0,1 0 0 0 0,0-1 0 0 0,-1 0 0 0 0,1 0 0 0 0,0-1 0 0 0,-1 1 0 0 0,1-2 0 0 0,6-1 0 0 0,-1 0-76 0 0,-1-2 1 0 0,0 1-1 0 0,0-2 0 0 0,0 1 0 0 0,0-2 1 0 0,-1 1-1 0 0,0-1 0 0 0,-1-1 1 0 0,1 0-1 0 0,-1 0 0 0 0,12-16 0 0 0,7-11 39 0 0,-3-1-1 0 0,21-39 1 0 0,-39 65 84 0 0,-7 10-38 0 0,0 0-1 0 0,0-1 1 0 0,0 1 0 0 0,0 0-1 0 0,0 0 1 0 0,0 0-1 0 0,0 0 1 0 0,0-1 0 0 0,0 1-1 0 0,0 0 1 0 0,0 0 0 0 0,0 0-1 0 0,0 0 1 0 0,0-1 0 0 0,0 1-1 0 0,0 0 1 0 0,1 0-1 0 0,-1 0 1 0 0,0 0 0 0 0,0 0-1 0 0,0-1 1 0 0,0 1 0 0 0,0 0-1 0 0,0 0 1 0 0,1 0-1 0 0,-1 0 1 0 0,0 0 0 0 0,0 0-1 0 0,0 0 1 0 0,0 0 0 0 0,1 0-1 0 0,-1 0 1 0 0,0 0-1 0 0,0 0 1 0 0,0 0 0 0 0,0 0-1 0 0,1 0 1 0 0,-1 0 0 0 0,0 0-1 0 0,0 0 1 0 0,0 0-1 0 0,1 0 1 0 0,-1 0 0 0 0,0 0-1 0 0,0 0 1 0 0,0 0 0 0 0,0 0-1 0 0,1 0 1 0 0,-1 0-1 0 0,0 0 1 0 0,0 0 0 0 0,0 0-1 0 0,0 0 1 0 0,1 1 0 0 0,2 13 11 0 0,-4 20 38 0 0,0-30-73 0 0,-8 82 148 0 0,8-77-216 0 0,1-1 1 0 0,1 1-1 0 0,0 0 0 0 0,0 0 0 0 0,0-1 0 0 0,1 1 0 0 0,5 13 0 0 0,-6-19-31 0 0,0-1 0 0 0,0 0 0 0 0,1 0 0 0 0,-1 0 0 0 0,1 0 0 0 0,-1 0 0 0 0,1 0 0 0 0,2 2 0 0 0,-1-2-376 0 0,-1 0 1 0 0,1 0-1 0 0,-1 0 0 0 0,1-1 0 0 0,0 1 1 0 0,-1-1-1 0 0,1 0 0 0 0,0 0 1 0 0,0 0-1 0 0,0 0 0 0 0,0 0 0 0 0,0-1 1 0 0,0 1-1 0 0,0-1 0 0 0,0 0 1 0 0,5 0-1 0 0,5-4-2745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13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1 211 1132 0 0,'17'-55'5095'0'0,"-13"41"-3569"0"0,0-1 0 0 0,1 1 0 0 0,12-24 0 0 0,-2 5-35 0 0,-14 32-1342 0 0,17 2 276 0 0,-14 3-370 0 0,0-1 1 0 0,1 0-1 0 0,-2 1 1 0 0,1 0-1 0 0,0 0 1 0 0,-1 0-1 0 0,0 0 0 0 0,0 1 1 0 0,0-1-1 0 0,0 1 1 0 0,-1 0-1 0 0,0 0 1 0 0,0 0-1 0 0,0 0 0 0 0,0 0 1 0 0,0 6-1 0 0,0-3-1 0 0,0 0-1 0 0,-1 0 0 0 0,0 0 1 0 0,-1 0-1 0 0,0 0 0 0 0,0 0 1 0 0,-1 0-1 0 0,0 1 0 0 0,0-1 0 0 0,-3 9 1 0 0,4-17-49 0 0,0 1 1 0 0,0-1 0 0 0,0 1-1 0 0,0-1 1 0 0,0 1 0 0 0,-1-1-1 0 0,1 1 1 0 0,0-1-1 0 0,0 1 1 0 0,0-1 0 0 0,-1 1-1 0 0,1-1 1 0 0,0 0 0 0 0,-1 1-1 0 0,1-1 1 0 0,0 1 0 0 0,-1-1-1 0 0,1 0 1 0 0,0 1-1 0 0,-1-1 1 0 0,1 0 0 0 0,-1 0-1 0 0,1 1 1 0 0,0-1 0 0 0,-1 0-1 0 0,1 0 1 0 0,-1 0 0 0 0,1 1-1 0 0,-1-1 1 0 0,1 0-1 0 0,-1 0 1 0 0,1 0 0 0 0,-1 0-1 0 0,1 0 1 0 0,-1 0 0 0 0,1 0-1 0 0,-1 0 1 0 0,1 0-1 0 0,-1 0 1 0 0,1 0 0 0 0,-1 0-1 0 0,1-1 1 0 0,-1 1 0 0 0,1 0-1 0 0,-1 0 1 0 0,1 0 0 0 0,0-1-1 0 0,-1 1 1 0 0,0-1-1 0 0,0 0-3 0 0,0 0 0 0 0,0 0 0 0 0,0 0 0 0 0,0 0 0 0 0,0 0 0 0 0,0 0 0 0 0,1 0-1 0 0,-1 0 1 0 0,0-1 0 0 0,0 1 0 0 0,1 0 0 0 0,-1-1 0 0 0,1 1 0 0 0,0 0 0 0 0,-1-1 0 0 0,1 1-1 0 0,0-1 1 0 0,0-1 0 0 0,0-4-6 0 0,1-1 0 0 0,0 1 0 0 0,0-1 0 0 0,1 1 0 0 0,0 0-1 0 0,0 0 1 0 0,1 0 0 0 0,0 0 0 0 0,0 0 0 0 0,0 0 0 0 0,1 1 0 0 0,0-1 0 0 0,1 1 0 0 0,-1 0-1 0 0,1 1 1 0 0,0-1 0 0 0,1 1 0 0 0,7-7 0 0 0,-8 8 2 0 0,0 1 1 0 0,0-1 0 0 0,1 1-1 0 0,-1 0 1 0 0,1 0-1 0 0,0 1 1 0 0,0 0-1 0 0,0 0 1 0 0,0 0-1 0 0,0 1 1 0 0,0-1-1 0 0,0 1 1 0 0,0 1-1 0 0,0-1 1 0 0,1 1 0 0 0,-1 0-1 0 0,0 1 1 0 0,0 0-1 0 0,1 0 1 0 0,-1 0-1 0 0,0 0 1 0 0,0 1-1 0 0,7 3 1 0 0,-4 0 5 0 0,-1-1 1 0 0,1 2-1 0 0,-1-1 0 0 0,0 1 1 0 0,-1 0-1 0 0,1 1 0 0 0,-1 0 1 0 0,-1 0-1 0 0,10 12 1 0 0,-1 3 103 0 0,-1 0 1 0 0,15 31 0 0 0,-29-52 308 0 0,1-1-399 0 0,0 0-1 0 0,0 0 1 0 0,0 0-1 0 0,0 0 0 0 0,0 0 1 0 0,0 0-1 0 0,0-1 1 0 0,0 1-1 0 0,0 0 1 0 0,0-1-1 0 0,0 1 0 0 0,0-1 1 0 0,2 0-1 0 0,25-37 135 0 0,-6 7-130 0 0,38-42 1 0 0,-53 65-34 0 0,1 0 0 0 0,0 1-1 0 0,1 0 1 0 0,-1 1 0 0 0,1 0 0 0 0,0 0 0 0 0,1 1 0 0 0,0 0 0 0 0,20-7 0 0 0,-27 11 21 0 0,1 0 1 0 0,-1 1-1 0 0,1-1 1 0 0,-1 1 0 0 0,1 0-1 0 0,-1 0 1 0 0,1 0-1 0 0,-1 0 1 0 0,1 1-1 0 0,-1 0 1 0 0,1-1 0 0 0,-1 1-1 0 0,1 0 1 0 0,-1 1-1 0 0,0-1 1 0 0,1 1 0 0 0,-1-1-1 0 0,0 1 1 0 0,0 0-1 0 0,0 0 1 0 0,-1 0 0 0 0,1 0-1 0 0,0 1 1 0 0,-1-1-1 0 0,1 1 1 0 0,-1 0-1 0 0,0 0 1 0 0,0 0 0 0 0,2 3-1 0 0,5 10 112 0 0,-1 0 0 0 0,0 0-1 0 0,-1 0 1 0 0,6 25 0 0 0,-8-27-107 0 0,-4-9-81 0 0,1-1 0 0 0,-1 1 0 0 0,1-1 0 0 0,0 0 0 0 0,0 0 1 0 0,1 1-1 0 0,-1-1 0 0 0,1-1 0 0 0,0 1 0 0 0,0 0 0 0 0,0-1 0 0 0,0 1 0 0 0,1-1 0 0 0,-1 0 0 0 0,1 0 0 0 0,0 0 1 0 0,0-1-1 0 0,0 1 0 0 0,0-1 0 0 0,0 0 0 0 0,1 0 0 0 0,-1-1 0 0 0,1 1 0 0 0,-1-1 0 0 0,1 0 0 0 0,0 0 0 0 0,-1-1 1 0 0,1 1-1 0 0,0-1 0 0 0,0 0 0 0 0,-1 0 0 0 0,1-1 0 0 0,6 0 0 0 0,-1-1-1598 0 0,1 0 0 0 0,-1 0 0 0 0,12-5 0 0 0,9-4-5222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13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50 1684 0 0,'0'-2'1894'0'0,"-3"-44"4481"0"0,3 44-6134 0 0,1 3-194 0 0,1-1 1 0 0,0 1-1 0 0,0-1 0 0 0,-1 1 0 0 0,1 0 1 0 0,0-1-1 0 0,-1 1 0 0 0,1 0 0 0 0,-1 0 0 0 0,1 0 1 0 0,-1 0-1 0 0,1 0 0 0 0,1 3 0 0 0,19 20 235 0 0,-17-18-233 0 0,96 121 831 0 0,11 12-578 0 0,-67-89 1156 0 0,-44-50-1423 0 0,-1 1 0 0 0,1-1 0 0 0,0 0 0 0 0,-1 1 0 0 0,1-1 1 0 0,0 0-1 0 0,0 1 0 0 0,-1-1 0 0 0,1 0 0 0 0,0 0 0 0 0,0 0 0 0 0,-1 0 0 0 0,1 0 0 0 0,0 0 0 0 0,0 0 1 0 0,0 0-1 0 0,-1 0 0 0 0,1 0 0 0 0,0 0 0 0 0,0 0 0 0 0,-1 0 0 0 0,1-1 0 0 0,0 1 0 0 0,0 0 0 0 0,-1 0 1 0 0,1-1-1 0 0,0 0 0 0 0,18-12 228 0 0,0-5-177 0 0,0-2-1 0 0,-2 0 1 0 0,0-1-1 0 0,-2-1 1 0 0,21-37-1 0 0,-20 32-343 0 0,1 0-1 0 0,2 1 1 0 0,30-34-1 0 0,-47 59 113 0 0,-1-1-1 0 0,0 1 0 0 0,1 0 1 0 0,-1-1-1 0 0,1 1 0 0 0,0 0 1 0 0,0 0-1 0 0,-1 0 0 0 0,1 1 1 0 0,0-1-1 0 0,0 0 0 0 0,0 1 0 0 0,0-1 1 0 0,-1 1-1 0 0,1-1 0 0 0,0 1 1 0 0,0 0-1 0 0,0 0 0 0 0,0 0 1 0 0,0 0-1 0 0,0 0 0 0 0,3 1 1 0 0,0 0-595 0 0,-1 1 1 0 0,1 0-1 0 0,-1 0 1 0 0,0 0 0 0 0,1 0-1 0 0,-1 1 1 0 0,5 4-1 0 0,0 0-2109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4:15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370 594 1572 0 0,'1'-3'1618'0'0,"0"2"-1368"0"0,0-1 0 0 0,-1 1 0 0 0,1-1 0 0 0,0 1 1 0 0,-1-1-1 0 0,1 0 0 0 0,-1 1 0 0 0,0-1 0 0 0,1 0 1 0 0,-1 0-1 0 0,0 1 0 0 0,0-1 0 0 0,0 0 0 0 0,0 0 1 0 0,-1 1-1 0 0,1-1 0 0 0,0 0 0 0 0,-1 1 0 0 0,1-1 1 0 0,-1 0-1 0 0,1 1 0 0 0,-2-3 0 0 0,0 2-150 0 0,1 0-1 0 0,-1 0 1 0 0,1 1-1 0 0,-1-1 1 0 0,1 1-1 0 0,-1 0 1 0 0,0-1-1 0 0,0 1 1 0 0,0 0 0 0 0,0 0-1 0 0,0 0 1 0 0,0 0-1 0 0,0 0 1 0 0,0 1-1 0 0,-4-2 1 0 0,0 2-10 0 0,1-1 1 0 0,0 1 0 0 0,0 0-1 0 0,0 0 1 0 0,-1 1 0 0 0,-7 1-1 0 0,-6 3 68 0 0,1 0 0 0 0,-31 15-1 0 0,46-19-110 0 0,-22 10 73 0 0,2 1-1 0 0,-37 24 1 0 0,49-29-95 0 0,0 2 1 0 0,0 0-1 0 0,1 0 1 0 0,1 0-1 0 0,-1 1 1 0 0,-14 22-1 0 0,23-31-22 0 0,0 0-2 0 0,0 0-1 0 0,0 1 1 0 0,0-1 0 0 0,1 0 0 0 0,-1 1 0 0 0,0-1 0 0 0,1 0 0 0 0,-1 1 0 0 0,0-1-1 0 0,1 1 1 0 0,0-1 0 0 0,-1 1 0 0 0,1-1 0 0 0,0 1 0 0 0,0 0 0 0 0,0-1 0 0 0,0 1-1 0 0,0-1 1 0 0,0 1 0 0 0,1 1 0 0 0,12 10 3 0 0,-6-13-5 0 0,-6 0 1 0 0,7 1-13 0 0,0 0 0 0 0,0-1 0 0 0,0 0 0 0 0,0 0 0 0 0,0 0 0 0 0,0-1 0 0 0,-1-1 0 0 0,15-3 0 0 0,-1-2-131 0 0,36-18 0 0 0,-28 9 1 0 0,-2-2 1 0 0,0 0-1 0 0,0-2 0 0 0,-2-1 1 0 0,29-32-1 0 0,-53 52 141 0 0,0 0-1 0 0,0 0 1 0 0,-1 1-1 0 0,1-1 1 0 0,0 0-1 0 0,0 0 1 0 0,0 1 0 0 0,0-1-1 0 0,0 1 1 0 0,0-1-1 0 0,0 0 1 0 0,0 1-1 0 0,0 0 1 0 0,0-1-1 0 0,0 1 1 0 0,0 0 0 0 0,0-1-1 0 0,0 1 1 0 0,0 0-1 0 0,1 0 1 0 0,1 0-1 0 0,-2 1 11 0 0,0-1 0 0 0,0 1 0 0 0,0-1 0 0 0,0 1 0 0 0,-1-1 0 0 0,1 1 0 0 0,0 0 0 0 0,0 0 0 0 0,0-1 0 0 0,-1 1 0 0 0,1 0 0 0 0,0 0 0 0 0,-1 0 0 0 0,1 0 0 0 0,-1 0 0 0 0,1 0 0 0 0,-1 0 0 0 0,1 1 0 0 0,2 7 72 0 0,-1 0 0 0 0,0 0 0 0 0,-1 0-1 0 0,1 11 1 0 0,-1-13-54 0 0,1 18 26 0 0,-1-8-35 0 0,1-1-1 0 0,0 1 1 0 0,2-1-1 0 0,7 26 1 0 0,-9-39-11 0 0,-1 1 0 0 0,1 0 0 0 0,0 0 0 0 0,0-1 0 0 0,0 1 1 0 0,1-1-1 0 0,-1 0 0 0 0,1 0 0 0 0,0 0 0 0 0,0 0 0 0 0,0 0 1 0 0,0 0-1 0 0,0-1 0 0 0,1 0 0 0 0,-1 1 0 0 0,1-1 0 0 0,-1-1 0 0 0,1 1 1 0 0,0 0-1 0 0,0-1 0 0 0,0 0 0 0 0,0 0 0 0 0,7 1 0 0 0,4-1 17 0 0,1 0-1 0 0,-1-2 0 0 0,1 0 0 0 0,-1 0 0 0 0,0-2 0 0 0,0 0 1 0 0,0 0-1 0 0,0-2 0 0 0,0 0 0 0 0,-1 0 0 0 0,19-11 0 0 0,-8 3-51 0 0,0-1 0 0 0,-2-2-1 0 0,0 0 1 0 0,0-1 0 0 0,25-27-1 0 0,-17 12-78 0 0,-2-2-1 0 0,-1-1 1 0 0,-2-1-1 0 0,-1-1 0 0 0,21-44 1 0 0,-18 23 85 0 0,-3-2 1 0 0,34-116-1 0 0,-43 125 228 0 0,5-19 65 0 0,-67 196-66 0 0,21-46-46 0 0,-27 98 263 0 0,43-137-254 0 0,1-1-1 0 0,-3 62 1 0 0,11-95-145 0 0,0 0 1 0 0,0 0 0 0 0,0 0-1 0 0,1-1 1 0 0,0 1-1 0 0,0 0 1 0 0,1 0 0 0 0,0 0-1 0 0,4 10 1 0 0,-4-14-16 0 0,0 0 1 0 0,-1 0-1 0 0,1-1 0 0 0,0 1 0 0 0,0-1 1 0 0,1 0-1 0 0,-1 0 0 0 0,0 1 0 0 0,1-1 1 0 0,0-1-1 0 0,-1 1 0 0 0,1 0 0 0 0,0-1 1 0 0,0 1-1 0 0,-1-1 0 0 0,1 0 0 0 0,0 0 1 0 0,1 0-1 0 0,-1 0 0 0 0,0-1 0 0 0,0 1 1 0 0,0-1-1 0 0,5 0 0 0 0,3 0-17 0 0,1 0-1 0 0,0-2 1 0 0,-1 1-1 0 0,0-1 1 0 0,1-1-1 0 0,-1 0 1 0 0,0-1-1 0 0,0 0 1 0 0,0 0-1 0 0,-1-1 1 0 0,0-1-1 0 0,1 1 1 0 0,12-12-1 0 0,11-10-48 0 0,-2-1 0 0 0,39-42 1 0 0,-35 32 53 0 0,-35 38 1 0 0,0-1 1 0 0,-1 0 0 0 0,1 0 0 0 0,0 0 0 0 0,0 0 0 0 0,0 1 0 0 0,0-1 0 0 0,0 0 0 0 0,0 1-1 0 0,0-1 1 0 0,0 1 0 0 0,0-1 0 0 0,0 1 0 0 0,0 0 0 0 0,0-1 0 0 0,1 1 0 0 0,-1 0 0 0 0,1 0-1 0 0,-1 0 4 0 0,-1 0 0 0 0,1 0-1 0 0,0 1 1 0 0,-1-1 0 0 0,1 0-1 0 0,0 1 1 0 0,-1-1-1 0 0,1 0 1 0 0,-1 1 0 0 0,1-1-1 0 0,-1 1 1 0 0,1-1-1 0 0,-1 1 1 0 0,1-1 0 0 0,-1 1-1 0 0,1 0 1 0 0,-1-1-1 0 0,0 1 1 0 0,1-1 0 0 0,-1 1-1 0 0,0 0 1 0 0,1 0-1 0 0,1 7 22 0 0,0 0 0 0 0,0 0 0 0 0,-1 0 0 0 0,0 11 0 0 0,2 1 78 0 0,-3-17-80 0 0,3 15 54 0 0,1 0 1 0 0,1-1-1 0 0,0 1 1 0 0,9 16-1 0 0,-12-29-56 0 0,1 0 1 0 0,-1-1-1 0 0,1 0 0 0 0,0 1 0 0 0,0-1 0 0 0,1 0 1 0 0,-1-1-1 0 0,1 1 0 0 0,0-1 0 0 0,0 1 1 0 0,0-1-1 0 0,0 0 0 0 0,0-1 0 0 0,1 1 0 0 0,0-1 1 0 0,-1 0-1 0 0,1 0 0 0 0,0 0 0 0 0,5 1 1 0 0,-2-2-10 0 0,-1 0 1 0 0,1 0-1 0 0,-1 0 1 0 0,1-1 0 0 0,-1-1-1 0 0,1 1 1 0 0,-1-1 0 0 0,1 0-1 0 0,-1-1 1 0 0,1 0-1 0 0,-1 0 1 0 0,0-1 0 0 0,0 1-1 0 0,0-1 1 0 0,0-1 0 0 0,-1 0-1 0 0,1 0 1 0 0,-1 0-1 0 0,0 0 1 0 0,8-9 0 0 0,9-9 19 0 0,-1-2 1 0 0,-2 0-1 0 0,29-42 1 0 0,-20 24 418 0 0,-20 28-281 0 0,-8 12-158 0 0,0 0 0 0 0,0 1 0 0 0,0-1 0 0 0,0 1 0 0 0,0-1-1 0 0,0 1 1 0 0,0-1 0 0 0,1 1 0 0 0,1-2 0 0 0,-1 2 25 0 0,-1 2-29 0 0,0-1 0 0 0,-1 1 0 0 0,1 0 0 0 0,0-1 0 0 0,0 1 0 0 0,0 0 1 0 0,0 0-1 0 0,-1 0 0 0 0,1 0 0 0 0,0 0 0 0 0,-1 0 0 0 0,1 0 0 0 0,-1 0 1 0 0,1 0-1 0 0,-1 0 0 0 0,0 0 0 0 0,1 0 0 0 0,-1 0 0 0 0,0 1 0 0 0,7 24 71 0 0,0 33 236 0 0,-6-42-260 0 0,1 0-1 0 0,0 0 1 0 0,1 0 0 0 0,1-1 0 0 0,1 1-1 0 0,8 19 1 0 0,-10-32-41 0 0,0 1 0 0 0,0-1 0 0 0,1 0 0 0 0,0 0 0 0 0,0 0 0 0 0,0 0-1 0 0,0 0 1 0 0,0-1 0 0 0,1 0 0 0 0,-1 0 0 0 0,1 0 0 0 0,0 0 0 0 0,0-1 0 0 0,0 0 0 0 0,0 0 0 0 0,0 0 0 0 0,1-1 0 0 0,6 2-1 0 0,3-1 3 0 0,0 0-1 0 0,0 0 0 0 0,1-1 0 0 0,-1-1 0 0 0,23-3 0 0 0,-18 0-23 0 0,1-1-1 0 0,0 0 1 0 0,-1-2 0 0 0,0 0-1 0 0,-1-2 1 0 0,1 0 0 0 0,-1-1 0 0 0,-1-1-1 0 0,0-1 1 0 0,0 0 0 0 0,-1-2-1 0 0,0 1 1 0 0,-1-2 0 0 0,-1 0-1 0 0,0-2 1 0 0,-1 1 0 0 0,-1-1 0 0 0,0-1-1 0 0,-1-1 1 0 0,12-24 0 0 0,-18 31 18 0 0,-6 11-5 0 0,0-1-1 0 0,0 0 0 0 0,1 1 0 0 0,-1-1 0 0 0,0 0 0 0 0,0 1 0 0 0,0-1 0 0 0,0 0 0 0 0,0 1 1 0 0,0-1-1 0 0,0 0 0 0 0,0 0 0 0 0,0 1 0 0 0,0-1 0 0 0,0 0 0 0 0,-1 1 0 0 0,1-1 0 0 0,0 0 1 0 0,0 1-1 0 0,-1-1 0 0 0,1 1 0 0 0,0-1 0 0 0,-1 0 0 0 0,1 1 0 0 0,-1-1 0 0 0,1 1 0 0 0,-1-1 1 0 0,1 1-1 0 0,-1-1 0 0 0,1 1 0 0 0,-1-1 0 0 0,1 1 0 0 0,-1 0 0 0 0,0-1 0 0 0,1 1 0 0 0,-1 0 1 0 0,1 0-1 0 0,-2-1 0 0 0,-17 5 21 0 0,17-4-16 0 0,-4 3 5 0 0,1-1-1 0 0,-1 1 1 0 0,0 1-1 0 0,1-1 1 0 0,0 1-1 0 0,0 0 1 0 0,0 0 0 0 0,0 0-1 0 0,1 1 1 0 0,0 0-1 0 0,0 0 1 0 0,0 0-1 0 0,0 0 1 0 0,-5 11-1 0 0,5-7 11 0 0,0-1-1 0 0,0 1 0 0 0,1 0 1 0 0,0 1-1 0 0,0-1 0 0 0,1 0 1 0 0,0 1-1 0 0,0 18 0 0 0,2-23-15 0 0,0-1 0 0 0,0 0 0 0 0,1 1 0 0 0,0-1 0 0 0,0 0-1 0 0,0 0 1 0 0,0 1 0 0 0,1-1 0 0 0,0 0 0 0 0,0 0 0 0 0,0-1-1 0 0,0 1 1 0 0,0 0 0 0 0,1-1 0 0 0,0 1 0 0 0,-1-1 0 0 0,1 0-1 0 0,1 0 1 0 0,-1 0 0 0 0,0 0 0 0 0,1 0 0 0 0,-1-1-1 0 0,7 4 1 0 0,7 2-132 0 0,0-1 1 0 0,0 0-1 0 0,0-2 0 0 0,25 6 0 0 0,-35-9 27 0 0,72 14-3681 0 0,125 10 0 0 0,-110-20-1659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54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11 848 0 0,'0'0'1081'0'0,"-14"-7"2654"0"0,-24 4 3702 0 0,35 3-6775 0 0,3 1-640 0 0,1 0 0 0 0,-1 0 1 0 0,0 0-1 0 0,0-1 1 0 0,1 1-1 0 0,-1 0 1 0 0,1 0-1 0 0,-1-1 1 0 0,0 1-1 0 0,1 0 0 0 0,0 0 1 0 0,-1-1-1 0 0,1 1 1 0 0,-1-1-1 0 0,1 1 1 0 0,0 0-1 0 0,-1-1 1 0 0,1 1-1 0 0,0-1 0 0 0,0 0 1 0 0,1 1-1 0 0,21 9 349 0 0,-16-7-323 0 0,42 13 171 0 0,0-3 0 0 0,95 15 0 0 0,-104-21-180 0 0,588 69 276 0 0,-522-66-286 0 0,265 29 7 0 0,282 26 8 0 0,-349-36-23 0 0,199 16 1 0 0,2-25 60 0 0,248-53-106 0 0,-365 10 16 0 0,1010-41-29 0 0,-670 23 6 0 0,-155 6 8 0 0,37 8-1 0 0,353 0-42 0 0,79 8 56 0 0,-357-10 50 0 0,-669 27-33 0 0,14-1 78 0 0,0-1 0 0 0,30-8 0 0 0,-58 12-58 0 0,-1 0-132 0 0,0 0 0 0 0,0 0 0 0 0,0 0 0 0 0,0 0-1 0 0,0 0 1 0 0,0-1 0 0 0,0 1 0 0 0,0 0 0 0 0,0 0 0 0 0,0-1 0 0 0,0 1-1 0 0,0-1 1 0 0,0 1 0 0 0,-1-1 0 0 0,1 1 0 0 0,0-1 0 0 0,0 0 0 0 0,0 1-1 0 0,-1-1 1 0 0,1 0 0 0 0,1-1 0 0 0,-2 2-62 0 0,0-1 0 0 0,0 1 0 0 0,0-1 0 0 0,0 1 1 0 0,0-1-1 0 0,0 1 0 0 0,0-1 0 0 0,0 1 0 0 0,0-1 0 0 0,0 1 0 0 0,0-1 0 0 0,0 1 1 0 0,0-1-1 0 0,-1 1 0 0 0,1-1 0 0 0,0 1 0 0 0,0-1 0 0 0,0 1 0 0 0,-1-1 0 0 0,1 1 1 0 0,0-1-1 0 0,-1 1 0 0 0,1-1 0 0 0,0 1 0 0 0,-1 0 0 0 0,1-1 0 0 0,-1 1 0 0 0,1 0 1 0 0,-1-1-1 0 0,1 1 0 0 0,0 0 0 0 0,-1 0 0 0 0,1-1 0 0 0,-1 1 0 0 0,1 0 0 0 0,-1 0 1 0 0,0 0-1 0 0,1 0 0 0 0,-1-1 0 0 0,-14-4-4467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36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53 920 0 0,'0'0'2961'0'0,"-9"-19"2888"0"0,9 19-5848 0 0,1-2 328 0 0,-1 0 0 0 0,0 0 0 0 0,0 0 0 0 0,0 0 0 0 0,-1 0 0 0 0,1 0 0 0 0,0 0-1 0 0,-1 0 1 0 0,1 0 0 0 0,-1 1 0 0 0,0-1 0 0 0,0 0 0 0 0,0 0 0 0 0,0 1 0 0 0,-2-4 0 0 0,2 4-54 0 0,1 25 769 0 0,-4 35-742 0 0,-2 1-1 0 0,-3-1 0 0 0,-20 74 0 0 0,-10 54-1811 0 0,34-144-868 0 0,6-17-3877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36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36 2176 0 0,'12'-36'14855'0'0,"-21"63"-13630"0"0,-15 51-430 0 0,13-45-651 0 0,-26 101-30 0 0,17-46-7535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36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52 312 0 0,'17'-51'14781'0'0,"-23"160"-10824"0"0,-19 58-2873 0 0,21-141-909 0 0,-20 129 278 0 0,10-63-2677 0 0,0-1-7431 0 0,12-75 3176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37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4 2932 0 0,'-20'-3'7283'0'0,"13"3"-5406"0"0,4 0-1300 0 0,2 0-521 0 0,0 0 0 0 0,1 0 0 0 0,-1-1 0 0 0,0 1 0 0 0,1 0 0 0 0,-1 0 0 0 0,0 0 0 0 0,0 0 0 0 0,1 0 0 0 0,-1 0 0 0 0,0 1 0 0 0,1-1 0 0 0,-1 0 0 0 0,0 0 0 0 0,1 0 0 0 0,-1 1 0 0 0,0-1 0 0 0,1 0 0 0 0,-1 1 0 0 0,1-1 0 0 0,-1 0 0 0 0,0 1 0 0 0,1-1 0 0 0,-1 1 0 0 0,1-1 0 0 0,-1 1 0 0 0,1-1 0 0 0,-1 1 0 0 0,1-1 0 0 0,0 1 0 0 0,-1 0 0 0 0,1-1 0 0 0,0 1 0 0 0,-1 0 0 0 0,1-1 0 0 0,0 1 0 0 0,0 0 0 0 0,0-1 0 0 0,0 1 0 0 0,-1 0 0 0 0,1-1 0 0 0,0 1 0 0 0,0 0 0 0 0,0-1 0 0 0,0 1 0 0 0,1 0 0 0 0,-1 0 0 0 0,0-1 0 0 0,0 1 0 0 0,0 0 0 0 0,0-1 0 0 0,1 1 0 0 0,-1 0 0 0 0,0-1 0 0 0,1 1 0 0 0,-1-1 0 0 0,1 1 0 0 0,-1-1 0 0 0,0 1 0 0 0,1 0 0 0 0,0 0 0 0 0,84 125 3277 0 0,6 12-1821 0 0,-76-110-1309 0 0,-1 0 0 0 0,-1 0 0 0 0,-2 1 0 0 0,-1 1 0 0 0,-1-1 1 0 0,6 40-1 0 0,-12-48-154 0 0,-1 0 1 0 0,-1 0 0 0 0,-1 1-1 0 0,0-1 1 0 0,-2 0-1 0 0,-1 0 1 0 0,0 0 0 0 0,-2 0-1 0 0,0 0 1 0 0,-9 20-1 0 0,-3-2-277 0 0,-1-1 0 0 0,-3-1 0 0 0,0 0 0 0 0,-3-2-1 0 0,-1 0 1 0 0,-48 51 0 0 0,-63 42-3218 0 0,-9-17-4493 0 0,78-68 372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37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14 700 0 0,'0'0'2056'0'0,"7"-9"-1084"0"0,-2 4-1340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38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1 1696 0 0,'0'0'3937'0'0,"-26"23"6332"0"0,25-22-10272 0 0,4-1 3 0 0,128 15 47 0 0,-8-3-46 0 0,-98-8-16 0 0,-6-2-17 0 0,-1 1-1 0 0,27 8 0 0 0,-45-11 34 0 0,1 1 1 0 0,-1-1-1 0 0,1 1 0 0 0,0-1 0 0 0,-1 1 1 0 0,1-1-1 0 0,-1 1 0 0 0,1-1 0 0 0,-1 1 1 0 0,1-1-1 0 0,-1 1 0 0 0,0 0 0 0 0,1-1 1 0 0,-1 1-1 0 0,0 0 0 0 0,1-1 1 0 0,-1 1-1 0 0,0 0 0 0 0,0-1 0 0 0,0 1 1 0 0,0 0-1 0 0,1 0 0 0 0,-1-1 0 0 0,0 1 1 0 0,0 0-1 0 0,0 0 0 0 0,-1-1 0 0 0,1 1 1 0 0,0 0-1 0 0,0-1 0 0 0,0 1 0 0 0,0 0 1 0 0,-1 0-1 0 0,-10 23 44 0 0,-2-8-24 0 0,-1-1 1 0 0,0-1-1 0 0,-28 22 0 0 0,-56 33 35 0 0,56-40-18 0 0,-310 185 631 0 0,337-205-670 0 0,8-6-11 0 0,-15 11 3 0 0,21-13 12 0 0,0 0 0 0 0,1-1 1 0 0,-1 1-1 0 0,0 0 1 0 0,1-1-1 0 0,-1 1 0 0 0,0 0 1 0 0,1 0-1 0 0,-1-1 0 0 0,1 1 1 0 0,0 0-1 0 0,-1 0 0 0 0,1 0 1 0 0,0 0-1 0 0,-1 0 0 0 0,1 0 1 0 0,0 0-1 0 0,0-1 0 0 0,0 1 1 0 0,0 0-1 0 0,0 0 1 0 0,0 1-1 0 0,1 0 2 0 0,1-1-1 0 0,-1 0 1 0 0,1 1 0 0 0,-1-1 0 0 0,1 0 0 0 0,0 0-1 0 0,-1 0 1 0 0,1-1 0 0 0,0 1 0 0 0,0 0 0 0 0,0-1-1 0 0,0 1 1 0 0,0-1 0 0 0,0 0 0 0 0,3 1 0 0 0,-5-1-5 0 0,37 3 24 0 0,-1-2 0 0 0,1-1 0 0 0,48-6 0 0 0,-34 1-14 0 0,82-7 10 0 0,114-5 42 0 0,-190 12 46 0 0,-55 5-103 0 0,1 0-6 0 0,10 0 11 0 0,-10 0-27 0 0,0-1-281 0 0,7-1-119 0 0,-7 2-319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38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18 1104 0 0,'-2'-9'15825'0'0,"13"6"-15761"0"0,0 1 0 0 0,0 0 0 0 0,0 1 0 0 0,1 0 1 0 0,-1 1-1 0 0,15 2 0 0 0,1-2-193 0 0,89 2-2510 0 0,-40 1-4776 0 0,-60-2 2624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38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15 2692 0 0,'-108'42'11574'0'0,"106"-42"-11244"0"0,-6 7 483 0 0,185-30-2362 0 0,2-5-4774 0 0,-166 26 5571 0 0,47-8-3629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39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87 2000 0 0,'-92'-35'10953'0'0,"91"35"-10919"0"0,1 0 1 0 0,-1 0 0 0 0,1 0-1 0 0,-1 0 1 0 0,1 0 0 0 0,0-1 0 0 0,-1 1-1 0 0,1 0 1 0 0,-1 0 0 0 0,1 0 0 0 0,-1-1-1 0 0,1 1 1 0 0,0 0 0 0 0,-1-1 0 0 0,1 1-1 0 0,0 0 1 0 0,-1 0 0 0 0,1-1-1 0 0,0 1 1 0 0,-1-1 0 0 0,1 1 0 0 0,0 0-1 0 0,0-1 1 0 0,-1 1 0 0 0,1-1 0 0 0,0 1-1 0 0,0-1 1 0 0,0 1 0 0 0,0 0-1 0 0,0-1 1 0 0,0 1 0 0 0,-1-1 0 0 0,1 1-1 0 0,0-1 1 0 0,1 0-1 0 0,0 0-1 0 0,-1 0 1 0 0,1 0-1 0 0,0 0 1 0 0,-1 0 0 0 0,1 0-1 0 0,0 0 1 0 0,0 1-1 0 0,0-1 1 0 0,-1 0 0 0 0,1 0-1 0 0,0 1 1 0 0,2-1-1 0 0,33-15 246 0 0,-14 12-212 0 0,-1 0-1 0 0,1 2 1 0 0,0 0 0 0 0,0 1 0 0 0,24 3 0 0 0,-35-1-56 0 0,0 0-1 0 0,0 1 1 0 0,0 1 0 0 0,0-1 0 0 0,0 2-1 0 0,0-1 1 0 0,-1 2 0 0 0,1-1 0 0 0,-1 1-1 0 0,-1 1 1 0 0,19 12 0 0 0,-26-16-3 0 0,0 0 1 0 0,0 0 0 0 0,0 0 0 0 0,0 1-1 0 0,0-1 1 0 0,0 0 0 0 0,-1 1 0 0 0,1 0-1 0 0,-1-1 1 0 0,0 1 0 0 0,0 0-1 0 0,0-1 1 0 0,0 1 0 0 0,0 0 0 0 0,0 0-1 0 0,-1 0 1 0 0,1 5 0 0 0,-1-3 3 0 0,-1 0 1 0 0,1 0-1 0 0,-1 0 1 0 0,0 0 0 0 0,0 0-1 0 0,-1 0 1 0 0,0 0-1 0 0,1 0 1 0 0,-5 6-1 0 0,-2 4 21 0 0,-2-1-1 0 0,1-1 1 0 0,-1 0 0 0 0,-1 0-1 0 0,-17 15 1 0 0,-84 69 622 0 0,111-96-553 0 0,20 4-96 0 0,-4-7 47 0 0,0 1-1 0 0,1 1 1 0 0,-1 1-1 0 0,0 0 0 0 0,0 1 1 0 0,0 1-1 0 0,0 0 1 0 0,0 1-1 0 0,0 1 1 0 0,-1 0-1 0 0,0 1 1 0 0,0 0-1 0 0,0 1 0 0 0,-1 1 1 0 0,0 0-1 0 0,0 1 1 0 0,17 15-1 0 0,-28-22 34 0 0,0 0 0 0 0,0 0 0 0 0,0 1 0 0 0,0-1 0 0 0,-1 0 0 0 0,1 1 0 0 0,-1-1 0 0 0,1 1 0 0 0,-1-1 0 0 0,0 1 0 0 0,0 0 0 0 0,0-1 0 0 0,0 1 0 0 0,0 0 0 0 0,-1 0 0 0 0,0 0 0 0 0,1-1 0 0 0,-1 1-1 0 0,0 5 1 0 0,-1-4-7 0 0,0 0 0 0 0,0 0-1 0 0,-1-1 1 0 0,1 1 0 0 0,-1 0-1 0 0,1-1 1 0 0,-1 1 0 0 0,0-1-1 0 0,-1 0 1 0 0,1 0 0 0 0,-1 1-1 0 0,-4 4 1 0 0,-2-1 2 0 0,0 1 0 0 0,0-1 0 0 0,-1-1 0 0 0,0 1 0 0 0,0-2 0 0 0,0 1 0 0 0,-1-1 0 0 0,-20 6 0 0 0,10-6-6 0 0,-1 0-1 0 0,1-1 0 0 0,-45 1 1 0 0,52-5-132 0 0,1-1 0 0 0,0 0 0 0 0,0-1 0 0 0,0 0 1 0 0,0-1-1 0 0,0 0 0 0 0,1-1 0 0 0,-14-6 0 0 0,24 9-149 0 0,-1 0 0 0 0,1 0 0 0 0,0-1 0 0 0,0 1 0 0 0,-1 0 0 0 0,1-1 0 0 0,0 1 0 0 0,0-1-1 0 0,0 0 1 0 0,1 0 0 0 0,-1 0 0 0 0,0 0 0 0 0,1 0 0 0 0,-1 0 0 0 0,1 0 0 0 0,0 0 0 0 0,-1-1 0 0 0,1 1 0 0 0,0 0-1 0 0,-1-4 1 0 0,2 2-207 0 0,0 1 0 0 0,0 0 0 0 0,0 0 0 0 0,1 0 0 0 0,-1 0 0 0 0,1 0 0 0 0,-1 0 0 0 0,1 0 0 0 0,0 0-1 0 0,0 0 1 0 0,0 0 0 0 0,1 0 0 0 0,-1 1 0 0 0,1-1 0 0 0,-1 0 0 0 0,4-3 0 0 0,7-10-2695 0 0,4-2-919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39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 2628 0 0,'2'-1'2068'0'0,"25"-20"4886"0"0,-12 18-5271 0 0,-6 7-1396 0 0,1 0 1 0 0,0 0 0 0 0,-1 1 0 0 0,0 1 0 0 0,0-1-1 0 0,0 2 1 0 0,-1-1 0 0 0,0 1 0 0 0,0 0 0 0 0,-1 1 0 0 0,12 14-1 0 0,-10-10-163 0 0,0 0-1 0 0,-1 1 1 0 0,0 0-1 0 0,-1 0 1 0 0,-1 1-1 0 0,0 0 1 0 0,7 26-1 0 0,-12-35-48 0 0,0 1-1 0 0,-1-1 1 0 0,1 0-1 0 0,-1 0 1 0 0,-1 0 0 0 0,1 0-1 0 0,-1 0 1 0 0,1 0-1 0 0,-2 0 1 0 0,1 0-1 0 0,0 0 1 0 0,-1 0-1 0 0,0-1 1 0 0,-4 8-1 0 0,0-1 221 0 0,0-1 0 0 0,-1 0 0 0 0,-1-1 0 0 0,-16 17 0 0 0,23-24 64 0 0,-1-6-271 0 0,1 4-86 0 0,1 0-1 0 0,0 0 0 0 0,0 0 1 0 0,0 0-1 0 0,-1 0 1 0 0,1 0-1 0 0,0-1 1 0 0,0 1-1 0 0,0 0 0 0 0,-1 0 1 0 0,1 0-1 0 0,0 0 1 0 0,0-1-1 0 0,0 1 1 0 0,0 0-1 0 0,0 0 0 0 0,-1 0 1 0 0,1-1-1 0 0,0 1 1 0 0,0 0-1 0 0,0 0 1 0 0,0-1-1 0 0,0 1 0 0 0,0 0 1 0 0,0 0-1 0 0,0 0 1 0 0,0-1-1 0 0,0 1 1 0 0,0 0-1 0 0,0 0 0 0 0,0-1 1 0 0,0 1-1 0 0,0 0 1 0 0,0 0-1 0 0,0-1 1 0 0,0 1-1 0 0,0 0 0 0 0,0-1 1 0 0,7-11 0 0 0,0-1 1 0 0,1 1-1 0 0,0 0 1 0 0,0 0-1 0 0,14-13 0 0 0,58-53-56 0 0,-28 29 31 0 0,-15 13-29 0 0,38-51 0 0 0,-74 86 36 0 0,-4 1-4 0 0,-3 2 17 0 0,0 0 0 0 0,0 1 0 0 0,0-1 0 0 0,1 1 0 0 0,-1 0 0 0 0,1 1 0 0 0,0-1 0 0 0,0 1 0 0 0,0 0 0 0 0,1 0 0 0 0,-1 1-1 0 0,1-1 1 0 0,-4 6 0 0 0,-3 4 2 0 0,0 1-1 0 0,0 1 1 0 0,-10 22-1 0 0,18-33-9 0 0,0 1 0 0 0,1-1 1 0 0,0 1-1 0 0,0 0 0 0 0,0 0 0 0 0,1 0 0 0 0,0 0 1 0 0,0 0-1 0 0,1 0 0 0 0,-1 0 0 0 0,1 0 0 0 0,1 1 1 0 0,-1-1-1 0 0,1 0 0 0 0,0 0 0 0 0,0 0 1 0 0,1 0-1 0 0,0 0 0 0 0,3 7 0 0 0,-1-5-281 0 0,1 0 0 0 0,0 0 0 0 0,1-1 0 0 0,-1 1-1 0 0,1-1 1 0 0,1-1 0 0 0,-1 1 0 0 0,1-1 0 0 0,0-1 0 0 0,1 1-1 0 0,-1-1 1 0 0,12 6 0 0 0,-2-2-875 0 0,1-1-1 0 0,0-1 1 0 0,0-1-1 0 0,1 0 1 0 0,-1-1 0 0 0,1-1-1 0 0,0-1 1 0 0,22 1-1 0 0,-5-3-2525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40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45 432 0 0,'15'-25'11522'0'0,"-5"9"-7205"0"0,-10 15-4258 0 0,1 1 0 0 0,-1 0 0 0 0,0 0 0 0 0,0 0 0 0 0,1-1 0 0 0,-1 1 0 0 0,0 0 0 0 0,1 0 0 0 0,-1 0 0 0 0,0-1 0 0 0,1 1 0 0 0,-1 0 0 0 0,0 0 0 0 0,1 0 0 0 0,-1 0 0 0 0,0 0 0 0 0,1 0 0 0 0,-1 0 0 0 0,0 0 0 0 0,1 0 0 0 0,-1 0 0 0 0,0 0 0 0 0,1 0 0 0 0,-1 0 0 0 0,0 0 0 0 0,1 0 0 0 0,-1 0 0 0 0,0 0 0 0 0,1 1 0 0 0,-1-1 0 0 0,0 0 0 0 0,0 0 0 0 0,1 0 0 0 0,-1 0 0 0 0,0 1 0 0 0,1-1-1 0 0,-1 0 1 0 0,0 0 0 0 0,0 1 0 0 0,0-1 0 0 0,1 0 0 0 0,-1 1 0 0 0,0-1 0 0 0,0 0 0 0 0,0 0 0 0 0,0 1 0 0 0,1-1 0 0 0,-1 0 0 0 0,0 1 0 0 0,0-1 0 0 0,0 0 0 0 0,0 1 0 0 0,13 26 454 0 0,-2 1-1 0 0,-1 0 1 0 0,-1 1-1 0 0,5 30 1 0 0,-5-9-368 0 0,-3 0 1 0 0,1 53-1 0 0,-6-16-2987 0 0,-1-84 2394 0 0,1 20-3077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40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48 2392 0 0,'-12'-22'10507'0'0,"8"13"-7389"0"0,0-4-101 0 0,4 13-2981 0 0,0 0 0 0 0,1-1 0 0 0,-1 1 0 0 0,0 0 0 0 0,0 0 0 0 0,1-1 0 0 0,-1 1 0 0 0,0 0 0 0 0,0 0 0 0 0,1-1 0 0 0,-1 1 0 0 0,0 0 0 0 0,1 0 0 0 0,-1 0 1 0 0,1 0-1 0 0,-1-1 0 0 0,0 1 0 0 0,1 0 0 0 0,-1 0 0 0 0,0 0 0 0 0,1 0 0 0 0,-1 0 0 0 0,0 0 0 0 0,1 0 0 0 0,-1 0 0 0 0,1 0 0 0 0,-1 0 0 0 0,0 0 0 0 0,1 0 0 0 0,-1 1 0 0 0,0-1 0 0 0,1 0 0 0 0,-1 0 0 0 0,1 0 0 0 0,-1 1 0 0 0,198 29 838 0 0,-65-19-4800 0 0,-125-11 2839 0 0,-4 1 181 0 0,1-1 0 0 0,0 0 0 0 0,-1 0 1 0 0,1 0-1 0 0,0 0 0 0 0,-1-1 0 0 0,1 0 0 0 0,5-2 0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40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 2472 0 0,'-16'1'5786'0'0,"15"1"-5435"0"0,-1 0-1 0 0,1 0 0 0 0,-1 0 1 0 0,1 0-1 0 0,0 0 1 0 0,0 0-1 0 0,0 0 1 0 0,0 0-1 0 0,1 0 0 0 0,-1 1 1 0 0,0-1-1 0 0,1 0 1 0 0,0 1-1 0 0,-1-1 1 0 0,1 0-1 0 0,0 1 1 0 0,0 2-1 0 0,6 52 2648 0 0,-2-23-1735 0 0,4 283 1140 0 0,-8-312-2665 0 0,3 63-1919 0 0,4-35-966 0 0,8-5-3570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41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1476 0 0,'1'-2'2469'0'0,"1"-1"-1955"0"0,-1 1-1 0 0,1-1 1 0 0,0 1-1 0 0,0 0 1 0 0,-1-1 0 0 0,2 1-1 0 0,-1 0 1 0 0,0 0 0 0 0,0 0-1 0 0,1 1 1 0 0,-1-1-1 0 0,1 1 1 0 0,-1-1 0 0 0,5-1-1 0 0,-1 1-58 0 0,0 0-1 0 0,1 0 1 0 0,-1 1-1 0 0,0 0 1 0 0,1 0 0 0 0,8 0-1 0 0,1 1-120 0 0,-1 1 0 0 0,0 0 0 0 0,1 1 0 0 0,-1 1 0 0 0,17 6 0 0 0,-20-6-214 0 0,-1 1 0 0 0,0 0 0 0 0,-1 1 0 0 0,1 0 0 0 0,-1 1 0 0 0,0 0 0 0 0,-1 1 0 0 0,17 14 0 0 0,-23-18-64 0 0,0 0 0 0 0,1 1 0 0 0,-1 0 0 0 0,-1 0 0 0 0,1 0 0 0 0,0 0 0 0 0,-1 0-1 0 0,0 0 1 0 0,0 1 0 0 0,0-1 0 0 0,-1 1 0 0 0,1-1 0 0 0,-1 1 0 0 0,0 0 0 0 0,0-1 0 0 0,-1 1 0 0 0,0 0 0 0 0,1 0 0 0 0,-2-1-1 0 0,1 1 1 0 0,0 0 0 0 0,-1 0 0 0 0,0-1 0 0 0,-1 6 0 0 0,-2 1 70 0 0,-1 0 0 0 0,0-1 0 0 0,0 1 0 0 0,-1-1-1 0 0,0 0 1 0 0,-1 0 0 0 0,0-1 0 0 0,0 0 0 0 0,-17 15 0 0 0,-8 5 330 0 0,-49 32 1 0 0,24-19-258 0 0,35-26-149 0 0,14-10-31 0 0,0 0 0 0 0,0 1-1 0 0,-9 9 1 0 0,17-16-12 0 0,0 1-1 0 0,-1 0 0 0 0,1-1 0 0 0,0 1 1 0 0,0-1-1 0 0,0 1 0 0 0,0 0 0 0 0,0-1 1 0 0,0 1-1 0 0,0-1 0 0 0,0 1 0 0 0,0 0 1 0 0,0-1-1 0 0,0 1 0 0 0,0-1 0 0 0,0 1 1 0 0,0 0-1 0 0,1-1 0 0 0,-1 1 0 0 0,0-1 1 0 0,0 1-1 0 0,1-1 0 0 0,-1 1 1 0 0,0-1-1 0 0,1 1 0 0 0,-1-1 0 0 0,1 1 1 0 0,-1-1-1 0 0,1 1 0 0 0,-1-1 0 0 0,1 0 1 0 0,-1 1-1 0 0,1-1 0 0 0,-1 0 0 0 0,1 1 1 0 0,-1-1-1 0 0,1 0 0 0 0,-1 0 0 0 0,1 1 1 0 0,0-1-1 0 0,-1 0 0 0 0,1 0 0 0 0,0 0 1 0 0,14 4 25 0 0,0-1 0 0 0,0-1 0 0 0,0 0 0 0 0,0-1 0 0 0,21-1 0 0 0,83-11-14 0 0,-81 7-104 0 0,193-26-3373 0 0,-77 7-6085 0 0,-114 16 2742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41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35 1740 0 0,'-29'-25'10152'0'0,"29"24"-10084"0"0,-1 1 0 0 0,1 0 0 0 0,0 0-1 0 0,0 0 1 0 0,0-1 0 0 0,0 1 0 0 0,0 0-1 0 0,0 0 1 0 0,0-1 0 0 0,0 1-1 0 0,0 0 1 0 0,0 0 0 0 0,0-1 0 0 0,0 1-1 0 0,0 0 1 0 0,0 0 0 0 0,0-1 0 0 0,0 1-1 0 0,1 0 1 0 0,-1 0 0 0 0,0-1-1 0 0,0 1 1 0 0,0 0 0 0 0,0 0 0 0 0,0 0-1 0 0,1-1 1 0 0,-1 1 0 0 0,0 0 0 0 0,0 0-1 0 0,0 0 1 0 0,0 0 0 0 0,1-1-1 0 0,-1 1 1 0 0,0 0 0 0 0,0 0 0 0 0,0 0-1 0 0,1 0 1 0 0,-1 0 0 0 0,0 0 0 0 0,0 0-1 0 0,1 0 1 0 0,-1 0 0 0 0,0 0-1 0 0,0 0 1 0 0,1-1 0 0 0,-1 1 0 0 0,0 1-1 0 0,0-1 1 0 0,1 0 0 0 0,19-2 1429 0 0,-5 6-1214 0 0,-1 0 1 0 0,0 0 0 0 0,0 2 0 0 0,0-1 0 0 0,-1 2 0 0 0,0 0 0 0 0,0 0 0 0 0,-1 2 0 0 0,0-1 0 0 0,19 18 0 0 0,-26-21-235 0 0,0 0 0 0 0,-1 1 0 0 0,1-1 0 0 0,-1 1 0 0 0,-1 0 0 0 0,1 0 0 0 0,-1 1 0 0 0,0-1 0 0 0,0 1 0 0 0,3 12 0 0 0,-5-13-7 0 0,0 0 0 0 0,0 0 0 0 0,-1-1-1 0 0,0 1 1 0 0,0 0 0 0 0,-1 0 0 0 0,0-1-1 0 0,0 1 1 0 0,0 0 0 0 0,-1-1 0 0 0,1 1 0 0 0,-1-1-1 0 0,0 1 1 0 0,-1-1 0 0 0,-3 5 0 0 0,-44 64 213 0 0,19-31 30 0 0,46-60-86 0 0,22-20 0 0 0,34-38-127 0 0,39-73-46 0 0,-96 125-119 0 0,-15 18-89 0 0,-10 10 130 0 0,5 0 69 0 0,0 0-1 0 0,0 0 1 0 0,1 1-1 0 0,0-1 1 0 0,0 1 0 0 0,0 1-1 0 0,1-1 1 0 0,0 1 0 0 0,0 0-1 0 0,0 0 1 0 0,-2 8-1 0 0,-3 4-29 0 0,5-12-51 0 0,0 1 0 0 0,1 0 1 0 0,0 0-1 0 0,0 1 0 0 0,1-1 0 0 0,0 0 1 0 0,1 1-1 0 0,-1 0 0 0 0,2-1 0 0 0,-1 1 0 0 0,1 0 1 0 0,1-1-1 0 0,-1 1 0 0 0,2 0 0 0 0,-1-1 0 0 0,1 1 1 0 0,3 8-1 0 0,-1-7-335 0 0,0 0-1 0 0,1-1 1 0 0,0 1 0 0 0,1-1-1 0 0,0-1 1 0 0,0 1 0 0 0,1-1-1 0 0,0 0 1 0 0,0 0 0 0 0,1-1-1 0 0,0 0 1 0 0,0-1 0 0 0,17 11-1 0 0,1-2-2127 0 0,1-1 0 0 0,30 10 0 0 0,-15-8-2751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42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54 2744 0 0,'-40'-40'14840'0'0,"40"40"-14795"0"0,0 0 0 0 0,0-1 0 0 0,0 1 0 0 0,0 0-1 0 0,0-1 1 0 0,0 1 0 0 0,0 0 0 0 0,0 0 0 0 0,0-1-1 0 0,0 1 1 0 0,0 0 0 0 0,0-1 0 0 0,0 1 0 0 0,0 0 0 0 0,0 0-1 0 0,0-1 1 0 0,0 1 0 0 0,0 0 0 0 0,1 0 0 0 0,-1-1 0 0 0,0 1-1 0 0,0 0 1 0 0,0 0 0 0 0,0-1 0 0 0,0 1 0 0 0,1 0-1 0 0,-1 0 1 0 0,0 0 0 0 0,0-1 0 0 0,1 1 0 0 0,-1 0 0 0 0,0 0-1 0 0,0 0 1 0 0,0 0 0 0 0,1-1 0 0 0,-1 1 0 0 0,0 0-1 0 0,1 0 1 0 0,-1 0 0 0 0,0 0 0 0 0,0 0 0 0 0,1 0 0 0 0,-1 0-1 0 0,1 0 1 0 0,18-5 937 0 0,6 6-483 0 0,0 0 0 0 0,41 7 1 0 0,-58-6-467 0 0,0 0 1 0 0,0 0 0 0 0,-1 0 0 0 0,1 1 0 0 0,0 0 0 0 0,-1 0 0 0 0,0 1 0 0 0,0 0 0 0 0,0 0 0 0 0,0 1 0 0 0,-1 0 0 0 0,12 10 0 0 0,-16-12-30 0 0,0 0-1 0 0,0-1 1 0 0,0 1 0 0 0,-1 0-1 0 0,1 0 1 0 0,-1 0 0 0 0,1 0-1 0 0,-1 1 1 0 0,0-1 0 0 0,0 0-1 0 0,0 1 1 0 0,-1-1 0 0 0,1 0-1 0 0,-1 1 1 0 0,0 4 0 0 0,0-3 29 0 0,-1 1-1 0 0,0-1 1 0 0,0 1 0 0 0,-1-1-1 0 0,1 0 1 0 0,-1 1 0 0 0,0-1 0 0 0,-5 8-1 0 0,-2 0 139 0 0,1 0-1 0 0,-2-1 0 0 0,1 0 0 0 0,-2-1 1 0 0,-22 20-1 0 0,-31 18 1024 0 0,-2-3 0 0 0,-78 41 0 0 0,142-86-1151 0 0,-5 3 62 0 0,0-1 0 0 0,1 2 0 0 0,-1-1 0 0 0,-6 6 0 0 0,15-8-77 0 0,-1-1 1 0 0,1 0-1 0 0,0 0 0 0 0,-1 0 0 0 0,1 0 1 0 0,0 0-1 0 0,0 0 0 0 0,0-1 0 0 0,0 1 1 0 0,-1 0-1 0 0,1-1 0 0 0,0 0 0 0 0,4 1 1 0 0,197 10 216 0 0,-95-8-166 0 0,342 14 131 0 0,-379-13-1578 0 0,-67-4 474 0 0,-17 4-2699 0 0,2-1 2367 0 0,-1 0 1 0 0,1-1 0 0 0,0-1-1 0 0,-1 0 1 0 0,1 0 0 0 0,-13-2-1 0 0,-8 2-2792 0 0,-20 1-4104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44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40 1744 0 0,'8'-6'3760'0'0,"-7"5"-3524"0"0,0 0 0 0 0,-1 1 1 0 0,1-1-1 0 0,0 0 0 0 0,0 0 0 0 0,-1 0 1 0 0,1 0-1 0 0,0 0 0 0 0,-1 0 0 0 0,1 0 1 0 0,-1 0-1 0 0,1 0 0 0 0,-1 0 0 0 0,1 0 1 0 0,-1 0-1 0 0,0 0 0 0 0,0 0 0 0 0,1 0 0 0 0,-1-2 1 0 0,-1 2-166 0 0,1 1 1 0 0,0-1-1 0 0,0 0 1 0 0,-1 1-1 0 0,1-1 0 0 0,-1 1 1 0 0,1-1-1 0 0,0 1 1 0 0,-1-1-1 0 0,1 1 1 0 0,-1-1-1 0 0,0 1 1 0 0,1-1-1 0 0,-1 1 0 0 0,1 0 1 0 0,-1-1-1 0 0,1 1 1 0 0,-1 0-1 0 0,0 0 1 0 0,1-1-1 0 0,-1 1 1 0 0,-1 0-1 0 0,-2-1-20 0 0,0 0-1 0 0,0 1 1 0 0,-1-1-1 0 0,1 1 1 0 0,0 0-1 0 0,-1 0 1 0 0,-6 2-1 0 0,-8 3 2 0 0,1 1 0 0 0,0 1-1 0 0,0 1 1 0 0,0 0-1 0 0,1 2 1 0 0,0-1-1 0 0,1 2 1 0 0,0 1 0 0 0,1 0-1 0 0,0 0 1 0 0,-20 24-1 0 0,33-34-48 0 0,0 0-1 0 0,0 0 1 0 0,0 0-1 0 0,1 1 1 0 0,-1-1-1 0 0,1 0 1 0 0,0 1 0 0 0,0-1-1 0 0,0 1 1 0 0,0 0-1 0 0,0-1 1 0 0,0 1-1 0 0,1 0 1 0 0,-1-1-1 0 0,1 1 1 0 0,0 0 0 0 0,0 0-1 0 0,0-1 1 0 0,0 1-1 0 0,0 0 1 0 0,0 0-1 0 0,2 3 1 0 0,0-1-5 0 0,0-1-1 0 0,0 0 1 0 0,1 0 0 0 0,0 0 0 0 0,0 0 0 0 0,0 0-1 0 0,0 0 1 0 0,0-1 0 0 0,1 0 0 0 0,-1 1 0 0 0,1-1-1 0 0,5 2 1 0 0,26 19-45 0 0,40 17 0 0 0,-47-26 28 0 0,0 0 0 0 0,-2 2 0 0 0,37 29 0 0 0,-61-44 36 0 0,-1-1 0 0 0,1 0 0 0 0,-1 1-1 0 0,1-1 1 0 0,-1 1 0 0 0,0-1 0 0 0,1 1-1 0 0,-1-1 1 0 0,0 1 0 0 0,0 0 0 0 0,0 0 0 0 0,-1 0-1 0 0,1 0 1 0 0,0-1 0 0 0,-1 1 0 0 0,1 0 0 0 0,-1 0-1 0 0,0 0 1 0 0,1 0 0 0 0,-1 0 0 0 0,0 0-1 0 0,0 0 1 0 0,0 0 0 0 0,-1 0 0 0 0,1 0 0 0 0,0 0-1 0 0,-1 0 1 0 0,1 0 0 0 0,-1 0 0 0 0,0 0-1 0 0,0 0 1 0 0,1 0 0 0 0,-1-1 0 0 0,0 1 0 0 0,-1 0-1 0 0,1-1 1 0 0,0 1 0 0 0,0 0 0 0 0,-1-1 0 0 0,1 0-1 0 0,-1 1 1 0 0,-1 0 0 0 0,-4 4 88 0 0,0 0 0 0 0,0-1 0 0 0,-1 0 1 0 0,1-1-1 0 0,-1 0 0 0 0,0 0 0 0 0,0-1 0 0 0,-12 4 0 0 0,2-2-180 0 0,0-2 0 0 0,0 0 0 0 0,0-1 0 0 0,0 0 0 0 0,0-2 0 0 0,0 0 0 0 0,0-1 0 0 0,0-1 0 0 0,0-1 0 0 0,0 0 0 0 0,-28-10 0 0 0,46 13-36 0 0,-1-1 1 0 0,1 1 0 0 0,0-1 0 0 0,-1 1-1 0 0,1 0 1 0 0,-1-1 0 0 0,1 1 0 0 0,0-1-1 0 0,-1 1 1 0 0,1-1 0 0 0,0 1 0 0 0,0-1 0 0 0,-1 1-1 0 0,1-1 1 0 0,0 0 0 0 0,0 1 0 0 0,0-1-1 0 0,0 1 1 0 0,-1-1 0 0 0,1 1 0 0 0,0-1-1 0 0,0 0 1 0 0,0 1 0 0 0,0-1 0 0 0,1 1 0 0 0,-1-1-1 0 0,0 0 1 0 0,0 1 0 0 0,0-1 0 0 0,0 1-1 0 0,1-1 1 0 0,-1 1 0 0 0,0-1 0 0 0,0 1-1 0 0,1-1 1 0 0,10-19-3777 0 0,0 8 624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44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16 0 0,'40'-30'13062'0'0,"-43"40"-11600"0"0,3-10-1483 0 0,-4 14 150 0 0,0 0 1 0 0,1 0-1 0 0,0 0 0 0 0,1 0 0 0 0,0 26 0 0 0,3-12-84 0 0,1 0 0 0 0,5 30 0 0 0,-5-51-41 0 0,-1 0 1 0 0,1-1-1 0 0,0 1 1 0 0,1-1-1 0 0,-1 1 1 0 0,1-1-1 0 0,0 0 1 0 0,1 0-1 0 0,0 0 1 0 0,-1-1-1 0 0,2 0 1 0 0,-1 1-1 0 0,1-1 1 0 0,0-1-1 0 0,0 1 1 0 0,9 6-1 0 0,-10-8-33 0 0,1-1 0 0 0,-1 0-1 0 0,1 1 1 0 0,0-1 0 0 0,0-1 0 0 0,-1 1-1 0 0,1-1 1 0 0,1 0 0 0 0,-1 0 0 0 0,0 0 0 0 0,0-1-1 0 0,0 0 1 0 0,0 0 0 0 0,0 0 0 0 0,1-1-1 0 0,-1 1 1 0 0,0-1 0 0 0,0 0 0 0 0,0-1-1 0 0,0 1 1 0 0,-1-1 0 0 0,9-4 0 0 0,-3 0-13 0 0,0 0 1 0 0,-1 0-1 0 0,0-1 0 0 0,0 0 1 0 0,-1 0-1 0 0,1-1 1 0 0,-2 0-1 0 0,1-1 0 0 0,10-15 1 0 0,1-7 158 0 0,25-55-1 0 0,-25 48 348 0 0,-19 38-450 0 0,0-1 0 0 0,0 1-1 0 0,0 0 1 0 0,0-1 0 0 0,0 1 0 0 0,1-1 0 0 0,-1 1-1 0 0,0 0 1 0 0,0-1 0 0 0,1 1 0 0 0,-1 0-1 0 0,0-1 1 0 0,1 1 0 0 0,-1 0 0 0 0,0-1 0 0 0,1 1-1 0 0,-1 0 1 0 0,0-1 0 0 0,1 1 0 0 0,-1 0-1 0 0,0 0 1 0 0,1 0 0 0 0,-1-1 0 0 0,1 1 0 0 0,3 9 148 0 0,-1 25-85 0 0,-3-25-39 0 0,3 34-134 0 0,-2-11 233 0 0,7 35 1 0 0,-7-57-459 0 0,2 0 0 0 0,-1 0 0 0 0,1-1 0 0 0,1 1 0 0 0,0-1 0 0 0,0 0 0 0 0,10 16 0 0 0,-12-22-14 0 0,0-1 0 0 0,1 1 0 0 0,-1-1 1 0 0,0 1-1 0 0,1-1 0 0 0,4 3 0 0 0,10 2-4147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45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9 109 1516 0 0,'-2'-38'3592'0'0,"2"19"-467"0"0,-6-32 752 0 0,6 51-3835 0 0,1 0 1 0 0,0 0-1 0 0,0 1 1 0 0,-1-1-1 0 0,1 0 1 0 0,-1 1-1 0 0,1-1 1 0 0,0 1-1 0 0,-1-1 1 0 0,1 1-1 0 0,-1-1 1 0 0,1 1-1 0 0,-1-1 1 0 0,1 1-1 0 0,-1 0 1 0 0,0-1-1 0 0,1 1 1 0 0,-1 0-1 0 0,0-1 0 0 0,1 1 1 0 0,-1 0-1 0 0,0-1 1 0 0,1 2-1 0 0,5 21 628 0 0,-5-18-454 0 0,7 31 690 0 0,-1 1-1 0 0,2 58 0 0 0,-8 75 8 0 0,-9 78-89 0 0,9-260-828 0 0,1 0-1 0 0,0 0 1 0 0,1 0-1 0 0,0 1 1 0 0,0-1-1 0 0,2 1 1 0 0,-1 0 0 0 0,2 0-1 0 0,-1 1 1 0 0,1-1-1 0 0,1 1 1 0 0,0 0-1 0 0,13-13 1 0 0,-18 20-6 0 0,1 0 1 0 0,-1 0 0 0 0,1 1-1 0 0,0-1 1 0 0,0 1 0 0 0,0 0-1 0 0,0 0 1 0 0,1 0-1 0 0,-1 1 1 0 0,0-1 0 0 0,1 1-1 0 0,-1-1 1 0 0,1 1 0 0 0,0 0-1 0 0,-1 1 1 0 0,1-1 0 0 0,5 0-1 0 0,-4 2 2 0 0,0-1-1 0 0,-1 1 1 0 0,1-1 0 0 0,0 2-1 0 0,-1-1 1 0 0,1 0-1 0 0,-1 1 1 0 0,0 0-1 0 0,1 0 1 0 0,-1 0 0 0 0,0 0-1 0 0,5 5 1 0 0,-2-2 75 0 0,0 1 0 0 0,-1-1 0 0 0,1 2 0 0 0,-1-1 0 0 0,-1 1 0 0 0,0 0 0 0 0,1 0 0 0 0,-2 0 0 0 0,1 1 0 0 0,-1-1 0 0 0,-1 1-1 0 0,1 0 1 0 0,-1 0 0 0 0,3 14 0 0 0,-5-14 92 0 0,0 0-1 0 0,-1 0 0 0 0,0 0 0 0 0,0 0 0 0 0,0 0 0 0 0,-1 0 0 0 0,-1-1 0 0 0,1 1 0 0 0,-1 0 1 0 0,0-1-1 0 0,-1 1 0 0 0,0-1 0 0 0,0 1 0 0 0,-1-1 0 0 0,-7 12 0 0 0,7-14-98 0 0,0 0 1 0 0,0 0-1 0 0,-1-1 0 0 0,1 1 0 0 0,-1-1 0 0 0,0 0 1 0 0,0 0-1 0 0,0-1 0 0 0,-1 0 0 0 0,1 1 0 0 0,-1-2 0 0 0,0 1 1 0 0,0-1-1 0 0,0 0 0 0 0,0 0 0 0 0,0 0 0 0 0,0-1 1 0 0,0 0-1 0 0,-1 0 0 0 0,-7-1 0 0 0,2 0-38 0 0,1-1 0 0 0,-1 0 1 0 0,1-1-1 0 0,0 0 0 0 0,-16-6 0 0 0,22 7-249 0 0,0-1 0 0 0,0 0 0 0 0,1 0-1 0 0,-1-1 1 0 0,1 1 0 0 0,-1-1 0 0 0,1 0 0 0 0,0 0 0 0 0,0 0 0 0 0,0-1-1 0 0,1 1 1 0 0,-1-1 0 0 0,1 0 0 0 0,-4-6 0 0 0,6 8-71 0 0,0 0 0 0 0,0 0 1 0 0,0 0-1 0 0,1 0 0 0 0,-1 0 0 0 0,1-1 1 0 0,0 1-1 0 0,-1 0 0 0 0,1 0 0 0 0,0-1 1 0 0,0 1-1 0 0,1 0 0 0 0,-1 0 0 0 0,0-1 1 0 0,1 1-1 0 0,-1 0 0 0 0,2-4 0 0 0,1-1-1118 0 0,0 1 0 0 0,1-1 0 0 0,-1 1 0 0 0,6-7 0 0 0,2-1-3392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45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0 1516 0 0,'4'1'2303'0'0,"52"8"6895"0"0,-54-8-8551 0 0,0 0-90 0 0,1 2-231 0 0,0-1-1 0 0,-1 1 0 0 0,1 0 0 0 0,-1 0 1 0 0,0 0-1 0 0,1 1 0 0 0,-1-1 0 0 0,-1 0 1 0 0,1 1-1 0 0,0-1 0 0 0,-1 1 1 0 0,0 0-1 0 0,1 4 0 0 0,10 58 2119 0 0,-9-40-1596 0 0,8 65 1389 0 0,-3 147 1 0 0,-10-169-1832 0 0,-3 0 0 0 0,-3 0-1 0 0,-24 94 1 0 0,29-152-399 0 0,-1 0-1 0 0,1 0 1 0 0,-2-1-1 0 0,1 0 1 0 0,-1 0-1 0 0,-1 0 0 0 0,0 0 1 0 0,0-1-1 0 0,-15 16 1 0 0,18-22-202 0 0,0 1 0 0 0,0-1 0 0 0,-1 0 1 0 0,1-1-1 0 0,-1 1 0 0 0,0-1 0 0 0,0 1 0 0 0,0-1 0 0 0,0 0 1 0 0,0 0-1 0 0,0-1 0 0 0,0 1 0 0 0,-1-1 0 0 0,1 0 0 0 0,0 0 1 0 0,-1-1-1 0 0,1 1 0 0 0,-1-1 0 0 0,1 0 0 0 0,-1 0 0 0 0,1 0 1 0 0,-1-1-1 0 0,1 0 0 0 0,0 0 0 0 0,-1 0 0 0 0,-7-3 0 0 0,4 1-403 0 0,1-1-1 0 0,0 0 1 0 0,0-1-1 0 0,0 1 0 0 0,0-1 1 0 0,1-1-1 0 0,0 1 0 0 0,0-1 1 0 0,0 0-1 0 0,1-1 1 0 0,-9-12-1 0 0,-10-25-5124 0 0,3-2-1936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45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94 2436 0 0,'44'-86'8739'0'0,"-44"85"-8776"0"0,0 1-1 0 0,0-1 1 0 0,1 1 0 0 0,-1-1-1 0 0,0 1 1 0 0,0 0 0 0 0,1-1-1 0 0,-1 1 1 0 0,0-1-1 0 0,1 1 1 0 0,-1 0 0 0 0,1 0-1 0 0,-1-1 1 0 0,0 1 0 0 0,1 0-1 0 0,-1-1 1 0 0,1 1 0 0 0,-1 0-1 0 0,1 0 1 0 0,-1 0 0 0 0,1 0-1 0 0,-1 0 1 0 0,1-1 0 0 0,-1 1-1 0 0,1 0 1 0 0,-1 0-1 0 0,1 0 1 0 0,-1 0 0 0 0,1 0-1 0 0,-1 1 1 0 0,1-1 0 0 0,-1 0-1 0 0,1 0 1 0 0,-1 0 0 0 0,1 0-1 0 0,-1 0 1 0 0,1 1 0 0 0,-1-1-1 0 0,1 1 1 0 0,14 12-3575 0 0,-14-11 3140 0 0,6 7-2721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46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2388 0 0,'23'85'11197'0'0,"-22"-84"-11056"0"0,0 1 0 0 0,0 0 0 0 0,0-1 0 0 0,0 1 0 0 0,1-1 0 0 0,-1 1 0 0 0,0-1 0 0 0,1 0 0 0 0,-1 1 0 0 0,1-1 0 0 0,0 0 0 0 0,-1 0 0 0 0,1 0 1 0 0,0 0-1 0 0,0 0 0 0 0,-1-1 0 0 0,4 2 0 0 0,27 4 526 0 0,-30-5-622 0 0,6-1 9 0 0,-1 0 0 0 0,0 0 0 0 0,1-1 0 0 0,-1 0 0 0 0,0 0-1 0 0,0-1 1 0 0,0 0 0 0 0,0 0 0 0 0,0 0 0 0 0,0-1 0 0 0,-1 0 0 0 0,1-1 0 0 0,-1 1 0 0 0,0-1-1 0 0,11-9 1 0 0,-13 9-45 0 0,0 0-1 0 0,0-1 1 0 0,-1 0-1 0 0,1 1 1 0 0,-1-1-1 0 0,0 0 1 0 0,-1-1-1 0 0,1 1 1 0 0,-1 0-1 0 0,0-1 1 0 0,0 1-1 0 0,-1-1 1 0 0,1 0-1 0 0,-1 0 0 0 0,-1 1 1 0 0,1-1-1 0 0,-1 0 1 0 0,0 0-1 0 0,0 0 1 0 0,-2-10-1 0 0,2 15-10 0 0,-1 0 0 0 0,1 0 0 0 0,-1 0 0 0 0,1 0 0 0 0,-1 0 0 0 0,1 0 0 0 0,-1 0 0 0 0,0 0 0 0 0,1 0 0 0 0,-1 0 0 0 0,0 0-1 0 0,0 0 1 0 0,0 1 0 0 0,1-1 0 0 0,-1 0 0 0 0,0 1 0 0 0,0-1 0 0 0,0 0 0 0 0,0 1 0 0 0,-1-1 0 0 0,1 1 0 0 0,0 0 0 0 0,0-1 0 0 0,0 1 0 0 0,0 0-1 0 0,0 0 1 0 0,0-1 0 0 0,-1 1 0 0 0,1 0 0 0 0,0 0 0 0 0,0 0 0 0 0,0 0 0 0 0,-2 1 0 0 0,-1-1-1 0 0,1 1-1 0 0,-1 0 1 0 0,0 0 0 0 0,1 0-1 0 0,-1 1 1 0 0,1-1 0 0 0,-1 1 0 0 0,-5 3-1 0 0,-5 6 73 0 0,1 0-1 0 0,0 1 0 0 0,0 0 1 0 0,1 1-1 0 0,1 0 0 0 0,-15 22 1 0 0,20-25-44 0 0,0-1 1 0 0,0 1-1 0 0,1 1 0 0 0,0-1 1 0 0,1 1-1 0 0,0-1 1 0 0,1 1-1 0 0,0 0 1 0 0,1 1-1 0 0,-2 21 0 0 0,4-29-89 0 0,0 1-1 0 0,1-1 0 0 0,0 0 0 0 0,0 1 0 0 0,0-1 0 0 0,0 0 1 0 0,0 0-1 0 0,1 0 0 0 0,0 0 0 0 0,0 0 0 0 0,0 0 0 0 0,0 0 0 0 0,1-1 1 0 0,-1 1-1 0 0,1-1 0 0 0,0 0 0 0 0,0 0 0 0 0,0 0 0 0 0,0 0 1 0 0,1 0-1 0 0,-1 0 0 0 0,1-1 0 0 0,0 0 0 0 0,0 0 0 0 0,0 0 1 0 0,7 3-1 0 0,0-2-798 0 0,-1 0 1 0 0,0 0 0 0 0,1-1 0 0 0,-1 0-1 0 0,1-1 1 0 0,0 0 0 0 0,-1-1 0 0 0,1 0-1 0 0,0-1 1 0 0,11-1 0 0 0,8-5-4033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46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147 558 1324 0 0,'1'-10'2980'0'0,"0"8"-2533"0"0,-1 0 0 0 0,1 0 0 0 0,-1 0 0 0 0,0 0 0 0 0,1 0-1 0 0,-1-1 1 0 0,0 1 0 0 0,-1 0 0 0 0,1 0 0 0 0,0 0 0 0 0,-1 0 0 0 0,1-1 0 0 0,-1 1-1 0 0,1 0 1 0 0,-1 0 0 0 0,-3-4 777 0 0,-4 6-96 0 0,7-1-998 0 0,-1 1 0 0 0,1 0 1 0 0,-1 0-1 0 0,0 0 0 0 0,1 0 0 0 0,-1 1 1 0 0,1-1-1 0 0,-1 0 0 0 0,1 1 1 0 0,-1-1-1 0 0,1 1 0 0 0,-1-1 0 0 0,1 1 1 0 0,0 0-1 0 0,-1-1 0 0 0,1 1 1 0 0,-2 1-1 0 0,-5 5 126 0 0,0 1 1 0 0,0-1-1 0 0,1 1 1 0 0,0 0-1 0 0,1 1 0 0 0,0 0 1 0 0,0 0-1 0 0,1 0 1 0 0,0 1-1 0 0,-6 16 1 0 0,4-9-158 0 0,2 1 0 0 0,0 0 0 0 0,1 0 1 0 0,1 0-1 0 0,-2 26 0 0 0,5-34-68 0 0,0 0 0 0 0,0 0 0 0 0,1-1 0 0 0,0 1 0 0 0,1 0 1 0 0,0-1-1 0 0,0 1 0 0 0,1-1 0 0 0,1 1 0 0 0,5 11 0 0 0,-6-16-57 0 0,0-1 1 0 0,0 1-1 0 0,0-1 1 0 0,1 1-1 0 0,-1-1 1 0 0,1 0-1 0 0,0 0 1 0 0,1-1-1 0 0,-1 1 1 0 0,1-1 0 0 0,-1 0-1 0 0,1 0 1 0 0,0-1-1 0 0,0 1 1 0 0,0-1-1 0 0,0 0 1 0 0,1 0-1 0 0,-1-1 1 0 0,9 2-1 0 0,-4-2-312 0 0,0 0-1 0 0,0 0 1 0 0,0-1-1 0 0,0-1 1 0 0,-1 1 0 0 0,1-2-1 0 0,0 1 1 0 0,0-1-1 0 0,-1-1 1 0 0,18-6 0 0 0,-14 2-193 0 0,0 1 0 0 0,0-1 0 0 0,-1-1 0 0 0,0-1 0 0 0,0 1 0 0 0,18-20 0 0 0,-12 8-265 0 0,0-1 1 0 0,-1 0-1 0 0,-1-2 0 0 0,-2 0 1 0 0,0 0-1 0 0,-1-2 0 0 0,14-37 1 0 0,-8 7 1153 0 0,-3 0 0 0 0,-2-2 0 0 0,13-114 0 0 0,-22 105 3600 0 0,-5-99-1 0 0,-2 102-1025 0 0,2 60-1996 0 0,-7 21-182 0 0,4-3-453 0 0,1-1 0 0 0,1 1-1 0 0,1 0 1 0 0,0 16-1 0 0,1-2 126 0 0,-1 44 257 0 0,3 198 1169 0 0,22-4-889 0 0,-24-257-936 0 0,16 71-95 0 0,-15-73-203 0 0,1-1 0 0 0,0 1 0 0 0,0-1-1 0 0,0 0 1 0 0,1 0 0 0 0,0 0 0 0 0,1-1 0 0 0,5 8-1 0 0,-8-12 60 0 0,-1-1-1 0 0,1 1 0 0 0,-1-1 0 0 0,1 0 1 0 0,0 0-1 0 0,0 0 0 0 0,0 0 0 0 0,0 0 1 0 0,0 0-1 0 0,0 0 0 0 0,0-1 0 0 0,0 1 1 0 0,0-1-1 0 0,0 1 0 0 0,0-1 0 0 0,0 0 1 0 0,0 0-1 0 0,0 0 0 0 0,0 0 0 0 0,0 0 0 0 0,3 0 1 0 0,-2-1-583 0 0,0 0 1 0 0,-1 1 0 0 0,1-1 0 0 0,0 0-1 0 0,0-1 1 0 0,0 1 0 0 0,-1 0 0 0 0,1-1-1 0 0,2-2 1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47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39 908 0 0,'-227'-30'19489'0'0,"224"29"-18659"0"0,6 1-637 0 0,60-5 87 0 0,67 4 1 0 0,-41 1-399 0 0,139-1-2534 0 0,-128 2-2897 0 0,-82-3-334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48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12 556 0 0,'-7'-11'9866'0'0,"3"20"-6507"0"0,3 37-4342 0 0,1-29 2246 0 0,-15 156-290 0 0,-39 183 1 0 0,53-353-995 0 0,0 5-625 0 0,-7 24-673 0 0,-3-11-5961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48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1696 0 0,'16'-41'7283'0'0,"-15"39"-6688"0"0,2-1 104 0 0,-3 3-666 0 0,0-1-1 0 0,0 1 1 0 0,0 0-1 0 0,0 0 0 0 0,0 0 1 0 0,0-1-1 0 0,1 1 0 0 0,-1 0 1 0 0,0 0-1 0 0,0 0 0 0 0,0-1 1 0 0,0 1-1 0 0,0 0 1 0 0,0 0-1 0 0,0 0 0 0 0,1 0 1 0 0,-1-1-1 0 0,0 1 0 0 0,0 0 1 0 0,0 0-1 0 0,0 0 0 0 0,1 0 1 0 0,-1 0-1 0 0,0 0 1 0 0,0 0-1 0 0,0-1 0 0 0,1 1 1 0 0,-1 0-1 0 0,0 0 0 0 0,0 0 1 0 0,0 0-1 0 0,1 0 1 0 0,-1 0-1 0 0,0 0 0 0 0,0 0 1 0 0,0 0-1 0 0,1 0 0 0 0,-1 0 1 0 0,3 2 164 0 0,0-1 0 0 0,0 1 0 0 0,-1-1 0 0 0,1 1 0 0 0,-1 0 0 0 0,1 0 0 0 0,-1 0 0 0 0,0 1 0 0 0,0-1 0 0 0,0 0 1 0 0,0 1-1 0 0,2 3 0 0 0,23 39 947 0 0,-18-30-871 0 0,62 118 952 0 0,22 35-664 0 0,-44-90-104 0 0,-48-77-411 0 0,2-1-17 0 0,0-2-24 0 0,-1 0 0 0 0,1 1 0 0 0,0-1 1 0 0,-1 0-1 0 0,1 0 0 0 0,-1-1 0 0 0,0 1 0 0 0,0 0 0 0 0,0-1 1 0 0,0 0-1 0 0,0 1 0 0 0,0-1 0 0 0,-1 0 0 0 0,1 0 0 0 0,1-5 1 0 0,20-58-20 0 0,-16 43 12 0 0,8-24-14 0 0,3-10-26 0 0,2 0 0 0 0,47-89 0 0 0,-66 143 33 0 0,0 1 0 0 0,0 0 0 0 0,1 0 0 0 0,-1 0 0 0 0,0 0 1 0 0,1 0-1 0 0,-1 0 0 0 0,1 0 0 0 0,0 0 0 0 0,-1 1 0 0 0,1-1 0 0 0,0 1 1 0 0,0-1-1 0 0,0 1 0 0 0,0 0 0 0 0,1 0 0 0 0,-1-1 0 0 0,0 2 0 0 0,0-1 1 0 0,1 0-1 0 0,-1 0 0 0 0,0 1 0 0 0,1-1 0 0 0,4 1 0 0 0,-5 0 5 0 0,0 0 0 0 0,0 1 0 0 0,0-1 0 0 0,0 1 0 0 0,0 0 0 0 0,0 0 0 0 0,0 0 0 0 0,0 0 0 0 0,-1 0 0 0 0,1 0 0 0 0,0 0 0 0 0,-1 0 0 0 0,1 1 0 0 0,-1-1 0 0 0,1 1 0 0 0,-1-1 0 0 0,0 1 0 0 0,1-1 0 0 0,-1 1 0 0 0,1 3 0 0 0,18 36-6 0 0,-16-27 14 0 0,0 1 0 0 0,-1-1 0 0 0,-1 1-1 0 0,0 0 1 0 0,-1-1 0 0 0,-1 21 0 0 0,-12 90 339 0 0,6-89-1597 0 0,2 1 1 0 0,2 46 0 0 0,2-78 742 0 0,0 1 1 0 0,1-1-1 0 0,0 1 0 0 0,0-1 1 0 0,4 11-1 0 0,-4-14 104 0 0,0 0 1 0 0,0 0-1 0 0,0 0 0 0 0,0-1 1 0 0,1 1-1 0 0,-1 0 1 0 0,0 0-1 0 0,1-1 0 0 0,-1 1 1 0 0,1-1-1 0 0,2 2 1 0 0,7 3-3299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49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94 656 0 0,'4'-6'1296'0'0,"-1"0"0"0"0,1 1-1 0 0,-1-1 1 0 0,-1 0 0 0 0,5-11 0 0 0,-7 15-1037 0 0,1 0 0 0 0,-1 0 1 0 0,1 0-1 0 0,-1 0 0 0 0,0 0 1 0 0,1 0-1 0 0,-1 0 1 0 0,0 0-1 0 0,0 0 0 0 0,-1 0 1 0 0,1 0-1 0 0,0 0 0 0 0,-1 1 1 0 0,1-1-1 0 0,-1 0 0 0 0,1 0 1 0 0,-1 0-1 0 0,0 0 1 0 0,0 0-1 0 0,0 1 0 0 0,0-1 1 0 0,-2-2-1 0 0,2 3 47 0 0,-17 4 153 0 0,13 0-382 0 0,0 0 0 0 0,-1 1 0 0 0,1-1 0 0 0,1 1 0 0 0,-1 0 0 0 0,0 0 0 0 0,1 0 0 0 0,0 0 0 0 0,-7 10 0 0 0,2-4 42 0 0,-7 8-40 0 0,1 1 0 0 0,1 0-1 0 0,1 1 1 0 0,0 0 0 0 0,1 1 0 0 0,2 0-1 0 0,0 1 1 0 0,-7 23 0 0 0,16-42-72 0 0,1 0 0 0 0,-1-1 0 0 0,0 1 0 0 0,1 0 0 0 0,-1 0 0 0 0,1 0 0 0 0,0 0-1 0 0,0 0 1 0 0,0-1 0 0 0,0 1 0 0 0,1 0 0 0 0,-1 0 0 0 0,1 0 0 0 0,-1 0 0 0 0,1-1 0 0 0,0 1 0 0 0,0 0 0 0 0,1-1 0 0 0,-1 1 0 0 0,2 2 0 0 0,-2-4-5 0 0,0 0 0 0 0,0 0 0 0 0,0-1 0 0 0,0 1 1 0 0,0 0-1 0 0,0-1 0 0 0,0 1 0 0 0,0 0 0 0 0,0-1 0 0 0,1 1 0 0 0,-1-1 1 0 0,0 0-1 0 0,0 1 0 0 0,1-1 0 0 0,-1 0 0 0 0,0 0 0 0 0,0 0 0 0 0,1 0 1 0 0,-1 0-1 0 0,0 0 0 0 0,3 0 0 0 0,22-7 11 0 0,-21 4-12 0 0,0 1-1 0 0,0-1 1 0 0,0-1 0 0 0,0 1-1 0 0,-1-1 1 0 0,0 0 0 0 0,0 0-1 0 0,0 0 1 0 0,0 0 0 0 0,0-1-1 0 0,-1 1 1 0 0,0-1 0 0 0,0 0-1 0 0,0 0 1 0 0,2-8 0 0 0,3-8-7 0 0,-1 0 1 0 0,7-36-1 0 0,-8 34 15 0 0,-3 7-37 0 0,2 0 13 0 0,-2 0 1 0 0,0-1 0 0 0,1-21 0 0 0,1 79 37 0 0,-5-9-145 0 0,3 84 445 0 0,-1-98-1036 0 0,0 0 0 0 0,1 0 0 0 0,1 0 0 0 0,9 23 0 0 0,-11-36-222 0 0,0-1-1 0 0,1 0 1 0 0,0 0 0 0 0,0 0 0 0 0,0 0-1 0 0,0 0 1 0 0,5 4 0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6:49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1 192 536 0 0,'4'-12'1845'0'0,"0"0"1"0"0,2 0-1 0 0,6-13 1 0 0,-10 21-1499 0 0,1 0 1 0 0,-1 1-1 0 0,1 0 1 0 0,-1-1-1 0 0,1 1 1 0 0,0 0 0 0 0,1 0-1 0 0,-1 1 1 0 0,0-1-1 0 0,1 1 1 0 0,-1 0-1 0 0,8-4 1 0 0,-8 5-258 0 0,-1 1 1 0 0,0-1-1 0 0,1 1 1 0 0,-1 0 0 0 0,1 0-1 0 0,-1 0 1 0 0,1 0-1 0 0,-1 0 1 0 0,0 0-1 0 0,1 1 1 0 0,-1-1-1 0 0,1 1 1 0 0,-1 0-1 0 0,0-1 1 0 0,0 1-1 0 0,1 0 1 0 0,2 2 0 0 0,-1 0 75 0 0,1 0 1 0 0,0 0-1 0 0,-1 0 1 0 0,0 0 0 0 0,1 1-1 0 0,3 5 1 0 0,-3-4-2 0 0,-1 2 0 0 0,0-1 0 0 0,0 0-1 0 0,0 1 1 0 0,-1 0 0 0 0,0 0 0 0 0,0 0 0 0 0,-1 0 0 0 0,0 0 0 0 0,0 0-1 0 0,0 1 1 0 0,-1-1 0 0 0,0 12 0 0 0,-1-7 19 0 0,0 0 0 0 0,-1 0 0 0 0,-1-1 0 0 0,0 1 0 0 0,-1-1 0 0 0,0 1 0 0 0,0-1 0 0 0,-6 11 0 0 0,-13 45 983 0 0,21-65-857 0 0,4-3-296 0 0,0-1 0 0 0,0 0 0 0 0,-1 1 0 0 0,1-1 0 0 0,-1 0 0 0 0,1 0 0 0 0,-1-1 0 0 0,0 1 0 0 0,0 0 0 0 0,0-1 0 0 0,0 0 0 0 0,2-3 0 0 0,-2 4 4 0 0,198-307-4 0 0,-197 304-12 0 0,1-1 0 0 0,-2-1 0 0 0,1 1 0 0 0,-1 0 0 0 0,0-1 0 0 0,0 1 0 0 0,1-13 0 0 0,-3 18-3 0 0,0 1 0 0 0,0 0 0 0 0,0 0 0 0 0,0-1 0 0 0,0 1 0 0 0,0 0 0 0 0,0-1 0 0 0,0 1 0 0 0,0 0 0 0 0,0 0 0 0 0,0-1 0 0 0,0 1 0 0 0,0 0 0 0 0,0-1 0 0 0,0 1 0 0 0,0 0 1 0 0,0 0-1 0 0,0-1 0 0 0,0 1 0 0 0,-1 0 0 0 0,1-1 0 0 0,0 1 0 0 0,0 0 0 0 0,0 0 0 0 0,0 0 0 0 0,-1-1 0 0 0,1 1 0 0 0,0 0 0 0 0,0 0 0 0 0,-1 0 0 0 0,1-1 0 0 0,0 1 0 0 0,0 0 0 0 0,-1 0 0 0 0,1 0 1 0 0,0 0-1 0 0,0 0 0 0 0,-1 0 0 0 0,1 0 0 0 0,0 0 0 0 0,-1-1 0 0 0,1 1 0 0 0,0 0 0 0 0,-1 0 0 0 0,1 0 0 0 0,0 0 0 0 0,0 1 0 0 0,-1-1 0 0 0,1 0 0 0 0,0 0 0 0 0,-1 0 0 0 0,1 0 0 0 0,0 0 1 0 0,0 0-1 0 0,-1 0 0 0 0,1 0 0 0 0,0 1 0 0 0,-1-1 0 0 0,-13 9-5 0 0,5 0 31 0 0,1 0 0 0 0,0 1 0 0 0,0 0 0 0 0,1 1 0 0 0,1-1 0 0 0,0 1 0 0 0,0 1 0 0 0,1-1 0 0 0,0 1 0 0 0,1 0 0 0 0,1 0 0 0 0,0 0 0 0 0,0 1 0 0 0,1-1 0 0 0,1 1 0 0 0,0-1 0 0 0,1 19 0 0 0,1-25-17 0 0,0 1-1 0 0,0 0 1 0 0,1 0 0 0 0,-1-1 0 0 0,2 1 0 0 0,-1-1 0 0 0,1 1 0 0 0,0-1 0 0 0,0 0 0 0 0,0 0 0 0 0,1 0-1 0 0,8 10 1 0 0,-4-8 22 0 0,0 0-1 0 0,0-1 1 0 0,1 0-1 0 0,0-1 1 0 0,0 0-1 0 0,0 0 1 0 0,15 6-1 0 0,-3-2-509 0 0,1-2-1 0 0,39 10 1 0 0,39 0-4447 0 0,-50-15-1847 0 0,-28-3 691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01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21 150 668 0 0,'30'-140'10931'0'0,"-29"138"-10784"0"0,1-6 251 0 0,4 16-166 0 0,2 18-20 0 0,-7-4-90 0 0,-1 0 1 0 0,-1 0-1 0 0,-1 1 1 0 0,-8 35-1 0 0,5-30-70 0 0,-10 57-54 0 0,-14 97 121 0 0,25-143-1357 0 0,1 1-1 0 0,5 62 1 0 0,3-66-2697 0 0,-3-22 620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02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34 253 64 0 0,'14'-21'4218'0'0,"24"-45"0"0"0,-38 66-4179 0 0,0-1-1 0 0,0 1 1 0 0,0 0 0 0 0,0-1-1 0 0,0 1 1 0 0,1-1-1 0 0,-1 1 1 0 0,0 0 0 0 0,0-1-1 0 0,0 1 1 0 0,0 0-1 0 0,1-1 1 0 0,-1 1 0 0 0,0 0-1 0 0,0 0 1 0 0,1-1 0 0 0,-1 1-1 0 0,0 0 1 0 0,1 0-1 0 0,-1-1 1 0 0,0 1 0 0 0,1 0-1 0 0,-1 0 1 0 0,0 0-1 0 0,1 0 1 0 0,-1-1 0 0 0,0 1-1 0 0,1 0 1 0 0,-1 0-1 0 0,0 0 1 0 0,1 0 0 0 0,-1 0-1 0 0,1 0 1 0 0,-1 0 0 0 0,0 0-1 0 0,1 0 1 0 0,-1 0-1 0 0,0 0 1 0 0,1 0 0 0 0,-1 0-1 0 0,0 1 1 0 0,1-1-1 0 0,-1 0 1 0 0,0 0 0 0 0,1 0-1 0 0,-1 0 1 0 0,0 1-1 0 0,1-1 1 0 0,-1 0 0 0 0,0 0-1 0 0,1 1 1 0 0,-1-1 0 0 0,0 0-1 0 0,0 0 1 0 0,1 1-1 0 0,-1-1 1 0 0,0 0 0 0 0,0 1-1 0 0,0-1 1 0 0,1 1-1 0 0,9 18 422 0 0,-4 38 251 0 0,4 16-470 0 0,-8-65-237 0 0,0-1 0 0 0,0 0 1 0 0,0 0-1 0 0,1 0 0 0 0,0 0 0 0 0,1 0 0 0 0,5 8 0 0 0,-7-12 5 0 0,0-1 0 0 0,0 1 0 0 0,0-1 0 0 0,0 0 0 0 0,0 0 0 0 0,1 0 0 0 0,-1 0 0 0 0,1 0 0 0 0,-1 0 0 0 0,1-1 0 0 0,0 0 0 0 0,-1 1 0 0 0,1-1-1 0 0,0 0 1 0 0,0 0 0 0 0,0 0 0 0 0,3 0 0 0 0,-1-1 9 0 0,-1 0 1 0 0,0 0-1 0 0,1 0 0 0 0,-1 0 0 0 0,1-1 0 0 0,-1 0 0 0 0,0 0 0 0 0,1 0 1 0 0,-1 0-1 0 0,7-4 0 0 0,-2 1 3 0 0,-1-1 0 0 0,0 0 0 0 0,0 0 0 0 0,0-1 0 0 0,-1 0 0 0 0,0 0-1 0 0,0-1 1 0 0,0 0 0 0 0,-1 0 0 0 0,8-12 0 0 0,-9 10-2 0 0,-1 1-1 0 0,0-1 1 0 0,0 1-1 0 0,-1-1 1 0 0,0-1 0 0 0,0 1-1 0 0,-1 0 1 0 0,0-1-1 0 0,-1 1 1 0 0,0-1-1 0 0,0 1 1 0 0,-1-1 0 0 0,-1 0-1 0 0,1 1 1 0 0,-4-15-1 0 0,2 16-11 0 0,0 1 0 0 0,0 0 1 0 0,-1 0-1 0 0,0 0 0 0 0,0 0 0 0 0,0 1 0 0 0,-1-1 0 0 0,0 1 0 0 0,-1 0 0 0 0,1 0 0 0 0,-1 0 0 0 0,0 1 0 0 0,-1 0 0 0 0,1 0 0 0 0,-1 0 0 0 0,0 0 0 0 0,0 1 0 0 0,0 0 0 0 0,-1 1 1 0 0,-10-6-1 0 0,-2 3-130 0 0,1 0 1 0 0,-1 0 0 0 0,0 2 0 0 0,-28-3-1 0 0,-78 2-6396 0 0,101 5 2717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02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66 2212 0 0,'0'0'1831'0'0,"-15"4"3216"0"0,135-34-2898 0 0,134 0-3104 0 0,-84 22-4001 0 0,-115 7 2032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03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1 731 60 0 0,'114'76'14545'0'0,"-113"-75"-14256"0"0,15-1 142 0 0,-11-1-382 0 0,0 1-1 0 0,0-1 1 0 0,0 0 0 0 0,-1 0 0 0 0,1-1-1 0 0,0 1 1 0 0,0-1 0 0 0,-1 0 0 0 0,7-4 0 0 0,35-25 89 0 0,-39 26-108 0 0,8-7-17 0 0,-2-1 0 0 0,0 0-1 0 0,0 0 1 0 0,-1-1 0 0 0,-1-1 0 0 0,0 0 0 0 0,-1-1 0 0 0,-1 1-1 0 0,12-28 1 0 0,0-8-56 0 0,26-101-1 0 0,-29 73-58 0 0,-3-1 0 0 0,5-109 0 0 0,-21 156-76 0 0,1 31 151 0 0,-2 5 35 0 0,-5 8-3 0 0,0 1 0 0 0,0 0-1 0 0,1 0 1 0 0,0 1 0 0 0,-5 18 0 0 0,-16 72 103 0 0,14-47-62 0 0,-3 7-3 0 0,-10 82 0 0 0,23-122-50 0 0,2 1-1 0 0,0 0 1 0 0,1 0 0 0 0,2 0-1 0 0,0 0 1 0 0,10 40 0 0 0,-10-59-105 0 0,-1 0 1 0 0,1 0 0 0 0,0 0-1 0 0,0-1 1 0 0,0 1-1 0 0,1-1 1 0 0,-1 1 0 0 0,1-1-1 0 0,0 0 1 0 0,0 0-1 0 0,1 0 1 0 0,-1 0 0 0 0,1-1-1 0 0,0 0 1 0 0,0 1-1 0 0,0-1 1 0 0,0-1-1 0 0,8 5 1 0 0,-6-5-83 0 0,-1 0-1 0 0,1 0 1 0 0,0-1-1 0 0,0 0 1 0 0,0 0 0 0 0,0-1-1 0 0,0 1 1 0 0,0-1-1 0 0,0 0 1 0 0,0-1 0 0 0,0 0-1 0 0,0 0 1 0 0,0 0-1 0 0,-1 0 1 0 0,10-4 0 0 0,-5 0-90 0 0,0 0 0 0 0,0 0 0 0 0,0-1 1 0 0,0 0-1 0 0,-1-1 0 0 0,0 0 0 0 0,-1 0 1 0 0,0-1-1 0 0,0 0 0 0 0,0-1 0 0 0,9-14 0 0 0,1-3-105 0 0,-2-1 0 0 0,25-55 0 0 0,-16 18 1752 0 0,-3-2 1 0 0,-3 0-1 0 0,14-95 1 0 0,-31 151-656 0 0,-3 29-190 0 0,-6 31 138 0 0,-12 51-127 0 0,4 1 0 0 0,-2 137 1 0 0,16-235-510 0 0,1 0-1 0 0,0 0 1 0 0,0 0 0 0 0,1 0 0 0 0,-1 0 0 0 0,1 0-1 0 0,0 0 1 0 0,0-1 0 0 0,0 1 0 0 0,2 4 0 0 0,-1-8-13 0 0,0 0 1 0 0,-1-1 0 0 0,1 1-1 0 0,0-1 1 0 0,-1 1-1 0 0,1-1 1 0 0,-1 0 0 0 0,1 1-1 0 0,-1-1 1 0 0,1 0 0 0 0,-1 0-1 0 0,1 0 1 0 0,0-2-1 0 0,9-8 8 0 0,-2 0-1 0 0,1-1 0 0 0,-1-1 0 0 0,-1 0 0 0 0,12-24 0 0 0,-10 17-17 0 0,20-26 0 0 0,-26 40-33 0 0,1 0-1 0 0,-1 1 0 0 0,1-1 1 0 0,6-4-1 0 0,-9 9 7 0 0,1 2 8 0 0,-1-1 18 0 0,-1 1 1 0 0,1-1-1 0 0,0 1 0 0 0,0 0 1 0 0,-1-1-1 0 0,1 1 1 0 0,-1 0-1 0 0,1 0 1 0 0,-1 0-1 0 0,1 0 1 0 0,-1 1-1 0 0,1-1 0 0 0,-1 0 1 0 0,0 1-1 0 0,0-1 1 0 0,0 1-1 0 0,1-1 1 0 0,-2 1-1 0 0,1-1 1 0 0,0 1-1 0 0,0 0 0 0 0,0-1 1 0 0,-1 1-1 0 0,1 3 1 0 0,3 8 7 0 0,0 1 0 0 0,1 20 1 0 0,0-3 7 0 0,-3-22-16 0 0,1 3 29 0 0,0 1 1 0 0,0-1-1 0 0,1 0 0 0 0,0-1 0 0 0,9 16 1 0 0,-11-24-15 0 0,1 1 0 0 0,-1-1 0 0 0,1 1 0 0 0,0-1 0 0 0,0 0 0 0 0,0 0 1 0 0,1-1-1 0 0,-1 1 0 0 0,1-1 0 0 0,-1 1 0 0 0,1-1 0 0 0,0 0 0 0 0,0-1 1 0 0,0 1-1 0 0,0-1 0 0 0,0 1 0 0 0,0-1 0 0 0,0 0 0 0 0,8 0 0 0 0,3 0-1 0 0,0-1 1 0 0,1 0-1 0 0,-1-1 0 0 0,0-1 0 0 0,0 0 0 0 0,0-1 0 0 0,0 0 0 0 0,0-2 0 0 0,-1 0 0 0 0,0 0 0 0 0,0-1 0 0 0,0-1 0 0 0,0 0 0 0 0,22-17 0 0 0,-20 12 41 0 0,-1 0 0 0 0,0-1 0 0 0,-1-1-1 0 0,0 0 1 0 0,-1-1 0 0 0,-1-1 0 0 0,0 0-1 0 0,-1 0 1 0 0,-1-1 0 0 0,0 0 0 0 0,8-22-1 0 0,-18 37-20 0 0,8-24 358 0 0,-7 25-376 0 0,-1 1 0 0 0,0-1-1 0 0,0 0 1 0 0,0 0 0 0 0,0 1-1 0 0,0-1 1 0 0,0 0 0 0 0,0 0 0 0 0,0 0-1 0 0,0 1 1 0 0,0-1 0 0 0,0 0-1 0 0,0 0 1 0 0,-1 1 0 0 0,1-1-1 0 0,0 0 1 0 0,-1 1 0 0 0,1-1-1 0 0,0 0 1 0 0,-1 1 0 0 0,1-1-1 0 0,-1 0 1 0 0,1 1 0 0 0,-1-1-1 0 0,1 1 1 0 0,-1-1 0 0 0,0 1 0 0 0,0-1-1 0 0,-1 1-8 0 0,0 1 0 0 0,0-1 0 0 0,0 1-1 0 0,0 0 1 0 0,0 0 0 0 0,1 0 0 0 0,-1 0-1 0 0,0 0 1 0 0,0 1 0 0 0,1-1 0 0 0,-1 0-1 0 0,-1 3 1 0 0,-5 4-1 0 0,2 0 0 0 0,-1 1 0 0 0,1 0 0 0 0,0 0 0 0 0,1 0 0 0 0,0 1 0 0 0,1-1 0 0 0,0 1 0 0 0,0 0 0 0 0,1 1 0 0 0,0-1 0 0 0,1 0 0 0 0,-1 14 0 0 0,2-18 5 0 0,0-1-1 0 0,1 1 1 0 0,0-1 0 0 0,0 1 0 0 0,1-1 0 0 0,-1 0 0 0 0,1 1 0 0 0,0-1 0 0 0,1 0 0 0 0,-1 1 0 0 0,1-1 0 0 0,0 0 0 0 0,0 0 0 0 0,1 0 0 0 0,0-1-1 0 0,0 1 1 0 0,0 0 0 0 0,0-1 0 0 0,0 0 0 0 0,1 0 0 0 0,0 0 0 0 0,0 0 0 0 0,0-1 0 0 0,0 1 0 0 0,1-1 0 0 0,-1 0 0 0 0,8 3 0 0 0,3 0-99 0 0,0 0 1 0 0,0-2-1 0 0,1 0 1 0 0,-1-1-1 0 0,1 0 1 0 0,0-1-1 0 0,0-1 0 0 0,31-1 1 0 0,-28-1-960 0 0,0-2 1 0 0,0 0-1 0 0,-1 0 0 0 0,1-2 1 0 0,-1-1-1 0 0,0 0 0 0 0,20-10 1 0 0,-4-2-4427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03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4 2736 0 0,'-57'8'3112'0'0,"-95"18"3668"0"0,139-21-5931 0 0,22 0-211 0 0,23-1-258 0 0,293-23-1392 0 0,-109-3-5266 0 0,-125 12 1477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06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298 674 1012 0 0,'1'-4'891'0'0,"-1"0"0"0"0,0 0-1 0 0,1 0 1 0 0,-1-1 0 0 0,-1 1 0 0 0,1 0-1 0 0,-2-7 1 0 0,1 8-666 0 0,0 0-1 0 0,0 1 1 0 0,0-1 0 0 0,0 1-1 0 0,-1-1 1 0 0,1 1 0 0 0,-1-1-1 0 0,1 1 1 0 0,-1 0 0 0 0,0 0-1 0 0,0 0 1 0 0,0 0 0 0 0,0 0-1 0 0,0 0 1 0 0,-1 0-1 0 0,-4-2 1 0 0,6 3-183 0 0,-1 0 0 0 0,0 1 0 0 0,1-1 0 0 0,-1 1 0 0 0,0 0 0 0 0,0-1 0 0 0,0 1-1 0 0,0 0 1 0 0,1 0 0 0 0,-1 0 0 0 0,0 0 0 0 0,0 1 0 0 0,0-1 0 0 0,1 0 0 0 0,-1 1 0 0 0,0-1 0 0 0,-3 2 0 0 0,-25 14 264 0 0,27-14-271 0 0,-11 7 28 0 0,0 2 0 0 0,1 0 0 0 0,0 0 0 0 0,1 1 0 0 0,0 1 1 0 0,1 0-1 0 0,-16 22 0 0 0,14-14-38 0 0,1 1 0 0 0,0 0 1 0 0,1 1-1 0 0,-11 38 0 0 0,19-54-16 0 0,1 0-1 0 0,1 1 1 0 0,-1-1 0 0 0,1 1-1 0 0,1-1 1 0 0,-1 1 0 0 0,1 0-1 0 0,1-1 1 0 0,-1 1 0 0 0,1-1-1 0 0,1 1 1 0 0,-1-1 0 0 0,4 9 0 0 0,-3-11-7 0 0,1 0 1 0 0,-1 0 0 0 0,1 0 0 0 0,0 0 0 0 0,0 0 0 0 0,1-1 0 0 0,-1 0 0 0 0,1 1 0 0 0,0-1 0 0 0,0-1 0 0 0,0 1 0 0 0,1 0 0 0 0,-1-1 0 0 0,1 0 0 0 0,0 0-1 0 0,0-1 1 0 0,0 1 0 0 0,8 2 0 0 0,2-1-69 0 0,0 0 0 0 0,0 0 0 0 0,1-2 0 0 0,-1 1 0 0 0,1-2 0 0 0,0-1 0 0 0,-1 0 0 0 0,1 0 0 0 0,0-2 0 0 0,-1 0 0 0 0,1 0 0 0 0,-1-2 0 0 0,0 0 0 0 0,0-1 0 0 0,0 0 0 0 0,-1-1 0 0 0,1-1 0 0 0,-1 0 0 0 0,-1-1 0 0 0,0 0 0 0 0,0-1 0 0 0,0-1 0 0 0,-1 0 0 0 0,-1-1-1 0 0,0 0 1 0 0,15-19 0 0 0,-11 6 232 0 0,-1-1 0 0 0,-1 0 0 0 0,-2-1-1 0 0,-1 0 1 0 0,0-1 0 0 0,9-50 0 0 0,-18 75 89 0 0,-2 2-249 0 0,1 1 0 0 0,-1-1 0 0 0,0 1 0 0 0,1-1 0 0 0,-1 1 0 0 0,1-1 0 0 0,-1 1 0 0 0,1 0 0 0 0,-1-1-1 0 0,1 1 1 0 0,-1 0 0 0 0,1-1 0 0 0,0 1 0 0 0,-1 0 0 0 0,1-1 0 0 0,0 1 0 0 0,0 0 0 0 0,0 0 0 0 0,-1 1 0 0 0,-3 17 48 0 0,3-17-43 0 0,-1 12 17 0 0,0 0 0 0 0,1 0 0 0 0,1 1 0 0 0,0-1 0 0 0,0 0 0 0 0,2 0 0 0 0,0 1 0 0 0,0-1 0 0 0,1 0 0 0 0,1 0 1 0 0,7 16-1 0 0,-8-23-14 0 0,0 0-1 0 0,0 0 1 0 0,0-1 0 0 0,1 1 0 0 0,0-1 0 0 0,1 0 0 0 0,0 0 0 0 0,-1-1 0 0 0,2 1 0 0 0,-1-1 0 0 0,1 0 0 0 0,-1 0 0 0 0,2-1 0 0 0,-1 0 0 0 0,0 0 0 0 0,1 0 0 0 0,-1-1 0 0 0,1 0 0 0 0,0 0-1 0 0,0 0 1 0 0,1-1 0 0 0,12 2 0 0 0,-17-4-7 0 0,1 0 0 0 0,-1 1 0 0 0,0-2 0 0 0,1 1 0 0 0,-1 0 0 0 0,0-1 0 0 0,1 1 0 0 0,-1-1 0 0 0,0 0 0 0 0,0 0 0 0 0,0 0 0 0 0,0-1 0 0 0,0 1 0 0 0,0-1 0 0 0,0 0 0 0 0,0 0 0 0 0,0 0 0 0 0,-1 0 0 0 0,1 0 0 0 0,-1 0 0 0 0,1-1 0 0 0,-1 1 0 0 0,0-1 0 0 0,0 0 0 0 0,0 1 0 0 0,-1-1 0 0 0,1 0 0 0 0,-1 0 0 0 0,1 0 0 0 0,-1 0 0 0 0,1-4 0 0 0,2-5-2 0 0,-1-1 0 0 0,0 1 0 0 0,-1 0-1 0 0,0-1 1 0 0,-1 0 0 0 0,0-21 0 0 0,-2 23 0 0 0,0 0 1 0 0,0 0-1 0 0,-1 1 1 0 0,0-1-1 0 0,-1 0 1 0 0,0 1-1 0 0,-1 0 1 0 0,0 0-1 0 0,-1 0 1 0 0,-10-17-1 0 0,12 22-3 0 0,0 1-1 0 0,0 0 0 0 0,-1 0 1 0 0,0 0-1 0 0,1 1 1 0 0,-1-1-1 0 0,0 1 0 0 0,-1 0 1 0 0,1 0-1 0 0,-1 1 1 0 0,1-1-1 0 0,-1 1 0 0 0,0 0 1 0 0,0 0-1 0 0,0 0 0 0 0,0 1 1 0 0,0 0-1 0 0,0 0 1 0 0,0 0-1 0 0,0 0 0 0 0,-1 1 1 0 0,1 0-1 0 0,0 0 1 0 0,-7 1-1 0 0,1 1-3 0 0,0 1-1 0 0,0 0 1 0 0,0 0-1 0 0,0 1 1 0 0,1 0-1 0 0,-1 1 1 0 0,-13 9-1 0 0,17-10 2 0 0,-1 1 0 0 0,1 0 1 0 0,1 1-1 0 0,-1-1 0 0 0,1 1 0 0 0,0 1 1 0 0,0-1-1 0 0,1 1 0 0 0,-1 0 0 0 0,-4 10 0 0 0,9-15 3 0 0,0-1 0 0 0,0 0 0 0 0,1 1 0 0 0,-1-1 0 0 0,0 1-1 0 0,1-1 1 0 0,-1 1 0 0 0,1-1 0 0 0,0 1 0 0 0,0-1 0 0 0,-1 1 0 0 0,1-1-1 0 0,0 1 1 0 0,0-1 0 0 0,0 1 0 0 0,1 0 0 0 0,-1-1 0 0 0,0 1 0 0 0,1-1-1 0 0,-1 1 1 0 0,0-1 0 0 0,2 2 0 0 0,-1-1 0 0 0,0-1 0 0 0,1 1 0 0 0,-1-1 0 0 0,0 0 0 0 0,1 0 0 0 0,-1 0 0 0 0,1 0 0 0 0,-1 0 0 0 0,1 0 0 0 0,0 0 0 0 0,-1-1 0 0 0,1 1 0 0 0,0 0 0 0 0,0-1 0 0 0,3 1 0 0 0,5 0-7 0 0,-1 0 0 0 0,1 0-1 0 0,-1-1 1 0 0,1-1-1 0 0,18-3 1 0 0,15-7-106 0 0,0-1 0 0 0,57-27-1 0 0,22-6-66 0 0,-101 38 104 0 0,0 2-1 0 0,1 0 1 0 0,40-3 0 0 0,-56 8 75 0 0,0 0 1 0 0,0 0 0 0 0,0 1-1 0 0,0-1 1 0 0,0 1 0 0 0,0 1-1 0 0,-1-1 1 0 0,1 1 0 0 0,0 0-1 0 0,-1 0 1 0 0,1 1 0 0 0,-1 0-1 0 0,0 0 1 0 0,1 0 0 0 0,-1 0-1 0 0,-1 1 1 0 0,1 0 0 0 0,-1 0-1 0 0,1 0 1 0 0,-1 0 0 0 0,0 1-1 0 0,-1 0 1 0 0,1 0 0 0 0,-1 0-1 0 0,0 0 1 0 0,3 6 0 0 0,-2-2 34 0 0,-1-1 1 0 0,0 1-1 0 0,-1-1 1 0 0,0 1-1 0 0,0 0 1 0 0,0 0-1 0 0,-1 0 1 0 0,-1 0-1 0 0,1 0 1 0 0,-2 0-1 0 0,1 0 1 0 0,-1 0 0 0 0,-1 0-1 0 0,1 0 1 0 0,-1 0-1 0 0,-6 15 1 0 0,-27 52 357 0 0,35-75-390 0 0,0-1-1 0 0,0 0 1 0 0,0 1-1 0 0,0-1 0 0 0,-1 0 1 0 0,1 1-1 0 0,0-1 1 0 0,0 0-1 0 0,0 1 1 0 0,0-1-1 0 0,0 0 0 0 0,-1 0 1 0 0,1 1-1 0 0,0-1 1 0 0,0 0-1 0 0,-1 0 0 0 0,1 1 1 0 0,0-1-1 0 0,0 0 1 0 0,-1 0-1 0 0,1 0 0 0 0,0 1 1 0 0,0-1-1 0 0,-1 0 1 0 0,1 0-1 0 0,0 0 1 0 0,-1 0-1 0 0,1 0 0 0 0,0 0 1 0 0,-1 0-1 0 0,1 0 1 0 0,0 0-1 0 0,-1 0 0 0 0,1 0 1 0 0,0 0-1 0 0,-1 0 1 0 0,1 0-1 0 0,0 0 0 0 0,-1 0 1 0 0,1 0-1 0 0,0 0 1 0 0,-1 0-1 0 0,1 0 1 0 0,0 0-1 0 0,-1 0 0 0 0,1-1 1 0 0,0 1-1 0 0,0 0 1 0 0,-1 0-1 0 0,1 0 0 0 0,0-1 1 0 0,0 1-1 0 0,-1 0 1 0 0,1 0-1 0 0,0-1 0 0 0,0 1 1 0 0,0 0-1 0 0,-1 0 1 0 0,1-1-1 0 0,0 1 1 0 0,-9-18 76 0 0,7 9-77 0 0,1-1 1 0 0,0 0-1 0 0,1 0 1 0 0,0 0-1 0 0,1 1 0 0 0,0-1 1 0 0,0 0-1 0 0,1 0 0 0 0,0 1 1 0 0,7-19-1 0 0,-3 13-18 0 0,1-1 0 0 0,0 2 1 0 0,1-1-1 0 0,0 1 0 0 0,19-22 0 0 0,-19 27-5 0 0,0 0 1 0 0,1 1-1 0 0,0 0 0 0 0,1 1 0 0 0,0 0 0 0 0,0 0 1 0 0,0 1-1 0 0,1 0 0 0 0,0 1 0 0 0,0 1 1 0 0,0-1-1 0 0,22-4 0 0 0,-28 8 42 0 0,0 0-1 0 0,1 0 1 0 0,-1 0 0 0 0,0 1-1 0 0,0 0 1 0 0,0 0-1 0 0,0 0 1 0 0,1 1 0 0 0,-1 0-1 0 0,0 0 1 0 0,0 0 0 0 0,0 0-1 0 0,0 1 1 0 0,0 0-1 0 0,-1 0 1 0 0,1 0 0 0 0,0 1-1 0 0,-1-1 1 0 0,1 1 0 0 0,-1 0-1 0 0,0 0 1 0 0,0 1 0 0 0,-1-1-1 0 0,1 1 1 0 0,0 0-1 0 0,-1 0 1 0 0,0 0 0 0 0,0 1-1 0 0,0-1 1 0 0,-1 0 0 0 0,0 1-1 0 0,3 6 1 0 0,-2-3 59 0 0,0 1 1 0 0,-1 0 0 0 0,0 0 0 0 0,0 0-1 0 0,-1 0 1 0 0,0 0 0 0 0,-1 13 0 0 0,-9 65 263 0 0,5-62-644 0 0,0 33-1 0 0,4-58 243 0 0,-1 1 0 0 0,1-1 0 0 0,0 1-1 0 0,1-1 1 0 0,-1 1 0 0 0,0-1 0 0 0,0 1-1 0 0,0-1 1 0 0,0 1 0 0 0,0-1 0 0 0,0 1-1 0 0,1-1 1 0 0,-1 0 0 0 0,0 1 0 0 0,0-1-1 0 0,1 1 1 0 0,-1-1 0 0 0,0 0 0 0 0,0 1-1 0 0,1-1 1 0 0,-1 1 0 0 0,1-1 0 0 0,-1 0-1 0 0,0 0 1 0 0,1 1 0 0 0,-1-1 0 0 0,1 0-1 0 0,-1 0 1 0 0,0 1 0 0 0,1-1 0 0 0,-1 0-1 0 0,1 0 1 0 0,-1 0 0 0 0,1 0 0 0 0,-1 0-1 0 0,1 0 1 0 0,-1 0 0 0 0,1 0-1 0 0,-1 0 1 0 0,1 0 0 0 0,-1 0 0 0 0,1 0-1 0 0,-1 0 1 0 0,1 0 0 0 0,-1 0 0 0 0,1-1-1 0 0,22-8-814 0 0,173-122-5061 0 0,-14-20 6984 0 0,-137 106 1222 0 0,-42 41-1959 0 0,0 0 0 0 0,0 0 0 0 0,0 0 0 0 0,-1-1 0 0 0,1 1 0 0 0,-1-1 0 0 0,0 1 0 0 0,-1-1 0 0 0,3-9 0 0 0,-4 14-294 0 0,0-1 0 0 0,0 1 0 0 0,0-1 0 0 0,0 1-1 0 0,0-1 1 0 0,-1 1 0 0 0,1 0 0 0 0,0-1 0 0 0,0 1 0 0 0,0 0 0 0 0,-1-1 0 0 0,1 1 0 0 0,0 0 0 0 0,-1-1 0 0 0,1 1 0 0 0,0 0 0 0 0,-1-1 0 0 0,1 1 0 0 0,0 0 0 0 0,-1 0 0 0 0,1-1 0 0 0,0 1 0 0 0,-1 0 0 0 0,1 0 0 0 0,-1 0 0 0 0,1 0 0 0 0,0 0 0 0 0,-1-1 0 0 0,1 1 0 0 0,-1 0 0 0 0,1 0 0 0 0,-1 0 0 0 0,1 0 0 0 0,0 0 0 0 0,-1 0 0 0 0,0 1 0 0 0,-19 1 257 0 0,16 0-249 0 0,-1-1 1 0 0,1 1-1 0 0,0 0 1 0 0,-1 1-1 0 0,1-1 1 0 0,1 1 0 0 0,-1 0-1 0 0,0 0 1 0 0,0 0-1 0 0,1 0 1 0 0,0 1-1 0 0,0-1 1 0 0,0 1-1 0 0,0 0 1 0 0,0 0 0 0 0,1 0-1 0 0,0 0 1 0 0,-3 6-1 0 0,4-5-15 0 0,-1 0 0 0 0,1 0 0 0 0,0 0 0 0 0,1 0-1 0 0,0 1 1 0 0,-1-1 0 0 0,1 0 0 0 0,1 0 0 0 0,-1 0 0 0 0,1 0 0 0 0,0 0 0 0 0,0 0-1 0 0,0 0 1 0 0,1 0 0 0 0,0 0 0 0 0,0 0 0 0 0,4 7 0 0 0,36 55 54 0 0,-28-47 60 0 0,-1 0 0 0 0,-2 0-1 0 0,19 43 1 0 0,-29-60-41 0 0,0 0 0 0 0,0 1 0 0 0,-1-1 0 0 0,1 0 0 0 0,-1 0 0 0 0,0 0 0 0 0,0 0 0 0 0,0 1 0 0 0,0-1 0 0 0,0 0 0 0 0,-1 0 0 0 0,1 0 0 0 0,-1 0 0 0 0,0 0 0 0 0,0 1 0 0 0,0-1 0 0 0,-2 2 0 0 0,0 0 2 0 0,1-1 0 0 0,-1 0 1 0 0,0 0-1 0 0,-1 0 0 0 0,1 0 1 0 0,-1-1-1 0 0,0 0 0 0 0,0 1 0 0 0,-8 4 1 0 0,3-3-22 0 0,0 0 1 0 0,0-1 0 0 0,-1 0-1 0 0,0 0 1 0 0,0-1 0 0 0,0 0-1 0 0,0-1 1 0 0,0 0 0 0 0,-18 0-1 0 0,22-1-86 0 0,0-2 1 0 0,0 1-1 0 0,0-1 0 0 0,1 0 0 0 0,-1 0 0 0 0,0 0 0 0 0,0-1 0 0 0,-9-4 0 0 0,14 5-63 0 0,-1 1 1 0 0,1-1-1 0 0,0 0 1 0 0,0 0-1 0 0,-1 0 1 0 0,1 0-1 0 0,0 0 0 0 0,0 0 1 0 0,0 0-1 0 0,0 0 1 0 0,0-1-1 0 0,1 1 1 0 0,-1 0-1 0 0,0-1 0 0 0,0 1 1 0 0,1 0-1 0 0,-1-1 1 0 0,1 1-1 0 0,-1-1 0 0 0,1 1 1 0 0,0-1-1 0 0,0 1 1 0 0,0-1-1 0 0,-1 1 1 0 0,1-1-1 0 0,0 1 0 0 0,1-1 1 0 0,-1 1-1 0 0,0-1 1 0 0,0 1-1 0 0,1-1 1 0 0,-1 1-1 0 0,1-1 0 0 0,-1 1 1 0 0,1 0-1 0 0,0-1 1 0 0,1-1-1 0 0,3-8-367 0 0,1 2 1 0 0,1-1-1 0 0,-1 1 1 0 0,2 0-1 0 0,-1 0 0 0 0,12-10 1 0 0,57-44-1331 0 0,-52 45 1328 0 0,45-35-504 0 0,192-168-1839 0 0,-236 196 2898 0 0,-1-1 0 0 0,-2-1-1 0 0,0 0 1 0 0,-2-2 0 0 0,-1-1 0 0 0,-1 0 0 0 0,21-52-1 0 0,-33 67 221 0 0,-2-1-1 0 0,1 0 1 0 0,-2 0-1 0 0,0 0 1 0 0,-1 0-1 0 0,-1 0 1 0 0,-1 0-1 0 0,0-1 1 0 0,-3-21-1 0 0,-2 10 525 0 0,0 1-1 0 0,-2-1 1 0 0,-1 1-1 0 0,-17-37 1 0 0,24 63-834 0 0,1 1 0 0 0,0-1 0 0 0,0 0 0 0 0,0 1 0 0 0,0-1-1 0 0,-1 1 1 0 0,1-1 0 0 0,0 1 0 0 0,0-1 0 0 0,-1 1 0 0 0,1-1 0 0 0,0 1 0 0 0,-1-1 0 0 0,1 1 0 0 0,-1-1 0 0 0,1 1 0 0 0,-1 0 0 0 0,1-1-1 0 0,-1 1 1 0 0,1 0 0 0 0,-1-1 0 0 0,1 1 0 0 0,-1 0 0 0 0,1 0 0 0 0,-1-1 0 0 0,1 1 0 0 0,-1 0 0 0 0,0 0 0 0 0,1 0 0 0 0,-1 0-1 0 0,0 0-1 0 0,0 1 0 0 0,0-1 0 0 0,0 1 0 0 0,0-1 0 0 0,0 1 0 0 0,1 0 0 0 0,-1-1 0 0 0,0 1 0 0 0,0 0 0 0 0,1-1 0 0 0,-1 1 0 0 0,0 0 0 0 0,1 0 0 0 0,-1 0 0 0 0,0 1 0 0 0,-14 34 244 0 0,10-11 70 0 0,0 0 0 0 0,2 0 0 0 0,-1 39 0 0 0,9 77 663 0 0,-5-135-951 0 0,8 179 984 0 0,22 245 118 0 0,-29-421-1128 0 0,1 7 21 0 0,0 1-1 0 0,2-1 0 0 0,0 1 1 0 0,0-1-1 0 0,8 16 0 0 0,-11-29-26 0 0,1 0-1 0 0,0 0 0 0 0,-1 0 1 0 0,1 0-1 0 0,0 0 0 0 0,0 0 0 0 0,1 0 1 0 0,-1-1-1 0 0,1 1 0 0 0,-1-1 1 0 0,1 0-1 0 0,0 0 0 0 0,0 0 0 0 0,0 0 1 0 0,0 0-1 0 0,0-1 0 0 0,0 1 1 0 0,0-1-1 0 0,1 0 0 0 0,-1 0 1 0 0,0 0-1 0 0,1 0 0 0 0,-1 0 0 0 0,1-1 1 0 0,-1 0-1 0 0,1 1 0 0 0,-1-2 1 0 0,1 1-1 0 0,-1 0 0 0 0,5-1 1 0 0,7-3-69 0 0,-1 0 0 0 0,0 0 1 0 0,0-1-1 0 0,0-1 1 0 0,0-1-1 0 0,-1 1 1 0 0,0-2-1 0 0,16-12 1 0 0,9-10-277 0 0,42-40 0 0 0,-58 49 228 0 0,0-2 0 0 0,-2 0 0 0 0,0-1-1 0 0,26-43 1 0 0,-40 57 131 0 0,0-1 0 0 0,-1 1 0 0 0,0-1-1 0 0,-1 0 1 0 0,0 0 0 0 0,-1 0 0 0 0,0 0-1 0 0,-1-1 1 0 0,0 1 0 0 0,-1-1 0 0 0,0 0-1 0 0,-1 1 1 0 0,0-1 0 0 0,-1 1 0 0 0,-3-17-1 0 0,4 27-13 0 0,-1-1 0 0 0,1 0 0 0 0,0 1 0 0 0,-1-1 0 0 0,0 1 0 0 0,1-1 0 0 0,-1 0 0 0 0,0 1 0 0 0,0-1 0 0 0,0 1 0 0 0,0 0 0 0 0,0-1 0 0 0,0 1 0 0 0,0 0 0 0 0,0 0-1 0 0,-1 0 1 0 0,1-1 0 0 0,0 1 0 0 0,-1 0 0 0 0,1 1 0 0 0,-1-1 0 0 0,-1-1 0 0 0,0 1-4 0 0,0 1 1 0 0,0-1-1 0 0,0 1 1 0 0,1 0-1 0 0,-1 0 1 0 0,0 0-1 0 0,0 0 0 0 0,0 0 1 0 0,0 1-1 0 0,1-1 1 0 0,-1 1-1 0 0,-4 1 1 0 0,-1 1-3 0 0,0 1 1 0 0,-1 0-1 0 0,1 0 1 0 0,1 0 0 0 0,-1 1-1 0 0,1 0 1 0 0,-12 11 0 0 0,15-12 1 0 0,0 0-1 0 0,1 1 1 0 0,-1-1 0 0 0,1 1 0 0 0,0 0 0 0 0,0 0-1 0 0,0 0 1 0 0,1 1 0 0 0,0-1 0 0 0,-3 8 0 0 0,5-11-2 0 0,-1 0 1 0 0,1 1 0 0 0,0-1 0 0 0,-1 0 0 0 0,1 0 0 0 0,0 1 0 0 0,1-1-1 0 0,-1 0 1 0 0,0 0 0 0 0,1 1 0 0 0,-1-1 0 0 0,1 0 0 0 0,-1 0 0 0 0,1 0-1 0 0,0 0 1 0 0,0 0 0 0 0,0 0 0 0 0,0 0 0 0 0,1 0 0 0 0,-1 0-1 0 0,0 0 1 0 0,1 0 0 0 0,-1-1 0 0 0,1 1 0 0 0,0-1 0 0 0,-1 1 0 0 0,1-1-1 0 0,0 0 1 0 0,3 2 0 0 0,6 3-30 0 0,0-1 1 0 0,1-1-1 0 0,0 0 0 0 0,0 0 0 0 0,0-1 1 0 0,0-1-1 0 0,1 0 0 0 0,23 1 0 0 0,9-3-156 0 0,47-5-1 0 0,-55 1 89 0 0,42-8 0 0 0,-67 9 163 0 0,0 0 0 0 0,-1-1 0 0 0,0 0 1 0 0,1 0-1 0 0,-1-1 0 0 0,-1-1 1 0 0,16-10-1 0 0,-25 16-53 0 0,-1-1-1 0 0,1 1 1 0 0,0-1-1 0 0,-1 1 1 0 0,1-1-1 0 0,-1 1 1 0 0,1-1-1 0 0,-1 1 1 0 0,1-1-1 0 0,-1 1 1 0 0,1-1-1 0 0,-1 0 1 0 0,0 1-1 0 0,1-1 1 0 0,-1 0-1 0 0,0 1 1 0 0,0-1-1 0 0,1 0 1 0 0,-1 0-1 0 0,0 1 1 0 0,0-1-1 0 0,0 0 1 0 0,0 1 0 0 0,0-1-1 0 0,0 0 1 0 0,0 0-1 0 0,0 1 1 0 0,0-1-1 0 0,0 0 1 0 0,-1 0-1 0 0,1 1 1 0 0,0-1-1 0 0,0 0 1 0 0,-1 1-1 0 0,1-1 1 0 0,0 0-1 0 0,-1 1 1 0 0,1-1-1 0 0,-1 0 1 0 0,0 0-1 0 0,0 0 38 0 0,-2 1-40 0 0,-5 2-9 0 0,-1 0 0 0 0,1 0 1 0 0,0 1-1 0 0,1 0 0 0 0,-1 0 0 0 0,0 1 1 0 0,1 0-1 0 0,0 0 0 0 0,0 1 1 0 0,0 0-1 0 0,1 0 0 0 0,-1 1 0 0 0,-10 12 1 0 0,7-7-5 0 0,0 0 0 0 0,1 1 0 0 0,1 1 0 0 0,0-1 0 0 0,0 1 0 0 0,1 1 0 0 0,-6 16 0 0 0,11-25-37 0 0,1 0 0 0 0,-1 0 0 0 0,1 0-1 0 0,0 0 1 0 0,0 1 0 0 0,1-1-1 0 0,-1 0 1 0 0,1 0 0 0 0,1 1 0 0 0,-1-1-1 0 0,1 0 1 0 0,0 1 0 0 0,0-1 0 0 0,0 0-1 0 0,4 9 1 0 0,-3-9-127 0 0,1-1-1 0 0,-1 0 1 0 0,1 0-1 0 0,0 0 1 0 0,1 0 0 0 0,-1-1-1 0 0,0 1 1 0 0,1-1-1 0 0,0 0 1 0 0,0 0 0 0 0,0 0-1 0 0,0 0 1 0 0,0-1-1 0 0,1 0 1 0 0,-1 0 0 0 0,1 0-1 0 0,6 2 1 0 0,13 2-583 0 0,0-1 1 0 0,1-1 0 0 0,0-1-1 0 0,0-1 1 0 0,0-1-1 0 0,0-1 1 0 0,0-2 0 0 0,0 0-1 0 0,0-2 1 0 0,-1 0-1 0 0,1-2 1 0 0,-1-1 0 0 0,46-19-1 0 0,-25 3-1851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06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183 163 48 0 0,'8'-11'1430'0'0,"-1"-1"0"0"0,-1 1 0 0 0,1-1 0 0 0,4-17 0 0 0,-9 25-1099 0 0,-1 0 0 0 0,0 0-1 0 0,0 0 1 0 0,0 0 0 0 0,-1 0 0 0 0,0 0 0 0 0,1 0-1 0 0,-1 0 1 0 0,-1 0 0 0 0,1 0 0 0 0,-1 0 0 0 0,1 0-1 0 0,-1 0 1 0 0,0 0 0 0 0,-1 0 0 0 0,1 1 0 0 0,-4-8 0 0 0,4 10-285 0 0,0 0 1 0 0,0 0 0 0 0,0 0 0 0 0,0 1-1 0 0,0-1 1 0 0,0 0 0 0 0,0 1 0 0 0,0-1 0 0 0,0 1-1 0 0,0-1 1 0 0,0 1 0 0 0,0 0 0 0 0,0-1-1 0 0,-1 1 1 0 0,1 0 0 0 0,0 0 0 0 0,0 0 0 0 0,0 0-1 0 0,-1 0 1 0 0,1 0 0 0 0,0 0 0 0 0,0 0 0 0 0,0 0-1 0 0,-1 1 1 0 0,0-1 0 0 0,-2 1 67 0 0,0 0 0 0 0,-1 1 1 0 0,1-1-1 0 0,0 1 0 0 0,-7 3 1 0 0,0 3 39 0 0,0 1 0 0 0,0 0 1 0 0,1 0-1 0 0,0 1 1 0 0,1 1-1 0 0,0-1 0 0 0,1 1 1 0 0,0 1-1 0 0,-8 15 0 0 0,7-11-95 0 0,1 1-1 0 0,1 0 1 0 0,1 0-1 0 0,0 0 0 0 0,1 1 1 0 0,-4 29-1 0 0,8-44-54 0 0,1 0 1 0 0,0 0-1 0 0,-1 0 0 0 0,1 0 1 0 0,0 0-1 0 0,1 0 0 0 0,-1 0 1 0 0,0 0-1 0 0,1 0 0 0 0,0 0 1 0 0,0 0-1 0 0,-1 0 0 0 0,2-1 1 0 0,-1 1-1 0 0,0 0 0 0 0,1-1 1 0 0,-1 1-1 0 0,1-1 0 0 0,0 1 1 0 0,-1-1-1 0 0,1 0 0 0 0,0 0 1 0 0,1 0-1 0 0,-1 0 0 0 0,0 0 1 0 0,1 0-1 0 0,3 2 0 0 0,-2-3-75 0 0,0 1 0 0 0,0-1-1 0 0,0 0 1 0 0,0 0-1 0 0,0 0 1 0 0,0-1 0 0 0,1 1-1 0 0,-1-1 1 0 0,0 0-1 0 0,0 0 1 0 0,0-1-1 0 0,1 1 1 0 0,-1-1 0 0 0,0 0-1 0 0,0 0 1 0 0,0 0-1 0 0,0-1 1 0 0,0 0 0 0 0,4-1-1 0 0,2-3-127 0 0,-1 0 1 0 0,1-1-1 0 0,-1 0 1 0 0,0-1-1 0 0,-1 1 0 0 0,0-2 1 0 0,0 1-1 0 0,-1-1 1 0 0,11-17-1 0 0,-1-1 406 0 0,-1-1-1 0 0,14-36 1 0 0,-3-2 2278 0 0,-26 64-2228 0 0,8 16 4 0 0,-8 0-189 0 0,19 154 261 0 0,-19-164-502 0 0,0 1 0 0 0,0-1 1 0 0,0 1-1 0 0,1-1 1 0 0,-1 0-1 0 0,1 0 0 0 0,0 0 1 0 0,1 0-1 0 0,-1 0 1 0 0,0 0-1 0 0,5 4 1 0 0,-6-6 7 0 0,1-1 0 0 0,0 0 1 0 0,-1 1-1 0 0,1-1 1 0 0,0 0-1 0 0,0 0 0 0 0,0 0 1 0 0,0 0-1 0 0,0 0 1 0 0,0-1-1 0 0,0 1 0 0 0,0-1 1 0 0,0 1-1 0 0,1-1 1 0 0,-1 0-1 0 0,0 1 0 0 0,0-1 1 0 0,0-1-1 0 0,1 1 1 0 0,-1 0-1 0 0,0 0 1 0 0,0-1-1 0 0,0 1 0 0 0,3-2 1 0 0,1 0-99 0 0,0-1 0 0 0,1 0-1 0 0,-1 0 1 0 0,-1 0 0 0 0,1-1 0 0 0,0 0 0 0 0,-1 0 0 0 0,0 0 0 0 0,0-1 0 0 0,0 0 0 0 0,0 0-1 0 0,-1 0 1 0 0,6-8 0 0 0,3-8 444 0 0,0-1-1 0 0,11-27 1 0 0,-19 40 110 0 0,6-17 2155 0 0,10-37 0 0 0,-4 11 2025 0 0,-17 52-4424 0 0,0 0 0 0 0,0-1 0 0 0,0 1 0 0 0,0 0 0 0 0,0-1 0 0 0,0 1 0 0 0,0 0 0 0 0,0 0 0 0 0,0-1 0 0 0,0 1 0 0 0,0 0 0 0 0,0 0 0 0 0,0-1 0 0 0,1 1 0 0 0,-1 0 0 0 0,0 0 0 0 0,0 0 0 0 0,0-1 0 0 0,0 1 1 0 0,1 0-1 0 0,-1 0 0 0 0,0 0 0 0 0,0-1 0 0 0,0 1 0 0 0,1 0 0 0 0,-1 0 0 0 0,0 0 0 0 0,0 0 0 0 0,1 0 0 0 0,-1 0 0 0 0,0 0 0 0 0,0-1 0 0 0,1 1 0 0 0,-1 0 0 0 0,0 0 0 0 0,0 0 0 0 0,1 0 0 0 0,4 11 987 0 0,3 33-323 0 0,-6-27-334 0 0,11 70 521 0 0,-11-60-1276 0 0,2 0 0 0 0,1 0 1 0 0,16 50-1 0 0,-20-75 2 0 0,0 1-1 0 0,0-1 1 0 0,0 0 0 0 0,0 0-1 0 0,1 0 1 0 0,-1 0 0 0 0,0 0-1 0 0,1 0 1 0 0,0-1 0 0 0,-1 1 0 0 0,1 0-1 0 0,2 1 1 0 0,-3-3 62 0 0,0 1 0 0 0,0-1 1 0 0,-1 1-1 0 0,1-1 0 0 0,0 0 1 0 0,0 0-1 0 0,0 1 0 0 0,0-1 0 0 0,0 0 1 0 0,0 0-1 0 0,0 0 0 0 0,0 0 0 0 0,0 0 1 0 0,0 0-1 0 0,0 0 0 0 0,0 0 0 0 0,-1 0 1 0 0,1-1-1 0 0,0 1 0 0 0,0 0 1 0 0,0-1-1 0 0,0 1 0 0 0,0 0 0 0 0,0-1 1 0 0,-1 1-1 0 0,1-1 0 0 0,1-1 0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06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115 164 2176 0 0,'-101'-142'16139'0'0,"88"122"-15505"0"0,12 18-824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07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23 5657 0 0,'-152'5'13149'0'0,"148"-5"-12507"0"0,8-1-126 0 0,21-6-380 0 0,0 1 0 0 0,0 2 0 0 0,1 0 0 0 0,0 2 0 0 0,40 0 0 0 0,-7 1-376 0 0,496 4-7439 0 0,-411 1 3222 0 0,-11-1-1543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07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0 211 1604 0 0,'0'0'6273'0'0,"3"0"-5378"0"0,7 0-433 0 0,0 0 1 0 0,0 0-1 0 0,0 1 0 0 0,-1 1 0 0 0,1 0 0 0 0,0 0 0 0 0,-1 1 1 0 0,0 0-1 0 0,1 0 0 0 0,-1 1 0 0 0,-1 0 0 0 0,1 1 1 0 0,10 7-1 0 0,-9-5-318 0 0,0 0 0 0 0,0 1 0 0 0,-1 0 0 0 0,0 1 0 0 0,-1 0 0 0 0,1 1-1 0 0,-2-1 1 0 0,1 2 0 0 0,-2-1 0 0 0,9 16 0 0 0,-14-22-73 0 0,1 1 0 0 0,-1-1 0 0 0,1 1 0 0 0,-1 0 0 0 0,-1 0 0 0 0,1-1 0 0 0,-1 1 0 0 0,0 0 0 0 0,0 0 0 0 0,0 0 0 0 0,0 0 0 0 0,-2 4 0 0 0,2-6-50 0 0,-1-1 0 0 0,0 0 1 0 0,1 1-1 0 0,-1-1 1 0 0,0 0-1 0 0,0 1 0 0 0,0-1 1 0 0,0 0-1 0 0,-1 0 1 0 0,1 0-1 0 0,-1 0 0 0 0,1 0 1 0 0,-1 0-1 0 0,0 0 1 0 0,1-1-1 0 0,-1 1 0 0 0,0 0 1 0 0,0-1-1 0 0,0 0 1 0 0,0 1-1 0 0,-1-1 0 0 0,1 0 1 0 0,0 0-1 0 0,0 0 1 0 0,-1 0-1 0 0,-2 0 0 0 0,2-1-11 0 0,0 1-1 0 0,0-1 0 0 0,0 0 0 0 0,0 0 0 0 0,1 0 0 0 0,-1 0 0 0 0,0 0 1 0 0,0-1-1 0 0,0 1 0 0 0,0-1 0 0 0,1 0 0 0 0,-1 0 0 0 0,0 0 1 0 0,1 0-1 0 0,-1 0 0 0 0,1-1 0 0 0,-1 1 0 0 0,-2-3 0 0 0,1 1-5 0 0,1-1 0 0 0,0 1-1 0 0,0-1 1 0 0,0 1 0 0 0,0-1 0 0 0,1 0-1 0 0,0 0 1 0 0,-1 0 0 0 0,1 0 0 0 0,1-1-1 0 0,-3-6 1 0 0,1-2-18 0 0,0 1 0 0 0,1-1 0 0 0,1 1 0 0 0,0-1 0 0 0,1 0 0 0 0,2-25 0 0 0,2 9-44 0 0,15-54-1 0 0,-15 70 39 0 0,0 1 0 0 0,1-1 0 0 0,0 1 0 0 0,1 0 0 0 0,0 1 0 0 0,1 0 0 0 0,0 0 0 0 0,1 0 0 0 0,0 1 0 0 0,1 0 0 0 0,12-11-1 0 0,-15 16 15 0 0,-1 1 0 0 0,1 0 0 0 0,0 0-1 0 0,0 1 1 0 0,0-1 0 0 0,1 1-1 0 0,-1 1 1 0 0,1-1 0 0 0,-1 1 0 0 0,1 0-1 0 0,0 1 1 0 0,0 0 0 0 0,0 0 0 0 0,0 0-1 0 0,0 1 1 0 0,0 0 0 0 0,0 0-1 0 0,0 0 1 0 0,0 1 0 0 0,-1 0 0 0 0,1 1-1 0 0,12 4 1 0 0,-8-2 24 0 0,-1 0 1 0 0,0 1-1 0 0,1 0 1 0 0,-1 1-1 0 0,-1 0 0 0 0,1 1 1 0 0,-1 0-1 0 0,-1 1 0 0 0,1-1 1 0 0,-1 2-1 0 0,0-1 1 0 0,-1 1-1 0 0,0 0 0 0 0,-1 1 1 0 0,1-1-1 0 0,-2 1 0 0 0,0 0 1 0 0,0 1-1 0 0,0 0 1 0 0,-2-1-1 0 0,1 1 0 0 0,-1 0 1 0 0,-1 1-1 0 0,0-1 1 0 0,-1 0-1 0 0,0 1 0 0 0,0 12 1 0 0,-6 111-1785 0 0,4-135 1700 0 0,1 1 0 0 0,0-1 0 0 0,0 0 0 0 0,0 1 0 0 0,0-1 0 0 0,0 1 0 0 0,1-1 0 0 0,-1 0 0 0 0,0 1 0 0 0,0-1 0 0 0,0 1 0 0 0,0-1 0 0 0,0 0 0 0 0,0 1 0 0 0,1-1 0 0 0,-1 0 0 0 0,0 1 0 0 0,0-1 0 0 0,0 0 0 0 0,1 1 0 0 0,-1-1 0 0 0,0 0 0 0 0,1 1 0 0 0,-1-1 0 0 0,0 0 1 0 0,1 0-1 0 0,-1 1 0 0 0,0-1 0 0 0,1 0 0 0 0,-1 0 0 0 0,0 0 0 0 0,1 0 0 0 0,-1 0 0 0 0,1 1 0 0 0,-1-1 0 0 0,0 0 0 0 0,1 0 0 0 0,-1 0 0 0 0,1 0 0 0 0,-1 0 0 0 0,0 0 0 0 0,1 0 0 0 0,-1 0 0 0 0,1 0 0 0 0,-1 0 0 0 0,0-1 0 0 0,1 1 0 0 0,-1 0 0 0 0,0 0 0 0 0,1 0 0 0 0,-1 0 0 0 0,1-1 0 0 0,-1 1 0 0 0,0 0 0 0 0,0 0 0 0 0,1-1 0 0 0,-1 1 0 0 0,0 0 0 0 0,1-1 0 0 0,21-15-1832 0 0,-22 16 1761 0 0,36-36-4429 0 0,-14 10 836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08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0 364 1968 0 0,'192'-326'13203'0'0,"-168"289"-11516"0"0,-23 36-1223 0 0,1 21 392 0 0,-42 170 675 0 0,32-144-1442 0 0,-24 178 734 0 0,28-183-1124 0 0,3 0 1 0 0,1 0-1 0 0,9 62 1 0 0,-8-97 41 0 0,0 0 0 0 0,0-1 0 0 0,0 1 0 0 0,1 0 0 0 0,0-1 0 0 0,0 1 0 0 0,0-1 0 0 0,1 0 0 0 0,0 0 0 0 0,0 0-1 0 0,0 0 1 0 0,7 6 0 0 0,-8-8 26 0 0,1-1-1 0 0,0 0 0 0 0,0 1 0 0 0,0-2 0 0 0,1 1 1 0 0,-1 0-1 0 0,1-1 0 0 0,-1 1 0 0 0,1-1 0 0 0,-1 0 1 0 0,1 0-1 0 0,-1 0 0 0 0,1-1 0 0 0,0 1 0 0 0,-1-1 1 0 0,1 0-1 0 0,0 0 0 0 0,0 0 0 0 0,-1-1 0 0 0,7-1 1 0 0,4-1-87 0 0,-1 0 0 0 0,0-2 1 0 0,-1 1-1 0 0,1-2 1 0 0,-1 0-1 0 0,0 0 0 0 0,0-1 1 0 0,-1 0-1 0 0,17-15 1 0 0,-1-2 1421 0 0,0-1 0 0 0,31-40 0 0 0,-55 61-771 0 0,0 0 0 0 0,0-1 0 0 0,-1 1 0 0 0,1 0 0 0 0,-1-1 0 0 0,0 1 0 0 0,0-1 0 0 0,-1 0 0 0 0,0 0 0 0 0,1 0 0 0 0,-1 0 0 0 0,0-7 0 0 0,-1 10-113 0 0,1-10 533 0 0,67 97 99 0 0,-49-64-593 0 0,-1 1 0 0 0,-1 1 0 0 0,23 39 0 0 0,-39-60-174 0 0,0 1-1 0 0,0-1 1 0 0,0 1 0 0 0,0-1-1 0 0,0 1 1 0 0,0-1-1 0 0,0 1 1 0 0,-1 0 0 0 0,1-1-1 0 0,-1 1 1 0 0,0 0-1 0 0,0-1 1 0 0,0 1-1 0 0,0 0 1 0 0,0-1 0 0 0,-1 1-1 0 0,1 0 1 0 0,-1-1-1 0 0,0 1 1 0 0,0-1-1 0 0,0 1 1 0 0,0-1 0 0 0,0 1-1 0 0,0-1 1 0 0,-1 1-1 0 0,1-1 1 0 0,-4 4-1 0 0,1-2-27 0 0,-1-1 0 0 0,1 1 0 0 0,-1-1 0 0 0,0 0 0 0 0,0 0 0 0 0,0 0 0 0 0,0-1 0 0 0,0 0-1 0 0,-1 0 1 0 0,1 0 0 0 0,-1-1 0 0 0,-8 2 0 0 0,0-1-152 0 0,-1 0-1 0 0,1-1 1 0 0,-1-1-1 0 0,1 0 1 0 0,0 0-1 0 0,-29-7 1 0 0,34 5-594 0 0,1 0 0 0 0,-1-1 0 0 0,0-1 0 0 0,-15-8 0 0 0,17 8-491 0 0,0-1 0 0 0,1 0 1 0 0,-1 0-1 0 0,1-1 1 0 0,0 1-1 0 0,-5-8 0 0 0,-5-8-5433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08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92 976 0 0,'-102'-76'21089'0'0,"107"67"-19490"0"0,-2 8-1475 0 0,1 0 0 0 0,-1 0-1 0 0,0 0 1 0 0,1 0 0 0 0,-1 0-1 0 0,0 1 1 0 0,1-1 0 0 0,-1 1-1 0 0,1 0 1 0 0,5 1 0 0 0,6-1 106 0 0,116-1 405 0 0,199 26 0 0 0,-219-14-518 0 0,229 24-284 0 0,-195-19-2513 0 0,-137-16 2028 0 0,-1 1 0 0 0,0 0-1 0 0,0 1 1 0 0,0 0 0 0 0,-1 0 0 0 0,11 4 0 0 0,-16-4-165 0 0,-1-2 715 0 0,1 1 0 0 0,-1-1 0 0 0,0 0 0 0 0,0 0 0 0 0,0 1 0 0 0,0-1 0 0 0,0 0 0 0 0,0 0 0 0 0,0 1 0 0 0,0-1 0 0 0,0 0 0 0 0,0 1 0 0 0,0-1-1 0 0,0 0 1 0 0,0 0 0 0 0,-1 1 0 0 0,1-1 0 0 0,0 0 0 0 0,0 0 0 0 0,0 1 0 0 0,0-1 0 0 0,-4 3-1531 0 0,-8 4-3048 0 0,-8 0-2769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09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2296 0 0,'-21'13'10497'0'0,"6"-2"-5206"0"0,18-11-5015 0 0,327-13 894 0 0,-173 10-980 0 0,-154 3-281 0 0,-5 1-479 0 0,2 0 455 0 0,-1 0-1 0 0,0-1 1 0 0,0 1-1 0 0,0-1 1 0 0,0 0-1 0 0,0 1 1 0 0,0-1-1 0 0,0 0 1 0 0,1 1-1 0 0,-1-1 1 0 0,0 0 0 0 0,0 0-1 0 0,0 0 1 0 0,0 0-1 0 0,0 0 1 0 0,-2 0-1 0 0,-19 1-8955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09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45 1824 0 0,'29'-31'10909'0'0,"-27"30"-10754"0"0,-1-1 0 0 0,1 1 1 0 0,-1 0-1 0 0,1 0 1 0 0,-1 0-1 0 0,1 0 0 0 0,0 0 1 0 0,-1 0-1 0 0,1 0 1 0 0,0 1-1 0 0,0-1 0 0 0,-1 1 1 0 0,1-1-1 0 0,0 1 1 0 0,0 0-1 0 0,0-1 1 0 0,0 1-1 0 0,0 0 0 0 0,3 1 1 0 0,3 1-7 0 0,1 0 0 0 0,-1 1 1 0 0,0 0-1 0 0,0 0 0 0 0,0 1 1 0 0,0 0-1 0 0,-1 1 0 0 0,1-1 1 0 0,-1 2-1 0 0,0-1 0 0 0,-1 1 1 0 0,1 0-1 0 0,-1 0 0 0 0,0 0 1 0 0,-1 1-1 0 0,9 14 0 0 0,-8-12-18 0 0,-1 0 1 0 0,-1 0-1 0 0,0 1 0 0 0,0 0 0 0 0,-1 0 0 0 0,0 0 0 0 0,-1 0 0 0 0,0 0 0 0 0,0 1 0 0 0,-1-1 0 0 0,-1 1 1 0 0,0-1-1 0 0,0 1 0 0 0,-2 11 0 0 0,-3-1 0 0 0,0-1 0 0 0,-1 0 0 0 0,-1 0 0 0 0,-1 0 0 0 0,-1-1 0 0 0,-1 0 0 0 0,0-1 0 0 0,-1 0 0 0 0,-1 0 0 0 0,-1-1 0 0 0,0-1 0 0 0,-17 16 0 0 0,-18 13 705 0 0,-2-1 1 0 0,-84 56-1 0 0,97-74-421 0 0,36-25-334 0 0,17 0-81 0 0,176-35 31 0 0,-132 23-116 0 0,4 1-1137 0 0,32 0-4988 0 0,-38 5 1341 0 0,-22-1-745 0 0,-19 2 933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10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4 108 1724 0 0,'0'-3'2248'0'0,"-3"-59"9131"0"0,3 61-11339 0 0,0 0 0 0 0,0 1 0 0 0,0-1 0 0 0,0 1-1 0 0,0-1 1 0 0,0 1 0 0 0,0-1 0 0 0,0 0-1 0 0,1 1 1 0 0,-1-1 0 0 0,0 1 0 0 0,0-1-1 0 0,0 1 1 0 0,1-1 0 0 0,-1 1 0 0 0,0-1 0 0 0,1 1-1 0 0,-1-1 1 0 0,0 1 0 0 0,1-1 0 0 0,-1 1-1 0 0,1 0 1 0 0,-1-1 0 0 0,1 1 0 0 0,-1 0 0 0 0,1-1-1 0 0,-1 1 1 0 0,1 0 0 0 0,-1-1 0 0 0,1 1-1 0 0,1 0 21 0 0,0-1 0 0 0,-1 1 0 0 0,1 0 0 0 0,0 0 0 0 0,0 0 0 0 0,-1 0 0 0 0,1 1 0 0 0,0-1 0 0 0,0 0 0 0 0,2 1 0 0 0,2 2 59 0 0,0-1 1 0 0,1 1-1 0 0,-1 0 1 0 0,9 5 0 0 0,-10-4-60 0 0,0 0 1 0 0,-1 0 0 0 0,1 1-1 0 0,-1-1 1 0 0,0 1-1 0 0,0 0 1 0 0,-1 0 0 0 0,1 1-1 0 0,-1-1 1 0 0,0 1 0 0 0,0 0-1 0 0,-1-1 1 0 0,0 1-1 0 0,0 0 1 0 0,0 1 0 0 0,-1-1-1 0 0,0 0 1 0 0,0 0 0 0 0,-1 1-1 0 0,1-1 1 0 0,-2 12 0 0 0,0-5 5 0 0,-1-1 1 0 0,0 1 0 0 0,-1 0-1 0 0,0 0 1 0 0,-1-1 0 0 0,0 0-1 0 0,-1 0 1 0 0,0 0 0 0 0,-12 19-1 0 0,6-14 10 0 0,6-9 0 0 0,0 0-1 0 0,0 0 0 0 0,-9 9 1 0 0,12-15-28 0 0,0-8-64 0 0,2 6 14 0 0,-1 0 1 0 0,1 0 0 0 0,0-1 0 0 0,0 1 0 0 0,-1 0 0 0 0,1-1 0 0 0,0 1-1 0 0,0 0 1 0 0,0-1 0 0 0,-1 1 0 0 0,1 0 0 0 0,0-1 0 0 0,0 1 0 0 0,0-1 0 0 0,0 1-1 0 0,0 0 1 0 0,0-1 0 0 0,0 1 0 0 0,0-1 0 0 0,0 1 0 0 0,0 0 0 0 0,0-1 0 0 0,0 1-1 0 0,0 0 1 0 0,0-1 0 0 0,0 1 0 0 0,1-1 0 0 0,5-14-96 0 0,0 1-1 0 0,2 0 1 0 0,-1 0 0 0 0,19-22 0 0 0,45-48-75 0 0,-31 40 113 0 0,-12 14 39 0 0,-20 23 54 0 0,0-1 1 0 0,-1 0-1 0 0,0-1 0 0 0,0 1 1 0 0,-1-1-1 0 0,0-1 0 0 0,8-15 1 0 0,-14 24-31 0 0,1 0 1 0 0,-1 0-1 0 0,0-1 1 0 0,1 1-1 0 0,-1 0 1 0 0,0-1-1 0 0,0 1 1 0 0,0 0-1 0 0,1-1 1 0 0,-1 1-1 0 0,-1 0 1 0 0,1-1 0 0 0,0 1-1 0 0,0 0 1 0 0,0-1-1 0 0,-2-1 1 0 0,2 2-5 0 0,0 1 0 0 0,-1-1 0 0 0,1 1 0 0 0,-1-1 1 0 0,1 1-1 0 0,-1-1 0 0 0,0 1 0 0 0,1-1 1 0 0,-1 1-1 0 0,1 0 0 0 0,-1-1 0 0 0,0 1 0 0 0,1 0 1 0 0,-1 0-1 0 0,0-1 0 0 0,1 1 0 0 0,-1 0 0 0 0,0 0 1 0 0,1 0-1 0 0,-1 0 0 0 0,0 0 0 0 0,-1 0 1 0 0,-2 0-3 0 0,0 1 1 0 0,0 0 0 0 0,-1 0 0 0 0,1 0-1 0 0,0 1 1 0 0,0-1 0 0 0,0 1 0 0 0,-6 3-1 0 0,3 0 6 0 0,0-1 0 0 0,0 2 0 0 0,1-1 0 0 0,0 0 0 0 0,0 1 0 0 0,0 0 0 0 0,1 1 0 0 0,0-1 0 0 0,0 1 0 0 0,0 0 0 0 0,1 0 0 0 0,0 0 0 0 0,1 1 0 0 0,-1 0 0 0 0,-3 15 0 0 0,5-18-11 0 0,1 1 0 0 0,0 0 1 0 0,1-1-1 0 0,-1 1 0 0 0,1 0 0 0 0,0-1 0 0 0,0 1 1 0 0,1 0-1 0 0,0-1 0 0 0,0 1 0 0 0,0-1 1 0 0,1 1-1 0 0,-1-1 0 0 0,1 1 0 0 0,1-1 0 0 0,-1 0 1 0 0,1 0-1 0 0,0 0 0 0 0,0 0 0 0 0,0-1 1 0 0,0 1-1 0 0,1-1 0 0 0,0 0 0 0 0,5 4 0 0 0,-3-3-390 0 0,1 0 0 0 0,-1-1 0 0 0,1 0-1 0 0,0 0 1 0 0,1 0 0 0 0,-1-1-1 0 0,1 0 1 0 0,-1-1 0 0 0,1 0-1 0 0,0 0 1 0 0,15 2 0 0 0,-12-3-1110 0 0,1-1 0 0 0,0 0 1 0 0,0-1-1 0 0,16-2 0 0 0,-3-2-3510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10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23 1668 0 0,'-3'-23'15331'0'0,"3"32"-12375"0"0,3 35-2585 0 0,-2-22 480 0 0,-1 34-204 0 0,-14 108 0 0 0,3-56-4326 0 0,11-90 1486 0 0,7 1-6055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10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78 296 0 0,'2'-11'11196'0'0,"-4"-11"-2229"0"0,2 22-8914 0 0,0-1 0 0 0,0 1 0 0 0,0 0 0 0 0,0-1 0 0 0,0 1 0 0 0,0-1 0 0 0,1 1 0 0 0,-1 0-1 0 0,0-1 1 0 0,0 1 0 0 0,0-1 0 0 0,0 1 0 0 0,0 0 0 0 0,0-1 0 0 0,1 1 0 0 0,-1 0 0 0 0,0-1 0 0 0,0 1 0 0 0,1 0-1 0 0,-1-1 1 0 0,0 1 0 0 0,0 0 0 0 0,1-1 0 0 0,-1 1 0 0 0,22-3 107 0 0,-1 0 0 0 0,1 2 0 0 0,35 2 0 0 0,2-1-244 0 0,-20-1-295 0 0,4 0-2644 0 0,75-10 0 0 0,-112 9 1377 0 0,1 1-1 0 0,-1-2 1 0 0,0 1 0 0 0,10-6-1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11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14 1192 0 0,'-3'-1'2721'0'0,"0"-1"-1998"0"0,0 1 396 0 0,-1-1-1 0 0,1 1 0 0 0,-1-1 1 0 0,1 1-1 0 0,-1 0 0 0 0,0 0 1 0 0,-6 0-1 0 0,9 1-936 0 0,-1 0 0 0 0,1 1 0 0 0,0-1 0 0 0,-1 0 0 0 0,1 1 0 0 0,0-1 0 0 0,0 1-1 0 0,-1 0 1 0 0,1-1 0 0 0,0 1 0 0 0,0 0 0 0 0,0 0 0 0 0,0 0 0 0 0,0 0 0 0 0,0 0 0 0 0,0 0 0 0 0,0 0 0 0 0,0 0 0 0 0,1 0 0 0 0,-1 0 0 0 0,0 0 0 0 0,1 1 0 0 0,-1-1 0 0 0,0 3 0 0 0,-3 8 187 0 0,0 1 1 0 0,1 1 0 0 0,1-1-1 0 0,0 0 1 0 0,1 1-1 0 0,0-1 1 0 0,2 27 0 0 0,0-12-151 0 0,-1-9-180 0 0,3 133-720 0 0,0-122-1782 0 0,8 38-1 0 0,-10-63 1465 0 0,0-1 0 0 0,1 0 0 0 0,-1 0 0 0 0,1 0 0 0 0,0 0 0 0 0,0-1 0 0 0,4 8 0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11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98 1360 0 0,'3'-7'971'0'0,"0"1"-1"0"0,0-1 1 0 0,0 1-1 0 0,0-1 1 0 0,1 1 0 0 0,0 0-1 0 0,1 1 1 0 0,-1-1-1 0 0,1 1 1 0 0,6-5-1 0 0,-8 7-771 0 0,0 0-1 0 0,1 1 0 0 0,-1-1 0 0 0,1 1 0 0 0,-1 0 1 0 0,1 0-1 0 0,0 0 0 0 0,0 1 0 0 0,0-1 1 0 0,0 1-1 0 0,0 0 0 0 0,0 0 0 0 0,1 1 0 0 0,-1-1 1 0 0,0 1-1 0 0,0 0 0 0 0,1 0 0 0 0,-1 0 1 0 0,6 2-1 0 0,-4-1-98 0 0,1 1 0 0 0,-1-1 0 0 0,0 2 0 0 0,0-1 0 0 0,0 1 0 0 0,0 0 0 0 0,0 0 0 0 0,-1 0 0 0 0,1 1-1 0 0,4 4 1 0 0,-7-6-49 0 0,-1 0-1 0 0,0 1 1 0 0,0-1-1 0 0,0 1 0 0 0,0-1 1 0 0,0 1-1 0 0,0 0 1 0 0,-1 0-1 0 0,1 0 0 0 0,-1 0 1 0 0,0 0-1 0 0,0 0 0 0 0,0 0 1 0 0,-1 0-1 0 0,1 0 1 0 0,0 0-1 0 0,-1 0 0 0 0,0 1 1 0 0,0-1-1 0 0,0 0 1 0 0,0 0-1 0 0,-1 1 0 0 0,-1 4 1 0 0,0 1 47 0 0,-1 0 0 0 0,-1 0 0 0 0,1 0 0 0 0,-1-1 1 0 0,-1 0-1 0 0,0 0 0 0 0,0 0 0 0 0,0 0 0 0 0,-1-1 1 0 0,-7 7-1 0 0,-10 8 229 0 0,-41 31 0 0 0,55-46-272 0 0,2-3-24 0 0,4-2-23 0 0,0 0-1 0 0,1 0 1 0 0,-1 1-1 0 0,0-1 1 0 0,1 0-1 0 0,-1 1 0 0 0,-3 4 1 0 0,7-6-10 0 0,0 0 0 0 0,0 0-1 0 0,0-1 1 0 0,1 1 0 0 0,-1 0 0 0 0,0 0 0 0 0,0-1 0 0 0,0 1-1 0 0,0 0 1 0 0,1-1 0 0 0,-1 0 0 0 0,0 1 0 0 0,1-1 0 0 0,-1 0-1 0 0,3 1 1 0 0,-3-1-4 0 0,29 8-14 0 0,-11-4-8 0 0,-1 1 0 0 0,-1 0 0 0 0,1 2 0 0 0,28 14 0 0 0,-36-15 101 0 0,0 1-1 0 0,0 0 0 0 0,-1 1 1 0 0,0 0-1 0 0,-1 0 1 0 0,1 1-1 0 0,-2 0 1 0 0,1 1-1 0 0,8 14 0 0 0,-14-21 0 0 0,0 1-1 0 0,0-1 0 0 0,-1 0 0 0 0,1 1 0 0 0,-1 0 0 0 0,0-1 1 0 0,0 1-1 0 0,0 0 0 0 0,0 0 0 0 0,0 0 0 0 0,-1-1 0 0 0,0 1 0 0 0,0 0 1 0 0,0 0-1 0 0,0 0 0 0 0,-1 0 0 0 0,1 0 0 0 0,-1 0 0 0 0,0-1 0 0 0,0 1 1 0 0,-1 0-1 0 0,1-1 0 0 0,-1 1 0 0 0,1-1 0 0 0,-1 1 0 0 0,0-1 1 0 0,-1 0-1 0 0,1 0 0 0 0,0 0 0 0 0,-1 0 0 0 0,0 0 0 0 0,-3 3 0 0 0,-4 2 44 0 0,0-1 0 0 0,0 0 0 0 0,0 0 0 0 0,-1-1 0 0 0,0-1-1 0 0,0 1 1 0 0,0-2 0 0 0,-1 0 0 0 0,1 0 0 0 0,-1-1 0 0 0,0 0-1 0 0,-1-1 1 0 0,1 0 0 0 0,0-1 0 0 0,0-1 0 0 0,-1 0 0 0 0,1 0-1 0 0,0-2 1 0 0,0 1 0 0 0,-24-7 0 0 0,31 6-175 0 0,-1-1-1 0 0,0 1 1 0 0,1-1-1 0 0,0 0 1 0 0,-1 0-1 0 0,1-1 1 0 0,0 0-1 0 0,1 0 1 0 0,-1 0 0 0 0,1 0-1 0 0,0-1 1 0 0,-6-7-1 0 0,4 4-1054 0 0,1 0-1 0 0,0-1 0 0 0,-6-16 1 0 0,11 22 751 0 0,0 1 0 0 0,0-1 1 0 0,0 1-1 0 0,0-1 1 0 0,1 0-1 0 0,-1 1 0 0 0,1-1 1 0 0,0 1-1 0 0,-1 0 1 0 0,1-1-1 0 0,1 1 1 0 0,-1-1-1 0 0,0 1 0 0 0,0 0 1 0 0,1 0-1 0 0,-1 0 1 0 0,1 0-1 0 0,2-3 1 0 0,26-17-5996 0 0,-19 15 1805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12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1272 0 0,'16'-34'7264'0'0,"5"9"-3800"0"0,-17 22-3246 0 0,0 0 0 0 0,0 0 0 0 0,0 1 0 0 0,0-1 0 0 0,0 1 0 0 0,1 0 1 0 0,-1 0-1 0 0,1 1 0 0 0,-1-1 0 0 0,1 1 0 0 0,0 0 0 0 0,8 0 0 0 0,-2 0-11 0 0,1 1 0 0 0,-1 1-1 0 0,1 0 1 0 0,-1 0 0 0 0,1 1-1 0 0,-1 1 1 0 0,0 0 0 0 0,0 0-1 0 0,16 8 1 0 0,-21-9-127 0 0,0 1 0 0 0,0 0-1 0 0,0 0 1 0 0,0 1 0 0 0,-1 0 0 0 0,1 0-1 0 0,-1 0 1 0 0,0 0 0 0 0,0 1 0 0 0,0 0-1 0 0,-1 0 1 0 0,0 0 0 0 0,0 1 0 0 0,0 0-1 0 0,-1-1 1 0 0,1 1 0 0 0,2 9 0 0 0,-5-10-22 0 0,0 0 0 0 0,-1 0 0 0 0,1 0 1 0 0,-1 0-1 0 0,0 0 0 0 0,0 0 0 0 0,-1 0 1 0 0,0-1-1 0 0,0 1 0 0 0,0 0 0 0 0,0 0 1 0 0,-1 0-1 0 0,1-1 0 0 0,-1 1 0 0 0,0 0 1 0 0,-1-1-1 0 0,1 0 0 0 0,-1 0 0 0 0,0 0 1 0 0,0 0-1 0 0,0 0 0 0 0,-7 5 0 0 0,-7 8 149 0 0,-1-2 0 0 0,0 0-1 0 0,-29 17 1 0 0,34-24-78 0 0,-27 14 673 0 0,39-21-742 0 0,1-2-52 0 0,0-1 0 0 0,0 1 1 0 0,0 0-1 0 0,0-1 1 0 0,0 1-1 0 0,1 0 1 0 0,-1-1-1 0 0,1 1 0 0 0,-1 0 1 0 0,1 0-1 0 0,-1-1 1 0 0,2-1-1 0 0,237-223 12 0 0,-195 188 32 0 0,-41 37-48 0 0,8-13 1 0 0,-9 12-29 0 0,-2 1-7 0 0,0 1 29 0 0,0 0 0 0 0,0 0 1 0 0,0-1-1 0 0,0 1 0 0 0,-1 0 1 0 0,1 0-1 0 0,0-1 0 0 0,0 1 1 0 0,0 0-1 0 0,0 0 0 0 0,0 0 1 0 0,0-1-1 0 0,0 1 0 0 0,-1 0 1 0 0,1 0-1 0 0,0 0 0 0 0,0-1 1 0 0,0 1-1 0 0,-1 0 0 0 0,1 0 1 0 0,0 0-1 0 0,0 0 0 0 0,0 0 1 0 0,-1-1-1 0 0,1 1 0 0 0,0 0 1 0 0,0 0-1 0 0,0 0 0 0 0,-1 0 1 0 0,1 0-1 0 0,0 0 0 0 0,0 0 1 0 0,-1 0-1 0 0,1 0 0 0 0,0 0 1 0 0,0 0-1 0 0,-1 0 0 0 0,1 0 1 0 0,0 0-1 0 0,0 0 0 0 0,-1 0 1 0 0,1 0-1 0 0,0 0 0 0 0,0 0 1 0 0,-1 1-1 0 0,1-1 0 0 0,0 0 1 0 0,-11 5-24 0 0,11-5 25 0 0,-9 6 15 0 0,-1 0 1 0 0,1 2 0 0 0,1-1 0 0 0,-1 1 0 0 0,1 0-1 0 0,1 0 1 0 0,-13 18 0 0 0,10-10 36 0 0,0-1-1 0 0,1 2 1 0 0,1-1 0 0 0,-6 20-1 0 0,11-29-16 0 0,0 1 1 0 0,1 0-1 0 0,1 0 0 0 0,-1 0 0 0 0,1 0 0 0 0,0 0 0 0 0,1 0 0 0 0,1 17 1 0 0,0-21-131 0 0,0 0 0 0 0,0 0 1 0 0,0 0-1 0 0,0 0 1 0 0,1 0-1 0 0,-1 0 1 0 0,1 0-1 0 0,0-1 0 0 0,0 1 1 0 0,1-1-1 0 0,-1 1 1 0 0,1-1-1 0 0,0 0 0 0 0,-1 0 1 0 0,2 0-1 0 0,-1 0 1 0 0,0 0-1 0 0,0-1 0 0 0,5 3 1 0 0,2 0-840 0 0,-1 0 1 0 0,0-1-1 0 0,1 0 1 0 0,11 2-1 0 0,22 3-5720 0 0,-17-6 46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12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24 2224 0 0,'-18'-15'12841'0'0,"13"8"-10701"0"0,8 7-2000 0 0,-1-1 1 0 0,1 1 0 0 0,0 0-1 0 0,-1 0 1 0 0,1 0-1 0 0,-1 0 1 0 0,1 0-1 0 0,-1 0 1 0 0,1 1 0 0 0,-1-1-1 0 0,1 1 1 0 0,-1 0-1 0 0,1-1 1 0 0,-1 1-1 0 0,0 1 1 0 0,1-1-1 0 0,-1 0 1 0 0,0 0 0 0 0,0 1-1 0 0,2 1 1 0 0,3 1 3 0 0,-1 1 0 0 0,0 0 1 0 0,0 0-1 0 0,-1 1 0 0 0,10 11 1 0 0,-13-14-67 0 0,0 1-1 0 0,0-1 1 0 0,0 1 0 0 0,0 0 0 0 0,-1 0 0 0 0,1-1 0 0 0,-1 1 0 0 0,0 0 0 0 0,0 0 0 0 0,-1 0 0 0 0,1 0 0 0 0,-1 0 0 0 0,0 1 0 0 0,0 4 0 0 0,-1-2 69 0 0,-1 0 0 0 0,1 0 0 0 0,-1 0 1 0 0,0 0-1 0 0,-1-1 0 0 0,0 1 0 0 0,-5 10 1 0 0,-4 0 220 0 0,1-1 1 0 0,-2 1 0 0 0,0-2 0 0 0,-28 25 0 0 0,-57 35 581 0 0,17-14-603 0 0,79-59-354 0 0,2-2 8 0 0,0 1 0 0 0,0-1 0 0 0,0 1 1 0 0,1-1-1 0 0,-1 1 0 0 0,0-1 0 0 0,0 1 1 0 0,1-1-1 0 0,-1 1 0 0 0,0-1 0 0 0,1 1 1 0 0,-1-1-1 0 0,0 1 0 0 0,1-1 0 0 0,-1 0 1 0 0,1 1-1 0 0,-1-1 0 0 0,1 0 0 0 0,-1 1 1 0 0,1-1-1 0 0,-1 0 0 0 0,1 0 0 0 0,-1 0 1 0 0,1 1-1 0 0,-1-1 0 0 0,1 0 0 0 0,-1 0 1 0 0,2 0-1 0 0,93 0-2592 0 0,1-4 0 0 0,142-25 1 0 0,-159 16-975 0 0,-28 2-1909 0 0,-12-1-1851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13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98 1636 0 0,'0'-3'604'0'0,"-2"-4"514"0"0,2 1 1 0 0,-1-1-1 0 0,1 0 0 0 0,-1 1 0 0 0,2-1 1 0 0,-1 0-1 0 0,1 0 0 0 0,2-8 0 0 0,-2 13-424 0 0,-1 1-348 0 0,1-1-1 0 0,-1 1 1 0 0,0-1 0 0 0,0 1 0 0 0,0-1-1 0 0,0 1 1 0 0,0-1 0 0 0,0 1 0 0 0,0-1-1 0 0,0 1 1 0 0,-1-1 0 0 0,1 1 0 0 0,-1-3-1 0 0,-17 11-112 0 0,1 1-1 0 0,0 1 0 0 0,1 0 1 0 0,-18 14-1 0 0,-11 6 86 0 0,-149 98 190 0 0,193-126-503 0 0,0-1-1 0 0,0 1 0 0 0,0 0 0 0 0,0-1 0 0 0,0 1 0 0 0,0 0 0 0 0,0 0 0 0 0,0 0 0 0 0,0 0 0 0 0,0 0 0 0 0,0 0 0 0 0,0 0 0 0 0,1 0 0 0 0,-1 0 0 0 0,0 0 0 0 0,1 0 1 0 0,-1 1-1 0 0,1-1 0 0 0,0 0 0 0 0,-1 2 0 0 0,1-2-1 0 0,0 0 0 0 0,0 0 0 0 0,1 0 0 0 0,-1 0 1 0 0,0 0-1 0 0,1 0 0 0 0,-1 0 0 0 0,1 0 0 0 0,-1 0 0 0 0,1 0 0 0 0,-1 0 1 0 0,1 0-1 0 0,0 0 0 0 0,-1-1 0 0 0,1 1 0 0 0,0 0 0 0 0,0 0 1 0 0,-1-1-1 0 0,2 2 0 0 0,5 1 8 0 0,-1 1 1 0 0,0-1-1 0 0,1 0 1 0 0,-1 0-1 0 0,11 2 1 0 0,26 5-107 0 0,77 6 1 0 0,-5-1-3558 0 0,-87-8 1650 0 0,-27-7 1567 0 0,1 0 1 0 0,-1 1-1 0 0,0-1 1 0 0,1 0-1 0 0,-1 1 1 0 0,0-1-1 0 0,1 1 1 0 0,-1-1-1 0 0,0 1 1 0 0,0 0-1 0 0,0 0 1 0 0,1 0-1 0 0,-1-1 1 0 0,0 1-1 0 0,0 0 0 0 0,1 2 1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13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0 2820 0 0,'-17'3'5990'0'0,"16"-3"-5805"0"0,0 0 0 0 0,0 0-1 0 0,0 1 1 0 0,-1-1 0 0 0,1 1-1 0 0,0-1 1 0 0,0 1 0 0 0,0 0 0 0 0,0-1-1 0 0,0 1 1 0 0,0 0 0 0 0,0-1-1 0 0,0 1 1 0 0,0 0 0 0 0,0 0 0 0 0,1 0-1 0 0,-1 0 1 0 0,0 0 0 0 0,1 0-1 0 0,-1 0 1 0 0,0 0 0 0 0,1 0 0 0 0,-1 1-1 0 0,1-1 1 0 0,0 0 0 0 0,-1 0-1 0 0,1 0 1 0 0,0 3 0 0 0,-1-1 62 0 0,2 0 1 0 0,-1-1-1 0 0,0 1 1 0 0,1 0-1 0 0,-1 0 1 0 0,1 0-1 0 0,0-1 1 0 0,0 1-1 0 0,0 0 1 0 0,0-1-1 0 0,0 1 1 0 0,0-1-1 0 0,4 5 1 0 0,6 7 54 0 0,0 0 0 0 0,2-1 0 0 0,0-1 0 0 0,0 1 0 0 0,1-2 0 0 0,0 0 0 0 0,1-1 0 0 0,18 10 0 0 0,134 57-591 0 0,-166-76 282 0 0,40 15-1929 0 0,61 15 1 0 0,-3-13-6573 0 0,-71-15 3237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14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582 221 1056 0 0,'6'-6'1139'0'0,"4"-3"499"0"0,0-1 1 0 0,-1 0-1 0 0,0-1 1 0 0,0 0-1 0 0,8-17 1 0 0,-15 25-1492 0 0,-1 1 1 0 0,0-1-1 0 0,1 0 1 0 0,-2 0 0 0 0,1 0-1 0 0,0 0 1 0 0,0 0-1 0 0,-1 0 1 0 0,0 0-1 0 0,1 0 1 0 0,-1 0 0 0 0,0 0-1 0 0,-1 0 1 0 0,1 0-1 0 0,-1 0 1 0 0,1 0-1 0 0,-1 0 1 0 0,0 0-1 0 0,0 0 1 0 0,0 0 0 0 0,0 0-1 0 0,-1 0 1 0 0,1 1-1 0 0,-1-1 1 0 0,1 0-1 0 0,-1 1 1 0 0,0 0 0 0 0,0-1-1 0 0,0 1 1 0 0,-4-3-1 0 0,-1 0-71 0 0,0 0 0 0 0,0 0 0 0 0,0 0 0 0 0,-1 1 0 0 0,1 1 0 0 0,-1-1 0 0 0,0 1 0 0 0,0 0 0 0 0,0 1 1 0 0,0 0-1 0 0,-1 0 0 0 0,1 1 0 0 0,-17-1 0 0 0,0 2 8 0 0,0 1 0 0 0,0 1 0 0 0,-36 7 1 0 0,33-3-26 0 0,1 1 1 0 0,-1 2-1 0 0,1 0 1 0 0,1 2-1 0 0,-31 17 1 0 0,40-18-22 0 0,-1 0 1 0 0,1 2 0 0 0,1 0 0 0 0,0 1 0 0 0,1 0-1 0 0,0 1 1 0 0,1 1 0 0 0,-13 19 0 0 0,24-30-28 0 0,0 0 1 0 0,0 0-1 0 0,1 0 1 0 0,0 1-1 0 0,-1 0 1 0 0,2-1-1 0 0,-1 1 1 0 0,0 0-1 0 0,1 0 0 0 0,0 0 1 0 0,0 0-1 0 0,1 0 1 0 0,-1 0-1 0 0,1 0 1 0 0,0 0-1 0 0,0 0 1 0 0,1 0-1 0 0,-1 0 1 0 0,1 0-1 0 0,0 0 1 0 0,1 0-1 0 0,-1-1 1 0 0,1 1-1 0 0,0 0 1 0 0,0-1-1 0 0,1 1 1 0 0,-1-1-1 0 0,1 0 0 0 0,0 1 1 0 0,0-1-1 0 0,0-1 1 0 0,1 1-1 0 0,-1 0 1 0 0,1-1-1 0 0,0 0 1 0 0,0 0-1 0 0,7 5 1 0 0,6 1 0 0 0,1 0 1 0 0,-1-1-1 0 0,1-1 0 0 0,1-1 1 0 0,-1 0-1 0 0,1-2 0 0 0,0 0 1 0 0,0-1-1 0 0,1 0 1 0 0,-1-2-1 0 0,0 0 0 0 0,27-3 1 0 0,-19-1 7 0 0,0-1 0 0 0,0 0-1 0 0,0-2 1 0 0,-1-2 0 0 0,0 0 0 0 0,-1-1 0 0 0,1-2 0 0 0,27-16 0 0 0,-24 8 487 0 0,0-2 0 0 0,-2-1 0 0 0,0-2 0 0 0,36-40 0 0 0,-21 20 1009 0 0,-40 42-1457 0 0,13-11 27 0 0,-10 12 60 0 0,-5 11 238 0 0,-64 193 3756 0 0,9-35-3106 0 0,20-14-4036 0 0,18-75-2416 0 0,-2-2-5538 0 0,14-54 3352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16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8 1764 0 0,'-22'-7'8690'0'0,"29"7"-8517"0"0,-1 0 0 0 0,1 1 0 0 0,-1 0 0 0 0,1 0 0 0 0,-1 1 0 0 0,0 0 0 0 0,0 0 0 0 0,1 0 0 0 0,-1 1 0 0 0,-1 0 0 0 0,1 0 0 0 0,0 0 0 0 0,-1 1 0 0 0,6 4 0 0 0,5 4 161 0 0,-1 2 1 0 0,0 0 0 0 0,18 21-1 0 0,-24-25-229 0 0,-1 1 0 0 0,0 0 0 0 0,-1 1 1 0 0,0-1-1 0 0,-1 1 0 0 0,0 1 0 0 0,-1-1 0 0 0,-1 1 0 0 0,5 17 0 0 0,-7-21-64 0 0,-1-1-1 0 0,0 1 1 0 0,-1-1 0 0 0,0 1 0 0 0,0 0 0 0 0,-1-1-1 0 0,0 1 1 0 0,0-1 0 0 0,-1 1 0 0 0,0-1 0 0 0,0 0 0 0 0,-1 0-1 0 0,0 0 1 0 0,-1 0 0 0 0,-7 13 0 0 0,4-10 20 0 0,-1-1 1 0 0,0 0-1 0 0,-1 0 1 0 0,0-1 0 0 0,0 0-1 0 0,-1 0 1 0 0,0-1-1 0 0,-1-1 1 0 0,1 0-1 0 0,-2 0 1 0 0,1-1-1 0 0,-1 0 1 0 0,1-1-1 0 0,-2 0 1 0 0,1-1 0 0 0,0-1-1 0 0,-1 0 1 0 0,-24 3-1 0 0,35-5-41 0 0,0-1 0 0 0,0 0 0 0 0,-1 1 0 0 0,1-1 0 0 0,0 0 0 0 0,0 0 0 0 0,0 0 1 0 0,0-1-1 0 0,0 1 0 0 0,0 0 0 0 0,-1-1 0 0 0,1 0 0 0 0,0 1 0 0 0,0-1 0 0 0,0 0 0 0 0,0 0 0 0 0,1 0 0 0 0,-1 0 0 0 0,0 0 0 0 0,0 0 0 0 0,1-1 0 0 0,-1 1 0 0 0,0-1 0 0 0,-2-2 0 0 0,4 2-15 0 0,-1 0 0 0 0,0 0-1 0 0,1-1 1 0 0,-1 1 0 0 0,1 0 0 0 0,0 0-1 0 0,0 0 1 0 0,0 0 0 0 0,0 0 0 0 0,0-1 0 0 0,0 1-1 0 0,0 0 1 0 0,1 0 0 0 0,-1 0 0 0 0,1 0-1 0 0,0 0 1 0 0,-1 0 0 0 0,1 0 0 0 0,0 0 0 0 0,0 0-1 0 0,0 0 1 0 0,0 0 0 0 0,3-2 0 0 0,6-10-65 0 0,1 0 1 0 0,1 1-1 0 0,0 0 1 0 0,1 1-1 0 0,20-15 1 0 0,80-48-255 0 0,-81 54 292 0 0,178-107 31 0 0,-195 116 63 0 0,-15 12-72 0 0,0-1 0 0 0,0 1 1 0 0,0 0-1 0 0,0 0 0 0 0,0 0 1 0 0,0 0-1 0 0,0-1 0 0 0,0 1 1 0 0,0 0-1 0 0,0 0 0 0 0,0 0 1 0 0,1 0-1 0 0,-1-1 0 0 0,-1 1 1 0 0,1 0-1 0 0,0 0 0 0 0,0 0 1 0 0,0 0-1 0 0,0-1 0 0 0,0 1 1 0 0,0 0-1 0 0,0 0 0 0 0,0 0 1 0 0,0 0-1 0 0,0 0 0 0 0,0-1 1 0 0,0 1-1 0 0,0 0 0 0 0,0 0 1 0 0,-1 0-1 0 0,1 0 0 0 0,0 0 1 0 0,0 0-1 0 0,0-1 0 0 0,0 1 1 0 0,0 0-1 0 0,-1 0 0 0 0,1 0 0 0 0,0 0 1 0 0,0 0-1 0 0,0 0 0 0 0,0 0 1 0 0,-1 0-1 0 0,0-1 1 0 0,-1 1 0 0 0,0 0 0 0 0,0 0 0 0 0,0 0 0 0 0,0 0 0 0 0,1 0 0 0 0,-1 0 0 0 0,0 0 0 0 0,-3 1 0 0 0,-16 6 23 0 0,-1 0 0 0 0,-33 19 1 0 0,47-22-20 0 0,1 1 1 0 0,0-1 0 0 0,0 1-1 0 0,0 1 1 0 0,0-1-1 0 0,1 1 1 0 0,0 0-1 0 0,0 1 1 0 0,1-1 0 0 0,-9 14-1 0 0,13-18 9 0 0,0 0-1 0 0,0 0 1 0 0,0 0 0 0 0,0 1-1 0 0,0-1 1 0 0,1 0-1 0 0,-1 1 1 0 0,1-1 0 0 0,0 0-1 0 0,0 1 1 0 0,-1-1-1 0 0,2 1 1 0 0,-1-1-1 0 0,0 0 1 0 0,0 1 0 0 0,1-1-1 0 0,-1 0 1 0 0,2 4-1 0 0,0-2 10 0 0,0 1-1 0 0,0-2 1 0 0,1 1-1 0 0,-1 0 1 0 0,1 0-1 0 0,0-1 1 0 0,0 0-1 0 0,0 1 1 0 0,5 3-1 0 0,4 2 22 0 0,0-1-1 0 0,1 0 1 0 0,0 0-1 0 0,26 10 1 0 0,10-1-410 0 0,65 14 0 0 0,-88-24-942 0 0,-2-4-3060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16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1720 0 0,'14'-6'6467'0'0,"-14"6"-6480"0"0,16-11 6556 0 0,-15 11-6231 0 0,0 0-1 0 0,-1-1 1 0 0,1 1 0 0 0,0 0-1 0 0,0-1 1 0 0,0 1 0 0 0,-1 0-1 0 0,1 0 1 0 0,0 0 0 0 0,0 0-1 0 0,0 0 1 0 0,0 0 0 0 0,-1 0-1 0 0,1 0 1 0 0,1 0 0 0 0,0 3-122 0 0,0 0 0 0 0,-1 0 1 0 0,0 0-1 0 0,1 0 0 0 0,-1 0 1 0 0,0 1-1 0 0,-1-1 0 0 0,1 0 1 0 0,0 1-1 0 0,-1-1 0 0 0,0 0 1 0 0,0 1-1 0 0,-1 5 0 0 0,-4 49 565 0 0,-16 155-607 0 0,21-208-461 0 0,1 50-1475 0 0,5-30-1672 0 0,8-4-4959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16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58 1600 0 0,'-5'-10'5279'0'0,"-3"-10"2772"0"0,7 20-7902 0 0,1-1 1 0 0,0 1-1 0 0,1-1 0 0 0,-1 1 1 0 0,0-1-1 0 0,0 1 1 0 0,0-1-1 0 0,0 1 1 0 0,0-1-1 0 0,0 1 1 0 0,1 0-1 0 0,-1-1 1 0 0,0 1-1 0 0,0-1 1 0 0,0 1-1 0 0,1 0 1 0 0,-1-1-1 0 0,1 0 150 0 0,-1 1-150 0 0,0 0 1 0 0,1 0-1 0 0,-1-1 1 0 0,1 1-1 0 0,-1 0 1 0 0,0 0-1 0 0,1-1 1 0 0,-1 1-1 0 0,1 0 1 0 0,-1 0-1 0 0,1 0 1 0 0,-1 0-1 0 0,0 0 1 0 0,1-1-1 0 0,-1 1 1 0 0,1 0-1 0 0,-1 0 1 0 0,1 0-1 0 0,-1 0 0 0 0,2 1 1 0 0,293-13 1561 0 0,-292 12-1691 0 0,9 0 271 0 0,-1-5-4592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17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36 2212 0 0,'-2'-1'1736'0'0,"-2"-2"-959"0"0,1 2-23 0 0,0-1 1 0 0,1 0 0 0 0,-1 0 0 0 0,1 0 0 0 0,-1 0 0 0 0,1-1 0 0 0,0 1 0 0 0,-4-5 0 0 0,5 5-140 0 0,14-4 964 0 0,-6 7-1385 0 0,1 2 1 0 0,-1-1 0 0 0,0 1 0 0 0,0 0 0 0 0,0 0-1 0 0,0 1 1 0 0,0 0 0 0 0,-1 0 0 0 0,0 1-1 0 0,0-1 1 0 0,0 2 0 0 0,0-1 0 0 0,-1 0 0 0 0,0 1-1 0 0,0 0 1 0 0,0 0 0 0 0,6 13 0 0 0,-7-12-144 0 0,0 0 1 0 0,0 0-1 0 0,-1 0 1 0 0,0 0 0 0 0,0 0-1 0 0,-1 1 1 0 0,0-1-1 0 0,-1 1 1 0 0,1 0-1 0 0,-1 0 1 0 0,-1-1 0 0 0,0 1-1 0 0,0 0 1 0 0,0 0-1 0 0,-1 0 1 0 0,0-1-1 0 0,-4 15 1 0 0,-3-2 147 0 0,-1-2 0 0 0,-1 1 1 0 0,0-1-1 0 0,-2-1 0 0 0,0 0 0 0 0,0-1 0 0 0,-23 23 0 0 0,33-38-46 0 0,5-2-130 0 0,-1 0 0 0 0,1 0-1 0 0,-1 0 1 0 0,1 0 0 0 0,-1-1-1 0 0,0 1 1 0 0,4-4 0 0 0,1 0-3 0 0,64-38 66 0 0,-6 5-89 0 0,-3-3-1 0 0,95-80 1 0 0,-154 119 0 0 0,0-1 0 0 0,-1 1 0 0 0,1-1 0 0 0,0 0 0 0 0,-1 1 0 0 0,0-1 1 0 0,0 0-1 0 0,0 0 0 0 0,0-1 0 0 0,0 1 0 0 0,0 0 0 0 0,-1-1 0 0 0,0 1 0 0 0,0-1 0 0 0,0 1 0 0 0,0-1 0 0 0,0 0 0 0 0,0-4 0 0 0,-1 6 1 0 0,-1 1 0 0 0,1 0 1 0 0,-1 0-1 0 0,1 0 0 0 0,-1-1 0 0 0,1 1 0 0 0,-1 0 0 0 0,0 0 0 0 0,1 0 1 0 0,-1 0-1 0 0,0 0 0 0 0,0 0 0 0 0,0 0 0 0 0,0 1 0 0 0,0-1 0 0 0,0 0 0 0 0,0 0 1 0 0,0 1-1 0 0,0-1 0 0 0,0 1 0 0 0,0-1 0 0 0,-1 1 0 0 0,1-1 0 0 0,0 1 1 0 0,0 0-1 0 0,0-1 0 0 0,-3 1 0 0 0,-29-2-51 0 0,33 2 53 0 0,-10 1-1 0 0,0 1 1 0 0,0 1-1 0 0,1-1 1 0 0,-1 1-1 0 0,1 1 1 0 0,0 0 0 0 0,-1 0-1 0 0,2 1 1 0 0,-1 0-1 0 0,1 1 1 0 0,0 0-1 0 0,0 0 1 0 0,0 0-1 0 0,1 1 1 0 0,0 1-1 0 0,-6 7 1 0 0,10-12 4 0 0,1-1 0 0 0,0 1 0 0 0,0 0 0 0 0,0-1 0 0 0,0 1 0 0 0,1 0 0 0 0,-1 0 0 0 0,1 0 0 0 0,0 1 0 0 0,-1-1 0 0 0,1 0 0 0 0,1 0 0 0 0,-1 1 1 0 0,1-1-1 0 0,-1 0 0 0 0,1 1 0 0 0,0-1 0 0 0,0 1 0 0 0,0-1 0 0 0,1 0 0 0 0,-1 1 0 0 0,1-1 0 0 0,0 0 0 0 0,0 1 0 0 0,0-1 0 0 0,2 5 0 0 0,0-3-71 0 0,1 1 0 0 0,0-1 0 0 0,0 0 0 0 0,1 0 0 0 0,-1 0 0 0 0,1-1 0 0 0,0 1 0 0 0,0-1 0 0 0,0 0 0 0 0,1 0 0 0 0,0-1 0 0 0,10 5 0 0 0,2 0-712 0 0,2-1 0 0 0,-1-1 0 0 0,1-1 0 0 0,36 5 0 0 0,35-1-5348 0 0,-73-9 3134 0 0,2 0-828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18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79 1428 0 0,'-10'-8'4152'0'0,"-4"-3"-366"0"0,-9 1 1307 0 0,22 10-5058 0 0,1 0-1 0 0,0 0 1 0 0,0 0 0 0 0,0 0 0 0 0,0 0 0 0 0,-1 0 0 0 0,1 0-1 0 0,0 0 1 0 0,0 0 0 0 0,0 0 0 0 0,-1 0 0 0 0,1-1 0 0 0,0 1-1 0 0,0 0 1 0 0,0 0 0 0 0,0 0 0 0 0,0 0 0 0 0,-1 0 0 0 0,1 0 0 0 0,0 0-1 0 0,0 0 1 0 0,0 0 0 0 0,0-1 0 0 0,0 1 0 0 0,-1 0 0 0 0,1 0-1 0 0,0 0 1 0 0,0 0 0 0 0,0 0 0 0 0,0-1 0 0 0,0 1 0 0 0,0 0 0 0 0,0 0-1 0 0,0 0 1 0 0,0 0 0 0 0,0-1 0 0 0,0 1 0 0 0,0 0 0 0 0,0 0-1 0 0,0 0 1 0 0,0 0 0 0 0,0-1 0 0 0,0 1 0 0 0,0 0 0 0 0,0 0 0 0 0,0 0-1 0 0,0 0 1 0 0,0-1 0 0 0,0 1 0 0 0,0 0 0 0 0,0 0 0 0 0,0 0-1 0 0,0 0 1 0 0,0-1 0 0 0,0 1 0 0 0,1 0 0 0 0,-1 0 0 0 0,0 0-1 0 0,0 0 1 0 0,0-1 0 0 0,16-5 462 0 0,23-2-468 0 0,109-11-245 0 0,-53 11-5365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19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0 2172 0 0,'-21'17'6743'0'0,"6"3"-3644"0"0,-5 29-825 0 0,0 4-1036 0 0,7-21-916 0 0,2 2 0 0 0,0-1 0 0 0,3 1 0 0 0,-6 43 0 0 0,13-75-313 0 0,1 1 1 0 0,0-1 0 0 0,0 1 0 0 0,0-1-1 0 0,0 1 1 0 0,1-1 0 0 0,-1 1 0 0 0,1-1 0 0 0,-1 1-1 0 0,1-1 1 0 0,0 0 0 0 0,0 1 0 0 0,0-1 0 0 0,0 0-1 0 0,1 0 1 0 0,-1 0 0 0 0,0 1 0 0 0,1-2-1 0 0,3 5 1 0 0,-2-4-9 0 0,-1 0 0 0 0,1-1 0 0 0,0 1 0 0 0,0-1-1 0 0,0 1 1 0 0,0-1 0 0 0,0 0 0 0 0,0 0 0 0 0,0 0 0 0 0,0-1 0 0 0,0 1-1 0 0,0-1 1 0 0,0 1 0 0 0,1-1 0 0 0,-1 0 0 0 0,4-1 0 0 0,44-7-9 0 0,-40 5-9 0 0,1 1 1 0 0,-1 0-1 0 0,1 0 0 0 0,-1 2 1 0 0,1-1-1 0 0,-1 1 1 0 0,1 1-1 0 0,0 0 0 0 0,13 3 1 0 0,-19-1 47 0 0,-1-1 1 0 0,1 1 0 0 0,-1 0 0 0 0,0 1 0 0 0,0-1-1 0 0,0 1 1 0 0,0 0 0 0 0,0 0 0 0 0,-1 1 0 0 0,0-1-1 0 0,0 1 1 0 0,0 0 0 0 0,0 0 0 0 0,-1 1-1 0 0,0-1 1 0 0,0 1 0 0 0,3 8 0 0 0,-2-3 92 0 0,0 1 1 0 0,-1-1 0 0 0,0 1-1 0 0,0 0 1 0 0,-1 0-1 0 0,-1 0 1 0 0,0 23-1 0 0,-2-27-93 0 0,0 0 0 0 0,0 0 0 0 0,-1 0 0 0 0,0 0-1 0 0,0-1 1 0 0,-1 1 0 0 0,0-1 0 0 0,0 1 0 0 0,-1-1 0 0 0,0 0-1 0 0,0 0 1 0 0,-1-1 0 0 0,0 1 0 0 0,0-1 0 0 0,0 0-1 0 0,-1-1 1 0 0,0 1 0 0 0,0-1 0 0 0,0 0 0 0 0,-12 7-1 0 0,9-7 4 0 0,1-1 0 0 0,-1 0 0 0 0,0 0-1 0 0,0-1 1 0 0,0 0 0 0 0,-1-1-1 0 0,1 0 1 0 0,0 0 0 0 0,-1-1 0 0 0,0 0-1 0 0,1-1 1 0 0,-1 0 0 0 0,1 0-1 0 0,-1-1 1 0 0,1-1 0 0 0,-19-4-1 0 0,23 5-239 0 0,0-1 0 0 0,0 1-1 0 0,0-1 1 0 0,0 0 0 0 0,1-1-1 0 0,-1 1 1 0 0,1-1 0 0 0,-1 0-1 0 0,-6-6 1 0 0,11 9 108 0 0,0-1 0 0 0,-1 1 0 0 0,1-1 0 0 0,-1 1 0 0 0,1-1 0 0 0,0 1 0 0 0,0-1 0 0 0,-1 1 0 0 0,1-1 1 0 0,0 0-1 0 0,0 1 0 0 0,0-1 0 0 0,0 1 0 0 0,0-1 0 0 0,0 0 0 0 0,0 1 0 0 0,0-1 0 0 0,0 1 0 0 0,0-1 0 0 0,0 0 0 0 0,0 1 0 0 0,0-1 0 0 0,0 1 0 0 0,0-1 0 0 0,1 1 0 0 0,-1-1 1 0 0,0 0-1 0 0,0 1 0 0 0,1-1 0 0 0,-1 1 0 0 0,0-1 0 0 0,1 1 0 0 0,-1-1 0 0 0,1 1 0 0 0,-1 0 0 0 0,1-1 0 0 0,0 0 0 0 0,18-13-3512 0 0,-19 14 3561 0 0,13-7-3356 0 0,1 0-1302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20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19 296 0 0,'-3'0'2056'0'0,"-42"-9"7912"0"0,39 7-8590 0 0,1 1 710 0 0,8-5-1114 0 0,-2 5-739 0 0,3 1-22 0 0,3 0-105 0 0,0 1-1 0 0,0 0 1 0 0,0 0-1 0 0,0 1 0 0 0,0-1 1 0 0,-1 1-1 0 0,1 1 1 0 0,-1-1-1 0 0,1 1 0 0 0,-1 0 1 0 0,0 1-1 0 0,0 0 1 0 0,6 5-1 0 0,-9-7-51 0 0,0 1 0 0 0,0-1 1 0 0,-1 1-1 0 0,1 0 0 0 0,-1 0 0 0 0,0 0 0 0 0,0 0 0 0 0,0 0 1 0 0,0 0-1 0 0,0 0 0 0 0,-1 1 0 0 0,1-1 0 0 0,-1 1 0 0 0,0-1 0 0 0,0 1 1 0 0,-1 0-1 0 0,1-1 0 0 0,0 1 0 0 0,-1 0 0 0 0,0 0 0 0 0,0-1 1 0 0,0 1-1 0 0,-1 0 0 0 0,1 0 0 0 0,-1-1 0 0 0,0 1 0 0 0,-2 5 1 0 0,-2 3 120 0 0,-1 0 1 0 0,0 0 0 0 0,0 0 0 0 0,-2-1 0 0 0,1 1 0 0 0,-1-2 0 0 0,-1 1-1 0 0,0-1 1 0 0,-15 12 0 0 0,-12 8 833 0 0,-54 33 0 0 0,78-55-800 0 0,-57 33 575 0 0,68-40-717 0 0,1 0-69 0 0,0-1 0 0 0,1 1-1 0 0,-1-1 1 0 0,0 1 0 0 0,1 0 0 0 0,-1-1 0 0 0,0 1-1 0 0,1-1 1 0 0,-1 0 0 0 0,1 1 0 0 0,-1-1 0 0 0,1 1 0 0 0,-1-1-1 0 0,1 0 1 0 0,-1 1 0 0 0,1-1 0 0 0,0 0 0 0 0,-1 0-1 0 0,1 1 1 0 0,0-1 0 0 0,102 3 60 0 0,120-10 0 0 0,-140 2-55 0 0,60-1 95 0 0,-140 5-343 0 0,2 1-1522 0 0,-3-1 1076 0 0,1 0 0 0 0,-1 1-1 0 0,0-1 1 0 0,0 0 0 0 0,4-2-1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28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33 1624 0 0,'-3'-12'5107'0'0,"-4"-8"231"0"0,11 31-1981 0 0,1-1-3037 0 0,0-1 0 0 0,0 0 0 0 0,1-1-1 0 0,0 0 1 0 0,1 1 0 0 0,12 10 0 0 0,-1 1-77 0 0,1-1-98 0 0,0 0 1 0 0,1-1-1 0 0,37 24 1 0 0,72 38 45 0 0,-72-47-100 0 0,-42-24-46 0 0,17 11 100 0 0,-32-19-144 0 0,0-1 0 0 0,0 0 1 0 0,0 1-1 0 0,0-1 0 0 0,1 0 0 0 0,-1 1 0 0 0,0-1 0 0 0,0 0 0 0 0,0 1 0 0 0,0-1 0 0 0,0 0 0 0 0,0 1 0 0 0,0-1 0 0 0,0 0 0 0 0,0 1 0 0 0,0-1 0 0 0,0 0 0 0 0,-1 1 0 0 0,1-1 0 0 0,0 0 0 0 0,0 1 0 0 0,0-1 0 0 0,0 0 1 0 0,0 1-1 0 0,-1-1 0 0 0,1 0 0 0 0,0 0 0 0 0,0 1 0 0 0,0-1 0 0 0,-1 0 0 0 0,1 0 0 0 0,-1 1 0 0 0,-10 8 37 0 0,-26 5-16 0 0,0-1 0 0 0,-67 15-1 0 0,-86 4 29 0 0,118-21-18 0 0,-43 3-2829 0 0,112-14 1939 0 0,-2 1-254 0 0,5-1 1007 0 0,0-1 0 0 0,-1 1 0 0 0,1 0 0 0 0,0 0 0 0 0,-1 0 0 0 0,1 0 1 0 0,0 0-1 0 0,0 0 0 0 0,-1 0 0 0 0,1 0 0 0 0,0 0 0 0 0,-1 0 0 0 0,1 0 0 0 0,0 0 0 0 0,-1 0 0 0 0,1 0 0 0 0,0 1 0 0 0,0-1 0 0 0,-1 0 0 0 0,1 0 0 0 0,0 0 0 0 0,0 0 0 0 0,-2 2-734 0 0,1 5 166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28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1 92 0 0,'41'0'8076'0'0,"-38"0"-6772"0"0,10 1-159 0 0,-10-1-128 0 0,12 3 2578 0 0,-14-3-3545 0 0,-1 0-1 0 0,1 0 0 0 0,-1 0 0 0 0,0 0 0 0 0,1 0 0 0 0,-1 0 0 0 0,0 0 0 0 0,1 0 1 0 0,-1 1-1 0 0,0-1 0 0 0,1 0 0 0 0,-1 0 0 0 0,0 0 0 0 0,1 1 0 0 0,-1-1 0 0 0,0 0 1 0 0,0 0-1 0 0,1 1 0 0 0,-1-1 0 0 0,0 0 0 0 0,0 0 0 0 0,0 1 0 0 0,1-1 0 0 0,-1 0 1 0 0,0 1-1 0 0,0-1 0 0 0,0 0 0 0 0,0 1 0 0 0,0-1 0 0 0,0 1 0 0 0,1-1 0 0 0,-1 0 1 0 0,0 1-1 0 0,-8 11 926 0 0,-27 14-205 0 0,26-19-600 0 0,-49 30-418 0 0,-1-1-1 0 0,-2-4 1 0 0,-82 32 0 0 0,126-57-1567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29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171 129 936 0 0,'-1'-13'3067'0'0,"-1"0"0"0"0,0 0-1 0 0,-6-22 1 0 0,-1-5 958 0 0,8 39-3793 0 0,1 0-208 0 0,0 1 0 0 0,0-1 0 0 0,-1 0 0 0 0,1 1 0 0 0,0-1 0 0 0,0 1 0 0 0,0-1 0 0 0,0 0 1 0 0,0 1-1 0 0,0-1 0 0 0,0 1 0 0 0,0-1 0 0 0,0 0 0 0 0,0 1 0 0 0,0-1 0 0 0,1 1 0 0 0,-1-1 0 0 0,0 0 1 0 0,1 0-1 0 0,3 1-9 0 0,0-1 0 0 0,1 1 0 0 0,-1 0 1 0 0,1 1-1 0 0,-1-1 0 0 0,0 1 1 0 0,1 0-1 0 0,-1 0 0 0 0,0 0 0 0 0,1 0 1 0 0,-1 1-1 0 0,0 0 0 0 0,0 0 0 0 0,0 0 1 0 0,4 4-1 0 0,5 1 8 0 0,-1 2 0 0 0,0 0 0 0 0,15 15 0 0 0,-23-21-2 0 0,-1 1 1 0 0,0 0-1 0 0,0 0 0 0 0,0 0 0 0 0,0 0 0 0 0,0 0 0 0 0,-1 1 0 0 0,0-1 0 0 0,0 1 1 0 0,0 0-1 0 0,0-1 0 0 0,-1 1 0 0 0,0 0 0 0 0,0 0 0 0 0,0 0 0 0 0,-1 0 0 0 0,1 0 1 0 0,-1 6-1 0 0,-1-3 21 0 0,-1 0 0 0 0,1-1 0 0 0,-1 1 0 0 0,-1-1 0 0 0,1 0 0 0 0,-1 1 0 0 0,-1-1 0 0 0,1-1 0 0 0,-1 1 0 0 0,0 0 0 0 0,-8 8 0 0 0,-7 7 177 0 0,-2-1-1 0 0,0-1 1 0 0,-2-1 0 0 0,0-1 0 0 0,-35 22 0 0 0,-25 18 431 0 0,77-54-596 0 0,-17 11 12 0 0,20-9-38 0 0,13-3 9 0 0,257-27-3 0 0,-225 19-30 0 0,15-4-217 0 0,-54 9-35 0 0,16-2-1427 0 0,-16 3 499 0 0,1-1 0 0 0,-1 0 0 0 0,0 0 0 0 0,0 0 0 0 0,0-1 0 0 0,6-1 0 0 0,13-1-7422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29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165 166 2576 0 0,'37'-83'16291'0'0,"-39"85"-15890"0"0,-12 12 59 0 0,-1 1 0 0 0,2 0 0 0 0,-21 30 0 0 0,-30 58 351 0 0,55-85-672 0 0,0 0 0 0 0,0 1 0 0 0,2-1 1 0 0,0 1-1 0 0,-7 39 0 0 0,13-51-107 0 0,-1 0 0 0 0,1 0 0 0 0,1 1 0 0 0,-1-1 0 0 0,2 0 0 0 0,-1 1 0 0 0,1-1 0 0 0,0 1 0 0 0,0-1 0 0 0,1 0-1 0 0,-1 0 1 0 0,2 0 0 0 0,-1 0 0 0 0,1 0 0 0 0,0 0 0 0 0,1-1 0 0 0,0 0 0 0 0,0 1 0 0 0,6 6 0 0 0,-5-8 8 0 0,1 0 0 0 0,0-1 0 0 0,0 1 1 0 0,0-1-1 0 0,1-1 0 0 0,0 1 0 0 0,-1-1 0 0 0,1-1 1 0 0,0 1-1 0 0,0-1 0 0 0,1 0 0 0 0,-1 0 0 0 0,12 0 1 0 0,6 0 93 0 0,1-1 1 0 0,40-3 0 0 0,-41 0 10 0 0,0-2 1 0 0,0 0-1 0 0,0-2 1 0 0,-1 0-1 0 0,0-2 1 0 0,0 0-1 0 0,0-2 1 0 0,-2-1-1 0 0,36-21 1 0 0,-42 21-66 0 0,-1 0 0 0 0,0-1 1 0 0,-1-1-1 0 0,0 0 1 0 0,-1-1-1 0 0,0-1 1 0 0,-1 0-1 0 0,-1 0 0 0 0,0-1 1 0 0,-1-1-1 0 0,-1 0 1 0 0,-1 0-1 0 0,8-22 0 0 0,-12 28-62 0 0,-1 1-1 0 0,0-1 0 0 0,-1 0 0 0 0,0 0 0 0 0,0-1 0 0 0,-2 1 0 0 0,1 0 0 0 0,-1 0 0 0 0,-1-1 0 0 0,-2-15 0 0 0,1 20-21 0 0,0 0 0 0 0,0 0 0 0 0,-1 1 0 0 0,0-1 0 0 0,0 0-1 0 0,-1 1 1 0 0,1 0 0 0 0,-1 0 0 0 0,-1 0 0 0 0,1 0 0 0 0,-1 1 0 0 0,0-1 0 0 0,0 1-1 0 0,-1 0 1 0 0,1 1 0 0 0,-1 0 0 0 0,-7-5 0 0 0,-2 1-33 0 0,-1 0 0 0 0,-1 0 1 0 0,1 2-1 0 0,-1 0 0 0 0,0 1 0 0 0,0 0 1 0 0,-34-3-1 0 0,28 6-378 0 0,1 1 1 0 0,-1 1 0 0 0,0 0-1 0 0,1 2 1 0 0,-40 9 0 0 0,50-8-198 0 0,0 0 1 0 0,1 1-1 0 0,-1 0 1 0 0,1 1-1 0 0,-20 13 1 0 0,24-13-203 0 0,1-1 1 0 0,0 1 0 0 0,0 0-1 0 0,-6 8 1 0 0,8-9-303 0 0,1 1 1 0 0,0-1 0 0 0,0 1-1 0 0,0 0 1 0 0,0 0-1 0 0,-3 8 1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29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3096 0 0,'0'0'10625'0'0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31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45 792 0 0,'-14'-29'11940'0'0,"8"14"-10008"0"0,6 14-1819 0 0,10 7 281 0 0,-1 3-285 0 0,-1 0 0 0 0,0 1 0 0 0,-1 1 1 0 0,0-1-1 0 0,-1 1 0 0 0,0 0 0 0 0,0 1 0 0 0,-1 0 1 0 0,-1-1-1 0 0,0 1 0 0 0,0 1 0 0 0,-1-1 0 0 0,-1 1 1 0 0,1 21-1 0 0,-3-15 10 0 0,-2-1 0 0 0,-1 1 0 0 0,0 0 0 0 0,-1-1-1 0 0,-11 31 1 0 0,1-13 276 0 0,-32 58-1 0 0,38-77-190 0 0,3-6 49 0 0,5-22-252 0 0,1 3-34 0 0,1 0 0 0 0,1-1 1 0 0,-1 1-1 0 0,1 0 0 0 0,1 0 0 0 0,6-11 0 0 0,31-44-102 0 0,-29 46 100 0 0,63-78-51 0 0,-9 13 30 0 0,-50 63-14 0 0,-15 17 17 0 0,-3 4 1 0 0,-1 0 42 0 0,1-1-1 0 0,-1 1 1 0 0,1 0-1 0 0,0 1 0 0 0,0-1 1 0 0,0 0-1 0 0,-2 4 1 0 0,-1 0-16 0 0,-8 8 13 0 0,1 1 0 0 0,0 0 0 0 0,-14 26 0 0 0,23-36 22 0 0,0 0 0 0 0,1 0 0 0 0,-1 1 0 0 0,1-1 0 0 0,0 1 0 0 0,1-1 0 0 0,-1 1 0 0 0,1 0 0 0 0,0 0 0 0 0,1 0 0 0 0,-1 0 0 0 0,1-1 0 0 0,1 1 0 0 0,-1 0 0 0 0,3 10 0 0 0,-2-12 2 0 0,1 0-1 0 0,0 0 0 0 0,0-1 1 0 0,1 1-1 0 0,-1-1 0 0 0,1 1 1 0 0,-1-1-1 0 0,1 0 0 0 0,0 0 1 0 0,1 0-1 0 0,-1-1 0 0 0,0 1 1 0 0,1-1-1 0 0,-1 0 0 0 0,1 0 1 0 0,0 0-1 0 0,0 0 0 0 0,0-1 1 0 0,0 1-1 0 0,5 0 0 0 0,9 3-60 0 0,0-1-1 0 0,1 0 1 0 0,21 0 0 0 0,-13-2-937 0 0,27-1 0 0 0,-13-6-1839 0 0,-5-5-3465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31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32 980 0 0,'28'-31'19183'0'0,"-27"33"-19134"0"0,0 0-1 0 0,-1 1 1 0 0,1-1 0 0 0,-1 1-1 0 0,0-1 1 0 0,0 1-1 0 0,0-1 1 0 0,0 1-1 0 0,0-1 1 0 0,0 1 0 0 0,-1-1-1 0 0,0 5 1 0 0,-12 39 158 0 0,7-28-118 0 0,-19 59 148 0 0,15-51-931 0 0,2 2 1 0 0,0-1-1 0 0,-4 33 1 0 0,11-20-2599 0 0,7-16-3309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31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63 1024 0 0,'4'-17'4788'0'0,"6"-20"3031"0"0,-8 28-4795 0 0,-7 15-1249 0 0,-99 167-76 0 0,30-57-4849 0 0,55-84 622 0 0,6-9-2860 0 0,4-7-1271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32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1508 0 0,'9'-26'5283'0'0,"12"-26"1481"0"0,-20 51-6691 0 0,0 0 0 0 0,0-1 0 0 0,0 1 1 0 0,0 0-1 0 0,1 0 0 0 0,-1 0 0 0 0,0 0 1 0 0,1 0-1 0 0,-1 0 0 0 0,1 0 0 0 0,-1 0 1 0 0,1 1-1 0 0,0-1 0 0 0,-1 1 0 0 0,1-1 1 0 0,-1 1-1 0 0,1-1 0 0 0,3 1 0 0 0,28 0 374 0 0,-25 1-376 0 0,1 1 1 0 0,0 0-1 0 0,-1 1 0 0 0,0-1 1 0 0,1 2-1 0 0,-1-1 1 0 0,0 1-1 0 0,-1 0 0 0 0,1 1 1 0 0,-1 0-1 0 0,0 0 1 0 0,0 0-1 0 0,0 1 1 0 0,-1 0-1 0 0,0 1 0 0 0,0-1 1 0 0,8 13-1 0 0,-9-13-19 0 0,-1 1-1 0 0,0 0 0 0 0,-1 0 1 0 0,1 0-1 0 0,-1 0 1 0 0,-1 0-1 0 0,0 1 0 0 0,0-1 1 0 0,0 1-1 0 0,-1 0 1 0 0,0-1-1 0 0,0 1 0 0 0,-1 0 1 0 0,0 0-1 0 0,0 0 1 0 0,-1-1-1 0 0,0 1 0 0 0,0 0 1 0 0,-5 14-1 0 0,2-13-5 0 0,0 1-1 0 0,-1-1 1 0 0,0 0-1 0 0,-1 0 0 0 0,0 0 1 0 0,0-1-1 0 0,-1 1 1 0 0,0-2-1 0 0,0 1 0 0 0,-1-1 1 0 0,0 0-1 0 0,0-1 1 0 0,-1 0-1 0 0,0 0 1 0 0,0-1-1 0 0,-17 8 0 0 0,26-13-41 0 0,-1 1 0 0 0,0-1 0 0 0,-1 1 0 0 0,1-1 0 0 0,0 0-1 0 0,0 1 1 0 0,0-1 0 0 0,0 0 0 0 0,0 0 0 0 0,0 0 0 0 0,0 0 0 0 0,0 0-1 0 0,0 0 1 0 0,-1 0 0 0 0,0 0 0 0 0,2 0-4 0 0,-1-1 1 0 0,1 1-1 0 0,0 0 0 0 0,-1 0 1 0 0,1 0-1 0 0,0-1 0 0 0,-1 1 1 0 0,1 0-1 0 0,0-1 0 0 0,-1 1 1 0 0,1 0-1 0 0,0-1 0 0 0,0 1 1 0 0,0 0-1 0 0,-1-1 1 0 0,1 1-1 0 0,0-1 0 0 0,0 1 1 0 0,0 0-1 0 0,0-1 0 0 0,0 1 1 0 0,0-1-1 0 0,-1 1 0 0 0,1-1 1 0 0,0 0-1 0 0,1-1-5 0 0,-1 0-1 0 0,0 0 1 0 0,0 0-1 0 0,1-1 1 0 0,0 1-1 0 0,-1 0 1 0 0,1 0-1 0 0,0 0 1 0 0,0 0-1 0 0,2-4 1 0 0,5-3-8 0 0,-1-1-1 0 0,2 1 0 0 0,0 1 1 0 0,0-1-1 0 0,13-8 1 0 0,56-34-23 0 0,-60 40 20 0 0,59-32 19 0 0,-43 25 6 0 0,43-31-1 0 0,-69 40-27 0 0,-9 4-24 0 0,0 4 38 0 0,-1 1 0 0 0,1 0 0 0 0,0-1 0 0 0,0 1 1 0 0,0 0-1 0 0,0 0 0 0 0,0-1 0 0 0,-1 1 0 0 0,1 0 0 0 0,0 0 0 0 0,0 0 0 0 0,0 1 1 0 0,-2-1-1 0 0,-7 3 3 0 0,0 0 1 0 0,-1 0-1 0 0,2 1 1 0 0,-1 0-1 0 0,0 1 1 0 0,1 0-1 0 0,-14 11 1 0 0,-1 2 35 0 0,-29 28 0 0 0,45-38-16 0 0,0 0 1 0 0,0 0 0 0 0,1 1-1 0 0,0 0 1 0 0,1 0 0 0 0,0 1-1 0 0,1 0 1 0 0,-7 14 0 0 0,11-20-25 0 0,-1-1 0 0 0,1 1 0 0 0,0 0 0 0 0,1-1 0 0 0,-1 1 0 0 0,1 0 0 0 0,-1 0 0 0 0,1 0 0 0 0,0 0 1 0 0,1 0-1 0 0,-1-1 0 0 0,1 1 0 0 0,-1 0 0 0 0,1 0 0 0 0,0-1 0 0 0,1 1 0 0 0,-1 0 0 0 0,1-1 0 0 0,-1 1 1 0 0,1-1-1 0 0,0 0 0 0 0,0 1 0 0 0,1-1 0 0 0,-1 0 0 0 0,1 0 0 0 0,-1-1 0 0 0,5 5 0 0 0,3 1-443 0 0,1 0 1 0 0,0-1-1 0 0,0-1 0 0 0,0 1 0 0 0,1-2 0 0 0,0 1 0 0 0,21 5 0 0 0,-9-5-1583 0 0,-1 0 1 0 0,1-2-1 0 0,31 2 0 0 0,-26-5-2150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32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49 2084 0 0,'-19'-28'10715'0'0,"18"28"-10631"0"0,1-1 0 0 0,0 1 1 0 0,0-1-1 0 0,0 0 1 0 0,-1 1-1 0 0,1-1 0 0 0,0 1 1 0 0,0-1-1 0 0,0 0 1 0 0,0 1-1 0 0,0-1 0 0 0,0 1 1 0 0,0-1-1 0 0,0 1 1 0 0,1-1-1 0 0,-1 0 1 0 0,0 1-1 0 0,0-1 0 0 0,0 1 1 0 0,1-1-1 0 0,-1 1 1 0 0,0-1-1 0 0,1 1 0 0 0,-1-1 1 0 0,0 1-1 0 0,1-1 1 0 0,-1 1-1 0 0,0-1 1 0 0,1 1-1 0 0,-1 0 0 0 0,1-1 1 0 0,-1 1-1 0 0,1 0 1 0 0,-1-1-1 0 0,1 1 0 0 0,-1 0 1 0 0,1-1-1 0 0,-1 1 1 0 0,1 0-1 0 0,0 0 0 0 0,-1 0 1 0 0,1 0-1 0 0,0 0 1 0 0,1-1-3 0 0,0 1 0 0 0,0 0 1 0 0,0 0-1 0 0,-1 0 0 0 0,1 0 1 0 0,0 0-1 0 0,0 0 0 0 0,0 0 1 0 0,-1 1-1 0 0,1-1 0 0 0,0 1 1 0 0,-1-1-1 0 0,1 1 0 0 0,0 0 0 0 0,-1 0 1 0 0,1-1-1 0 0,-1 1 0 0 0,1 0 1 0 0,1 2-1 0 0,2 1 90 0 0,0 0 1 0 0,-1 1-1 0 0,0-1 0 0 0,0 1 1 0 0,0 0-1 0 0,-1 0 0 0 0,5 8 1 0 0,-6-9-95 0 0,-1-1 1 0 0,0 0 0 0 0,0 0 0 0 0,0 1 0 0 0,-1-1 0 0 0,1 0 0 0 0,-1 1 0 0 0,0-1 0 0 0,0 1 0 0 0,0-1 0 0 0,0 0 0 0 0,0 1 0 0 0,-1-1 0 0 0,0 1 0 0 0,0-1 0 0 0,-1 5 0 0 0,-3 3 125 0 0,1 0 1 0 0,-2-1-1 0 0,0 1 1 0 0,0-1 0 0 0,-15 18-1 0 0,-45 41 571 0 0,7-7-311 0 0,57-60-434 0 0,2-2-27 0 0,0 1 0 0 0,0-1 0 0 0,0 0 1 0 0,0 1-1 0 0,-1-1 0 0 0,1 0 0 0 0,0 1 0 0 0,0-1 0 0 0,0 0 0 0 0,0 1 0 0 0,0-1 0 0 0,0 1 1 0 0,0-1-1 0 0,0 0 0 0 0,0 1 0 0 0,1-1 0 0 0,-1 0 0 0 0,0 1 0 0 0,0-1 0 0 0,0 0 0 0 0,0 0 1 0 0,0 1-1 0 0,1-1 0 0 0,-1 0 0 0 0,0 1 0 0 0,0-1 0 0 0,0 0 0 0 0,1 0 0 0 0,-1 1 0 0 0,0-1 1 0 0,0 0-1 0 0,1 0 0 0 0,20-2-188 0 0,0-1 1 0 0,0-1 0 0 0,-1-1-1 0 0,0-1 1 0 0,0-1-1 0 0,21-10 1 0 0,2 1-559 0 0,271-94-5920 0 0,-182 64 441 0 0,-53 19 66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33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554 67 2084 0 0,'-123'-64'12789'0'0,"115"62"-11687"0"0,6 3-396 0 0,10 11-127 0 0,20 12-285 0 0,189 137 431 0 0,-212-158-681 0 0,-1 0 1 0 0,0 1-1 0 0,0 0 0 0 0,0 0 0 0 0,0 0 1 0 0,4 8-1 0 0,-7-11-20 0 0,-1 0 0 0 0,1 0 0 0 0,0 0 1 0 0,-1 1-1 0 0,1-1 0 0 0,-1 0 0 0 0,0 0 0 0 0,1 1 0 0 0,-1-1 1 0 0,0 0-1 0 0,0 1 0 0 0,1-1 0 0 0,-1 1 0 0 0,0-1 0 0 0,-1 0 1 0 0,1 1-1 0 0,0-1 0 0 0,0 0 0 0 0,0 1 0 0 0,-1-1 1 0 0,1 0-1 0 0,-1 1 0 0 0,1-1 0 0 0,-1 0 0 0 0,0 0 0 0 0,1 0 1 0 0,-1 1-1 0 0,0-1 0 0 0,0 0 0 0 0,0 0 0 0 0,-1 1 0 0 0,-7 7 54 0 0,-2-1 0 0 0,1 0 0 0 0,-1 0 0 0 0,0-1 0 0 0,0-1-1 0 0,-22 9 1 0 0,-79 23 54 0 0,71-25-94 0 0,-56 16-43 0 0,22-7-213 0 0,1 3-1 0 0,-102 49 0 0 0,174-73 49 0 0,0 0 1 0 0,-1 1-1 0 0,1-1 0 0 0,0 1 0 0 0,0-1 0 0 0,0 1 0 0 0,0 0 0 0 0,0 0 0 0 0,0 0 0 0 0,1 0 0 0 0,-1 0 0 0 0,1 0 0 0 0,-1 0 0 0 0,0 3 0 0 0,1-5 35 0 0,1 1-1 0 0,0 0 1 0 0,0-1 0 0 0,0 1 0 0 0,0 0 0 0 0,0-1-1 0 0,0 1 1 0 0,0 0 0 0 0,0-1 0 0 0,0 1 0 0 0,0 0-1 0 0,0-1 1 0 0,0 1 0 0 0,0 0 0 0 0,1-1-1 0 0,-1 1 1 0 0,0-1 0 0 0,0 1 0 0 0,1 0 0 0 0,-1-1-1 0 0,1 2 1 0 0,0-1-279 0 0,0 0 0 0 0,1 0 0 0 0,-1 0 0 0 0,0 0 0 0 0,1 0 0 0 0,-1 0 0 0 0,1 0 0 0 0,-1-1 0 0 0,1 1 0 0 0,-1 0 0 0 0,1-1-1 0 0,1 1 1 0 0,14 3-5691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33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529 17 2168 0 0,'3'-2'2516'0'0,"36"-12"7885"0"0,-42 14-9577 0 0,-11 0-175 0 0,1 1-1 0 0,-1 0 1 0 0,1 1 0 0 0,-24 6-1 0 0,6-1-198 0 0,-52 13-589 0 0,2 4 0 0 0,-156 68 1 0 0,232-90-337 0 0,0 0 0 0 0,0 1-1 0 0,1 0 1 0 0,-1 0 0 0 0,-6 6 0 0 0,2 3-4929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33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327 163 644 0 0,'12'-16'3078'0'0,"-5"8"-807"0"0,0-1 0 0 0,0 0-1 0 0,9-18 1 0 0,-16 27-2198 0 0,0-1-1 0 0,0 1 1 0 0,1 0-1 0 0,-1-1 1 0 0,0 1 0 0 0,0 0-1 0 0,0-1 1 0 0,0 1-1 0 0,0-1 1 0 0,1 1-1 0 0,-1 0 1 0 0,0-1-1 0 0,0 1 1 0 0,0-1-1 0 0,0 1 1 0 0,0 0 0 0 0,0-1-1 0 0,0 1 1 0 0,0-1-1 0 0,-1 1 1 0 0,1-1-1 0 0,0 1 1 0 0,0 0-1 0 0,0-1 1 0 0,0 1 0 0 0,0 0-1 0 0,-1-1 1 0 0,1 1-1 0 0,0-1 1 0 0,0 1-1 0 0,-1 0 1 0 0,1 0-1 0 0,0-1 1 0 0,-1 1 0 0 0,1 0-1 0 0,0-1 1 0 0,-1 1-1 0 0,1 0 1 0 0,0 0-1 0 0,-1 0 1 0 0,1-1-1 0 0,0 1 1 0 0,-1 0 0 0 0,1 0-1 0 0,-1 0 1 0 0,1 0-1 0 0,0 0 1 0 0,-1 0-1 0 0,1 0 1 0 0,-1 0-1 0 0,1 0 1 0 0,0 0 0 0 0,-2 0-1 0 0,-21 3 1146 0 0,22-3-1070 0 0,-14 4 259 0 0,1 1 1 0 0,0 0-1 0 0,1 1 1 0 0,-1 0-1 0 0,1 1 1 0 0,-20 15-1 0 0,-66 59 671 0 0,80-64-849 0 0,0 1 0 0 0,-26 34 1 0 0,40-45-195 0 0,0 0 1 0 0,0 0 0 0 0,1 0 0 0 0,0 1 0 0 0,0-1 0 0 0,1 1 0 0 0,0 0-1 0 0,1 0 1 0 0,-1 0 0 0 0,2 0 0 0 0,-1 0 0 0 0,0 13 0 0 0,2-17-1 0 0,0 0 0 0 0,0 0 0 0 0,1 0 0 0 0,0 0 0 0 0,0 0 0 0 0,0-1 0 0 0,0 1 0 0 0,0 0 1 0 0,1-1-1 0 0,-1 1 0 0 0,1-1 0 0 0,0 1 0 0 0,1-1 0 0 0,2 4 0 0 0,-1-2 9 0 0,0-1 0 0 0,1 0 0 0 0,0 1-1 0 0,0-2 1 0 0,0 1 0 0 0,0-1 0 0 0,1 1 0 0 0,6 2 0 0 0,4 0 28 0 0,0-1 0 0 0,0 0 0 0 0,0 0 0 0 0,1-2 1 0 0,28 3-1 0 0,-20-5 31 0 0,0-1-1 0 0,0-1 1 0 0,0 0-1 0 0,0-2 1 0 0,0-2 0 0 0,-1 0-1 0 0,34-12 1 0 0,-39 11-35 0 0,-1-1 1 0 0,0-1 0 0 0,-1-1 0 0 0,0-1-1 0 0,0 0 1 0 0,-1-1 0 0 0,0-1 0 0 0,-1 0-1 0 0,26-28 1 0 0,-35 33-57 0 0,0-1 1 0 0,0 0-1 0 0,-1 0 1 0 0,0-1-1 0 0,0 1 0 0 0,-1-1 1 0 0,0 0-1 0 0,-1 0 0 0 0,0 0 1 0 0,0 0-1 0 0,-1-1 0 0 0,0 0 1 0 0,1-11-1 0 0,-3 13-12 0 0,0 1 0 0 0,-1-1 0 0 0,0 1 1 0 0,0-1-1 0 0,0 1 0 0 0,-1-1 0 0 0,0 1 0 0 0,-1 0 0 0 0,1 0 0 0 0,-1 0 0 0 0,-1 0 0 0 0,1 1 0 0 0,-1-1 0 0 0,0 1 0 0 0,-1 0 1 0 0,0 0-1 0 0,-7-7 0 0 0,-2 1 14 0 0,1 0 1 0 0,-2 1 0 0 0,1 1-1 0 0,-1 0 1 0 0,-1 2-1 0 0,0-1 1 0 0,0 2 0 0 0,-1 0-1 0 0,-24-6 1 0 0,16 6-330 0 0,0 2 1 0 0,0 0 0 0 0,0 2-1 0 0,-1 1 1 0 0,1 1 0 0 0,-28 3 0 0 0,43-2-368 0 0,-1 2 1 0 0,1-1-1 0 0,1 1 1 0 0,-1 1 0 0 0,-15 5-1 0 0,20-5-604 0 0,0-1-1 0 0,0 1 0 0 0,1-1 0 0 0,0 1 0 0 0,-1 1 0 0 0,1-1 0 0 0,-6 7 0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9T06:07:34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28 6573 0 0,'-3'-18'8100'0'0,"1"8"-4079"0"0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3639F-C55C-E181-9F6D-B87B4C426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027158-9B2B-3408-6D12-699C03D53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85F0E-5716-8AE3-3AED-5A0F62073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C1BC-19B1-4A9A-BDC7-A7D63D99452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CDD9B-393B-1E6E-FFA7-29CACE7D9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154E3-E595-6287-8C74-A704C4D97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7CC9D-89BA-4215-996E-C6209CD7BE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94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883-161D-76BA-EF31-83707849D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6F2C5-ABE5-0DB9-B2AB-6E92CC111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48205-316B-2FE1-96CD-6AF3B13EA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C1BC-19B1-4A9A-BDC7-A7D63D99452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641F2-260C-A8F3-09FA-34EB0CE58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7388D-00AD-B657-7444-31D3825D2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7CC9D-89BA-4215-996E-C6209CD7BE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843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0F984-C455-E1C6-2041-2FE5B3885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B855E-3F57-45CF-4EE3-57E0300D3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46F65-7EAF-FF02-C963-D7CDCED60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C1BC-19B1-4A9A-BDC7-A7D63D99452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7CEB5-9052-49E7-6A66-70B88E1E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3A95B-6DEF-6075-CF35-F2B43ED02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7CC9D-89BA-4215-996E-C6209CD7BE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958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2BD6-51A6-C450-183F-0FC7D24C5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ABCBA-4BBC-539E-4263-402C4B78D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DEF15-2833-D8C5-1D69-86615EB46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1FDA1-F71A-B572-92C5-86248ABA5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C1BC-19B1-4A9A-BDC7-A7D63D99452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6F266-8A6B-A8C3-3308-2CA214739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688B9-C0A2-EEDF-66B4-E90961F3D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7CC9D-89BA-4215-996E-C6209CD7BE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292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00A42-0DB2-6140-DF84-F7A357CBB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BFC45-982E-BB81-6F61-D3C1AEC21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B7BA4-9B38-3E4F-8020-63BEC11C1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2780AF-38CC-9DFB-4ED7-B46DCC916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51BE1B-B4FE-DA83-D7E8-B0CAB2FE87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40DA39-4472-D9F8-D7D9-FC85F832E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C1BC-19B1-4A9A-BDC7-A7D63D99452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1B094E-75ED-7A89-2FC5-CDC810203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7742D1-1DFF-227D-4699-2F8058247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7CC9D-89BA-4215-996E-C6209CD7BE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17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C3B9D-2BDA-9CE2-920D-5962CEF48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D045EE-9389-E76E-E144-881BE677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C1BC-19B1-4A9A-BDC7-A7D63D99452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25C7A-A930-5B85-7C5E-0B61559DB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351544-0446-A3FE-DC49-0A151AE7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7CC9D-89BA-4215-996E-C6209CD7BE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069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732697-50D6-EB0E-790C-8624A8705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C1BC-19B1-4A9A-BDC7-A7D63D99452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D4BDAC-F6DF-8527-10BC-DA5B8EE7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C4A63-950C-01E7-1954-84F2EEE81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7CC9D-89BA-4215-996E-C6209CD7BE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089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625F-AEDA-3F57-4341-D4301C4F6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F8D3C-CA72-533D-9BED-2A5345CAA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05787-B2BC-B2CB-E64B-062F2E688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B16A7-76BA-6052-5260-FCA38069A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C1BC-19B1-4A9A-BDC7-A7D63D99452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3C688-A93C-AB69-22C9-4F9A2D1EE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E2D18-C60D-524C-6070-14A16A23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7CC9D-89BA-4215-996E-C6209CD7BE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810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E3790-B402-BC74-207F-B979E6602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5B65F3-8D72-6E12-7C76-BB1FAA6620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0F6D55-61B2-DF2A-E76C-BF6362830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75AE3-6146-9D3D-0802-CA8C5568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C1BC-19B1-4A9A-BDC7-A7D63D99452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6E258-1A8C-4D4C-1392-C27850654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ECDFF-0991-172C-47CC-325CDBA7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7CC9D-89BA-4215-996E-C6209CD7BE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382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DE3BD-68C1-3BF8-04FB-174B438AA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909040-9570-EC85-52D1-3796C1136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890DF-AE70-08E2-AE63-A87E4993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C1BC-19B1-4A9A-BDC7-A7D63D99452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39244-7DC4-1168-7911-D650CEF9B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DEDD8-D392-65EC-273D-13AE3DE63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7CC9D-89BA-4215-996E-C6209CD7BE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496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481ED5-3762-0AF4-05E8-CFD68785C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F59F6-08ED-C534-5435-8865C47E1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F12AA-73DF-B67D-CD91-F7A2C8624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C1BC-19B1-4A9A-BDC7-A7D63D99452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8203D-1BFA-C7F4-DD68-A1856D8CC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CD1C6-5945-D0E4-9B9C-C79DB098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7CC9D-89BA-4215-996E-C6209CD7BE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633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F0166-2782-7EE2-07B7-A9A2DAC09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159E4-9CA2-58A9-712B-BA7196A58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E4099-CEF9-1864-92D3-E30F65333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4C1BC-19B1-4A9A-BDC7-A7D63D99452D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7CEF2-02B9-109A-040C-AC6D1A9150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B45F3-3A75-B49C-0F3F-0647A45A6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97CC9D-89BA-4215-996E-C6209CD7BE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104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72.png"/><Relationship Id="rId161" Type="http://schemas.openxmlformats.org/officeDocument/2006/relationships/image" Target="../media/image80.png"/><Relationship Id="rId166" Type="http://schemas.openxmlformats.org/officeDocument/2006/relationships/customXml" Target="../ink/ink8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51" Type="http://schemas.openxmlformats.org/officeDocument/2006/relationships/image" Target="../media/image75.png"/><Relationship Id="rId156" Type="http://schemas.openxmlformats.org/officeDocument/2006/relationships/customXml" Target="../ink/ink78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2.png"/><Relationship Id="rId21" Type="http://schemas.openxmlformats.org/officeDocument/2006/relationships/image" Target="../media/image94.png"/><Relationship Id="rId42" Type="http://schemas.openxmlformats.org/officeDocument/2006/relationships/customXml" Target="../ink/ink105.xml"/><Relationship Id="rId63" Type="http://schemas.openxmlformats.org/officeDocument/2006/relationships/image" Target="../media/image115.png"/><Relationship Id="rId84" Type="http://schemas.openxmlformats.org/officeDocument/2006/relationships/customXml" Target="../ink/ink126.xml"/><Relationship Id="rId138" Type="http://schemas.openxmlformats.org/officeDocument/2006/relationships/customXml" Target="../ink/ink153.xml"/><Relationship Id="rId159" Type="http://schemas.openxmlformats.org/officeDocument/2006/relationships/image" Target="../media/image163.png"/><Relationship Id="rId170" Type="http://schemas.openxmlformats.org/officeDocument/2006/relationships/customXml" Target="../ink/ink169.xml"/><Relationship Id="rId191" Type="http://schemas.openxmlformats.org/officeDocument/2006/relationships/image" Target="../media/image179.png"/><Relationship Id="rId205" Type="http://schemas.openxmlformats.org/officeDocument/2006/relationships/image" Target="../media/image186.png"/><Relationship Id="rId107" Type="http://schemas.openxmlformats.org/officeDocument/2006/relationships/image" Target="../media/image137.png"/><Relationship Id="rId11" Type="http://schemas.openxmlformats.org/officeDocument/2006/relationships/image" Target="../media/image89.png"/><Relationship Id="rId32" Type="http://schemas.openxmlformats.org/officeDocument/2006/relationships/customXml" Target="../ink/ink100.xml"/><Relationship Id="rId53" Type="http://schemas.openxmlformats.org/officeDocument/2006/relationships/image" Target="../media/image110.png"/><Relationship Id="rId74" Type="http://schemas.openxmlformats.org/officeDocument/2006/relationships/customXml" Target="../ink/ink121.xml"/><Relationship Id="rId128" Type="http://schemas.openxmlformats.org/officeDocument/2006/relationships/customXml" Target="../ink/ink148.xml"/><Relationship Id="rId149" Type="http://schemas.openxmlformats.org/officeDocument/2006/relationships/image" Target="../media/image158.png"/><Relationship Id="rId5" Type="http://schemas.openxmlformats.org/officeDocument/2006/relationships/image" Target="../media/image86.png"/><Relationship Id="rId95" Type="http://schemas.openxmlformats.org/officeDocument/2006/relationships/image" Target="../media/image131.png"/><Relationship Id="rId160" Type="http://schemas.openxmlformats.org/officeDocument/2006/relationships/customXml" Target="../ink/ink164.xml"/><Relationship Id="rId181" Type="http://schemas.openxmlformats.org/officeDocument/2006/relationships/image" Target="../media/image174.png"/><Relationship Id="rId216" Type="http://schemas.openxmlformats.org/officeDocument/2006/relationships/customXml" Target="../ink/ink192.xml"/><Relationship Id="rId22" Type="http://schemas.openxmlformats.org/officeDocument/2006/relationships/customXml" Target="../ink/ink95.xml"/><Relationship Id="rId43" Type="http://schemas.openxmlformats.org/officeDocument/2006/relationships/image" Target="../media/image105.png"/><Relationship Id="rId64" Type="http://schemas.openxmlformats.org/officeDocument/2006/relationships/customXml" Target="../ink/ink116.xml"/><Relationship Id="rId118" Type="http://schemas.openxmlformats.org/officeDocument/2006/relationships/customXml" Target="../ink/ink143.xml"/><Relationship Id="rId139" Type="http://schemas.openxmlformats.org/officeDocument/2006/relationships/image" Target="../media/image153.png"/><Relationship Id="rId85" Type="http://schemas.openxmlformats.org/officeDocument/2006/relationships/image" Target="../media/image126.png"/><Relationship Id="rId150" Type="http://schemas.openxmlformats.org/officeDocument/2006/relationships/customXml" Target="../ink/ink159.xml"/><Relationship Id="rId171" Type="http://schemas.openxmlformats.org/officeDocument/2006/relationships/image" Target="../media/image169.png"/><Relationship Id="rId192" Type="http://schemas.openxmlformats.org/officeDocument/2006/relationships/customXml" Target="../ink/ink180.xml"/><Relationship Id="rId206" Type="http://schemas.openxmlformats.org/officeDocument/2006/relationships/customXml" Target="../ink/ink187.xml"/><Relationship Id="rId12" Type="http://schemas.openxmlformats.org/officeDocument/2006/relationships/customXml" Target="../ink/ink90.xml"/><Relationship Id="rId33" Type="http://schemas.openxmlformats.org/officeDocument/2006/relationships/image" Target="../media/image100.png"/><Relationship Id="rId108" Type="http://schemas.openxmlformats.org/officeDocument/2006/relationships/customXml" Target="../ink/ink138.xml"/><Relationship Id="rId129" Type="http://schemas.openxmlformats.org/officeDocument/2006/relationships/image" Target="../media/image148.png"/><Relationship Id="rId54" Type="http://schemas.openxmlformats.org/officeDocument/2006/relationships/customXml" Target="../ink/ink111.xml"/><Relationship Id="rId75" Type="http://schemas.openxmlformats.org/officeDocument/2006/relationships/image" Target="../media/image121.png"/><Relationship Id="rId96" Type="http://schemas.openxmlformats.org/officeDocument/2006/relationships/customXml" Target="../ink/ink132.xml"/><Relationship Id="rId140" Type="http://schemas.openxmlformats.org/officeDocument/2006/relationships/customXml" Target="../ink/ink154.xml"/><Relationship Id="rId161" Type="http://schemas.openxmlformats.org/officeDocument/2006/relationships/image" Target="../media/image164.png"/><Relationship Id="rId182" Type="http://schemas.openxmlformats.org/officeDocument/2006/relationships/customXml" Target="../ink/ink175.xml"/><Relationship Id="rId217" Type="http://schemas.openxmlformats.org/officeDocument/2006/relationships/image" Target="../media/image192.png"/><Relationship Id="rId6" Type="http://schemas.openxmlformats.org/officeDocument/2006/relationships/customXml" Target="../ink/ink87.xml"/><Relationship Id="rId23" Type="http://schemas.openxmlformats.org/officeDocument/2006/relationships/image" Target="../media/image95.png"/><Relationship Id="rId119" Type="http://schemas.openxmlformats.org/officeDocument/2006/relationships/image" Target="../media/image143.png"/><Relationship Id="rId44" Type="http://schemas.openxmlformats.org/officeDocument/2006/relationships/customXml" Target="../ink/ink106.xml"/><Relationship Id="rId65" Type="http://schemas.openxmlformats.org/officeDocument/2006/relationships/image" Target="../media/image116.png"/><Relationship Id="rId86" Type="http://schemas.openxmlformats.org/officeDocument/2006/relationships/customXml" Target="../ink/ink127.xml"/><Relationship Id="rId130" Type="http://schemas.openxmlformats.org/officeDocument/2006/relationships/customXml" Target="../ink/ink149.xml"/><Relationship Id="rId151" Type="http://schemas.openxmlformats.org/officeDocument/2006/relationships/image" Target="../media/image159.png"/><Relationship Id="rId172" Type="http://schemas.openxmlformats.org/officeDocument/2006/relationships/customXml" Target="../ink/ink170.xml"/><Relationship Id="rId193" Type="http://schemas.openxmlformats.org/officeDocument/2006/relationships/image" Target="../media/image180.png"/><Relationship Id="rId207" Type="http://schemas.openxmlformats.org/officeDocument/2006/relationships/image" Target="../media/image187.png"/><Relationship Id="rId13" Type="http://schemas.openxmlformats.org/officeDocument/2006/relationships/image" Target="../media/image90.png"/><Relationship Id="rId109" Type="http://schemas.openxmlformats.org/officeDocument/2006/relationships/image" Target="../media/image138.png"/><Relationship Id="rId34" Type="http://schemas.openxmlformats.org/officeDocument/2006/relationships/customXml" Target="../ink/ink101.xml"/><Relationship Id="rId55" Type="http://schemas.openxmlformats.org/officeDocument/2006/relationships/image" Target="../media/image111.png"/><Relationship Id="rId76" Type="http://schemas.openxmlformats.org/officeDocument/2006/relationships/customXml" Target="../ink/ink122.xml"/><Relationship Id="rId97" Type="http://schemas.openxmlformats.org/officeDocument/2006/relationships/image" Target="../media/image132.png"/><Relationship Id="rId120" Type="http://schemas.openxmlformats.org/officeDocument/2006/relationships/customXml" Target="../ink/ink144.xml"/><Relationship Id="rId141" Type="http://schemas.openxmlformats.org/officeDocument/2006/relationships/image" Target="../media/image154.png"/><Relationship Id="rId7" Type="http://schemas.openxmlformats.org/officeDocument/2006/relationships/image" Target="../media/image87.png"/><Relationship Id="rId162" Type="http://schemas.openxmlformats.org/officeDocument/2006/relationships/customXml" Target="../ink/ink165.xml"/><Relationship Id="rId183" Type="http://schemas.openxmlformats.org/officeDocument/2006/relationships/image" Target="../media/image175.png"/><Relationship Id="rId218" Type="http://schemas.openxmlformats.org/officeDocument/2006/relationships/customXml" Target="../ink/ink193.xml"/><Relationship Id="rId24" Type="http://schemas.openxmlformats.org/officeDocument/2006/relationships/customXml" Target="../ink/ink96.xml"/><Relationship Id="rId45" Type="http://schemas.openxmlformats.org/officeDocument/2006/relationships/image" Target="../media/image106.png"/><Relationship Id="rId66" Type="http://schemas.openxmlformats.org/officeDocument/2006/relationships/customXml" Target="../ink/ink117.xml"/><Relationship Id="rId87" Type="http://schemas.openxmlformats.org/officeDocument/2006/relationships/image" Target="../media/image127.png"/><Relationship Id="rId110" Type="http://schemas.openxmlformats.org/officeDocument/2006/relationships/customXml" Target="../ink/ink139.xml"/><Relationship Id="rId131" Type="http://schemas.openxmlformats.org/officeDocument/2006/relationships/image" Target="../media/image149.png"/><Relationship Id="rId152" Type="http://schemas.openxmlformats.org/officeDocument/2006/relationships/customXml" Target="../ink/ink160.xml"/><Relationship Id="rId173" Type="http://schemas.openxmlformats.org/officeDocument/2006/relationships/image" Target="../media/image170.png"/><Relationship Id="rId194" Type="http://schemas.openxmlformats.org/officeDocument/2006/relationships/customXml" Target="../ink/ink181.xml"/><Relationship Id="rId208" Type="http://schemas.openxmlformats.org/officeDocument/2006/relationships/customXml" Target="../ink/ink188.xml"/><Relationship Id="rId14" Type="http://schemas.openxmlformats.org/officeDocument/2006/relationships/customXml" Target="../ink/ink91.xml"/><Relationship Id="rId35" Type="http://schemas.openxmlformats.org/officeDocument/2006/relationships/image" Target="../media/image101.png"/><Relationship Id="rId56" Type="http://schemas.openxmlformats.org/officeDocument/2006/relationships/customXml" Target="../ink/ink112.xml"/><Relationship Id="rId77" Type="http://schemas.openxmlformats.org/officeDocument/2006/relationships/image" Target="../media/image122.png"/><Relationship Id="rId100" Type="http://schemas.openxmlformats.org/officeDocument/2006/relationships/customXml" Target="../ink/ink134.xml"/><Relationship Id="rId8" Type="http://schemas.openxmlformats.org/officeDocument/2006/relationships/customXml" Target="../ink/ink88.xml"/><Relationship Id="rId98" Type="http://schemas.openxmlformats.org/officeDocument/2006/relationships/customXml" Target="../ink/ink133.xml"/><Relationship Id="rId121" Type="http://schemas.openxmlformats.org/officeDocument/2006/relationships/image" Target="../media/image144.png"/><Relationship Id="rId142" Type="http://schemas.openxmlformats.org/officeDocument/2006/relationships/customXml" Target="../ink/ink155.xml"/><Relationship Id="rId163" Type="http://schemas.openxmlformats.org/officeDocument/2006/relationships/image" Target="../media/image165.png"/><Relationship Id="rId184" Type="http://schemas.openxmlformats.org/officeDocument/2006/relationships/customXml" Target="../ink/ink176.xml"/><Relationship Id="rId219" Type="http://schemas.openxmlformats.org/officeDocument/2006/relationships/image" Target="../media/image193.png"/><Relationship Id="rId3" Type="http://schemas.openxmlformats.org/officeDocument/2006/relationships/image" Target="../media/image85.png"/><Relationship Id="rId214" Type="http://schemas.openxmlformats.org/officeDocument/2006/relationships/customXml" Target="../ink/ink191.xml"/><Relationship Id="rId25" Type="http://schemas.openxmlformats.org/officeDocument/2006/relationships/image" Target="../media/image96.png"/><Relationship Id="rId46" Type="http://schemas.openxmlformats.org/officeDocument/2006/relationships/customXml" Target="../ink/ink107.xml"/><Relationship Id="rId67" Type="http://schemas.openxmlformats.org/officeDocument/2006/relationships/image" Target="../media/image117.png"/><Relationship Id="rId116" Type="http://schemas.openxmlformats.org/officeDocument/2006/relationships/customXml" Target="../ink/ink142.xml"/><Relationship Id="rId137" Type="http://schemas.openxmlformats.org/officeDocument/2006/relationships/image" Target="../media/image152.png"/><Relationship Id="rId158" Type="http://schemas.openxmlformats.org/officeDocument/2006/relationships/customXml" Target="../ink/ink163.xml"/><Relationship Id="rId20" Type="http://schemas.openxmlformats.org/officeDocument/2006/relationships/customXml" Target="../ink/ink94.xml"/><Relationship Id="rId41" Type="http://schemas.openxmlformats.org/officeDocument/2006/relationships/image" Target="../media/image104.png"/><Relationship Id="rId62" Type="http://schemas.openxmlformats.org/officeDocument/2006/relationships/customXml" Target="../ink/ink115.xml"/><Relationship Id="rId83" Type="http://schemas.openxmlformats.org/officeDocument/2006/relationships/image" Target="../media/image125.png"/><Relationship Id="rId88" Type="http://schemas.openxmlformats.org/officeDocument/2006/relationships/customXml" Target="../ink/ink128.xml"/><Relationship Id="rId111" Type="http://schemas.openxmlformats.org/officeDocument/2006/relationships/image" Target="../media/image139.png"/><Relationship Id="rId132" Type="http://schemas.openxmlformats.org/officeDocument/2006/relationships/customXml" Target="../ink/ink150.xml"/><Relationship Id="rId153" Type="http://schemas.openxmlformats.org/officeDocument/2006/relationships/image" Target="../media/image160.png"/><Relationship Id="rId174" Type="http://schemas.openxmlformats.org/officeDocument/2006/relationships/customXml" Target="../ink/ink171.xml"/><Relationship Id="rId179" Type="http://schemas.openxmlformats.org/officeDocument/2006/relationships/image" Target="../media/image173.png"/><Relationship Id="rId195" Type="http://schemas.openxmlformats.org/officeDocument/2006/relationships/image" Target="../media/image181.png"/><Relationship Id="rId209" Type="http://schemas.openxmlformats.org/officeDocument/2006/relationships/image" Target="../media/image188.png"/><Relationship Id="rId190" Type="http://schemas.openxmlformats.org/officeDocument/2006/relationships/customXml" Target="../ink/ink179.xml"/><Relationship Id="rId204" Type="http://schemas.openxmlformats.org/officeDocument/2006/relationships/customXml" Target="../ink/ink186.xml"/><Relationship Id="rId220" Type="http://schemas.openxmlformats.org/officeDocument/2006/relationships/customXml" Target="../ink/ink194.xml"/><Relationship Id="rId225" Type="http://schemas.openxmlformats.org/officeDocument/2006/relationships/image" Target="../media/image196.png"/><Relationship Id="rId15" Type="http://schemas.openxmlformats.org/officeDocument/2006/relationships/image" Target="../media/image91.png"/><Relationship Id="rId36" Type="http://schemas.openxmlformats.org/officeDocument/2006/relationships/customXml" Target="../ink/ink102.xml"/><Relationship Id="rId57" Type="http://schemas.openxmlformats.org/officeDocument/2006/relationships/image" Target="../media/image112.png"/><Relationship Id="rId106" Type="http://schemas.openxmlformats.org/officeDocument/2006/relationships/customXml" Target="../ink/ink137.xml"/><Relationship Id="rId127" Type="http://schemas.openxmlformats.org/officeDocument/2006/relationships/image" Target="../media/image147.png"/><Relationship Id="rId10" Type="http://schemas.openxmlformats.org/officeDocument/2006/relationships/customXml" Target="../ink/ink89.xml"/><Relationship Id="rId31" Type="http://schemas.openxmlformats.org/officeDocument/2006/relationships/image" Target="../media/image99.png"/><Relationship Id="rId52" Type="http://schemas.openxmlformats.org/officeDocument/2006/relationships/customXml" Target="../ink/ink110.xml"/><Relationship Id="rId73" Type="http://schemas.openxmlformats.org/officeDocument/2006/relationships/image" Target="../media/image120.png"/><Relationship Id="rId78" Type="http://schemas.openxmlformats.org/officeDocument/2006/relationships/customXml" Target="../ink/ink123.xml"/><Relationship Id="rId94" Type="http://schemas.openxmlformats.org/officeDocument/2006/relationships/customXml" Target="../ink/ink131.xml"/><Relationship Id="rId99" Type="http://schemas.openxmlformats.org/officeDocument/2006/relationships/image" Target="../media/image133.png"/><Relationship Id="rId101" Type="http://schemas.openxmlformats.org/officeDocument/2006/relationships/image" Target="../media/image134.png"/><Relationship Id="rId122" Type="http://schemas.openxmlformats.org/officeDocument/2006/relationships/customXml" Target="../ink/ink145.xml"/><Relationship Id="rId143" Type="http://schemas.openxmlformats.org/officeDocument/2006/relationships/image" Target="../media/image155.png"/><Relationship Id="rId148" Type="http://schemas.openxmlformats.org/officeDocument/2006/relationships/customXml" Target="../ink/ink158.xml"/><Relationship Id="rId164" Type="http://schemas.openxmlformats.org/officeDocument/2006/relationships/customXml" Target="../ink/ink166.xml"/><Relationship Id="rId169" Type="http://schemas.openxmlformats.org/officeDocument/2006/relationships/image" Target="../media/image168.png"/><Relationship Id="rId185" Type="http://schemas.openxmlformats.org/officeDocument/2006/relationships/image" Target="../media/image176.png"/><Relationship Id="rId4" Type="http://schemas.openxmlformats.org/officeDocument/2006/relationships/customXml" Target="../ink/ink86.xml"/><Relationship Id="rId9" Type="http://schemas.openxmlformats.org/officeDocument/2006/relationships/image" Target="../media/image88.png"/><Relationship Id="rId180" Type="http://schemas.openxmlformats.org/officeDocument/2006/relationships/customXml" Target="../ink/ink174.xml"/><Relationship Id="rId210" Type="http://schemas.openxmlformats.org/officeDocument/2006/relationships/customXml" Target="../ink/ink189.xml"/><Relationship Id="rId215" Type="http://schemas.openxmlformats.org/officeDocument/2006/relationships/image" Target="../media/image191.png"/><Relationship Id="rId26" Type="http://schemas.openxmlformats.org/officeDocument/2006/relationships/customXml" Target="../ink/ink97.xml"/><Relationship Id="rId47" Type="http://schemas.openxmlformats.org/officeDocument/2006/relationships/image" Target="../media/image107.png"/><Relationship Id="rId68" Type="http://schemas.openxmlformats.org/officeDocument/2006/relationships/customXml" Target="../ink/ink118.xml"/><Relationship Id="rId89" Type="http://schemas.openxmlformats.org/officeDocument/2006/relationships/image" Target="../media/image128.png"/><Relationship Id="rId112" Type="http://schemas.openxmlformats.org/officeDocument/2006/relationships/customXml" Target="../ink/ink140.xml"/><Relationship Id="rId133" Type="http://schemas.openxmlformats.org/officeDocument/2006/relationships/image" Target="../media/image150.png"/><Relationship Id="rId154" Type="http://schemas.openxmlformats.org/officeDocument/2006/relationships/customXml" Target="../ink/ink161.xml"/><Relationship Id="rId175" Type="http://schemas.openxmlformats.org/officeDocument/2006/relationships/image" Target="../media/image171.png"/><Relationship Id="rId196" Type="http://schemas.openxmlformats.org/officeDocument/2006/relationships/customXml" Target="../ink/ink182.xml"/><Relationship Id="rId200" Type="http://schemas.openxmlformats.org/officeDocument/2006/relationships/customXml" Target="../ink/ink184.xml"/><Relationship Id="rId16" Type="http://schemas.openxmlformats.org/officeDocument/2006/relationships/customXml" Target="../ink/ink92.xml"/><Relationship Id="rId221" Type="http://schemas.openxmlformats.org/officeDocument/2006/relationships/image" Target="../media/image194.png"/><Relationship Id="rId37" Type="http://schemas.openxmlformats.org/officeDocument/2006/relationships/image" Target="../media/image102.png"/><Relationship Id="rId58" Type="http://schemas.openxmlformats.org/officeDocument/2006/relationships/customXml" Target="../ink/ink113.xml"/><Relationship Id="rId79" Type="http://schemas.openxmlformats.org/officeDocument/2006/relationships/image" Target="../media/image123.png"/><Relationship Id="rId102" Type="http://schemas.openxmlformats.org/officeDocument/2006/relationships/customXml" Target="../ink/ink135.xml"/><Relationship Id="rId123" Type="http://schemas.openxmlformats.org/officeDocument/2006/relationships/image" Target="../media/image145.png"/><Relationship Id="rId144" Type="http://schemas.openxmlformats.org/officeDocument/2006/relationships/customXml" Target="../ink/ink156.xml"/><Relationship Id="rId90" Type="http://schemas.openxmlformats.org/officeDocument/2006/relationships/customXml" Target="../ink/ink129.xml"/><Relationship Id="rId165" Type="http://schemas.openxmlformats.org/officeDocument/2006/relationships/image" Target="../media/image166.png"/><Relationship Id="rId186" Type="http://schemas.openxmlformats.org/officeDocument/2006/relationships/customXml" Target="../ink/ink177.xml"/><Relationship Id="rId211" Type="http://schemas.openxmlformats.org/officeDocument/2006/relationships/image" Target="../media/image189.png"/><Relationship Id="rId27" Type="http://schemas.openxmlformats.org/officeDocument/2006/relationships/image" Target="../media/image97.png"/><Relationship Id="rId48" Type="http://schemas.openxmlformats.org/officeDocument/2006/relationships/customXml" Target="../ink/ink108.xml"/><Relationship Id="rId69" Type="http://schemas.openxmlformats.org/officeDocument/2006/relationships/image" Target="../media/image118.png"/><Relationship Id="rId113" Type="http://schemas.openxmlformats.org/officeDocument/2006/relationships/image" Target="../media/image140.png"/><Relationship Id="rId134" Type="http://schemas.openxmlformats.org/officeDocument/2006/relationships/customXml" Target="../ink/ink151.xml"/><Relationship Id="rId80" Type="http://schemas.openxmlformats.org/officeDocument/2006/relationships/customXml" Target="../ink/ink124.xml"/><Relationship Id="rId155" Type="http://schemas.openxmlformats.org/officeDocument/2006/relationships/image" Target="../media/image161.png"/><Relationship Id="rId176" Type="http://schemas.openxmlformats.org/officeDocument/2006/relationships/customXml" Target="../ink/ink172.xml"/><Relationship Id="rId197" Type="http://schemas.openxmlformats.org/officeDocument/2006/relationships/image" Target="../media/image182.png"/><Relationship Id="rId201" Type="http://schemas.openxmlformats.org/officeDocument/2006/relationships/image" Target="../media/image184.png"/><Relationship Id="rId222" Type="http://schemas.openxmlformats.org/officeDocument/2006/relationships/customXml" Target="../ink/ink195.xml"/><Relationship Id="rId17" Type="http://schemas.openxmlformats.org/officeDocument/2006/relationships/image" Target="../media/image92.png"/><Relationship Id="rId38" Type="http://schemas.openxmlformats.org/officeDocument/2006/relationships/customXml" Target="../ink/ink103.xml"/><Relationship Id="rId59" Type="http://schemas.openxmlformats.org/officeDocument/2006/relationships/image" Target="../media/image113.png"/><Relationship Id="rId103" Type="http://schemas.openxmlformats.org/officeDocument/2006/relationships/image" Target="../media/image135.png"/><Relationship Id="rId124" Type="http://schemas.openxmlformats.org/officeDocument/2006/relationships/customXml" Target="../ink/ink146.xml"/><Relationship Id="rId70" Type="http://schemas.openxmlformats.org/officeDocument/2006/relationships/customXml" Target="../ink/ink119.xml"/><Relationship Id="rId91" Type="http://schemas.openxmlformats.org/officeDocument/2006/relationships/image" Target="../media/image129.png"/><Relationship Id="rId145" Type="http://schemas.openxmlformats.org/officeDocument/2006/relationships/image" Target="../media/image156.png"/><Relationship Id="rId166" Type="http://schemas.openxmlformats.org/officeDocument/2006/relationships/customXml" Target="../ink/ink167.xml"/><Relationship Id="rId187" Type="http://schemas.openxmlformats.org/officeDocument/2006/relationships/image" Target="../media/image17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90.xml"/><Relationship Id="rId28" Type="http://schemas.openxmlformats.org/officeDocument/2006/relationships/customXml" Target="../ink/ink98.xml"/><Relationship Id="rId49" Type="http://schemas.openxmlformats.org/officeDocument/2006/relationships/image" Target="../media/image108.png"/><Relationship Id="rId114" Type="http://schemas.openxmlformats.org/officeDocument/2006/relationships/customXml" Target="../ink/ink141.xml"/><Relationship Id="rId60" Type="http://schemas.openxmlformats.org/officeDocument/2006/relationships/customXml" Target="../ink/ink114.xml"/><Relationship Id="rId81" Type="http://schemas.openxmlformats.org/officeDocument/2006/relationships/image" Target="../media/image124.png"/><Relationship Id="rId135" Type="http://schemas.openxmlformats.org/officeDocument/2006/relationships/image" Target="../media/image151.png"/><Relationship Id="rId156" Type="http://schemas.openxmlformats.org/officeDocument/2006/relationships/customXml" Target="../ink/ink162.xml"/><Relationship Id="rId177" Type="http://schemas.openxmlformats.org/officeDocument/2006/relationships/image" Target="../media/image172.png"/><Relationship Id="rId198" Type="http://schemas.openxmlformats.org/officeDocument/2006/relationships/customXml" Target="../ink/ink183.xml"/><Relationship Id="rId202" Type="http://schemas.openxmlformats.org/officeDocument/2006/relationships/customXml" Target="../ink/ink185.xml"/><Relationship Id="rId223" Type="http://schemas.openxmlformats.org/officeDocument/2006/relationships/image" Target="../media/image195.png"/><Relationship Id="rId18" Type="http://schemas.openxmlformats.org/officeDocument/2006/relationships/customXml" Target="../ink/ink93.xml"/><Relationship Id="rId39" Type="http://schemas.openxmlformats.org/officeDocument/2006/relationships/image" Target="../media/image103.png"/><Relationship Id="rId50" Type="http://schemas.openxmlformats.org/officeDocument/2006/relationships/customXml" Target="../ink/ink109.xml"/><Relationship Id="rId104" Type="http://schemas.openxmlformats.org/officeDocument/2006/relationships/customXml" Target="../ink/ink136.xml"/><Relationship Id="rId125" Type="http://schemas.openxmlformats.org/officeDocument/2006/relationships/image" Target="../media/image146.png"/><Relationship Id="rId146" Type="http://schemas.openxmlformats.org/officeDocument/2006/relationships/customXml" Target="../ink/ink157.xml"/><Relationship Id="rId167" Type="http://schemas.openxmlformats.org/officeDocument/2006/relationships/image" Target="../media/image167.png"/><Relationship Id="rId188" Type="http://schemas.openxmlformats.org/officeDocument/2006/relationships/customXml" Target="../ink/ink178.xml"/><Relationship Id="rId71" Type="http://schemas.openxmlformats.org/officeDocument/2006/relationships/image" Target="../media/image119.png"/><Relationship Id="rId92" Type="http://schemas.openxmlformats.org/officeDocument/2006/relationships/customXml" Target="../ink/ink130.xml"/><Relationship Id="rId213" Type="http://schemas.openxmlformats.org/officeDocument/2006/relationships/image" Target="../media/image190.png"/><Relationship Id="rId2" Type="http://schemas.openxmlformats.org/officeDocument/2006/relationships/customXml" Target="../ink/ink85.xml"/><Relationship Id="rId29" Type="http://schemas.openxmlformats.org/officeDocument/2006/relationships/image" Target="../media/image98.png"/><Relationship Id="rId40" Type="http://schemas.openxmlformats.org/officeDocument/2006/relationships/customXml" Target="../ink/ink104.xml"/><Relationship Id="rId115" Type="http://schemas.openxmlformats.org/officeDocument/2006/relationships/image" Target="../media/image141.png"/><Relationship Id="rId136" Type="http://schemas.openxmlformats.org/officeDocument/2006/relationships/customXml" Target="../ink/ink152.xml"/><Relationship Id="rId157" Type="http://schemas.openxmlformats.org/officeDocument/2006/relationships/image" Target="../media/image162.png"/><Relationship Id="rId178" Type="http://schemas.openxmlformats.org/officeDocument/2006/relationships/customXml" Target="../ink/ink173.xml"/><Relationship Id="rId61" Type="http://schemas.openxmlformats.org/officeDocument/2006/relationships/image" Target="../media/image114.png"/><Relationship Id="rId82" Type="http://schemas.openxmlformats.org/officeDocument/2006/relationships/customXml" Target="../ink/ink125.xml"/><Relationship Id="rId199" Type="http://schemas.openxmlformats.org/officeDocument/2006/relationships/image" Target="../media/image183.png"/><Relationship Id="rId203" Type="http://schemas.openxmlformats.org/officeDocument/2006/relationships/image" Target="../media/image185.png"/><Relationship Id="rId19" Type="http://schemas.openxmlformats.org/officeDocument/2006/relationships/image" Target="../media/image93.png"/><Relationship Id="rId224" Type="http://schemas.openxmlformats.org/officeDocument/2006/relationships/customXml" Target="../ink/ink196.xml"/><Relationship Id="rId30" Type="http://schemas.openxmlformats.org/officeDocument/2006/relationships/customXml" Target="../ink/ink99.xml"/><Relationship Id="rId105" Type="http://schemas.openxmlformats.org/officeDocument/2006/relationships/image" Target="../media/image136.png"/><Relationship Id="rId126" Type="http://schemas.openxmlformats.org/officeDocument/2006/relationships/customXml" Target="../ink/ink147.xml"/><Relationship Id="rId147" Type="http://schemas.openxmlformats.org/officeDocument/2006/relationships/image" Target="../media/image157.png"/><Relationship Id="rId168" Type="http://schemas.openxmlformats.org/officeDocument/2006/relationships/customXml" Target="../ink/ink168.xml"/><Relationship Id="rId51" Type="http://schemas.openxmlformats.org/officeDocument/2006/relationships/image" Target="../media/image109.png"/><Relationship Id="rId72" Type="http://schemas.openxmlformats.org/officeDocument/2006/relationships/customXml" Target="../ink/ink120.xml"/><Relationship Id="rId93" Type="http://schemas.openxmlformats.org/officeDocument/2006/relationships/image" Target="../media/image130.png"/><Relationship Id="rId189" Type="http://schemas.openxmlformats.org/officeDocument/2006/relationships/image" Target="../media/image178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.png"/><Relationship Id="rId299" Type="http://schemas.openxmlformats.org/officeDocument/2006/relationships/image" Target="../media/image343.png"/><Relationship Id="rId21" Type="http://schemas.openxmlformats.org/officeDocument/2006/relationships/image" Target="../media/image206.png"/><Relationship Id="rId63" Type="http://schemas.openxmlformats.org/officeDocument/2006/relationships/image" Target="../media/image227.png"/><Relationship Id="rId159" Type="http://schemas.openxmlformats.org/officeDocument/2006/relationships/image" Target="../media/image274.png"/><Relationship Id="rId324" Type="http://schemas.openxmlformats.org/officeDocument/2006/relationships/customXml" Target="../ink/ink358.xml"/><Relationship Id="rId366" Type="http://schemas.openxmlformats.org/officeDocument/2006/relationships/customXml" Target="../ink/ink379.xml"/><Relationship Id="rId170" Type="http://schemas.openxmlformats.org/officeDocument/2006/relationships/customXml" Target="../ink/ink281.xml"/><Relationship Id="rId226" Type="http://schemas.openxmlformats.org/officeDocument/2006/relationships/customXml" Target="../ink/ink309.xml"/><Relationship Id="rId268" Type="http://schemas.openxmlformats.org/officeDocument/2006/relationships/customXml" Target="../ink/ink330.xml"/><Relationship Id="rId32" Type="http://schemas.openxmlformats.org/officeDocument/2006/relationships/customXml" Target="../ink/ink212.xml"/><Relationship Id="rId74" Type="http://schemas.openxmlformats.org/officeDocument/2006/relationships/customXml" Target="../ink/ink233.xml"/><Relationship Id="rId128" Type="http://schemas.openxmlformats.org/officeDocument/2006/relationships/customXml" Target="../ink/ink260.xml"/><Relationship Id="rId335" Type="http://schemas.openxmlformats.org/officeDocument/2006/relationships/image" Target="../media/image361.png"/><Relationship Id="rId5" Type="http://schemas.openxmlformats.org/officeDocument/2006/relationships/image" Target="../media/image198.png"/><Relationship Id="rId181" Type="http://schemas.openxmlformats.org/officeDocument/2006/relationships/image" Target="../media/image285.png"/><Relationship Id="rId237" Type="http://schemas.openxmlformats.org/officeDocument/2006/relationships/image" Target="../media/image313.png"/><Relationship Id="rId279" Type="http://schemas.openxmlformats.org/officeDocument/2006/relationships/image" Target="../media/image334.png"/><Relationship Id="rId43" Type="http://schemas.openxmlformats.org/officeDocument/2006/relationships/image" Target="../media/image217.png"/><Relationship Id="rId139" Type="http://schemas.openxmlformats.org/officeDocument/2006/relationships/image" Target="../media/image264.png"/><Relationship Id="rId290" Type="http://schemas.openxmlformats.org/officeDocument/2006/relationships/customXml" Target="../ink/ink341.xml"/><Relationship Id="rId304" Type="http://schemas.openxmlformats.org/officeDocument/2006/relationships/customXml" Target="../ink/ink348.xml"/><Relationship Id="rId346" Type="http://schemas.openxmlformats.org/officeDocument/2006/relationships/customXml" Target="../ink/ink369.xml"/><Relationship Id="rId85" Type="http://schemas.openxmlformats.org/officeDocument/2006/relationships/image" Target="../media/image238.png"/><Relationship Id="rId150" Type="http://schemas.openxmlformats.org/officeDocument/2006/relationships/customXml" Target="../ink/ink271.xml"/><Relationship Id="rId192" Type="http://schemas.openxmlformats.org/officeDocument/2006/relationships/customXml" Target="../ink/ink292.xml"/><Relationship Id="rId206" Type="http://schemas.openxmlformats.org/officeDocument/2006/relationships/customXml" Target="../ink/ink299.xml"/><Relationship Id="rId248" Type="http://schemas.openxmlformats.org/officeDocument/2006/relationships/customXml" Target="../ink/ink320.xml"/><Relationship Id="rId12" Type="http://schemas.openxmlformats.org/officeDocument/2006/relationships/customXml" Target="../ink/ink202.xml"/><Relationship Id="rId108" Type="http://schemas.openxmlformats.org/officeDocument/2006/relationships/customXml" Target="../ink/ink250.xml"/><Relationship Id="rId315" Type="http://schemas.openxmlformats.org/officeDocument/2006/relationships/image" Target="../media/image351.png"/><Relationship Id="rId357" Type="http://schemas.openxmlformats.org/officeDocument/2006/relationships/image" Target="../media/image372.png"/><Relationship Id="rId54" Type="http://schemas.openxmlformats.org/officeDocument/2006/relationships/customXml" Target="../ink/ink223.xml"/><Relationship Id="rId96" Type="http://schemas.openxmlformats.org/officeDocument/2006/relationships/customXml" Target="../ink/ink244.xml"/><Relationship Id="rId161" Type="http://schemas.openxmlformats.org/officeDocument/2006/relationships/image" Target="../media/image275.png"/><Relationship Id="rId217" Type="http://schemas.openxmlformats.org/officeDocument/2006/relationships/image" Target="../media/image303.png"/><Relationship Id="rId259" Type="http://schemas.openxmlformats.org/officeDocument/2006/relationships/image" Target="../media/image324.png"/><Relationship Id="rId23" Type="http://schemas.openxmlformats.org/officeDocument/2006/relationships/image" Target="../media/image207.png"/><Relationship Id="rId119" Type="http://schemas.openxmlformats.org/officeDocument/2006/relationships/image" Target="../media/image254.png"/><Relationship Id="rId270" Type="http://schemas.openxmlformats.org/officeDocument/2006/relationships/customXml" Target="../ink/ink331.xml"/><Relationship Id="rId326" Type="http://schemas.openxmlformats.org/officeDocument/2006/relationships/customXml" Target="../ink/ink359.xml"/><Relationship Id="rId65" Type="http://schemas.openxmlformats.org/officeDocument/2006/relationships/image" Target="../media/image228.png"/><Relationship Id="rId130" Type="http://schemas.openxmlformats.org/officeDocument/2006/relationships/customXml" Target="../ink/ink261.xml"/><Relationship Id="rId368" Type="http://schemas.openxmlformats.org/officeDocument/2006/relationships/customXml" Target="../ink/ink380.xml"/><Relationship Id="rId172" Type="http://schemas.openxmlformats.org/officeDocument/2006/relationships/customXml" Target="../ink/ink282.xml"/><Relationship Id="rId228" Type="http://schemas.openxmlformats.org/officeDocument/2006/relationships/customXml" Target="../ink/ink310.xml"/><Relationship Id="rId281" Type="http://schemas.openxmlformats.org/officeDocument/2006/relationships/image" Target="../media/image335.png"/><Relationship Id="rId337" Type="http://schemas.openxmlformats.org/officeDocument/2006/relationships/image" Target="../media/image362.png"/><Relationship Id="rId34" Type="http://schemas.openxmlformats.org/officeDocument/2006/relationships/customXml" Target="../ink/ink213.xml"/><Relationship Id="rId76" Type="http://schemas.openxmlformats.org/officeDocument/2006/relationships/customXml" Target="../ink/ink234.xml"/><Relationship Id="rId141" Type="http://schemas.openxmlformats.org/officeDocument/2006/relationships/image" Target="../media/image265.png"/><Relationship Id="rId7" Type="http://schemas.openxmlformats.org/officeDocument/2006/relationships/image" Target="../media/image199.png"/><Relationship Id="rId183" Type="http://schemas.openxmlformats.org/officeDocument/2006/relationships/image" Target="../media/image286.png"/><Relationship Id="rId239" Type="http://schemas.openxmlformats.org/officeDocument/2006/relationships/image" Target="../media/image314.png"/><Relationship Id="rId250" Type="http://schemas.openxmlformats.org/officeDocument/2006/relationships/customXml" Target="../ink/ink321.xml"/><Relationship Id="rId292" Type="http://schemas.openxmlformats.org/officeDocument/2006/relationships/customXml" Target="../ink/ink342.xml"/><Relationship Id="rId306" Type="http://schemas.openxmlformats.org/officeDocument/2006/relationships/customXml" Target="../ink/ink349.xml"/><Relationship Id="rId45" Type="http://schemas.openxmlformats.org/officeDocument/2006/relationships/image" Target="../media/image218.png"/><Relationship Id="rId87" Type="http://schemas.openxmlformats.org/officeDocument/2006/relationships/image" Target="../media/image239.png"/><Relationship Id="rId110" Type="http://schemas.openxmlformats.org/officeDocument/2006/relationships/customXml" Target="../ink/ink251.xml"/><Relationship Id="rId348" Type="http://schemas.openxmlformats.org/officeDocument/2006/relationships/customXml" Target="../ink/ink370.xml"/><Relationship Id="rId152" Type="http://schemas.openxmlformats.org/officeDocument/2006/relationships/customXml" Target="../ink/ink272.xml"/><Relationship Id="rId194" Type="http://schemas.openxmlformats.org/officeDocument/2006/relationships/customXml" Target="../ink/ink293.xml"/><Relationship Id="rId208" Type="http://schemas.openxmlformats.org/officeDocument/2006/relationships/customXml" Target="../ink/ink300.xml"/><Relationship Id="rId261" Type="http://schemas.openxmlformats.org/officeDocument/2006/relationships/image" Target="../media/image325.png"/><Relationship Id="rId14" Type="http://schemas.openxmlformats.org/officeDocument/2006/relationships/customXml" Target="../ink/ink203.xml"/><Relationship Id="rId56" Type="http://schemas.openxmlformats.org/officeDocument/2006/relationships/customXml" Target="../ink/ink224.xml"/><Relationship Id="rId317" Type="http://schemas.openxmlformats.org/officeDocument/2006/relationships/image" Target="../media/image352.png"/><Relationship Id="rId359" Type="http://schemas.openxmlformats.org/officeDocument/2006/relationships/image" Target="../media/image373.png"/><Relationship Id="rId98" Type="http://schemas.openxmlformats.org/officeDocument/2006/relationships/customXml" Target="../ink/ink245.xml"/><Relationship Id="rId121" Type="http://schemas.openxmlformats.org/officeDocument/2006/relationships/image" Target="../media/image255.png"/><Relationship Id="rId163" Type="http://schemas.openxmlformats.org/officeDocument/2006/relationships/image" Target="../media/image276.png"/><Relationship Id="rId219" Type="http://schemas.openxmlformats.org/officeDocument/2006/relationships/image" Target="../media/image304.png"/><Relationship Id="rId370" Type="http://schemas.openxmlformats.org/officeDocument/2006/relationships/customXml" Target="../ink/ink381.xml"/><Relationship Id="rId230" Type="http://schemas.openxmlformats.org/officeDocument/2006/relationships/customXml" Target="../ink/ink311.xml"/><Relationship Id="rId25" Type="http://schemas.openxmlformats.org/officeDocument/2006/relationships/image" Target="../media/image208.png"/><Relationship Id="rId67" Type="http://schemas.openxmlformats.org/officeDocument/2006/relationships/image" Target="../media/image229.png"/><Relationship Id="rId272" Type="http://schemas.openxmlformats.org/officeDocument/2006/relationships/customXml" Target="../ink/ink332.xml"/><Relationship Id="rId328" Type="http://schemas.openxmlformats.org/officeDocument/2006/relationships/customXml" Target="../ink/ink360.xml"/><Relationship Id="rId132" Type="http://schemas.openxmlformats.org/officeDocument/2006/relationships/customXml" Target="../ink/ink262.xml"/><Relationship Id="rId174" Type="http://schemas.openxmlformats.org/officeDocument/2006/relationships/customXml" Target="../ink/ink283.xml"/><Relationship Id="rId241" Type="http://schemas.openxmlformats.org/officeDocument/2006/relationships/image" Target="../media/image315.png"/><Relationship Id="rId36" Type="http://schemas.openxmlformats.org/officeDocument/2006/relationships/customXml" Target="../ink/ink214.xml"/><Relationship Id="rId283" Type="http://schemas.openxmlformats.org/officeDocument/2006/relationships/image" Target="../media/image336.png"/><Relationship Id="rId339" Type="http://schemas.openxmlformats.org/officeDocument/2006/relationships/image" Target="../media/image363.png"/><Relationship Id="rId78" Type="http://schemas.openxmlformats.org/officeDocument/2006/relationships/customXml" Target="../ink/ink235.xml"/><Relationship Id="rId99" Type="http://schemas.openxmlformats.org/officeDocument/2006/relationships/image" Target="../media/image245.png"/><Relationship Id="rId101" Type="http://schemas.openxmlformats.org/officeDocument/2006/relationships/image" Target="../media/image246.png"/><Relationship Id="rId122" Type="http://schemas.openxmlformats.org/officeDocument/2006/relationships/customXml" Target="../ink/ink257.xml"/><Relationship Id="rId143" Type="http://schemas.openxmlformats.org/officeDocument/2006/relationships/image" Target="../media/image266.png"/><Relationship Id="rId164" Type="http://schemas.openxmlformats.org/officeDocument/2006/relationships/customXml" Target="../ink/ink278.xml"/><Relationship Id="rId185" Type="http://schemas.openxmlformats.org/officeDocument/2006/relationships/image" Target="../media/image287.png"/><Relationship Id="rId350" Type="http://schemas.openxmlformats.org/officeDocument/2006/relationships/customXml" Target="../ink/ink371.xml"/><Relationship Id="rId371" Type="http://schemas.openxmlformats.org/officeDocument/2006/relationships/image" Target="../media/image379.png"/><Relationship Id="rId9" Type="http://schemas.openxmlformats.org/officeDocument/2006/relationships/image" Target="../media/image200.png"/><Relationship Id="rId210" Type="http://schemas.openxmlformats.org/officeDocument/2006/relationships/customXml" Target="../ink/ink301.xml"/><Relationship Id="rId26" Type="http://schemas.openxmlformats.org/officeDocument/2006/relationships/customXml" Target="../ink/ink209.xml"/><Relationship Id="rId231" Type="http://schemas.openxmlformats.org/officeDocument/2006/relationships/image" Target="../media/image310.png"/><Relationship Id="rId252" Type="http://schemas.openxmlformats.org/officeDocument/2006/relationships/customXml" Target="../ink/ink322.xml"/><Relationship Id="rId273" Type="http://schemas.openxmlformats.org/officeDocument/2006/relationships/image" Target="../media/image331.png"/><Relationship Id="rId294" Type="http://schemas.openxmlformats.org/officeDocument/2006/relationships/customXml" Target="../ink/ink343.xml"/><Relationship Id="rId308" Type="http://schemas.openxmlformats.org/officeDocument/2006/relationships/customXml" Target="../ink/ink350.xml"/><Relationship Id="rId329" Type="http://schemas.openxmlformats.org/officeDocument/2006/relationships/image" Target="../media/image358.png"/><Relationship Id="rId47" Type="http://schemas.openxmlformats.org/officeDocument/2006/relationships/image" Target="../media/image219.png"/><Relationship Id="rId68" Type="http://schemas.openxmlformats.org/officeDocument/2006/relationships/customXml" Target="../ink/ink230.xml"/><Relationship Id="rId89" Type="http://schemas.openxmlformats.org/officeDocument/2006/relationships/image" Target="../media/image240.png"/><Relationship Id="rId112" Type="http://schemas.openxmlformats.org/officeDocument/2006/relationships/customXml" Target="../ink/ink252.xml"/><Relationship Id="rId133" Type="http://schemas.openxmlformats.org/officeDocument/2006/relationships/image" Target="../media/image261.png"/><Relationship Id="rId154" Type="http://schemas.openxmlformats.org/officeDocument/2006/relationships/customXml" Target="../ink/ink273.xml"/><Relationship Id="rId175" Type="http://schemas.openxmlformats.org/officeDocument/2006/relationships/image" Target="../media/image282.png"/><Relationship Id="rId340" Type="http://schemas.openxmlformats.org/officeDocument/2006/relationships/customXml" Target="../ink/ink366.xml"/><Relationship Id="rId361" Type="http://schemas.openxmlformats.org/officeDocument/2006/relationships/image" Target="../media/image374.png"/><Relationship Id="rId196" Type="http://schemas.openxmlformats.org/officeDocument/2006/relationships/customXml" Target="../ink/ink294.xml"/><Relationship Id="rId200" Type="http://schemas.openxmlformats.org/officeDocument/2006/relationships/customXml" Target="../ink/ink296.xml"/><Relationship Id="rId16" Type="http://schemas.openxmlformats.org/officeDocument/2006/relationships/customXml" Target="../ink/ink204.xml"/><Relationship Id="rId221" Type="http://schemas.openxmlformats.org/officeDocument/2006/relationships/image" Target="../media/image305.png"/><Relationship Id="rId242" Type="http://schemas.openxmlformats.org/officeDocument/2006/relationships/customXml" Target="../ink/ink317.xml"/><Relationship Id="rId263" Type="http://schemas.openxmlformats.org/officeDocument/2006/relationships/image" Target="../media/image326.png"/><Relationship Id="rId284" Type="http://schemas.openxmlformats.org/officeDocument/2006/relationships/customXml" Target="../ink/ink338.xml"/><Relationship Id="rId319" Type="http://schemas.openxmlformats.org/officeDocument/2006/relationships/image" Target="../media/image353.png"/><Relationship Id="rId37" Type="http://schemas.openxmlformats.org/officeDocument/2006/relationships/image" Target="../media/image214.png"/><Relationship Id="rId58" Type="http://schemas.openxmlformats.org/officeDocument/2006/relationships/customXml" Target="../ink/ink225.xml"/><Relationship Id="rId79" Type="http://schemas.openxmlformats.org/officeDocument/2006/relationships/image" Target="../media/image235.png"/><Relationship Id="rId102" Type="http://schemas.openxmlformats.org/officeDocument/2006/relationships/customXml" Target="../ink/ink247.xml"/><Relationship Id="rId123" Type="http://schemas.openxmlformats.org/officeDocument/2006/relationships/image" Target="../media/image256.png"/><Relationship Id="rId144" Type="http://schemas.openxmlformats.org/officeDocument/2006/relationships/customXml" Target="../ink/ink268.xml"/><Relationship Id="rId330" Type="http://schemas.openxmlformats.org/officeDocument/2006/relationships/customXml" Target="../ink/ink361.xml"/><Relationship Id="rId90" Type="http://schemas.openxmlformats.org/officeDocument/2006/relationships/customXml" Target="../ink/ink241.xml"/><Relationship Id="rId165" Type="http://schemas.openxmlformats.org/officeDocument/2006/relationships/image" Target="../media/image277.png"/><Relationship Id="rId186" Type="http://schemas.openxmlformats.org/officeDocument/2006/relationships/customXml" Target="../ink/ink289.xml"/><Relationship Id="rId351" Type="http://schemas.openxmlformats.org/officeDocument/2006/relationships/image" Target="../media/image369.png"/><Relationship Id="rId372" Type="http://schemas.openxmlformats.org/officeDocument/2006/relationships/customXml" Target="../ink/ink382.xml"/><Relationship Id="rId211" Type="http://schemas.openxmlformats.org/officeDocument/2006/relationships/image" Target="../media/image300.png"/><Relationship Id="rId232" Type="http://schemas.openxmlformats.org/officeDocument/2006/relationships/customXml" Target="../ink/ink312.xml"/><Relationship Id="rId253" Type="http://schemas.openxmlformats.org/officeDocument/2006/relationships/image" Target="../media/image321.png"/><Relationship Id="rId274" Type="http://schemas.openxmlformats.org/officeDocument/2006/relationships/customXml" Target="../ink/ink333.xml"/><Relationship Id="rId295" Type="http://schemas.openxmlformats.org/officeDocument/2006/relationships/image" Target="../media/image341.png"/><Relationship Id="rId309" Type="http://schemas.openxmlformats.org/officeDocument/2006/relationships/image" Target="../media/image348.png"/><Relationship Id="rId27" Type="http://schemas.openxmlformats.org/officeDocument/2006/relationships/image" Target="../media/image209.png"/><Relationship Id="rId48" Type="http://schemas.openxmlformats.org/officeDocument/2006/relationships/customXml" Target="../ink/ink220.xml"/><Relationship Id="rId69" Type="http://schemas.openxmlformats.org/officeDocument/2006/relationships/image" Target="../media/image230.png"/><Relationship Id="rId113" Type="http://schemas.openxmlformats.org/officeDocument/2006/relationships/image" Target="../media/image252.png"/><Relationship Id="rId134" Type="http://schemas.openxmlformats.org/officeDocument/2006/relationships/customXml" Target="../ink/ink263.xml"/><Relationship Id="rId320" Type="http://schemas.openxmlformats.org/officeDocument/2006/relationships/customXml" Target="../ink/ink356.xml"/><Relationship Id="rId80" Type="http://schemas.openxmlformats.org/officeDocument/2006/relationships/customXml" Target="../ink/ink236.xml"/><Relationship Id="rId155" Type="http://schemas.openxmlformats.org/officeDocument/2006/relationships/image" Target="../media/image272.png"/><Relationship Id="rId176" Type="http://schemas.openxmlformats.org/officeDocument/2006/relationships/customXml" Target="../ink/ink284.xml"/><Relationship Id="rId197" Type="http://schemas.openxmlformats.org/officeDocument/2006/relationships/image" Target="../media/image293.png"/><Relationship Id="rId341" Type="http://schemas.openxmlformats.org/officeDocument/2006/relationships/image" Target="../media/image364.png"/><Relationship Id="rId362" Type="http://schemas.openxmlformats.org/officeDocument/2006/relationships/customXml" Target="../ink/ink377.xml"/><Relationship Id="rId201" Type="http://schemas.openxmlformats.org/officeDocument/2006/relationships/image" Target="../media/image295.png"/><Relationship Id="rId222" Type="http://schemas.openxmlformats.org/officeDocument/2006/relationships/customXml" Target="../ink/ink307.xml"/><Relationship Id="rId243" Type="http://schemas.openxmlformats.org/officeDocument/2006/relationships/image" Target="../media/image316.png"/><Relationship Id="rId264" Type="http://schemas.openxmlformats.org/officeDocument/2006/relationships/customXml" Target="../ink/ink328.xml"/><Relationship Id="rId285" Type="http://schemas.openxmlformats.org/officeDocument/2006/relationships/image" Target="../media/image337.png"/><Relationship Id="rId17" Type="http://schemas.openxmlformats.org/officeDocument/2006/relationships/image" Target="../media/image204.png"/><Relationship Id="rId38" Type="http://schemas.openxmlformats.org/officeDocument/2006/relationships/customXml" Target="../ink/ink215.xml"/><Relationship Id="rId59" Type="http://schemas.openxmlformats.org/officeDocument/2006/relationships/image" Target="../media/image225.png"/><Relationship Id="rId103" Type="http://schemas.openxmlformats.org/officeDocument/2006/relationships/image" Target="../media/image247.png"/><Relationship Id="rId124" Type="http://schemas.openxmlformats.org/officeDocument/2006/relationships/customXml" Target="../ink/ink258.xml"/><Relationship Id="rId310" Type="http://schemas.openxmlformats.org/officeDocument/2006/relationships/customXml" Target="../ink/ink351.xml"/><Relationship Id="rId70" Type="http://schemas.openxmlformats.org/officeDocument/2006/relationships/customXml" Target="../ink/ink231.xml"/><Relationship Id="rId91" Type="http://schemas.openxmlformats.org/officeDocument/2006/relationships/image" Target="../media/image241.png"/><Relationship Id="rId145" Type="http://schemas.openxmlformats.org/officeDocument/2006/relationships/image" Target="../media/image267.png"/><Relationship Id="rId166" Type="http://schemas.openxmlformats.org/officeDocument/2006/relationships/customXml" Target="../ink/ink279.xml"/><Relationship Id="rId187" Type="http://schemas.openxmlformats.org/officeDocument/2006/relationships/image" Target="../media/image288.png"/><Relationship Id="rId331" Type="http://schemas.openxmlformats.org/officeDocument/2006/relationships/image" Target="../media/image359.png"/><Relationship Id="rId352" Type="http://schemas.openxmlformats.org/officeDocument/2006/relationships/customXml" Target="../ink/ink372.xml"/><Relationship Id="rId373" Type="http://schemas.openxmlformats.org/officeDocument/2006/relationships/image" Target="../media/image38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02.xml"/><Relationship Id="rId233" Type="http://schemas.openxmlformats.org/officeDocument/2006/relationships/image" Target="../media/image311.png"/><Relationship Id="rId254" Type="http://schemas.openxmlformats.org/officeDocument/2006/relationships/customXml" Target="../ink/ink323.xml"/><Relationship Id="rId28" Type="http://schemas.openxmlformats.org/officeDocument/2006/relationships/customXml" Target="../ink/ink210.xml"/><Relationship Id="rId49" Type="http://schemas.openxmlformats.org/officeDocument/2006/relationships/image" Target="../media/image220.png"/><Relationship Id="rId114" Type="http://schemas.openxmlformats.org/officeDocument/2006/relationships/customXml" Target="../ink/ink253.xml"/><Relationship Id="rId275" Type="http://schemas.openxmlformats.org/officeDocument/2006/relationships/image" Target="../media/image332.png"/><Relationship Id="rId296" Type="http://schemas.openxmlformats.org/officeDocument/2006/relationships/customXml" Target="../ink/ink344.xml"/><Relationship Id="rId300" Type="http://schemas.openxmlformats.org/officeDocument/2006/relationships/customXml" Target="../ink/ink346.xml"/><Relationship Id="rId60" Type="http://schemas.openxmlformats.org/officeDocument/2006/relationships/customXml" Target="../ink/ink226.xml"/><Relationship Id="rId81" Type="http://schemas.openxmlformats.org/officeDocument/2006/relationships/image" Target="../media/image236.png"/><Relationship Id="rId135" Type="http://schemas.openxmlformats.org/officeDocument/2006/relationships/image" Target="../media/image262.png"/><Relationship Id="rId156" Type="http://schemas.openxmlformats.org/officeDocument/2006/relationships/customXml" Target="../ink/ink274.xml"/><Relationship Id="rId177" Type="http://schemas.openxmlformats.org/officeDocument/2006/relationships/image" Target="../media/image283.png"/><Relationship Id="rId198" Type="http://schemas.openxmlformats.org/officeDocument/2006/relationships/customXml" Target="../ink/ink295.xml"/><Relationship Id="rId321" Type="http://schemas.openxmlformats.org/officeDocument/2006/relationships/image" Target="../media/image354.png"/><Relationship Id="rId342" Type="http://schemas.openxmlformats.org/officeDocument/2006/relationships/customXml" Target="../ink/ink367.xml"/><Relationship Id="rId363" Type="http://schemas.openxmlformats.org/officeDocument/2006/relationships/image" Target="../media/image375.png"/><Relationship Id="rId202" Type="http://schemas.openxmlformats.org/officeDocument/2006/relationships/customXml" Target="../ink/ink297.xml"/><Relationship Id="rId223" Type="http://schemas.openxmlformats.org/officeDocument/2006/relationships/image" Target="../media/image306.png"/><Relationship Id="rId244" Type="http://schemas.openxmlformats.org/officeDocument/2006/relationships/customXml" Target="../ink/ink318.xml"/><Relationship Id="rId18" Type="http://schemas.openxmlformats.org/officeDocument/2006/relationships/customXml" Target="../ink/ink205.xml"/><Relationship Id="rId39" Type="http://schemas.openxmlformats.org/officeDocument/2006/relationships/image" Target="../media/image215.png"/><Relationship Id="rId265" Type="http://schemas.openxmlformats.org/officeDocument/2006/relationships/image" Target="../media/image327.png"/><Relationship Id="rId286" Type="http://schemas.openxmlformats.org/officeDocument/2006/relationships/customXml" Target="../ink/ink339.xml"/><Relationship Id="rId50" Type="http://schemas.openxmlformats.org/officeDocument/2006/relationships/customXml" Target="../ink/ink221.xml"/><Relationship Id="rId104" Type="http://schemas.openxmlformats.org/officeDocument/2006/relationships/customXml" Target="../ink/ink248.xml"/><Relationship Id="rId125" Type="http://schemas.openxmlformats.org/officeDocument/2006/relationships/image" Target="../media/image257.png"/><Relationship Id="rId146" Type="http://schemas.openxmlformats.org/officeDocument/2006/relationships/customXml" Target="../ink/ink269.xml"/><Relationship Id="rId167" Type="http://schemas.openxmlformats.org/officeDocument/2006/relationships/image" Target="../media/image278.png"/><Relationship Id="rId188" Type="http://schemas.openxmlformats.org/officeDocument/2006/relationships/customXml" Target="../ink/ink290.xml"/><Relationship Id="rId311" Type="http://schemas.openxmlformats.org/officeDocument/2006/relationships/image" Target="../media/image349.png"/><Relationship Id="rId332" Type="http://schemas.openxmlformats.org/officeDocument/2006/relationships/customXml" Target="../ink/ink362.xml"/><Relationship Id="rId353" Type="http://schemas.openxmlformats.org/officeDocument/2006/relationships/image" Target="../media/image370.png"/><Relationship Id="rId71" Type="http://schemas.openxmlformats.org/officeDocument/2006/relationships/image" Target="../media/image231.png"/><Relationship Id="rId92" Type="http://schemas.openxmlformats.org/officeDocument/2006/relationships/customXml" Target="../ink/ink242.xml"/><Relationship Id="rId213" Type="http://schemas.openxmlformats.org/officeDocument/2006/relationships/image" Target="../media/image301.png"/><Relationship Id="rId234" Type="http://schemas.openxmlformats.org/officeDocument/2006/relationships/customXml" Target="../ink/ink313.xml"/><Relationship Id="rId2" Type="http://schemas.openxmlformats.org/officeDocument/2006/relationships/customXml" Target="../ink/ink197.xml"/><Relationship Id="rId29" Type="http://schemas.openxmlformats.org/officeDocument/2006/relationships/image" Target="../media/image210.png"/><Relationship Id="rId255" Type="http://schemas.openxmlformats.org/officeDocument/2006/relationships/image" Target="../media/image322.png"/><Relationship Id="rId276" Type="http://schemas.openxmlformats.org/officeDocument/2006/relationships/customXml" Target="../ink/ink334.xml"/><Relationship Id="rId297" Type="http://schemas.openxmlformats.org/officeDocument/2006/relationships/image" Target="../media/image342.png"/><Relationship Id="rId40" Type="http://schemas.openxmlformats.org/officeDocument/2006/relationships/customXml" Target="../ink/ink216.xml"/><Relationship Id="rId115" Type="http://schemas.openxmlformats.org/officeDocument/2006/relationships/image" Target="../media/image253.png"/><Relationship Id="rId136" Type="http://schemas.openxmlformats.org/officeDocument/2006/relationships/customXml" Target="../ink/ink264.xml"/><Relationship Id="rId157" Type="http://schemas.openxmlformats.org/officeDocument/2006/relationships/image" Target="../media/image273.png"/><Relationship Id="rId178" Type="http://schemas.openxmlformats.org/officeDocument/2006/relationships/customXml" Target="../ink/ink285.xml"/><Relationship Id="rId301" Type="http://schemas.openxmlformats.org/officeDocument/2006/relationships/image" Target="../media/image344.png"/><Relationship Id="rId322" Type="http://schemas.openxmlformats.org/officeDocument/2006/relationships/customXml" Target="../ink/ink357.xml"/><Relationship Id="rId343" Type="http://schemas.openxmlformats.org/officeDocument/2006/relationships/image" Target="../media/image365.png"/><Relationship Id="rId364" Type="http://schemas.openxmlformats.org/officeDocument/2006/relationships/customXml" Target="../ink/ink378.xml"/><Relationship Id="rId61" Type="http://schemas.openxmlformats.org/officeDocument/2006/relationships/image" Target="../media/image226.png"/><Relationship Id="rId82" Type="http://schemas.openxmlformats.org/officeDocument/2006/relationships/customXml" Target="../ink/ink237.xml"/><Relationship Id="rId199" Type="http://schemas.openxmlformats.org/officeDocument/2006/relationships/image" Target="../media/image294.png"/><Relationship Id="rId203" Type="http://schemas.openxmlformats.org/officeDocument/2006/relationships/image" Target="../media/image296.png"/><Relationship Id="rId19" Type="http://schemas.openxmlformats.org/officeDocument/2006/relationships/image" Target="../media/image205.png"/><Relationship Id="rId224" Type="http://schemas.openxmlformats.org/officeDocument/2006/relationships/customXml" Target="../ink/ink308.xml"/><Relationship Id="rId245" Type="http://schemas.openxmlformats.org/officeDocument/2006/relationships/image" Target="../media/image317.png"/><Relationship Id="rId266" Type="http://schemas.openxmlformats.org/officeDocument/2006/relationships/customXml" Target="../ink/ink329.xml"/><Relationship Id="rId287" Type="http://schemas.openxmlformats.org/officeDocument/2006/relationships/image" Target="../media/image338.png"/><Relationship Id="rId30" Type="http://schemas.openxmlformats.org/officeDocument/2006/relationships/customXml" Target="../ink/ink211.xml"/><Relationship Id="rId105" Type="http://schemas.openxmlformats.org/officeDocument/2006/relationships/image" Target="../media/image248.png"/><Relationship Id="rId126" Type="http://schemas.openxmlformats.org/officeDocument/2006/relationships/customXml" Target="../ink/ink259.xml"/><Relationship Id="rId147" Type="http://schemas.openxmlformats.org/officeDocument/2006/relationships/image" Target="../media/image268.png"/><Relationship Id="rId168" Type="http://schemas.openxmlformats.org/officeDocument/2006/relationships/customXml" Target="../ink/ink280.xml"/><Relationship Id="rId312" Type="http://schemas.openxmlformats.org/officeDocument/2006/relationships/customXml" Target="../ink/ink352.xml"/><Relationship Id="rId333" Type="http://schemas.openxmlformats.org/officeDocument/2006/relationships/image" Target="../media/image360.png"/><Relationship Id="rId354" Type="http://schemas.openxmlformats.org/officeDocument/2006/relationships/customXml" Target="../ink/ink373.xml"/><Relationship Id="rId51" Type="http://schemas.openxmlformats.org/officeDocument/2006/relationships/image" Target="../media/image221.png"/><Relationship Id="rId72" Type="http://schemas.openxmlformats.org/officeDocument/2006/relationships/customXml" Target="../ink/ink232.xml"/><Relationship Id="rId93" Type="http://schemas.openxmlformats.org/officeDocument/2006/relationships/image" Target="../media/image242.png"/><Relationship Id="rId189" Type="http://schemas.openxmlformats.org/officeDocument/2006/relationships/image" Target="../media/image289.png"/><Relationship Id="rId3" Type="http://schemas.openxmlformats.org/officeDocument/2006/relationships/image" Target="../media/image197.png"/><Relationship Id="rId214" Type="http://schemas.openxmlformats.org/officeDocument/2006/relationships/customXml" Target="../ink/ink303.xml"/><Relationship Id="rId235" Type="http://schemas.openxmlformats.org/officeDocument/2006/relationships/image" Target="../media/image312.png"/><Relationship Id="rId256" Type="http://schemas.openxmlformats.org/officeDocument/2006/relationships/customXml" Target="../ink/ink324.xml"/><Relationship Id="rId277" Type="http://schemas.openxmlformats.org/officeDocument/2006/relationships/image" Target="../media/image333.png"/><Relationship Id="rId298" Type="http://schemas.openxmlformats.org/officeDocument/2006/relationships/customXml" Target="../ink/ink345.xml"/><Relationship Id="rId116" Type="http://schemas.openxmlformats.org/officeDocument/2006/relationships/customXml" Target="../ink/ink254.xml"/><Relationship Id="rId137" Type="http://schemas.openxmlformats.org/officeDocument/2006/relationships/image" Target="../media/image263.png"/><Relationship Id="rId158" Type="http://schemas.openxmlformats.org/officeDocument/2006/relationships/customXml" Target="../ink/ink275.xml"/><Relationship Id="rId302" Type="http://schemas.openxmlformats.org/officeDocument/2006/relationships/customXml" Target="../ink/ink347.xml"/><Relationship Id="rId323" Type="http://schemas.openxmlformats.org/officeDocument/2006/relationships/image" Target="../media/image355.png"/><Relationship Id="rId344" Type="http://schemas.openxmlformats.org/officeDocument/2006/relationships/customXml" Target="../ink/ink368.xml"/><Relationship Id="rId20" Type="http://schemas.openxmlformats.org/officeDocument/2006/relationships/customXml" Target="../ink/ink206.xml"/><Relationship Id="rId41" Type="http://schemas.openxmlformats.org/officeDocument/2006/relationships/image" Target="../media/image216.png"/><Relationship Id="rId62" Type="http://schemas.openxmlformats.org/officeDocument/2006/relationships/customXml" Target="../ink/ink227.xml"/><Relationship Id="rId83" Type="http://schemas.openxmlformats.org/officeDocument/2006/relationships/image" Target="../media/image237.png"/><Relationship Id="rId179" Type="http://schemas.openxmlformats.org/officeDocument/2006/relationships/image" Target="../media/image284.png"/><Relationship Id="rId365" Type="http://schemas.openxmlformats.org/officeDocument/2006/relationships/image" Target="../media/image376.png"/><Relationship Id="rId190" Type="http://schemas.openxmlformats.org/officeDocument/2006/relationships/customXml" Target="../ink/ink291.xml"/><Relationship Id="rId204" Type="http://schemas.openxmlformats.org/officeDocument/2006/relationships/customXml" Target="../ink/ink298.xml"/><Relationship Id="rId225" Type="http://schemas.openxmlformats.org/officeDocument/2006/relationships/image" Target="../media/image307.png"/><Relationship Id="rId246" Type="http://schemas.openxmlformats.org/officeDocument/2006/relationships/customXml" Target="../ink/ink319.xml"/><Relationship Id="rId267" Type="http://schemas.openxmlformats.org/officeDocument/2006/relationships/image" Target="../media/image328.png"/><Relationship Id="rId288" Type="http://schemas.openxmlformats.org/officeDocument/2006/relationships/customXml" Target="../ink/ink340.xml"/><Relationship Id="rId106" Type="http://schemas.openxmlformats.org/officeDocument/2006/relationships/customXml" Target="../ink/ink249.xml"/><Relationship Id="rId127" Type="http://schemas.openxmlformats.org/officeDocument/2006/relationships/image" Target="../media/image258.png"/><Relationship Id="rId313" Type="http://schemas.openxmlformats.org/officeDocument/2006/relationships/image" Target="../media/image350.png"/><Relationship Id="rId10" Type="http://schemas.openxmlformats.org/officeDocument/2006/relationships/customXml" Target="../ink/ink201.xml"/><Relationship Id="rId31" Type="http://schemas.openxmlformats.org/officeDocument/2006/relationships/image" Target="../media/image211.png"/><Relationship Id="rId52" Type="http://schemas.openxmlformats.org/officeDocument/2006/relationships/customXml" Target="../ink/ink222.xml"/><Relationship Id="rId73" Type="http://schemas.openxmlformats.org/officeDocument/2006/relationships/image" Target="../media/image232.png"/><Relationship Id="rId94" Type="http://schemas.openxmlformats.org/officeDocument/2006/relationships/customXml" Target="../ink/ink243.xml"/><Relationship Id="rId148" Type="http://schemas.openxmlformats.org/officeDocument/2006/relationships/customXml" Target="../ink/ink270.xml"/><Relationship Id="rId169" Type="http://schemas.openxmlformats.org/officeDocument/2006/relationships/image" Target="../media/image279.png"/><Relationship Id="rId334" Type="http://schemas.openxmlformats.org/officeDocument/2006/relationships/customXml" Target="../ink/ink363.xml"/><Relationship Id="rId355" Type="http://schemas.openxmlformats.org/officeDocument/2006/relationships/image" Target="../media/image371.png"/><Relationship Id="rId4" Type="http://schemas.openxmlformats.org/officeDocument/2006/relationships/customXml" Target="../ink/ink198.xml"/><Relationship Id="rId180" Type="http://schemas.openxmlformats.org/officeDocument/2006/relationships/customXml" Target="../ink/ink286.xml"/><Relationship Id="rId215" Type="http://schemas.openxmlformats.org/officeDocument/2006/relationships/image" Target="../media/image302.png"/><Relationship Id="rId236" Type="http://schemas.openxmlformats.org/officeDocument/2006/relationships/customXml" Target="../ink/ink314.xml"/><Relationship Id="rId257" Type="http://schemas.openxmlformats.org/officeDocument/2006/relationships/image" Target="../media/image323.png"/><Relationship Id="rId278" Type="http://schemas.openxmlformats.org/officeDocument/2006/relationships/customXml" Target="../ink/ink335.xml"/><Relationship Id="rId303" Type="http://schemas.openxmlformats.org/officeDocument/2006/relationships/image" Target="../media/image345.png"/><Relationship Id="rId42" Type="http://schemas.openxmlformats.org/officeDocument/2006/relationships/customXml" Target="../ink/ink217.xml"/><Relationship Id="rId84" Type="http://schemas.openxmlformats.org/officeDocument/2006/relationships/customXml" Target="../ink/ink238.xml"/><Relationship Id="rId138" Type="http://schemas.openxmlformats.org/officeDocument/2006/relationships/customXml" Target="../ink/ink265.xml"/><Relationship Id="rId345" Type="http://schemas.openxmlformats.org/officeDocument/2006/relationships/image" Target="../media/image366.png"/><Relationship Id="rId191" Type="http://schemas.openxmlformats.org/officeDocument/2006/relationships/image" Target="../media/image290.png"/><Relationship Id="rId205" Type="http://schemas.openxmlformats.org/officeDocument/2006/relationships/image" Target="../media/image297.png"/><Relationship Id="rId247" Type="http://schemas.openxmlformats.org/officeDocument/2006/relationships/image" Target="../media/image318.png"/><Relationship Id="rId107" Type="http://schemas.openxmlformats.org/officeDocument/2006/relationships/image" Target="../media/image249.png"/><Relationship Id="rId289" Type="http://schemas.openxmlformats.org/officeDocument/2006/relationships/image" Target="../media/image339.png"/><Relationship Id="rId11" Type="http://schemas.openxmlformats.org/officeDocument/2006/relationships/image" Target="../media/image201.png"/><Relationship Id="rId53" Type="http://schemas.openxmlformats.org/officeDocument/2006/relationships/image" Target="../media/image222.png"/><Relationship Id="rId149" Type="http://schemas.openxmlformats.org/officeDocument/2006/relationships/image" Target="../media/image269.png"/><Relationship Id="rId314" Type="http://schemas.openxmlformats.org/officeDocument/2006/relationships/customXml" Target="../ink/ink353.xml"/><Relationship Id="rId356" Type="http://schemas.openxmlformats.org/officeDocument/2006/relationships/customXml" Target="../ink/ink374.xml"/><Relationship Id="rId95" Type="http://schemas.openxmlformats.org/officeDocument/2006/relationships/image" Target="../media/image243.png"/><Relationship Id="rId160" Type="http://schemas.openxmlformats.org/officeDocument/2006/relationships/customXml" Target="../ink/ink276.xml"/><Relationship Id="rId216" Type="http://schemas.openxmlformats.org/officeDocument/2006/relationships/customXml" Target="../ink/ink304.xml"/><Relationship Id="rId258" Type="http://schemas.openxmlformats.org/officeDocument/2006/relationships/customXml" Target="../ink/ink325.xml"/><Relationship Id="rId22" Type="http://schemas.openxmlformats.org/officeDocument/2006/relationships/customXml" Target="../ink/ink207.xml"/><Relationship Id="rId64" Type="http://schemas.openxmlformats.org/officeDocument/2006/relationships/customXml" Target="../ink/ink228.xml"/><Relationship Id="rId118" Type="http://schemas.openxmlformats.org/officeDocument/2006/relationships/customXml" Target="../ink/ink255.xml"/><Relationship Id="rId325" Type="http://schemas.openxmlformats.org/officeDocument/2006/relationships/image" Target="../media/image356.png"/><Relationship Id="rId367" Type="http://schemas.openxmlformats.org/officeDocument/2006/relationships/image" Target="../media/image377.png"/><Relationship Id="rId171" Type="http://schemas.openxmlformats.org/officeDocument/2006/relationships/image" Target="../media/image280.png"/><Relationship Id="rId227" Type="http://schemas.openxmlformats.org/officeDocument/2006/relationships/image" Target="../media/image308.png"/><Relationship Id="rId269" Type="http://schemas.openxmlformats.org/officeDocument/2006/relationships/image" Target="../media/image329.png"/><Relationship Id="rId33" Type="http://schemas.openxmlformats.org/officeDocument/2006/relationships/image" Target="../media/image212.png"/><Relationship Id="rId129" Type="http://schemas.openxmlformats.org/officeDocument/2006/relationships/image" Target="../media/image259.png"/><Relationship Id="rId280" Type="http://schemas.openxmlformats.org/officeDocument/2006/relationships/customXml" Target="../ink/ink336.xml"/><Relationship Id="rId336" Type="http://schemas.openxmlformats.org/officeDocument/2006/relationships/customXml" Target="../ink/ink364.xml"/><Relationship Id="rId75" Type="http://schemas.openxmlformats.org/officeDocument/2006/relationships/image" Target="../media/image233.png"/><Relationship Id="rId140" Type="http://schemas.openxmlformats.org/officeDocument/2006/relationships/customXml" Target="../ink/ink266.xml"/><Relationship Id="rId182" Type="http://schemas.openxmlformats.org/officeDocument/2006/relationships/customXml" Target="../ink/ink287.xml"/><Relationship Id="rId6" Type="http://schemas.openxmlformats.org/officeDocument/2006/relationships/customXml" Target="../ink/ink199.xml"/><Relationship Id="rId238" Type="http://schemas.openxmlformats.org/officeDocument/2006/relationships/customXml" Target="../ink/ink315.xml"/><Relationship Id="rId291" Type="http://schemas.openxmlformats.org/officeDocument/2006/relationships/image" Target="../media/image49.png"/><Relationship Id="rId305" Type="http://schemas.openxmlformats.org/officeDocument/2006/relationships/image" Target="../media/image346.png"/><Relationship Id="rId347" Type="http://schemas.openxmlformats.org/officeDocument/2006/relationships/image" Target="../media/image367.png"/><Relationship Id="rId44" Type="http://schemas.openxmlformats.org/officeDocument/2006/relationships/customXml" Target="../ink/ink218.xml"/><Relationship Id="rId86" Type="http://schemas.openxmlformats.org/officeDocument/2006/relationships/customXml" Target="../ink/ink239.xml"/><Relationship Id="rId151" Type="http://schemas.openxmlformats.org/officeDocument/2006/relationships/image" Target="../media/image270.png"/><Relationship Id="rId193" Type="http://schemas.openxmlformats.org/officeDocument/2006/relationships/image" Target="../media/image291.png"/><Relationship Id="rId207" Type="http://schemas.openxmlformats.org/officeDocument/2006/relationships/image" Target="../media/image298.png"/><Relationship Id="rId249" Type="http://schemas.openxmlformats.org/officeDocument/2006/relationships/image" Target="../media/image319.png"/><Relationship Id="rId13" Type="http://schemas.openxmlformats.org/officeDocument/2006/relationships/image" Target="../media/image202.png"/><Relationship Id="rId109" Type="http://schemas.openxmlformats.org/officeDocument/2006/relationships/image" Target="../media/image250.png"/><Relationship Id="rId260" Type="http://schemas.openxmlformats.org/officeDocument/2006/relationships/customXml" Target="../ink/ink326.xml"/><Relationship Id="rId316" Type="http://schemas.openxmlformats.org/officeDocument/2006/relationships/customXml" Target="../ink/ink354.xml"/><Relationship Id="rId55" Type="http://schemas.openxmlformats.org/officeDocument/2006/relationships/image" Target="../media/image223.png"/><Relationship Id="rId97" Type="http://schemas.openxmlformats.org/officeDocument/2006/relationships/image" Target="../media/image244.png"/><Relationship Id="rId120" Type="http://schemas.openxmlformats.org/officeDocument/2006/relationships/customXml" Target="../ink/ink256.xml"/><Relationship Id="rId358" Type="http://schemas.openxmlformats.org/officeDocument/2006/relationships/customXml" Target="../ink/ink375.xml"/><Relationship Id="rId162" Type="http://schemas.openxmlformats.org/officeDocument/2006/relationships/customXml" Target="../ink/ink277.xml"/><Relationship Id="rId218" Type="http://schemas.openxmlformats.org/officeDocument/2006/relationships/customXml" Target="../ink/ink305.xml"/><Relationship Id="rId271" Type="http://schemas.openxmlformats.org/officeDocument/2006/relationships/image" Target="../media/image330.png"/><Relationship Id="rId24" Type="http://schemas.openxmlformats.org/officeDocument/2006/relationships/customXml" Target="../ink/ink208.xml"/><Relationship Id="rId66" Type="http://schemas.openxmlformats.org/officeDocument/2006/relationships/customXml" Target="../ink/ink229.xml"/><Relationship Id="rId131" Type="http://schemas.openxmlformats.org/officeDocument/2006/relationships/image" Target="../media/image260.png"/><Relationship Id="rId327" Type="http://schemas.openxmlformats.org/officeDocument/2006/relationships/image" Target="../media/image357.png"/><Relationship Id="rId369" Type="http://schemas.openxmlformats.org/officeDocument/2006/relationships/image" Target="../media/image378.png"/><Relationship Id="rId173" Type="http://schemas.openxmlformats.org/officeDocument/2006/relationships/image" Target="../media/image281.png"/><Relationship Id="rId229" Type="http://schemas.openxmlformats.org/officeDocument/2006/relationships/image" Target="../media/image309.png"/><Relationship Id="rId240" Type="http://schemas.openxmlformats.org/officeDocument/2006/relationships/customXml" Target="../ink/ink316.xml"/><Relationship Id="rId35" Type="http://schemas.openxmlformats.org/officeDocument/2006/relationships/image" Target="../media/image213.png"/><Relationship Id="rId77" Type="http://schemas.openxmlformats.org/officeDocument/2006/relationships/image" Target="../media/image234.png"/><Relationship Id="rId100" Type="http://schemas.openxmlformats.org/officeDocument/2006/relationships/customXml" Target="../ink/ink246.xml"/><Relationship Id="rId282" Type="http://schemas.openxmlformats.org/officeDocument/2006/relationships/customXml" Target="../ink/ink337.xml"/><Relationship Id="rId338" Type="http://schemas.openxmlformats.org/officeDocument/2006/relationships/customXml" Target="../ink/ink365.xml"/><Relationship Id="rId8" Type="http://schemas.openxmlformats.org/officeDocument/2006/relationships/customXml" Target="../ink/ink200.xml"/><Relationship Id="rId142" Type="http://schemas.openxmlformats.org/officeDocument/2006/relationships/customXml" Target="../ink/ink267.xml"/><Relationship Id="rId184" Type="http://schemas.openxmlformats.org/officeDocument/2006/relationships/customXml" Target="../ink/ink288.xml"/><Relationship Id="rId251" Type="http://schemas.openxmlformats.org/officeDocument/2006/relationships/image" Target="../media/image320.png"/><Relationship Id="rId46" Type="http://schemas.openxmlformats.org/officeDocument/2006/relationships/customXml" Target="../ink/ink219.xml"/><Relationship Id="rId293" Type="http://schemas.openxmlformats.org/officeDocument/2006/relationships/image" Target="../media/image340.png"/><Relationship Id="rId307" Type="http://schemas.openxmlformats.org/officeDocument/2006/relationships/image" Target="../media/image347.png"/><Relationship Id="rId349" Type="http://schemas.openxmlformats.org/officeDocument/2006/relationships/image" Target="../media/image368.png"/><Relationship Id="rId88" Type="http://schemas.openxmlformats.org/officeDocument/2006/relationships/customXml" Target="../ink/ink240.xml"/><Relationship Id="rId111" Type="http://schemas.openxmlformats.org/officeDocument/2006/relationships/image" Target="../media/image251.png"/><Relationship Id="rId153" Type="http://schemas.openxmlformats.org/officeDocument/2006/relationships/image" Target="../media/image271.png"/><Relationship Id="rId195" Type="http://schemas.openxmlformats.org/officeDocument/2006/relationships/image" Target="../media/image292.png"/><Relationship Id="rId209" Type="http://schemas.openxmlformats.org/officeDocument/2006/relationships/image" Target="../media/image299.png"/><Relationship Id="rId360" Type="http://schemas.openxmlformats.org/officeDocument/2006/relationships/customXml" Target="../ink/ink376.xml"/><Relationship Id="rId220" Type="http://schemas.openxmlformats.org/officeDocument/2006/relationships/customXml" Target="../ink/ink306.xml"/><Relationship Id="rId15" Type="http://schemas.openxmlformats.org/officeDocument/2006/relationships/image" Target="../media/image203.png"/><Relationship Id="rId57" Type="http://schemas.openxmlformats.org/officeDocument/2006/relationships/image" Target="../media/image224.png"/><Relationship Id="rId262" Type="http://schemas.openxmlformats.org/officeDocument/2006/relationships/customXml" Target="../ink/ink327.xml"/><Relationship Id="rId318" Type="http://schemas.openxmlformats.org/officeDocument/2006/relationships/customXml" Target="../ink/ink355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38.png"/><Relationship Id="rId21" Type="http://schemas.openxmlformats.org/officeDocument/2006/relationships/image" Target="../media/image390.png"/><Relationship Id="rId42" Type="http://schemas.openxmlformats.org/officeDocument/2006/relationships/customXml" Target="../ink/ink403.xml"/><Relationship Id="rId63" Type="http://schemas.openxmlformats.org/officeDocument/2006/relationships/image" Target="../media/image411.png"/><Relationship Id="rId84" Type="http://schemas.openxmlformats.org/officeDocument/2006/relationships/customXml" Target="../ink/ink424.xml"/><Relationship Id="rId138" Type="http://schemas.openxmlformats.org/officeDocument/2006/relationships/customXml" Target="../ink/ink451.xml"/><Relationship Id="rId159" Type="http://schemas.openxmlformats.org/officeDocument/2006/relationships/image" Target="../media/image459.png"/><Relationship Id="rId170" Type="http://schemas.openxmlformats.org/officeDocument/2006/relationships/customXml" Target="../ink/ink467.xml"/><Relationship Id="rId191" Type="http://schemas.openxmlformats.org/officeDocument/2006/relationships/image" Target="../media/image475.png"/><Relationship Id="rId107" Type="http://schemas.openxmlformats.org/officeDocument/2006/relationships/image" Target="../media/image433.png"/><Relationship Id="rId11" Type="http://schemas.openxmlformats.org/officeDocument/2006/relationships/image" Target="../media/image385.png"/><Relationship Id="rId32" Type="http://schemas.openxmlformats.org/officeDocument/2006/relationships/customXml" Target="../ink/ink398.xml"/><Relationship Id="rId53" Type="http://schemas.openxmlformats.org/officeDocument/2006/relationships/image" Target="../media/image406.png"/><Relationship Id="rId74" Type="http://schemas.openxmlformats.org/officeDocument/2006/relationships/customXml" Target="../ink/ink419.xml"/><Relationship Id="rId128" Type="http://schemas.openxmlformats.org/officeDocument/2006/relationships/customXml" Target="../ink/ink446.xml"/><Relationship Id="rId149" Type="http://schemas.openxmlformats.org/officeDocument/2006/relationships/image" Target="../media/image454.png"/><Relationship Id="rId5" Type="http://schemas.openxmlformats.org/officeDocument/2006/relationships/image" Target="../media/image382.png"/><Relationship Id="rId95" Type="http://schemas.openxmlformats.org/officeDocument/2006/relationships/image" Target="../media/image427.png"/><Relationship Id="rId160" Type="http://schemas.openxmlformats.org/officeDocument/2006/relationships/customXml" Target="../ink/ink462.xml"/><Relationship Id="rId181" Type="http://schemas.openxmlformats.org/officeDocument/2006/relationships/image" Target="../media/image470.png"/><Relationship Id="rId22" Type="http://schemas.openxmlformats.org/officeDocument/2006/relationships/customXml" Target="../ink/ink393.xml"/><Relationship Id="rId43" Type="http://schemas.openxmlformats.org/officeDocument/2006/relationships/image" Target="../media/image401.png"/><Relationship Id="rId64" Type="http://schemas.openxmlformats.org/officeDocument/2006/relationships/customXml" Target="../ink/ink414.xml"/><Relationship Id="rId118" Type="http://schemas.openxmlformats.org/officeDocument/2006/relationships/customXml" Target="../ink/ink441.xml"/><Relationship Id="rId139" Type="http://schemas.openxmlformats.org/officeDocument/2006/relationships/image" Target="../media/image449.png"/><Relationship Id="rId85" Type="http://schemas.openxmlformats.org/officeDocument/2006/relationships/image" Target="../media/image422.png"/><Relationship Id="rId150" Type="http://schemas.openxmlformats.org/officeDocument/2006/relationships/customXml" Target="../ink/ink457.xml"/><Relationship Id="rId171" Type="http://schemas.openxmlformats.org/officeDocument/2006/relationships/image" Target="../media/image465.png"/><Relationship Id="rId192" Type="http://schemas.openxmlformats.org/officeDocument/2006/relationships/customXml" Target="../ink/ink478.xml"/><Relationship Id="rId12" Type="http://schemas.openxmlformats.org/officeDocument/2006/relationships/customXml" Target="../ink/ink388.xml"/><Relationship Id="rId33" Type="http://schemas.openxmlformats.org/officeDocument/2006/relationships/image" Target="../media/image396.png"/><Relationship Id="rId108" Type="http://schemas.openxmlformats.org/officeDocument/2006/relationships/customXml" Target="../ink/ink436.xml"/><Relationship Id="rId129" Type="http://schemas.openxmlformats.org/officeDocument/2006/relationships/image" Target="../media/image444.png"/><Relationship Id="rId54" Type="http://schemas.openxmlformats.org/officeDocument/2006/relationships/customXml" Target="../ink/ink409.xml"/><Relationship Id="rId75" Type="http://schemas.openxmlformats.org/officeDocument/2006/relationships/image" Target="../media/image417.png"/><Relationship Id="rId96" Type="http://schemas.openxmlformats.org/officeDocument/2006/relationships/customXml" Target="../ink/ink430.xml"/><Relationship Id="rId140" Type="http://schemas.openxmlformats.org/officeDocument/2006/relationships/customXml" Target="../ink/ink452.xml"/><Relationship Id="rId161" Type="http://schemas.openxmlformats.org/officeDocument/2006/relationships/image" Target="../media/image460.png"/><Relationship Id="rId182" Type="http://schemas.openxmlformats.org/officeDocument/2006/relationships/customXml" Target="../ink/ink473.xml"/><Relationship Id="rId6" Type="http://schemas.openxmlformats.org/officeDocument/2006/relationships/customXml" Target="../ink/ink385.xml"/><Relationship Id="rId23" Type="http://schemas.openxmlformats.org/officeDocument/2006/relationships/image" Target="../media/image391.png"/><Relationship Id="rId119" Type="http://schemas.openxmlformats.org/officeDocument/2006/relationships/image" Target="../media/image439.png"/><Relationship Id="rId44" Type="http://schemas.openxmlformats.org/officeDocument/2006/relationships/customXml" Target="../ink/ink404.xml"/><Relationship Id="rId65" Type="http://schemas.openxmlformats.org/officeDocument/2006/relationships/image" Target="../media/image412.png"/><Relationship Id="rId86" Type="http://schemas.openxmlformats.org/officeDocument/2006/relationships/customXml" Target="../ink/ink425.xml"/><Relationship Id="rId130" Type="http://schemas.openxmlformats.org/officeDocument/2006/relationships/customXml" Target="../ink/ink447.xml"/><Relationship Id="rId151" Type="http://schemas.openxmlformats.org/officeDocument/2006/relationships/image" Target="../media/image455.png"/><Relationship Id="rId172" Type="http://schemas.openxmlformats.org/officeDocument/2006/relationships/customXml" Target="../ink/ink468.xml"/><Relationship Id="rId193" Type="http://schemas.openxmlformats.org/officeDocument/2006/relationships/image" Target="../media/image476.png"/><Relationship Id="rId13" Type="http://schemas.openxmlformats.org/officeDocument/2006/relationships/image" Target="../media/image386.png"/><Relationship Id="rId109" Type="http://schemas.openxmlformats.org/officeDocument/2006/relationships/image" Target="../media/image434.png"/><Relationship Id="rId34" Type="http://schemas.openxmlformats.org/officeDocument/2006/relationships/customXml" Target="../ink/ink399.xml"/><Relationship Id="rId55" Type="http://schemas.openxmlformats.org/officeDocument/2006/relationships/image" Target="../media/image407.png"/><Relationship Id="rId76" Type="http://schemas.openxmlformats.org/officeDocument/2006/relationships/customXml" Target="../ink/ink420.xml"/><Relationship Id="rId97" Type="http://schemas.openxmlformats.org/officeDocument/2006/relationships/image" Target="../media/image428.png"/><Relationship Id="rId120" Type="http://schemas.openxmlformats.org/officeDocument/2006/relationships/customXml" Target="../ink/ink442.xml"/><Relationship Id="rId141" Type="http://schemas.openxmlformats.org/officeDocument/2006/relationships/image" Target="../media/image450.png"/><Relationship Id="rId7" Type="http://schemas.openxmlformats.org/officeDocument/2006/relationships/image" Target="../media/image383.png"/><Relationship Id="rId162" Type="http://schemas.openxmlformats.org/officeDocument/2006/relationships/customXml" Target="../ink/ink463.xml"/><Relationship Id="rId183" Type="http://schemas.openxmlformats.org/officeDocument/2006/relationships/image" Target="../media/image471.png"/><Relationship Id="rId2" Type="http://schemas.openxmlformats.org/officeDocument/2006/relationships/customXml" Target="../ink/ink383.xml"/><Relationship Id="rId29" Type="http://schemas.openxmlformats.org/officeDocument/2006/relationships/image" Target="../media/image394.png"/><Relationship Id="rId24" Type="http://schemas.openxmlformats.org/officeDocument/2006/relationships/customXml" Target="../ink/ink394.xml"/><Relationship Id="rId40" Type="http://schemas.openxmlformats.org/officeDocument/2006/relationships/customXml" Target="../ink/ink402.xml"/><Relationship Id="rId45" Type="http://schemas.openxmlformats.org/officeDocument/2006/relationships/image" Target="../media/image402.png"/><Relationship Id="rId66" Type="http://schemas.openxmlformats.org/officeDocument/2006/relationships/customXml" Target="../ink/ink415.xml"/><Relationship Id="rId87" Type="http://schemas.openxmlformats.org/officeDocument/2006/relationships/image" Target="../media/image423.png"/><Relationship Id="rId110" Type="http://schemas.openxmlformats.org/officeDocument/2006/relationships/customXml" Target="../ink/ink437.xml"/><Relationship Id="rId115" Type="http://schemas.openxmlformats.org/officeDocument/2006/relationships/image" Target="../media/image437.png"/><Relationship Id="rId131" Type="http://schemas.openxmlformats.org/officeDocument/2006/relationships/image" Target="../media/image445.png"/><Relationship Id="rId136" Type="http://schemas.openxmlformats.org/officeDocument/2006/relationships/customXml" Target="../ink/ink450.xml"/><Relationship Id="rId157" Type="http://schemas.openxmlformats.org/officeDocument/2006/relationships/image" Target="../media/image458.png"/><Relationship Id="rId178" Type="http://schemas.openxmlformats.org/officeDocument/2006/relationships/customXml" Target="../ink/ink471.xml"/><Relationship Id="rId61" Type="http://schemas.openxmlformats.org/officeDocument/2006/relationships/image" Target="../media/image410.png"/><Relationship Id="rId82" Type="http://schemas.openxmlformats.org/officeDocument/2006/relationships/customXml" Target="../ink/ink423.xml"/><Relationship Id="rId152" Type="http://schemas.openxmlformats.org/officeDocument/2006/relationships/customXml" Target="../ink/ink458.xml"/><Relationship Id="rId173" Type="http://schemas.openxmlformats.org/officeDocument/2006/relationships/image" Target="../media/image466.png"/><Relationship Id="rId194" Type="http://schemas.openxmlformats.org/officeDocument/2006/relationships/customXml" Target="../ink/ink479.xml"/><Relationship Id="rId199" Type="http://schemas.openxmlformats.org/officeDocument/2006/relationships/image" Target="../media/image479.png"/><Relationship Id="rId19" Type="http://schemas.openxmlformats.org/officeDocument/2006/relationships/image" Target="../media/image389.png"/><Relationship Id="rId14" Type="http://schemas.openxmlformats.org/officeDocument/2006/relationships/customXml" Target="../ink/ink389.xml"/><Relationship Id="rId30" Type="http://schemas.openxmlformats.org/officeDocument/2006/relationships/customXml" Target="../ink/ink397.xml"/><Relationship Id="rId35" Type="http://schemas.openxmlformats.org/officeDocument/2006/relationships/image" Target="../media/image397.png"/><Relationship Id="rId56" Type="http://schemas.openxmlformats.org/officeDocument/2006/relationships/customXml" Target="../ink/ink410.xml"/><Relationship Id="rId77" Type="http://schemas.openxmlformats.org/officeDocument/2006/relationships/image" Target="../media/image418.png"/><Relationship Id="rId100" Type="http://schemas.openxmlformats.org/officeDocument/2006/relationships/customXml" Target="../ink/ink432.xml"/><Relationship Id="rId105" Type="http://schemas.openxmlformats.org/officeDocument/2006/relationships/image" Target="../media/image432.png"/><Relationship Id="rId126" Type="http://schemas.openxmlformats.org/officeDocument/2006/relationships/customXml" Target="../ink/ink445.xml"/><Relationship Id="rId147" Type="http://schemas.openxmlformats.org/officeDocument/2006/relationships/image" Target="../media/image453.png"/><Relationship Id="rId168" Type="http://schemas.openxmlformats.org/officeDocument/2006/relationships/customXml" Target="../ink/ink466.xml"/><Relationship Id="rId8" Type="http://schemas.openxmlformats.org/officeDocument/2006/relationships/customXml" Target="../ink/ink386.xml"/><Relationship Id="rId51" Type="http://schemas.openxmlformats.org/officeDocument/2006/relationships/image" Target="../media/image405.png"/><Relationship Id="rId72" Type="http://schemas.openxmlformats.org/officeDocument/2006/relationships/customXml" Target="../ink/ink418.xml"/><Relationship Id="rId93" Type="http://schemas.openxmlformats.org/officeDocument/2006/relationships/image" Target="../media/image426.png"/><Relationship Id="rId98" Type="http://schemas.openxmlformats.org/officeDocument/2006/relationships/customXml" Target="../ink/ink431.xml"/><Relationship Id="rId121" Type="http://schemas.openxmlformats.org/officeDocument/2006/relationships/image" Target="../media/image440.png"/><Relationship Id="rId142" Type="http://schemas.openxmlformats.org/officeDocument/2006/relationships/customXml" Target="../ink/ink453.xml"/><Relationship Id="rId163" Type="http://schemas.openxmlformats.org/officeDocument/2006/relationships/image" Target="../media/image461.png"/><Relationship Id="rId184" Type="http://schemas.openxmlformats.org/officeDocument/2006/relationships/customXml" Target="../ink/ink474.xml"/><Relationship Id="rId189" Type="http://schemas.openxmlformats.org/officeDocument/2006/relationships/image" Target="../media/image474.png"/><Relationship Id="rId3" Type="http://schemas.openxmlformats.org/officeDocument/2006/relationships/image" Target="../media/image381.png"/><Relationship Id="rId25" Type="http://schemas.openxmlformats.org/officeDocument/2006/relationships/image" Target="../media/image392.png"/><Relationship Id="rId46" Type="http://schemas.openxmlformats.org/officeDocument/2006/relationships/customXml" Target="../ink/ink405.xml"/><Relationship Id="rId67" Type="http://schemas.openxmlformats.org/officeDocument/2006/relationships/image" Target="../media/image413.png"/><Relationship Id="rId116" Type="http://schemas.openxmlformats.org/officeDocument/2006/relationships/customXml" Target="../ink/ink440.xml"/><Relationship Id="rId137" Type="http://schemas.openxmlformats.org/officeDocument/2006/relationships/image" Target="../media/image448.png"/><Relationship Id="rId158" Type="http://schemas.openxmlformats.org/officeDocument/2006/relationships/customXml" Target="../ink/ink461.xml"/><Relationship Id="rId20" Type="http://schemas.openxmlformats.org/officeDocument/2006/relationships/customXml" Target="../ink/ink392.xml"/><Relationship Id="rId41" Type="http://schemas.openxmlformats.org/officeDocument/2006/relationships/image" Target="../media/image400.png"/><Relationship Id="rId62" Type="http://schemas.openxmlformats.org/officeDocument/2006/relationships/customXml" Target="../ink/ink413.xml"/><Relationship Id="rId83" Type="http://schemas.openxmlformats.org/officeDocument/2006/relationships/image" Target="../media/image421.png"/><Relationship Id="rId88" Type="http://schemas.openxmlformats.org/officeDocument/2006/relationships/customXml" Target="../ink/ink426.xml"/><Relationship Id="rId111" Type="http://schemas.openxmlformats.org/officeDocument/2006/relationships/image" Target="../media/image435.png"/><Relationship Id="rId132" Type="http://schemas.openxmlformats.org/officeDocument/2006/relationships/customXml" Target="../ink/ink448.xml"/><Relationship Id="rId153" Type="http://schemas.openxmlformats.org/officeDocument/2006/relationships/image" Target="../media/image456.png"/><Relationship Id="rId174" Type="http://schemas.openxmlformats.org/officeDocument/2006/relationships/customXml" Target="../ink/ink469.xml"/><Relationship Id="rId179" Type="http://schemas.openxmlformats.org/officeDocument/2006/relationships/image" Target="../media/image469.png"/><Relationship Id="rId195" Type="http://schemas.openxmlformats.org/officeDocument/2006/relationships/image" Target="../media/image477.png"/><Relationship Id="rId190" Type="http://schemas.openxmlformats.org/officeDocument/2006/relationships/customXml" Target="../ink/ink477.xml"/><Relationship Id="rId15" Type="http://schemas.openxmlformats.org/officeDocument/2006/relationships/image" Target="../media/image387.png"/><Relationship Id="rId36" Type="http://schemas.openxmlformats.org/officeDocument/2006/relationships/customXml" Target="../ink/ink400.xml"/><Relationship Id="rId57" Type="http://schemas.openxmlformats.org/officeDocument/2006/relationships/image" Target="../media/image408.png"/><Relationship Id="rId106" Type="http://schemas.openxmlformats.org/officeDocument/2006/relationships/customXml" Target="../ink/ink435.xml"/><Relationship Id="rId127" Type="http://schemas.openxmlformats.org/officeDocument/2006/relationships/image" Target="../media/image443.png"/><Relationship Id="rId10" Type="http://schemas.openxmlformats.org/officeDocument/2006/relationships/customXml" Target="../ink/ink387.xml"/><Relationship Id="rId31" Type="http://schemas.openxmlformats.org/officeDocument/2006/relationships/image" Target="../media/image395.png"/><Relationship Id="rId52" Type="http://schemas.openxmlformats.org/officeDocument/2006/relationships/customXml" Target="../ink/ink408.xml"/><Relationship Id="rId73" Type="http://schemas.openxmlformats.org/officeDocument/2006/relationships/image" Target="../media/image416.png"/><Relationship Id="rId78" Type="http://schemas.openxmlformats.org/officeDocument/2006/relationships/customXml" Target="../ink/ink421.xml"/><Relationship Id="rId94" Type="http://schemas.openxmlformats.org/officeDocument/2006/relationships/customXml" Target="../ink/ink429.xml"/><Relationship Id="rId99" Type="http://schemas.openxmlformats.org/officeDocument/2006/relationships/image" Target="../media/image429.png"/><Relationship Id="rId101" Type="http://schemas.openxmlformats.org/officeDocument/2006/relationships/image" Target="../media/image430.png"/><Relationship Id="rId122" Type="http://schemas.openxmlformats.org/officeDocument/2006/relationships/customXml" Target="../ink/ink443.xml"/><Relationship Id="rId143" Type="http://schemas.openxmlformats.org/officeDocument/2006/relationships/image" Target="../media/image451.png"/><Relationship Id="rId148" Type="http://schemas.openxmlformats.org/officeDocument/2006/relationships/customXml" Target="../ink/ink456.xml"/><Relationship Id="rId164" Type="http://schemas.openxmlformats.org/officeDocument/2006/relationships/customXml" Target="../ink/ink464.xml"/><Relationship Id="rId169" Type="http://schemas.openxmlformats.org/officeDocument/2006/relationships/image" Target="../media/image464.png"/><Relationship Id="rId185" Type="http://schemas.openxmlformats.org/officeDocument/2006/relationships/image" Target="../media/image472.png"/><Relationship Id="rId4" Type="http://schemas.openxmlformats.org/officeDocument/2006/relationships/customXml" Target="../ink/ink384.xml"/><Relationship Id="rId9" Type="http://schemas.openxmlformats.org/officeDocument/2006/relationships/image" Target="../media/image384.png"/><Relationship Id="rId180" Type="http://schemas.openxmlformats.org/officeDocument/2006/relationships/customXml" Target="../ink/ink472.xml"/><Relationship Id="rId26" Type="http://schemas.openxmlformats.org/officeDocument/2006/relationships/customXml" Target="../ink/ink395.xml"/><Relationship Id="rId47" Type="http://schemas.openxmlformats.org/officeDocument/2006/relationships/image" Target="../media/image403.png"/><Relationship Id="rId68" Type="http://schemas.openxmlformats.org/officeDocument/2006/relationships/customXml" Target="../ink/ink416.xml"/><Relationship Id="rId89" Type="http://schemas.openxmlformats.org/officeDocument/2006/relationships/image" Target="../media/image424.png"/><Relationship Id="rId112" Type="http://schemas.openxmlformats.org/officeDocument/2006/relationships/customXml" Target="../ink/ink438.xml"/><Relationship Id="rId133" Type="http://schemas.openxmlformats.org/officeDocument/2006/relationships/image" Target="../media/image446.png"/><Relationship Id="rId154" Type="http://schemas.openxmlformats.org/officeDocument/2006/relationships/customXml" Target="../ink/ink459.xml"/><Relationship Id="rId175" Type="http://schemas.openxmlformats.org/officeDocument/2006/relationships/image" Target="../media/image467.png"/><Relationship Id="rId196" Type="http://schemas.openxmlformats.org/officeDocument/2006/relationships/customXml" Target="../ink/ink480.xml"/><Relationship Id="rId200" Type="http://schemas.openxmlformats.org/officeDocument/2006/relationships/customXml" Target="../ink/ink482.xml"/><Relationship Id="rId16" Type="http://schemas.openxmlformats.org/officeDocument/2006/relationships/customXml" Target="../ink/ink390.xml"/><Relationship Id="rId37" Type="http://schemas.openxmlformats.org/officeDocument/2006/relationships/image" Target="../media/image398.png"/><Relationship Id="rId58" Type="http://schemas.openxmlformats.org/officeDocument/2006/relationships/customXml" Target="../ink/ink411.xml"/><Relationship Id="rId79" Type="http://schemas.openxmlformats.org/officeDocument/2006/relationships/image" Target="../media/image419.png"/><Relationship Id="rId102" Type="http://schemas.openxmlformats.org/officeDocument/2006/relationships/customXml" Target="../ink/ink433.xml"/><Relationship Id="rId123" Type="http://schemas.openxmlformats.org/officeDocument/2006/relationships/image" Target="../media/image441.png"/><Relationship Id="rId144" Type="http://schemas.openxmlformats.org/officeDocument/2006/relationships/customXml" Target="../ink/ink454.xml"/><Relationship Id="rId90" Type="http://schemas.openxmlformats.org/officeDocument/2006/relationships/customXml" Target="../ink/ink427.xml"/><Relationship Id="rId165" Type="http://schemas.openxmlformats.org/officeDocument/2006/relationships/image" Target="../media/image462.png"/><Relationship Id="rId186" Type="http://schemas.openxmlformats.org/officeDocument/2006/relationships/customXml" Target="../ink/ink475.xml"/><Relationship Id="rId27" Type="http://schemas.openxmlformats.org/officeDocument/2006/relationships/image" Target="../media/image393.png"/><Relationship Id="rId48" Type="http://schemas.openxmlformats.org/officeDocument/2006/relationships/customXml" Target="../ink/ink406.xml"/><Relationship Id="rId69" Type="http://schemas.openxmlformats.org/officeDocument/2006/relationships/image" Target="../media/image414.png"/><Relationship Id="rId113" Type="http://schemas.openxmlformats.org/officeDocument/2006/relationships/image" Target="../media/image436.png"/><Relationship Id="rId134" Type="http://schemas.openxmlformats.org/officeDocument/2006/relationships/customXml" Target="../ink/ink449.xml"/><Relationship Id="rId80" Type="http://schemas.openxmlformats.org/officeDocument/2006/relationships/customXml" Target="../ink/ink422.xml"/><Relationship Id="rId155" Type="http://schemas.openxmlformats.org/officeDocument/2006/relationships/image" Target="../media/image457.png"/><Relationship Id="rId176" Type="http://schemas.openxmlformats.org/officeDocument/2006/relationships/customXml" Target="../ink/ink470.xml"/><Relationship Id="rId197" Type="http://schemas.openxmlformats.org/officeDocument/2006/relationships/image" Target="../media/image478.png"/><Relationship Id="rId201" Type="http://schemas.openxmlformats.org/officeDocument/2006/relationships/image" Target="../media/image480.png"/><Relationship Id="rId17" Type="http://schemas.openxmlformats.org/officeDocument/2006/relationships/image" Target="../media/image388.png"/><Relationship Id="rId38" Type="http://schemas.openxmlformats.org/officeDocument/2006/relationships/customXml" Target="../ink/ink401.xml"/><Relationship Id="rId59" Type="http://schemas.openxmlformats.org/officeDocument/2006/relationships/image" Target="../media/image409.png"/><Relationship Id="rId103" Type="http://schemas.openxmlformats.org/officeDocument/2006/relationships/image" Target="../media/image431.png"/><Relationship Id="rId124" Type="http://schemas.openxmlformats.org/officeDocument/2006/relationships/customXml" Target="../ink/ink444.xml"/><Relationship Id="rId70" Type="http://schemas.openxmlformats.org/officeDocument/2006/relationships/customXml" Target="../ink/ink417.xml"/><Relationship Id="rId91" Type="http://schemas.openxmlformats.org/officeDocument/2006/relationships/image" Target="../media/image425.png"/><Relationship Id="rId145" Type="http://schemas.openxmlformats.org/officeDocument/2006/relationships/image" Target="../media/image452.png"/><Relationship Id="rId166" Type="http://schemas.openxmlformats.org/officeDocument/2006/relationships/customXml" Target="../ink/ink465.xml"/><Relationship Id="rId187" Type="http://schemas.openxmlformats.org/officeDocument/2006/relationships/image" Target="../media/image473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396.xml"/><Relationship Id="rId49" Type="http://schemas.openxmlformats.org/officeDocument/2006/relationships/image" Target="../media/image404.png"/><Relationship Id="rId114" Type="http://schemas.openxmlformats.org/officeDocument/2006/relationships/customXml" Target="../ink/ink439.xml"/><Relationship Id="rId60" Type="http://schemas.openxmlformats.org/officeDocument/2006/relationships/customXml" Target="../ink/ink412.xml"/><Relationship Id="rId81" Type="http://schemas.openxmlformats.org/officeDocument/2006/relationships/image" Target="../media/image420.png"/><Relationship Id="rId135" Type="http://schemas.openxmlformats.org/officeDocument/2006/relationships/image" Target="../media/image447.png"/><Relationship Id="rId156" Type="http://schemas.openxmlformats.org/officeDocument/2006/relationships/customXml" Target="../ink/ink460.xml"/><Relationship Id="rId177" Type="http://schemas.openxmlformats.org/officeDocument/2006/relationships/image" Target="../media/image468.png"/><Relationship Id="rId198" Type="http://schemas.openxmlformats.org/officeDocument/2006/relationships/customXml" Target="../ink/ink481.xml"/><Relationship Id="rId18" Type="http://schemas.openxmlformats.org/officeDocument/2006/relationships/customXml" Target="../ink/ink391.xml"/><Relationship Id="rId39" Type="http://schemas.openxmlformats.org/officeDocument/2006/relationships/image" Target="../media/image399.png"/><Relationship Id="rId50" Type="http://schemas.openxmlformats.org/officeDocument/2006/relationships/customXml" Target="../ink/ink407.xml"/><Relationship Id="rId104" Type="http://schemas.openxmlformats.org/officeDocument/2006/relationships/customXml" Target="../ink/ink434.xml"/><Relationship Id="rId125" Type="http://schemas.openxmlformats.org/officeDocument/2006/relationships/image" Target="../media/image442.png"/><Relationship Id="rId146" Type="http://schemas.openxmlformats.org/officeDocument/2006/relationships/customXml" Target="../ink/ink455.xml"/><Relationship Id="rId167" Type="http://schemas.openxmlformats.org/officeDocument/2006/relationships/image" Target="../media/image463.png"/><Relationship Id="rId188" Type="http://schemas.openxmlformats.org/officeDocument/2006/relationships/customXml" Target="../ink/ink476.xml"/><Relationship Id="rId71" Type="http://schemas.openxmlformats.org/officeDocument/2006/relationships/image" Target="../media/image415.png"/><Relationship Id="rId92" Type="http://schemas.openxmlformats.org/officeDocument/2006/relationships/customXml" Target="../ink/ink428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8.png"/><Relationship Id="rId21" Type="http://schemas.openxmlformats.org/officeDocument/2006/relationships/image" Target="../media/image490.png"/><Relationship Id="rId63" Type="http://schemas.openxmlformats.org/officeDocument/2006/relationships/image" Target="../media/image511.png"/><Relationship Id="rId159" Type="http://schemas.openxmlformats.org/officeDocument/2006/relationships/image" Target="../media/image559.png"/><Relationship Id="rId170" Type="http://schemas.openxmlformats.org/officeDocument/2006/relationships/customXml" Target="../ink/ink567.xml"/><Relationship Id="rId226" Type="http://schemas.openxmlformats.org/officeDocument/2006/relationships/customXml" Target="../ink/ink595.xml"/><Relationship Id="rId268" Type="http://schemas.openxmlformats.org/officeDocument/2006/relationships/customXml" Target="../ink/ink616.xml"/><Relationship Id="rId32" Type="http://schemas.openxmlformats.org/officeDocument/2006/relationships/customXml" Target="../ink/ink498.xml"/><Relationship Id="rId74" Type="http://schemas.openxmlformats.org/officeDocument/2006/relationships/customXml" Target="../ink/ink519.xml"/><Relationship Id="rId128" Type="http://schemas.openxmlformats.org/officeDocument/2006/relationships/customXml" Target="../ink/ink546.xml"/><Relationship Id="rId5" Type="http://schemas.openxmlformats.org/officeDocument/2006/relationships/image" Target="../media/image482.png"/><Relationship Id="rId95" Type="http://schemas.openxmlformats.org/officeDocument/2006/relationships/image" Target="../media/image527.png"/><Relationship Id="rId160" Type="http://schemas.openxmlformats.org/officeDocument/2006/relationships/customXml" Target="../ink/ink562.xml"/><Relationship Id="rId181" Type="http://schemas.openxmlformats.org/officeDocument/2006/relationships/image" Target="../media/image570.png"/><Relationship Id="rId216" Type="http://schemas.openxmlformats.org/officeDocument/2006/relationships/customXml" Target="../ink/ink590.xml"/><Relationship Id="rId237" Type="http://schemas.openxmlformats.org/officeDocument/2006/relationships/image" Target="../media/image598.png"/><Relationship Id="rId258" Type="http://schemas.openxmlformats.org/officeDocument/2006/relationships/customXml" Target="../ink/ink611.xml"/><Relationship Id="rId22" Type="http://schemas.openxmlformats.org/officeDocument/2006/relationships/customXml" Target="../ink/ink493.xml"/><Relationship Id="rId43" Type="http://schemas.openxmlformats.org/officeDocument/2006/relationships/image" Target="../media/image501.png"/><Relationship Id="rId64" Type="http://schemas.openxmlformats.org/officeDocument/2006/relationships/customXml" Target="../ink/ink514.xml"/><Relationship Id="rId118" Type="http://schemas.openxmlformats.org/officeDocument/2006/relationships/customXml" Target="../ink/ink541.xml"/><Relationship Id="rId139" Type="http://schemas.openxmlformats.org/officeDocument/2006/relationships/image" Target="../media/image549.png"/><Relationship Id="rId85" Type="http://schemas.openxmlformats.org/officeDocument/2006/relationships/image" Target="../media/image522.png"/><Relationship Id="rId150" Type="http://schemas.openxmlformats.org/officeDocument/2006/relationships/customXml" Target="../ink/ink557.xml"/><Relationship Id="rId171" Type="http://schemas.openxmlformats.org/officeDocument/2006/relationships/image" Target="../media/image565.png"/><Relationship Id="rId192" Type="http://schemas.openxmlformats.org/officeDocument/2006/relationships/customXml" Target="../ink/ink578.xml"/><Relationship Id="rId206" Type="http://schemas.openxmlformats.org/officeDocument/2006/relationships/customXml" Target="../ink/ink585.xml"/><Relationship Id="rId227" Type="http://schemas.openxmlformats.org/officeDocument/2006/relationships/image" Target="../media/image593.png"/><Relationship Id="rId248" Type="http://schemas.openxmlformats.org/officeDocument/2006/relationships/customXml" Target="../ink/ink606.xml"/><Relationship Id="rId269" Type="http://schemas.openxmlformats.org/officeDocument/2006/relationships/image" Target="../media/image614.png"/><Relationship Id="rId12" Type="http://schemas.openxmlformats.org/officeDocument/2006/relationships/customXml" Target="../ink/ink488.xml"/><Relationship Id="rId33" Type="http://schemas.openxmlformats.org/officeDocument/2006/relationships/image" Target="../media/image496.png"/><Relationship Id="rId108" Type="http://schemas.openxmlformats.org/officeDocument/2006/relationships/customXml" Target="../ink/ink536.xml"/><Relationship Id="rId129" Type="http://schemas.openxmlformats.org/officeDocument/2006/relationships/image" Target="../media/image544.png"/><Relationship Id="rId54" Type="http://schemas.openxmlformats.org/officeDocument/2006/relationships/customXml" Target="../ink/ink509.xml"/><Relationship Id="rId75" Type="http://schemas.openxmlformats.org/officeDocument/2006/relationships/image" Target="../media/image517.png"/><Relationship Id="rId96" Type="http://schemas.openxmlformats.org/officeDocument/2006/relationships/customXml" Target="../ink/ink530.xml"/><Relationship Id="rId140" Type="http://schemas.openxmlformats.org/officeDocument/2006/relationships/customXml" Target="../ink/ink552.xml"/><Relationship Id="rId161" Type="http://schemas.openxmlformats.org/officeDocument/2006/relationships/image" Target="../media/image560.png"/><Relationship Id="rId182" Type="http://schemas.openxmlformats.org/officeDocument/2006/relationships/customXml" Target="../ink/ink573.xml"/><Relationship Id="rId217" Type="http://schemas.openxmlformats.org/officeDocument/2006/relationships/image" Target="../media/image588.png"/><Relationship Id="rId6" Type="http://schemas.openxmlformats.org/officeDocument/2006/relationships/customXml" Target="../ink/ink485.xml"/><Relationship Id="rId238" Type="http://schemas.openxmlformats.org/officeDocument/2006/relationships/customXml" Target="../ink/ink601.xml"/><Relationship Id="rId259" Type="http://schemas.openxmlformats.org/officeDocument/2006/relationships/image" Target="../media/image609.png"/><Relationship Id="rId23" Type="http://schemas.openxmlformats.org/officeDocument/2006/relationships/image" Target="../media/image491.png"/><Relationship Id="rId119" Type="http://schemas.openxmlformats.org/officeDocument/2006/relationships/image" Target="../media/image539.png"/><Relationship Id="rId270" Type="http://schemas.openxmlformats.org/officeDocument/2006/relationships/customXml" Target="../ink/ink617.xml"/><Relationship Id="rId44" Type="http://schemas.openxmlformats.org/officeDocument/2006/relationships/customXml" Target="../ink/ink504.xml"/><Relationship Id="rId65" Type="http://schemas.openxmlformats.org/officeDocument/2006/relationships/image" Target="../media/image512.png"/><Relationship Id="rId86" Type="http://schemas.openxmlformats.org/officeDocument/2006/relationships/customXml" Target="../ink/ink525.xml"/><Relationship Id="rId130" Type="http://schemas.openxmlformats.org/officeDocument/2006/relationships/customXml" Target="../ink/ink547.xml"/><Relationship Id="rId151" Type="http://schemas.openxmlformats.org/officeDocument/2006/relationships/image" Target="../media/image555.png"/><Relationship Id="rId172" Type="http://schemas.openxmlformats.org/officeDocument/2006/relationships/customXml" Target="../ink/ink568.xml"/><Relationship Id="rId193" Type="http://schemas.openxmlformats.org/officeDocument/2006/relationships/image" Target="../media/image576.png"/><Relationship Id="rId207" Type="http://schemas.openxmlformats.org/officeDocument/2006/relationships/image" Target="../media/image583.png"/><Relationship Id="rId228" Type="http://schemas.openxmlformats.org/officeDocument/2006/relationships/customXml" Target="../ink/ink596.xml"/><Relationship Id="rId249" Type="http://schemas.openxmlformats.org/officeDocument/2006/relationships/image" Target="../media/image604.png"/><Relationship Id="rId13" Type="http://schemas.openxmlformats.org/officeDocument/2006/relationships/image" Target="../media/image486.png"/><Relationship Id="rId109" Type="http://schemas.openxmlformats.org/officeDocument/2006/relationships/image" Target="../media/image534.png"/><Relationship Id="rId260" Type="http://schemas.openxmlformats.org/officeDocument/2006/relationships/customXml" Target="../ink/ink612.xml"/><Relationship Id="rId34" Type="http://schemas.openxmlformats.org/officeDocument/2006/relationships/customXml" Target="../ink/ink499.xml"/><Relationship Id="rId55" Type="http://schemas.openxmlformats.org/officeDocument/2006/relationships/image" Target="../media/image507.png"/><Relationship Id="rId76" Type="http://schemas.openxmlformats.org/officeDocument/2006/relationships/customXml" Target="../ink/ink520.xml"/><Relationship Id="rId97" Type="http://schemas.openxmlformats.org/officeDocument/2006/relationships/image" Target="../media/image528.png"/><Relationship Id="rId120" Type="http://schemas.openxmlformats.org/officeDocument/2006/relationships/customXml" Target="../ink/ink542.xml"/><Relationship Id="rId141" Type="http://schemas.openxmlformats.org/officeDocument/2006/relationships/image" Target="../media/image550.png"/><Relationship Id="rId7" Type="http://schemas.openxmlformats.org/officeDocument/2006/relationships/image" Target="../media/image483.png"/><Relationship Id="rId162" Type="http://schemas.openxmlformats.org/officeDocument/2006/relationships/customXml" Target="../ink/ink563.xml"/><Relationship Id="rId183" Type="http://schemas.openxmlformats.org/officeDocument/2006/relationships/image" Target="../media/image571.png"/><Relationship Id="rId218" Type="http://schemas.openxmlformats.org/officeDocument/2006/relationships/customXml" Target="../ink/ink591.xml"/><Relationship Id="rId239" Type="http://schemas.openxmlformats.org/officeDocument/2006/relationships/image" Target="../media/image599.png"/><Relationship Id="rId250" Type="http://schemas.openxmlformats.org/officeDocument/2006/relationships/customXml" Target="../ink/ink607.xml"/><Relationship Id="rId271" Type="http://schemas.openxmlformats.org/officeDocument/2006/relationships/image" Target="../media/image615.png"/><Relationship Id="rId24" Type="http://schemas.openxmlformats.org/officeDocument/2006/relationships/customXml" Target="../ink/ink494.xml"/><Relationship Id="rId45" Type="http://schemas.openxmlformats.org/officeDocument/2006/relationships/image" Target="../media/image502.png"/><Relationship Id="rId66" Type="http://schemas.openxmlformats.org/officeDocument/2006/relationships/customXml" Target="../ink/ink515.xml"/><Relationship Id="rId87" Type="http://schemas.openxmlformats.org/officeDocument/2006/relationships/image" Target="../media/image523.png"/><Relationship Id="rId110" Type="http://schemas.openxmlformats.org/officeDocument/2006/relationships/customXml" Target="../ink/ink537.xml"/><Relationship Id="rId131" Type="http://schemas.openxmlformats.org/officeDocument/2006/relationships/image" Target="../media/image545.png"/><Relationship Id="rId152" Type="http://schemas.openxmlformats.org/officeDocument/2006/relationships/customXml" Target="../ink/ink558.xml"/><Relationship Id="rId173" Type="http://schemas.openxmlformats.org/officeDocument/2006/relationships/image" Target="../media/image566.png"/><Relationship Id="rId194" Type="http://schemas.openxmlformats.org/officeDocument/2006/relationships/customXml" Target="../ink/ink579.xml"/><Relationship Id="rId208" Type="http://schemas.openxmlformats.org/officeDocument/2006/relationships/customXml" Target="../ink/ink586.xml"/><Relationship Id="rId229" Type="http://schemas.openxmlformats.org/officeDocument/2006/relationships/image" Target="../media/image594.png"/><Relationship Id="rId240" Type="http://schemas.openxmlformats.org/officeDocument/2006/relationships/customXml" Target="../ink/ink602.xml"/><Relationship Id="rId261" Type="http://schemas.openxmlformats.org/officeDocument/2006/relationships/image" Target="../media/image610.png"/><Relationship Id="rId14" Type="http://schemas.openxmlformats.org/officeDocument/2006/relationships/customXml" Target="../ink/ink489.xml"/><Relationship Id="rId35" Type="http://schemas.openxmlformats.org/officeDocument/2006/relationships/image" Target="../media/image497.png"/><Relationship Id="rId56" Type="http://schemas.openxmlformats.org/officeDocument/2006/relationships/customXml" Target="../ink/ink510.xml"/><Relationship Id="rId77" Type="http://schemas.openxmlformats.org/officeDocument/2006/relationships/image" Target="../media/image518.png"/><Relationship Id="rId100" Type="http://schemas.openxmlformats.org/officeDocument/2006/relationships/customXml" Target="../ink/ink532.xml"/><Relationship Id="rId8" Type="http://schemas.openxmlformats.org/officeDocument/2006/relationships/customXml" Target="../ink/ink486.xml"/><Relationship Id="rId98" Type="http://schemas.openxmlformats.org/officeDocument/2006/relationships/customXml" Target="../ink/ink531.xml"/><Relationship Id="rId121" Type="http://schemas.openxmlformats.org/officeDocument/2006/relationships/image" Target="../media/image540.png"/><Relationship Id="rId142" Type="http://schemas.openxmlformats.org/officeDocument/2006/relationships/customXml" Target="../ink/ink553.xml"/><Relationship Id="rId163" Type="http://schemas.openxmlformats.org/officeDocument/2006/relationships/image" Target="../media/image561.png"/><Relationship Id="rId184" Type="http://schemas.openxmlformats.org/officeDocument/2006/relationships/customXml" Target="../ink/ink574.xml"/><Relationship Id="rId219" Type="http://schemas.openxmlformats.org/officeDocument/2006/relationships/image" Target="../media/image589.png"/><Relationship Id="rId230" Type="http://schemas.openxmlformats.org/officeDocument/2006/relationships/customXml" Target="../ink/ink597.xml"/><Relationship Id="rId251" Type="http://schemas.openxmlformats.org/officeDocument/2006/relationships/image" Target="../media/image605.png"/><Relationship Id="rId25" Type="http://schemas.openxmlformats.org/officeDocument/2006/relationships/image" Target="../media/image492.png"/><Relationship Id="rId46" Type="http://schemas.openxmlformats.org/officeDocument/2006/relationships/customXml" Target="../ink/ink505.xml"/><Relationship Id="rId67" Type="http://schemas.openxmlformats.org/officeDocument/2006/relationships/image" Target="../media/image513.png"/><Relationship Id="rId272" Type="http://schemas.openxmlformats.org/officeDocument/2006/relationships/customXml" Target="../ink/ink618.xml"/><Relationship Id="rId88" Type="http://schemas.openxmlformats.org/officeDocument/2006/relationships/customXml" Target="../ink/ink526.xml"/><Relationship Id="rId111" Type="http://schemas.openxmlformats.org/officeDocument/2006/relationships/image" Target="../media/image535.png"/><Relationship Id="rId132" Type="http://schemas.openxmlformats.org/officeDocument/2006/relationships/customXml" Target="../ink/ink548.xml"/><Relationship Id="rId153" Type="http://schemas.openxmlformats.org/officeDocument/2006/relationships/image" Target="../media/image556.png"/><Relationship Id="rId174" Type="http://schemas.openxmlformats.org/officeDocument/2006/relationships/customXml" Target="../ink/ink569.xml"/><Relationship Id="rId195" Type="http://schemas.openxmlformats.org/officeDocument/2006/relationships/image" Target="../media/image577.png"/><Relationship Id="rId209" Type="http://schemas.openxmlformats.org/officeDocument/2006/relationships/image" Target="../media/image584.png"/><Relationship Id="rId220" Type="http://schemas.openxmlformats.org/officeDocument/2006/relationships/customXml" Target="../ink/ink592.xml"/><Relationship Id="rId241" Type="http://schemas.openxmlformats.org/officeDocument/2006/relationships/image" Target="../media/image600.png"/><Relationship Id="rId15" Type="http://schemas.openxmlformats.org/officeDocument/2006/relationships/image" Target="../media/image487.png"/><Relationship Id="rId36" Type="http://schemas.openxmlformats.org/officeDocument/2006/relationships/customXml" Target="../ink/ink500.xml"/><Relationship Id="rId57" Type="http://schemas.openxmlformats.org/officeDocument/2006/relationships/image" Target="../media/image508.png"/><Relationship Id="rId262" Type="http://schemas.openxmlformats.org/officeDocument/2006/relationships/customXml" Target="../ink/ink613.xml"/><Relationship Id="rId78" Type="http://schemas.openxmlformats.org/officeDocument/2006/relationships/customXml" Target="../ink/ink521.xml"/><Relationship Id="rId99" Type="http://schemas.openxmlformats.org/officeDocument/2006/relationships/image" Target="../media/image529.png"/><Relationship Id="rId101" Type="http://schemas.openxmlformats.org/officeDocument/2006/relationships/image" Target="../media/image530.png"/><Relationship Id="rId122" Type="http://schemas.openxmlformats.org/officeDocument/2006/relationships/customXml" Target="../ink/ink543.xml"/><Relationship Id="rId143" Type="http://schemas.openxmlformats.org/officeDocument/2006/relationships/image" Target="../media/image551.png"/><Relationship Id="rId164" Type="http://schemas.openxmlformats.org/officeDocument/2006/relationships/customXml" Target="../ink/ink564.xml"/><Relationship Id="rId185" Type="http://schemas.openxmlformats.org/officeDocument/2006/relationships/image" Target="../media/image572.png"/><Relationship Id="rId9" Type="http://schemas.openxmlformats.org/officeDocument/2006/relationships/image" Target="../media/image484.png"/><Relationship Id="rId210" Type="http://schemas.openxmlformats.org/officeDocument/2006/relationships/customXml" Target="../ink/ink587.xml"/><Relationship Id="rId26" Type="http://schemas.openxmlformats.org/officeDocument/2006/relationships/customXml" Target="../ink/ink495.xml"/><Relationship Id="rId231" Type="http://schemas.openxmlformats.org/officeDocument/2006/relationships/image" Target="../media/image595.png"/><Relationship Id="rId252" Type="http://schemas.openxmlformats.org/officeDocument/2006/relationships/customXml" Target="../ink/ink608.xml"/><Relationship Id="rId273" Type="http://schemas.openxmlformats.org/officeDocument/2006/relationships/image" Target="../media/image616.png"/><Relationship Id="rId47" Type="http://schemas.openxmlformats.org/officeDocument/2006/relationships/image" Target="../media/image503.png"/><Relationship Id="rId68" Type="http://schemas.openxmlformats.org/officeDocument/2006/relationships/customXml" Target="../ink/ink516.xml"/><Relationship Id="rId89" Type="http://schemas.openxmlformats.org/officeDocument/2006/relationships/image" Target="../media/image524.png"/><Relationship Id="rId112" Type="http://schemas.openxmlformats.org/officeDocument/2006/relationships/customXml" Target="../ink/ink538.xml"/><Relationship Id="rId133" Type="http://schemas.openxmlformats.org/officeDocument/2006/relationships/image" Target="../media/image546.png"/><Relationship Id="rId154" Type="http://schemas.openxmlformats.org/officeDocument/2006/relationships/customXml" Target="../ink/ink559.xml"/><Relationship Id="rId175" Type="http://schemas.openxmlformats.org/officeDocument/2006/relationships/image" Target="../media/image567.png"/><Relationship Id="rId196" Type="http://schemas.openxmlformats.org/officeDocument/2006/relationships/customXml" Target="../ink/ink580.xml"/><Relationship Id="rId200" Type="http://schemas.openxmlformats.org/officeDocument/2006/relationships/customXml" Target="../ink/ink582.xml"/><Relationship Id="rId16" Type="http://schemas.openxmlformats.org/officeDocument/2006/relationships/customXml" Target="../ink/ink490.xml"/><Relationship Id="rId221" Type="http://schemas.openxmlformats.org/officeDocument/2006/relationships/image" Target="../media/image590.png"/><Relationship Id="rId242" Type="http://schemas.openxmlformats.org/officeDocument/2006/relationships/customXml" Target="../ink/ink603.xml"/><Relationship Id="rId263" Type="http://schemas.openxmlformats.org/officeDocument/2006/relationships/image" Target="../media/image611.png"/><Relationship Id="rId37" Type="http://schemas.openxmlformats.org/officeDocument/2006/relationships/image" Target="../media/image498.png"/><Relationship Id="rId58" Type="http://schemas.openxmlformats.org/officeDocument/2006/relationships/customXml" Target="../ink/ink511.xml"/><Relationship Id="rId79" Type="http://schemas.openxmlformats.org/officeDocument/2006/relationships/image" Target="../media/image519.png"/><Relationship Id="rId102" Type="http://schemas.openxmlformats.org/officeDocument/2006/relationships/customXml" Target="../ink/ink533.xml"/><Relationship Id="rId123" Type="http://schemas.openxmlformats.org/officeDocument/2006/relationships/image" Target="../media/image541.png"/><Relationship Id="rId144" Type="http://schemas.openxmlformats.org/officeDocument/2006/relationships/customXml" Target="../ink/ink554.xml"/><Relationship Id="rId90" Type="http://schemas.openxmlformats.org/officeDocument/2006/relationships/customXml" Target="../ink/ink527.xml"/><Relationship Id="rId165" Type="http://schemas.openxmlformats.org/officeDocument/2006/relationships/image" Target="../media/image562.png"/><Relationship Id="rId186" Type="http://schemas.openxmlformats.org/officeDocument/2006/relationships/customXml" Target="../ink/ink575.xml"/><Relationship Id="rId211" Type="http://schemas.openxmlformats.org/officeDocument/2006/relationships/image" Target="../media/image585.png"/><Relationship Id="rId232" Type="http://schemas.openxmlformats.org/officeDocument/2006/relationships/customXml" Target="../ink/ink598.xml"/><Relationship Id="rId253" Type="http://schemas.openxmlformats.org/officeDocument/2006/relationships/image" Target="../media/image606.png"/><Relationship Id="rId274" Type="http://schemas.openxmlformats.org/officeDocument/2006/relationships/customXml" Target="../ink/ink619.xml"/><Relationship Id="rId27" Type="http://schemas.openxmlformats.org/officeDocument/2006/relationships/image" Target="../media/image493.png"/><Relationship Id="rId48" Type="http://schemas.openxmlformats.org/officeDocument/2006/relationships/customXml" Target="../ink/ink506.xml"/><Relationship Id="rId69" Type="http://schemas.openxmlformats.org/officeDocument/2006/relationships/image" Target="../media/image514.png"/><Relationship Id="rId113" Type="http://schemas.openxmlformats.org/officeDocument/2006/relationships/image" Target="../media/image536.png"/><Relationship Id="rId134" Type="http://schemas.openxmlformats.org/officeDocument/2006/relationships/customXml" Target="../ink/ink549.xml"/><Relationship Id="rId80" Type="http://schemas.openxmlformats.org/officeDocument/2006/relationships/customXml" Target="../ink/ink522.xml"/><Relationship Id="rId155" Type="http://schemas.openxmlformats.org/officeDocument/2006/relationships/image" Target="../media/image557.png"/><Relationship Id="rId176" Type="http://schemas.openxmlformats.org/officeDocument/2006/relationships/customXml" Target="../ink/ink570.xml"/><Relationship Id="rId197" Type="http://schemas.openxmlformats.org/officeDocument/2006/relationships/image" Target="../media/image578.png"/><Relationship Id="rId201" Type="http://schemas.openxmlformats.org/officeDocument/2006/relationships/image" Target="../media/image580.png"/><Relationship Id="rId222" Type="http://schemas.openxmlformats.org/officeDocument/2006/relationships/customXml" Target="../ink/ink593.xml"/><Relationship Id="rId243" Type="http://schemas.openxmlformats.org/officeDocument/2006/relationships/image" Target="../media/image601.png"/><Relationship Id="rId264" Type="http://schemas.openxmlformats.org/officeDocument/2006/relationships/customXml" Target="../ink/ink614.xml"/><Relationship Id="rId17" Type="http://schemas.openxmlformats.org/officeDocument/2006/relationships/image" Target="../media/image488.png"/><Relationship Id="rId38" Type="http://schemas.openxmlformats.org/officeDocument/2006/relationships/customXml" Target="../ink/ink501.xml"/><Relationship Id="rId59" Type="http://schemas.openxmlformats.org/officeDocument/2006/relationships/image" Target="../media/image509.png"/><Relationship Id="rId103" Type="http://schemas.openxmlformats.org/officeDocument/2006/relationships/image" Target="../media/image531.png"/><Relationship Id="rId124" Type="http://schemas.openxmlformats.org/officeDocument/2006/relationships/customXml" Target="../ink/ink544.xml"/><Relationship Id="rId70" Type="http://schemas.openxmlformats.org/officeDocument/2006/relationships/customXml" Target="../ink/ink517.xml"/><Relationship Id="rId91" Type="http://schemas.openxmlformats.org/officeDocument/2006/relationships/image" Target="../media/image525.png"/><Relationship Id="rId145" Type="http://schemas.openxmlformats.org/officeDocument/2006/relationships/image" Target="../media/image552.png"/><Relationship Id="rId166" Type="http://schemas.openxmlformats.org/officeDocument/2006/relationships/customXml" Target="../ink/ink565.xml"/><Relationship Id="rId187" Type="http://schemas.openxmlformats.org/officeDocument/2006/relationships/image" Target="../media/image57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88.xml"/><Relationship Id="rId233" Type="http://schemas.openxmlformats.org/officeDocument/2006/relationships/image" Target="../media/image596.png"/><Relationship Id="rId254" Type="http://schemas.openxmlformats.org/officeDocument/2006/relationships/customXml" Target="../ink/ink609.xml"/><Relationship Id="rId28" Type="http://schemas.openxmlformats.org/officeDocument/2006/relationships/customXml" Target="../ink/ink496.xml"/><Relationship Id="rId49" Type="http://schemas.openxmlformats.org/officeDocument/2006/relationships/image" Target="../media/image504.png"/><Relationship Id="rId114" Type="http://schemas.openxmlformats.org/officeDocument/2006/relationships/customXml" Target="../ink/ink539.xml"/><Relationship Id="rId275" Type="http://schemas.openxmlformats.org/officeDocument/2006/relationships/image" Target="../media/image617.png"/><Relationship Id="rId60" Type="http://schemas.openxmlformats.org/officeDocument/2006/relationships/customXml" Target="../ink/ink512.xml"/><Relationship Id="rId81" Type="http://schemas.openxmlformats.org/officeDocument/2006/relationships/image" Target="../media/image520.png"/><Relationship Id="rId135" Type="http://schemas.openxmlformats.org/officeDocument/2006/relationships/image" Target="../media/image547.png"/><Relationship Id="rId156" Type="http://schemas.openxmlformats.org/officeDocument/2006/relationships/customXml" Target="../ink/ink560.xml"/><Relationship Id="rId177" Type="http://schemas.openxmlformats.org/officeDocument/2006/relationships/image" Target="../media/image568.png"/><Relationship Id="rId198" Type="http://schemas.openxmlformats.org/officeDocument/2006/relationships/customXml" Target="../ink/ink581.xml"/><Relationship Id="rId202" Type="http://schemas.openxmlformats.org/officeDocument/2006/relationships/customXml" Target="../ink/ink583.xml"/><Relationship Id="rId223" Type="http://schemas.openxmlformats.org/officeDocument/2006/relationships/image" Target="../media/image591.png"/><Relationship Id="rId244" Type="http://schemas.openxmlformats.org/officeDocument/2006/relationships/customXml" Target="../ink/ink604.xml"/><Relationship Id="rId18" Type="http://schemas.openxmlformats.org/officeDocument/2006/relationships/customXml" Target="../ink/ink491.xml"/><Relationship Id="rId39" Type="http://schemas.openxmlformats.org/officeDocument/2006/relationships/image" Target="../media/image499.png"/><Relationship Id="rId265" Type="http://schemas.openxmlformats.org/officeDocument/2006/relationships/image" Target="../media/image612.png"/><Relationship Id="rId50" Type="http://schemas.openxmlformats.org/officeDocument/2006/relationships/customXml" Target="../ink/ink507.xml"/><Relationship Id="rId104" Type="http://schemas.openxmlformats.org/officeDocument/2006/relationships/customXml" Target="../ink/ink534.xml"/><Relationship Id="rId125" Type="http://schemas.openxmlformats.org/officeDocument/2006/relationships/image" Target="../media/image542.png"/><Relationship Id="rId146" Type="http://schemas.openxmlformats.org/officeDocument/2006/relationships/customXml" Target="../ink/ink555.xml"/><Relationship Id="rId167" Type="http://schemas.openxmlformats.org/officeDocument/2006/relationships/image" Target="../media/image563.png"/><Relationship Id="rId188" Type="http://schemas.openxmlformats.org/officeDocument/2006/relationships/customXml" Target="../ink/ink576.xml"/><Relationship Id="rId71" Type="http://schemas.openxmlformats.org/officeDocument/2006/relationships/image" Target="../media/image515.png"/><Relationship Id="rId92" Type="http://schemas.openxmlformats.org/officeDocument/2006/relationships/customXml" Target="../ink/ink528.xml"/><Relationship Id="rId213" Type="http://schemas.openxmlformats.org/officeDocument/2006/relationships/image" Target="../media/image586.png"/><Relationship Id="rId234" Type="http://schemas.openxmlformats.org/officeDocument/2006/relationships/customXml" Target="../ink/ink599.xml"/><Relationship Id="rId2" Type="http://schemas.openxmlformats.org/officeDocument/2006/relationships/customXml" Target="../ink/ink483.xml"/><Relationship Id="rId29" Type="http://schemas.openxmlformats.org/officeDocument/2006/relationships/image" Target="../media/image494.png"/><Relationship Id="rId255" Type="http://schemas.openxmlformats.org/officeDocument/2006/relationships/image" Target="../media/image607.png"/><Relationship Id="rId40" Type="http://schemas.openxmlformats.org/officeDocument/2006/relationships/customXml" Target="../ink/ink502.xml"/><Relationship Id="rId115" Type="http://schemas.openxmlformats.org/officeDocument/2006/relationships/image" Target="../media/image537.png"/><Relationship Id="rId136" Type="http://schemas.openxmlformats.org/officeDocument/2006/relationships/customXml" Target="../ink/ink550.xml"/><Relationship Id="rId157" Type="http://schemas.openxmlformats.org/officeDocument/2006/relationships/image" Target="../media/image558.png"/><Relationship Id="rId178" Type="http://schemas.openxmlformats.org/officeDocument/2006/relationships/customXml" Target="../ink/ink571.xml"/><Relationship Id="rId61" Type="http://schemas.openxmlformats.org/officeDocument/2006/relationships/image" Target="../media/image510.png"/><Relationship Id="rId82" Type="http://schemas.openxmlformats.org/officeDocument/2006/relationships/customXml" Target="../ink/ink523.xml"/><Relationship Id="rId199" Type="http://schemas.openxmlformats.org/officeDocument/2006/relationships/image" Target="../media/image579.png"/><Relationship Id="rId203" Type="http://schemas.openxmlformats.org/officeDocument/2006/relationships/image" Target="../media/image581.png"/><Relationship Id="rId19" Type="http://schemas.openxmlformats.org/officeDocument/2006/relationships/image" Target="../media/image489.png"/><Relationship Id="rId224" Type="http://schemas.openxmlformats.org/officeDocument/2006/relationships/customXml" Target="../ink/ink594.xml"/><Relationship Id="rId245" Type="http://schemas.openxmlformats.org/officeDocument/2006/relationships/image" Target="../media/image602.png"/><Relationship Id="rId266" Type="http://schemas.openxmlformats.org/officeDocument/2006/relationships/customXml" Target="../ink/ink615.xml"/><Relationship Id="rId30" Type="http://schemas.openxmlformats.org/officeDocument/2006/relationships/customXml" Target="../ink/ink497.xml"/><Relationship Id="rId105" Type="http://schemas.openxmlformats.org/officeDocument/2006/relationships/image" Target="../media/image532.png"/><Relationship Id="rId126" Type="http://schemas.openxmlformats.org/officeDocument/2006/relationships/customXml" Target="../ink/ink545.xml"/><Relationship Id="rId147" Type="http://schemas.openxmlformats.org/officeDocument/2006/relationships/image" Target="../media/image553.png"/><Relationship Id="rId168" Type="http://schemas.openxmlformats.org/officeDocument/2006/relationships/customXml" Target="../ink/ink566.xml"/><Relationship Id="rId51" Type="http://schemas.openxmlformats.org/officeDocument/2006/relationships/image" Target="../media/image505.png"/><Relationship Id="rId72" Type="http://schemas.openxmlformats.org/officeDocument/2006/relationships/customXml" Target="../ink/ink518.xml"/><Relationship Id="rId93" Type="http://schemas.openxmlformats.org/officeDocument/2006/relationships/image" Target="../media/image526.png"/><Relationship Id="rId189" Type="http://schemas.openxmlformats.org/officeDocument/2006/relationships/image" Target="../media/image574.png"/><Relationship Id="rId3" Type="http://schemas.openxmlformats.org/officeDocument/2006/relationships/image" Target="../media/image481.png"/><Relationship Id="rId214" Type="http://schemas.openxmlformats.org/officeDocument/2006/relationships/customXml" Target="../ink/ink589.xml"/><Relationship Id="rId235" Type="http://schemas.openxmlformats.org/officeDocument/2006/relationships/image" Target="../media/image597.png"/><Relationship Id="rId256" Type="http://schemas.openxmlformats.org/officeDocument/2006/relationships/customXml" Target="../ink/ink610.xml"/><Relationship Id="rId116" Type="http://schemas.openxmlformats.org/officeDocument/2006/relationships/customXml" Target="../ink/ink540.xml"/><Relationship Id="rId137" Type="http://schemas.openxmlformats.org/officeDocument/2006/relationships/image" Target="../media/image548.png"/><Relationship Id="rId158" Type="http://schemas.openxmlformats.org/officeDocument/2006/relationships/customXml" Target="../ink/ink561.xml"/><Relationship Id="rId20" Type="http://schemas.openxmlformats.org/officeDocument/2006/relationships/customXml" Target="../ink/ink492.xml"/><Relationship Id="rId41" Type="http://schemas.openxmlformats.org/officeDocument/2006/relationships/image" Target="../media/image500.png"/><Relationship Id="rId62" Type="http://schemas.openxmlformats.org/officeDocument/2006/relationships/customXml" Target="../ink/ink513.xml"/><Relationship Id="rId83" Type="http://schemas.openxmlformats.org/officeDocument/2006/relationships/image" Target="../media/image521.png"/><Relationship Id="rId179" Type="http://schemas.openxmlformats.org/officeDocument/2006/relationships/image" Target="../media/image569.png"/><Relationship Id="rId190" Type="http://schemas.openxmlformats.org/officeDocument/2006/relationships/customXml" Target="../ink/ink577.xml"/><Relationship Id="rId204" Type="http://schemas.openxmlformats.org/officeDocument/2006/relationships/customXml" Target="../ink/ink584.xml"/><Relationship Id="rId225" Type="http://schemas.openxmlformats.org/officeDocument/2006/relationships/image" Target="../media/image592.png"/><Relationship Id="rId246" Type="http://schemas.openxmlformats.org/officeDocument/2006/relationships/customXml" Target="../ink/ink605.xml"/><Relationship Id="rId267" Type="http://schemas.openxmlformats.org/officeDocument/2006/relationships/image" Target="../media/image613.png"/><Relationship Id="rId106" Type="http://schemas.openxmlformats.org/officeDocument/2006/relationships/customXml" Target="../ink/ink535.xml"/><Relationship Id="rId127" Type="http://schemas.openxmlformats.org/officeDocument/2006/relationships/image" Target="../media/image543.png"/><Relationship Id="rId10" Type="http://schemas.openxmlformats.org/officeDocument/2006/relationships/customXml" Target="../ink/ink487.xml"/><Relationship Id="rId31" Type="http://schemas.openxmlformats.org/officeDocument/2006/relationships/image" Target="../media/image495.png"/><Relationship Id="rId52" Type="http://schemas.openxmlformats.org/officeDocument/2006/relationships/customXml" Target="../ink/ink508.xml"/><Relationship Id="rId73" Type="http://schemas.openxmlformats.org/officeDocument/2006/relationships/image" Target="../media/image516.png"/><Relationship Id="rId94" Type="http://schemas.openxmlformats.org/officeDocument/2006/relationships/customXml" Target="../ink/ink529.xml"/><Relationship Id="rId148" Type="http://schemas.openxmlformats.org/officeDocument/2006/relationships/customXml" Target="../ink/ink556.xml"/><Relationship Id="rId169" Type="http://schemas.openxmlformats.org/officeDocument/2006/relationships/image" Target="../media/image564.png"/><Relationship Id="rId4" Type="http://schemas.openxmlformats.org/officeDocument/2006/relationships/customXml" Target="../ink/ink484.xml"/><Relationship Id="rId180" Type="http://schemas.openxmlformats.org/officeDocument/2006/relationships/customXml" Target="../ink/ink572.xml"/><Relationship Id="rId215" Type="http://schemas.openxmlformats.org/officeDocument/2006/relationships/image" Target="../media/image587.png"/><Relationship Id="rId236" Type="http://schemas.openxmlformats.org/officeDocument/2006/relationships/customXml" Target="../ink/ink600.xml"/><Relationship Id="rId257" Type="http://schemas.openxmlformats.org/officeDocument/2006/relationships/image" Target="../media/image608.png"/><Relationship Id="rId42" Type="http://schemas.openxmlformats.org/officeDocument/2006/relationships/customXml" Target="../ink/ink503.xml"/><Relationship Id="rId84" Type="http://schemas.openxmlformats.org/officeDocument/2006/relationships/customXml" Target="../ink/ink524.xml"/><Relationship Id="rId138" Type="http://schemas.openxmlformats.org/officeDocument/2006/relationships/customXml" Target="../ink/ink551.xml"/><Relationship Id="rId191" Type="http://schemas.openxmlformats.org/officeDocument/2006/relationships/image" Target="../media/image575.png"/><Relationship Id="rId205" Type="http://schemas.openxmlformats.org/officeDocument/2006/relationships/image" Target="../media/image582.png"/><Relationship Id="rId247" Type="http://schemas.openxmlformats.org/officeDocument/2006/relationships/image" Target="../media/image603.png"/><Relationship Id="rId107" Type="http://schemas.openxmlformats.org/officeDocument/2006/relationships/image" Target="../media/image533.png"/><Relationship Id="rId11" Type="http://schemas.openxmlformats.org/officeDocument/2006/relationships/image" Target="../media/image485.png"/><Relationship Id="rId53" Type="http://schemas.openxmlformats.org/officeDocument/2006/relationships/image" Target="../media/image506.png"/><Relationship Id="rId149" Type="http://schemas.openxmlformats.org/officeDocument/2006/relationships/image" Target="../media/image554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78.xml"/><Relationship Id="rId299" Type="http://schemas.openxmlformats.org/officeDocument/2006/relationships/customXml" Target="../ink/ink769.xml"/><Relationship Id="rId21" Type="http://schemas.openxmlformats.org/officeDocument/2006/relationships/image" Target="../media/image626.png"/><Relationship Id="rId63" Type="http://schemas.openxmlformats.org/officeDocument/2006/relationships/customXml" Target="../ink/ink651.xml"/><Relationship Id="rId159" Type="http://schemas.openxmlformats.org/officeDocument/2006/relationships/customXml" Target="../ink/ink699.xml"/><Relationship Id="rId324" Type="http://schemas.openxmlformats.org/officeDocument/2006/relationships/image" Target="../media/image776.png"/><Relationship Id="rId366" Type="http://schemas.openxmlformats.org/officeDocument/2006/relationships/image" Target="../media/image797.png"/><Relationship Id="rId170" Type="http://schemas.openxmlformats.org/officeDocument/2006/relationships/image" Target="../media/image699.png"/><Relationship Id="rId226" Type="http://schemas.openxmlformats.org/officeDocument/2006/relationships/image" Target="../media/image727.png"/><Relationship Id="rId433" Type="http://schemas.openxmlformats.org/officeDocument/2006/relationships/customXml" Target="../ink/ink836.xml"/><Relationship Id="rId268" Type="http://schemas.openxmlformats.org/officeDocument/2006/relationships/image" Target="../media/image748.png"/><Relationship Id="rId32" Type="http://schemas.openxmlformats.org/officeDocument/2006/relationships/customXml" Target="../ink/ink635.xml"/><Relationship Id="rId74" Type="http://schemas.openxmlformats.org/officeDocument/2006/relationships/image" Target="../media/image651.png"/><Relationship Id="rId128" Type="http://schemas.openxmlformats.org/officeDocument/2006/relationships/image" Target="../media/image678.png"/><Relationship Id="rId335" Type="http://schemas.openxmlformats.org/officeDocument/2006/relationships/customXml" Target="../ink/ink787.xml"/><Relationship Id="rId377" Type="http://schemas.openxmlformats.org/officeDocument/2006/relationships/customXml" Target="../ink/ink808.xml"/><Relationship Id="rId5" Type="http://schemas.openxmlformats.org/officeDocument/2006/relationships/image" Target="../media/image619.png"/><Relationship Id="rId181" Type="http://schemas.openxmlformats.org/officeDocument/2006/relationships/customXml" Target="../ink/ink710.xml"/><Relationship Id="rId237" Type="http://schemas.openxmlformats.org/officeDocument/2006/relationships/customXml" Target="../ink/ink738.xml"/><Relationship Id="rId402" Type="http://schemas.openxmlformats.org/officeDocument/2006/relationships/image" Target="../media/image814.png"/><Relationship Id="rId279" Type="http://schemas.openxmlformats.org/officeDocument/2006/relationships/customXml" Target="../ink/ink759.xml"/><Relationship Id="rId444" Type="http://schemas.openxmlformats.org/officeDocument/2006/relationships/image" Target="../media/image835.png"/><Relationship Id="rId43" Type="http://schemas.openxmlformats.org/officeDocument/2006/relationships/image" Target="../media/image170.png"/><Relationship Id="rId139" Type="http://schemas.openxmlformats.org/officeDocument/2006/relationships/customXml" Target="../ink/ink689.xml"/><Relationship Id="rId290" Type="http://schemas.openxmlformats.org/officeDocument/2006/relationships/image" Target="../media/image759.png"/><Relationship Id="rId304" Type="http://schemas.openxmlformats.org/officeDocument/2006/relationships/image" Target="../media/image766.png"/><Relationship Id="rId346" Type="http://schemas.openxmlformats.org/officeDocument/2006/relationships/image" Target="../media/image787.png"/><Relationship Id="rId388" Type="http://schemas.openxmlformats.org/officeDocument/2006/relationships/image" Target="../media/image808.png"/><Relationship Id="rId85" Type="http://schemas.openxmlformats.org/officeDocument/2006/relationships/customXml" Target="../ink/ink662.xml"/><Relationship Id="rId150" Type="http://schemas.openxmlformats.org/officeDocument/2006/relationships/image" Target="../media/image689.png"/><Relationship Id="rId192" Type="http://schemas.openxmlformats.org/officeDocument/2006/relationships/image" Target="../media/image710.png"/><Relationship Id="rId206" Type="http://schemas.openxmlformats.org/officeDocument/2006/relationships/image" Target="../media/image717.png"/><Relationship Id="rId413" Type="http://schemas.openxmlformats.org/officeDocument/2006/relationships/customXml" Target="../ink/ink826.xml"/><Relationship Id="rId248" Type="http://schemas.openxmlformats.org/officeDocument/2006/relationships/image" Target="../media/image738.png"/><Relationship Id="rId12" Type="http://schemas.openxmlformats.org/officeDocument/2006/relationships/customXml" Target="../ink/ink625.xml"/><Relationship Id="rId108" Type="http://schemas.openxmlformats.org/officeDocument/2006/relationships/image" Target="../media/image668.png"/><Relationship Id="rId315" Type="http://schemas.openxmlformats.org/officeDocument/2006/relationships/customXml" Target="../ink/ink777.xml"/><Relationship Id="rId357" Type="http://schemas.openxmlformats.org/officeDocument/2006/relationships/customXml" Target="../ink/ink798.xml"/><Relationship Id="rId54" Type="http://schemas.openxmlformats.org/officeDocument/2006/relationships/customXml" Target="../ink/ink646.xml"/><Relationship Id="rId96" Type="http://schemas.openxmlformats.org/officeDocument/2006/relationships/image" Target="../media/image662.png"/><Relationship Id="rId161" Type="http://schemas.openxmlformats.org/officeDocument/2006/relationships/customXml" Target="../ink/ink700.xml"/><Relationship Id="rId217" Type="http://schemas.openxmlformats.org/officeDocument/2006/relationships/customXml" Target="../ink/ink728.xml"/><Relationship Id="rId399" Type="http://schemas.openxmlformats.org/officeDocument/2006/relationships/customXml" Target="../ink/ink819.xml"/><Relationship Id="rId259" Type="http://schemas.openxmlformats.org/officeDocument/2006/relationships/customXml" Target="../ink/ink749.xml"/><Relationship Id="rId424" Type="http://schemas.openxmlformats.org/officeDocument/2006/relationships/image" Target="../media/image825.png"/><Relationship Id="rId23" Type="http://schemas.openxmlformats.org/officeDocument/2006/relationships/image" Target="../media/image627.png"/><Relationship Id="rId119" Type="http://schemas.openxmlformats.org/officeDocument/2006/relationships/customXml" Target="../ink/ink679.xml"/><Relationship Id="rId270" Type="http://schemas.openxmlformats.org/officeDocument/2006/relationships/image" Target="../media/image749.png"/><Relationship Id="rId326" Type="http://schemas.openxmlformats.org/officeDocument/2006/relationships/image" Target="../media/image777.png"/><Relationship Id="rId65" Type="http://schemas.openxmlformats.org/officeDocument/2006/relationships/customXml" Target="../ink/ink652.xml"/><Relationship Id="rId130" Type="http://schemas.openxmlformats.org/officeDocument/2006/relationships/image" Target="../media/image679.png"/><Relationship Id="rId368" Type="http://schemas.openxmlformats.org/officeDocument/2006/relationships/image" Target="../media/image798.png"/><Relationship Id="rId172" Type="http://schemas.openxmlformats.org/officeDocument/2006/relationships/image" Target="../media/image700.png"/><Relationship Id="rId228" Type="http://schemas.openxmlformats.org/officeDocument/2006/relationships/image" Target="../media/image728.png"/><Relationship Id="rId435" Type="http://schemas.openxmlformats.org/officeDocument/2006/relationships/customXml" Target="../ink/ink837.xml"/><Relationship Id="rId281" Type="http://schemas.openxmlformats.org/officeDocument/2006/relationships/customXml" Target="../ink/ink760.xml"/><Relationship Id="rId337" Type="http://schemas.openxmlformats.org/officeDocument/2006/relationships/customXml" Target="../ink/ink788.xml"/><Relationship Id="rId34" Type="http://schemas.openxmlformats.org/officeDocument/2006/relationships/customXml" Target="../ink/ink636.xml"/><Relationship Id="rId76" Type="http://schemas.openxmlformats.org/officeDocument/2006/relationships/image" Target="../media/image652.png"/><Relationship Id="rId141" Type="http://schemas.openxmlformats.org/officeDocument/2006/relationships/customXml" Target="../ink/ink690.xml"/><Relationship Id="rId379" Type="http://schemas.openxmlformats.org/officeDocument/2006/relationships/customXml" Target="../ink/ink809.xml"/><Relationship Id="rId7" Type="http://schemas.openxmlformats.org/officeDocument/2006/relationships/image" Target="../media/image620.png"/><Relationship Id="rId183" Type="http://schemas.openxmlformats.org/officeDocument/2006/relationships/customXml" Target="../ink/ink711.xml"/><Relationship Id="rId239" Type="http://schemas.openxmlformats.org/officeDocument/2006/relationships/customXml" Target="../ink/ink739.xml"/><Relationship Id="rId390" Type="http://schemas.openxmlformats.org/officeDocument/2006/relationships/image" Target="../media/image809.png"/><Relationship Id="rId404" Type="http://schemas.openxmlformats.org/officeDocument/2006/relationships/image" Target="../media/image815.png"/><Relationship Id="rId446" Type="http://schemas.openxmlformats.org/officeDocument/2006/relationships/image" Target="../media/image836.png"/><Relationship Id="rId250" Type="http://schemas.openxmlformats.org/officeDocument/2006/relationships/image" Target="../media/image739.png"/><Relationship Id="rId292" Type="http://schemas.openxmlformats.org/officeDocument/2006/relationships/image" Target="../media/image760.png"/><Relationship Id="rId306" Type="http://schemas.openxmlformats.org/officeDocument/2006/relationships/image" Target="../media/image767.png"/><Relationship Id="rId45" Type="http://schemas.openxmlformats.org/officeDocument/2006/relationships/image" Target="../media/image637.png"/><Relationship Id="rId87" Type="http://schemas.openxmlformats.org/officeDocument/2006/relationships/customXml" Target="../ink/ink663.xml"/><Relationship Id="rId110" Type="http://schemas.openxmlformats.org/officeDocument/2006/relationships/image" Target="../media/image669.png"/><Relationship Id="rId348" Type="http://schemas.openxmlformats.org/officeDocument/2006/relationships/image" Target="../media/image788.png"/><Relationship Id="rId152" Type="http://schemas.openxmlformats.org/officeDocument/2006/relationships/image" Target="../media/image690.png"/><Relationship Id="rId194" Type="http://schemas.openxmlformats.org/officeDocument/2006/relationships/image" Target="../media/image711.png"/><Relationship Id="rId208" Type="http://schemas.openxmlformats.org/officeDocument/2006/relationships/image" Target="../media/image718.png"/><Relationship Id="rId415" Type="http://schemas.openxmlformats.org/officeDocument/2006/relationships/customXml" Target="../ink/ink827.xml"/><Relationship Id="rId261" Type="http://schemas.openxmlformats.org/officeDocument/2006/relationships/customXml" Target="../ink/ink750.xml"/><Relationship Id="rId14" Type="http://schemas.openxmlformats.org/officeDocument/2006/relationships/customXml" Target="../ink/ink626.xml"/><Relationship Id="rId56" Type="http://schemas.openxmlformats.org/officeDocument/2006/relationships/customXml" Target="../ink/ink647.xml"/><Relationship Id="rId317" Type="http://schemas.openxmlformats.org/officeDocument/2006/relationships/customXml" Target="../ink/ink778.xml"/><Relationship Id="rId359" Type="http://schemas.openxmlformats.org/officeDocument/2006/relationships/customXml" Target="../ink/ink799.xml"/><Relationship Id="rId98" Type="http://schemas.openxmlformats.org/officeDocument/2006/relationships/image" Target="../media/image663.png"/><Relationship Id="rId121" Type="http://schemas.openxmlformats.org/officeDocument/2006/relationships/customXml" Target="../ink/ink680.xml"/><Relationship Id="rId163" Type="http://schemas.openxmlformats.org/officeDocument/2006/relationships/customXml" Target="../ink/ink701.xml"/><Relationship Id="rId219" Type="http://schemas.openxmlformats.org/officeDocument/2006/relationships/customXml" Target="../ink/ink729.xml"/><Relationship Id="rId370" Type="http://schemas.openxmlformats.org/officeDocument/2006/relationships/image" Target="../media/image799.png"/><Relationship Id="rId426" Type="http://schemas.openxmlformats.org/officeDocument/2006/relationships/image" Target="../media/image826.png"/><Relationship Id="rId230" Type="http://schemas.openxmlformats.org/officeDocument/2006/relationships/image" Target="../media/image729.png"/><Relationship Id="rId25" Type="http://schemas.openxmlformats.org/officeDocument/2006/relationships/image" Target="../media/image628.png"/><Relationship Id="rId67" Type="http://schemas.openxmlformats.org/officeDocument/2006/relationships/customXml" Target="../ink/ink653.xml"/><Relationship Id="rId272" Type="http://schemas.openxmlformats.org/officeDocument/2006/relationships/image" Target="../media/image750.png"/><Relationship Id="rId328" Type="http://schemas.openxmlformats.org/officeDocument/2006/relationships/image" Target="../media/image778.png"/><Relationship Id="rId132" Type="http://schemas.openxmlformats.org/officeDocument/2006/relationships/image" Target="../media/image680.png"/><Relationship Id="rId174" Type="http://schemas.openxmlformats.org/officeDocument/2006/relationships/image" Target="../media/image701.png"/><Relationship Id="rId381" Type="http://schemas.openxmlformats.org/officeDocument/2006/relationships/customXml" Target="../ink/ink810.xml"/><Relationship Id="rId241" Type="http://schemas.openxmlformats.org/officeDocument/2006/relationships/customXml" Target="../ink/ink740.xml"/><Relationship Id="rId437" Type="http://schemas.openxmlformats.org/officeDocument/2006/relationships/customXml" Target="../ink/ink838.xml"/><Relationship Id="rId36" Type="http://schemas.openxmlformats.org/officeDocument/2006/relationships/customXml" Target="../ink/ink637.xml"/><Relationship Id="rId283" Type="http://schemas.openxmlformats.org/officeDocument/2006/relationships/customXml" Target="../ink/ink761.xml"/><Relationship Id="rId339" Type="http://schemas.openxmlformats.org/officeDocument/2006/relationships/customXml" Target="../ink/ink789.xml"/><Relationship Id="rId78" Type="http://schemas.openxmlformats.org/officeDocument/2006/relationships/image" Target="../media/image653.png"/><Relationship Id="rId101" Type="http://schemas.openxmlformats.org/officeDocument/2006/relationships/customXml" Target="../ink/ink670.xml"/><Relationship Id="rId143" Type="http://schemas.openxmlformats.org/officeDocument/2006/relationships/customXml" Target="../ink/ink691.xml"/><Relationship Id="rId185" Type="http://schemas.openxmlformats.org/officeDocument/2006/relationships/customXml" Target="../ink/ink712.xml"/><Relationship Id="rId350" Type="http://schemas.openxmlformats.org/officeDocument/2006/relationships/image" Target="../media/image789.png"/><Relationship Id="rId406" Type="http://schemas.openxmlformats.org/officeDocument/2006/relationships/image" Target="../media/image816.png"/><Relationship Id="rId9" Type="http://schemas.openxmlformats.org/officeDocument/2006/relationships/image" Target="../media/image621.png"/><Relationship Id="rId210" Type="http://schemas.openxmlformats.org/officeDocument/2006/relationships/image" Target="../media/image719.png"/><Relationship Id="rId392" Type="http://schemas.openxmlformats.org/officeDocument/2006/relationships/image" Target="../media/image810.png"/><Relationship Id="rId448" Type="http://schemas.openxmlformats.org/officeDocument/2006/relationships/image" Target="../media/image837.png"/><Relationship Id="rId252" Type="http://schemas.openxmlformats.org/officeDocument/2006/relationships/image" Target="../media/image740.png"/><Relationship Id="rId294" Type="http://schemas.openxmlformats.org/officeDocument/2006/relationships/image" Target="../media/image761.png"/><Relationship Id="rId308" Type="http://schemas.openxmlformats.org/officeDocument/2006/relationships/image" Target="../media/image768.png"/><Relationship Id="rId47" Type="http://schemas.openxmlformats.org/officeDocument/2006/relationships/image" Target="../media/image638.png"/><Relationship Id="rId89" Type="http://schemas.openxmlformats.org/officeDocument/2006/relationships/customXml" Target="../ink/ink664.xml"/><Relationship Id="rId112" Type="http://schemas.openxmlformats.org/officeDocument/2006/relationships/image" Target="../media/image670.png"/><Relationship Id="rId154" Type="http://schemas.openxmlformats.org/officeDocument/2006/relationships/image" Target="../media/image691.png"/><Relationship Id="rId361" Type="http://schemas.openxmlformats.org/officeDocument/2006/relationships/customXml" Target="../ink/ink800.xml"/><Relationship Id="rId196" Type="http://schemas.openxmlformats.org/officeDocument/2006/relationships/image" Target="../media/image712.png"/><Relationship Id="rId417" Type="http://schemas.openxmlformats.org/officeDocument/2006/relationships/customXml" Target="../ink/ink828.xml"/><Relationship Id="rId16" Type="http://schemas.openxmlformats.org/officeDocument/2006/relationships/customXml" Target="../ink/ink627.xml"/><Relationship Id="rId221" Type="http://schemas.openxmlformats.org/officeDocument/2006/relationships/customXml" Target="../ink/ink730.xml"/><Relationship Id="rId263" Type="http://schemas.openxmlformats.org/officeDocument/2006/relationships/customXml" Target="../ink/ink751.xml"/><Relationship Id="rId319" Type="http://schemas.openxmlformats.org/officeDocument/2006/relationships/customXml" Target="../ink/ink779.xml"/><Relationship Id="rId58" Type="http://schemas.openxmlformats.org/officeDocument/2006/relationships/customXml" Target="../ink/ink648.xml"/><Relationship Id="rId123" Type="http://schemas.openxmlformats.org/officeDocument/2006/relationships/customXml" Target="../ink/ink681.xml"/><Relationship Id="rId330" Type="http://schemas.openxmlformats.org/officeDocument/2006/relationships/image" Target="../media/image779.png"/><Relationship Id="rId165" Type="http://schemas.openxmlformats.org/officeDocument/2006/relationships/customXml" Target="../ink/ink702.xml"/><Relationship Id="rId372" Type="http://schemas.openxmlformats.org/officeDocument/2006/relationships/image" Target="../media/image800.png"/><Relationship Id="rId428" Type="http://schemas.openxmlformats.org/officeDocument/2006/relationships/image" Target="../media/image827.png"/><Relationship Id="rId232" Type="http://schemas.openxmlformats.org/officeDocument/2006/relationships/image" Target="../media/image730.png"/><Relationship Id="rId274" Type="http://schemas.openxmlformats.org/officeDocument/2006/relationships/image" Target="../media/image751.png"/><Relationship Id="rId27" Type="http://schemas.openxmlformats.org/officeDocument/2006/relationships/image" Target="../media/image629.png"/><Relationship Id="rId69" Type="http://schemas.openxmlformats.org/officeDocument/2006/relationships/customXml" Target="../ink/ink654.xml"/><Relationship Id="rId134" Type="http://schemas.openxmlformats.org/officeDocument/2006/relationships/image" Target="../media/image681.png"/><Relationship Id="rId80" Type="http://schemas.openxmlformats.org/officeDocument/2006/relationships/image" Target="../media/image654.png"/><Relationship Id="rId176" Type="http://schemas.openxmlformats.org/officeDocument/2006/relationships/image" Target="../media/image702.png"/><Relationship Id="rId341" Type="http://schemas.openxmlformats.org/officeDocument/2006/relationships/customXml" Target="../ink/ink790.xml"/><Relationship Id="rId383" Type="http://schemas.openxmlformats.org/officeDocument/2006/relationships/customXml" Target="../ink/ink811.xml"/><Relationship Id="rId439" Type="http://schemas.openxmlformats.org/officeDocument/2006/relationships/customXml" Target="../ink/ink839.xml"/><Relationship Id="rId201" Type="http://schemas.openxmlformats.org/officeDocument/2006/relationships/customXml" Target="../ink/ink720.xml"/><Relationship Id="rId243" Type="http://schemas.openxmlformats.org/officeDocument/2006/relationships/customXml" Target="../ink/ink741.xml"/><Relationship Id="rId285" Type="http://schemas.openxmlformats.org/officeDocument/2006/relationships/customXml" Target="../ink/ink762.xml"/><Relationship Id="rId38" Type="http://schemas.openxmlformats.org/officeDocument/2006/relationships/customXml" Target="../ink/ink638.xml"/><Relationship Id="rId103" Type="http://schemas.openxmlformats.org/officeDocument/2006/relationships/customXml" Target="../ink/ink671.xml"/><Relationship Id="rId310" Type="http://schemas.openxmlformats.org/officeDocument/2006/relationships/image" Target="../media/image769.png"/><Relationship Id="rId91" Type="http://schemas.openxmlformats.org/officeDocument/2006/relationships/customXml" Target="../ink/ink665.xml"/><Relationship Id="rId145" Type="http://schemas.openxmlformats.org/officeDocument/2006/relationships/customXml" Target="../ink/ink692.xml"/><Relationship Id="rId187" Type="http://schemas.openxmlformats.org/officeDocument/2006/relationships/customXml" Target="../ink/ink713.xml"/><Relationship Id="rId352" Type="http://schemas.openxmlformats.org/officeDocument/2006/relationships/image" Target="../media/image790.png"/><Relationship Id="rId394" Type="http://schemas.openxmlformats.org/officeDocument/2006/relationships/image" Target="../media/image811.png"/><Relationship Id="rId408" Type="http://schemas.openxmlformats.org/officeDocument/2006/relationships/image" Target="../media/image817.png"/><Relationship Id="rId212" Type="http://schemas.openxmlformats.org/officeDocument/2006/relationships/image" Target="../media/image720.png"/><Relationship Id="rId254" Type="http://schemas.openxmlformats.org/officeDocument/2006/relationships/image" Target="../media/image741.png"/><Relationship Id="rId49" Type="http://schemas.openxmlformats.org/officeDocument/2006/relationships/image" Target="../media/image639.png"/><Relationship Id="rId114" Type="http://schemas.openxmlformats.org/officeDocument/2006/relationships/image" Target="../media/image671.png"/><Relationship Id="rId296" Type="http://schemas.openxmlformats.org/officeDocument/2006/relationships/image" Target="../media/image762.png"/><Relationship Id="rId60" Type="http://schemas.openxmlformats.org/officeDocument/2006/relationships/customXml" Target="../ink/ink649.xml"/><Relationship Id="rId156" Type="http://schemas.openxmlformats.org/officeDocument/2006/relationships/image" Target="../media/image692.png"/><Relationship Id="rId198" Type="http://schemas.openxmlformats.org/officeDocument/2006/relationships/image" Target="../media/image713.png"/><Relationship Id="rId321" Type="http://schemas.openxmlformats.org/officeDocument/2006/relationships/customXml" Target="../ink/ink780.xml"/><Relationship Id="rId363" Type="http://schemas.openxmlformats.org/officeDocument/2006/relationships/customXml" Target="../ink/ink801.xml"/><Relationship Id="rId419" Type="http://schemas.openxmlformats.org/officeDocument/2006/relationships/customXml" Target="../ink/ink829.xml"/><Relationship Id="rId223" Type="http://schemas.openxmlformats.org/officeDocument/2006/relationships/customXml" Target="../ink/ink731.xml"/><Relationship Id="rId430" Type="http://schemas.openxmlformats.org/officeDocument/2006/relationships/image" Target="../media/image828.png"/><Relationship Id="rId18" Type="http://schemas.openxmlformats.org/officeDocument/2006/relationships/customXml" Target="../ink/ink628.xml"/><Relationship Id="rId39" Type="http://schemas.openxmlformats.org/officeDocument/2006/relationships/image" Target="../media/image635.png"/><Relationship Id="rId265" Type="http://schemas.openxmlformats.org/officeDocument/2006/relationships/customXml" Target="../ink/ink752.xml"/><Relationship Id="rId286" Type="http://schemas.openxmlformats.org/officeDocument/2006/relationships/image" Target="../media/image757.png"/><Relationship Id="rId50" Type="http://schemas.openxmlformats.org/officeDocument/2006/relationships/customXml" Target="../ink/ink644.xml"/><Relationship Id="rId104" Type="http://schemas.openxmlformats.org/officeDocument/2006/relationships/image" Target="../media/image666.png"/><Relationship Id="rId125" Type="http://schemas.openxmlformats.org/officeDocument/2006/relationships/customXml" Target="../ink/ink682.xml"/><Relationship Id="rId146" Type="http://schemas.openxmlformats.org/officeDocument/2006/relationships/image" Target="../media/image687.png"/><Relationship Id="rId167" Type="http://schemas.openxmlformats.org/officeDocument/2006/relationships/customXml" Target="../ink/ink703.xml"/><Relationship Id="rId188" Type="http://schemas.openxmlformats.org/officeDocument/2006/relationships/image" Target="../media/image708.png"/><Relationship Id="rId311" Type="http://schemas.openxmlformats.org/officeDocument/2006/relationships/customXml" Target="../ink/ink775.xml"/><Relationship Id="rId332" Type="http://schemas.openxmlformats.org/officeDocument/2006/relationships/image" Target="../media/image780.png"/><Relationship Id="rId353" Type="http://schemas.openxmlformats.org/officeDocument/2006/relationships/customXml" Target="../ink/ink796.xml"/><Relationship Id="rId374" Type="http://schemas.openxmlformats.org/officeDocument/2006/relationships/image" Target="../media/image801.png"/><Relationship Id="rId395" Type="http://schemas.openxmlformats.org/officeDocument/2006/relationships/customXml" Target="../ink/ink817.xml"/><Relationship Id="rId409" Type="http://schemas.openxmlformats.org/officeDocument/2006/relationships/customXml" Target="../ink/ink824.xml"/><Relationship Id="rId71" Type="http://schemas.openxmlformats.org/officeDocument/2006/relationships/customXml" Target="../ink/ink655.xml"/><Relationship Id="rId92" Type="http://schemas.openxmlformats.org/officeDocument/2006/relationships/image" Target="../media/image660.png"/><Relationship Id="rId213" Type="http://schemas.openxmlformats.org/officeDocument/2006/relationships/customXml" Target="../ink/ink726.xml"/><Relationship Id="rId234" Type="http://schemas.openxmlformats.org/officeDocument/2006/relationships/image" Target="../media/image731.png"/><Relationship Id="rId420" Type="http://schemas.openxmlformats.org/officeDocument/2006/relationships/image" Target="../media/image823.png"/><Relationship Id="rId2" Type="http://schemas.openxmlformats.org/officeDocument/2006/relationships/customXml" Target="../ink/ink620.xml"/><Relationship Id="rId29" Type="http://schemas.openxmlformats.org/officeDocument/2006/relationships/image" Target="../media/image630.png"/><Relationship Id="rId255" Type="http://schemas.openxmlformats.org/officeDocument/2006/relationships/customXml" Target="../ink/ink747.xml"/><Relationship Id="rId276" Type="http://schemas.openxmlformats.org/officeDocument/2006/relationships/image" Target="../media/image752.png"/><Relationship Id="rId297" Type="http://schemas.openxmlformats.org/officeDocument/2006/relationships/customXml" Target="../ink/ink768.xml"/><Relationship Id="rId441" Type="http://schemas.openxmlformats.org/officeDocument/2006/relationships/customXml" Target="../ink/ink840.xml"/><Relationship Id="rId40" Type="http://schemas.openxmlformats.org/officeDocument/2006/relationships/customXml" Target="../ink/ink639.xml"/><Relationship Id="rId115" Type="http://schemas.openxmlformats.org/officeDocument/2006/relationships/customXml" Target="../ink/ink677.xml"/><Relationship Id="rId136" Type="http://schemas.openxmlformats.org/officeDocument/2006/relationships/image" Target="../media/image682.png"/><Relationship Id="rId157" Type="http://schemas.openxmlformats.org/officeDocument/2006/relationships/customXml" Target="../ink/ink698.xml"/><Relationship Id="rId178" Type="http://schemas.openxmlformats.org/officeDocument/2006/relationships/image" Target="../media/image703.png"/><Relationship Id="rId301" Type="http://schemas.openxmlformats.org/officeDocument/2006/relationships/customXml" Target="../ink/ink770.xml"/><Relationship Id="rId322" Type="http://schemas.openxmlformats.org/officeDocument/2006/relationships/image" Target="../media/image775.png"/><Relationship Id="rId343" Type="http://schemas.openxmlformats.org/officeDocument/2006/relationships/customXml" Target="../ink/ink791.xml"/><Relationship Id="rId364" Type="http://schemas.openxmlformats.org/officeDocument/2006/relationships/image" Target="../media/image796.png"/><Relationship Id="rId61" Type="http://schemas.openxmlformats.org/officeDocument/2006/relationships/image" Target="../media/image645.png"/><Relationship Id="rId82" Type="http://schemas.openxmlformats.org/officeDocument/2006/relationships/image" Target="../media/image655.png"/><Relationship Id="rId199" Type="http://schemas.openxmlformats.org/officeDocument/2006/relationships/customXml" Target="../ink/ink719.xml"/><Relationship Id="rId203" Type="http://schemas.openxmlformats.org/officeDocument/2006/relationships/customXml" Target="../ink/ink721.xml"/><Relationship Id="rId385" Type="http://schemas.openxmlformats.org/officeDocument/2006/relationships/customXml" Target="../ink/ink812.xml"/><Relationship Id="rId19" Type="http://schemas.openxmlformats.org/officeDocument/2006/relationships/image" Target="../media/image625.png"/><Relationship Id="rId224" Type="http://schemas.openxmlformats.org/officeDocument/2006/relationships/image" Target="../media/image726.png"/><Relationship Id="rId245" Type="http://schemas.openxmlformats.org/officeDocument/2006/relationships/customXml" Target="../ink/ink742.xml"/><Relationship Id="rId266" Type="http://schemas.openxmlformats.org/officeDocument/2006/relationships/image" Target="../media/image747.png"/><Relationship Id="rId287" Type="http://schemas.openxmlformats.org/officeDocument/2006/relationships/customXml" Target="../ink/ink763.xml"/><Relationship Id="rId410" Type="http://schemas.openxmlformats.org/officeDocument/2006/relationships/image" Target="../media/image818.png"/><Relationship Id="rId431" Type="http://schemas.openxmlformats.org/officeDocument/2006/relationships/customXml" Target="../ink/ink835.xml"/><Relationship Id="rId30" Type="http://schemas.openxmlformats.org/officeDocument/2006/relationships/customXml" Target="../ink/ink634.xml"/><Relationship Id="rId105" Type="http://schemas.openxmlformats.org/officeDocument/2006/relationships/customXml" Target="../ink/ink672.xml"/><Relationship Id="rId126" Type="http://schemas.openxmlformats.org/officeDocument/2006/relationships/image" Target="../media/image677.png"/><Relationship Id="rId147" Type="http://schemas.openxmlformats.org/officeDocument/2006/relationships/customXml" Target="../ink/ink693.xml"/><Relationship Id="rId168" Type="http://schemas.openxmlformats.org/officeDocument/2006/relationships/image" Target="../media/image698.png"/><Relationship Id="rId312" Type="http://schemas.openxmlformats.org/officeDocument/2006/relationships/image" Target="../media/image770.png"/><Relationship Id="rId333" Type="http://schemas.openxmlformats.org/officeDocument/2006/relationships/customXml" Target="../ink/ink786.xml"/><Relationship Id="rId354" Type="http://schemas.openxmlformats.org/officeDocument/2006/relationships/image" Target="../media/image791.png"/><Relationship Id="rId51" Type="http://schemas.openxmlformats.org/officeDocument/2006/relationships/image" Target="../media/image640.png"/><Relationship Id="rId72" Type="http://schemas.openxmlformats.org/officeDocument/2006/relationships/image" Target="../media/image650.png"/><Relationship Id="rId93" Type="http://schemas.openxmlformats.org/officeDocument/2006/relationships/customXml" Target="../ink/ink666.xml"/><Relationship Id="rId189" Type="http://schemas.openxmlformats.org/officeDocument/2006/relationships/customXml" Target="../ink/ink714.xml"/><Relationship Id="rId375" Type="http://schemas.openxmlformats.org/officeDocument/2006/relationships/customXml" Target="../ink/ink807.xml"/><Relationship Id="rId396" Type="http://schemas.openxmlformats.org/officeDocument/2006/relationships/image" Target="../media/image812.png"/><Relationship Id="rId3" Type="http://schemas.openxmlformats.org/officeDocument/2006/relationships/image" Target="../media/image618.png"/><Relationship Id="rId214" Type="http://schemas.openxmlformats.org/officeDocument/2006/relationships/image" Target="../media/image721.png"/><Relationship Id="rId235" Type="http://schemas.openxmlformats.org/officeDocument/2006/relationships/customXml" Target="../ink/ink737.xml"/><Relationship Id="rId256" Type="http://schemas.openxmlformats.org/officeDocument/2006/relationships/image" Target="../media/image742.png"/><Relationship Id="rId277" Type="http://schemas.openxmlformats.org/officeDocument/2006/relationships/customXml" Target="../ink/ink758.xml"/><Relationship Id="rId298" Type="http://schemas.openxmlformats.org/officeDocument/2006/relationships/image" Target="../media/image763.png"/><Relationship Id="rId400" Type="http://schemas.openxmlformats.org/officeDocument/2006/relationships/image" Target="../media/image178.png"/><Relationship Id="rId421" Type="http://schemas.openxmlformats.org/officeDocument/2006/relationships/customXml" Target="../ink/ink830.xml"/><Relationship Id="rId442" Type="http://schemas.openxmlformats.org/officeDocument/2006/relationships/image" Target="../media/image834.png"/><Relationship Id="rId116" Type="http://schemas.openxmlformats.org/officeDocument/2006/relationships/image" Target="../media/image672.png"/><Relationship Id="rId137" Type="http://schemas.openxmlformats.org/officeDocument/2006/relationships/customXml" Target="../ink/ink688.xml"/><Relationship Id="rId158" Type="http://schemas.openxmlformats.org/officeDocument/2006/relationships/image" Target="../media/image693.png"/><Relationship Id="rId302" Type="http://schemas.openxmlformats.org/officeDocument/2006/relationships/image" Target="../media/image765.png"/><Relationship Id="rId323" Type="http://schemas.openxmlformats.org/officeDocument/2006/relationships/customXml" Target="../ink/ink781.xml"/><Relationship Id="rId344" Type="http://schemas.openxmlformats.org/officeDocument/2006/relationships/image" Target="../media/image786.png"/><Relationship Id="rId20" Type="http://schemas.openxmlformats.org/officeDocument/2006/relationships/customXml" Target="../ink/ink629.xml"/><Relationship Id="rId41" Type="http://schemas.openxmlformats.org/officeDocument/2006/relationships/image" Target="../media/image636.png"/><Relationship Id="rId62" Type="http://schemas.openxmlformats.org/officeDocument/2006/relationships/customXml" Target="../ink/ink650.xml"/><Relationship Id="rId83" Type="http://schemas.openxmlformats.org/officeDocument/2006/relationships/customXml" Target="../ink/ink661.xml"/><Relationship Id="rId179" Type="http://schemas.openxmlformats.org/officeDocument/2006/relationships/customXml" Target="../ink/ink709.xml"/><Relationship Id="rId365" Type="http://schemas.openxmlformats.org/officeDocument/2006/relationships/customXml" Target="../ink/ink802.xml"/><Relationship Id="rId386" Type="http://schemas.openxmlformats.org/officeDocument/2006/relationships/image" Target="../media/image807.png"/><Relationship Id="rId190" Type="http://schemas.openxmlformats.org/officeDocument/2006/relationships/image" Target="../media/image709.png"/><Relationship Id="rId204" Type="http://schemas.openxmlformats.org/officeDocument/2006/relationships/image" Target="../media/image716.png"/><Relationship Id="rId225" Type="http://schemas.openxmlformats.org/officeDocument/2006/relationships/customXml" Target="../ink/ink732.xml"/><Relationship Id="rId246" Type="http://schemas.openxmlformats.org/officeDocument/2006/relationships/image" Target="../media/image737.png"/><Relationship Id="rId267" Type="http://schemas.openxmlformats.org/officeDocument/2006/relationships/customXml" Target="../ink/ink753.xml"/><Relationship Id="rId288" Type="http://schemas.openxmlformats.org/officeDocument/2006/relationships/image" Target="../media/image758.png"/><Relationship Id="rId411" Type="http://schemas.openxmlformats.org/officeDocument/2006/relationships/customXml" Target="../ink/ink825.xml"/><Relationship Id="rId432" Type="http://schemas.openxmlformats.org/officeDocument/2006/relationships/image" Target="../media/image829.png"/><Relationship Id="rId106" Type="http://schemas.openxmlformats.org/officeDocument/2006/relationships/image" Target="../media/image667.png"/><Relationship Id="rId127" Type="http://schemas.openxmlformats.org/officeDocument/2006/relationships/customXml" Target="../ink/ink683.xml"/><Relationship Id="rId313" Type="http://schemas.openxmlformats.org/officeDocument/2006/relationships/customXml" Target="../ink/ink776.xml"/><Relationship Id="rId10" Type="http://schemas.openxmlformats.org/officeDocument/2006/relationships/customXml" Target="../ink/ink624.xml"/><Relationship Id="rId31" Type="http://schemas.openxmlformats.org/officeDocument/2006/relationships/image" Target="../media/image631.png"/><Relationship Id="rId52" Type="http://schemas.openxmlformats.org/officeDocument/2006/relationships/customXml" Target="../ink/ink645.xml"/><Relationship Id="rId73" Type="http://schemas.openxmlformats.org/officeDocument/2006/relationships/customXml" Target="../ink/ink656.xml"/><Relationship Id="rId94" Type="http://schemas.openxmlformats.org/officeDocument/2006/relationships/image" Target="../media/image661.png"/><Relationship Id="rId148" Type="http://schemas.openxmlformats.org/officeDocument/2006/relationships/image" Target="../media/image688.png"/><Relationship Id="rId169" Type="http://schemas.openxmlformats.org/officeDocument/2006/relationships/customXml" Target="../ink/ink704.xml"/><Relationship Id="rId334" Type="http://schemas.openxmlformats.org/officeDocument/2006/relationships/image" Target="../media/image781.png"/><Relationship Id="rId355" Type="http://schemas.openxmlformats.org/officeDocument/2006/relationships/customXml" Target="../ink/ink797.xml"/><Relationship Id="rId376" Type="http://schemas.openxmlformats.org/officeDocument/2006/relationships/image" Target="../media/image802.png"/><Relationship Id="rId397" Type="http://schemas.openxmlformats.org/officeDocument/2006/relationships/customXml" Target="../ink/ink818.xml"/><Relationship Id="rId4" Type="http://schemas.openxmlformats.org/officeDocument/2006/relationships/customXml" Target="../ink/ink621.xml"/><Relationship Id="rId180" Type="http://schemas.openxmlformats.org/officeDocument/2006/relationships/image" Target="../media/image704.png"/><Relationship Id="rId215" Type="http://schemas.openxmlformats.org/officeDocument/2006/relationships/customXml" Target="../ink/ink727.xml"/><Relationship Id="rId236" Type="http://schemas.openxmlformats.org/officeDocument/2006/relationships/image" Target="../media/image732.png"/><Relationship Id="rId257" Type="http://schemas.openxmlformats.org/officeDocument/2006/relationships/customXml" Target="../ink/ink748.xml"/><Relationship Id="rId278" Type="http://schemas.openxmlformats.org/officeDocument/2006/relationships/image" Target="../media/image753.png"/><Relationship Id="rId401" Type="http://schemas.openxmlformats.org/officeDocument/2006/relationships/customXml" Target="../ink/ink820.xml"/><Relationship Id="rId422" Type="http://schemas.openxmlformats.org/officeDocument/2006/relationships/image" Target="../media/image824.png"/><Relationship Id="rId443" Type="http://schemas.openxmlformats.org/officeDocument/2006/relationships/customXml" Target="../ink/ink841.xml"/><Relationship Id="rId303" Type="http://schemas.openxmlformats.org/officeDocument/2006/relationships/customXml" Target="../ink/ink771.xml"/><Relationship Id="rId42" Type="http://schemas.openxmlformats.org/officeDocument/2006/relationships/customXml" Target="../ink/ink640.xml"/><Relationship Id="rId84" Type="http://schemas.openxmlformats.org/officeDocument/2006/relationships/image" Target="../media/image656.png"/><Relationship Id="rId138" Type="http://schemas.openxmlformats.org/officeDocument/2006/relationships/image" Target="../media/image683.png"/><Relationship Id="rId345" Type="http://schemas.openxmlformats.org/officeDocument/2006/relationships/customXml" Target="../ink/ink792.xml"/><Relationship Id="rId387" Type="http://schemas.openxmlformats.org/officeDocument/2006/relationships/customXml" Target="../ink/ink813.xml"/><Relationship Id="rId191" Type="http://schemas.openxmlformats.org/officeDocument/2006/relationships/customXml" Target="../ink/ink715.xml"/><Relationship Id="rId205" Type="http://schemas.openxmlformats.org/officeDocument/2006/relationships/customXml" Target="../ink/ink722.xml"/><Relationship Id="rId247" Type="http://schemas.openxmlformats.org/officeDocument/2006/relationships/customXml" Target="../ink/ink743.xml"/><Relationship Id="rId412" Type="http://schemas.openxmlformats.org/officeDocument/2006/relationships/image" Target="../media/image819.png"/><Relationship Id="rId107" Type="http://schemas.openxmlformats.org/officeDocument/2006/relationships/customXml" Target="../ink/ink673.xml"/><Relationship Id="rId289" Type="http://schemas.openxmlformats.org/officeDocument/2006/relationships/customXml" Target="../ink/ink764.xml"/><Relationship Id="rId11" Type="http://schemas.openxmlformats.org/officeDocument/2006/relationships/image" Target="../media/image622.png"/><Relationship Id="rId53" Type="http://schemas.openxmlformats.org/officeDocument/2006/relationships/image" Target="../media/image641.png"/><Relationship Id="rId149" Type="http://schemas.openxmlformats.org/officeDocument/2006/relationships/customXml" Target="../ink/ink694.xml"/><Relationship Id="rId314" Type="http://schemas.openxmlformats.org/officeDocument/2006/relationships/image" Target="../media/image771.png"/><Relationship Id="rId356" Type="http://schemas.openxmlformats.org/officeDocument/2006/relationships/image" Target="../media/image792.png"/><Relationship Id="rId398" Type="http://schemas.openxmlformats.org/officeDocument/2006/relationships/image" Target="../media/image813.png"/><Relationship Id="rId95" Type="http://schemas.openxmlformats.org/officeDocument/2006/relationships/customXml" Target="../ink/ink667.xml"/><Relationship Id="rId160" Type="http://schemas.openxmlformats.org/officeDocument/2006/relationships/image" Target="../media/image694.png"/><Relationship Id="rId216" Type="http://schemas.openxmlformats.org/officeDocument/2006/relationships/image" Target="../media/image722.png"/><Relationship Id="rId423" Type="http://schemas.openxmlformats.org/officeDocument/2006/relationships/customXml" Target="../ink/ink831.xml"/><Relationship Id="rId258" Type="http://schemas.openxmlformats.org/officeDocument/2006/relationships/image" Target="../media/image743.png"/><Relationship Id="rId22" Type="http://schemas.openxmlformats.org/officeDocument/2006/relationships/customXml" Target="../ink/ink630.xml"/><Relationship Id="rId64" Type="http://schemas.openxmlformats.org/officeDocument/2006/relationships/image" Target="../media/image646.png"/><Relationship Id="rId118" Type="http://schemas.openxmlformats.org/officeDocument/2006/relationships/image" Target="../media/image673.png"/><Relationship Id="rId325" Type="http://schemas.openxmlformats.org/officeDocument/2006/relationships/customXml" Target="../ink/ink782.xml"/><Relationship Id="rId367" Type="http://schemas.openxmlformats.org/officeDocument/2006/relationships/customXml" Target="../ink/ink803.xml"/><Relationship Id="rId171" Type="http://schemas.openxmlformats.org/officeDocument/2006/relationships/customXml" Target="../ink/ink705.xml"/><Relationship Id="rId227" Type="http://schemas.openxmlformats.org/officeDocument/2006/relationships/customXml" Target="../ink/ink733.xml"/><Relationship Id="rId269" Type="http://schemas.openxmlformats.org/officeDocument/2006/relationships/customXml" Target="../ink/ink754.xml"/><Relationship Id="rId434" Type="http://schemas.openxmlformats.org/officeDocument/2006/relationships/image" Target="../media/image830.png"/><Relationship Id="rId33" Type="http://schemas.openxmlformats.org/officeDocument/2006/relationships/image" Target="../media/image632.png"/><Relationship Id="rId129" Type="http://schemas.openxmlformats.org/officeDocument/2006/relationships/customXml" Target="../ink/ink684.xml"/><Relationship Id="rId280" Type="http://schemas.openxmlformats.org/officeDocument/2006/relationships/image" Target="../media/image754.png"/><Relationship Id="rId336" Type="http://schemas.openxmlformats.org/officeDocument/2006/relationships/image" Target="../media/image782.png"/><Relationship Id="rId75" Type="http://schemas.openxmlformats.org/officeDocument/2006/relationships/customXml" Target="../ink/ink657.xml"/><Relationship Id="rId140" Type="http://schemas.openxmlformats.org/officeDocument/2006/relationships/image" Target="../media/image684.png"/><Relationship Id="rId182" Type="http://schemas.openxmlformats.org/officeDocument/2006/relationships/image" Target="../media/image705.png"/><Relationship Id="rId378" Type="http://schemas.openxmlformats.org/officeDocument/2006/relationships/image" Target="../media/image803.png"/><Relationship Id="rId403" Type="http://schemas.openxmlformats.org/officeDocument/2006/relationships/customXml" Target="../ink/ink821.xml"/><Relationship Id="rId6" Type="http://schemas.openxmlformats.org/officeDocument/2006/relationships/customXml" Target="../ink/ink622.xml"/><Relationship Id="rId238" Type="http://schemas.openxmlformats.org/officeDocument/2006/relationships/image" Target="../media/image733.png"/><Relationship Id="rId445" Type="http://schemas.openxmlformats.org/officeDocument/2006/relationships/customXml" Target="../ink/ink842.xml"/><Relationship Id="rId291" Type="http://schemas.openxmlformats.org/officeDocument/2006/relationships/customXml" Target="../ink/ink765.xml"/><Relationship Id="rId305" Type="http://schemas.openxmlformats.org/officeDocument/2006/relationships/customXml" Target="../ink/ink772.xml"/><Relationship Id="rId347" Type="http://schemas.openxmlformats.org/officeDocument/2006/relationships/customXml" Target="../ink/ink793.xml"/><Relationship Id="rId44" Type="http://schemas.openxmlformats.org/officeDocument/2006/relationships/customXml" Target="../ink/ink641.xml"/><Relationship Id="rId86" Type="http://schemas.openxmlformats.org/officeDocument/2006/relationships/image" Target="../media/image657.png"/><Relationship Id="rId151" Type="http://schemas.openxmlformats.org/officeDocument/2006/relationships/customXml" Target="../ink/ink695.xml"/><Relationship Id="rId389" Type="http://schemas.openxmlformats.org/officeDocument/2006/relationships/customXml" Target="../ink/ink814.xml"/><Relationship Id="rId193" Type="http://schemas.openxmlformats.org/officeDocument/2006/relationships/customXml" Target="../ink/ink716.xml"/><Relationship Id="rId207" Type="http://schemas.openxmlformats.org/officeDocument/2006/relationships/customXml" Target="../ink/ink723.xml"/><Relationship Id="rId249" Type="http://schemas.openxmlformats.org/officeDocument/2006/relationships/customXml" Target="../ink/ink744.xml"/><Relationship Id="rId414" Type="http://schemas.openxmlformats.org/officeDocument/2006/relationships/image" Target="../media/image820.png"/><Relationship Id="rId13" Type="http://schemas.openxmlformats.org/officeDocument/2006/relationships/image" Target="../media/image380.png"/><Relationship Id="rId109" Type="http://schemas.openxmlformats.org/officeDocument/2006/relationships/customXml" Target="../ink/ink674.xml"/><Relationship Id="rId260" Type="http://schemas.openxmlformats.org/officeDocument/2006/relationships/image" Target="../media/image744.png"/><Relationship Id="rId316" Type="http://schemas.openxmlformats.org/officeDocument/2006/relationships/image" Target="../media/image772.png"/><Relationship Id="rId55" Type="http://schemas.openxmlformats.org/officeDocument/2006/relationships/image" Target="../media/image642.png"/><Relationship Id="rId97" Type="http://schemas.openxmlformats.org/officeDocument/2006/relationships/customXml" Target="../ink/ink668.xml"/><Relationship Id="rId120" Type="http://schemas.openxmlformats.org/officeDocument/2006/relationships/image" Target="../media/image674.png"/><Relationship Id="rId358" Type="http://schemas.openxmlformats.org/officeDocument/2006/relationships/image" Target="../media/image793.png"/><Relationship Id="rId162" Type="http://schemas.openxmlformats.org/officeDocument/2006/relationships/image" Target="../media/image695.png"/><Relationship Id="rId218" Type="http://schemas.openxmlformats.org/officeDocument/2006/relationships/image" Target="../media/image723.png"/><Relationship Id="rId425" Type="http://schemas.openxmlformats.org/officeDocument/2006/relationships/customXml" Target="../ink/ink832.xml"/><Relationship Id="rId271" Type="http://schemas.openxmlformats.org/officeDocument/2006/relationships/customXml" Target="../ink/ink755.xml"/><Relationship Id="rId24" Type="http://schemas.openxmlformats.org/officeDocument/2006/relationships/customXml" Target="../ink/ink631.xml"/><Relationship Id="rId66" Type="http://schemas.openxmlformats.org/officeDocument/2006/relationships/image" Target="../media/image647.png"/><Relationship Id="rId131" Type="http://schemas.openxmlformats.org/officeDocument/2006/relationships/customXml" Target="../ink/ink685.xml"/><Relationship Id="rId327" Type="http://schemas.openxmlformats.org/officeDocument/2006/relationships/customXml" Target="../ink/ink783.xml"/><Relationship Id="rId369" Type="http://schemas.openxmlformats.org/officeDocument/2006/relationships/customXml" Target="../ink/ink804.xml"/><Relationship Id="rId173" Type="http://schemas.openxmlformats.org/officeDocument/2006/relationships/customXml" Target="../ink/ink706.xml"/><Relationship Id="rId229" Type="http://schemas.openxmlformats.org/officeDocument/2006/relationships/customXml" Target="../ink/ink734.xml"/><Relationship Id="rId380" Type="http://schemas.openxmlformats.org/officeDocument/2006/relationships/image" Target="../media/image804.png"/><Relationship Id="rId436" Type="http://schemas.openxmlformats.org/officeDocument/2006/relationships/image" Target="../media/image831.png"/><Relationship Id="rId240" Type="http://schemas.openxmlformats.org/officeDocument/2006/relationships/image" Target="../media/image734.png"/><Relationship Id="rId35" Type="http://schemas.openxmlformats.org/officeDocument/2006/relationships/image" Target="../media/image633.png"/><Relationship Id="rId77" Type="http://schemas.openxmlformats.org/officeDocument/2006/relationships/customXml" Target="../ink/ink658.xml"/><Relationship Id="rId100" Type="http://schemas.openxmlformats.org/officeDocument/2006/relationships/image" Target="../media/image664.png"/><Relationship Id="rId282" Type="http://schemas.openxmlformats.org/officeDocument/2006/relationships/image" Target="../media/image755.png"/><Relationship Id="rId338" Type="http://schemas.openxmlformats.org/officeDocument/2006/relationships/image" Target="../media/image783.png"/><Relationship Id="rId8" Type="http://schemas.openxmlformats.org/officeDocument/2006/relationships/customXml" Target="../ink/ink623.xml"/><Relationship Id="rId142" Type="http://schemas.openxmlformats.org/officeDocument/2006/relationships/image" Target="../media/image685.png"/><Relationship Id="rId184" Type="http://schemas.openxmlformats.org/officeDocument/2006/relationships/image" Target="../media/image706.png"/><Relationship Id="rId391" Type="http://schemas.openxmlformats.org/officeDocument/2006/relationships/customXml" Target="../ink/ink815.xml"/><Relationship Id="rId405" Type="http://schemas.openxmlformats.org/officeDocument/2006/relationships/customXml" Target="../ink/ink822.xml"/><Relationship Id="rId447" Type="http://schemas.openxmlformats.org/officeDocument/2006/relationships/customXml" Target="../ink/ink843.xml"/><Relationship Id="rId251" Type="http://schemas.openxmlformats.org/officeDocument/2006/relationships/customXml" Target="../ink/ink745.xml"/><Relationship Id="rId46" Type="http://schemas.openxmlformats.org/officeDocument/2006/relationships/customXml" Target="../ink/ink642.xml"/><Relationship Id="rId293" Type="http://schemas.openxmlformats.org/officeDocument/2006/relationships/customXml" Target="../ink/ink766.xml"/><Relationship Id="rId307" Type="http://schemas.openxmlformats.org/officeDocument/2006/relationships/customXml" Target="../ink/ink773.xml"/><Relationship Id="rId349" Type="http://schemas.openxmlformats.org/officeDocument/2006/relationships/customXml" Target="../ink/ink794.xml"/><Relationship Id="rId88" Type="http://schemas.openxmlformats.org/officeDocument/2006/relationships/image" Target="../media/image658.png"/><Relationship Id="rId111" Type="http://schemas.openxmlformats.org/officeDocument/2006/relationships/customXml" Target="../ink/ink675.xml"/><Relationship Id="rId153" Type="http://schemas.openxmlformats.org/officeDocument/2006/relationships/customXml" Target="../ink/ink696.xml"/><Relationship Id="rId195" Type="http://schemas.openxmlformats.org/officeDocument/2006/relationships/customXml" Target="../ink/ink717.xml"/><Relationship Id="rId209" Type="http://schemas.openxmlformats.org/officeDocument/2006/relationships/customXml" Target="../ink/ink724.xml"/><Relationship Id="rId360" Type="http://schemas.openxmlformats.org/officeDocument/2006/relationships/image" Target="../media/image794.png"/><Relationship Id="rId416" Type="http://schemas.openxmlformats.org/officeDocument/2006/relationships/image" Target="../media/image821.png"/><Relationship Id="rId220" Type="http://schemas.openxmlformats.org/officeDocument/2006/relationships/image" Target="../media/image724.png"/><Relationship Id="rId15" Type="http://schemas.openxmlformats.org/officeDocument/2006/relationships/image" Target="../media/image623.png"/><Relationship Id="rId57" Type="http://schemas.openxmlformats.org/officeDocument/2006/relationships/image" Target="../media/image643.png"/><Relationship Id="rId262" Type="http://schemas.openxmlformats.org/officeDocument/2006/relationships/image" Target="../media/image745.png"/><Relationship Id="rId318" Type="http://schemas.openxmlformats.org/officeDocument/2006/relationships/image" Target="../media/image773.png"/><Relationship Id="rId99" Type="http://schemas.openxmlformats.org/officeDocument/2006/relationships/customXml" Target="../ink/ink669.xml"/><Relationship Id="rId122" Type="http://schemas.openxmlformats.org/officeDocument/2006/relationships/image" Target="../media/image675.png"/><Relationship Id="rId164" Type="http://schemas.openxmlformats.org/officeDocument/2006/relationships/image" Target="../media/image696.png"/><Relationship Id="rId371" Type="http://schemas.openxmlformats.org/officeDocument/2006/relationships/customXml" Target="../ink/ink805.xml"/><Relationship Id="rId427" Type="http://schemas.openxmlformats.org/officeDocument/2006/relationships/customXml" Target="../ink/ink833.xml"/><Relationship Id="rId26" Type="http://schemas.openxmlformats.org/officeDocument/2006/relationships/customXml" Target="../ink/ink632.xml"/><Relationship Id="rId231" Type="http://schemas.openxmlformats.org/officeDocument/2006/relationships/customXml" Target="../ink/ink735.xml"/><Relationship Id="rId273" Type="http://schemas.openxmlformats.org/officeDocument/2006/relationships/customXml" Target="../ink/ink756.xml"/><Relationship Id="rId329" Type="http://schemas.openxmlformats.org/officeDocument/2006/relationships/customXml" Target="../ink/ink784.xml"/><Relationship Id="rId68" Type="http://schemas.openxmlformats.org/officeDocument/2006/relationships/image" Target="../media/image648.png"/><Relationship Id="rId133" Type="http://schemas.openxmlformats.org/officeDocument/2006/relationships/customXml" Target="../ink/ink686.xml"/><Relationship Id="rId175" Type="http://schemas.openxmlformats.org/officeDocument/2006/relationships/customXml" Target="../ink/ink707.xml"/><Relationship Id="rId340" Type="http://schemas.openxmlformats.org/officeDocument/2006/relationships/image" Target="../media/image784.png"/><Relationship Id="rId200" Type="http://schemas.openxmlformats.org/officeDocument/2006/relationships/image" Target="../media/image714.png"/><Relationship Id="rId382" Type="http://schemas.openxmlformats.org/officeDocument/2006/relationships/image" Target="../media/image805.png"/><Relationship Id="rId438" Type="http://schemas.openxmlformats.org/officeDocument/2006/relationships/image" Target="../media/image832.png"/><Relationship Id="rId242" Type="http://schemas.openxmlformats.org/officeDocument/2006/relationships/image" Target="../media/image735.png"/><Relationship Id="rId284" Type="http://schemas.openxmlformats.org/officeDocument/2006/relationships/image" Target="../media/image756.png"/><Relationship Id="rId37" Type="http://schemas.openxmlformats.org/officeDocument/2006/relationships/image" Target="../media/image634.png"/><Relationship Id="rId79" Type="http://schemas.openxmlformats.org/officeDocument/2006/relationships/customXml" Target="../ink/ink659.xml"/><Relationship Id="rId102" Type="http://schemas.openxmlformats.org/officeDocument/2006/relationships/image" Target="../media/image665.png"/><Relationship Id="rId144" Type="http://schemas.openxmlformats.org/officeDocument/2006/relationships/image" Target="../media/image686.png"/><Relationship Id="rId90" Type="http://schemas.openxmlformats.org/officeDocument/2006/relationships/image" Target="../media/image659.png"/><Relationship Id="rId186" Type="http://schemas.openxmlformats.org/officeDocument/2006/relationships/image" Target="../media/image707.png"/><Relationship Id="rId351" Type="http://schemas.openxmlformats.org/officeDocument/2006/relationships/customXml" Target="../ink/ink795.xml"/><Relationship Id="rId393" Type="http://schemas.openxmlformats.org/officeDocument/2006/relationships/customXml" Target="../ink/ink816.xml"/><Relationship Id="rId407" Type="http://schemas.openxmlformats.org/officeDocument/2006/relationships/customXml" Target="../ink/ink823.xml"/><Relationship Id="rId211" Type="http://schemas.openxmlformats.org/officeDocument/2006/relationships/customXml" Target="../ink/ink725.xml"/><Relationship Id="rId253" Type="http://schemas.openxmlformats.org/officeDocument/2006/relationships/customXml" Target="../ink/ink746.xml"/><Relationship Id="rId295" Type="http://schemas.openxmlformats.org/officeDocument/2006/relationships/customXml" Target="../ink/ink767.xml"/><Relationship Id="rId309" Type="http://schemas.openxmlformats.org/officeDocument/2006/relationships/customXml" Target="../ink/ink774.xml"/><Relationship Id="rId48" Type="http://schemas.openxmlformats.org/officeDocument/2006/relationships/customXml" Target="../ink/ink643.xml"/><Relationship Id="rId113" Type="http://schemas.openxmlformats.org/officeDocument/2006/relationships/customXml" Target="../ink/ink676.xml"/><Relationship Id="rId320" Type="http://schemas.openxmlformats.org/officeDocument/2006/relationships/image" Target="../media/image774.png"/><Relationship Id="rId155" Type="http://schemas.openxmlformats.org/officeDocument/2006/relationships/customXml" Target="../ink/ink697.xml"/><Relationship Id="rId197" Type="http://schemas.openxmlformats.org/officeDocument/2006/relationships/customXml" Target="../ink/ink718.xml"/><Relationship Id="rId362" Type="http://schemas.openxmlformats.org/officeDocument/2006/relationships/image" Target="../media/image795.png"/><Relationship Id="rId418" Type="http://schemas.openxmlformats.org/officeDocument/2006/relationships/image" Target="../media/image822.png"/><Relationship Id="rId222" Type="http://schemas.openxmlformats.org/officeDocument/2006/relationships/image" Target="../media/image725.png"/><Relationship Id="rId264" Type="http://schemas.openxmlformats.org/officeDocument/2006/relationships/image" Target="../media/image746.png"/><Relationship Id="rId17" Type="http://schemas.openxmlformats.org/officeDocument/2006/relationships/image" Target="../media/image624.png"/><Relationship Id="rId59" Type="http://schemas.openxmlformats.org/officeDocument/2006/relationships/image" Target="../media/image644.png"/><Relationship Id="rId124" Type="http://schemas.openxmlformats.org/officeDocument/2006/relationships/image" Target="../media/image676.png"/><Relationship Id="rId70" Type="http://schemas.openxmlformats.org/officeDocument/2006/relationships/image" Target="../media/image649.png"/><Relationship Id="rId166" Type="http://schemas.openxmlformats.org/officeDocument/2006/relationships/image" Target="../media/image697.png"/><Relationship Id="rId331" Type="http://schemas.openxmlformats.org/officeDocument/2006/relationships/customXml" Target="../ink/ink785.xml"/><Relationship Id="rId373" Type="http://schemas.openxmlformats.org/officeDocument/2006/relationships/customXml" Target="../ink/ink806.xml"/><Relationship Id="rId429" Type="http://schemas.openxmlformats.org/officeDocument/2006/relationships/customXml" Target="../ink/ink834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736.xml"/><Relationship Id="rId440" Type="http://schemas.openxmlformats.org/officeDocument/2006/relationships/image" Target="../media/image833.png"/><Relationship Id="rId28" Type="http://schemas.openxmlformats.org/officeDocument/2006/relationships/customXml" Target="../ink/ink633.xml"/><Relationship Id="rId275" Type="http://schemas.openxmlformats.org/officeDocument/2006/relationships/customXml" Target="../ink/ink757.xml"/><Relationship Id="rId300" Type="http://schemas.openxmlformats.org/officeDocument/2006/relationships/image" Target="../media/image764.png"/><Relationship Id="rId81" Type="http://schemas.openxmlformats.org/officeDocument/2006/relationships/customXml" Target="../ink/ink660.xml"/><Relationship Id="rId135" Type="http://schemas.openxmlformats.org/officeDocument/2006/relationships/customXml" Target="../ink/ink687.xml"/><Relationship Id="rId177" Type="http://schemas.openxmlformats.org/officeDocument/2006/relationships/customXml" Target="../ink/ink708.xml"/><Relationship Id="rId342" Type="http://schemas.openxmlformats.org/officeDocument/2006/relationships/image" Target="../media/image785.png"/><Relationship Id="rId384" Type="http://schemas.openxmlformats.org/officeDocument/2006/relationships/image" Target="../media/image806.png"/><Relationship Id="rId202" Type="http://schemas.openxmlformats.org/officeDocument/2006/relationships/image" Target="../media/image715.png"/><Relationship Id="rId244" Type="http://schemas.openxmlformats.org/officeDocument/2006/relationships/image" Target="../media/image736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95.png"/><Relationship Id="rId299" Type="http://schemas.openxmlformats.org/officeDocument/2006/relationships/image" Target="../media/image986.png"/><Relationship Id="rId21" Type="http://schemas.openxmlformats.org/officeDocument/2006/relationships/image" Target="../media/image847.png"/><Relationship Id="rId63" Type="http://schemas.openxmlformats.org/officeDocument/2006/relationships/image" Target="../media/image868.png"/><Relationship Id="rId159" Type="http://schemas.openxmlformats.org/officeDocument/2006/relationships/image" Target="../media/image916.png"/><Relationship Id="rId170" Type="http://schemas.openxmlformats.org/officeDocument/2006/relationships/customXml" Target="../ink/ink928.xml"/><Relationship Id="rId226" Type="http://schemas.openxmlformats.org/officeDocument/2006/relationships/customXml" Target="../ink/ink956.xml"/><Relationship Id="rId268" Type="http://schemas.openxmlformats.org/officeDocument/2006/relationships/customXml" Target="../ink/ink977.xml"/><Relationship Id="rId32" Type="http://schemas.openxmlformats.org/officeDocument/2006/relationships/customXml" Target="../ink/ink859.xml"/><Relationship Id="rId74" Type="http://schemas.openxmlformats.org/officeDocument/2006/relationships/customXml" Target="../ink/ink880.xml"/><Relationship Id="rId128" Type="http://schemas.openxmlformats.org/officeDocument/2006/relationships/customXml" Target="../ink/ink907.xml"/><Relationship Id="rId5" Type="http://schemas.openxmlformats.org/officeDocument/2006/relationships/image" Target="../media/image839.png"/><Relationship Id="rId181" Type="http://schemas.openxmlformats.org/officeDocument/2006/relationships/image" Target="../media/image927.png"/><Relationship Id="rId237" Type="http://schemas.openxmlformats.org/officeDocument/2006/relationships/image" Target="../media/image955.png"/><Relationship Id="rId279" Type="http://schemas.openxmlformats.org/officeDocument/2006/relationships/image" Target="../media/image976.png"/><Relationship Id="rId43" Type="http://schemas.openxmlformats.org/officeDocument/2006/relationships/image" Target="../media/image858.png"/><Relationship Id="rId139" Type="http://schemas.openxmlformats.org/officeDocument/2006/relationships/image" Target="../media/image906.png"/><Relationship Id="rId290" Type="http://schemas.openxmlformats.org/officeDocument/2006/relationships/customXml" Target="../ink/ink988.xml"/><Relationship Id="rId304" Type="http://schemas.openxmlformats.org/officeDocument/2006/relationships/customXml" Target="../ink/ink995.xml"/><Relationship Id="rId85" Type="http://schemas.openxmlformats.org/officeDocument/2006/relationships/image" Target="../media/image879.png"/><Relationship Id="rId150" Type="http://schemas.openxmlformats.org/officeDocument/2006/relationships/customXml" Target="../ink/ink918.xml"/><Relationship Id="rId192" Type="http://schemas.openxmlformats.org/officeDocument/2006/relationships/customXml" Target="../ink/ink939.xml"/><Relationship Id="rId206" Type="http://schemas.openxmlformats.org/officeDocument/2006/relationships/customXml" Target="../ink/ink946.xml"/><Relationship Id="rId248" Type="http://schemas.openxmlformats.org/officeDocument/2006/relationships/customXml" Target="../ink/ink967.xml"/><Relationship Id="rId12" Type="http://schemas.openxmlformats.org/officeDocument/2006/relationships/customXml" Target="../ink/ink849.xml"/><Relationship Id="rId108" Type="http://schemas.openxmlformats.org/officeDocument/2006/relationships/customXml" Target="../ink/ink897.xml"/><Relationship Id="rId315" Type="http://schemas.openxmlformats.org/officeDocument/2006/relationships/image" Target="../media/image994.png"/><Relationship Id="rId54" Type="http://schemas.openxmlformats.org/officeDocument/2006/relationships/customXml" Target="../ink/ink870.xml"/><Relationship Id="rId96" Type="http://schemas.openxmlformats.org/officeDocument/2006/relationships/customXml" Target="../ink/ink891.xml"/><Relationship Id="rId161" Type="http://schemas.openxmlformats.org/officeDocument/2006/relationships/image" Target="../media/image917.png"/><Relationship Id="rId217" Type="http://schemas.openxmlformats.org/officeDocument/2006/relationships/image" Target="../media/image945.png"/><Relationship Id="rId259" Type="http://schemas.openxmlformats.org/officeDocument/2006/relationships/image" Target="../media/image966.png"/><Relationship Id="rId23" Type="http://schemas.openxmlformats.org/officeDocument/2006/relationships/image" Target="../media/image848.png"/><Relationship Id="rId119" Type="http://schemas.openxmlformats.org/officeDocument/2006/relationships/image" Target="../media/image896.png"/><Relationship Id="rId270" Type="http://schemas.openxmlformats.org/officeDocument/2006/relationships/customXml" Target="../ink/ink978.xml"/><Relationship Id="rId65" Type="http://schemas.openxmlformats.org/officeDocument/2006/relationships/image" Target="../media/image869.png"/><Relationship Id="rId130" Type="http://schemas.openxmlformats.org/officeDocument/2006/relationships/customXml" Target="../ink/ink908.xml"/><Relationship Id="rId172" Type="http://schemas.openxmlformats.org/officeDocument/2006/relationships/customXml" Target="../ink/ink929.xml"/><Relationship Id="rId228" Type="http://schemas.openxmlformats.org/officeDocument/2006/relationships/customXml" Target="../ink/ink957.xml"/><Relationship Id="rId281" Type="http://schemas.openxmlformats.org/officeDocument/2006/relationships/image" Target="../media/image977.png"/><Relationship Id="rId34" Type="http://schemas.openxmlformats.org/officeDocument/2006/relationships/customXml" Target="../ink/ink860.xml"/><Relationship Id="rId55" Type="http://schemas.openxmlformats.org/officeDocument/2006/relationships/image" Target="../media/image864.png"/><Relationship Id="rId76" Type="http://schemas.openxmlformats.org/officeDocument/2006/relationships/customXml" Target="../ink/ink881.xml"/><Relationship Id="rId97" Type="http://schemas.openxmlformats.org/officeDocument/2006/relationships/image" Target="../media/image885.png"/><Relationship Id="rId120" Type="http://schemas.openxmlformats.org/officeDocument/2006/relationships/customXml" Target="../ink/ink903.xml"/><Relationship Id="rId141" Type="http://schemas.openxmlformats.org/officeDocument/2006/relationships/image" Target="../media/image907.png"/><Relationship Id="rId7" Type="http://schemas.openxmlformats.org/officeDocument/2006/relationships/image" Target="../media/image840.png"/><Relationship Id="rId162" Type="http://schemas.openxmlformats.org/officeDocument/2006/relationships/customXml" Target="../ink/ink924.xml"/><Relationship Id="rId183" Type="http://schemas.openxmlformats.org/officeDocument/2006/relationships/image" Target="../media/image928.png"/><Relationship Id="rId218" Type="http://schemas.openxmlformats.org/officeDocument/2006/relationships/customXml" Target="../ink/ink952.xml"/><Relationship Id="rId239" Type="http://schemas.openxmlformats.org/officeDocument/2006/relationships/image" Target="../media/image956.png"/><Relationship Id="rId250" Type="http://schemas.openxmlformats.org/officeDocument/2006/relationships/customXml" Target="../ink/ink968.xml"/><Relationship Id="rId271" Type="http://schemas.openxmlformats.org/officeDocument/2006/relationships/image" Target="../media/image972.png"/><Relationship Id="rId292" Type="http://schemas.openxmlformats.org/officeDocument/2006/relationships/customXml" Target="../ink/ink989.xml"/><Relationship Id="rId306" Type="http://schemas.openxmlformats.org/officeDocument/2006/relationships/customXml" Target="../ink/ink996.xml"/><Relationship Id="rId24" Type="http://schemas.openxmlformats.org/officeDocument/2006/relationships/customXml" Target="../ink/ink855.xml"/><Relationship Id="rId45" Type="http://schemas.openxmlformats.org/officeDocument/2006/relationships/image" Target="../media/image859.png"/><Relationship Id="rId66" Type="http://schemas.openxmlformats.org/officeDocument/2006/relationships/customXml" Target="../ink/ink876.xml"/><Relationship Id="rId87" Type="http://schemas.openxmlformats.org/officeDocument/2006/relationships/image" Target="../media/image880.png"/><Relationship Id="rId110" Type="http://schemas.openxmlformats.org/officeDocument/2006/relationships/customXml" Target="../ink/ink898.xml"/><Relationship Id="rId131" Type="http://schemas.openxmlformats.org/officeDocument/2006/relationships/image" Target="../media/image902.png"/><Relationship Id="rId152" Type="http://schemas.openxmlformats.org/officeDocument/2006/relationships/customXml" Target="../ink/ink919.xml"/><Relationship Id="rId173" Type="http://schemas.openxmlformats.org/officeDocument/2006/relationships/image" Target="../media/image923.png"/><Relationship Id="rId194" Type="http://schemas.openxmlformats.org/officeDocument/2006/relationships/customXml" Target="../ink/ink940.xml"/><Relationship Id="rId208" Type="http://schemas.openxmlformats.org/officeDocument/2006/relationships/customXml" Target="../ink/ink947.xml"/><Relationship Id="rId229" Type="http://schemas.openxmlformats.org/officeDocument/2006/relationships/image" Target="../media/image951.png"/><Relationship Id="rId240" Type="http://schemas.openxmlformats.org/officeDocument/2006/relationships/customXml" Target="../ink/ink963.xml"/><Relationship Id="rId261" Type="http://schemas.openxmlformats.org/officeDocument/2006/relationships/image" Target="../media/image967.png"/><Relationship Id="rId14" Type="http://schemas.openxmlformats.org/officeDocument/2006/relationships/customXml" Target="../ink/ink850.xml"/><Relationship Id="rId35" Type="http://schemas.openxmlformats.org/officeDocument/2006/relationships/image" Target="../media/image854.png"/><Relationship Id="rId56" Type="http://schemas.openxmlformats.org/officeDocument/2006/relationships/customXml" Target="../ink/ink871.xml"/><Relationship Id="rId77" Type="http://schemas.openxmlformats.org/officeDocument/2006/relationships/image" Target="../media/image875.png"/><Relationship Id="rId100" Type="http://schemas.openxmlformats.org/officeDocument/2006/relationships/customXml" Target="../ink/ink893.xml"/><Relationship Id="rId282" Type="http://schemas.openxmlformats.org/officeDocument/2006/relationships/customXml" Target="../ink/ink984.xml"/><Relationship Id="rId317" Type="http://schemas.openxmlformats.org/officeDocument/2006/relationships/image" Target="../media/image995.png"/><Relationship Id="rId8" Type="http://schemas.openxmlformats.org/officeDocument/2006/relationships/customXml" Target="../ink/ink847.xml"/><Relationship Id="rId98" Type="http://schemas.openxmlformats.org/officeDocument/2006/relationships/customXml" Target="../ink/ink892.xml"/><Relationship Id="rId121" Type="http://schemas.openxmlformats.org/officeDocument/2006/relationships/image" Target="../media/image897.png"/><Relationship Id="rId142" Type="http://schemas.openxmlformats.org/officeDocument/2006/relationships/customXml" Target="../ink/ink914.xml"/><Relationship Id="rId163" Type="http://schemas.openxmlformats.org/officeDocument/2006/relationships/image" Target="../media/image918.png"/><Relationship Id="rId184" Type="http://schemas.openxmlformats.org/officeDocument/2006/relationships/customXml" Target="../ink/ink935.xml"/><Relationship Id="rId219" Type="http://schemas.openxmlformats.org/officeDocument/2006/relationships/image" Target="../media/image946.png"/><Relationship Id="rId230" Type="http://schemas.openxmlformats.org/officeDocument/2006/relationships/customXml" Target="../ink/ink958.xml"/><Relationship Id="rId251" Type="http://schemas.openxmlformats.org/officeDocument/2006/relationships/image" Target="../media/image962.png"/><Relationship Id="rId25" Type="http://schemas.openxmlformats.org/officeDocument/2006/relationships/image" Target="../media/image849.png"/><Relationship Id="rId46" Type="http://schemas.openxmlformats.org/officeDocument/2006/relationships/customXml" Target="../ink/ink866.xml"/><Relationship Id="rId67" Type="http://schemas.openxmlformats.org/officeDocument/2006/relationships/image" Target="../media/image870.png"/><Relationship Id="rId272" Type="http://schemas.openxmlformats.org/officeDocument/2006/relationships/customXml" Target="../ink/ink979.xml"/><Relationship Id="rId293" Type="http://schemas.openxmlformats.org/officeDocument/2006/relationships/image" Target="../media/image983.png"/><Relationship Id="rId307" Type="http://schemas.openxmlformats.org/officeDocument/2006/relationships/image" Target="../media/image990.png"/><Relationship Id="rId88" Type="http://schemas.openxmlformats.org/officeDocument/2006/relationships/customXml" Target="../ink/ink887.xml"/><Relationship Id="rId111" Type="http://schemas.openxmlformats.org/officeDocument/2006/relationships/image" Target="../media/image892.png"/><Relationship Id="rId132" Type="http://schemas.openxmlformats.org/officeDocument/2006/relationships/customXml" Target="../ink/ink909.xml"/><Relationship Id="rId153" Type="http://schemas.openxmlformats.org/officeDocument/2006/relationships/image" Target="../media/image913.png"/><Relationship Id="rId174" Type="http://schemas.openxmlformats.org/officeDocument/2006/relationships/customXml" Target="../ink/ink930.xml"/><Relationship Id="rId195" Type="http://schemas.openxmlformats.org/officeDocument/2006/relationships/image" Target="../media/image934.png"/><Relationship Id="rId209" Type="http://schemas.openxmlformats.org/officeDocument/2006/relationships/image" Target="../media/image941.png"/><Relationship Id="rId220" Type="http://schemas.openxmlformats.org/officeDocument/2006/relationships/customXml" Target="../ink/ink953.xml"/><Relationship Id="rId241" Type="http://schemas.openxmlformats.org/officeDocument/2006/relationships/image" Target="../media/image957.png"/><Relationship Id="rId15" Type="http://schemas.openxmlformats.org/officeDocument/2006/relationships/image" Target="../media/image844.png"/><Relationship Id="rId36" Type="http://schemas.openxmlformats.org/officeDocument/2006/relationships/customXml" Target="../ink/ink861.xml"/><Relationship Id="rId57" Type="http://schemas.openxmlformats.org/officeDocument/2006/relationships/image" Target="../media/image865.png"/><Relationship Id="rId262" Type="http://schemas.openxmlformats.org/officeDocument/2006/relationships/customXml" Target="../ink/ink974.xml"/><Relationship Id="rId283" Type="http://schemas.openxmlformats.org/officeDocument/2006/relationships/image" Target="../media/image978.png"/><Relationship Id="rId318" Type="http://schemas.openxmlformats.org/officeDocument/2006/relationships/customXml" Target="../ink/ink1002.xml"/><Relationship Id="rId78" Type="http://schemas.openxmlformats.org/officeDocument/2006/relationships/customXml" Target="../ink/ink882.xml"/><Relationship Id="rId99" Type="http://schemas.openxmlformats.org/officeDocument/2006/relationships/image" Target="../media/image886.png"/><Relationship Id="rId101" Type="http://schemas.openxmlformats.org/officeDocument/2006/relationships/image" Target="../media/image887.png"/><Relationship Id="rId122" Type="http://schemas.openxmlformats.org/officeDocument/2006/relationships/customXml" Target="../ink/ink904.xml"/><Relationship Id="rId143" Type="http://schemas.openxmlformats.org/officeDocument/2006/relationships/image" Target="../media/image908.png"/><Relationship Id="rId164" Type="http://schemas.openxmlformats.org/officeDocument/2006/relationships/customXml" Target="../ink/ink925.xml"/><Relationship Id="rId185" Type="http://schemas.openxmlformats.org/officeDocument/2006/relationships/image" Target="../media/image929.png"/><Relationship Id="rId9" Type="http://schemas.openxmlformats.org/officeDocument/2006/relationships/image" Target="../media/image841.png"/><Relationship Id="rId210" Type="http://schemas.openxmlformats.org/officeDocument/2006/relationships/customXml" Target="../ink/ink948.xml"/><Relationship Id="rId26" Type="http://schemas.openxmlformats.org/officeDocument/2006/relationships/customXml" Target="../ink/ink856.xml"/><Relationship Id="rId231" Type="http://schemas.openxmlformats.org/officeDocument/2006/relationships/image" Target="../media/image952.png"/><Relationship Id="rId252" Type="http://schemas.openxmlformats.org/officeDocument/2006/relationships/customXml" Target="../ink/ink969.xml"/><Relationship Id="rId273" Type="http://schemas.openxmlformats.org/officeDocument/2006/relationships/image" Target="../media/image973.png"/><Relationship Id="rId294" Type="http://schemas.openxmlformats.org/officeDocument/2006/relationships/customXml" Target="../ink/ink990.xml"/><Relationship Id="rId308" Type="http://schemas.openxmlformats.org/officeDocument/2006/relationships/customXml" Target="../ink/ink997.xml"/><Relationship Id="rId47" Type="http://schemas.openxmlformats.org/officeDocument/2006/relationships/image" Target="../media/image860.png"/><Relationship Id="rId68" Type="http://schemas.openxmlformats.org/officeDocument/2006/relationships/customXml" Target="../ink/ink877.xml"/><Relationship Id="rId89" Type="http://schemas.openxmlformats.org/officeDocument/2006/relationships/image" Target="../media/image881.png"/><Relationship Id="rId112" Type="http://schemas.openxmlformats.org/officeDocument/2006/relationships/customXml" Target="../ink/ink899.xml"/><Relationship Id="rId133" Type="http://schemas.openxmlformats.org/officeDocument/2006/relationships/image" Target="../media/image903.png"/><Relationship Id="rId154" Type="http://schemas.openxmlformats.org/officeDocument/2006/relationships/customXml" Target="../ink/ink920.xml"/><Relationship Id="rId175" Type="http://schemas.openxmlformats.org/officeDocument/2006/relationships/image" Target="../media/image924.png"/><Relationship Id="rId196" Type="http://schemas.openxmlformats.org/officeDocument/2006/relationships/customXml" Target="../ink/ink941.xml"/><Relationship Id="rId200" Type="http://schemas.openxmlformats.org/officeDocument/2006/relationships/customXml" Target="../ink/ink943.xml"/><Relationship Id="rId16" Type="http://schemas.openxmlformats.org/officeDocument/2006/relationships/customXml" Target="../ink/ink851.xml"/><Relationship Id="rId221" Type="http://schemas.openxmlformats.org/officeDocument/2006/relationships/image" Target="../media/image947.png"/><Relationship Id="rId242" Type="http://schemas.openxmlformats.org/officeDocument/2006/relationships/customXml" Target="../ink/ink964.xml"/><Relationship Id="rId263" Type="http://schemas.openxmlformats.org/officeDocument/2006/relationships/image" Target="../media/image968.png"/><Relationship Id="rId284" Type="http://schemas.openxmlformats.org/officeDocument/2006/relationships/customXml" Target="../ink/ink985.xml"/><Relationship Id="rId319" Type="http://schemas.openxmlformats.org/officeDocument/2006/relationships/image" Target="../media/image996.png"/><Relationship Id="rId37" Type="http://schemas.openxmlformats.org/officeDocument/2006/relationships/image" Target="../media/image855.png"/><Relationship Id="rId58" Type="http://schemas.openxmlformats.org/officeDocument/2006/relationships/customXml" Target="../ink/ink872.xml"/><Relationship Id="rId79" Type="http://schemas.openxmlformats.org/officeDocument/2006/relationships/image" Target="../media/image876.png"/><Relationship Id="rId102" Type="http://schemas.openxmlformats.org/officeDocument/2006/relationships/customXml" Target="../ink/ink894.xml"/><Relationship Id="rId123" Type="http://schemas.openxmlformats.org/officeDocument/2006/relationships/image" Target="../media/image898.png"/><Relationship Id="rId144" Type="http://schemas.openxmlformats.org/officeDocument/2006/relationships/customXml" Target="../ink/ink915.xml"/><Relationship Id="rId90" Type="http://schemas.openxmlformats.org/officeDocument/2006/relationships/customXml" Target="../ink/ink888.xml"/><Relationship Id="rId165" Type="http://schemas.openxmlformats.org/officeDocument/2006/relationships/image" Target="../media/image919.png"/><Relationship Id="rId186" Type="http://schemas.openxmlformats.org/officeDocument/2006/relationships/customXml" Target="../ink/ink936.xml"/><Relationship Id="rId211" Type="http://schemas.openxmlformats.org/officeDocument/2006/relationships/image" Target="../media/image942.png"/><Relationship Id="rId232" Type="http://schemas.openxmlformats.org/officeDocument/2006/relationships/customXml" Target="../ink/ink959.xml"/><Relationship Id="rId253" Type="http://schemas.openxmlformats.org/officeDocument/2006/relationships/image" Target="../media/image963.png"/><Relationship Id="rId274" Type="http://schemas.openxmlformats.org/officeDocument/2006/relationships/customXml" Target="../ink/ink980.xml"/><Relationship Id="rId295" Type="http://schemas.openxmlformats.org/officeDocument/2006/relationships/image" Target="../media/image984.png"/><Relationship Id="rId309" Type="http://schemas.openxmlformats.org/officeDocument/2006/relationships/image" Target="../media/image991.png"/><Relationship Id="rId27" Type="http://schemas.openxmlformats.org/officeDocument/2006/relationships/image" Target="../media/image850.png"/><Relationship Id="rId48" Type="http://schemas.openxmlformats.org/officeDocument/2006/relationships/customXml" Target="../ink/ink867.xml"/><Relationship Id="rId69" Type="http://schemas.openxmlformats.org/officeDocument/2006/relationships/image" Target="../media/image871.png"/><Relationship Id="rId113" Type="http://schemas.openxmlformats.org/officeDocument/2006/relationships/image" Target="../media/image893.png"/><Relationship Id="rId134" Type="http://schemas.openxmlformats.org/officeDocument/2006/relationships/customXml" Target="../ink/ink910.xml"/><Relationship Id="rId320" Type="http://schemas.openxmlformats.org/officeDocument/2006/relationships/customXml" Target="../ink/ink1003.xml"/><Relationship Id="rId80" Type="http://schemas.openxmlformats.org/officeDocument/2006/relationships/customXml" Target="../ink/ink883.xml"/><Relationship Id="rId155" Type="http://schemas.openxmlformats.org/officeDocument/2006/relationships/image" Target="../media/image914.png"/><Relationship Id="rId176" Type="http://schemas.openxmlformats.org/officeDocument/2006/relationships/customXml" Target="../ink/ink931.xml"/><Relationship Id="rId197" Type="http://schemas.openxmlformats.org/officeDocument/2006/relationships/image" Target="../media/image935.png"/><Relationship Id="rId201" Type="http://schemas.openxmlformats.org/officeDocument/2006/relationships/image" Target="../media/image937.png"/><Relationship Id="rId222" Type="http://schemas.openxmlformats.org/officeDocument/2006/relationships/customXml" Target="../ink/ink954.xml"/><Relationship Id="rId243" Type="http://schemas.openxmlformats.org/officeDocument/2006/relationships/image" Target="../media/image958.png"/><Relationship Id="rId264" Type="http://schemas.openxmlformats.org/officeDocument/2006/relationships/customXml" Target="../ink/ink975.xml"/><Relationship Id="rId285" Type="http://schemas.openxmlformats.org/officeDocument/2006/relationships/image" Target="../media/image979.png"/><Relationship Id="rId17" Type="http://schemas.openxmlformats.org/officeDocument/2006/relationships/image" Target="../media/image845.png"/><Relationship Id="rId38" Type="http://schemas.openxmlformats.org/officeDocument/2006/relationships/customXml" Target="../ink/ink862.xml"/><Relationship Id="rId59" Type="http://schemas.openxmlformats.org/officeDocument/2006/relationships/image" Target="../media/image866.png"/><Relationship Id="rId103" Type="http://schemas.openxmlformats.org/officeDocument/2006/relationships/image" Target="../media/image888.png"/><Relationship Id="rId124" Type="http://schemas.openxmlformats.org/officeDocument/2006/relationships/customXml" Target="../ink/ink905.xml"/><Relationship Id="rId310" Type="http://schemas.openxmlformats.org/officeDocument/2006/relationships/customXml" Target="../ink/ink998.xml"/><Relationship Id="rId70" Type="http://schemas.openxmlformats.org/officeDocument/2006/relationships/customXml" Target="../ink/ink878.xml"/><Relationship Id="rId91" Type="http://schemas.openxmlformats.org/officeDocument/2006/relationships/image" Target="../media/image882.png"/><Relationship Id="rId145" Type="http://schemas.openxmlformats.org/officeDocument/2006/relationships/image" Target="../media/image909.png"/><Relationship Id="rId166" Type="http://schemas.openxmlformats.org/officeDocument/2006/relationships/customXml" Target="../ink/ink926.xml"/><Relationship Id="rId187" Type="http://schemas.openxmlformats.org/officeDocument/2006/relationships/image" Target="../media/image93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949.xml"/><Relationship Id="rId233" Type="http://schemas.openxmlformats.org/officeDocument/2006/relationships/image" Target="../media/image953.png"/><Relationship Id="rId254" Type="http://schemas.openxmlformats.org/officeDocument/2006/relationships/customXml" Target="../ink/ink970.xml"/><Relationship Id="rId28" Type="http://schemas.openxmlformats.org/officeDocument/2006/relationships/customXml" Target="../ink/ink857.xml"/><Relationship Id="rId49" Type="http://schemas.openxmlformats.org/officeDocument/2006/relationships/image" Target="../media/image861.png"/><Relationship Id="rId114" Type="http://schemas.openxmlformats.org/officeDocument/2006/relationships/customXml" Target="../ink/ink900.xml"/><Relationship Id="rId275" Type="http://schemas.openxmlformats.org/officeDocument/2006/relationships/image" Target="../media/image974.png"/><Relationship Id="rId296" Type="http://schemas.openxmlformats.org/officeDocument/2006/relationships/customXml" Target="../ink/ink991.xml"/><Relationship Id="rId300" Type="http://schemas.openxmlformats.org/officeDocument/2006/relationships/customXml" Target="../ink/ink993.xml"/><Relationship Id="rId60" Type="http://schemas.openxmlformats.org/officeDocument/2006/relationships/customXml" Target="../ink/ink873.xml"/><Relationship Id="rId81" Type="http://schemas.openxmlformats.org/officeDocument/2006/relationships/image" Target="../media/image877.png"/><Relationship Id="rId135" Type="http://schemas.openxmlformats.org/officeDocument/2006/relationships/image" Target="../media/image904.png"/><Relationship Id="rId156" Type="http://schemas.openxmlformats.org/officeDocument/2006/relationships/customXml" Target="../ink/ink921.xml"/><Relationship Id="rId177" Type="http://schemas.openxmlformats.org/officeDocument/2006/relationships/image" Target="../media/image925.png"/><Relationship Id="rId198" Type="http://schemas.openxmlformats.org/officeDocument/2006/relationships/customXml" Target="../ink/ink942.xml"/><Relationship Id="rId321" Type="http://schemas.openxmlformats.org/officeDocument/2006/relationships/image" Target="../media/image997.png"/><Relationship Id="rId202" Type="http://schemas.openxmlformats.org/officeDocument/2006/relationships/customXml" Target="../ink/ink944.xml"/><Relationship Id="rId223" Type="http://schemas.openxmlformats.org/officeDocument/2006/relationships/image" Target="../media/image948.png"/><Relationship Id="rId244" Type="http://schemas.openxmlformats.org/officeDocument/2006/relationships/customXml" Target="../ink/ink965.xml"/><Relationship Id="rId18" Type="http://schemas.openxmlformats.org/officeDocument/2006/relationships/customXml" Target="../ink/ink852.xml"/><Relationship Id="rId39" Type="http://schemas.openxmlformats.org/officeDocument/2006/relationships/image" Target="../media/image856.png"/><Relationship Id="rId265" Type="http://schemas.openxmlformats.org/officeDocument/2006/relationships/image" Target="../media/image969.png"/><Relationship Id="rId286" Type="http://schemas.openxmlformats.org/officeDocument/2006/relationships/customXml" Target="../ink/ink986.xml"/><Relationship Id="rId50" Type="http://schemas.openxmlformats.org/officeDocument/2006/relationships/customXml" Target="../ink/ink868.xml"/><Relationship Id="rId104" Type="http://schemas.openxmlformats.org/officeDocument/2006/relationships/customXml" Target="../ink/ink895.xml"/><Relationship Id="rId125" Type="http://schemas.openxmlformats.org/officeDocument/2006/relationships/image" Target="../media/image899.png"/><Relationship Id="rId146" Type="http://schemas.openxmlformats.org/officeDocument/2006/relationships/customXml" Target="../ink/ink916.xml"/><Relationship Id="rId167" Type="http://schemas.openxmlformats.org/officeDocument/2006/relationships/image" Target="../media/image920.png"/><Relationship Id="rId188" Type="http://schemas.openxmlformats.org/officeDocument/2006/relationships/customXml" Target="../ink/ink937.xml"/><Relationship Id="rId311" Type="http://schemas.openxmlformats.org/officeDocument/2006/relationships/image" Target="../media/image992.png"/><Relationship Id="rId71" Type="http://schemas.openxmlformats.org/officeDocument/2006/relationships/image" Target="../media/image872.png"/><Relationship Id="rId92" Type="http://schemas.openxmlformats.org/officeDocument/2006/relationships/customXml" Target="../ink/ink889.xml"/><Relationship Id="rId213" Type="http://schemas.openxmlformats.org/officeDocument/2006/relationships/image" Target="../media/image943.png"/><Relationship Id="rId234" Type="http://schemas.openxmlformats.org/officeDocument/2006/relationships/customXml" Target="../ink/ink960.xml"/><Relationship Id="rId2" Type="http://schemas.openxmlformats.org/officeDocument/2006/relationships/customXml" Target="../ink/ink844.xml"/><Relationship Id="rId29" Type="http://schemas.openxmlformats.org/officeDocument/2006/relationships/image" Target="../media/image851.png"/><Relationship Id="rId255" Type="http://schemas.openxmlformats.org/officeDocument/2006/relationships/image" Target="../media/image964.png"/><Relationship Id="rId276" Type="http://schemas.openxmlformats.org/officeDocument/2006/relationships/customXml" Target="../ink/ink981.xml"/><Relationship Id="rId297" Type="http://schemas.openxmlformats.org/officeDocument/2006/relationships/image" Target="../media/image985.png"/><Relationship Id="rId40" Type="http://schemas.openxmlformats.org/officeDocument/2006/relationships/customXml" Target="../ink/ink863.xml"/><Relationship Id="rId115" Type="http://schemas.openxmlformats.org/officeDocument/2006/relationships/image" Target="../media/image894.png"/><Relationship Id="rId136" Type="http://schemas.openxmlformats.org/officeDocument/2006/relationships/customXml" Target="../ink/ink911.xml"/><Relationship Id="rId157" Type="http://schemas.openxmlformats.org/officeDocument/2006/relationships/image" Target="../media/image915.png"/><Relationship Id="rId178" Type="http://schemas.openxmlformats.org/officeDocument/2006/relationships/customXml" Target="../ink/ink932.xml"/><Relationship Id="rId301" Type="http://schemas.openxmlformats.org/officeDocument/2006/relationships/image" Target="../media/image987.png"/><Relationship Id="rId61" Type="http://schemas.openxmlformats.org/officeDocument/2006/relationships/image" Target="../media/image867.png"/><Relationship Id="rId82" Type="http://schemas.openxmlformats.org/officeDocument/2006/relationships/customXml" Target="../ink/ink884.xml"/><Relationship Id="rId199" Type="http://schemas.openxmlformats.org/officeDocument/2006/relationships/image" Target="../media/image936.png"/><Relationship Id="rId203" Type="http://schemas.openxmlformats.org/officeDocument/2006/relationships/image" Target="../media/image938.png"/><Relationship Id="rId19" Type="http://schemas.openxmlformats.org/officeDocument/2006/relationships/image" Target="../media/image846.png"/><Relationship Id="rId224" Type="http://schemas.openxmlformats.org/officeDocument/2006/relationships/customXml" Target="../ink/ink955.xml"/><Relationship Id="rId245" Type="http://schemas.openxmlformats.org/officeDocument/2006/relationships/image" Target="../media/image959.png"/><Relationship Id="rId266" Type="http://schemas.openxmlformats.org/officeDocument/2006/relationships/customXml" Target="../ink/ink976.xml"/><Relationship Id="rId287" Type="http://schemas.openxmlformats.org/officeDocument/2006/relationships/image" Target="../media/image980.png"/><Relationship Id="rId30" Type="http://schemas.openxmlformats.org/officeDocument/2006/relationships/customXml" Target="../ink/ink858.xml"/><Relationship Id="rId105" Type="http://schemas.openxmlformats.org/officeDocument/2006/relationships/image" Target="../media/image889.png"/><Relationship Id="rId126" Type="http://schemas.openxmlformats.org/officeDocument/2006/relationships/customXml" Target="../ink/ink906.xml"/><Relationship Id="rId147" Type="http://schemas.openxmlformats.org/officeDocument/2006/relationships/image" Target="../media/image910.png"/><Relationship Id="rId168" Type="http://schemas.openxmlformats.org/officeDocument/2006/relationships/customXml" Target="../ink/ink927.xml"/><Relationship Id="rId312" Type="http://schemas.openxmlformats.org/officeDocument/2006/relationships/customXml" Target="../ink/ink999.xml"/><Relationship Id="rId51" Type="http://schemas.openxmlformats.org/officeDocument/2006/relationships/image" Target="../media/image862.png"/><Relationship Id="rId72" Type="http://schemas.openxmlformats.org/officeDocument/2006/relationships/customXml" Target="../ink/ink879.xml"/><Relationship Id="rId93" Type="http://schemas.openxmlformats.org/officeDocument/2006/relationships/image" Target="../media/image883.png"/><Relationship Id="rId189" Type="http://schemas.openxmlformats.org/officeDocument/2006/relationships/image" Target="../media/image931.png"/><Relationship Id="rId3" Type="http://schemas.openxmlformats.org/officeDocument/2006/relationships/image" Target="../media/image838.png"/><Relationship Id="rId214" Type="http://schemas.openxmlformats.org/officeDocument/2006/relationships/customXml" Target="../ink/ink950.xml"/><Relationship Id="rId235" Type="http://schemas.openxmlformats.org/officeDocument/2006/relationships/image" Target="../media/image954.png"/><Relationship Id="rId256" Type="http://schemas.openxmlformats.org/officeDocument/2006/relationships/customXml" Target="../ink/ink971.xml"/><Relationship Id="rId277" Type="http://schemas.openxmlformats.org/officeDocument/2006/relationships/image" Target="../media/image975.png"/><Relationship Id="rId298" Type="http://schemas.openxmlformats.org/officeDocument/2006/relationships/customXml" Target="../ink/ink992.xml"/><Relationship Id="rId116" Type="http://schemas.openxmlformats.org/officeDocument/2006/relationships/customXml" Target="../ink/ink901.xml"/><Relationship Id="rId137" Type="http://schemas.openxmlformats.org/officeDocument/2006/relationships/image" Target="../media/image905.png"/><Relationship Id="rId158" Type="http://schemas.openxmlformats.org/officeDocument/2006/relationships/customXml" Target="../ink/ink922.xml"/><Relationship Id="rId302" Type="http://schemas.openxmlformats.org/officeDocument/2006/relationships/customXml" Target="../ink/ink994.xml"/><Relationship Id="rId20" Type="http://schemas.openxmlformats.org/officeDocument/2006/relationships/customXml" Target="../ink/ink853.xml"/><Relationship Id="rId41" Type="http://schemas.openxmlformats.org/officeDocument/2006/relationships/image" Target="../media/image857.png"/><Relationship Id="rId62" Type="http://schemas.openxmlformats.org/officeDocument/2006/relationships/customXml" Target="../ink/ink874.xml"/><Relationship Id="rId83" Type="http://schemas.openxmlformats.org/officeDocument/2006/relationships/image" Target="../media/image878.png"/><Relationship Id="rId179" Type="http://schemas.openxmlformats.org/officeDocument/2006/relationships/image" Target="../media/image926.png"/><Relationship Id="rId190" Type="http://schemas.openxmlformats.org/officeDocument/2006/relationships/customXml" Target="../ink/ink938.xml"/><Relationship Id="rId204" Type="http://schemas.openxmlformats.org/officeDocument/2006/relationships/customXml" Target="../ink/ink945.xml"/><Relationship Id="rId225" Type="http://schemas.openxmlformats.org/officeDocument/2006/relationships/image" Target="../media/image949.png"/><Relationship Id="rId246" Type="http://schemas.openxmlformats.org/officeDocument/2006/relationships/customXml" Target="../ink/ink966.xml"/><Relationship Id="rId267" Type="http://schemas.openxmlformats.org/officeDocument/2006/relationships/image" Target="../media/image970.png"/><Relationship Id="rId288" Type="http://schemas.openxmlformats.org/officeDocument/2006/relationships/customXml" Target="../ink/ink987.xml"/><Relationship Id="rId106" Type="http://schemas.openxmlformats.org/officeDocument/2006/relationships/customXml" Target="../ink/ink896.xml"/><Relationship Id="rId127" Type="http://schemas.openxmlformats.org/officeDocument/2006/relationships/image" Target="../media/image900.png"/><Relationship Id="rId313" Type="http://schemas.openxmlformats.org/officeDocument/2006/relationships/image" Target="../media/image993.png"/><Relationship Id="rId10" Type="http://schemas.openxmlformats.org/officeDocument/2006/relationships/customXml" Target="../ink/ink848.xml"/><Relationship Id="rId31" Type="http://schemas.openxmlformats.org/officeDocument/2006/relationships/image" Target="../media/image852.png"/><Relationship Id="rId52" Type="http://schemas.openxmlformats.org/officeDocument/2006/relationships/customXml" Target="../ink/ink869.xml"/><Relationship Id="rId73" Type="http://schemas.openxmlformats.org/officeDocument/2006/relationships/image" Target="../media/image873.png"/><Relationship Id="rId94" Type="http://schemas.openxmlformats.org/officeDocument/2006/relationships/customXml" Target="../ink/ink890.xml"/><Relationship Id="rId148" Type="http://schemas.openxmlformats.org/officeDocument/2006/relationships/customXml" Target="../ink/ink917.xml"/><Relationship Id="rId169" Type="http://schemas.openxmlformats.org/officeDocument/2006/relationships/image" Target="../media/image921.png"/><Relationship Id="rId4" Type="http://schemas.openxmlformats.org/officeDocument/2006/relationships/customXml" Target="../ink/ink845.xml"/><Relationship Id="rId180" Type="http://schemas.openxmlformats.org/officeDocument/2006/relationships/customXml" Target="../ink/ink933.xml"/><Relationship Id="rId215" Type="http://schemas.openxmlformats.org/officeDocument/2006/relationships/image" Target="../media/image944.png"/><Relationship Id="rId236" Type="http://schemas.openxmlformats.org/officeDocument/2006/relationships/customXml" Target="../ink/ink961.xml"/><Relationship Id="rId257" Type="http://schemas.openxmlformats.org/officeDocument/2006/relationships/image" Target="../media/image965.png"/><Relationship Id="rId278" Type="http://schemas.openxmlformats.org/officeDocument/2006/relationships/customXml" Target="../ink/ink982.xml"/><Relationship Id="rId303" Type="http://schemas.openxmlformats.org/officeDocument/2006/relationships/image" Target="../media/image988.png"/><Relationship Id="rId42" Type="http://schemas.openxmlformats.org/officeDocument/2006/relationships/customXml" Target="../ink/ink864.xml"/><Relationship Id="rId84" Type="http://schemas.openxmlformats.org/officeDocument/2006/relationships/customXml" Target="../ink/ink885.xml"/><Relationship Id="rId138" Type="http://schemas.openxmlformats.org/officeDocument/2006/relationships/customXml" Target="../ink/ink912.xml"/><Relationship Id="rId191" Type="http://schemas.openxmlformats.org/officeDocument/2006/relationships/image" Target="../media/image932.png"/><Relationship Id="rId205" Type="http://schemas.openxmlformats.org/officeDocument/2006/relationships/image" Target="../media/image939.png"/><Relationship Id="rId247" Type="http://schemas.openxmlformats.org/officeDocument/2006/relationships/image" Target="../media/image960.png"/><Relationship Id="rId107" Type="http://schemas.openxmlformats.org/officeDocument/2006/relationships/image" Target="../media/image890.png"/><Relationship Id="rId289" Type="http://schemas.openxmlformats.org/officeDocument/2006/relationships/image" Target="../media/image981.png"/><Relationship Id="rId11" Type="http://schemas.openxmlformats.org/officeDocument/2006/relationships/image" Target="../media/image842.png"/><Relationship Id="rId53" Type="http://schemas.openxmlformats.org/officeDocument/2006/relationships/image" Target="../media/image863.png"/><Relationship Id="rId149" Type="http://schemas.openxmlformats.org/officeDocument/2006/relationships/image" Target="../media/image911.png"/><Relationship Id="rId314" Type="http://schemas.openxmlformats.org/officeDocument/2006/relationships/customXml" Target="../ink/ink1000.xml"/><Relationship Id="rId95" Type="http://schemas.openxmlformats.org/officeDocument/2006/relationships/image" Target="../media/image884.png"/><Relationship Id="rId160" Type="http://schemas.openxmlformats.org/officeDocument/2006/relationships/customXml" Target="../ink/ink923.xml"/><Relationship Id="rId216" Type="http://schemas.openxmlformats.org/officeDocument/2006/relationships/customXml" Target="../ink/ink951.xml"/><Relationship Id="rId258" Type="http://schemas.openxmlformats.org/officeDocument/2006/relationships/customXml" Target="../ink/ink972.xml"/><Relationship Id="rId22" Type="http://schemas.openxmlformats.org/officeDocument/2006/relationships/customXml" Target="../ink/ink854.xml"/><Relationship Id="rId64" Type="http://schemas.openxmlformats.org/officeDocument/2006/relationships/customXml" Target="../ink/ink875.xml"/><Relationship Id="rId118" Type="http://schemas.openxmlformats.org/officeDocument/2006/relationships/customXml" Target="../ink/ink902.xml"/><Relationship Id="rId171" Type="http://schemas.openxmlformats.org/officeDocument/2006/relationships/image" Target="../media/image922.png"/><Relationship Id="rId227" Type="http://schemas.openxmlformats.org/officeDocument/2006/relationships/image" Target="../media/image950.png"/><Relationship Id="rId269" Type="http://schemas.openxmlformats.org/officeDocument/2006/relationships/image" Target="../media/image971.png"/><Relationship Id="rId33" Type="http://schemas.openxmlformats.org/officeDocument/2006/relationships/image" Target="../media/image853.png"/><Relationship Id="rId129" Type="http://schemas.openxmlformats.org/officeDocument/2006/relationships/image" Target="../media/image901.png"/><Relationship Id="rId280" Type="http://schemas.openxmlformats.org/officeDocument/2006/relationships/customXml" Target="../ink/ink983.xml"/><Relationship Id="rId75" Type="http://schemas.openxmlformats.org/officeDocument/2006/relationships/image" Target="../media/image874.png"/><Relationship Id="rId140" Type="http://schemas.openxmlformats.org/officeDocument/2006/relationships/customXml" Target="../ink/ink913.xml"/><Relationship Id="rId182" Type="http://schemas.openxmlformats.org/officeDocument/2006/relationships/customXml" Target="../ink/ink934.xml"/><Relationship Id="rId6" Type="http://schemas.openxmlformats.org/officeDocument/2006/relationships/customXml" Target="../ink/ink846.xml"/><Relationship Id="rId238" Type="http://schemas.openxmlformats.org/officeDocument/2006/relationships/customXml" Target="../ink/ink962.xml"/><Relationship Id="rId291" Type="http://schemas.openxmlformats.org/officeDocument/2006/relationships/image" Target="../media/image982.png"/><Relationship Id="rId305" Type="http://schemas.openxmlformats.org/officeDocument/2006/relationships/image" Target="../media/image989.png"/><Relationship Id="rId44" Type="http://schemas.openxmlformats.org/officeDocument/2006/relationships/customXml" Target="../ink/ink865.xml"/><Relationship Id="rId86" Type="http://schemas.openxmlformats.org/officeDocument/2006/relationships/customXml" Target="../ink/ink886.xml"/><Relationship Id="rId151" Type="http://schemas.openxmlformats.org/officeDocument/2006/relationships/image" Target="../media/image912.png"/><Relationship Id="rId193" Type="http://schemas.openxmlformats.org/officeDocument/2006/relationships/image" Target="../media/image933.png"/><Relationship Id="rId207" Type="http://schemas.openxmlformats.org/officeDocument/2006/relationships/image" Target="../media/image940.png"/><Relationship Id="rId249" Type="http://schemas.openxmlformats.org/officeDocument/2006/relationships/image" Target="../media/image961.png"/><Relationship Id="rId13" Type="http://schemas.openxmlformats.org/officeDocument/2006/relationships/image" Target="../media/image843.png"/><Relationship Id="rId109" Type="http://schemas.openxmlformats.org/officeDocument/2006/relationships/image" Target="../media/image891.png"/><Relationship Id="rId260" Type="http://schemas.openxmlformats.org/officeDocument/2006/relationships/customXml" Target="../ink/ink973.xml"/><Relationship Id="rId316" Type="http://schemas.openxmlformats.org/officeDocument/2006/relationships/customXml" Target="../ink/ink1001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55.png"/><Relationship Id="rId21" Type="http://schemas.openxmlformats.org/officeDocument/2006/relationships/image" Target="../media/image1007.png"/><Relationship Id="rId42" Type="http://schemas.openxmlformats.org/officeDocument/2006/relationships/customXml" Target="../ink/ink1024.xml"/><Relationship Id="rId63" Type="http://schemas.openxmlformats.org/officeDocument/2006/relationships/image" Target="../media/image1028.png"/><Relationship Id="rId84" Type="http://schemas.openxmlformats.org/officeDocument/2006/relationships/customXml" Target="../ink/ink1045.xml"/><Relationship Id="rId138" Type="http://schemas.openxmlformats.org/officeDocument/2006/relationships/customXml" Target="../ink/ink1072.xml"/><Relationship Id="rId107" Type="http://schemas.openxmlformats.org/officeDocument/2006/relationships/image" Target="../media/image1050.png"/><Relationship Id="rId11" Type="http://schemas.openxmlformats.org/officeDocument/2006/relationships/image" Target="../media/image1002.png"/><Relationship Id="rId32" Type="http://schemas.openxmlformats.org/officeDocument/2006/relationships/customXml" Target="../ink/ink1019.xml"/><Relationship Id="rId53" Type="http://schemas.openxmlformats.org/officeDocument/2006/relationships/image" Target="../media/image1023.png"/><Relationship Id="rId74" Type="http://schemas.openxmlformats.org/officeDocument/2006/relationships/customXml" Target="../ink/ink1040.xml"/><Relationship Id="rId128" Type="http://schemas.openxmlformats.org/officeDocument/2006/relationships/customXml" Target="../ink/ink1067.xml"/><Relationship Id="rId5" Type="http://schemas.openxmlformats.org/officeDocument/2006/relationships/image" Target="../media/image999.png"/><Relationship Id="rId90" Type="http://schemas.openxmlformats.org/officeDocument/2006/relationships/customXml" Target="../ink/ink1048.xml"/><Relationship Id="rId95" Type="http://schemas.openxmlformats.org/officeDocument/2006/relationships/image" Target="../media/image1044.png"/><Relationship Id="rId22" Type="http://schemas.openxmlformats.org/officeDocument/2006/relationships/customXml" Target="../ink/ink1014.xml"/><Relationship Id="rId27" Type="http://schemas.openxmlformats.org/officeDocument/2006/relationships/image" Target="../media/image1010.png"/><Relationship Id="rId43" Type="http://schemas.openxmlformats.org/officeDocument/2006/relationships/image" Target="../media/image1018.png"/><Relationship Id="rId48" Type="http://schemas.openxmlformats.org/officeDocument/2006/relationships/customXml" Target="../ink/ink1027.xml"/><Relationship Id="rId64" Type="http://schemas.openxmlformats.org/officeDocument/2006/relationships/customXml" Target="../ink/ink1035.xml"/><Relationship Id="rId69" Type="http://schemas.openxmlformats.org/officeDocument/2006/relationships/image" Target="../media/image1031.png"/><Relationship Id="rId113" Type="http://schemas.openxmlformats.org/officeDocument/2006/relationships/image" Target="../media/image1053.png"/><Relationship Id="rId118" Type="http://schemas.openxmlformats.org/officeDocument/2006/relationships/customXml" Target="../ink/ink1062.xml"/><Relationship Id="rId134" Type="http://schemas.openxmlformats.org/officeDocument/2006/relationships/customXml" Target="../ink/ink1070.xml"/><Relationship Id="rId139" Type="http://schemas.openxmlformats.org/officeDocument/2006/relationships/image" Target="../media/image1065.png"/><Relationship Id="rId80" Type="http://schemas.openxmlformats.org/officeDocument/2006/relationships/customXml" Target="../ink/ink1043.xml"/><Relationship Id="rId85" Type="http://schemas.openxmlformats.org/officeDocument/2006/relationships/image" Target="../media/image1039.png"/><Relationship Id="rId12" Type="http://schemas.openxmlformats.org/officeDocument/2006/relationships/customXml" Target="../ink/ink1009.xml"/><Relationship Id="rId17" Type="http://schemas.openxmlformats.org/officeDocument/2006/relationships/image" Target="../media/image1005.png"/><Relationship Id="rId33" Type="http://schemas.openxmlformats.org/officeDocument/2006/relationships/image" Target="../media/image1013.png"/><Relationship Id="rId38" Type="http://schemas.openxmlformats.org/officeDocument/2006/relationships/customXml" Target="../ink/ink1022.xml"/><Relationship Id="rId59" Type="http://schemas.openxmlformats.org/officeDocument/2006/relationships/image" Target="../media/image1026.png"/><Relationship Id="rId103" Type="http://schemas.openxmlformats.org/officeDocument/2006/relationships/image" Target="../media/image1048.png"/><Relationship Id="rId108" Type="http://schemas.openxmlformats.org/officeDocument/2006/relationships/customXml" Target="../ink/ink1057.xml"/><Relationship Id="rId124" Type="http://schemas.openxmlformats.org/officeDocument/2006/relationships/customXml" Target="../ink/ink1065.xml"/><Relationship Id="rId129" Type="http://schemas.openxmlformats.org/officeDocument/2006/relationships/image" Target="../media/image380.png"/><Relationship Id="rId54" Type="http://schemas.openxmlformats.org/officeDocument/2006/relationships/customXml" Target="../ink/ink1030.xml"/><Relationship Id="rId70" Type="http://schemas.openxmlformats.org/officeDocument/2006/relationships/customXml" Target="../ink/ink1038.xml"/><Relationship Id="rId75" Type="http://schemas.openxmlformats.org/officeDocument/2006/relationships/image" Target="../media/image1034.png"/><Relationship Id="rId91" Type="http://schemas.openxmlformats.org/officeDocument/2006/relationships/image" Target="../media/image1042.png"/><Relationship Id="rId96" Type="http://schemas.openxmlformats.org/officeDocument/2006/relationships/customXml" Target="../ink/ink1051.xml"/><Relationship Id="rId140" Type="http://schemas.openxmlformats.org/officeDocument/2006/relationships/customXml" Target="../ink/ink1073.xml"/><Relationship Id="rId145" Type="http://schemas.openxmlformats.org/officeDocument/2006/relationships/image" Target="../media/image106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06.xml"/><Relationship Id="rId23" Type="http://schemas.openxmlformats.org/officeDocument/2006/relationships/image" Target="../media/image1008.png"/><Relationship Id="rId28" Type="http://schemas.openxmlformats.org/officeDocument/2006/relationships/customXml" Target="../ink/ink1017.xml"/><Relationship Id="rId49" Type="http://schemas.openxmlformats.org/officeDocument/2006/relationships/image" Target="../media/image1021.png"/><Relationship Id="rId114" Type="http://schemas.openxmlformats.org/officeDocument/2006/relationships/customXml" Target="../ink/ink1060.xml"/><Relationship Id="rId119" Type="http://schemas.openxmlformats.org/officeDocument/2006/relationships/image" Target="../media/image1056.png"/><Relationship Id="rId44" Type="http://schemas.openxmlformats.org/officeDocument/2006/relationships/customXml" Target="../ink/ink1025.xml"/><Relationship Id="rId60" Type="http://schemas.openxmlformats.org/officeDocument/2006/relationships/customXml" Target="../ink/ink1033.xml"/><Relationship Id="rId65" Type="http://schemas.openxmlformats.org/officeDocument/2006/relationships/image" Target="../media/image1029.png"/><Relationship Id="rId81" Type="http://schemas.openxmlformats.org/officeDocument/2006/relationships/image" Target="../media/image1037.png"/><Relationship Id="rId86" Type="http://schemas.openxmlformats.org/officeDocument/2006/relationships/customXml" Target="../ink/ink1046.xml"/><Relationship Id="rId130" Type="http://schemas.openxmlformats.org/officeDocument/2006/relationships/customXml" Target="../ink/ink1068.xml"/><Relationship Id="rId135" Type="http://schemas.openxmlformats.org/officeDocument/2006/relationships/image" Target="../media/image1063.png"/><Relationship Id="rId13" Type="http://schemas.openxmlformats.org/officeDocument/2006/relationships/image" Target="../media/image1003.png"/><Relationship Id="rId18" Type="http://schemas.openxmlformats.org/officeDocument/2006/relationships/customXml" Target="../ink/ink1012.xml"/><Relationship Id="rId39" Type="http://schemas.openxmlformats.org/officeDocument/2006/relationships/image" Target="../media/image1016.png"/><Relationship Id="rId109" Type="http://schemas.openxmlformats.org/officeDocument/2006/relationships/image" Target="../media/image1051.png"/><Relationship Id="rId34" Type="http://schemas.openxmlformats.org/officeDocument/2006/relationships/customXml" Target="../ink/ink1020.xml"/><Relationship Id="rId50" Type="http://schemas.openxmlformats.org/officeDocument/2006/relationships/customXml" Target="../ink/ink1028.xml"/><Relationship Id="rId55" Type="http://schemas.openxmlformats.org/officeDocument/2006/relationships/image" Target="../media/image1024.png"/><Relationship Id="rId76" Type="http://schemas.openxmlformats.org/officeDocument/2006/relationships/customXml" Target="../ink/ink1041.xml"/><Relationship Id="rId97" Type="http://schemas.openxmlformats.org/officeDocument/2006/relationships/image" Target="../media/image1045.png"/><Relationship Id="rId104" Type="http://schemas.openxmlformats.org/officeDocument/2006/relationships/customXml" Target="../ink/ink1055.xml"/><Relationship Id="rId120" Type="http://schemas.openxmlformats.org/officeDocument/2006/relationships/customXml" Target="../ink/ink1063.xml"/><Relationship Id="rId125" Type="http://schemas.openxmlformats.org/officeDocument/2006/relationships/image" Target="../media/image1059.png"/><Relationship Id="rId141" Type="http://schemas.openxmlformats.org/officeDocument/2006/relationships/image" Target="../media/image1066.png"/><Relationship Id="rId146" Type="http://schemas.openxmlformats.org/officeDocument/2006/relationships/customXml" Target="../ink/ink1076.xml"/><Relationship Id="rId7" Type="http://schemas.openxmlformats.org/officeDocument/2006/relationships/image" Target="../media/image1000.png"/><Relationship Id="rId71" Type="http://schemas.openxmlformats.org/officeDocument/2006/relationships/image" Target="../media/image1032.png"/><Relationship Id="rId92" Type="http://schemas.openxmlformats.org/officeDocument/2006/relationships/customXml" Target="../ink/ink1049.xml"/><Relationship Id="rId2" Type="http://schemas.openxmlformats.org/officeDocument/2006/relationships/customXml" Target="../ink/ink1004.xml"/><Relationship Id="rId29" Type="http://schemas.openxmlformats.org/officeDocument/2006/relationships/image" Target="../media/image1011.png"/><Relationship Id="rId24" Type="http://schemas.openxmlformats.org/officeDocument/2006/relationships/customXml" Target="../ink/ink1015.xml"/><Relationship Id="rId40" Type="http://schemas.openxmlformats.org/officeDocument/2006/relationships/customXml" Target="../ink/ink1023.xml"/><Relationship Id="rId45" Type="http://schemas.openxmlformats.org/officeDocument/2006/relationships/image" Target="../media/image1019.png"/><Relationship Id="rId66" Type="http://schemas.openxmlformats.org/officeDocument/2006/relationships/customXml" Target="../ink/ink1036.xml"/><Relationship Id="rId87" Type="http://schemas.openxmlformats.org/officeDocument/2006/relationships/image" Target="../media/image1040.png"/><Relationship Id="rId110" Type="http://schemas.openxmlformats.org/officeDocument/2006/relationships/customXml" Target="../ink/ink1058.xml"/><Relationship Id="rId115" Type="http://schemas.openxmlformats.org/officeDocument/2006/relationships/image" Target="../media/image1054.png"/><Relationship Id="rId131" Type="http://schemas.openxmlformats.org/officeDocument/2006/relationships/image" Target="../media/image1061.png"/><Relationship Id="rId136" Type="http://schemas.openxmlformats.org/officeDocument/2006/relationships/customXml" Target="../ink/ink1071.xml"/><Relationship Id="rId61" Type="http://schemas.openxmlformats.org/officeDocument/2006/relationships/image" Target="../media/image1027.png"/><Relationship Id="rId82" Type="http://schemas.openxmlformats.org/officeDocument/2006/relationships/customXml" Target="../ink/ink1044.xml"/><Relationship Id="rId19" Type="http://schemas.openxmlformats.org/officeDocument/2006/relationships/image" Target="../media/image1006.png"/><Relationship Id="rId14" Type="http://schemas.openxmlformats.org/officeDocument/2006/relationships/customXml" Target="../ink/ink1010.xml"/><Relationship Id="rId30" Type="http://schemas.openxmlformats.org/officeDocument/2006/relationships/customXml" Target="../ink/ink1018.xml"/><Relationship Id="rId35" Type="http://schemas.openxmlformats.org/officeDocument/2006/relationships/image" Target="../media/image1014.png"/><Relationship Id="rId56" Type="http://schemas.openxmlformats.org/officeDocument/2006/relationships/customXml" Target="../ink/ink1031.xml"/><Relationship Id="rId77" Type="http://schemas.openxmlformats.org/officeDocument/2006/relationships/image" Target="../media/image1035.png"/><Relationship Id="rId100" Type="http://schemas.openxmlformats.org/officeDocument/2006/relationships/customXml" Target="../ink/ink1053.xml"/><Relationship Id="rId105" Type="http://schemas.openxmlformats.org/officeDocument/2006/relationships/image" Target="../media/image1049.png"/><Relationship Id="rId126" Type="http://schemas.openxmlformats.org/officeDocument/2006/relationships/customXml" Target="../ink/ink1066.xml"/><Relationship Id="rId147" Type="http://schemas.openxmlformats.org/officeDocument/2006/relationships/image" Target="../media/image1069.png"/><Relationship Id="rId8" Type="http://schemas.openxmlformats.org/officeDocument/2006/relationships/customXml" Target="../ink/ink1007.xml"/><Relationship Id="rId51" Type="http://schemas.openxmlformats.org/officeDocument/2006/relationships/image" Target="../media/image1022.png"/><Relationship Id="rId72" Type="http://schemas.openxmlformats.org/officeDocument/2006/relationships/customXml" Target="../ink/ink1039.xml"/><Relationship Id="rId93" Type="http://schemas.openxmlformats.org/officeDocument/2006/relationships/image" Target="../media/image1043.png"/><Relationship Id="rId98" Type="http://schemas.openxmlformats.org/officeDocument/2006/relationships/customXml" Target="../ink/ink1052.xml"/><Relationship Id="rId121" Type="http://schemas.openxmlformats.org/officeDocument/2006/relationships/image" Target="../media/image1057.png"/><Relationship Id="rId142" Type="http://schemas.openxmlformats.org/officeDocument/2006/relationships/customXml" Target="../ink/ink1074.xml"/><Relationship Id="rId3" Type="http://schemas.openxmlformats.org/officeDocument/2006/relationships/image" Target="../media/image998.png"/><Relationship Id="rId25" Type="http://schemas.openxmlformats.org/officeDocument/2006/relationships/image" Target="../media/image1009.png"/><Relationship Id="rId46" Type="http://schemas.openxmlformats.org/officeDocument/2006/relationships/customXml" Target="../ink/ink1026.xml"/><Relationship Id="rId67" Type="http://schemas.openxmlformats.org/officeDocument/2006/relationships/image" Target="../media/image1030.png"/><Relationship Id="rId116" Type="http://schemas.openxmlformats.org/officeDocument/2006/relationships/customXml" Target="../ink/ink1061.xml"/><Relationship Id="rId137" Type="http://schemas.openxmlformats.org/officeDocument/2006/relationships/image" Target="../media/image1064.png"/><Relationship Id="rId20" Type="http://schemas.openxmlformats.org/officeDocument/2006/relationships/customXml" Target="../ink/ink1013.xml"/><Relationship Id="rId41" Type="http://schemas.openxmlformats.org/officeDocument/2006/relationships/image" Target="../media/image1017.png"/><Relationship Id="rId62" Type="http://schemas.openxmlformats.org/officeDocument/2006/relationships/customXml" Target="../ink/ink1034.xml"/><Relationship Id="rId83" Type="http://schemas.openxmlformats.org/officeDocument/2006/relationships/image" Target="../media/image1038.png"/><Relationship Id="rId88" Type="http://schemas.openxmlformats.org/officeDocument/2006/relationships/customXml" Target="../ink/ink1047.xml"/><Relationship Id="rId111" Type="http://schemas.openxmlformats.org/officeDocument/2006/relationships/image" Target="../media/image1052.png"/><Relationship Id="rId132" Type="http://schemas.openxmlformats.org/officeDocument/2006/relationships/customXml" Target="../ink/ink1069.xml"/><Relationship Id="rId15" Type="http://schemas.openxmlformats.org/officeDocument/2006/relationships/image" Target="../media/image1004.png"/><Relationship Id="rId36" Type="http://schemas.openxmlformats.org/officeDocument/2006/relationships/customXml" Target="../ink/ink1021.xml"/><Relationship Id="rId57" Type="http://schemas.openxmlformats.org/officeDocument/2006/relationships/image" Target="../media/image1025.png"/><Relationship Id="rId106" Type="http://schemas.openxmlformats.org/officeDocument/2006/relationships/customXml" Target="../ink/ink1056.xml"/><Relationship Id="rId127" Type="http://schemas.openxmlformats.org/officeDocument/2006/relationships/image" Target="../media/image1060.png"/><Relationship Id="rId10" Type="http://schemas.openxmlformats.org/officeDocument/2006/relationships/customXml" Target="../ink/ink1008.xml"/><Relationship Id="rId31" Type="http://schemas.openxmlformats.org/officeDocument/2006/relationships/image" Target="../media/image1012.png"/><Relationship Id="rId52" Type="http://schemas.openxmlformats.org/officeDocument/2006/relationships/customXml" Target="../ink/ink1029.xml"/><Relationship Id="rId73" Type="http://schemas.openxmlformats.org/officeDocument/2006/relationships/image" Target="../media/image1033.png"/><Relationship Id="rId78" Type="http://schemas.openxmlformats.org/officeDocument/2006/relationships/customXml" Target="../ink/ink1042.xml"/><Relationship Id="rId94" Type="http://schemas.openxmlformats.org/officeDocument/2006/relationships/customXml" Target="../ink/ink1050.xml"/><Relationship Id="rId99" Type="http://schemas.openxmlformats.org/officeDocument/2006/relationships/image" Target="../media/image1046.png"/><Relationship Id="rId101" Type="http://schemas.openxmlformats.org/officeDocument/2006/relationships/image" Target="../media/image1047.png"/><Relationship Id="rId122" Type="http://schemas.openxmlformats.org/officeDocument/2006/relationships/customXml" Target="../ink/ink1064.xml"/><Relationship Id="rId143" Type="http://schemas.openxmlformats.org/officeDocument/2006/relationships/image" Target="../media/image1067.png"/><Relationship Id="rId4" Type="http://schemas.openxmlformats.org/officeDocument/2006/relationships/customXml" Target="../ink/ink1005.xml"/><Relationship Id="rId9" Type="http://schemas.openxmlformats.org/officeDocument/2006/relationships/image" Target="../media/image1001.png"/><Relationship Id="rId26" Type="http://schemas.openxmlformats.org/officeDocument/2006/relationships/customXml" Target="../ink/ink1016.xml"/><Relationship Id="rId47" Type="http://schemas.openxmlformats.org/officeDocument/2006/relationships/image" Target="../media/image1020.png"/><Relationship Id="rId68" Type="http://schemas.openxmlformats.org/officeDocument/2006/relationships/customXml" Target="../ink/ink1037.xml"/><Relationship Id="rId89" Type="http://schemas.openxmlformats.org/officeDocument/2006/relationships/image" Target="../media/image1041.png"/><Relationship Id="rId112" Type="http://schemas.openxmlformats.org/officeDocument/2006/relationships/customXml" Target="../ink/ink1059.xml"/><Relationship Id="rId133" Type="http://schemas.openxmlformats.org/officeDocument/2006/relationships/image" Target="../media/image1062.png"/><Relationship Id="rId16" Type="http://schemas.openxmlformats.org/officeDocument/2006/relationships/customXml" Target="../ink/ink1011.xml"/><Relationship Id="rId37" Type="http://schemas.openxmlformats.org/officeDocument/2006/relationships/image" Target="../media/image1015.png"/><Relationship Id="rId58" Type="http://schemas.openxmlformats.org/officeDocument/2006/relationships/customXml" Target="../ink/ink1032.xml"/><Relationship Id="rId79" Type="http://schemas.openxmlformats.org/officeDocument/2006/relationships/image" Target="../media/image1036.png"/><Relationship Id="rId102" Type="http://schemas.openxmlformats.org/officeDocument/2006/relationships/customXml" Target="../ink/ink1054.xml"/><Relationship Id="rId123" Type="http://schemas.openxmlformats.org/officeDocument/2006/relationships/image" Target="../media/image1058.png"/><Relationship Id="rId144" Type="http://schemas.openxmlformats.org/officeDocument/2006/relationships/customXml" Target="../ink/ink10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0D25E-2A2B-9C3C-595D-2339FA6268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A82EB-83C5-FB40-0B0F-24C26DC181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519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28DF46F-CA19-9271-AD2C-994043CAA506}"/>
                  </a:ext>
                </a:extLst>
              </p14:cNvPr>
              <p14:cNvContentPartPr/>
              <p14:nvPr/>
            </p14:nvContentPartPr>
            <p14:xfrm>
              <a:off x="464553" y="313560"/>
              <a:ext cx="309240" cy="396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28DF46F-CA19-9271-AD2C-994043CAA50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0233" y="309240"/>
                <a:ext cx="317880" cy="40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19F56FD5-8ED5-A15E-4F3C-5A2C98DBA138}"/>
              </a:ext>
            </a:extLst>
          </p:cNvPr>
          <p:cNvGrpSpPr/>
          <p:nvPr/>
        </p:nvGrpSpPr>
        <p:grpSpPr>
          <a:xfrm>
            <a:off x="486873" y="312480"/>
            <a:ext cx="1088640" cy="442800"/>
            <a:chOff x="486873" y="312480"/>
            <a:chExt cx="1088640" cy="44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8E21DC8-C698-034B-96E8-525AAD0041F1}"/>
                    </a:ext>
                  </a:extLst>
                </p14:cNvPr>
                <p14:cNvContentPartPr/>
                <p14:nvPr/>
              </p14:nvContentPartPr>
              <p14:xfrm>
                <a:off x="486873" y="312480"/>
                <a:ext cx="310320" cy="431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8E21DC8-C698-034B-96E8-525AAD0041F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8873" y="294480"/>
                  <a:ext cx="34596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6CAECA3-6131-5321-7CA9-E1887912FB1F}"/>
                    </a:ext>
                  </a:extLst>
                </p14:cNvPr>
                <p14:cNvContentPartPr/>
                <p14:nvPr/>
              </p14:nvContentPartPr>
              <p14:xfrm>
                <a:off x="774153" y="374040"/>
                <a:ext cx="801360" cy="381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6CAECA3-6131-5321-7CA9-E1887912FB1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6153" y="356040"/>
                  <a:ext cx="837000" cy="41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1DF01F8-97F8-965D-752E-140855D3E3D5}"/>
              </a:ext>
            </a:extLst>
          </p:cNvPr>
          <p:cNvGrpSpPr/>
          <p:nvPr/>
        </p:nvGrpSpPr>
        <p:grpSpPr>
          <a:xfrm>
            <a:off x="1953153" y="387360"/>
            <a:ext cx="608400" cy="308880"/>
            <a:chOff x="1953153" y="387360"/>
            <a:chExt cx="60840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BA6199C-DF0B-C68B-95A3-CE8DA4E300D0}"/>
                    </a:ext>
                  </a:extLst>
                </p14:cNvPr>
                <p14:cNvContentPartPr/>
                <p14:nvPr/>
              </p14:nvContentPartPr>
              <p14:xfrm>
                <a:off x="1953153" y="387360"/>
                <a:ext cx="608400" cy="308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BA6199C-DF0B-C68B-95A3-CE8DA4E300D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35153" y="369360"/>
                  <a:ext cx="6440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6144076-4EFE-1B07-0656-6CDD3920BC31}"/>
                    </a:ext>
                  </a:extLst>
                </p14:cNvPr>
                <p14:cNvContentPartPr/>
                <p14:nvPr/>
              </p14:nvContentPartPr>
              <p14:xfrm>
                <a:off x="2160153" y="490680"/>
                <a:ext cx="155160" cy="17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6144076-4EFE-1B07-0656-6CDD3920BC3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42153" y="473040"/>
                  <a:ext cx="190800" cy="5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0BE023A-A13D-D1FA-C30C-C38167BE8FD0}"/>
                  </a:ext>
                </a:extLst>
              </p14:cNvPr>
              <p14:cNvContentPartPr/>
              <p14:nvPr/>
            </p14:nvContentPartPr>
            <p14:xfrm>
              <a:off x="3243753" y="338040"/>
              <a:ext cx="253800" cy="946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0BE023A-A13D-D1FA-C30C-C38167BE8FD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25753" y="320400"/>
                <a:ext cx="289440" cy="98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B8E3B476-FB17-1401-6C4D-4A1B145B4476}"/>
              </a:ext>
            </a:extLst>
          </p:cNvPr>
          <p:cNvGrpSpPr/>
          <p:nvPr/>
        </p:nvGrpSpPr>
        <p:grpSpPr>
          <a:xfrm>
            <a:off x="3550473" y="313560"/>
            <a:ext cx="1604160" cy="762480"/>
            <a:chOff x="3550473" y="313560"/>
            <a:chExt cx="1604160" cy="76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FA951A4-2AEF-54E0-A5F3-FCEF746C65BD}"/>
                    </a:ext>
                  </a:extLst>
                </p14:cNvPr>
                <p14:cNvContentPartPr/>
                <p14:nvPr/>
              </p14:nvContentPartPr>
              <p14:xfrm>
                <a:off x="3550473" y="313920"/>
                <a:ext cx="1422720" cy="397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FA951A4-2AEF-54E0-A5F3-FCEF746C65B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32833" y="295920"/>
                  <a:ext cx="145836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1950244-D005-9F14-781D-D1E1D29A87AB}"/>
                    </a:ext>
                  </a:extLst>
                </p14:cNvPr>
                <p14:cNvContentPartPr/>
                <p14:nvPr/>
              </p14:nvContentPartPr>
              <p14:xfrm>
                <a:off x="4860513" y="521280"/>
                <a:ext cx="294120" cy="554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1950244-D005-9F14-781D-D1E1D29A87A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42873" y="503640"/>
                  <a:ext cx="32976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1ED37BA-7CAC-E85A-5F13-66E626CEA25C}"/>
                    </a:ext>
                  </a:extLst>
                </p14:cNvPr>
                <p14:cNvContentPartPr/>
                <p14:nvPr/>
              </p14:nvContentPartPr>
              <p14:xfrm>
                <a:off x="4706073" y="313560"/>
                <a:ext cx="119520" cy="32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1ED37BA-7CAC-E85A-5F13-66E626CEA25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88073" y="295560"/>
                  <a:ext cx="15516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05D78C7-9180-1405-234C-8BFF9D67FF07}"/>
              </a:ext>
            </a:extLst>
          </p:cNvPr>
          <p:cNvGrpSpPr/>
          <p:nvPr/>
        </p:nvGrpSpPr>
        <p:grpSpPr>
          <a:xfrm>
            <a:off x="6174513" y="361800"/>
            <a:ext cx="2311200" cy="389160"/>
            <a:chOff x="6174513" y="361800"/>
            <a:chExt cx="2311200" cy="38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B8F3D8B-A4DD-A90E-EC4C-5B0D40FD858B}"/>
                    </a:ext>
                  </a:extLst>
                </p14:cNvPr>
                <p14:cNvContentPartPr/>
                <p14:nvPr/>
              </p14:nvContentPartPr>
              <p14:xfrm>
                <a:off x="6174513" y="361800"/>
                <a:ext cx="139680" cy="305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B8F3D8B-A4DD-A90E-EC4C-5B0D40FD858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56873" y="344160"/>
                  <a:ext cx="1753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E0AB3A5-6C43-432B-C932-2622BCCA9EA3}"/>
                    </a:ext>
                  </a:extLst>
                </p14:cNvPr>
                <p14:cNvContentPartPr/>
                <p14:nvPr/>
              </p14:nvContentPartPr>
              <p14:xfrm>
                <a:off x="6403113" y="531000"/>
                <a:ext cx="9360" cy="23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E0AB3A5-6C43-432B-C932-2622BCCA9EA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385473" y="513000"/>
                  <a:ext cx="450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D3DA4B2-7B07-37CA-1C08-8B04CE1F651D}"/>
                    </a:ext>
                  </a:extLst>
                </p14:cNvPr>
                <p14:cNvContentPartPr/>
                <p14:nvPr/>
              </p14:nvContentPartPr>
              <p14:xfrm>
                <a:off x="6500313" y="415080"/>
                <a:ext cx="61920" cy="258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D3DA4B2-7B07-37CA-1C08-8B04CE1F651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482313" y="397440"/>
                  <a:ext cx="975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5633543-EFA9-C44F-85E1-FD0F4F787D40}"/>
                    </a:ext>
                  </a:extLst>
                </p14:cNvPr>
                <p14:cNvContentPartPr/>
                <p14:nvPr/>
              </p14:nvContentPartPr>
              <p14:xfrm>
                <a:off x="6503553" y="401040"/>
                <a:ext cx="186120" cy="171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5633543-EFA9-C44F-85E1-FD0F4F787D4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85553" y="383400"/>
                  <a:ext cx="2217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0325FCD-F5A8-6D90-4D14-C28343B1964F}"/>
                    </a:ext>
                  </a:extLst>
                </p14:cNvPr>
                <p14:cNvContentPartPr/>
                <p14:nvPr/>
              </p14:nvContentPartPr>
              <p14:xfrm>
                <a:off x="6750513" y="614160"/>
                <a:ext cx="38160" cy="21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0325FCD-F5A8-6D90-4D14-C28343B1964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32873" y="596160"/>
                  <a:ext cx="738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D071DF2-A4A7-EFC2-F015-EF07BEC348F2}"/>
                    </a:ext>
                  </a:extLst>
                </p14:cNvPr>
                <p14:cNvContentPartPr/>
                <p14:nvPr/>
              </p14:nvContentPartPr>
              <p14:xfrm>
                <a:off x="6954633" y="419400"/>
                <a:ext cx="70560" cy="302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D071DF2-A4A7-EFC2-F015-EF07BEC348F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36633" y="401760"/>
                  <a:ext cx="1062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7E3C983-C866-473C-E853-10847A81FFE6}"/>
                    </a:ext>
                  </a:extLst>
                </p14:cNvPr>
                <p14:cNvContentPartPr/>
                <p14:nvPr/>
              </p14:nvContentPartPr>
              <p14:xfrm>
                <a:off x="6936273" y="384840"/>
                <a:ext cx="243360" cy="189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7E3C983-C866-473C-E853-10847A81FFE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918633" y="367200"/>
                  <a:ext cx="2790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9D58EBF-374B-EEF8-51C0-030D0B14891C}"/>
                    </a:ext>
                  </a:extLst>
                </p14:cNvPr>
                <p14:cNvContentPartPr/>
                <p14:nvPr/>
              </p14:nvContentPartPr>
              <p14:xfrm>
                <a:off x="7160553" y="586080"/>
                <a:ext cx="313560" cy="142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9D58EBF-374B-EEF8-51C0-030D0B14891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142913" y="568080"/>
                  <a:ext cx="3492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6586FE3-E6A9-28B0-EB9D-05BA3AA80203}"/>
                    </a:ext>
                  </a:extLst>
                </p14:cNvPr>
                <p14:cNvContentPartPr/>
                <p14:nvPr/>
              </p14:nvContentPartPr>
              <p14:xfrm>
                <a:off x="7563033" y="437400"/>
                <a:ext cx="158040" cy="293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6586FE3-E6A9-28B0-EB9D-05BA3AA8020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45393" y="419400"/>
                  <a:ext cx="1936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1CB9840-A2B1-634C-EA67-20CA1C105A03}"/>
                    </a:ext>
                  </a:extLst>
                </p14:cNvPr>
                <p14:cNvContentPartPr/>
                <p14:nvPr/>
              </p14:nvContentPartPr>
              <p14:xfrm>
                <a:off x="7820433" y="452880"/>
                <a:ext cx="32400" cy="280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1CB9840-A2B1-634C-EA67-20CA1C105A0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02433" y="434880"/>
                  <a:ext cx="680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2A91F50-42B4-4F7E-C261-2BE9B0BC4981}"/>
                    </a:ext>
                  </a:extLst>
                </p14:cNvPr>
                <p14:cNvContentPartPr/>
                <p14:nvPr/>
              </p14:nvContentPartPr>
              <p14:xfrm>
                <a:off x="7902153" y="577080"/>
                <a:ext cx="148680" cy="173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2A91F50-42B4-4F7E-C261-2BE9B0BC498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884513" y="559080"/>
                  <a:ext cx="1843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D6BC0EE-AE6C-3B87-90F9-38C38EC7BF37}"/>
                    </a:ext>
                  </a:extLst>
                </p14:cNvPr>
                <p14:cNvContentPartPr/>
                <p14:nvPr/>
              </p14:nvContentPartPr>
              <p14:xfrm>
                <a:off x="8123193" y="576000"/>
                <a:ext cx="362520" cy="172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D6BC0EE-AE6C-3B87-90F9-38C38EC7BF3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105553" y="558000"/>
                  <a:ext cx="39816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11700A7-61CD-6F11-6D41-DF9E13E3C14C}"/>
              </a:ext>
            </a:extLst>
          </p:cNvPr>
          <p:cNvGrpSpPr/>
          <p:nvPr/>
        </p:nvGrpSpPr>
        <p:grpSpPr>
          <a:xfrm>
            <a:off x="8803593" y="393840"/>
            <a:ext cx="2736000" cy="839520"/>
            <a:chOff x="8803593" y="393840"/>
            <a:chExt cx="2736000" cy="83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7A7AAFF-67F0-9083-4AC9-5EE0123E03F5}"/>
                    </a:ext>
                  </a:extLst>
                </p14:cNvPr>
                <p14:cNvContentPartPr/>
                <p14:nvPr/>
              </p14:nvContentPartPr>
              <p14:xfrm>
                <a:off x="8803593" y="477720"/>
                <a:ext cx="488520" cy="706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7A7AAFF-67F0-9083-4AC9-5EE0123E03F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85593" y="460080"/>
                  <a:ext cx="524160" cy="74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A290459-F4FD-09EA-A209-C8B87E008A67}"/>
                    </a:ext>
                  </a:extLst>
                </p14:cNvPr>
                <p14:cNvContentPartPr/>
                <p14:nvPr/>
              </p14:nvContentPartPr>
              <p14:xfrm>
                <a:off x="9343233" y="533160"/>
                <a:ext cx="261360" cy="670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A290459-F4FD-09EA-A209-C8B87E008A6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25593" y="515160"/>
                  <a:ext cx="297000" cy="7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E257E8C-187D-1062-C7E7-126C1FBEC379}"/>
                    </a:ext>
                  </a:extLst>
                </p14:cNvPr>
                <p14:cNvContentPartPr/>
                <p14:nvPr/>
              </p14:nvContentPartPr>
              <p14:xfrm>
                <a:off x="9527193" y="555120"/>
                <a:ext cx="229320" cy="168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E257E8C-187D-1062-C7E7-126C1FBEC37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509553" y="537120"/>
                  <a:ext cx="2649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1C589F4-EA86-B682-0692-22EB10E180D2}"/>
                    </a:ext>
                  </a:extLst>
                </p14:cNvPr>
                <p14:cNvContentPartPr/>
                <p14:nvPr/>
              </p14:nvContentPartPr>
              <p14:xfrm>
                <a:off x="9858753" y="403920"/>
                <a:ext cx="295560" cy="370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1C589F4-EA86-B682-0692-22EB10E180D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41113" y="386280"/>
                  <a:ext cx="3312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A547320-FDBB-8254-4439-A430C1C546D0}"/>
                    </a:ext>
                  </a:extLst>
                </p14:cNvPr>
                <p14:cNvContentPartPr/>
                <p14:nvPr/>
              </p14:nvContentPartPr>
              <p14:xfrm>
                <a:off x="10084473" y="445680"/>
                <a:ext cx="27000" cy="30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A547320-FDBB-8254-4439-A430C1C546D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066473" y="428040"/>
                  <a:ext cx="626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0C9A315-3230-8D13-DCB5-03038B129D6A}"/>
                    </a:ext>
                  </a:extLst>
                </p14:cNvPr>
                <p14:cNvContentPartPr/>
                <p14:nvPr/>
              </p14:nvContentPartPr>
              <p14:xfrm>
                <a:off x="10200753" y="606600"/>
                <a:ext cx="156600" cy="163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0C9A315-3230-8D13-DCB5-03038B129D6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83113" y="588960"/>
                  <a:ext cx="1922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8C9B3F6-CD10-F63A-994E-A96C9153D0AA}"/>
                    </a:ext>
                  </a:extLst>
                </p14:cNvPr>
                <p14:cNvContentPartPr/>
                <p14:nvPr/>
              </p14:nvContentPartPr>
              <p14:xfrm>
                <a:off x="10467153" y="393840"/>
                <a:ext cx="495000" cy="385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8C9B3F6-CD10-F63A-994E-A96C9153D0A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449513" y="376200"/>
                  <a:ext cx="53064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DA4D238-696D-EB75-FEA3-F6CED45F31FE}"/>
                    </a:ext>
                  </a:extLst>
                </p14:cNvPr>
                <p14:cNvContentPartPr/>
                <p14:nvPr/>
              </p14:nvContentPartPr>
              <p14:xfrm>
                <a:off x="10886913" y="628920"/>
                <a:ext cx="326160" cy="604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DA4D238-696D-EB75-FEA3-F6CED45F31F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869273" y="611280"/>
                  <a:ext cx="361800" cy="6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80B779C-4249-855D-89FC-A46D3F1B449C}"/>
                    </a:ext>
                  </a:extLst>
                </p14:cNvPr>
                <p14:cNvContentPartPr/>
                <p14:nvPr/>
              </p14:nvContentPartPr>
              <p14:xfrm>
                <a:off x="11508633" y="483120"/>
                <a:ext cx="30960" cy="16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80B779C-4249-855D-89FC-A46D3F1B449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490993" y="465480"/>
                  <a:ext cx="666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E0E7B82-AEF7-5894-FB38-EA119447EF8F}"/>
                    </a:ext>
                  </a:extLst>
                </p14:cNvPr>
                <p14:cNvContentPartPr/>
                <p14:nvPr/>
              </p14:nvContentPartPr>
              <p14:xfrm>
                <a:off x="11470113" y="641880"/>
                <a:ext cx="5040" cy="20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E0E7B82-AEF7-5894-FB38-EA119447EF8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452113" y="624240"/>
                  <a:ext cx="4068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AC44907-5D02-AA1E-76EB-A7377F5A69E6}"/>
              </a:ext>
            </a:extLst>
          </p:cNvPr>
          <p:cNvGrpSpPr/>
          <p:nvPr/>
        </p:nvGrpSpPr>
        <p:grpSpPr>
          <a:xfrm>
            <a:off x="2417193" y="1425240"/>
            <a:ext cx="1752120" cy="306360"/>
            <a:chOff x="2417193" y="1425240"/>
            <a:chExt cx="1752120" cy="30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11A1622-9CBF-445E-63CA-78C333A60509}"/>
                    </a:ext>
                  </a:extLst>
                </p14:cNvPr>
                <p14:cNvContentPartPr/>
                <p14:nvPr/>
              </p14:nvContentPartPr>
              <p14:xfrm>
                <a:off x="2417193" y="1518480"/>
                <a:ext cx="356760" cy="196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11A1622-9CBF-445E-63CA-78C333A6050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99193" y="1500840"/>
                  <a:ext cx="392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401743D-B975-6EBB-B6D0-82E10B886664}"/>
                    </a:ext>
                  </a:extLst>
                </p14:cNvPr>
                <p14:cNvContentPartPr/>
                <p14:nvPr/>
              </p14:nvContentPartPr>
              <p14:xfrm>
                <a:off x="2838033" y="1556640"/>
                <a:ext cx="138600" cy="133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401743D-B975-6EBB-B6D0-82E10B88666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20393" y="1539000"/>
                  <a:ext cx="1742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DA7CFDA-F55B-BEDB-F92C-78AB72AF9E16}"/>
                    </a:ext>
                  </a:extLst>
                </p14:cNvPr>
                <p14:cNvContentPartPr/>
                <p14:nvPr/>
              </p14:nvContentPartPr>
              <p14:xfrm>
                <a:off x="3034233" y="1531440"/>
                <a:ext cx="196920" cy="179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DA7CFDA-F55B-BEDB-F92C-78AB72AF9E1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16233" y="1513440"/>
                  <a:ext cx="2325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A2A844A-7EC7-3739-4DBD-E50E317373AC}"/>
                    </a:ext>
                  </a:extLst>
                </p14:cNvPr>
                <p14:cNvContentPartPr/>
                <p14:nvPr/>
              </p14:nvContentPartPr>
              <p14:xfrm>
                <a:off x="3387753" y="1648080"/>
                <a:ext cx="14040" cy="6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A2A844A-7EC7-3739-4DBD-E50E317373A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69753" y="1630080"/>
                  <a:ext cx="496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9634EB4-A39D-7FD8-010F-CBFDDFCFA103}"/>
                    </a:ext>
                  </a:extLst>
                </p14:cNvPr>
                <p14:cNvContentPartPr/>
                <p14:nvPr/>
              </p14:nvContentPartPr>
              <p14:xfrm>
                <a:off x="3468753" y="1425240"/>
                <a:ext cx="248400" cy="306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9634EB4-A39D-7FD8-010F-CBFDDFCFA10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51113" y="1407240"/>
                  <a:ext cx="2840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5FF4E39-A61C-E3FB-34D0-480027CAA383}"/>
                    </a:ext>
                  </a:extLst>
                </p14:cNvPr>
                <p14:cNvContentPartPr/>
                <p14:nvPr/>
              </p14:nvContentPartPr>
              <p14:xfrm>
                <a:off x="4017033" y="1611720"/>
                <a:ext cx="152280" cy="16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5FF4E39-A61C-E3FB-34D0-480027CAA38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99393" y="1593720"/>
                  <a:ext cx="1879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47EB90E-0692-B098-E8B4-805C0C88223E}"/>
                    </a:ext>
                  </a:extLst>
                </p14:cNvPr>
                <p14:cNvContentPartPr/>
                <p14:nvPr/>
              </p14:nvContentPartPr>
              <p14:xfrm>
                <a:off x="3997233" y="1693440"/>
                <a:ext cx="133200" cy="32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47EB90E-0692-B098-E8B4-805C0C88223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979233" y="1675440"/>
                  <a:ext cx="16884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C0397D8-BFDE-A87B-29CB-F36F2838AAAC}"/>
              </a:ext>
            </a:extLst>
          </p:cNvPr>
          <p:cNvGrpSpPr/>
          <p:nvPr/>
        </p:nvGrpSpPr>
        <p:grpSpPr>
          <a:xfrm>
            <a:off x="4840713" y="1368360"/>
            <a:ext cx="1987200" cy="442440"/>
            <a:chOff x="4840713" y="1368360"/>
            <a:chExt cx="1987200" cy="44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29935CD-88EB-C182-68B6-207C0B7AC143}"/>
                    </a:ext>
                  </a:extLst>
                </p14:cNvPr>
                <p14:cNvContentPartPr/>
                <p14:nvPr/>
              </p14:nvContentPartPr>
              <p14:xfrm>
                <a:off x="4840713" y="1368360"/>
                <a:ext cx="250560" cy="337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29935CD-88EB-C182-68B6-207C0B7AC14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823073" y="1350720"/>
                  <a:ext cx="2862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8597033-13FA-75E3-118C-55B70E21C308}"/>
                    </a:ext>
                  </a:extLst>
                </p14:cNvPr>
                <p14:cNvContentPartPr/>
                <p14:nvPr/>
              </p14:nvContentPartPr>
              <p14:xfrm>
                <a:off x="5174793" y="1539000"/>
                <a:ext cx="236520" cy="140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8597033-13FA-75E3-118C-55B70E21C30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57153" y="1521360"/>
                  <a:ext cx="2721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6F48B32-0850-42ED-5BA2-DB069EDE53F8}"/>
                    </a:ext>
                  </a:extLst>
                </p14:cNvPr>
                <p14:cNvContentPartPr/>
                <p14:nvPr/>
              </p14:nvContentPartPr>
              <p14:xfrm>
                <a:off x="5448393" y="1654560"/>
                <a:ext cx="17640" cy="156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6F48B32-0850-42ED-5BA2-DB069EDE53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30393" y="1636920"/>
                  <a:ext cx="532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ABDE8EC-D9E7-6502-DD36-F2C850F8530A}"/>
                    </a:ext>
                  </a:extLst>
                </p14:cNvPr>
                <p14:cNvContentPartPr/>
                <p14:nvPr/>
              </p14:nvContentPartPr>
              <p14:xfrm>
                <a:off x="5688153" y="1562400"/>
                <a:ext cx="151920" cy="54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ABDE8EC-D9E7-6502-DD36-F2C850F8530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670153" y="1544760"/>
                  <a:ext cx="187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CB3AAD1-7557-6F55-4396-A85F886AD8C1}"/>
                    </a:ext>
                  </a:extLst>
                </p14:cNvPr>
                <p14:cNvContentPartPr/>
                <p14:nvPr/>
              </p14:nvContentPartPr>
              <p14:xfrm>
                <a:off x="5763753" y="1424520"/>
                <a:ext cx="421920" cy="267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CB3AAD1-7557-6F55-4396-A85F886AD8C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46113" y="1406520"/>
                  <a:ext cx="4575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EC891A0-2B56-90D3-A33E-E7A64295B458}"/>
                    </a:ext>
                  </a:extLst>
                </p14:cNvPr>
                <p14:cNvContentPartPr/>
                <p14:nvPr/>
              </p14:nvContentPartPr>
              <p14:xfrm>
                <a:off x="6252993" y="1491840"/>
                <a:ext cx="224280" cy="182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EC891A0-2B56-90D3-A33E-E7A64295B45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34993" y="1473840"/>
                  <a:ext cx="2599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4AB329D-790E-7EC2-882D-AB747BA1F552}"/>
                    </a:ext>
                  </a:extLst>
                </p14:cNvPr>
                <p14:cNvContentPartPr/>
                <p14:nvPr/>
              </p14:nvContentPartPr>
              <p14:xfrm>
                <a:off x="6571593" y="1615680"/>
                <a:ext cx="256320" cy="136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4AB329D-790E-7EC2-882D-AB747BA1F55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53953" y="1598040"/>
                  <a:ext cx="29196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294AFC1-46C7-0A2E-8329-24122DEBF9D0}"/>
              </a:ext>
            </a:extLst>
          </p:cNvPr>
          <p:cNvGrpSpPr/>
          <p:nvPr/>
        </p:nvGrpSpPr>
        <p:grpSpPr>
          <a:xfrm>
            <a:off x="724833" y="2100600"/>
            <a:ext cx="1432440" cy="558360"/>
            <a:chOff x="724833" y="2100600"/>
            <a:chExt cx="1432440" cy="55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B31D3F8-428B-68B2-3031-37B9E2084ACC}"/>
                    </a:ext>
                  </a:extLst>
                </p14:cNvPr>
                <p14:cNvContentPartPr/>
                <p14:nvPr/>
              </p14:nvContentPartPr>
              <p14:xfrm>
                <a:off x="724833" y="2249280"/>
                <a:ext cx="236880" cy="205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B31D3F8-428B-68B2-3031-37B9E2084AC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7193" y="2231280"/>
                  <a:ext cx="2725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FBF6891-E474-8DDA-3983-B3CE27EE1678}"/>
                    </a:ext>
                  </a:extLst>
                </p14:cNvPr>
                <p14:cNvContentPartPr/>
                <p14:nvPr/>
              </p14:nvContentPartPr>
              <p14:xfrm>
                <a:off x="987993" y="2124720"/>
                <a:ext cx="347400" cy="367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FBF6891-E474-8DDA-3983-B3CE27EE167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69993" y="2106720"/>
                  <a:ext cx="38304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AE25267-812A-8FA8-7F47-3BC10DABF718}"/>
                    </a:ext>
                  </a:extLst>
                </p14:cNvPr>
                <p14:cNvContentPartPr/>
                <p14:nvPr/>
              </p14:nvContentPartPr>
              <p14:xfrm>
                <a:off x="1354113" y="2316600"/>
                <a:ext cx="140760" cy="342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AE25267-812A-8FA8-7F47-3BC10DABF71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336113" y="2298600"/>
                  <a:ext cx="17640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3B07800-90B0-96C3-66C7-869AB4CD1D6A}"/>
                    </a:ext>
                  </a:extLst>
                </p14:cNvPr>
                <p14:cNvContentPartPr/>
                <p14:nvPr/>
              </p14:nvContentPartPr>
              <p14:xfrm>
                <a:off x="1545993" y="2176560"/>
                <a:ext cx="14040" cy="32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3B07800-90B0-96C3-66C7-869AB4CD1D6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527993" y="2158560"/>
                  <a:ext cx="496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5AF7B1A-5325-D6DD-605E-7AC7F65EE2D2}"/>
                    </a:ext>
                  </a:extLst>
                </p14:cNvPr>
                <p14:cNvContentPartPr/>
                <p14:nvPr/>
              </p14:nvContentPartPr>
              <p14:xfrm>
                <a:off x="1562553" y="2321280"/>
                <a:ext cx="119880" cy="149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5AF7B1A-5325-D6DD-605E-7AC7F65EE2D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544553" y="2303280"/>
                  <a:ext cx="1555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4E992A4-CB0D-187B-2A66-A4240DC7BC6B}"/>
                    </a:ext>
                  </a:extLst>
                </p14:cNvPr>
                <p14:cNvContentPartPr/>
                <p14:nvPr/>
              </p14:nvContentPartPr>
              <p14:xfrm>
                <a:off x="1774953" y="2100600"/>
                <a:ext cx="279720" cy="350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4E992A4-CB0D-187B-2A66-A4240DC7BC6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757313" y="2082600"/>
                  <a:ext cx="31536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43044EC-277B-BEB7-C2A2-1EA86FEDB0C1}"/>
                    </a:ext>
                  </a:extLst>
                </p14:cNvPr>
                <p14:cNvContentPartPr/>
                <p14:nvPr/>
              </p14:nvContentPartPr>
              <p14:xfrm>
                <a:off x="1877553" y="2218320"/>
                <a:ext cx="279720" cy="43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43044EC-277B-BEB7-C2A2-1EA86FEDB0C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859913" y="2200680"/>
                  <a:ext cx="31536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564CBF8-9210-EFF3-063B-34579680A675}"/>
              </a:ext>
            </a:extLst>
          </p:cNvPr>
          <p:cNvGrpSpPr/>
          <p:nvPr/>
        </p:nvGrpSpPr>
        <p:grpSpPr>
          <a:xfrm>
            <a:off x="2508993" y="2116440"/>
            <a:ext cx="3641400" cy="890280"/>
            <a:chOff x="2508993" y="2116440"/>
            <a:chExt cx="3641400" cy="89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800FCAE-BA16-FE6B-0638-DB751253A718}"/>
                    </a:ext>
                  </a:extLst>
                </p14:cNvPr>
                <p14:cNvContentPartPr/>
                <p14:nvPr/>
              </p14:nvContentPartPr>
              <p14:xfrm>
                <a:off x="2508993" y="2117880"/>
                <a:ext cx="410760" cy="371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800FCAE-BA16-FE6B-0638-DB751253A71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91353" y="2100240"/>
                  <a:ext cx="4464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1DCB2EE-22FF-C519-9C0C-297E3B698004}"/>
                    </a:ext>
                  </a:extLst>
                </p14:cNvPr>
                <p14:cNvContentPartPr/>
                <p14:nvPr/>
              </p14:nvContentPartPr>
              <p14:xfrm>
                <a:off x="2632833" y="2219760"/>
                <a:ext cx="320760" cy="39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1DCB2EE-22FF-C519-9C0C-297E3B69800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615193" y="2202120"/>
                  <a:ext cx="3564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742D4D4-5A15-D872-BAAB-1F20F8BB0E0B}"/>
                    </a:ext>
                  </a:extLst>
                </p14:cNvPr>
                <p14:cNvContentPartPr/>
                <p14:nvPr/>
              </p14:nvContentPartPr>
              <p14:xfrm>
                <a:off x="3263193" y="2149920"/>
                <a:ext cx="730440" cy="347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742D4D4-5A15-D872-BAAB-1F20F8BB0E0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245193" y="2131920"/>
                  <a:ext cx="7660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8A0F8FC-8C33-5919-E193-E60EA9B7882E}"/>
                    </a:ext>
                  </a:extLst>
                </p14:cNvPr>
                <p14:cNvContentPartPr/>
                <p14:nvPr/>
              </p14:nvContentPartPr>
              <p14:xfrm>
                <a:off x="3418713" y="2306160"/>
                <a:ext cx="191520" cy="15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8A0F8FC-8C33-5919-E193-E60EA9B7882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00713" y="2288160"/>
                  <a:ext cx="2271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94A122F-6F7F-685F-798C-DCE59B355A3E}"/>
                    </a:ext>
                  </a:extLst>
                </p14:cNvPr>
                <p14:cNvContentPartPr/>
                <p14:nvPr/>
              </p14:nvContentPartPr>
              <p14:xfrm>
                <a:off x="4159233" y="2116440"/>
                <a:ext cx="744840" cy="890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94A122F-6F7F-685F-798C-DCE59B355A3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141233" y="2098800"/>
                  <a:ext cx="780480" cy="9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3A06AEC-70C1-0755-9E91-410471D7D7E4}"/>
                    </a:ext>
                  </a:extLst>
                </p14:cNvPr>
                <p14:cNvContentPartPr/>
                <p14:nvPr/>
              </p14:nvContentPartPr>
              <p14:xfrm>
                <a:off x="4962393" y="2356560"/>
                <a:ext cx="127440" cy="145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3A06AEC-70C1-0755-9E91-410471D7D7E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944393" y="2338560"/>
                  <a:ext cx="1630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E221BB4-9AAC-C4F7-5B2A-88FD6802C784}"/>
                    </a:ext>
                  </a:extLst>
                </p14:cNvPr>
                <p14:cNvContentPartPr/>
                <p14:nvPr/>
              </p14:nvContentPartPr>
              <p14:xfrm>
                <a:off x="5145993" y="2306520"/>
                <a:ext cx="415800" cy="172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E221BB4-9AAC-C4F7-5B2A-88FD6802C78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128353" y="2288880"/>
                  <a:ext cx="451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C54EFA3-132B-8380-7102-AA68D25CEAB6}"/>
                    </a:ext>
                  </a:extLst>
                </p14:cNvPr>
                <p14:cNvContentPartPr/>
                <p14:nvPr/>
              </p14:nvContentPartPr>
              <p14:xfrm>
                <a:off x="5523633" y="2181240"/>
                <a:ext cx="43560" cy="34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C54EFA3-132B-8380-7102-AA68D25CEAB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05633" y="2163600"/>
                  <a:ext cx="792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2CF0352-9409-531A-8841-3484149C8A69}"/>
                    </a:ext>
                  </a:extLst>
                </p14:cNvPr>
                <p14:cNvContentPartPr/>
                <p14:nvPr/>
              </p14:nvContentPartPr>
              <p14:xfrm>
                <a:off x="5595273" y="2323440"/>
                <a:ext cx="151560" cy="166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2CF0352-9409-531A-8841-3484149C8A6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577273" y="2305440"/>
                  <a:ext cx="1872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E6B3599-CE1B-456A-EA5D-114E0B7E9578}"/>
                    </a:ext>
                  </a:extLst>
                </p14:cNvPr>
                <p14:cNvContentPartPr/>
                <p14:nvPr/>
              </p14:nvContentPartPr>
              <p14:xfrm>
                <a:off x="5793633" y="2324880"/>
                <a:ext cx="356760" cy="574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E6B3599-CE1B-456A-EA5D-114E0B7E957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775633" y="2306880"/>
                  <a:ext cx="392400" cy="61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9E3BD18-DAA7-1C71-9833-B418C31BFCF9}"/>
              </a:ext>
            </a:extLst>
          </p:cNvPr>
          <p:cNvGrpSpPr/>
          <p:nvPr/>
        </p:nvGrpSpPr>
        <p:grpSpPr>
          <a:xfrm>
            <a:off x="6611913" y="1996200"/>
            <a:ext cx="2097360" cy="491400"/>
            <a:chOff x="6611913" y="1996200"/>
            <a:chExt cx="2097360" cy="49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831C35C-B80A-D13C-07DD-9CD4572A79CF}"/>
                    </a:ext>
                  </a:extLst>
                </p14:cNvPr>
                <p14:cNvContentPartPr/>
                <p14:nvPr/>
              </p14:nvContentPartPr>
              <p14:xfrm>
                <a:off x="6611913" y="2230920"/>
                <a:ext cx="294120" cy="2304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831C35C-B80A-D13C-07DD-9CD4572A79C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593913" y="2213280"/>
                  <a:ext cx="3297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BDCE788-B0D6-18A2-8F77-18A7A2CE1A8C}"/>
                    </a:ext>
                  </a:extLst>
                </p14:cNvPr>
                <p14:cNvContentPartPr/>
                <p14:nvPr/>
              </p14:nvContentPartPr>
              <p14:xfrm>
                <a:off x="6944193" y="2268360"/>
                <a:ext cx="365040" cy="1972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BDCE788-B0D6-18A2-8F77-18A7A2CE1A8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926553" y="2250360"/>
                  <a:ext cx="4006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9729692-D079-604D-DBF6-B6FA042E0CDC}"/>
                    </a:ext>
                  </a:extLst>
                </p14:cNvPr>
                <p14:cNvContentPartPr/>
                <p14:nvPr/>
              </p14:nvContentPartPr>
              <p14:xfrm>
                <a:off x="7331553" y="1996200"/>
                <a:ext cx="281520" cy="491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9729692-D079-604D-DBF6-B6FA042E0CD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313553" y="1978560"/>
                  <a:ext cx="31716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ADFDAAE-EE18-DDA9-CF69-FC80A844616E}"/>
                    </a:ext>
                  </a:extLst>
                </p14:cNvPr>
                <p14:cNvContentPartPr/>
                <p14:nvPr/>
              </p14:nvContentPartPr>
              <p14:xfrm>
                <a:off x="7598673" y="2309040"/>
                <a:ext cx="180360" cy="170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ADFDAAE-EE18-DDA9-CF69-FC80A844616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80673" y="2291040"/>
                  <a:ext cx="216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7786324-9E10-B18C-7303-2040C89D8AFD}"/>
                    </a:ext>
                  </a:extLst>
                </p14:cNvPr>
                <p14:cNvContentPartPr/>
                <p14:nvPr/>
              </p14:nvContentPartPr>
              <p14:xfrm>
                <a:off x="7805673" y="2184480"/>
                <a:ext cx="291240" cy="2750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7786324-9E10-B18C-7303-2040C89D8AF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788033" y="2166480"/>
                  <a:ext cx="3268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6797087-17E6-466D-7A3C-5531C6D302CE}"/>
                    </a:ext>
                  </a:extLst>
                </p14:cNvPr>
                <p14:cNvContentPartPr/>
                <p14:nvPr/>
              </p14:nvContentPartPr>
              <p14:xfrm>
                <a:off x="8116713" y="2014920"/>
                <a:ext cx="536040" cy="462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6797087-17E6-466D-7A3C-5531C6D302C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098713" y="1997280"/>
                  <a:ext cx="57168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A9BE84B-EEC4-E672-1F09-7FA757535C80}"/>
                    </a:ext>
                  </a:extLst>
                </p14:cNvPr>
                <p14:cNvContentPartPr/>
                <p14:nvPr/>
              </p14:nvContentPartPr>
              <p14:xfrm>
                <a:off x="8308593" y="2179800"/>
                <a:ext cx="400680" cy="35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A9BE84B-EEC4-E672-1F09-7FA757535C8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290953" y="2162160"/>
                  <a:ext cx="43632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92B548B-0903-5D9E-6DBA-280465B5DF38}"/>
              </a:ext>
            </a:extLst>
          </p:cNvPr>
          <p:cNvGrpSpPr/>
          <p:nvPr/>
        </p:nvGrpSpPr>
        <p:grpSpPr>
          <a:xfrm>
            <a:off x="4606353" y="2949480"/>
            <a:ext cx="1915200" cy="474840"/>
            <a:chOff x="4606353" y="2949480"/>
            <a:chExt cx="1915200" cy="47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0FAFE41-34EF-E4F8-C02E-7EB41E98149E}"/>
                    </a:ext>
                  </a:extLst>
                </p14:cNvPr>
                <p14:cNvContentPartPr/>
                <p14:nvPr/>
              </p14:nvContentPartPr>
              <p14:xfrm>
                <a:off x="4606353" y="3143520"/>
                <a:ext cx="237960" cy="1652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0FAFE41-34EF-E4F8-C02E-7EB41E98149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88353" y="3125520"/>
                  <a:ext cx="2736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1F5D69A-FC49-40C1-EEFD-332FFEEB4124}"/>
                    </a:ext>
                  </a:extLst>
                </p14:cNvPr>
                <p14:cNvContentPartPr/>
                <p14:nvPr/>
              </p14:nvContentPartPr>
              <p14:xfrm>
                <a:off x="4886073" y="3269160"/>
                <a:ext cx="25560" cy="1551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1F5D69A-FC49-40C1-EEFD-332FFEEB412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868073" y="3251160"/>
                  <a:ext cx="612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46AA761-4FA2-6051-AB8F-36089BDC93AB}"/>
                    </a:ext>
                  </a:extLst>
                </p14:cNvPr>
                <p14:cNvContentPartPr/>
                <p14:nvPr/>
              </p14:nvContentPartPr>
              <p14:xfrm>
                <a:off x="4985793" y="3238920"/>
                <a:ext cx="144000" cy="500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46AA761-4FA2-6051-AB8F-36089BDC93A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968153" y="3220920"/>
                  <a:ext cx="1796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D15320E-43C8-AC28-047D-4B56B361ACEC}"/>
                    </a:ext>
                  </a:extLst>
                </p14:cNvPr>
                <p14:cNvContentPartPr/>
                <p14:nvPr/>
              </p14:nvContentPartPr>
              <p14:xfrm>
                <a:off x="5030073" y="3187080"/>
                <a:ext cx="30600" cy="169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D15320E-43C8-AC28-047D-4B56B361ACE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12073" y="3169080"/>
                  <a:ext cx="662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43EAA06-2BD6-27F5-0EBA-5418274D328A}"/>
                    </a:ext>
                  </a:extLst>
                </p14:cNvPr>
                <p14:cNvContentPartPr/>
                <p14:nvPr/>
              </p14:nvContentPartPr>
              <p14:xfrm>
                <a:off x="5232393" y="3083040"/>
                <a:ext cx="947880" cy="315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43EAA06-2BD6-27F5-0EBA-5418274D328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214393" y="3065040"/>
                  <a:ext cx="9835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05A95E6-588C-8E6C-657E-15B9ECE85D08}"/>
                    </a:ext>
                  </a:extLst>
                </p14:cNvPr>
                <p14:cNvContentPartPr/>
                <p14:nvPr/>
              </p14:nvContentPartPr>
              <p14:xfrm>
                <a:off x="5983713" y="2949480"/>
                <a:ext cx="537840" cy="421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05A95E6-588C-8E6C-657E-15B9ECE85D0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966073" y="2931840"/>
                  <a:ext cx="573480" cy="45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731E6A9-4816-A94C-06C7-68606AC0C92B}"/>
              </a:ext>
            </a:extLst>
          </p:cNvPr>
          <p:cNvGrpSpPr/>
          <p:nvPr/>
        </p:nvGrpSpPr>
        <p:grpSpPr>
          <a:xfrm>
            <a:off x="4146633" y="3835080"/>
            <a:ext cx="1823400" cy="383040"/>
            <a:chOff x="4146633" y="3835080"/>
            <a:chExt cx="182340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1A4F5B3-8972-B742-BD83-0B13A5CD566F}"/>
                    </a:ext>
                  </a:extLst>
                </p14:cNvPr>
                <p14:cNvContentPartPr/>
                <p14:nvPr/>
              </p14:nvContentPartPr>
              <p14:xfrm>
                <a:off x="4146633" y="3835080"/>
                <a:ext cx="235440" cy="307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1A4F5B3-8972-B742-BD83-0B13A5CD566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128993" y="3817080"/>
                  <a:ext cx="2710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CBDFAF7-7924-2403-769B-4B62271DA017}"/>
                    </a:ext>
                  </a:extLst>
                </p14:cNvPr>
                <p14:cNvContentPartPr/>
                <p14:nvPr/>
              </p14:nvContentPartPr>
              <p14:xfrm>
                <a:off x="4405113" y="4005720"/>
                <a:ext cx="181800" cy="1465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CBDFAF7-7924-2403-769B-4B62271DA01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387113" y="3988080"/>
                  <a:ext cx="2174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BCDEB4F-1D3F-00B6-B07A-100CF9812616}"/>
                    </a:ext>
                  </a:extLst>
                </p14:cNvPr>
                <p14:cNvContentPartPr/>
                <p14:nvPr/>
              </p14:nvContentPartPr>
              <p14:xfrm>
                <a:off x="4757913" y="4080600"/>
                <a:ext cx="25200" cy="136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BCDEB4F-1D3F-00B6-B07A-100CF981261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739913" y="4062960"/>
                  <a:ext cx="608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0597ED5-0675-E97D-1084-68C5C5021FA6}"/>
                    </a:ext>
                  </a:extLst>
                </p14:cNvPr>
                <p14:cNvContentPartPr/>
                <p14:nvPr/>
              </p14:nvContentPartPr>
              <p14:xfrm>
                <a:off x="4963473" y="3871080"/>
                <a:ext cx="537120" cy="313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0597ED5-0675-E97D-1084-68C5C5021FA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945473" y="3853440"/>
                  <a:ext cx="57276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6915CBD-C193-4278-6879-14E5379F6B85}"/>
                    </a:ext>
                  </a:extLst>
                </p14:cNvPr>
                <p14:cNvContentPartPr/>
                <p14:nvPr/>
              </p14:nvContentPartPr>
              <p14:xfrm>
                <a:off x="5574753" y="3961080"/>
                <a:ext cx="395280" cy="2570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6915CBD-C193-4278-6879-14E5379F6B8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56753" y="3943080"/>
                  <a:ext cx="430920" cy="29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8CAA0F2A-6EC8-E8BE-F219-B87C8E32B6D4}"/>
                  </a:ext>
                </a:extLst>
              </p14:cNvPr>
              <p14:cNvContentPartPr/>
              <p14:nvPr/>
            </p14:nvContentPartPr>
            <p14:xfrm>
              <a:off x="6234273" y="3721680"/>
              <a:ext cx="744840" cy="3945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8CAA0F2A-6EC8-E8BE-F219-B87C8E32B6D4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216633" y="3703680"/>
                <a:ext cx="780480" cy="43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58F3390E-91E2-1650-14B1-69934A96FC5B}"/>
              </a:ext>
            </a:extLst>
          </p:cNvPr>
          <p:cNvGrpSpPr/>
          <p:nvPr/>
        </p:nvGrpSpPr>
        <p:grpSpPr>
          <a:xfrm>
            <a:off x="4926393" y="4536720"/>
            <a:ext cx="2589480" cy="366480"/>
            <a:chOff x="4926393" y="4536720"/>
            <a:chExt cx="258948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46741AA-518F-F947-DC14-2CD90700D602}"/>
                    </a:ext>
                  </a:extLst>
                </p14:cNvPr>
                <p14:cNvContentPartPr/>
                <p14:nvPr/>
              </p14:nvContentPartPr>
              <p14:xfrm>
                <a:off x="4926393" y="4539240"/>
                <a:ext cx="304200" cy="168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46741AA-518F-F947-DC14-2CD90700D60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908393" y="4521600"/>
                  <a:ext cx="339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F659362-0F15-4F82-73F0-42D92C973F29}"/>
                    </a:ext>
                  </a:extLst>
                </p14:cNvPr>
                <p14:cNvContentPartPr/>
                <p14:nvPr/>
              </p14:nvContentPartPr>
              <p14:xfrm>
                <a:off x="5335713" y="4596120"/>
                <a:ext cx="816840" cy="284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F659362-0F15-4F82-73F0-42D92C973F2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317713" y="4578120"/>
                  <a:ext cx="8524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B7A6CB1-120C-8DA1-C734-E1F775181BE2}"/>
                    </a:ext>
                  </a:extLst>
                </p14:cNvPr>
                <p14:cNvContentPartPr/>
                <p14:nvPr/>
              </p14:nvContentPartPr>
              <p14:xfrm>
                <a:off x="6271353" y="4536720"/>
                <a:ext cx="1244520" cy="366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B7A6CB1-120C-8DA1-C734-E1F775181BE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53353" y="4519080"/>
                  <a:ext cx="1280160" cy="40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12174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8C83C5E-BA60-888A-C39D-597BDDDC247B}"/>
                  </a:ext>
                </a:extLst>
              </p14:cNvPr>
              <p14:cNvContentPartPr/>
              <p14:nvPr/>
            </p14:nvContentPartPr>
            <p14:xfrm>
              <a:off x="549153" y="370080"/>
              <a:ext cx="231480" cy="193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8C83C5E-BA60-888A-C39D-597BDDDC24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1153" y="352080"/>
                <a:ext cx="26712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D6F75CC-6DB4-7E76-7423-2733EA78C029}"/>
                  </a:ext>
                </a:extLst>
              </p14:cNvPr>
              <p14:cNvContentPartPr/>
              <p14:nvPr/>
            </p14:nvContentPartPr>
            <p14:xfrm>
              <a:off x="877113" y="499320"/>
              <a:ext cx="36000" cy="209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D6F75CC-6DB4-7E76-7423-2733EA78C0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9113" y="481680"/>
                <a:ext cx="7164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CD46471-B21B-73EA-A163-649FAF31AAC2}"/>
                  </a:ext>
                </a:extLst>
              </p14:cNvPr>
              <p14:cNvContentPartPr/>
              <p14:nvPr/>
            </p14:nvContentPartPr>
            <p14:xfrm>
              <a:off x="1170513" y="412920"/>
              <a:ext cx="195480" cy="65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CD46471-B21B-73EA-A163-649FAF31AAC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52513" y="395280"/>
                <a:ext cx="23112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F26DA55-F576-A805-DF41-C324CE8AF32B}"/>
                  </a:ext>
                </a:extLst>
              </p14:cNvPr>
              <p14:cNvContentPartPr/>
              <p14:nvPr/>
            </p14:nvContentPartPr>
            <p14:xfrm>
              <a:off x="1230633" y="303120"/>
              <a:ext cx="37080" cy="264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F26DA55-F576-A805-DF41-C324CE8AF32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12633" y="285120"/>
                <a:ext cx="7272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18AF59D-1E47-B7BD-6D0B-37CB3DB36FDC}"/>
                  </a:ext>
                </a:extLst>
              </p14:cNvPr>
              <p14:cNvContentPartPr/>
              <p14:nvPr/>
            </p14:nvContentPartPr>
            <p14:xfrm>
              <a:off x="1485513" y="370440"/>
              <a:ext cx="227880" cy="205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18AF59D-1E47-B7BD-6D0B-37CB3DB36FD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67873" y="352800"/>
                <a:ext cx="26352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CECACE8-68E3-E40B-BA2F-7ED04C80AD91}"/>
                  </a:ext>
                </a:extLst>
              </p14:cNvPr>
              <p14:cNvContentPartPr/>
              <p14:nvPr/>
            </p14:nvContentPartPr>
            <p14:xfrm>
              <a:off x="1786833" y="556920"/>
              <a:ext cx="195120" cy="199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CECACE8-68E3-E40B-BA2F-7ED04C80AD9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69193" y="538920"/>
                <a:ext cx="23076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5C8D681-1761-202B-5ED1-478AC0D49607}"/>
                  </a:ext>
                </a:extLst>
              </p14:cNvPr>
              <p14:cNvContentPartPr/>
              <p14:nvPr/>
            </p14:nvContentPartPr>
            <p14:xfrm>
              <a:off x="2252673" y="462240"/>
              <a:ext cx="176040" cy="396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5C8D681-1761-202B-5ED1-478AC0D4960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34673" y="444240"/>
                <a:ext cx="2116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4F5E341-05FB-E227-1BFE-87571F2510D0}"/>
                  </a:ext>
                </a:extLst>
              </p14:cNvPr>
              <p14:cNvContentPartPr/>
              <p14:nvPr/>
            </p14:nvContentPartPr>
            <p14:xfrm>
              <a:off x="2284713" y="530280"/>
              <a:ext cx="193680" cy="475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4F5E341-05FB-E227-1BFE-87571F2510D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67073" y="512280"/>
                <a:ext cx="2293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662DFF8-F4FB-D855-4C3A-9886F022399B}"/>
                  </a:ext>
                </a:extLst>
              </p14:cNvPr>
              <p14:cNvContentPartPr/>
              <p14:nvPr/>
            </p14:nvContentPartPr>
            <p14:xfrm>
              <a:off x="2743353" y="320040"/>
              <a:ext cx="88200" cy="345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662DFF8-F4FB-D855-4C3A-9886F022399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25353" y="302400"/>
                <a:ext cx="12384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4CF898F-A896-9350-336D-53E6C2319D78}"/>
                  </a:ext>
                </a:extLst>
              </p14:cNvPr>
              <p14:cNvContentPartPr/>
              <p14:nvPr/>
            </p14:nvContentPartPr>
            <p14:xfrm>
              <a:off x="318753" y="1259640"/>
              <a:ext cx="147240" cy="2127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4CF898F-A896-9350-336D-53E6C2319D7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01113" y="1242000"/>
                <a:ext cx="18288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8EF3C09-E7CA-242E-0E3C-DFD074C5332B}"/>
                  </a:ext>
                </a:extLst>
              </p14:cNvPr>
              <p14:cNvContentPartPr/>
              <p14:nvPr/>
            </p14:nvContentPartPr>
            <p14:xfrm>
              <a:off x="567153" y="1418760"/>
              <a:ext cx="28080" cy="1389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8EF3C09-E7CA-242E-0E3C-DFD074C5332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9153" y="1400760"/>
                <a:ext cx="6372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5576A89-F7DE-1BD1-298C-EB20E1FC0E99}"/>
                  </a:ext>
                </a:extLst>
              </p14:cNvPr>
              <p14:cNvContentPartPr/>
              <p14:nvPr/>
            </p14:nvContentPartPr>
            <p14:xfrm>
              <a:off x="709713" y="1352880"/>
              <a:ext cx="114480" cy="82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5576A89-F7DE-1BD1-298C-EB20E1FC0E9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92073" y="1335240"/>
                <a:ext cx="1501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358BE93-8810-92EA-A65F-DB1AC903C2DC}"/>
                  </a:ext>
                </a:extLst>
              </p14:cNvPr>
              <p14:cNvContentPartPr/>
              <p14:nvPr/>
            </p14:nvContentPartPr>
            <p14:xfrm>
              <a:off x="734193" y="1441800"/>
              <a:ext cx="150480" cy="579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358BE93-8810-92EA-A65F-DB1AC903C2D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16193" y="1424160"/>
                <a:ext cx="18612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0FEA91A-A471-48F2-5722-3573B3504B69}"/>
                  </a:ext>
                </a:extLst>
              </p14:cNvPr>
              <p14:cNvContentPartPr/>
              <p14:nvPr/>
            </p14:nvContentPartPr>
            <p14:xfrm>
              <a:off x="1020393" y="1269720"/>
              <a:ext cx="140040" cy="1566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0FEA91A-A471-48F2-5722-3573B3504B6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02393" y="1252080"/>
                <a:ext cx="17568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00095D2-3344-F600-EF5A-6B6F764DE1F0}"/>
                  </a:ext>
                </a:extLst>
              </p14:cNvPr>
              <p14:cNvContentPartPr/>
              <p14:nvPr/>
            </p14:nvContentPartPr>
            <p14:xfrm>
              <a:off x="1485513" y="1562760"/>
              <a:ext cx="84600" cy="1785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00095D2-3344-F600-EF5A-6B6F764DE1F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67873" y="1544760"/>
                <a:ext cx="12024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DE4BCAA-99CC-A296-7411-7C585CCA37E6}"/>
                  </a:ext>
                </a:extLst>
              </p14:cNvPr>
              <p14:cNvContentPartPr/>
              <p14:nvPr/>
            </p14:nvContentPartPr>
            <p14:xfrm>
              <a:off x="1810953" y="1329480"/>
              <a:ext cx="273960" cy="230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DE4BCAA-99CC-A296-7411-7C585CCA37E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92953" y="1311480"/>
                <a:ext cx="30960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48449EC-5C95-F5F0-99BE-B2D93B4CA993}"/>
                  </a:ext>
                </a:extLst>
              </p14:cNvPr>
              <p14:cNvContentPartPr/>
              <p14:nvPr/>
            </p14:nvContentPartPr>
            <p14:xfrm>
              <a:off x="2135313" y="1498680"/>
              <a:ext cx="223920" cy="171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48449EC-5C95-F5F0-99BE-B2D93B4CA99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17313" y="1480680"/>
                <a:ext cx="25956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1E93FF4-3A8E-4940-83D3-09BCAB0712AD}"/>
                  </a:ext>
                </a:extLst>
              </p14:cNvPr>
              <p14:cNvContentPartPr/>
              <p14:nvPr/>
            </p14:nvContentPartPr>
            <p14:xfrm>
              <a:off x="2611593" y="1335960"/>
              <a:ext cx="157680" cy="511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1E93FF4-3A8E-4940-83D3-09BCAB0712A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593953" y="1318320"/>
                <a:ext cx="19332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725D947-BB30-C881-8EF8-464F693CDE37}"/>
                  </a:ext>
                </a:extLst>
              </p14:cNvPr>
              <p14:cNvContentPartPr/>
              <p14:nvPr/>
            </p14:nvContentPartPr>
            <p14:xfrm>
              <a:off x="2606553" y="1430640"/>
              <a:ext cx="172440" cy="424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725D947-BB30-C881-8EF8-464F693CDE3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588553" y="1412640"/>
                <a:ext cx="20808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EC5A23D-F3DC-5A10-2838-8E957D5F343B}"/>
                  </a:ext>
                </a:extLst>
              </p14:cNvPr>
              <p14:cNvContentPartPr/>
              <p14:nvPr/>
            </p14:nvContentPartPr>
            <p14:xfrm>
              <a:off x="3015873" y="1186560"/>
              <a:ext cx="56880" cy="3402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EC5A23D-F3DC-5A10-2838-8E957D5F343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998233" y="1168560"/>
                <a:ext cx="9252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9DB2E9B-B971-AF75-0B3D-BCEA5B0E6542}"/>
                  </a:ext>
                </a:extLst>
              </p14:cNvPr>
              <p14:cNvContentPartPr/>
              <p14:nvPr/>
            </p14:nvContentPartPr>
            <p14:xfrm>
              <a:off x="281313" y="2095920"/>
              <a:ext cx="288360" cy="1620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9DB2E9B-B971-AF75-0B3D-BCEA5B0E654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63673" y="2078280"/>
                <a:ext cx="32400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4019F73-5DBF-50BD-A76E-89DD7BD5B9E7}"/>
                  </a:ext>
                </a:extLst>
              </p14:cNvPr>
              <p14:cNvContentPartPr/>
              <p14:nvPr/>
            </p14:nvContentPartPr>
            <p14:xfrm>
              <a:off x="649593" y="2235600"/>
              <a:ext cx="222840" cy="1400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4019F73-5DBF-50BD-A76E-89DD7BD5B9E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31953" y="2217600"/>
                <a:ext cx="25848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7F5646F-E5AF-4DD1-3F50-21AA208675F7}"/>
                  </a:ext>
                </a:extLst>
              </p14:cNvPr>
              <p14:cNvContentPartPr/>
              <p14:nvPr/>
            </p14:nvContentPartPr>
            <p14:xfrm>
              <a:off x="1017153" y="2149920"/>
              <a:ext cx="104040" cy="396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7F5646F-E5AF-4DD1-3F50-21AA208675F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99513" y="2131920"/>
                <a:ext cx="1396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FA27CEB-2312-75CA-C662-58DCA2EA9568}"/>
                  </a:ext>
                </a:extLst>
              </p14:cNvPr>
              <p14:cNvContentPartPr/>
              <p14:nvPr/>
            </p14:nvContentPartPr>
            <p14:xfrm>
              <a:off x="1073673" y="2201040"/>
              <a:ext cx="191520" cy="435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FA27CEB-2312-75CA-C662-58DCA2EA956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56033" y="2183040"/>
                <a:ext cx="22716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6FC51F7-EF9A-7561-57C8-B027D85B3294}"/>
                  </a:ext>
                </a:extLst>
              </p14:cNvPr>
              <p14:cNvContentPartPr/>
              <p14:nvPr/>
            </p14:nvContentPartPr>
            <p14:xfrm>
              <a:off x="1404873" y="2086560"/>
              <a:ext cx="188280" cy="1656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6FC51F7-EF9A-7561-57C8-B027D85B329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386873" y="2068920"/>
                <a:ext cx="22392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97BDACF-0307-9C54-1657-788EF848ABCB}"/>
                  </a:ext>
                </a:extLst>
              </p14:cNvPr>
              <p14:cNvContentPartPr/>
              <p14:nvPr/>
            </p14:nvContentPartPr>
            <p14:xfrm>
              <a:off x="1566513" y="2247120"/>
              <a:ext cx="144720" cy="2156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97BDACF-0307-9C54-1657-788EF848ABC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548513" y="2229120"/>
                <a:ext cx="18036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08BD11E-717E-F5D3-886C-C59EA2003247}"/>
                  </a:ext>
                </a:extLst>
              </p14:cNvPr>
              <p14:cNvContentPartPr/>
              <p14:nvPr/>
            </p14:nvContentPartPr>
            <p14:xfrm>
              <a:off x="2144313" y="2094840"/>
              <a:ext cx="260280" cy="1965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08BD11E-717E-F5D3-886C-C59EA200324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126313" y="2076840"/>
                <a:ext cx="2959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7CC3BC4-7BCB-D886-53C5-78F57AEC2FF9}"/>
                  </a:ext>
                </a:extLst>
              </p14:cNvPr>
              <p14:cNvContentPartPr/>
              <p14:nvPr/>
            </p14:nvContentPartPr>
            <p14:xfrm>
              <a:off x="2547873" y="2260440"/>
              <a:ext cx="23040" cy="1342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7CC3BC4-7BCB-D886-53C5-78F57AEC2FF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530233" y="2242440"/>
                <a:ext cx="5868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B930A76-68DA-D905-E88B-E4178BCCFF29}"/>
                  </a:ext>
                </a:extLst>
              </p14:cNvPr>
              <p14:cNvContentPartPr/>
              <p14:nvPr/>
            </p14:nvContentPartPr>
            <p14:xfrm>
              <a:off x="2765313" y="2124720"/>
              <a:ext cx="222480" cy="1454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B930A76-68DA-D905-E88B-E4178BCCFF2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47313" y="2107080"/>
                <a:ext cx="25812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4D23FF9-54C5-7B8D-B039-9A289C5AA4A6}"/>
                  </a:ext>
                </a:extLst>
              </p14:cNvPr>
              <p14:cNvContentPartPr/>
              <p14:nvPr/>
            </p14:nvContentPartPr>
            <p14:xfrm>
              <a:off x="3350673" y="1932120"/>
              <a:ext cx="66240" cy="3520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4D23FF9-54C5-7B8D-B039-9A289C5AA4A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332673" y="1914480"/>
                <a:ext cx="10188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5602E82-4E2A-E111-54B4-EEB33134C5C5}"/>
                  </a:ext>
                </a:extLst>
              </p14:cNvPr>
              <p14:cNvContentPartPr/>
              <p14:nvPr/>
            </p14:nvContentPartPr>
            <p14:xfrm>
              <a:off x="631953" y="2968920"/>
              <a:ext cx="233640" cy="2761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5602E82-4E2A-E111-54B4-EEB33134C5C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14313" y="2950920"/>
                <a:ext cx="26928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A7AD2B7-BB16-50E9-AA01-02533B8546CA}"/>
                  </a:ext>
                </a:extLst>
              </p14:cNvPr>
              <p14:cNvContentPartPr/>
              <p14:nvPr/>
            </p14:nvContentPartPr>
            <p14:xfrm>
              <a:off x="971793" y="3057120"/>
              <a:ext cx="223200" cy="1616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A7AD2B7-BB16-50E9-AA01-02533B8546C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54153" y="3039480"/>
                <a:ext cx="25884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05204D8-A804-666E-229B-D7C715D7B338}"/>
                  </a:ext>
                </a:extLst>
              </p14:cNvPr>
              <p14:cNvContentPartPr/>
              <p14:nvPr/>
            </p14:nvContentPartPr>
            <p14:xfrm>
              <a:off x="1243593" y="3143520"/>
              <a:ext cx="56880" cy="2098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05204D8-A804-666E-229B-D7C715D7B33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225953" y="3125520"/>
                <a:ext cx="9252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75D9D34-F009-36FA-594C-63D43295F025}"/>
                  </a:ext>
                </a:extLst>
              </p14:cNvPr>
              <p14:cNvContentPartPr/>
              <p14:nvPr/>
            </p14:nvContentPartPr>
            <p14:xfrm>
              <a:off x="1524033" y="3152160"/>
              <a:ext cx="218520" cy="6084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75D9D34-F009-36FA-594C-63D43295F02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506393" y="3134160"/>
                <a:ext cx="25416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71B435F-8AE4-DCC3-7DEA-777292D55A46}"/>
                  </a:ext>
                </a:extLst>
              </p14:cNvPr>
              <p14:cNvContentPartPr/>
              <p14:nvPr/>
            </p14:nvContentPartPr>
            <p14:xfrm>
              <a:off x="1647873" y="3050280"/>
              <a:ext cx="35280" cy="2311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71B435F-8AE4-DCC3-7DEA-777292D55A4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629873" y="3032640"/>
                <a:ext cx="7092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D0F5FB3-B4C6-61D8-9DCE-103FE342FD6F}"/>
                  </a:ext>
                </a:extLst>
              </p14:cNvPr>
              <p14:cNvContentPartPr/>
              <p14:nvPr/>
            </p14:nvContentPartPr>
            <p14:xfrm>
              <a:off x="1883673" y="3058920"/>
              <a:ext cx="244440" cy="2556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D0F5FB3-B4C6-61D8-9DCE-103FE342FD6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865673" y="3041280"/>
                <a:ext cx="28008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F5A51F8-7E5A-211B-3BBD-8969B9968828}"/>
                  </a:ext>
                </a:extLst>
              </p14:cNvPr>
              <p14:cNvContentPartPr/>
              <p14:nvPr/>
            </p14:nvContentPartPr>
            <p14:xfrm>
              <a:off x="2172753" y="3129840"/>
              <a:ext cx="252000" cy="1468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F5A51F8-7E5A-211B-3BBD-8969B996882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154753" y="3112200"/>
                <a:ext cx="28764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26E495F-137D-6990-5CF6-34D8BF369544}"/>
                  </a:ext>
                </a:extLst>
              </p14:cNvPr>
              <p14:cNvContentPartPr/>
              <p14:nvPr/>
            </p14:nvContentPartPr>
            <p14:xfrm>
              <a:off x="2549673" y="3158640"/>
              <a:ext cx="464400" cy="2361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26E495F-137D-6990-5CF6-34D8BF36954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532033" y="3141000"/>
                <a:ext cx="50004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C1C6EFF-E0FB-3A1E-AE8E-01A007F3492A}"/>
                  </a:ext>
                </a:extLst>
              </p14:cNvPr>
              <p14:cNvContentPartPr/>
              <p14:nvPr/>
            </p14:nvContentPartPr>
            <p14:xfrm>
              <a:off x="2930193" y="3236760"/>
              <a:ext cx="126360" cy="295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C1C6EFF-E0FB-3A1E-AE8E-01A007F3492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912193" y="3218760"/>
                <a:ext cx="1620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4EADD796-4202-6347-29FF-6EE21E92A4CF}"/>
                  </a:ext>
                </a:extLst>
              </p14:cNvPr>
              <p14:cNvContentPartPr/>
              <p14:nvPr/>
            </p14:nvContentPartPr>
            <p14:xfrm>
              <a:off x="3399993" y="2937600"/>
              <a:ext cx="166320" cy="3999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4EADD796-4202-6347-29FF-6EE21E92A4C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381993" y="2919600"/>
                <a:ext cx="201960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3821F96-3837-23F3-16B8-EB06CE1A6805}"/>
                  </a:ext>
                </a:extLst>
              </p14:cNvPr>
              <p14:cNvContentPartPr/>
              <p14:nvPr/>
            </p14:nvContentPartPr>
            <p14:xfrm>
              <a:off x="670473" y="3725640"/>
              <a:ext cx="324720" cy="1875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3821F96-3837-23F3-16B8-EB06CE1A680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52473" y="3707640"/>
                <a:ext cx="36036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DA56CBC-4A4E-CAE7-93CD-C2EC11716C4D}"/>
                  </a:ext>
                </a:extLst>
              </p14:cNvPr>
              <p14:cNvContentPartPr/>
              <p14:nvPr/>
            </p14:nvContentPartPr>
            <p14:xfrm>
              <a:off x="1116873" y="3815280"/>
              <a:ext cx="18000" cy="17028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DA56CBC-4A4E-CAE7-93CD-C2EC11716C4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98873" y="3797280"/>
                <a:ext cx="5364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002FE88-B22B-3C98-8A0F-5919D08C3F3E}"/>
                  </a:ext>
                </a:extLst>
              </p14:cNvPr>
              <p14:cNvContentPartPr/>
              <p14:nvPr/>
            </p14:nvContentPartPr>
            <p14:xfrm>
              <a:off x="1378953" y="3784320"/>
              <a:ext cx="239760" cy="630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002FE88-B22B-3C98-8A0F-5919D08C3F3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361313" y="3766320"/>
                <a:ext cx="2754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8923CDF-330F-3D09-A3FD-1FED3F90D8BF}"/>
                  </a:ext>
                </a:extLst>
              </p14:cNvPr>
              <p14:cNvContentPartPr/>
              <p14:nvPr/>
            </p14:nvContentPartPr>
            <p14:xfrm>
              <a:off x="1502433" y="3698280"/>
              <a:ext cx="43200" cy="2548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8923CDF-330F-3D09-A3FD-1FED3F90D8B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484793" y="3680280"/>
                <a:ext cx="7884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AD9F19A-CC19-1719-BA66-EADE6129E8E1}"/>
                  </a:ext>
                </a:extLst>
              </p14:cNvPr>
              <p14:cNvContentPartPr/>
              <p14:nvPr/>
            </p14:nvContentPartPr>
            <p14:xfrm>
              <a:off x="1746873" y="3748680"/>
              <a:ext cx="226800" cy="1771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AD9F19A-CC19-1719-BA66-EADE6129E8E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729233" y="3730680"/>
                <a:ext cx="26244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06D646E-8B54-1554-8A6D-766BDDE7D8F9}"/>
                  </a:ext>
                </a:extLst>
              </p14:cNvPr>
              <p14:cNvContentPartPr/>
              <p14:nvPr/>
            </p14:nvContentPartPr>
            <p14:xfrm>
              <a:off x="2109393" y="3827520"/>
              <a:ext cx="686880" cy="1774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06D646E-8B54-1554-8A6D-766BDDE7D8F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091753" y="3809880"/>
                <a:ext cx="7225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5D7B110A-80D2-5E99-1807-FFA07FA2AB42}"/>
                  </a:ext>
                </a:extLst>
              </p14:cNvPr>
              <p14:cNvContentPartPr/>
              <p14:nvPr/>
            </p14:nvContentPartPr>
            <p14:xfrm>
              <a:off x="3200913" y="3758040"/>
              <a:ext cx="338760" cy="2358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D7B110A-80D2-5E99-1807-FFA07FA2AB4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183273" y="3740040"/>
                <a:ext cx="37440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D42EBFF-D716-308D-EB39-3249AAB7249D}"/>
                  </a:ext>
                </a:extLst>
              </p14:cNvPr>
              <p14:cNvContentPartPr/>
              <p14:nvPr/>
            </p14:nvContentPartPr>
            <p14:xfrm>
              <a:off x="453033" y="4434840"/>
              <a:ext cx="173160" cy="2023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D42EBFF-D716-308D-EB39-3249AAB7249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35033" y="4417200"/>
                <a:ext cx="2088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876A5EE-E2AE-64F7-5D0A-D64B3D6977C3}"/>
                  </a:ext>
                </a:extLst>
              </p14:cNvPr>
              <p14:cNvContentPartPr/>
              <p14:nvPr/>
            </p14:nvContentPartPr>
            <p14:xfrm>
              <a:off x="723393" y="4606560"/>
              <a:ext cx="54000" cy="1508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876A5EE-E2AE-64F7-5D0A-D64B3D6977C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05393" y="4588920"/>
                <a:ext cx="8964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AFDF0F7-5FF7-D0BE-BCE8-D619E4A47AD5}"/>
                  </a:ext>
                </a:extLst>
              </p14:cNvPr>
              <p14:cNvContentPartPr/>
              <p14:nvPr/>
            </p14:nvContentPartPr>
            <p14:xfrm>
              <a:off x="843633" y="4562280"/>
              <a:ext cx="109080" cy="601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AFDF0F7-5FF7-D0BE-BCE8-D619E4A47AD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25633" y="4544280"/>
                <a:ext cx="1447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62DD4AA-F3EE-2A0B-BC20-5D1205A9E1F3}"/>
                  </a:ext>
                </a:extLst>
              </p14:cNvPr>
              <p14:cNvContentPartPr/>
              <p14:nvPr/>
            </p14:nvContentPartPr>
            <p14:xfrm>
              <a:off x="896553" y="4649760"/>
              <a:ext cx="172080" cy="435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62DD4AA-F3EE-2A0B-BC20-5D1205A9E1F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78913" y="4632120"/>
                <a:ext cx="20772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4F3027A-9CEF-2613-A9C2-040364005AE9}"/>
                  </a:ext>
                </a:extLst>
              </p14:cNvPr>
              <p14:cNvContentPartPr/>
              <p14:nvPr/>
            </p14:nvContentPartPr>
            <p14:xfrm>
              <a:off x="1230633" y="4446720"/>
              <a:ext cx="257040" cy="1929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4F3027A-9CEF-2613-A9C2-040364005AE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212993" y="4428720"/>
                <a:ext cx="29268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BEAD3640-C4CD-6A1B-3F96-814DEA8B0ED9}"/>
                  </a:ext>
                </a:extLst>
              </p14:cNvPr>
              <p14:cNvContentPartPr/>
              <p14:nvPr/>
            </p14:nvContentPartPr>
            <p14:xfrm>
              <a:off x="1741473" y="4632480"/>
              <a:ext cx="147240" cy="1659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BEAD3640-C4CD-6A1B-3F96-814DEA8B0ED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723833" y="4614840"/>
                <a:ext cx="18288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8E2BFADC-CDDA-1209-597B-44C9A69A6451}"/>
                  </a:ext>
                </a:extLst>
              </p14:cNvPr>
              <p14:cNvContentPartPr/>
              <p14:nvPr/>
            </p14:nvContentPartPr>
            <p14:xfrm>
              <a:off x="2094993" y="4526280"/>
              <a:ext cx="943920" cy="2523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8E2BFADC-CDDA-1209-597B-44C9A69A645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077353" y="4508280"/>
                <a:ext cx="9795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4687746-550B-98D2-898C-5EF619575C11}"/>
                  </a:ext>
                </a:extLst>
              </p14:cNvPr>
              <p14:cNvContentPartPr/>
              <p14:nvPr/>
            </p14:nvContentPartPr>
            <p14:xfrm>
              <a:off x="3285513" y="4415040"/>
              <a:ext cx="523800" cy="2358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4687746-550B-98D2-898C-5EF619575C1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267873" y="4397400"/>
                <a:ext cx="55944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05B505C-779C-FCC5-C1C5-30F621F61945}"/>
                  </a:ext>
                </a:extLst>
              </p14:cNvPr>
              <p14:cNvContentPartPr/>
              <p14:nvPr/>
            </p14:nvContentPartPr>
            <p14:xfrm>
              <a:off x="327393" y="5239080"/>
              <a:ext cx="376200" cy="1587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05B505C-779C-FCC5-C1C5-30F621F6194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09753" y="5221080"/>
                <a:ext cx="41184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35B95C4A-2783-265D-8110-2FC605FF31B5}"/>
                  </a:ext>
                </a:extLst>
              </p14:cNvPr>
              <p14:cNvContentPartPr/>
              <p14:nvPr/>
            </p14:nvContentPartPr>
            <p14:xfrm>
              <a:off x="813393" y="5326200"/>
              <a:ext cx="160560" cy="1490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35B95C4A-2783-265D-8110-2FC605FF31B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95393" y="5308560"/>
                <a:ext cx="19620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3907F1F-E3F5-ED6F-1173-1B69F47C4249}"/>
                  </a:ext>
                </a:extLst>
              </p14:cNvPr>
              <p14:cNvContentPartPr/>
              <p14:nvPr/>
            </p14:nvContentPartPr>
            <p14:xfrm>
              <a:off x="1148193" y="5245920"/>
              <a:ext cx="108000" cy="1274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3907F1F-E3F5-ED6F-1173-1B69F47C424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130553" y="5228280"/>
                <a:ext cx="14364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D12CA85-BAB2-657B-034E-CF87A44A4EC7}"/>
                  </a:ext>
                </a:extLst>
              </p14:cNvPr>
              <p14:cNvContentPartPr/>
              <p14:nvPr/>
            </p14:nvContentPartPr>
            <p14:xfrm>
              <a:off x="1442673" y="5155560"/>
              <a:ext cx="543960" cy="4698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D12CA85-BAB2-657B-034E-CF87A44A4EC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424673" y="5137560"/>
                <a:ext cx="57960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6A49EAD-0CC4-C10D-51B5-3CDF3E574F14}"/>
                  </a:ext>
                </a:extLst>
              </p14:cNvPr>
              <p14:cNvContentPartPr/>
              <p14:nvPr/>
            </p14:nvContentPartPr>
            <p14:xfrm>
              <a:off x="2269953" y="5142240"/>
              <a:ext cx="846360" cy="26028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6A49EAD-0CC4-C10D-51B5-3CDF3E574F14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252313" y="5124600"/>
                <a:ext cx="88200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3C818ED-16C9-093B-A461-66C1389C823C}"/>
                  </a:ext>
                </a:extLst>
              </p14:cNvPr>
              <p14:cNvContentPartPr/>
              <p14:nvPr/>
            </p14:nvContentPartPr>
            <p14:xfrm>
              <a:off x="2982753" y="5331960"/>
              <a:ext cx="232200" cy="2988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3C818ED-16C9-093B-A461-66C1389C823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964753" y="5314320"/>
                <a:ext cx="2678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FD9C8973-0150-5324-FCAF-D90D061711C1}"/>
                  </a:ext>
                </a:extLst>
              </p14:cNvPr>
              <p14:cNvContentPartPr/>
              <p14:nvPr/>
            </p14:nvContentPartPr>
            <p14:xfrm>
              <a:off x="3743433" y="5156280"/>
              <a:ext cx="296280" cy="19908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FD9C8973-0150-5324-FCAF-D90D061711C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725793" y="5138640"/>
                <a:ext cx="331920" cy="234720"/>
              </a:xfrm>
              <a:prstGeom prst="rect">
                <a:avLst/>
              </a:prstGeom>
            </p:spPr>
          </p:pic>
        </mc:Fallback>
      </mc:AlternateContent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3D4CC77-C245-FE50-D6C0-7510FE379B5A}"/>
              </a:ext>
            </a:extLst>
          </p:cNvPr>
          <p:cNvCxnSpPr/>
          <p:nvPr/>
        </p:nvCxnSpPr>
        <p:spPr>
          <a:xfrm>
            <a:off x="6096000" y="3985560"/>
            <a:ext cx="1811311" cy="1431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2B050012-3683-513E-BD55-02F0A64DF960}"/>
              </a:ext>
            </a:extLst>
          </p:cNvPr>
          <p:cNvCxnSpPr>
            <a:cxnSpLocks/>
          </p:cNvCxnSpPr>
          <p:nvPr/>
        </p:nvCxnSpPr>
        <p:spPr>
          <a:xfrm>
            <a:off x="6096000" y="3129840"/>
            <a:ext cx="3011179" cy="2196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B4D110B-F248-DE0D-A2D4-BDC6EC979625}"/>
              </a:ext>
            </a:extLst>
          </p:cNvPr>
          <p:cNvGrpSpPr/>
          <p:nvPr/>
        </p:nvGrpSpPr>
        <p:grpSpPr>
          <a:xfrm>
            <a:off x="3208487" y="232222"/>
            <a:ext cx="857520" cy="627840"/>
            <a:chOff x="3208487" y="232222"/>
            <a:chExt cx="857520" cy="62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CFA2B56-A246-A01F-DA7D-603AC6625F53}"/>
                    </a:ext>
                  </a:extLst>
                </p14:cNvPr>
                <p14:cNvContentPartPr/>
                <p14:nvPr/>
              </p14:nvContentPartPr>
              <p14:xfrm>
                <a:off x="3420887" y="301342"/>
                <a:ext cx="177840" cy="3124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CFA2B56-A246-A01F-DA7D-603AC6625F5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402887" y="283702"/>
                  <a:ext cx="21348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8DDA158-D154-A89A-793C-2943EFD3A629}"/>
                    </a:ext>
                  </a:extLst>
                </p14:cNvPr>
                <p14:cNvContentPartPr/>
                <p14:nvPr/>
              </p14:nvContentPartPr>
              <p14:xfrm>
                <a:off x="3720407" y="345262"/>
                <a:ext cx="10800" cy="184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8DDA158-D154-A89A-793C-2943EFD3A62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702767" y="327262"/>
                  <a:ext cx="464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4D9AAB5-2FEC-5031-9221-E232A6150556}"/>
                    </a:ext>
                  </a:extLst>
                </p14:cNvPr>
                <p14:cNvContentPartPr/>
                <p14:nvPr/>
              </p14:nvContentPartPr>
              <p14:xfrm>
                <a:off x="3697367" y="353182"/>
                <a:ext cx="173160" cy="2102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4D9AAB5-2FEC-5031-9221-E232A615055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679727" y="335182"/>
                  <a:ext cx="208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6D0DB8A-8D1B-EBF0-9117-76AB55A24999}"/>
                    </a:ext>
                  </a:extLst>
                </p14:cNvPr>
                <p14:cNvContentPartPr/>
                <p14:nvPr/>
              </p14:nvContentPartPr>
              <p14:xfrm>
                <a:off x="3848927" y="313222"/>
                <a:ext cx="217080" cy="4600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6D0DB8A-8D1B-EBF0-9117-76AB55A2499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831287" y="295582"/>
                  <a:ext cx="25272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70D7D0A-A1BE-FBBA-6C3B-8BBE97114249}"/>
                    </a:ext>
                  </a:extLst>
                </p14:cNvPr>
                <p14:cNvContentPartPr/>
                <p14:nvPr/>
              </p14:nvContentPartPr>
              <p14:xfrm>
                <a:off x="3208487" y="232222"/>
                <a:ext cx="263880" cy="6278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70D7D0A-A1BE-FBBA-6C3B-8BBE9711424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190847" y="214222"/>
                  <a:ext cx="299520" cy="66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D23A0995-234F-ADED-2F22-32DFE4CE0C42}"/>
              </a:ext>
            </a:extLst>
          </p:cNvPr>
          <p:cNvGrpSpPr/>
          <p:nvPr/>
        </p:nvGrpSpPr>
        <p:grpSpPr>
          <a:xfrm>
            <a:off x="5786209" y="402480"/>
            <a:ext cx="6479504" cy="5306400"/>
            <a:chOff x="5786209" y="402480"/>
            <a:chExt cx="6479504" cy="530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9723271-3053-512E-2517-E38B0BF035BC}"/>
                    </a:ext>
                  </a:extLst>
                </p14:cNvPr>
                <p14:cNvContentPartPr/>
                <p14:nvPr/>
              </p14:nvContentPartPr>
              <p14:xfrm>
                <a:off x="6183873" y="402480"/>
                <a:ext cx="6081840" cy="4887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9723271-3053-512E-2517-E38B0BF035B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166233" y="384840"/>
                  <a:ext cx="6117480" cy="49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81ED6B6-5ADB-1CFE-34DE-6B17953309F7}"/>
                    </a:ext>
                  </a:extLst>
                </p14:cNvPr>
                <p14:cNvContentPartPr/>
                <p14:nvPr/>
              </p14:nvContentPartPr>
              <p14:xfrm>
                <a:off x="7589089" y="5083920"/>
                <a:ext cx="14040" cy="178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81ED6B6-5ADB-1CFE-34DE-6B17953309F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71089" y="5066280"/>
                  <a:ext cx="496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5E137E9-CEED-62BA-5BDB-23A7F122C0FC}"/>
                    </a:ext>
                  </a:extLst>
                </p14:cNvPr>
                <p14:cNvContentPartPr/>
                <p14:nvPr/>
              </p14:nvContentPartPr>
              <p14:xfrm>
                <a:off x="7613569" y="5480640"/>
                <a:ext cx="43200" cy="197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5E137E9-CEED-62BA-5BDB-23A7F122C0F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595569" y="5462640"/>
                  <a:ext cx="788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32B6EB3-3064-6E84-EC6B-C2E4D407D74B}"/>
                    </a:ext>
                  </a:extLst>
                </p14:cNvPr>
                <p14:cNvContentPartPr/>
                <p14:nvPr/>
              </p14:nvContentPartPr>
              <p14:xfrm>
                <a:off x="6343489" y="5416920"/>
                <a:ext cx="275040" cy="290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32B6EB3-3064-6E84-EC6B-C2E4D407D74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325849" y="5399280"/>
                  <a:ext cx="3106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3CF4A60-5051-410B-6840-E4615970E61E}"/>
                    </a:ext>
                  </a:extLst>
                </p14:cNvPr>
                <p14:cNvContentPartPr/>
                <p14:nvPr/>
              </p14:nvContentPartPr>
              <p14:xfrm>
                <a:off x="8794729" y="5051520"/>
                <a:ext cx="56160" cy="2588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3CF4A60-5051-410B-6840-E4615970E61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777089" y="5033880"/>
                  <a:ext cx="918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B2D8914-AF19-B76A-966C-FFAF95078F6B}"/>
                    </a:ext>
                  </a:extLst>
                </p14:cNvPr>
                <p14:cNvContentPartPr/>
                <p14:nvPr/>
              </p14:nvContentPartPr>
              <p14:xfrm>
                <a:off x="8778889" y="5529960"/>
                <a:ext cx="435600" cy="1789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B2D8914-AF19-B76A-966C-FFAF95078F6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761249" y="5512320"/>
                  <a:ext cx="4712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24F2F8F-CE5D-ACB2-A5E6-85F42B55CDC1}"/>
                    </a:ext>
                  </a:extLst>
                </p14:cNvPr>
                <p14:cNvContentPartPr/>
                <p14:nvPr/>
              </p14:nvContentPartPr>
              <p14:xfrm>
                <a:off x="7599889" y="5159880"/>
                <a:ext cx="27360" cy="111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24F2F8F-CE5D-ACB2-A5E6-85F42B55CDC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581889" y="5142240"/>
                  <a:ext cx="630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4755D50-31E6-C8E3-0311-7ADC67477F16}"/>
                    </a:ext>
                  </a:extLst>
                </p14:cNvPr>
                <p14:cNvContentPartPr/>
                <p14:nvPr/>
              </p14:nvContentPartPr>
              <p14:xfrm>
                <a:off x="7403329" y="4954320"/>
                <a:ext cx="419040" cy="433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4755D50-31E6-C8E3-0311-7ADC67477F1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385689" y="4936320"/>
                  <a:ext cx="45468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FE88832-BA31-1BC9-62BC-6FDCF93DE482}"/>
                    </a:ext>
                  </a:extLst>
                </p14:cNvPr>
                <p14:cNvContentPartPr/>
                <p14:nvPr/>
              </p14:nvContentPartPr>
              <p14:xfrm>
                <a:off x="6293809" y="4183920"/>
                <a:ext cx="426240" cy="1047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FE88832-BA31-1BC9-62BC-6FDCF93DE48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75809" y="4165920"/>
                  <a:ext cx="4618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C33C069-C6FD-1F58-2546-6308CD056ACC}"/>
                    </a:ext>
                  </a:extLst>
                </p14:cNvPr>
                <p14:cNvContentPartPr/>
                <p14:nvPr/>
              </p14:nvContentPartPr>
              <p14:xfrm>
                <a:off x="5988889" y="4223160"/>
                <a:ext cx="28800" cy="150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C33C069-C6FD-1F58-2546-6308CD056AC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970889" y="4205160"/>
                  <a:ext cx="644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8190DB8-C673-E5E1-9FA2-613C926A6A9E}"/>
                    </a:ext>
                  </a:extLst>
                </p14:cNvPr>
                <p14:cNvContentPartPr/>
                <p14:nvPr/>
              </p14:nvContentPartPr>
              <p14:xfrm>
                <a:off x="6365089" y="4198680"/>
                <a:ext cx="63720" cy="43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8190DB8-C673-E5E1-9FA2-613C926A6A9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347449" y="4180680"/>
                  <a:ext cx="993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BECADDE-4410-D488-9BC7-9B0E0D92410D}"/>
                    </a:ext>
                  </a:extLst>
                </p14:cNvPr>
                <p14:cNvContentPartPr/>
                <p14:nvPr/>
              </p14:nvContentPartPr>
              <p14:xfrm>
                <a:off x="6230449" y="4042440"/>
                <a:ext cx="461160" cy="471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BECADDE-4410-D488-9BC7-9B0E0D92410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12449" y="4024800"/>
                  <a:ext cx="49680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4B7DAF0-5D3C-27F2-AA59-D970CE68FD6C}"/>
                    </a:ext>
                  </a:extLst>
                </p14:cNvPr>
                <p14:cNvContentPartPr/>
                <p14:nvPr/>
              </p14:nvContentPartPr>
              <p14:xfrm>
                <a:off x="8768449" y="5082840"/>
                <a:ext cx="38880" cy="334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4B7DAF0-5D3C-27F2-AA59-D970CE68FD6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750809" y="5064840"/>
                  <a:ext cx="745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4E07451-3CA2-036F-3AA2-9E7AFD8D2129}"/>
                    </a:ext>
                  </a:extLst>
                </p14:cNvPr>
                <p14:cNvContentPartPr/>
                <p14:nvPr/>
              </p14:nvContentPartPr>
              <p14:xfrm>
                <a:off x="8556769" y="4737240"/>
                <a:ext cx="572040" cy="549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4E07451-3CA2-036F-3AA2-9E7AFD8D212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539129" y="4719240"/>
                  <a:ext cx="60768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7E16935-36CB-8A55-D391-A3BB73FCF29E}"/>
                    </a:ext>
                  </a:extLst>
                </p14:cNvPr>
                <p14:cNvContentPartPr/>
                <p14:nvPr/>
              </p14:nvContentPartPr>
              <p14:xfrm>
                <a:off x="6236569" y="3268440"/>
                <a:ext cx="461520" cy="83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7E16935-36CB-8A55-D391-A3BB73FCF29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218929" y="3250440"/>
                  <a:ext cx="4971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DE3D401-A6F8-342D-028A-10A23C80F323}"/>
                    </a:ext>
                  </a:extLst>
                </p14:cNvPr>
                <p14:cNvContentPartPr/>
                <p14:nvPr/>
              </p14:nvContentPartPr>
              <p14:xfrm>
                <a:off x="5786209" y="3107880"/>
                <a:ext cx="248040" cy="279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DE3D401-A6F8-342D-028A-10A23C80F32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768209" y="3089880"/>
                  <a:ext cx="2836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4E7DC9E-6C04-A7E1-8E08-E90537E345A3}"/>
                    </a:ext>
                  </a:extLst>
                </p14:cNvPr>
                <p14:cNvContentPartPr/>
                <p14:nvPr/>
              </p14:nvContentPartPr>
              <p14:xfrm>
                <a:off x="6340609" y="3273480"/>
                <a:ext cx="34920" cy="32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4E7DC9E-6C04-A7E1-8E08-E90537E345A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322969" y="3255840"/>
                  <a:ext cx="705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8D0FD3F-F970-A7AB-EC1C-ADFCB0B22868}"/>
                    </a:ext>
                  </a:extLst>
                </p14:cNvPr>
                <p14:cNvContentPartPr/>
                <p14:nvPr/>
              </p14:nvContentPartPr>
              <p14:xfrm>
                <a:off x="6197329" y="3115080"/>
                <a:ext cx="396720" cy="4024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8D0FD3F-F970-A7AB-EC1C-ADFCB0B2286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179329" y="3097440"/>
                  <a:ext cx="43236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C7FE3D0-CB16-8DFE-5D51-DF93BA0083C6}"/>
                    </a:ext>
                  </a:extLst>
                </p14:cNvPr>
                <p14:cNvContentPartPr/>
                <p14:nvPr/>
              </p14:nvContentPartPr>
              <p14:xfrm>
                <a:off x="6425929" y="3593880"/>
                <a:ext cx="14760" cy="3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C7FE3D0-CB16-8DFE-5D51-DF93BA0083C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408289" y="3576240"/>
                  <a:ext cx="50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B3C3876-6C56-AD68-5B12-74B99D8EB060}"/>
                    </a:ext>
                  </a:extLst>
                </p14:cNvPr>
                <p14:cNvContentPartPr/>
                <p14:nvPr/>
              </p14:nvContentPartPr>
              <p14:xfrm>
                <a:off x="7949327" y="5218942"/>
                <a:ext cx="121320" cy="2368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B3C3876-6C56-AD68-5B12-74B99D8EB06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931687" y="5200942"/>
                  <a:ext cx="1569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61C7235-0339-0385-15E7-F14CF922AE46}"/>
                    </a:ext>
                  </a:extLst>
                </p14:cNvPr>
                <p14:cNvContentPartPr/>
                <p14:nvPr/>
              </p14:nvContentPartPr>
              <p14:xfrm>
                <a:off x="7974527" y="5349982"/>
                <a:ext cx="114120" cy="450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61C7235-0339-0385-15E7-F14CF922AE4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956527" y="5331982"/>
                  <a:ext cx="149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F4A237A-E5B3-DC67-D707-B743DE101083}"/>
                    </a:ext>
                  </a:extLst>
                </p14:cNvPr>
                <p14:cNvContentPartPr/>
                <p14:nvPr/>
              </p14:nvContentPartPr>
              <p14:xfrm>
                <a:off x="5996327" y="3842302"/>
                <a:ext cx="13680" cy="168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F4A237A-E5B3-DC67-D707-B743DE10108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978327" y="3824302"/>
                  <a:ext cx="493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9356DBC-79E1-F57D-A57E-5230A8AC9E34}"/>
                    </a:ext>
                  </a:extLst>
                </p14:cNvPr>
                <p14:cNvContentPartPr/>
                <p14:nvPr/>
              </p14:nvContentPartPr>
              <p14:xfrm>
                <a:off x="5962847" y="3813862"/>
                <a:ext cx="166680" cy="219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9356DBC-79E1-F57D-A57E-5230A8AC9E3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945207" y="3796222"/>
                  <a:ext cx="2023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E206B43-758C-8D64-BDD0-D60294721F30}"/>
                    </a:ext>
                  </a:extLst>
                </p14:cNvPr>
                <p14:cNvContentPartPr/>
                <p14:nvPr/>
              </p14:nvContentPartPr>
              <p14:xfrm>
                <a:off x="9353687" y="4799902"/>
                <a:ext cx="208080" cy="1558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E206B43-758C-8D64-BDD0-D60294721F3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335687" y="4781902"/>
                  <a:ext cx="2437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91FD971-7AC9-439C-4900-90CCFAD0B220}"/>
                    </a:ext>
                  </a:extLst>
                </p14:cNvPr>
                <p14:cNvContentPartPr/>
                <p14:nvPr/>
              </p14:nvContentPartPr>
              <p14:xfrm>
                <a:off x="6490247" y="2926102"/>
                <a:ext cx="32400" cy="1479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91FD971-7AC9-439C-4900-90CCFAD0B22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472247" y="2908102"/>
                  <a:ext cx="680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5BABB1B-36B5-0014-AEAF-33791F987492}"/>
                    </a:ext>
                  </a:extLst>
                </p14:cNvPr>
                <p14:cNvContentPartPr/>
                <p14:nvPr/>
              </p14:nvContentPartPr>
              <p14:xfrm>
                <a:off x="6474047" y="2890822"/>
                <a:ext cx="187200" cy="228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5BABB1B-36B5-0014-AEAF-33791F98749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456047" y="2872822"/>
                  <a:ext cx="2228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815521B-1E9C-9487-F9D8-D2FB0588EEEC}"/>
                    </a:ext>
                  </a:extLst>
                </p14:cNvPr>
                <p14:cNvContentPartPr/>
                <p14:nvPr/>
              </p14:nvContentPartPr>
              <p14:xfrm>
                <a:off x="6812087" y="3042382"/>
                <a:ext cx="13320" cy="21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815521B-1E9C-9487-F9D8-D2FB0588EEE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794447" y="3024382"/>
                  <a:ext cx="489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178A1E9-3864-7F49-9BC6-3EAADA3C596D}"/>
                    </a:ext>
                  </a:extLst>
                </p14:cNvPr>
                <p14:cNvContentPartPr/>
                <p14:nvPr/>
              </p14:nvContentPartPr>
              <p14:xfrm>
                <a:off x="6425087" y="4379062"/>
                <a:ext cx="224280" cy="7066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178A1E9-3864-7F49-9BC6-3EAADA3C596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407087" y="4361062"/>
                  <a:ext cx="259920" cy="74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84909F4-0113-E575-CC64-E420838D3183}"/>
                    </a:ext>
                  </a:extLst>
                </p14:cNvPr>
                <p14:cNvContentPartPr/>
                <p14:nvPr/>
              </p14:nvContentPartPr>
              <p14:xfrm>
                <a:off x="6587087" y="4588582"/>
                <a:ext cx="258840" cy="6714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84909F4-0113-E575-CC64-E420838D318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569087" y="4570582"/>
                  <a:ext cx="294480" cy="7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088BA53-D7B8-5BE7-E6ED-E1192779B037}"/>
                    </a:ext>
                  </a:extLst>
                </p14:cNvPr>
                <p14:cNvContentPartPr/>
                <p14:nvPr/>
              </p14:nvContentPartPr>
              <p14:xfrm>
                <a:off x="6846287" y="4761022"/>
                <a:ext cx="227160" cy="4424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088BA53-D7B8-5BE7-E6ED-E1192779B03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828287" y="4743382"/>
                  <a:ext cx="26280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832EACF-05A2-607C-183E-141790CE9E17}"/>
                    </a:ext>
                  </a:extLst>
                </p14:cNvPr>
                <p14:cNvContentPartPr/>
                <p14:nvPr/>
              </p14:nvContentPartPr>
              <p14:xfrm>
                <a:off x="7020167" y="4894222"/>
                <a:ext cx="219240" cy="3132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832EACF-05A2-607C-183E-141790CE9E1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002527" y="4876222"/>
                  <a:ext cx="254880" cy="34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09265327-EE85-9B6E-F688-9591B3BB3DF9}"/>
                  </a:ext>
                </a:extLst>
              </p14:cNvPr>
              <p14:cNvContentPartPr/>
              <p14:nvPr/>
            </p14:nvContentPartPr>
            <p14:xfrm>
              <a:off x="6411407" y="3047782"/>
              <a:ext cx="342000" cy="34200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09265327-EE85-9B6E-F688-9591B3BB3DF9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375407" y="2975782"/>
                <a:ext cx="41364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21B92C69-77F2-6BFB-FCE9-2E1A99AD11A3}"/>
                  </a:ext>
                </a:extLst>
              </p14:cNvPr>
              <p14:cNvContentPartPr/>
              <p14:nvPr/>
            </p14:nvContentPartPr>
            <p14:xfrm>
              <a:off x="6389807" y="3232102"/>
              <a:ext cx="712440" cy="53424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21B92C69-77F2-6BFB-FCE9-2E1A99AD11A3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353807" y="3160462"/>
                <a:ext cx="784080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381BCEB-BA04-C70D-FB59-117DFD84D951}"/>
                  </a:ext>
                </a:extLst>
              </p14:cNvPr>
              <p14:cNvContentPartPr/>
              <p14:nvPr/>
            </p14:nvContentPartPr>
            <p14:xfrm>
              <a:off x="6520847" y="3355222"/>
              <a:ext cx="1274400" cy="8229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381BCEB-BA04-C70D-FB59-117DFD84D951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85207" y="3283222"/>
                <a:ext cx="1346040" cy="9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366733E2-5ABE-5354-9E75-148263027D11}"/>
                  </a:ext>
                </a:extLst>
              </p14:cNvPr>
              <p14:cNvContentPartPr/>
              <p14:nvPr/>
            </p14:nvContentPartPr>
            <p14:xfrm>
              <a:off x="7042847" y="3721342"/>
              <a:ext cx="1351440" cy="82872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366733E2-5ABE-5354-9E75-148263027D11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007207" y="3649702"/>
                <a:ext cx="1423080" cy="9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83C91B4B-E5E4-3FA1-ADA1-840CBC63994E}"/>
                  </a:ext>
                </a:extLst>
              </p14:cNvPr>
              <p14:cNvContentPartPr/>
              <p14:nvPr/>
            </p14:nvContentPartPr>
            <p14:xfrm>
              <a:off x="7469807" y="4097182"/>
              <a:ext cx="12960" cy="252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83C91B4B-E5E4-3FA1-ADA1-840CBC63994E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433807" y="4025182"/>
                <a:ext cx="8460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93860E0-8D96-BDFA-5333-8A3F8F8E7898}"/>
                  </a:ext>
                </a:extLst>
              </p14:cNvPr>
              <p14:cNvContentPartPr/>
              <p14:nvPr/>
            </p14:nvContentPartPr>
            <p14:xfrm>
              <a:off x="7592207" y="4119502"/>
              <a:ext cx="2049840" cy="92808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93860E0-8D96-BDFA-5333-8A3F8F8E7898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556207" y="4047862"/>
                <a:ext cx="2121480" cy="10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A7DC1B87-890F-A5DB-984D-AE578FCA06A3}"/>
                  </a:ext>
                </a:extLst>
              </p14:cNvPr>
              <p14:cNvContentPartPr/>
              <p14:nvPr/>
            </p14:nvContentPartPr>
            <p14:xfrm>
              <a:off x="8155247" y="4524142"/>
              <a:ext cx="723600" cy="5205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A7DC1B87-890F-A5DB-984D-AE578FCA06A3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119607" y="4452142"/>
                <a:ext cx="795240" cy="66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03A480F5-AAB5-F052-A133-8057D6241485}"/>
                  </a:ext>
                </a:extLst>
              </p14:cNvPr>
              <p14:cNvContentPartPr/>
              <p14:nvPr/>
            </p14:nvContentPartPr>
            <p14:xfrm>
              <a:off x="8064167" y="4453582"/>
              <a:ext cx="217440" cy="1364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03A480F5-AAB5-F052-A133-8057D6241485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028167" y="4381942"/>
                <a:ext cx="28908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70818DA5-AB37-6470-30B7-CE77BEA41735}"/>
                  </a:ext>
                </a:extLst>
              </p14:cNvPr>
              <p14:cNvContentPartPr/>
              <p14:nvPr/>
            </p14:nvContentPartPr>
            <p14:xfrm>
              <a:off x="8359727" y="4467622"/>
              <a:ext cx="691200" cy="35928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70818DA5-AB37-6470-30B7-CE77BEA41735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8324087" y="4395982"/>
                <a:ext cx="762840" cy="5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5C523D68-0DCF-453B-8530-895983BB13B6}"/>
                  </a:ext>
                </a:extLst>
              </p14:cNvPr>
              <p14:cNvContentPartPr/>
              <p14:nvPr/>
            </p14:nvContentPartPr>
            <p14:xfrm>
              <a:off x="6458927" y="2698942"/>
              <a:ext cx="18720" cy="57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5C523D68-0DCF-453B-8530-895983BB13B6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6423287" y="2627302"/>
                <a:ext cx="9036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DD8AFEF1-CE4A-DB0A-0F1C-50AED97209EC}"/>
                  </a:ext>
                </a:extLst>
              </p14:cNvPr>
              <p14:cNvContentPartPr/>
              <p14:nvPr/>
            </p14:nvContentPartPr>
            <p14:xfrm>
              <a:off x="6363167" y="2721262"/>
              <a:ext cx="3456360" cy="230472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DD8AFEF1-CE4A-DB0A-0F1C-50AED97209EC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6327167" y="2649262"/>
                <a:ext cx="3528000" cy="244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3478DC6F-3ED9-B64F-60BA-EA8D6F55721A}"/>
                  </a:ext>
                </a:extLst>
              </p14:cNvPr>
              <p14:cNvContentPartPr/>
              <p14:nvPr/>
            </p14:nvContentPartPr>
            <p14:xfrm>
              <a:off x="6316007" y="2442982"/>
              <a:ext cx="327240" cy="63288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3478DC6F-3ED9-B64F-60BA-EA8D6F55721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6280367" y="2370982"/>
                <a:ext cx="398880" cy="77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0E8B6ECB-B969-3C5A-AFF4-8F31DEE636BD}"/>
                  </a:ext>
                </a:extLst>
              </p14:cNvPr>
              <p14:cNvContentPartPr/>
              <p14:nvPr/>
            </p14:nvContentPartPr>
            <p14:xfrm>
              <a:off x="6430487" y="4346302"/>
              <a:ext cx="18360" cy="1188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0E8B6ECB-B969-3C5A-AFF4-8F31DEE636BD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6394847" y="4274302"/>
                <a:ext cx="9000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488A3E8-FF5E-697D-0104-CAF337B34B3C}"/>
                  </a:ext>
                </a:extLst>
              </p14:cNvPr>
              <p14:cNvContentPartPr/>
              <p14:nvPr/>
            </p14:nvContentPartPr>
            <p14:xfrm>
              <a:off x="6386927" y="4372942"/>
              <a:ext cx="883440" cy="76788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488A3E8-FF5E-697D-0104-CAF337B34B3C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6350927" y="4300942"/>
                <a:ext cx="955080" cy="91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3345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1E309B1-D138-28C5-A474-F71174FD0A2C}"/>
              </a:ext>
            </a:extLst>
          </p:cNvPr>
          <p:cNvGrpSpPr/>
          <p:nvPr/>
        </p:nvGrpSpPr>
        <p:grpSpPr>
          <a:xfrm>
            <a:off x="1185647" y="465142"/>
            <a:ext cx="1200960" cy="288000"/>
            <a:chOff x="1185647" y="465142"/>
            <a:chExt cx="120096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C9302B8-75C3-895C-8FDF-9DECFB9ED035}"/>
                    </a:ext>
                  </a:extLst>
                </p14:cNvPr>
                <p14:cNvContentPartPr/>
                <p14:nvPr/>
              </p14:nvContentPartPr>
              <p14:xfrm>
                <a:off x="1185647" y="465142"/>
                <a:ext cx="141840" cy="1839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C9302B8-75C3-895C-8FDF-9DECFB9ED03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68007" y="447142"/>
                  <a:ext cx="1774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4B6A91C-3439-9E14-A403-8EF7493156E5}"/>
                    </a:ext>
                  </a:extLst>
                </p14:cNvPr>
                <p14:cNvContentPartPr/>
                <p14:nvPr/>
              </p14:nvContentPartPr>
              <p14:xfrm>
                <a:off x="1472207" y="588982"/>
                <a:ext cx="15840" cy="137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4B6A91C-3439-9E14-A403-8EF7493156E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54207" y="570982"/>
                  <a:ext cx="514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D0C05C0-34D1-B2F2-8E2D-1889880AEBF4}"/>
                    </a:ext>
                  </a:extLst>
                </p14:cNvPr>
                <p14:cNvContentPartPr/>
                <p14:nvPr/>
              </p14:nvContentPartPr>
              <p14:xfrm>
                <a:off x="1594607" y="582502"/>
                <a:ext cx="113400" cy="37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D0C05C0-34D1-B2F2-8E2D-1889880AEB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76607" y="564862"/>
                  <a:ext cx="1490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CE23304-4350-1FD1-D9D2-479F5CB896DC}"/>
                    </a:ext>
                  </a:extLst>
                </p14:cNvPr>
                <p14:cNvContentPartPr/>
                <p14:nvPr/>
              </p14:nvContentPartPr>
              <p14:xfrm>
                <a:off x="1665167" y="498262"/>
                <a:ext cx="28080" cy="179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CE23304-4350-1FD1-D9D2-479F5CB896D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47527" y="480622"/>
                  <a:ext cx="637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2B3B29E-1D68-8B1E-2C95-16B67E30E85F}"/>
                    </a:ext>
                  </a:extLst>
                </p14:cNvPr>
                <p14:cNvContentPartPr/>
                <p14:nvPr/>
              </p14:nvContentPartPr>
              <p14:xfrm>
                <a:off x="1861007" y="525622"/>
                <a:ext cx="232920" cy="156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2B3B29E-1D68-8B1E-2C95-16B67E30E85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43367" y="507982"/>
                  <a:ext cx="2685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04353A5-93DB-1231-F026-07E47F75AD20}"/>
                    </a:ext>
                  </a:extLst>
                </p14:cNvPr>
                <p14:cNvContentPartPr/>
                <p14:nvPr/>
              </p14:nvContentPartPr>
              <p14:xfrm>
                <a:off x="2183927" y="622102"/>
                <a:ext cx="202680" cy="131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04353A5-93DB-1231-F026-07E47F75AD2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66287" y="604462"/>
                  <a:ext cx="23832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9FC8F41-D935-05F3-79C6-7E833EE61E29}"/>
              </a:ext>
            </a:extLst>
          </p:cNvPr>
          <p:cNvGrpSpPr/>
          <p:nvPr/>
        </p:nvGrpSpPr>
        <p:grpSpPr>
          <a:xfrm>
            <a:off x="2570567" y="482422"/>
            <a:ext cx="179640" cy="256680"/>
            <a:chOff x="2570567" y="482422"/>
            <a:chExt cx="179640" cy="25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58198E3-C11B-8BDC-BEE6-D6AE904993BF}"/>
                    </a:ext>
                  </a:extLst>
                </p14:cNvPr>
                <p14:cNvContentPartPr/>
                <p14:nvPr/>
              </p14:nvContentPartPr>
              <p14:xfrm>
                <a:off x="2573087" y="482422"/>
                <a:ext cx="170640" cy="169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58198E3-C11B-8BDC-BEE6-D6AE904993B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55087" y="464422"/>
                  <a:ext cx="2062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7224944-6417-7762-D257-B66F43FB781F}"/>
                    </a:ext>
                  </a:extLst>
                </p14:cNvPr>
                <p14:cNvContentPartPr/>
                <p14:nvPr/>
              </p14:nvContentPartPr>
              <p14:xfrm>
                <a:off x="2570567" y="693382"/>
                <a:ext cx="179640" cy="45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7224944-6417-7762-D257-B66F43FB781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52567" y="675382"/>
                  <a:ext cx="21528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2403107-2305-02DB-3EC5-83A9AA9DB028}"/>
                  </a:ext>
                </a:extLst>
              </p14:cNvPr>
              <p14:cNvContentPartPr/>
              <p14:nvPr/>
            </p14:nvContentPartPr>
            <p14:xfrm>
              <a:off x="3015167" y="438502"/>
              <a:ext cx="55800" cy="3520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2403107-2305-02DB-3EC5-83A9AA9DB02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97167" y="420862"/>
                <a:ext cx="91440" cy="38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2D5735BC-6B95-0DC4-BE18-E3A3D31439AE}"/>
              </a:ext>
            </a:extLst>
          </p:cNvPr>
          <p:cNvGrpSpPr/>
          <p:nvPr/>
        </p:nvGrpSpPr>
        <p:grpSpPr>
          <a:xfrm>
            <a:off x="297167" y="1172182"/>
            <a:ext cx="843120" cy="430560"/>
            <a:chOff x="297167" y="1172182"/>
            <a:chExt cx="843120" cy="43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BFF85B2-E875-A1EA-D0C6-165050B21856}"/>
                    </a:ext>
                  </a:extLst>
                </p14:cNvPr>
                <p14:cNvContentPartPr/>
                <p14:nvPr/>
              </p14:nvContentPartPr>
              <p14:xfrm>
                <a:off x="297167" y="1178662"/>
                <a:ext cx="80640" cy="307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BFF85B2-E875-A1EA-D0C6-165050B2185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9527" y="1161022"/>
                  <a:ext cx="1162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98B5D6E-B8F0-5DE7-F5A6-EEDB0E1AB231}"/>
                    </a:ext>
                  </a:extLst>
                </p14:cNvPr>
                <p14:cNvContentPartPr/>
                <p14:nvPr/>
              </p14:nvContentPartPr>
              <p14:xfrm>
                <a:off x="506687" y="1241302"/>
                <a:ext cx="120960" cy="196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98B5D6E-B8F0-5DE7-F5A6-EEDB0E1AB23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8687" y="1223302"/>
                  <a:ext cx="1566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F025F8B-BB71-5746-3178-C09A732E6593}"/>
                    </a:ext>
                  </a:extLst>
                </p14:cNvPr>
                <p14:cNvContentPartPr/>
                <p14:nvPr/>
              </p14:nvContentPartPr>
              <p14:xfrm>
                <a:off x="690287" y="1405822"/>
                <a:ext cx="20520" cy="91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F025F8B-BB71-5746-3178-C09A732E659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2647" y="1387822"/>
                  <a:ext cx="561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2BD4CE5-D7ED-7D60-BD2F-B7CB8982BD7B}"/>
                    </a:ext>
                  </a:extLst>
                </p14:cNvPr>
                <p14:cNvContentPartPr/>
                <p14:nvPr/>
              </p14:nvContentPartPr>
              <p14:xfrm>
                <a:off x="840047" y="1281982"/>
                <a:ext cx="105840" cy="155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2BD4CE5-D7ED-7D60-BD2F-B7CB8982BD7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22047" y="1264342"/>
                  <a:ext cx="1414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673524C-3E80-F7B3-5645-C93A089C14F7}"/>
                    </a:ext>
                  </a:extLst>
                </p14:cNvPr>
                <p14:cNvContentPartPr/>
                <p14:nvPr/>
              </p14:nvContentPartPr>
              <p14:xfrm>
                <a:off x="1036607" y="1172182"/>
                <a:ext cx="103680" cy="430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673524C-3E80-F7B3-5645-C93A089C14F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8967" y="1154542"/>
                  <a:ext cx="139320" cy="46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D9765C2-C2A0-AB2A-DFA7-8CB35D51F2C4}"/>
              </a:ext>
            </a:extLst>
          </p:cNvPr>
          <p:cNvGrpSpPr/>
          <p:nvPr/>
        </p:nvGrpSpPr>
        <p:grpSpPr>
          <a:xfrm>
            <a:off x="1339727" y="1262182"/>
            <a:ext cx="671040" cy="246240"/>
            <a:chOff x="1339727" y="1262182"/>
            <a:chExt cx="67104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A6256B1-7357-FE85-7705-0745C2AB0713}"/>
                    </a:ext>
                  </a:extLst>
                </p14:cNvPr>
                <p14:cNvContentPartPr/>
                <p14:nvPr/>
              </p14:nvContentPartPr>
              <p14:xfrm>
                <a:off x="1339727" y="1287742"/>
                <a:ext cx="185400" cy="220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A6256B1-7357-FE85-7705-0745C2AB071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22087" y="1269742"/>
                  <a:ext cx="2210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8661518-07A9-33A4-920A-4814FAE4B751}"/>
                    </a:ext>
                  </a:extLst>
                </p14:cNvPr>
                <p14:cNvContentPartPr/>
                <p14:nvPr/>
              </p14:nvContentPartPr>
              <p14:xfrm>
                <a:off x="1539887" y="1262182"/>
                <a:ext cx="186840" cy="208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8661518-07A9-33A4-920A-4814FAE4B75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21887" y="1244542"/>
                  <a:ext cx="2224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24269AE-4099-504C-000E-DE1D431A8C02}"/>
                    </a:ext>
                  </a:extLst>
                </p14:cNvPr>
                <p14:cNvContentPartPr/>
                <p14:nvPr/>
              </p14:nvContentPartPr>
              <p14:xfrm>
                <a:off x="1833287" y="1289182"/>
                <a:ext cx="177480" cy="201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24269AE-4099-504C-000E-DE1D431A8C0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15647" y="1271182"/>
                  <a:ext cx="213120" cy="23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B9EE1AF-B589-9D11-9A16-286119D5406A}"/>
                  </a:ext>
                </a:extLst>
              </p14:cNvPr>
              <p14:cNvContentPartPr/>
              <p14:nvPr/>
            </p14:nvContentPartPr>
            <p14:xfrm>
              <a:off x="2506127" y="1231582"/>
              <a:ext cx="258120" cy="2311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B9EE1AF-B589-9D11-9A16-286119D5406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488487" y="1213582"/>
                <a:ext cx="293760" cy="26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BD7CA675-EF12-F892-5E77-A07CCDD1A1BC}"/>
              </a:ext>
            </a:extLst>
          </p:cNvPr>
          <p:cNvGrpSpPr/>
          <p:nvPr/>
        </p:nvGrpSpPr>
        <p:grpSpPr>
          <a:xfrm>
            <a:off x="2999327" y="1206742"/>
            <a:ext cx="159480" cy="284040"/>
            <a:chOff x="2999327" y="1206742"/>
            <a:chExt cx="159480" cy="28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562B07D-E861-EBED-BBD0-81C2EBC92C33}"/>
                    </a:ext>
                  </a:extLst>
                </p14:cNvPr>
                <p14:cNvContentPartPr/>
                <p14:nvPr/>
              </p14:nvContentPartPr>
              <p14:xfrm>
                <a:off x="2999327" y="1206742"/>
                <a:ext cx="139320" cy="213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562B07D-E861-EBED-BBD0-81C2EBC92C3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81327" y="1189102"/>
                  <a:ext cx="1749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BD77AF4-65AE-91D3-8C87-0FC78C01BA39}"/>
                    </a:ext>
                  </a:extLst>
                </p14:cNvPr>
                <p14:cNvContentPartPr/>
                <p14:nvPr/>
              </p14:nvContentPartPr>
              <p14:xfrm>
                <a:off x="3034247" y="1455142"/>
                <a:ext cx="124560" cy="35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BD77AF4-65AE-91D3-8C87-0FC78C01BA3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16607" y="1437502"/>
                  <a:ext cx="16020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DDF7A15-1C9C-F72F-7243-61C359F4859C}"/>
                  </a:ext>
                </a:extLst>
              </p14:cNvPr>
              <p14:cNvContentPartPr/>
              <p14:nvPr/>
            </p14:nvContentPartPr>
            <p14:xfrm>
              <a:off x="3414767" y="1144822"/>
              <a:ext cx="12240" cy="3697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DDF7A15-1C9C-F72F-7243-61C359F4859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397127" y="1126822"/>
                <a:ext cx="47880" cy="40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C82988B4-4DFB-FB04-B5EE-7514627375B7}"/>
              </a:ext>
            </a:extLst>
          </p:cNvPr>
          <p:cNvGrpSpPr/>
          <p:nvPr/>
        </p:nvGrpSpPr>
        <p:grpSpPr>
          <a:xfrm>
            <a:off x="3859367" y="1202782"/>
            <a:ext cx="987120" cy="297000"/>
            <a:chOff x="3859367" y="1202782"/>
            <a:chExt cx="987120" cy="29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03BF6DB-8C3F-C1E8-FEA8-40E3A25C3D20}"/>
                    </a:ext>
                  </a:extLst>
                </p14:cNvPr>
                <p14:cNvContentPartPr/>
                <p14:nvPr/>
              </p14:nvContentPartPr>
              <p14:xfrm>
                <a:off x="3859367" y="1229422"/>
                <a:ext cx="519840" cy="270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03BF6DB-8C3F-C1E8-FEA8-40E3A25C3D2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41727" y="1211782"/>
                  <a:ext cx="5554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CCA5F1C-5685-D3B1-B409-432B269F1F78}"/>
                    </a:ext>
                  </a:extLst>
                </p14:cNvPr>
                <p14:cNvContentPartPr/>
                <p14:nvPr/>
              </p14:nvContentPartPr>
              <p14:xfrm>
                <a:off x="4370567" y="1226902"/>
                <a:ext cx="25560" cy="28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CCA5F1C-5685-D3B1-B409-432B269F1F7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352567" y="1209262"/>
                  <a:ext cx="612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85C2CB8-EABF-D938-8F59-FAE5C223E161}"/>
                    </a:ext>
                  </a:extLst>
                </p14:cNvPr>
                <p14:cNvContentPartPr/>
                <p14:nvPr/>
              </p14:nvContentPartPr>
              <p14:xfrm>
                <a:off x="4449047" y="1342102"/>
                <a:ext cx="141120" cy="111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85C2CB8-EABF-D938-8F59-FAE5C223E16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31407" y="1324462"/>
                  <a:ext cx="1767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83DAE26-4EEA-23E3-D7E8-DF1FD87C6C3B}"/>
                    </a:ext>
                  </a:extLst>
                </p14:cNvPr>
                <p14:cNvContentPartPr/>
                <p14:nvPr/>
              </p14:nvContentPartPr>
              <p14:xfrm>
                <a:off x="4662887" y="1202782"/>
                <a:ext cx="183600" cy="235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83DAE26-4EEA-23E3-D7E8-DF1FD87C6C3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45247" y="1185142"/>
                  <a:ext cx="219240" cy="27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8FE72FA-F468-D9CD-6011-B5423EC8B9AF}"/>
              </a:ext>
            </a:extLst>
          </p:cNvPr>
          <p:cNvGrpSpPr/>
          <p:nvPr/>
        </p:nvGrpSpPr>
        <p:grpSpPr>
          <a:xfrm>
            <a:off x="5259767" y="1147342"/>
            <a:ext cx="237240" cy="277200"/>
            <a:chOff x="5259767" y="1147342"/>
            <a:chExt cx="237240" cy="27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9E7CE24-DD13-9BE5-4752-ADD712384C1C}"/>
                    </a:ext>
                  </a:extLst>
                </p14:cNvPr>
                <p14:cNvContentPartPr/>
                <p14:nvPr/>
              </p14:nvContentPartPr>
              <p14:xfrm>
                <a:off x="5321687" y="1285222"/>
                <a:ext cx="4320" cy="139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9E7CE24-DD13-9BE5-4752-ADD712384C1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03687" y="1267582"/>
                  <a:ext cx="39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857A07C-5FD2-7114-D1D6-0374BC6D0B84}"/>
                    </a:ext>
                  </a:extLst>
                </p14:cNvPr>
                <p14:cNvContentPartPr/>
                <p14:nvPr/>
              </p14:nvContentPartPr>
              <p14:xfrm>
                <a:off x="5373527" y="1279822"/>
                <a:ext cx="123480" cy="141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857A07C-5FD2-7114-D1D6-0374BC6D0B8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55887" y="1261822"/>
                  <a:ext cx="159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B0DC654-F34E-61E4-13F4-1E7F09898B80}"/>
                    </a:ext>
                  </a:extLst>
                </p14:cNvPr>
                <p14:cNvContentPartPr/>
                <p14:nvPr/>
              </p14:nvContentPartPr>
              <p14:xfrm>
                <a:off x="5259767" y="1147342"/>
                <a:ext cx="10080" cy="40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B0DC654-F34E-61E4-13F4-1E7F09898B8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42127" y="1129342"/>
                  <a:ext cx="4572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484A55A-1579-0C03-3441-9F1E49AF8B02}"/>
              </a:ext>
            </a:extLst>
          </p:cNvPr>
          <p:cNvGrpSpPr/>
          <p:nvPr/>
        </p:nvGrpSpPr>
        <p:grpSpPr>
          <a:xfrm>
            <a:off x="5762687" y="1116022"/>
            <a:ext cx="1166760" cy="343080"/>
            <a:chOff x="5762687" y="1116022"/>
            <a:chExt cx="1166760" cy="34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59CCDB8-60F4-A94E-606D-0683B383D41E}"/>
                    </a:ext>
                  </a:extLst>
                </p14:cNvPr>
                <p14:cNvContentPartPr/>
                <p14:nvPr/>
              </p14:nvContentPartPr>
              <p14:xfrm>
                <a:off x="5762687" y="1116022"/>
                <a:ext cx="922680" cy="343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59CCDB8-60F4-A94E-606D-0683B383D41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44687" y="1098382"/>
                  <a:ext cx="95832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0F230FC-7D82-6DCB-D0BC-A53870E12140}"/>
                    </a:ext>
                  </a:extLst>
                </p14:cNvPr>
                <p14:cNvContentPartPr/>
                <p14:nvPr/>
              </p14:nvContentPartPr>
              <p14:xfrm>
                <a:off x="5779967" y="1191622"/>
                <a:ext cx="198720" cy="6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0F230FC-7D82-6DCB-D0BC-A53870E1214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61967" y="1173982"/>
                  <a:ext cx="234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8BB6A9B-78D8-A1F0-E8A8-50CB8FFF4723}"/>
                    </a:ext>
                  </a:extLst>
                </p14:cNvPr>
                <p14:cNvContentPartPr/>
                <p14:nvPr/>
              </p14:nvContentPartPr>
              <p14:xfrm>
                <a:off x="6860327" y="1329142"/>
                <a:ext cx="69120" cy="15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8BB6A9B-78D8-A1F0-E8A8-50CB8FFF472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842687" y="1311142"/>
                  <a:ext cx="10476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19F3EB0-9643-E1E7-FC11-E6F70D8E4F62}"/>
              </a:ext>
            </a:extLst>
          </p:cNvPr>
          <p:cNvGrpSpPr/>
          <p:nvPr/>
        </p:nvGrpSpPr>
        <p:grpSpPr>
          <a:xfrm>
            <a:off x="7270367" y="1116382"/>
            <a:ext cx="639360" cy="340920"/>
            <a:chOff x="7270367" y="1116382"/>
            <a:chExt cx="639360" cy="34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5126993-CE99-5E38-DD3C-22EEBCE54116}"/>
                    </a:ext>
                  </a:extLst>
                </p14:cNvPr>
                <p14:cNvContentPartPr/>
                <p14:nvPr/>
              </p14:nvContentPartPr>
              <p14:xfrm>
                <a:off x="7270367" y="1116382"/>
                <a:ext cx="240120" cy="340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5126993-CE99-5E38-DD3C-22EEBCE5411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252727" y="1098382"/>
                  <a:ext cx="27576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27A9DA3-59CC-CBA5-2B32-F19379350496}"/>
                    </a:ext>
                  </a:extLst>
                </p14:cNvPr>
                <p14:cNvContentPartPr/>
                <p14:nvPr/>
              </p14:nvContentPartPr>
              <p14:xfrm>
                <a:off x="7564487" y="1169302"/>
                <a:ext cx="218160" cy="269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27A9DA3-59CC-CBA5-2B32-F1937935049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46487" y="1151662"/>
                  <a:ext cx="2538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696A188-1114-4F29-5F3F-3E5D5FFBBC87}"/>
                    </a:ext>
                  </a:extLst>
                </p14:cNvPr>
                <p14:cNvContentPartPr/>
                <p14:nvPr/>
              </p14:nvContentPartPr>
              <p14:xfrm>
                <a:off x="7804967" y="1296022"/>
                <a:ext cx="104760" cy="143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696A188-1114-4F29-5F3F-3E5D5FFBBC8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786967" y="1278382"/>
                  <a:ext cx="1404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482A132-F47A-D970-DA90-D8128571971E}"/>
                    </a:ext>
                  </a:extLst>
                </p14:cNvPr>
                <p14:cNvContentPartPr/>
                <p14:nvPr/>
              </p14:nvContentPartPr>
              <p14:xfrm>
                <a:off x="7794887" y="1179382"/>
                <a:ext cx="6480" cy="24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482A132-F47A-D970-DA90-D8128571971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77247" y="1161382"/>
                  <a:ext cx="4212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AD83EDC-EE08-1683-DA03-355B553F9C03}"/>
              </a:ext>
            </a:extLst>
          </p:cNvPr>
          <p:cNvGrpSpPr/>
          <p:nvPr/>
        </p:nvGrpSpPr>
        <p:grpSpPr>
          <a:xfrm>
            <a:off x="8390687" y="999382"/>
            <a:ext cx="1756800" cy="759240"/>
            <a:chOff x="8390687" y="999382"/>
            <a:chExt cx="1756800" cy="75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0E274BF-8859-29F7-DDE6-6CCBB83FDEF5}"/>
                    </a:ext>
                  </a:extLst>
                </p14:cNvPr>
                <p14:cNvContentPartPr/>
                <p14:nvPr/>
              </p14:nvContentPartPr>
              <p14:xfrm>
                <a:off x="8390687" y="1298902"/>
                <a:ext cx="356760" cy="158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0E274BF-8859-29F7-DDE6-6CCBB83FDEF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72687" y="1280902"/>
                  <a:ext cx="3924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CEC196D-4C24-1ECE-0006-4DAD5850D04F}"/>
                    </a:ext>
                  </a:extLst>
                </p14:cNvPr>
                <p14:cNvContentPartPr/>
                <p14:nvPr/>
              </p14:nvContentPartPr>
              <p14:xfrm>
                <a:off x="8528207" y="1188382"/>
                <a:ext cx="56160" cy="17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CEC196D-4C24-1ECE-0006-4DAD5850D04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10567" y="1170382"/>
                  <a:ext cx="918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6BAEEBB-6A25-6273-E8C6-73AB0EE77F3A}"/>
                    </a:ext>
                  </a:extLst>
                </p14:cNvPr>
                <p14:cNvContentPartPr/>
                <p14:nvPr/>
              </p14:nvContentPartPr>
              <p14:xfrm>
                <a:off x="8806487" y="1312942"/>
                <a:ext cx="147240" cy="128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6BAEEBB-6A25-6273-E8C6-73AB0EE77F3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88487" y="1295302"/>
                  <a:ext cx="1828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122CB0C-B9D7-3CB3-8FD9-803D79EABD8B}"/>
                    </a:ext>
                  </a:extLst>
                </p14:cNvPr>
                <p14:cNvContentPartPr/>
                <p14:nvPr/>
              </p14:nvContentPartPr>
              <p14:xfrm>
                <a:off x="8949407" y="1307902"/>
                <a:ext cx="137160" cy="450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122CB0C-B9D7-3CB3-8FD9-803D79EABD8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31407" y="1289902"/>
                  <a:ext cx="17280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8AE0028-11EC-0568-1393-A6D6536134B6}"/>
                    </a:ext>
                  </a:extLst>
                </p14:cNvPr>
                <p14:cNvContentPartPr/>
                <p14:nvPr/>
              </p14:nvContentPartPr>
              <p14:xfrm>
                <a:off x="9142367" y="1285222"/>
                <a:ext cx="174240" cy="130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8AE0028-11EC-0568-1393-A6D6536134B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124727" y="1267222"/>
                  <a:ext cx="2098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0A6DB60-0F7A-75C9-2B98-155F77CBC6FA}"/>
                    </a:ext>
                  </a:extLst>
                </p14:cNvPr>
                <p14:cNvContentPartPr/>
                <p14:nvPr/>
              </p14:nvContentPartPr>
              <p14:xfrm>
                <a:off x="9410567" y="1298542"/>
                <a:ext cx="194400" cy="106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0A6DB60-0F7A-75C9-2B98-155F77CBC6F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392927" y="1280902"/>
                  <a:ext cx="2300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D64BB30-F849-1F5C-5654-9AD2D9169F1C}"/>
                    </a:ext>
                  </a:extLst>
                </p14:cNvPr>
                <p14:cNvContentPartPr/>
                <p14:nvPr/>
              </p14:nvContentPartPr>
              <p14:xfrm>
                <a:off x="9635207" y="999382"/>
                <a:ext cx="42480" cy="411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D64BB30-F849-1F5C-5654-9AD2D9169F1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617207" y="981382"/>
                  <a:ext cx="7812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5EC7D09-6A76-CB5C-7EB8-8411E80544D3}"/>
                    </a:ext>
                  </a:extLst>
                </p14:cNvPr>
                <p14:cNvContentPartPr/>
                <p14:nvPr/>
              </p14:nvContentPartPr>
              <p14:xfrm>
                <a:off x="9752207" y="1261822"/>
                <a:ext cx="11520" cy="105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5EC7D09-6A76-CB5C-7EB8-8411E80544D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34567" y="1244182"/>
                  <a:ext cx="471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F333EED-1369-F83C-200F-C87C0EC2D039}"/>
                    </a:ext>
                  </a:extLst>
                </p14:cNvPr>
                <p14:cNvContentPartPr/>
                <p14:nvPr/>
              </p14:nvContentPartPr>
              <p14:xfrm>
                <a:off x="9819887" y="1244542"/>
                <a:ext cx="91440" cy="132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F333EED-1369-F83C-200F-C87C0EC2D03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801887" y="1226902"/>
                  <a:ext cx="1270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689034F-8F6F-5A86-681F-AC074DC2F9DD}"/>
                    </a:ext>
                  </a:extLst>
                </p14:cNvPr>
                <p14:cNvContentPartPr/>
                <p14:nvPr/>
              </p14:nvContentPartPr>
              <p14:xfrm>
                <a:off x="9996287" y="1217182"/>
                <a:ext cx="151200" cy="161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689034F-8F6F-5A86-681F-AC074DC2F9D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978647" y="1199542"/>
                  <a:ext cx="1868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57A1FC7-5B7B-3817-B6AE-73612EC741E8}"/>
                    </a:ext>
                  </a:extLst>
                </p14:cNvPr>
                <p14:cNvContentPartPr/>
                <p14:nvPr/>
              </p14:nvContentPartPr>
              <p14:xfrm>
                <a:off x="9811247" y="1094062"/>
                <a:ext cx="67680" cy="21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57A1FC7-5B7B-3817-B6AE-73612EC741E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793607" y="1076062"/>
                  <a:ext cx="1033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8546196-276E-CDCE-35D5-E91D04F9C944}"/>
                    </a:ext>
                  </a:extLst>
                </p14:cNvPr>
                <p14:cNvContentPartPr/>
                <p14:nvPr/>
              </p14:nvContentPartPr>
              <p14:xfrm>
                <a:off x="9581567" y="1163902"/>
                <a:ext cx="122040" cy="31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8546196-276E-CDCE-35D5-E91D04F9C94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563567" y="1146262"/>
                  <a:ext cx="15768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E5D3D00-F522-3F64-4B68-9D3290FCF45A}"/>
              </a:ext>
            </a:extLst>
          </p:cNvPr>
          <p:cNvGrpSpPr/>
          <p:nvPr/>
        </p:nvGrpSpPr>
        <p:grpSpPr>
          <a:xfrm>
            <a:off x="10561487" y="1240222"/>
            <a:ext cx="179280" cy="171720"/>
            <a:chOff x="10561487" y="1240222"/>
            <a:chExt cx="179280" cy="17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3F461B9-AB04-5CDA-A5CE-B9DCD7D17F0E}"/>
                    </a:ext>
                  </a:extLst>
                </p14:cNvPr>
                <p14:cNvContentPartPr/>
                <p14:nvPr/>
              </p14:nvContentPartPr>
              <p14:xfrm>
                <a:off x="10561487" y="1259302"/>
                <a:ext cx="15120" cy="139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3F461B9-AB04-5CDA-A5CE-B9DCD7D17F0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543847" y="1241302"/>
                  <a:ext cx="507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F72E61E-6950-8E1E-1070-1584651446B8}"/>
                    </a:ext>
                  </a:extLst>
                </p14:cNvPr>
                <p14:cNvContentPartPr/>
                <p14:nvPr/>
              </p14:nvContentPartPr>
              <p14:xfrm>
                <a:off x="10630247" y="1240222"/>
                <a:ext cx="110520" cy="171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72E61E-6950-8E1E-1070-1584651446B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612247" y="1222582"/>
                  <a:ext cx="146160" cy="20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2B389DE-EA49-0DCF-D356-575D576E1DE4}"/>
                  </a:ext>
                </a:extLst>
              </p14:cNvPr>
              <p14:cNvContentPartPr/>
              <p14:nvPr/>
            </p14:nvContentPartPr>
            <p14:xfrm>
              <a:off x="10672727" y="1095502"/>
              <a:ext cx="25560" cy="262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2B389DE-EA49-0DCF-D356-575D576E1DE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655087" y="1077502"/>
                <a:ext cx="6120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68B06166-1FC6-95D1-A151-3F66A719AB3B}"/>
              </a:ext>
            </a:extLst>
          </p:cNvPr>
          <p:cNvGrpSpPr/>
          <p:nvPr/>
        </p:nvGrpSpPr>
        <p:grpSpPr>
          <a:xfrm>
            <a:off x="324167" y="1694542"/>
            <a:ext cx="1412280" cy="783000"/>
            <a:chOff x="324167" y="1694542"/>
            <a:chExt cx="1412280" cy="78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0731A69-9BF3-8A57-3FF8-1E1DA4FC75AC}"/>
                    </a:ext>
                  </a:extLst>
                </p14:cNvPr>
                <p14:cNvContentPartPr/>
                <p14:nvPr/>
              </p14:nvContentPartPr>
              <p14:xfrm>
                <a:off x="324167" y="1870942"/>
                <a:ext cx="199080" cy="225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0731A69-9BF3-8A57-3FF8-1E1DA4FC75A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6527" y="1852942"/>
                  <a:ext cx="2347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12C3B9C-533D-FE5C-6FFE-833BB2690EF5}"/>
                    </a:ext>
                  </a:extLst>
                </p14:cNvPr>
                <p14:cNvContentPartPr/>
                <p14:nvPr/>
              </p14:nvContentPartPr>
              <p14:xfrm>
                <a:off x="553127" y="1949062"/>
                <a:ext cx="209160" cy="150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12C3B9C-533D-FE5C-6FFE-833BB2690EF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35487" y="1931062"/>
                  <a:ext cx="2448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9B92549-61E7-0F42-984D-0CD0FF22B4FC}"/>
                    </a:ext>
                  </a:extLst>
                </p14:cNvPr>
                <p14:cNvContentPartPr/>
                <p14:nvPr/>
              </p14:nvContentPartPr>
              <p14:xfrm>
                <a:off x="756527" y="1744582"/>
                <a:ext cx="156240" cy="380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9B92549-61E7-0F42-984D-0CD0FF22B4F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8887" y="1726942"/>
                  <a:ext cx="19188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0816230-4792-2445-A993-8A357161BF8E}"/>
                    </a:ext>
                  </a:extLst>
                </p14:cNvPr>
                <p14:cNvContentPartPr/>
                <p14:nvPr/>
              </p14:nvContentPartPr>
              <p14:xfrm>
                <a:off x="917447" y="1868062"/>
                <a:ext cx="20520" cy="34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0816230-4792-2445-A993-8A357161BF8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99807" y="1850422"/>
                  <a:ext cx="56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77FA7AE-BAAF-078B-C0B4-6D44C4774CFD}"/>
                    </a:ext>
                  </a:extLst>
                </p14:cNvPr>
                <p14:cNvContentPartPr/>
                <p14:nvPr/>
              </p14:nvContentPartPr>
              <p14:xfrm>
                <a:off x="659327" y="1946182"/>
                <a:ext cx="148320" cy="13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77FA7AE-BAAF-078B-C0B4-6D44C4774CF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41687" y="1928542"/>
                  <a:ext cx="1839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77A98EB-2E7C-D923-DB17-0E25E58A845C}"/>
                    </a:ext>
                  </a:extLst>
                </p14:cNvPr>
                <p14:cNvContentPartPr/>
                <p14:nvPr/>
              </p14:nvContentPartPr>
              <p14:xfrm>
                <a:off x="981887" y="1694542"/>
                <a:ext cx="265680" cy="783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77A98EB-2E7C-D923-DB17-0E25E58A845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4247" y="1676902"/>
                  <a:ext cx="301320" cy="81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6096740-2C76-5FF3-1754-E43F3EE95763}"/>
                    </a:ext>
                  </a:extLst>
                </p14:cNvPr>
                <p14:cNvContentPartPr/>
                <p14:nvPr/>
              </p14:nvContentPartPr>
              <p14:xfrm>
                <a:off x="1336487" y="1950862"/>
                <a:ext cx="24480" cy="134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6096740-2C76-5FF3-1754-E43F3EE9576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18487" y="1933222"/>
                  <a:ext cx="601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E564BE-32F6-491A-22A0-426045A34303}"/>
                    </a:ext>
                  </a:extLst>
                </p14:cNvPr>
                <p14:cNvContentPartPr/>
                <p14:nvPr/>
              </p14:nvContentPartPr>
              <p14:xfrm>
                <a:off x="1357727" y="1845382"/>
                <a:ext cx="24480" cy="33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E564BE-32F6-491A-22A0-426045A3430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339727" y="1827742"/>
                  <a:ext cx="601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9B6B4D6-0266-0D16-B22B-E392A138D909}"/>
                    </a:ext>
                  </a:extLst>
                </p14:cNvPr>
                <p14:cNvContentPartPr/>
                <p14:nvPr/>
              </p14:nvContentPartPr>
              <p14:xfrm>
                <a:off x="1423967" y="1757902"/>
                <a:ext cx="312480" cy="329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9B6B4D6-0266-0D16-B22B-E392A138D90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405967" y="1740262"/>
                  <a:ext cx="348120" cy="36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222963F-580F-90F3-3265-93294A517EFF}"/>
                  </a:ext>
                </a:extLst>
              </p14:cNvPr>
              <p14:cNvContentPartPr/>
              <p14:nvPr/>
            </p14:nvContentPartPr>
            <p14:xfrm>
              <a:off x="2044247" y="2077942"/>
              <a:ext cx="14400" cy="190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222963F-580F-90F3-3265-93294A517EFF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026247" y="2059942"/>
                <a:ext cx="5004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8B0ADF41-A9A8-03F0-5376-93CD9BBCBA0B}"/>
              </a:ext>
            </a:extLst>
          </p:cNvPr>
          <p:cNvGrpSpPr/>
          <p:nvPr/>
        </p:nvGrpSpPr>
        <p:grpSpPr>
          <a:xfrm>
            <a:off x="711527" y="2771302"/>
            <a:ext cx="1744560" cy="331560"/>
            <a:chOff x="711527" y="2771302"/>
            <a:chExt cx="1744560" cy="33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B5A735F-4CD0-2A05-3791-ADD901C5D050}"/>
                    </a:ext>
                  </a:extLst>
                </p14:cNvPr>
                <p14:cNvContentPartPr/>
                <p14:nvPr/>
              </p14:nvContentPartPr>
              <p14:xfrm>
                <a:off x="711527" y="2771302"/>
                <a:ext cx="292320" cy="265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B5A735F-4CD0-2A05-3791-ADD901C5D05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3887" y="2753662"/>
                  <a:ext cx="3279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384B2D8-519C-A95C-BBCE-441ABAF7759F}"/>
                    </a:ext>
                  </a:extLst>
                </p14:cNvPr>
                <p14:cNvContentPartPr/>
                <p14:nvPr/>
              </p14:nvContentPartPr>
              <p14:xfrm>
                <a:off x="1120847" y="2831422"/>
                <a:ext cx="160560" cy="132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384B2D8-519C-A95C-BBCE-441ABAF7759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03207" y="2813422"/>
                  <a:ext cx="1962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68D35D5-E2EF-D234-6193-9654BE632484}"/>
                    </a:ext>
                  </a:extLst>
                </p14:cNvPr>
                <p14:cNvContentPartPr/>
                <p14:nvPr/>
              </p14:nvContentPartPr>
              <p14:xfrm>
                <a:off x="1377527" y="2888302"/>
                <a:ext cx="29160" cy="185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68D35D5-E2EF-D234-6193-9654BE63248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359887" y="2870302"/>
                  <a:ext cx="648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E5D6D0B-18A5-272E-0BE2-0F816AEEC1AE}"/>
                    </a:ext>
                  </a:extLst>
                </p14:cNvPr>
                <p14:cNvContentPartPr/>
                <p14:nvPr/>
              </p14:nvContentPartPr>
              <p14:xfrm>
                <a:off x="1547087" y="2908822"/>
                <a:ext cx="190800" cy="59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E5D6D0B-18A5-272E-0BE2-0F816AEEC1A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529087" y="2890822"/>
                  <a:ext cx="2264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BA5259C-DF8F-8ED0-D49A-BF1DFCBD395A}"/>
                    </a:ext>
                  </a:extLst>
                </p14:cNvPr>
                <p14:cNvContentPartPr/>
                <p14:nvPr/>
              </p14:nvContentPartPr>
              <p14:xfrm>
                <a:off x="1660487" y="2829622"/>
                <a:ext cx="43920" cy="204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BA5259C-DF8F-8ED0-D49A-BF1DFCBD395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42847" y="2811622"/>
                  <a:ext cx="795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089F0FE-8DBD-2061-3E8D-2441D09A61F7}"/>
                    </a:ext>
                  </a:extLst>
                </p14:cNvPr>
                <p14:cNvContentPartPr/>
                <p14:nvPr/>
              </p14:nvContentPartPr>
              <p14:xfrm>
                <a:off x="1816727" y="2794342"/>
                <a:ext cx="171000" cy="238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089F0FE-8DBD-2061-3E8D-2441D09A61F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798727" y="2776342"/>
                  <a:ext cx="2066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81A805F-217E-780D-E59E-3EB83E5B9BC8}"/>
                    </a:ext>
                  </a:extLst>
                </p14:cNvPr>
                <p14:cNvContentPartPr/>
                <p14:nvPr/>
              </p14:nvContentPartPr>
              <p14:xfrm>
                <a:off x="2060807" y="2839342"/>
                <a:ext cx="177840" cy="1530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81A805F-217E-780D-E59E-3EB83E5B9BC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043167" y="2821702"/>
                  <a:ext cx="2134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869F5F8-99DA-BA1A-46B9-D9E2E33E7DE9}"/>
                    </a:ext>
                  </a:extLst>
                </p14:cNvPr>
                <p14:cNvContentPartPr/>
                <p14:nvPr/>
              </p14:nvContentPartPr>
              <p14:xfrm>
                <a:off x="2272127" y="2928982"/>
                <a:ext cx="183960" cy="1738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869F5F8-99DA-BA1A-46B9-D9E2E33E7DE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254127" y="2911342"/>
                  <a:ext cx="219600" cy="20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283E3FE1-F3F7-60BE-789C-092CFDD981B8}"/>
                  </a:ext>
                </a:extLst>
              </p14:cNvPr>
              <p14:cNvContentPartPr/>
              <p14:nvPr/>
            </p14:nvContentPartPr>
            <p14:xfrm>
              <a:off x="3034247" y="2601742"/>
              <a:ext cx="203400" cy="53352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283E3FE1-F3F7-60BE-789C-092CFDD981B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016607" y="2583742"/>
                <a:ext cx="239040" cy="56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A3B45CD-F3EF-D136-13CF-9E998CAA1DDB}"/>
              </a:ext>
            </a:extLst>
          </p:cNvPr>
          <p:cNvGrpSpPr/>
          <p:nvPr/>
        </p:nvGrpSpPr>
        <p:grpSpPr>
          <a:xfrm>
            <a:off x="185567" y="3395902"/>
            <a:ext cx="822600" cy="833760"/>
            <a:chOff x="185567" y="3395902"/>
            <a:chExt cx="822600" cy="83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813A84E-9702-2BDE-67B8-AC42E0AF198C}"/>
                    </a:ext>
                  </a:extLst>
                </p14:cNvPr>
                <p14:cNvContentPartPr/>
                <p14:nvPr/>
              </p14:nvContentPartPr>
              <p14:xfrm>
                <a:off x="221207" y="3556102"/>
                <a:ext cx="184320" cy="325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813A84E-9702-2BDE-67B8-AC42E0AF198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03567" y="3538102"/>
                  <a:ext cx="2199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3530740-F170-54AF-DA07-9ED9409EC0C0}"/>
                    </a:ext>
                  </a:extLst>
                </p14:cNvPr>
                <p14:cNvContentPartPr/>
                <p14:nvPr/>
              </p14:nvContentPartPr>
              <p14:xfrm>
                <a:off x="510287" y="3760582"/>
                <a:ext cx="14040" cy="8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3530740-F170-54AF-DA07-9ED9409EC0C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92647" y="3742582"/>
                  <a:ext cx="49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9AF907B-2E03-4C68-9379-377CC13635CF}"/>
                    </a:ext>
                  </a:extLst>
                </p14:cNvPr>
                <p14:cNvContentPartPr/>
                <p14:nvPr/>
              </p14:nvContentPartPr>
              <p14:xfrm>
                <a:off x="593447" y="3636742"/>
                <a:ext cx="160920" cy="211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9AF907B-2E03-4C68-9379-377CC13635C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75807" y="3619102"/>
                  <a:ext cx="1965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ADF99EE-F234-F29A-A97B-29EBB7B8E479}"/>
                    </a:ext>
                  </a:extLst>
                </p14:cNvPr>
                <p14:cNvContentPartPr/>
                <p14:nvPr/>
              </p14:nvContentPartPr>
              <p14:xfrm>
                <a:off x="1007087" y="4039942"/>
                <a:ext cx="1080" cy="7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ADF99EE-F234-F29A-A97B-29EBB7B8E47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89087" y="4021942"/>
                  <a:ext cx="36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971CB0E-7424-0033-11B7-D4B86162E960}"/>
                    </a:ext>
                  </a:extLst>
                </p14:cNvPr>
                <p14:cNvContentPartPr/>
                <p14:nvPr/>
              </p14:nvContentPartPr>
              <p14:xfrm>
                <a:off x="185567" y="3450622"/>
                <a:ext cx="192240" cy="6800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971CB0E-7424-0033-11B7-D4B86162E96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67927" y="3432622"/>
                  <a:ext cx="227880" cy="71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0BF65B9-4FFA-FB78-A8C2-5F7BFB65195E}"/>
                    </a:ext>
                  </a:extLst>
                </p14:cNvPr>
                <p14:cNvContentPartPr/>
                <p14:nvPr/>
              </p14:nvContentPartPr>
              <p14:xfrm>
                <a:off x="489767" y="3792262"/>
                <a:ext cx="60120" cy="1652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0BF65B9-4FFA-FB78-A8C2-5F7BFB65195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2127" y="3774622"/>
                  <a:ext cx="957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F205540-6754-D15D-20BF-E5265BE52C5F}"/>
                    </a:ext>
                  </a:extLst>
                </p14:cNvPr>
                <p14:cNvContentPartPr/>
                <p14:nvPr/>
              </p14:nvContentPartPr>
              <p14:xfrm>
                <a:off x="766247" y="3395902"/>
                <a:ext cx="149760" cy="739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F205540-6754-D15D-20BF-E5265BE52C5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48607" y="3378262"/>
                  <a:ext cx="185400" cy="7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34CC361-3879-9E55-52E6-95FDEA5101A5}"/>
                    </a:ext>
                  </a:extLst>
                </p14:cNvPr>
                <p14:cNvContentPartPr/>
                <p14:nvPr/>
              </p14:nvContentPartPr>
              <p14:xfrm>
                <a:off x="771287" y="4201942"/>
                <a:ext cx="21960" cy="27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34CC361-3879-9E55-52E6-95FDEA5101A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53647" y="4183942"/>
                  <a:ext cx="5760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C59FFAF-1926-C516-E8B2-78F744BB5C34}"/>
              </a:ext>
            </a:extLst>
          </p:cNvPr>
          <p:cNvGrpSpPr/>
          <p:nvPr/>
        </p:nvGrpSpPr>
        <p:grpSpPr>
          <a:xfrm>
            <a:off x="1346207" y="3654022"/>
            <a:ext cx="679320" cy="294120"/>
            <a:chOff x="1346207" y="3654022"/>
            <a:chExt cx="679320" cy="2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7A6AC10-17F6-DCAD-AC60-492A90658B87}"/>
                    </a:ext>
                  </a:extLst>
                </p14:cNvPr>
                <p14:cNvContentPartPr/>
                <p14:nvPr/>
              </p14:nvContentPartPr>
              <p14:xfrm>
                <a:off x="1346207" y="3654022"/>
                <a:ext cx="235800" cy="294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7A6AC10-17F6-DCAD-AC60-492A90658B8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328207" y="3636022"/>
                  <a:ext cx="2714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5E0D903-D9D6-B8F6-E459-59030197E276}"/>
                    </a:ext>
                  </a:extLst>
                </p14:cNvPr>
                <p14:cNvContentPartPr/>
                <p14:nvPr/>
              </p14:nvContentPartPr>
              <p14:xfrm>
                <a:off x="1598927" y="3705862"/>
                <a:ext cx="205200" cy="211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5E0D903-D9D6-B8F6-E459-59030197E27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580927" y="3688222"/>
                  <a:ext cx="2408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8526E7C-5B45-9B4D-67FA-9CF4EB064775}"/>
                    </a:ext>
                  </a:extLst>
                </p14:cNvPr>
                <p14:cNvContentPartPr/>
                <p14:nvPr/>
              </p14:nvContentPartPr>
              <p14:xfrm>
                <a:off x="1872887" y="3675622"/>
                <a:ext cx="152640" cy="2494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8526E7C-5B45-9B4D-67FA-9CF4EB06477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854887" y="3657622"/>
                  <a:ext cx="188280" cy="28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C12740B-C1F4-4037-BE77-6740F23D2E2F}"/>
              </a:ext>
            </a:extLst>
          </p:cNvPr>
          <p:cNvGrpSpPr/>
          <p:nvPr/>
        </p:nvGrpSpPr>
        <p:grpSpPr>
          <a:xfrm>
            <a:off x="2491007" y="3616942"/>
            <a:ext cx="652680" cy="319680"/>
            <a:chOff x="2491007" y="3616942"/>
            <a:chExt cx="652680" cy="3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75A3124-714D-8E9B-3E35-D54FB1196352}"/>
                    </a:ext>
                  </a:extLst>
                </p14:cNvPr>
                <p14:cNvContentPartPr/>
                <p14:nvPr/>
              </p14:nvContentPartPr>
              <p14:xfrm>
                <a:off x="2491007" y="3616942"/>
                <a:ext cx="262080" cy="3196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75A3124-714D-8E9B-3E35-D54FB119635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473007" y="3598942"/>
                  <a:ext cx="2977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AA267F0-2AE8-5E76-B2C9-EB2D83BFD15B}"/>
                    </a:ext>
                  </a:extLst>
                </p14:cNvPr>
                <p14:cNvContentPartPr/>
                <p14:nvPr/>
              </p14:nvContentPartPr>
              <p14:xfrm>
                <a:off x="2945327" y="3755902"/>
                <a:ext cx="198360" cy="291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AA267F0-2AE8-5E76-B2C9-EB2D83BFD15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927687" y="3738262"/>
                  <a:ext cx="2340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A253BD9-381B-6740-170B-D83F0221FC2F}"/>
                    </a:ext>
                  </a:extLst>
                </p14:cNvPr>
                <p14:cNvContentPartPr/>
                <p14:nvPr/>
              </p14:nvContentPartPr>
              <p14:xfrm>
                <a:off x="3055847" y="3655102"/>
                <a:ext cx="36720" cy="185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A253BD9-381B-6740-170B-D83F0221FC2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037847" y="3637462"/>
                  <a:ext cx="72360" cy="22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65898E01-0EDF-C40C-5E10-637ABDB1D81B}"/>
                  </a:ext>
                </a:extLst>
              </p14:cNvPr>
              <p14:cNvContentPartPr/>
              <p14:nvPr/>
            </p14:nvContentPartPr>
            <p14:xfrm>
              <a:off x="3307847" y="3571222"/>
              <a:ext cx="205560" cy="31932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65898E01-0EDF-C40C-5E10-637ABDB1D81B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289847" y="3553582"/>
                <a:ext cx="241200" cy="35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356A2BE-5619-5595-FF1F-E58F92AC9CE8}"/>
              </a:ext>
            </a:extLst>
          </p:cNvPr>
          <p:cNvGrpSpPr/>
          <p:nvPr/>
        </p:nvGrpSpPr>
        <p:grpSpPr>
          <a:xfrm>
            <a:off x="2560127" y="2635942"/>
            <a:ext cx="307800" cy="538200"/>
            <a:chOff x="2560127" y="2635942"/>
            <a:chExt cx="307800" cy="53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0F195D9-7C17-74D7-88FC-E217B49ED3B4}"/>
                    </a:ext>
                  </a:extLst>
                </p14:cNvPr>
                <p14:cNvContentPartPr/>
                <p14:nvPr/>
              </p14:nvContentPartPr>
              <p14:xfrm>
                <a:off x="2638607" y="2635942"/>
                <a:ext cx="181080" cy="2426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0F195D9-7C17-74D7-88FC-E217B49ED3B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620607" y="2618302"/>
                  <a:ext cx="2167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4404F89-781F-4E7E-CCFB-42F6B487E092}"/>
                    </a:ext>
                  </a:extLst>
                </p14:cNvPr>
                <p14:cNvContentPartPr/>
                <p14:nvPr/>
              </p14:nvContentPartPr>
              <p14:xfrm>
                <a:off x="2560127" y="2934022"/>
                <a:ext cx="307800" cy="240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4404F89-781F-4E7E-CCFB-42F6B487E09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542127" y="2916382"/>
                  <a:ext cx="343440" cy="27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B6C4183F-3452-B65D-34F0-6401410047C2}"/>
              </a:ext>
            </a:extLst>
          </p:cNvPr>
          <p:cNvGrpSpPr/>
          <p:nvPr/>
        </p:nvGrpSpPr>
        <p:grpSpPr>
          <a:xfrm>
            <a:off x="3818687" y="3565462"/>
            <a:ext cx="294840" cy="386280"/>
            <a:chOff x="3818687" y="3565462"/>
            <a:chExt cx="294840" cy="38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0D43AA3-5DBD-FABC-6AC4-627E628AA4EE}"/>
                    </a:ext>
                  </a:extLst>
                </p14:cNvPr>
                <p14:cNvContentPartPr/>
                <p14:nvPr/>
              </p14:nvContentPartPr>
              <p14:xfrm>
                <a:off x="3818687" y="3565462"/>
                <a:ext cx="252360" cy="2232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0D43AA3-5DBD-FABC-6AC4-627E628AA4E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800687" y="3547822"/>
                  <a:ext cx="2880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FE5275C-B71B-33F9-83B0-34AA8EE0BD29}"/>
                    </a:ext>
                  </a:extLst>
                </p14:cNvPr>
                <p14:cNvContentPartPr/>
                <p14:nvPr/>
              </p14:nvContentPartPr>
              <p14:xfrm>
                <a:off x="3886367" y="3822862"/>
                <a:ext cx="227160" cy="128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FE5275C-B71B-33F9-83B0-34AA8EE0BD2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868367" y="3804862"/>
                  <a:ext cx="262800" cy="16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6BDB7C99-AD0F-FBAC-329D-F962D9629A2D}"/>
                  </a:ext>
                </a:extLst>
              </p14:cNvPr>
              <p14:cNvContentPartPr/>
              <p14:nvPr/>
            </p14:nvContentPartPr>
            <p14:xfrm>
              <a:off x="4414127" y="3497782"/>
              <a:ext cx="162720" cy="50112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6BDB7C99-AD0F-FBAC-329D-F962D9629A2D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396127" y="3479782"/>
                <a:ext cx="198360" cy="53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29E8CDA2-045A-76F9-529C-44E949C5529F}"/>
              </a:ext>
            </a:extLst>
          </p:cNvPr>
          <p:cNvGrpSpPr/>
          <p:nvPr/>
        </p:nvGrpSpPr>
        <p:grpSpPr>
          <a:xfrm>
            <a:off x="5124407" y="3499582"/>
            <a:ext cx="1206000" cy="369000"/>
            <a:chOff x="5124407" y="3499582"/>
            <a:chExt cx="1206000" cy="36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78625A6-5A63-8B92-286C-47254897F58A}"/>
                    </a:ext>
                  </a:extLst>
                </p14:cNvPr>
                <p14:cNvContentPartPr/>
                <p14:nvPr/>
              </p14:nvContentPartPr>
              <p14:xfrm>
                <a:off x="5124407" y="3499582"/>
                <a:ext cx="770760" cy="3690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78625A6-5A63-8B92-286C-47254897F58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106407" y="3481942"/>
                  <a:ext cx="80640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D6307ED-5F74-7C19-F453-5E7BA601D642}"/>
                    </a:ext>
                  </a:extLst>
                </p14:cNvPr>
                <p14:cNvContentPartPr/>
                <p14:nvPr/>
              </p14:nvContentPartPr>
              <p14:xfrm>
                <a:off x="5816327" y="3546382"/>
                <a:ext cx="47520" cy="27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D6307ED-5F74-7C19-F453-5E7BA601D64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98327" y="3528382"/>
                  <a:ext cx="83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30565CE-1418-12E0-4C70-ACAB9EEAE464}"/>
                    </a:ext>
                  </a:extLst>
                </p14:cNvPr>
                <p14:cNvContentPartPr/>
                <p14:nvPr/>
              </p14:nvContentPartPr>
              <p14:xfrm>
                <a:off x="5972927" y="3642862"/>
                <a:ext cx="172080" cy="1620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30565CE-1418-12E0-4C70-ACAB9EEAE46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955287" y="3624862"/>
                  <a:ext cx="207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7C05653-BA1B-52B5-B503-BCFD1B98C975}"/>
                    </a:ext>
                  </a:extLst>
                </p14:cNvPr>
                <p14:cNvContentPartPr/>
                <p14:nvPr/>
              </p14:nvContentPartPr>
              <p14:xfrm>
                <a:off x="6205487" y="3550702"/>
                <a:ext cx="124920" cy="2340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7C05653-BA1B-52B5-B503-BCFD1B98C97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187487" y="3532702"/>
                  <a:ext cx="160560" cy="26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33C47912-8882-60B5-389C-3846770CDA0D}"/>
              </a:ext>
            </a:extLst>
          </p:cNvPr>
          <p:cNvGrpSpPr/>
          <p:nvPr/>
        </p:nvGrpSpPr>
        <p:grpSpPr>
          <a:xfrm>
            <a:off x="6734327" y="3471502"/>
            <a:ext cx="261720" cy="309960"/>
            <a:chOff x="6734327" y="3471502"/>
            <a:chExt cx="261720" cy="30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D1F30CD-E0AD-C396-E436-DF8E100327E8}"/>
                    </a:ext>
                  </a:extLst>
                </p14:cNvPr>
                <p14:cNvContentPartPr/>
                <p14:nvPr/>
              </p14:nvContentPartPr>
              <p14:xfrm>
                <a:off x="6734327" y="3610462"/>
                <a:ext cx="36360" cy="1710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D1F30CD-E0AD-C396-E436-DF8E100327E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716327" y="3592822"/>
                  <a:ext cx="720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C3061B2-DE19-2837-E560-8B57B3D5A4A4}"/>
                    </a:ext>
                  </a:extLst>
                </p14:cNvPr>
                <p14:cNvContentPartPr/>
                <p14:nvPr/>
              </p14:nvContentPartPr>
              <p14:xfrm>
                <a:off x="6791207" y="3471502"/>
                <a:ext cx="2160" cy="64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C3061B2-DE19-2837-E560-8B57B3D5A4A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773207" y="3453502"/>
                  <a:ext cx="378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70D1BFC-9C5F-6450-A8ED-0D02D3577CBC}"/>
                    </a:ext>
                  </a:extLst>
                </p14:cNvPr>
                <p14:cNvContentPartPr/>
                <p14:nvPr/>
              </p14:nvContentPartPr>
              <p14:xfrm>
                <a:off x="6793727" y="3609022"/>
                <a:ext cx="202320" cy="1101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70D1BFC-9C5F-6450-A8ED-0D02D3577CB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775727" y="3591022"/>
                  <a:ext cx="23796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E465F424-C6F2-39D2-4B20-3E7B8A472E5F}"/>
              </a:ext>
            </a:extLst>
          </p:cNvPr>
          <p:cNvGrpSpPr/>
          <p:nvPr/>
        </p:nvGrpSpPr>
        <p:grpSpPr>
          <a:xfrm>
            <a:off x="7274327" y="3418942"/>
            <a:ext cx="834480" cy="299520"/>
            <a:chOff x="7274327" y="3418942"/>
            <a:chExt cx="834480" cy="29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91F5B28-3421-FDF2-58B1-4F743B2B7458}"/>
                    </a:ext>
                  </a:extLst>
                </p14:cNvPr>
                <p14:cNvContentPartPr/>
                <p14:nvPr/>
              </p14:nvContentPartPr>
              <p14:xfrm>
                <a:off x="7274327" y="3557542"/>
                <a:ext cx="239040" cy="1609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91F5B28-3421-FDF2-58B1-4F743B2B745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256327" y="3539902"/>
                  <a:ext cx="2746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415B82B-CBD9-A74D-1FFF-7558E3C0ACB2}"/>
                    </a:ext>
                  </a:extLst>
                </p14:cNvPr>
                <p14:cNvContentPartPr/>
                <p14:nvPr/>
              </p14:nvContentPartPr>
              <p14:xfrm>
                <a:off x="7616687" y="3555742"/>
                <a:ext cx="132120" cy="136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415B82B-CBD9-A74D-1FFF-7558E3C0ACB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599047" y="3538102"/>
                  <a:ext cx="1677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76D0A01-E132-B1BB-EA23-123DBAE8E616}"/>
                    </a:ext>
                  </a:extLst>
                </p14:cNvPr>
                <p14:cNvContentPartPr/>
                <p14:nvPr/>
              </p14:nvContentPartPr>
              <p14:xfrm>
                <a:off x="7934207" y="3418942"/>
                <a:ext cx="114120" cy="2534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76D0A01-E132-B1BB-EA23-123DBAE8E61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916207" y="3400942"/>
                  <a:ext cx="1497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DC00051-1382-270A-9293-1C3B958B866B}"/>
                    </a:ext>
                  </a:extLst>
                </p14:cNvPr>
                <p14:cNvContentPartPr/>
                <p14:nvPr/>
              </p14:nvContentPartPr>
              <p14:xfrm>
                <a:off x="7870487" y="3439822"/>
                <a:ext cx="238320" cy="49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DC00051-1382-270A-9293-1C3B958B866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852487" y="3422182"/>
                  <a:ext cx="27396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EFD75966-BE7D-D4D4-C9A3-31D1C45853FC}"/>
              </a:ext>
            </a:extLst>
          </p:cNvPr>
          <p:cNvGrpSpPr/>
          <p:nvPr/>
        </p:nvGrpSpPr>
        <p:grpSpPr>
          <a:xfrm>
            <a:off x="8440727" y="3382582"/>
            <a:ext cx="1693080" cy="391320"/>
            <a:chOff x="8440727" y="3382582"/>
            <a:chExt cx="1693080" cy="39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AE24019-EDB7-A534-50B6-5F8BF75E4CC5}"/>
                    </a:ext>
                  </a:extLst>
                </p14:cNvPr>
                <p14:cNvContentPartPr/>
                <p14:nvPr/>
              </p14:nvContentPartPr>
              <p14:xfrm>
                <a:off x="8576087" y="3382582"/>
                <a:ext cx="1287360" cy="3528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AE24019-EDB7-A534-50B6-5F8BF75E4CC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558447" y="3364942"/>
                  <a:ext cx="132300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15D73BD-8139-898B-F883-7275CFEB83D5}"/>
                    </a:ext>
                  </a:extLst>
                </p14:cNvPr>
                <p14:cNvContentPartPr/>
                <p14:nvPr/>
              </p14:nvContentPartPr>
              <p14:xfrm>
                <a:off x="8440727" y="3497422"/>
                <a:ext cx="446760" cy="147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15D73BD-8139-898B-F883-7275CFEB83D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423087" y="3479782"/>
                  <a:ext cx="4824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0172CA3-F7FD-F324-B798-B8DE58EB48E7}"/>
                    </a:ext>
                  </a:extLst>
                </p14:cNvPr>
                <p14:cNvContentPartPr/>
                <p14:nvPr/>
              </p14:nvContentPartPr>
              <p14:xfrm>
                <a:off x="10074767" y="3765982"/>
                <a:ext cx="59040" cy="79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0172CA3-F7FD-F324-B798-B8DE58EB48E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057127" y="3747982"/>
                  <a:ext cx="9468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B6F44D54-BE09-E713-6FCF-C8A37A44F023}"/>
              </a:ext>
            </a:extLst>
          </p:cNvPr>
          <p:cNvGrpSpPr/>
          <p:nvPr/>
        </p:nvGrpSpPr>
        <p:grpSpPr>
          <a:xfrm>
            <a:off x="10671647" y="3354502"/>
            <a:ext cx="797040" cy="381600"/>
            <a:chOff x="10671647" y="3354502"/>
            <a:chExt cx="797040" cy="38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2F45AE0-E77B-31FD-2C81-A5E3D01A0CE8}"/>
                    </a:ext>
                  </a:extLst>
                </p14:cNvPr>
                <p14:cNvContentPartPr/>
                <p14:nvPr/>
              </p14:nvContentPartPr>
              <p14:xfrm>
                <a:off x="10671647" y="3354502"/>
                <a:ext cx="339480" cy="3816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2F45AE0-E77B-31FD-2C81-A5E3D01A0CE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53647" y="3336862"/>
                  <a:ext cx="37512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7A6BDAB-F352-1D7C-CE56-49BEB03AEBD9}"/>
                    </a:ext>
                  </a:extLst>
                </p14:cNvPr>
                <p14:cNvContentPartPr/>
                <p14:nvPr/>
              </p14:nvContentPartPr>
              <p14:xfrm>
                <a:off x="11092487" y="3366382"/>
                <a:ext cx="231840" cy="351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7A6BDAB-F352-1D7C-CE56-49BEB03AEBD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074847" y="3348382"/>
                  <a:ext cx="2674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E1B905F-3CC0-05BC-BE24-8D3250A2D716}"/>
                    </a:ext>
                  </a:extLst>
                </p14:cNvPr>
                <p14:cNvContentPartPr/>
                <p14:nvPr/>
              </p14:nvContentPartPr>
              <p14:xfrm>
                <a:off x="11348807" y="3577702"/>
                <a:ext cx="119880" cy="157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E1B905F-3CC0-05BC-BE24-8D3250A2D71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331167" y="3559702"/>
                  <a:ext cx="1555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BAFCE86-3302-B522-49D2-65DB3B4D6A25}"/>
                    </a:ext>
                  </a:extLst>
                </p14:cNvPr>
                <p14:cNvContentPartPr/>
                <p14:nvPr/>
              </p14:nvContentPartPr>
              <p14:xfrm>
                <a:off x="11245127" y="3441622"/>
                <a:ext cx="57960" cy="320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BAFCE86-3302-B522-49D2-65DB3B4D6A2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227127" y="3423982"/>
                  <a:ext cx="9360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34B57B57-6EA1-E5C4-F622-E4F8E99D5ACB}"/>
              </a:ext>
            </a:extLst>
          </p:cNvPr>
          <p:cNvGrpSpPr/>
          <p:nvPr/>
        </p:nvGrpSpPr>
        <p:grpSpPr>
          <a:xfrm>
            <a:off x="604967" y="4308502"/>
            <a:ext cx="1915920" cy="746640"/>
            <a:chOff x="604967" y="4308502"/>
            <a:chExt cx="1915920" cy="74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0F49F06-40FC-7761-4D11-45BBE18AE621}"/>
                    </a:ext>
                  </a:extLst>
                </p14:cNvPr>
                <p14:cNvContentPartPr/>
                <p14:nvPr/>
              </p14:nvContentPartPr>
              <p14:xfrm>
                <a:off x="628007" y="4574902"/>
                <a:ext cx="12600" cy="1472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0F49F06-40FC-7761-4D11-45BBE18AE62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10007" y="4557262"/>
                  <a:ext cx="48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528F6C1-4210-CCAE-49A2-A03BA093D1E6}"/>
                    </a:ext>
                  </a:extLst>
                </p14:cNvPr>
                <p14:cNvContentPartPr/>
                <p14:nvPr/>
              </p14:nvContentPartPr>
              <p14:xfrm>
                <a:off x="604967" y="4466542"/>
                <a:ext cx="2880" cy="212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528F6C1-4210-CCAE-49A2-A03BA093D1E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86967" y="4448902"/>
                  <a:ext cx="385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0657970-BA36-F4CE-F6D3-03903E074523}"/>
                    </a:ext>
                  </a:extLst>
                </p14:cNvPr>
                <p14:cNvContentPartPr/>
                <p14:nvPr/>
              </p14:nvContentPartPr>
              <p14:xfrm>
                <a:off x="684167" y="4614502"/>
                <a:ext cx="160560" cy="1371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0657970-BA36-F4CE-F6D3-03903E07452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66167" y="4596502"/>
                  <a:ext cx="1962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663B72D-AE38-8669-C8A7-D25C12ED91E0}"/>
                    </a:ext>
                  </a:extLst>
                </p14:cNvPr>
                <p14:cNvContentPartPr/>
                <p14:nvPr/>
              </p14:nvContentPartPr>
              <p14:xfrm>
                <a:off x="932567" y="4586422"/>
                <a:ext cx="175680" cy="1504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663B72D-AE38-8669-C8A7-D25C12ED91E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14567" y="4568782"/>
                  <a:ext cx="2113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083449F-2818-C2CB-DBDE-374A040474BF}"/>
                    </a:ext>
                  </a:extLst>
                </p14:cNvPr>
                <p14:cNvContentPartPr/>
                <p14:nvPr/>
              </p14:nvContentPartPr>
              <p14:xfrm>
                <a:off x="1168367" y="4593262"/>
                <a:ext cx="89280" cy="4618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083449F-2818-C2CB-DBDE-374A040474B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50727" y="4575262"/>
                  <a:ext cx="12492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CBBECBD-03D0-4F37-6CFB-DA996CB1FCCB}"/>
                    </a:ext>
                  </a:extLst>
                </p14:cNvPr>
                <p14:cNvContentPartPr/>
                <p14:nvPr/>
              </p14:nvContentPartPr>
              <p14:xfrm>
                <a:off x="1336487" y="4584622"/>
                <a:ext cx="175320" cy="1760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CBBECBD-03D0-4F37-6CFB-DA996CB1FCC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318847" y="4566982"/>
                  <a:ext cx="2109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5E11244-752E-F121-F40C-78611FCF641D}"/>
                    </a:ext>
                  </a:extLst>
                </p14:cNvPr>
                <p14:cNvContentPartPr/>
                <p14:nvPr/>
              </p14:nvContentPartPr>
              <p14:xfrm>
                <a:off x="1603967" y="4599382"/>
                <a:ext cx="191160" cy="135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5E11244-752E-F121-F40C-78611FCF641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586327" y="4581382"/>
                  <a:ext cx="2268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7A998BD-590F-2DD9-67C8-6C1D9F9EB86A}"/>
                    </a:ext>
                  </a:extLst>
                </p14:cNvPr>
                <p14:cNvContentPartPr/>
                <p14:nvPr/>
              </p14:nvContentPartPr>
              <p14:xfrm>
                <a:off x="1821047" y="4308502"/>
                <a:ext cx="54720" cy="424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7A998BD-590F-2DD9-67C8-6C1D9F9EB86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803047" y="4290502"/>
                  <a:ext cx="9036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965BCFB-A1E2-4574-6BB9-6433873C4826}"/>
                    </a:ext>
                  </a:extLst>
                </p14:cNvPr>
                <p14:cNvContentPartPr/>
                <p14:nvPr/>
              </p14:nvContentPartPr>
              <p14:xfrm>
                <a:off x="2012207" y="4603702"/>
                <a:ext cx="43200" cy="1116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965BCFB-A1E2-4574-6BB9-6433873C482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994207" y="4585702"/>
                  <a:ext cx="788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1803F2C-0A1E-C83C-4E47-6837497A03D3}"/>
                    </a:ext>
                  </a:extLst>
                </p14:cNvPr>
                <p14:cNvContentPartPr/>
                <p14:nvPr/>
              </p14:nvContentPartPr>
              <p14:xfrm>
                <a:off x="2145047" y="4605142"/>
                <a:ext cx="166680" cy="1303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1803F2C-0A1E-C83C-4E47-6837497A03D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127047" y="4587142"/>
                  <a:ext cx="202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A9CA2A9-92E3-97DA-B548-48F126D91888}"/>
                    </a:ext>
                  </a:extLst>
                </p14:cNvPr>
                <p14:cNvContentPartPr/>
                <p14:nvPr/>
              </p14:nvContentPartPr>
              <p14:xfrm>
                <a:off x="2342327" y="4588222"/>
                <a:ext cx="178560" cy="1429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A9CA2A9-92E3-97DA-B548-48F126D9188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324327" y="4570582"/>
                  <a:ext cx="2142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74E44C8-A56B-2BA4-2760-3AAE98AD7F6E}"/>
                    </a:ext>
                  </a:extLst>
                </p14:cNvPr>
                <p14:cNvContentPartPr/>
                <p14:nvPr/>
              </p14:nvContentPartPr>
              <p14:xfrm>
                <a:off x="1993847" y="4446382"/>
                <a:ext cx="123840" cy="262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74E44C8-A56B-2BA4-2760-3AAE98AD7F6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975847" y="4428382"/>
                  <a:ext cx="159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8FF3A79-925E-4A4C-F1F3-2C9331E26B41}"/>
                    </a:ext>
                  </a:extLst>
                </p14:cNvPr>
                <p14:cNvContentPartPr/>
                <p14:nvPr/>
              </p14:nvContentPartPr>
              <p14:xfrm>
                <a:off x="1680287" y="4527742"/>
                <a:ext cx="223200" cy="259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8FF3A79-925E-4A4C-F1F3-2C9331E26B4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662647" y="4510102"/>
                  <a:ext cx="25884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88EDD572-5261-DDDF-650D-5CD3EE52C638}"/>
              </a:ext>
            </a:extLst>
          </p:cNvPr>
          <p:cNvGrpSpPr/>
          <p:nvPr/>
        </p:nvGrpSpPr>
        <p:grpSpPr>
          <a:xfrm>
            <a:off x="2927327" y="4557622"/>
            <a:ext cx="242640" cy="170280"/>
            <a:chOff x="2927327" y="4557622"/>
            <a:chExt cx="242640" cy="17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0BF881D-049C-D00D-DC53-3357B70AE7C6}"/>
                    </a:ext>
                  </a:extLst>
                </p14:cNvPr>
                <p14:cNvContentPartPr/>
                <p14:nvPr/>
              </p14:nvContentPartPr>
              <p14:xfrm>
                <a:off x="2927327" y="4557622"/>
                <a:ext cx="23400" cy="1573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0BF881D-049C-D00D-DC53-3357B70AE7C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909687" y="4539982"/>
                  <a:ext cx="590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61C7FC1-4DD9-52DD-C8FF-74DCCCE61D86}"/>
                    </a:ext>
                  </a:extLst>
                </p14:cNvPr>
                <p14:cNvContentPartPr/>
                <p14:nvPr/>
              </p14:nvContentPartPr>
              <p14:xfrm>
                <a:off x="3051167" y="4596502"/>
                <a:ext cx="118800" cy="1314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61C7FC1-4DD9-52DD-C8FF-74DCCCE61D8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033167" y="4578502"/>
                  <a:ext cx="154440" cy="16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4D4D122A-D1CE-D6EB-E7BF-FFD2F6975640}"/>
                  </a:ext>
                </a:extLst>
              </p14:cNvPr>
              <p14:cNvContentPartPr/>
              <p14:nvPr/>
            </p14:nvContentPartPr>
            <p14:xfrm>
              <a:off x="2951447" y="4393462"/>
              <a:ext cx="11520" cy="2880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4D4D122A-D1CE-D6EB-E7BF-FFD2F6975640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2933807" y="4375822"/>
                <a:ext cx="47160" cy="6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7A869D11-1078-87F0-12A8-551445615C40}"/>
              </a:ext>
            </a:extLst>
          </p:cNvPr>
          <p:cNvGrpSpPr/>
          <p:nvPr/>
        </p:nvGrpSpPr>
        <p:grpSpPr>
          <a:xfrm>
            <a:off x="3761807" y="4274662"/>
            <a:ext cx="777240" cy="416880"/>
            <a:chOff x="3761807" y="4274662"/>
            <a:chExt cx="777240" cy="41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4EF79C2-66A5-D7F2-4E4D-C9724D6B7F3B}"/>
                    </a:ext>
                  </a:extLst>
                </p14:cNvPr>
                <p14:cNvContentPartPr/>
                <p14:nvPr/>
              </p14:nvContentPartPr>
              <p14:xfrm>
                <a:off x="3761807" y="4543582"/>
                <a:ext cx="264240" cy="1479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4EF79C2-66A5-D7F2-4E4D-C9724D6B7F3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744167" y="4525942"/>
                  <a:ext cx="2998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871D11F-0E18-E1BF-2AE5-9BFE41E35D35}"/>
                    </a:ext>
                  </a:extLst>
                </p14:cNvPr>
                <p14:cNvContentPartPr/>
                <p14:nvPr/>
              </p14:nvContentPartPr>
              <p14:xfrm>
                <a:off x="4094447" y="4274662"/>
                <a:ext cx="444600" cy="4010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871D11F-0E18-E1BF-2AE5-9BFE41E35D3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076807" y="4257022"/>
                  <a:ext cx="48024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55E8A1B-7429-F08F-D787-FF7291BC4949}"/>
                    </a:ext>
                  </a:extLst>
                </p14:cNvPr>
                <p14:cNvContentPartPr/>
                <p14:nvPr/>
              </p14:nvContentPartPr>
              <p14:xfrm>
                <a:off x="4322687" y="4369342"/>
                <a:ext cx="143280" cy="388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55E8A1B-7429-F08F-D787-FF7291BC494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305047" y="4351702"/>
                  <a:ext cx="17892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E07DEDF3-6D58-EF9E-4D93-1BF2518BEF67}"/>
                  </a:ext>
                </a:extLst>
              </p14:cNvPr>
              <p14:cNvContentPartPr/>
              <p14:nvPr/>
            </p14:nvContentPartPr>
            <p14:xfrm>
              <a:off x="7599047" y="4807462"/>
              <a:ext cx="11520" cy="288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E07DEDF3-6D58-EF9E-4D93-1BF2518BEF67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7581047" y="4789462"/>
                <a:ext cx="4716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9" name="Group 198">
            <a:extLst>
              <a:ext uri="{FF2B5EF4-FFF2-40B4-BE49-F238E27FC236}">
                <a16:creationId xmlns:a16="http://schemas.microsoft.com/office/drawing/2014/main" id="{BAB0CE71-C367-5B1D-BF89-24DC16CE2F4E}"/>
              </a:ext>
            </a:extLst>
          </p:cNvPr>
          <p:cNvGrpSpPr/>
          <p:nvPr/>
        </p:nvGrpSpPr>
        <p:grpSpPr>
          <a:xfrm>
            <a:off x="581927" y="5333782"/>
            <a:ext cx="632520" cy="264240"/>
            <a:chOff x="581927" y="5333782"/>
            <a:chExt cx="632520" cy="26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7AA70F6-A924-34CE-67AE-79ACC5681BC7}"/>
                    </a:ext>
                  </a:extLst>
                </p14:cNvPr>
                <p14:cNvContentPartPr/>
                <p14:nvPr/>
              </p14:nvContentPartPr>
              <p14:xfrm>
                <a:off x="581927" y="5334502"/>
                <a:ext cx="102240" cy="2635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7AA70F6-A924-34CE-67AE-79ACC5681BC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64287" y="5316862"/>
                  <a:ext cx="1378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BF8840E-95C3-43F3-104F-1D5E119DF6EB}"/>
                    </a:ext>
                  </a:extLst>
                </p14:cNvPr>
                <p14:cNvContentPartPr/>
                <p14:nvPr/>
              </p14:nvContentPartPr>
              <p14:xfrm>
                <a:off x="626567" y="5333782"/>
                <a:ext cx="211320" cy="2358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BF8840E-95C3-43F3-104F-1D5E119DF6E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08927" y="5316142"/>
                  <a:ext cx="2469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A1C456A-307C-58B2-52F7-6F0F452E4FF1}"/>
                    </a:ext>
                  </a:extLst>
                </p14:cNvPr>
                <p14:cNvContentPartPr/>
                <p14:nvPr/>
              </p14:nvContentPartPr>
              <p14:xfrm>
                <a:off x="874247" y="5431342"/>
                <a:ext cx="102240" cy="153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A1C456A-307C-58B2-52F7-6F0F452E4FF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56247" y="5413702"/>
                  <a:ext cx="1378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DB78586-A9B4-BB72-4466-B9063B7A0AA6}"/>
                    </a:ext>
                  </a:extLst>
                </p14:cNvPr>
                <p14:cNvContentPartPr/>
                <p14:nvPr/>
              </p14:nvContentPartPr>
              <p14:xfrm>
                <a:off x="1062527" y="5461582"/>
                <a:ext cx="151920" cy="1281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DB78586-A9B4-BB72-4466-B9063B7A0AA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44887" y="5443582"/>
                  <a:ext cx="187560" cy="16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DE9707D7-D052-407A-4C3F-4CBE22F4DBEE}"/>
                  </a:ext>
                </a:extLst>
              </p14:cNvPr>
              <p14:cNvContentPartPr/>
              <p14:nvPr/>
            </p14:nvContentPartPr>
            <p14:xfrm>
              <a:off x="1440887" y="5329462"/>
              <a:ext cx="222480" cy="24516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DE9707D7-D052-407A-4C3F-4CBE22F4DBEE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423247" y="5311822"/>
                <a:ext cx="258120" cy="28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1BB98FD7-39E9-4148-AD84-91F34D69A407}"/>
              </a:ext>
            </a:extLst>
          </p:cNvPr>
          <p:cNvGrpSpPr/>
          <p:nvPr/>
        </p:nvGrpSpPr>
        <p:grpSpPr>
          <a:xfrm>
            <a:off x="2177447" y="5225422"/>
            <a:ext cx="1521720" cy="319680"/>
            <a:chOff x="2177447" y="5225422"/>
            <a:chExt cx="1521720" cy="3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A2C271B-3842-A19B-F886-76A1EA0BD257}"/>
                    </a:ext>
                  </a:extLst>
                </p14:cNvPr>
                <p14:cNvContentPartPr/>
                <p14:nvPr/>
              </p14:nvContentPartPr>
              <p14:xfrm>
                <a:off x="2177447" y="5362222"/>
                <a:ext cx="410760" cy="1828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A2C271B-3842-A19B-F886-76A1EA0BD25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159447" y="5344222"/>
                  <a:ext cx="4464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FC956EF-38FE-3463-74E8-FCC768A25066}"/>
                    </a:ext>
                  </a:extLst>
                </p14:cNvPr>
                <p14:cNvContentPartPr/>
                <p14:nvPr/>
              </p14:nvContentPartPr>
              <p14:xfrm>
                <a:off x="2681807" y="5393182"/>
                <a:ext cx="260640" cy="1404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FC956EF-38FE-3463-74E8-FCC768A2506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664167" y="5375542"/>
                  <a:ext cx="296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3698CAA-07E3-2B66-CC7A-A9112FCF57E3}"/>
                    </a:ext>
                  </a:extLst>
                </p14:cNvPr>
                <p14:cNvContentPartPr/>
                <p14:nvPr/>
              </p14:nvContentPartPr>
              <p14:xfrm>
                <a:off x="3027047" y="5225422"/>
                <a:ext cx="672120" cy="2876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3698CAA-07E3-2B66-CC7A-A9112FCF57E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009047" y="5207422"/>
                  <a:ext cx="7077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A5928C4-9158-8C8F-8E6E-9AA1272A792B}"/>
                    </a:ext>
                  </a:extLst>
                </p14:cNvPr>
                <p14:cNvContentPartPr/>
                <p14:nvPr/>
              </p14:nvContentPartPr>
              <p14:xfrm>
                <a:off x="3497207" y="5311822"/>
                <a:ext cx="172800" cy="68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A5928C4-9158-8C8F-8E6E-9AA1272A792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479207" y="5293822"/>
                  <a:ext cx="20844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4EC7DF5F-09F5-3211-9D46-CA3E86277C52}"/>
              </a:ext>
            </a:extLst>
          </p:cNvPr>
          <p:cNvGrpSpPr/>
          <p:nvPr/>
        </p:nvGrpSpPr>
        <p:grpSpPr>
          <a:xfrm>
            <a:off x="4125407" y="5194462"/>
            <a:ext cx="437760" cy="311400"/>
            <a:chOff x="4125407" y="5194462"/>
            <a:chExt cx="437760" cy="31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624F514-AF7C-5537-9CF3-D5F2525A597B}"/>
                    </a:ext>
                  </a:extLst>
                </p14:cNvPr>
                <p14:cNvContentPartPr/>
                <p14:nvPr/>
              </p14:nvContentPartPr>
              <p14:xfrm>
                <a:off x="4125407" y="5194462"/>
                <a:ext cx="162360" cy="3114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624F514-AF7C-5537-9CF3-D5F2525A597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107407" y="5176822"/>
                  <a:ext cx="1980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AD1CCE3-ED90-137C-E542-AC3E37650E80}"/>
                    </a:ext>
                  </a:extLst>
                </p14:cNvPr>
                <p14:cNvContentPartPr/>
                <p14:nvPr/>
              </p14:nvContentPartPr>
              <p14:xfrm>
                <a:off x="4392887" y="5361142"/>
                <a:ext cx="170280" cy="1166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AD1CCE3-ED90-137C-E542-AC3E37650E8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374887" y="5343142"/>
                  <a:ext cx="20592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10764FC-58AB-1EA5-905A-FE0AAD525F41}"/>
              </a:ext>
            </a:extLst>
          </p:cNvPr>
          <p:cNvGrpSpPr/>
          <p:nvPr/>
        </p:nvGrpSpPr>
        <p:grpSpPr>
          <a:xfrm>
            <a:off x="4966727" y="4189702"/>
            <a:ext cx="2188440" cy="1314000"/>
            <a:chOff x="4966727" y="4189702"/>
            <a:chExt cx="2188440" cy="131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A1604F2-0B44-982E-AC0F-9D5E882A0E04}"/>
                    </a:ext>
                  </a:extLst>
                </p14:cNvPr>
                <p14:cNvContentPartPr/>
                <p14:nvPr/>
              </p14:nvContentPartPr>
              <p14:xfrm>
                <a:off x="4966727" y="4457902"/>
                <a:ext cx="157320" cy="1836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A1604F2-0B44-982E-AC0F-9D5E882A0E0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949087" y="4439902"/>
                  <a:ext cx="1929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08E774E-03E3-190C-40AC-D67AFE5B0805}"/>
                    </a:ext>
                  </a:extLst>
                </p14:cNvPr>
                <p14:cNvContentPartPr/>
                <p14:nvPr/>
              </p14:nvContentPartPr>
              <p14:xfrm>
                <a:off x="5299367" y="4451062"/>
                <a:ext cx="213840" cy="1537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08E774E-03E3-190C-40AC-D67AFE5B080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281727" y="4433422"/>
                  <a:ext cx="2494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F10D834-65A1-45D8-31E2-8A5D8DF5CAD8}"/>
                    </a:ext>
                  </a:extLst>
                </p14:cNvPr>
                <p14:cNvContentPartPr/>
                <p14:nvPr/>
              </p14:nvContentPartPr>
              <p14:xfrm>
                <a:off x="5673767" y="4338742"/>
                <a:ext cx="24840" cy="2682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F10D834-65A1-45D8-31E2-8A5D8DF5CAD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655767" y="4320742"/>
                  <a:ext cx="604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17D8EB7-52E0-52AB-1EA2-0221F2B1576F}"/>
                    </a:ext>
                  </a:extLst>
                </p14:cNvPr>
                <p14:cNvContentPartPr/>
                <p14:nvPr/>
              </p14:nvContentPartPr>
              <p14:xfrm>
                <a:off x="5844767" y="4488862"/>
                <a:ext cx="24480" cy="914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17D8EB7-52E0-52AB-1EA2-0221F2B1576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827127" y="4471222"/>
                  <a:ext cx="601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E6388E1-545B-96D8-6F32-B06CA1626477}"/>
                    </a:ext>
                  </a:extLst>
                </p14:cNvPr>
                <p14:cNvContentPartPr/>
                <p14:nvPr/>
              </p14:nvContentPartPr>
              <p14:xfrm>
                <a:off x="5641367" y="4334782"/>
                <a:ext cx="101880" cy="518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E6388E1-545B-96D8-6F32-B06CA162647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623367" y="4316782"/>
                  <a:ext cx="137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1859B78-E37D-1F98-50E9-6B9680F6D4F3}"/>
                    </a:ext>
                  </a:extLst>
                </p14:cNvPr>
                <p14:cNvContentPartPr/>
                <p14:nvPr/>
              </p14:nvContentPartPr>
              <p14:xfrm>
                <a:off x="6065087" y="4223182"/>
                <a:ext cx="537120" cy="8658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1859B78-E37D-1F98-50E9-6B9680F6D4F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047447" y="4205542"/>
                  <a:ext cx="572760" cy="90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CE1240F-1E35-E198-73DE-2976EDCCB46D}"/>
                    </a:ext>
                  </a:extLst>
                </p14:cNvPr>
                <p14:cNvContentPartPr/>
                <p14:nvPr/>
              </p14:nvContentPartPr>
              <p14:xfrm>
                <a:off x="6650087" y="4344142"/>
                <a:ext cx="14760" cy="298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CE1240F-1E35-E198-73DE-2976EDCCB46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632447" y="4326502"/>
                  <a:ext cx="504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FDBEE79-5BD3-8B6F-8537-A4CB6E0DE541}"/>
                    </a:ext>
                  </a:extLst>
                </p14:cNvPr>
                <p14:cNvContentPartPr/>
                <p14:nvPr/>
              </p14:nvContentPartPr>
              <p14:xfrm>
                <a:off x="6660167" y="4465462"/>
                <a:ext cx="173520" cy="1414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FDBEE79-5BD3-8B6F-8537-A4CB6E0DE54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642167" y="4447462"/>
                  <a:ext cx="209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556EC00-CA88-8CC1-9C0C-137673ADBB67}"/>
                    </a:ext>
                  </a:extLst>
                </p14:cNvPr>
                <p14:cNvContentPartPr/>
                <p14:nvPr/>
              </p14:nvContentPartPr>
              <p14:xfrm>
                <a:off x="6984527" y="4189702"/>
                <a:ext cx="165600" cy="4075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556EC00-CA88-8CC1-9C0C-137673ADBB6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966887" y="4172062"/>
                  <a:ext cx="20124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B0D6E9D-EC40-7C4C-9B25-1A6BC7AA2132}"/>
                    </a:ext>
                  </a:extLst>
                </p14:cNvPr>
                <p14:cNvContentPartPr/>
                <p14:nvPr/>
              </p14:nvContentPartPr>
              <p14:xfrm>
                <a:off x="5283527" y="5306422"/>
                <a:ext cx="321120" cy="1544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B0D6E9D-EC40-7C4C-9B25-1A6BC7AA213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265887" y="5288782"/>
                  <a:ext cx="3567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209085A-2BC6-2403-37AC-DF61F626D1A1}"/>
                    </a:ext>
                  </a:extLst>
                </p14:cNvPr>
                <p14:cNvContentPartPr/>
                <p14:nvPr/>
              </p14:nvContentPartPr>
              <p14:xfrm>
                <a:off x="5631287" y="5213542"/>
                <a:ext cx="71280" cy="2275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209085A-2BC6-2403-37AC-DF61F626D1A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613647" y="5195542"/>
                  <a:ext cx="1069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71BBE4E-5C63-3004-0495-D12052114B8C}"/>
                    </a:ext>
                  </a:extLst>
                </p14:cNvPr>
                <p14:cNvContentPartPr/>
                <p14:nvPr/>
              </p14:nvContentPartPr>
              <p14:xfrm>
                <a:off x="5819567" y="5198422"/>
                <a:ext cx="55440" cy="2275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71BBE4E-5C63-3004-0495-D12052114B8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801567" y="5180422"/>
                  <a:ext cx="910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9045837-C569-22CC-5BEC-2D297BDD5308}"/>
                    </a:ext>
                  </a:extLst>
                </p14:cNvPr>
                <p14:cNvContentPartPr/>
                <p14:nvPr/>
              </p14:nvContentPartPr>
              <p14:xfrm>
                <a:off x="5572967" y="5288782"/>
                <a:ext cx="300240" cy="345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9045837-C569-22CC-5BEC-2D297BDD530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554967" y="5271142"/>
                  <a:ext cx="3358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B6B7554-F443-5C62-EF75-1D5B26A00F87}"/>
                    </a:ext>
                  </a:extLst>
                </p14:cNvPr>
                <p14:cNvContentPartPr/>
                <p14:nvPr/>
              </p14:nvContentPartPr>
              <p14:xfrm>
                <a:off x="6028367" y="5293462"/>
                <a:ext cx="272520" cy="1314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B6B7554-F443-5C62-EF75-1D5B26A00F8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010727" y="5275822"/>
                  <a:ext cx="3081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36464FB-A304-279B-7BED-8FA0398DB80F}"/>
                    </a:ext>
                  </a:extLst>
                </p14:cNvPr>
                <p14:cNvContentPartPr/>
                <p14:nvPr/>
              </p14:nvContentPartPr>
              <p14:xfrm>
                <a:off x="6338687" y="5301022"/>
                <a:ext cx="26280" cy="946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36464FB-A304-279B-7BED-8FA0398DB80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320687" y="5283022"/>
                  <a:ext cx="619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0648E59-0F8F-230F-C607-D777E0CC294B}"/>
                    </a:ext>
                  </a:extLst>
                </p14:cNvPr>
                <p14:cNvContentPartPr/>
                <p14:nvPr/>
              </p14:nvContentPartPr>
              <p14:xfrm>
                <a:off x="6377927" y="5152342"/>
                <a:ext cx="21960" cy="324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0648E59-0F8F-230F-C607-D777E0CC294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360287" y="5134702"/>
                  <a:ext cx="576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A91449A-2478-4C3C-3757-E87FD9D0606A}"/>
                    </a:ext>
                  </a:extLst>
                </p14:cNvPr>
                <p14:cNvContentPartPr/>
                <p14:nvPr/>
              </p14:nvContentPartPr>
              <p14:xfrm>
                <a:off x="6482687" y="5306782"/>
                <a:ext cx="345960" cy="1479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A91449A-2478-4C3C-3757-E87FD9D0606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464687" y="5289142"/>
                  <a:ext cx="381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417831E-4827-7A41-7B6E-C1D66F390F4C}"/>
                    </a:ext>
                  </a:extLst>
                </p14:cNvPr>
                <p14:cNvContentPartPr/>
                <p14:nvPr/>
              </p14:nvContentPartPr>
              <p14:xfrm>
                <a:off x="6941687" y="5099062"/>
                <a:ext cx="213480" cy="4046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417831E-4827-7A41-7B6E-C1D66F390F4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924047" y="5081062"/>
                  <a:ext cx="249120" cy="44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721EC05-D2B6-3A36-CF4C-341904CD82A4}"/>
              </a:ext>
            </a:extLst>
          </p:cNvPr>
          <p:cNvGrpSpPr/>
          <p:nvPr/>
        </p:nvGrpSpPr>
        <p:grpSpPr>
          <a:xfrm>
            <a:off x="7595447" y="5091862"/>
            <a:ext cx="861480" cy="375480"/>
            <a:chOff x="7595447" y="5091862"/>
            <a:chExt cx="861480" cy="37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7B18907-3D7E-1AAB-346F-BAF770FBB768}"/>
                    </a:ext>
                  </a:extLst>
                </p14:cNvPr>
                <p14:cNvContentPartPr/>
                <p14:nvPr/>
              </p14:nvContentPartPr>
              <p14:xfrm>
                <a:off x="7595447" y="5278342"/>
                <a:ext cx="526680" cy="1890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7B18907-3D7E-1AAB-346F-BAF770FBB76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577447" y="5260342"/>
                  <a:ext cx="5623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F571F06-3E18-2EA3-D218-1EF5EFA136F5}"/>
                    </a:ext>
                  </a:extLst>
                </p14:cNvPr>
                <p14:cNvContentPartPr/>
                <p14:nvPr/>
              </p14:nvContentPartPr>
              <p14:xfrm>
                <a:off x="8228327" y="5091862"/>
                <a:ext cx="228600" cy="3250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F571F06-3E18-2EA3-D218-1EF5EFA136F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210327" y="5073862"/>
                  <a:ext cx="264240" cy="36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48485FB4-1BA6-81B0-8747-5ACA67CED088}"/>
              </a:ext>
            </a:extLst>
          </p:cNvPr>
          <p:cNvGrpSpPr/>
          <p:nvPr/>
        </p:nvGrpSpPr>
        <p:grpSpPr>
          <a:xfrm>
            <a:off x="9176207" y="5030302"/>
            <a:ext cx="1135080" cy="329400"/>
            <a:chOff x="9176207" y="5030302"/>
            <a:chExt cx="1135080" cy="32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B1340CF-759D-D6AA-5C44-1D570F4B4A2C}"/>
                    </a:ext>
                  </a:extLst>
                </p14:cNvPr>
                <p14:cNvContentPartPr/>
                <p14:nvPr/>
              </p14:nvContentPartPr>
              <p14:xfrm>
                <a:off x="9176207" y="5030302"/>
                <a:ext cx="735840" cy="3294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B1340CF-759D-D6AA-5C44-1D570F4B4A2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158207" y="5012662"/>
                  <a:ext cx="77148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87DA5AC-215D-8B69-50BA-2B3D152CD01E}"/>
                    </a:ext>
                  </a:extLst>
                </p14:cNvPr>
                <p14:cNvContentPartPr/>
                <p14:nvPr/>
              </p14:nvContentPartPr>
              <p14:xfrm>
                <a:off x="10016087" y="5110582"/>
                <a:ext cx="295200" cy="1810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87DA5AC-215D-8B69-50BA-2B3D152CD01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998087" y="5092582"/>
                  <a:ext cx="33084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1FD02E00-7EAC-7C8C-FB3F-F04943C9D2B8}"/>
              </a:ext>
            </a:extLst>
          </p:cNvPr>
          <p:cNvGrpSpPr/>
          <p:nvPr/>
        </p:nvGrpSpPr>
        <p:grpSpPr>
          <a:xfrm>
            <a:off x="583367" y="5943262"/>
            <a:ext cx="1572480" cy="398520"/>
            <a:chOff x="583367" y="5943262"/>
            <a:chExt cx="1572480" cy="39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19BE885-1AE0-5E40-B7FB-45C04D5866D1}"/>
                    </a:ext>
                  </a:extLst>
                </p14:cNvPr>
                <p14:cNvContentPartPr/>
                <p14:nvPr/>
              </p14:nvContentPartPr>
              <p14:xfrm>
                <a:off x="583367" y="6090142"/>
                <a:ext cx="203040" cy="2332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19BE885-1AE0-5E40-B7FB-45C04D5866D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65367" y="6072502"/>
                  <a:ext cx="2386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A2D8929-041D-0ACE-48B9-C2103B1610A5}"/>
                    </a:ext>
                  </a:extLst>
                </p14:cNvPr>
                <p14:cNvContentPartPr/>
                <p14:nvPr/>
              </p14:nvContentPartPr>
              <p14:xfrm>
                <a:off x="765527" y="6044422"/>
                <a:ext cx="657000" cy="2973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A2D8929-041D-0ACE-48B9-C2103B1610A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47527" y="6026782"/>
                  <a:ext cx="6926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F3419A3-99BB-FDDC-6341-B7645B3A489E}"/>
                    </a:ext>
                  </a:extLst>
                </p14:cNvPr>
                <p14:cNvContentPartPr/>
                <p14:nvPr/>
              </p14:nvContentPartPr>
              <p14:xfrm>
                <a:off x="1486607" y="5943262"/>
                <a:ext cx="204840" cy="3466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F3419A3-99BB-FDDC-6341-B7645B3A489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468607" y="5925622"/>
                  <a:ext cx="24048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5D848F3-D117-2BDB-7349-4833B841926C}"/>
                    </a:ext>
                  </a:extLst>
                </p14:cNvPr>
                <p14:cNvContentPartPr/>
                <p14:nvPr/>
              </p14:nvContentPartPr>
              <p14:xfrm>
                <a:off x="1772807" y="6129742"/>
                <a:ext cx="153000" cy="1735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5D848F3-D117-2BDB-7349-4833B841926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755167" y="6112102"/>
                  <a:ext cx="1886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D59702E-80BF-037A-53FB-C7E79BDA596C}"/>
                    </a:ext>
                  </a:extLst>
                </p14:cNvPr>
                <p14:cNvContentPartPr/>
                <p14:nvPr/>
              </p14:nvContentPartPr>
              <p14:xfrm>
                <a:off x="1983047" y="6158902"/>
                <a:ext cx="172800" cy="1756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D59702E-80BF-037A-53FB-C7E79BDA596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965047" y="6141262"/>
                  <a:ext cx="2084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87DC40B-1428-BAC9-41A4-3C78E0FC2ED0}"/>
                    </a:ext>
                  </a:extLst>
                </p14:cNvPr>
                <p14:cNvContentPartPr/>
                <p14:nvPr/>
              </p14:nvContentPartPr>
              <p14:xfrm>
                <a:off x="1754807" y="6036862"/>
                <a:ext cx="93240" cy="158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87DC40B-1428-BAC9-41A4-3C78E0FC2ED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736807" y="6019222"/>
                  <a:ext cx="128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4A59385-2356-A921-0236-4B1E9A485EBB}"/>
                    </a:ext>
                  </a:extLst>
                </p14:cNvPr>
                <p14:cNvContentPartPr/>
                <p14:nvPr/>
              </p14:nvContentPartPr>
              <p14:xfrm>
                <a:off x="1324967" y="6077182"/>
                <a:ext cx="214200" cy="298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4A59385-2356-A921-0236-4B1E9A485EB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306967" y="6059182"/>
                  <a:ext cx="24984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828A73B2-55FF-FDB3-F8B3-F0D539733F80}"/>
              </a:ext>
            </a:extLst>
          </p:cNvPr>
          <p:cNvGrpSpPr/>
          <p:nvPr/>
        </p:nvGrpSpPr>
        <p:grpSpPr>
          <a:xfrm>
            <a:off x="2713487" y="6099142"/>
            <a:ext cx="209520" cy="183600"/>
            <a:chOff x="2713487" y="6099142"/>
            <a:chExt cx="209520" cy="18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4E9C0869-0B50-0BF6-B7EB-B0BC3ED33450}"/>
                    </a:ext>
                  </a:extLst>
                </p14:cNvPr>
                <p14:cNvContentPartPr/>
                <p14:nvPr/>
              </p14:nvContentPartPr>
              <p14:xfrm>
                <a:off x="2713487" y="6120742"/>
                <a:ext cx="57240" cy="1620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4E9C0869-0B50-0BF6-B7EB-B0BC3ED3345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695487" y="6103102"/>
                  <a:ext cx="928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15DC6A6-5C74-7112-C811-136A90F0360A}"/>
                    </a:ext>
                  </a:extLst>
                </p14:cNvPr>
                <p14:cNvContentPartPr/>
                <p14:nvPr/>
              </p14:nvContentPartPr>
              <p14:xfrm>
                <a:off x="2816087" y="6099142"/>
                <a:ext cx="106920" cy="1710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15DC6A6-5C74-7112-C811-136A90F0360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798447" y="6081502"/>
                  <a:ext cx="142560" cy="20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D25422A4-4A65-3CF1-BE85-52889784549F}"/>
                  </a:ext>
                </a:extLst>
              </p14:cNvPr>
              <p14:cNvContentPartPr/>
              <p14:nvPr/>
            </p14:nvContentPartPr>
            <p14:xfrm>
              <a:off x="2792687" y="5941822"/>
              <a:ext cx="18360" cy="2952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D25422A4-4A65-3CF1-BE85-52889784549F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2774687" y="5923822"/>
                <a:ext cx="54000" cy="6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Group 234">
            <a:extLst>
              <a:ext uri="{FF2B5EF4-FFF2-40B4-BE49-F238E27FC236}">
                <a16:creationId xmlns:a16="http://schemas.microsoft.com/office/drawing/2014/main" id="{EA9C7746-7235-D610-EF0E-226254B9634D}"/>
              </a:ext>
            </a:extLst>
          </p:cNvPr>
          <p:cNvGrpSpPr/>
          <p:nvPr/>
        </p:nvGrpSpPr>
        <p:grpSpPr>
          <a:xfrm>
            <a:off x="3388847" y="5799622"/>
            <a:ext cx="2287080" cy="462960"/>
            <a:chOff x="3388847" y="5799622"/>
            <a:chExt cx="2287080" cy="46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2107F0C-B607-0A99-0E63-A74D00EE6557}"/>
                    </a:ext>
                  </a:extLst>
                </p14:cNvPr>
                <p14:cNvContentPartPr/>
                <p14:nvPr/>
              </p14:nvContentPartPr>
              <p14:xfrm>
                <a:off x="3388847" y="6117502"/>
                <a:ext cx="31680" cy="1450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2107F0C-B607-0A99-0E63-A74D00EE655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371207" y="6099862"/>
                  <a:ext cx="673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F2F7037-2FCF-991E-D77F-2E86A9D66257}"/>
                    </a:ext>
                  </a:extLst>
                </p14:cNvPr>
                <p14:cNvContentPartPr/>
                <p14:nvPr/>
              </p14:nvContentPartPr>
              <p14:xfrm>
                <a:off x="3437807" y="6014542"/>
                <a:ext cx="18360" cy="277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F2F7037-2FCF-991E-D77F-2E86A9D6625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419807" y="5996902"/>
                  <a:ext cx="54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4909875-CA9D-6EFD-E814-302D45FDF8F0}"/>
                    </a:ext>
                  </a:extLst>
                </p14:cNvPr>
                <p14:cNvContentPartPr/>
                <p14:nvPr/>
              </p14:nvContentPartPr>
              <p14:xfrm>
                <a:off x="3505847" y="6105262"/>
                <a:ext cx="163440" cy="1512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4909875-CA9D-6EFD-E814-302D45FDF8F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487847" y="6087262"/>
                  <a:ext cx="199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0B854B3-D62B-0D03-4CFB-3B236E426FE9}"/>
                    </a:ext>
                  </a:extLst>
                </p14:cNvPr>
                <p14:cNvContentPartPr/>
                <p14:nvPr/>
              </p14:nvContentPartPr>
              <p14:xfrm>
                <a:off x="3767927" y="6076462"/>
                <a:ext cx="308880" cy="1663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0B854B3-D62B-0D03-4CFB-3B236E426FE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749927" y="6058822"/>
                  <a:ext cx="344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502099B-D693-DFCC-D593-AAA35E12F5C5}"/>
                    </a:ext>
                  </a:extLst>
                </p14:cNvPr>
                <p14:cNvContentPartPr/>
                <p14:nvPr/>
              </p14:nvContentPartPr>
              <p14:xfrm>
                <a:off x="4138367" y="6067822"/>
                <a:ext cx="179280" cy="1591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502099B-D693-DFCC-D593-AAA35E12F5C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120727" y="6050182"/>
                  <a:ext cx="2149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2094840-CBAF-C355-1BED-13DC7D35F120}"/>
                    </a:ext>
                  </a:extLst>
                </p14:cNvPr>
                <p14:cNvContentPartPr/>
                <p14:nvPr/>
              </p14:nvContentPartPr>
              <p14:xfrm>
                <a:off x="4404767" y="6038302"/>
                <a:ext cx="111600" cy="1753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2094840-CBAF-C355-1BED-13DC7D35F12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386767" y="6020662"/>
                  <a:ext cx="1472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9020125-6AA5-B3AC-B7CA-701D96677376}"/>
                    </a:ext>
                  </a:extLst>
                </p14:cNvPr>
                <p14:cNvContentPartPr/>
                <p14:nvPr/>
              </p14:nvContentPartPr>
              <p14:xfrm>
                <a:off x="4581167" y="6043702"/>
                <a:ext cx="30600" cy="1616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9020125-6AA5-B3AC-B7CA-701D9667737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563527" y="6026062"/>
                  <a:ext cx="662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2A779B6-027F-CDC2-A81E-7C14C516C45B}"/>
                    </a:ext>
                  </a:extLst>
                </p14:cNvPr>
                <p14:cNvContentPartPr/>
                <p14:nvPr/>
              </p14:nvContentPartPr>
              <p14:xfrm>
                <a:off x="4625807" y="5939302"/>
                <a:ext cx="16920" cy="234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2A779B6-027F-CDC2-A81E-7C14C516C45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608167" y="5921302"/>
                  <a:ext cx="52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CC9FA36-04CB-CFFD-C3E4-3B7C285B5FF9}"/>
                    </a:ext>
                  </a:extLst>
                </p14:cNvPr>
                <p14:cNvContentPartPr/>
                <p14:nvPr/>
              </p14:nvContentPartPr>
              <p14:xfrm>
                <a:off x="4682687" y="6067822"/>
                <a:ext cx="114840" cy="1263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CC9FA36-04CB-CFFD-C3E4-3B7C285B5FF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665047" y="6049822"/>
                  <a:ext cx="1504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CCAEFD4-E5A3-7BB8-7C68-F41D4FC2F970}"/>
                    </a:ext>
                  </a:extLst>
                </p14:cNvPr>
                <p14:cNvContentPartPr/>
                <p14:nvPr/>
              </p14:nvContentPartPr>
              <p14:xfrm>
                <a:off x="4876727" y="5799622"/>
                <a:ext cx="109800" cy="4204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CCAEFD4-E5A3-7BB8-7C68-F41D4FC2F97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859087" y="5781622"/>
                  <a:ext cx="14544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293C4F4-1FD5-588A-FFFD-6700B1E6D819}"/>
                    </a:ext>
                  </a:extLst>
                </p14:cNvPr>
                <p14:cNvContentPartPr/>
                <p14:nvPr/>
              </p14:nvContentPartPr>
              <p14:xfrm>
                <a:off x="4840367" y="5966302"/>
                <a:ext cx="143280" cy="183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293C4F4-1FD5-588A-FFFD-6700B1E6D819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822727" y="5948662"/>
                  <a:ext cx="1789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8060394-7B1A-1BB6-74E1-56D237E52347}"/>
                    </a:ext>
                  </a:extLst>
                </p14:cNvPr>
                <p14:cNvContentPartPr/>
                <p14:nvPr/>
              </p14:nvContentPartPr>
              <p14:xfrm>
                <a:off x="5064647" y="6058102"/>
                <a:ext cx="144000" cy="1368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8060394-7B1A-1BB6-74E1-56D237E5234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046647" y="6040102"/>
                  <a:ext cx="1796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928CE3D-F89B-CA59-3320-2AE26FB05244}"/>
                    </a:ext>
                  </a:extLst>
                </p14:cNvPr>
                <p14:cNvContentPartPr/>
                <p14:nvPr/>
              </p14:nvContentPartPr>
              <p14:xfrm>
                <a:off x="5241407" y="6087262"/>
                <a:ext cx="223560" cy="1141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928CE3D-F89B-CA59-3320-2AE26FB0524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223407" y="6069262"/>
                  <a:ext cx="2592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685AC77-F95B-FA55-8ED9-7A9B323EB990}"/>
                    </a:ext>
                  </a:extLst>
                </p14:cNvPr>
                <p14:cNvContentPartPr/>
                <p14:nvPr/>
              </p14:nvContentPartPr>
              <p14:xfrm>
                <a:off x="5618687" y="5846422"/>
                <a:ext cx="57240" cy="3585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685AC77-F95B-FA55-8ED9-7A9B323EB990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600687" y="5828782"/>
                  <a:ext cx="9288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4736899-F892-E85F-0BB9-67842CD4946A}"/>
                    </a:ext>
                  </a:extLst>
                </p14:cNvPr>
                <p14:cNvContentPartPr/>
                <p14:nvPr/>
              </p14:nvContentPartPr>
              <p14:xfrm>
                <a:off x="5326007" y="6029662"/>
                <a:ext cx="159840" cy="226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4736899-F892-E85F-0BB9-67842CD4946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308007" y="6011662"/>
                  <a:ext cx="19548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0E2F7EF2-4909-1F3F-E562-60798CDC018C}"/>
                  </a:ext>
                </a:extLst>
              </p14:cNvPr>
              <p14:cNvContentPartPr/>
              <p14:nvPr/>
            </p14:nvContentPartPr>
            <p14:xfrm>
              <a:off x="6223487" y="6130822"/>
              <a:ext cx="360" cy="36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0E2F7EF2-4909-1F3F-E562-60798CDC018C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6205487" y="6113182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6672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55DA51E-879E-8B80-8E33-27C6120B96CE}"/>
              </a:ext>
            </a:extLst>
          </p:cNvPr>
          <p:cNvGrpSpPr/>
          <p:nvPr/>
        </p:nvGrpSpPr>
        <p:grpSpPr>
          <a:xfrm>
            <a:off x="557256" y="169582"/>
            <a:ext cx="2036520" cy="314280"/>
            <a:chOff x="557256" y="169582"/>
            <a:chExt cx="203652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9969D3B-3F41-501A-7040-7BFF5869039A}"/>
                    </a:ext>
                  </a:extLst>
                </p14:cNvPr>
                <p14:cNvContentPartPr/>
                <p14:nvPr/>
              </p14:nvContentPartPr>
              <p14:xfrm>
                <a:off x="557256" y="173902"/>
                <a:ext cx="271800" cy="297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9969D3B-3F41-501A-7040-7BFF5869039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39256" y="155902"/>
                  <a:ext cx="3074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B516273-3992-2D10-9E8A-210705C131C0}"/>
                    </a:ext>
                  </a:extLst>
                </p14:cNvPr>
                <p14:cNvContentPartPr/>
                <p14:nvPr/>
              </p14:nvContentPartPr>
              <p14:xfrm>
                <a:off x="853896" y="169582"/>
                <a:ext cx="713520" cy="302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B516273-3992-2D10-9E8A-210705C131C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5896" y="151942"/>
                  <a:ext cx="7491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9805FC1-23E8-7E43-F225-D96400868A78}"/>
                    </a:ext>
                  </a:extLst>
                </p14:cNvPr>
                <p14:cNvContentPartPr/>
                <p14:nvPr/>
              </p14:nvContentPartPr>
              <p14:xfrm>
                <a:off x="1890696" y="204862"/>
                <a:ext cx="252720" cy="279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9805FC1-23E8-7E43-F225-D96400868A7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72696" y="187222"/>
                  <a:ext cx="2883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323F1A0-6115-192E-EFE8-B2FD76C081F4}"/>
                    </a:ext>
                  </a:extLst>
                </p14:cNvPr>
                <p14:cNvContentPartPr/>
                <p14:nvPr/>
              </p14:nvContentPartPr>
              <p14:xfrm>
                <a:off x="2238456" y="228622"/>
                <a:ext cx="355320" cy="225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323F1A0-6115-192E-EFE8-B2FD76C081F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20456" y="210982"/>
                  <a:ext cx="3909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2F426F2-017D-E8A5-76DF-578C7353B07D}"/>
                    </a:ext>
                  </a:extLst>
                </p14:cNvPr>
                <p14:cNvContentPartPr/>
                <p14:nvPr/>
              </p14:nvContentPartPr>
              <p14:xfrm>
                <a:off x="2008056" y="297382"/>
                <a:ext cx="217440" cy="15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2F426F2-017D-E8A5-76DF-578C7353B07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90416" y="279742"/>
                  <a:ext cx="25308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3837C55-BC8B-A8D5-69F0-E7411867CD85}"/>
              </a:ext>
            </a:extLst>
          </p:cNvPr>
          <p:cNvGrpSpPr/>
          <p:nvPr/>
        </p:nvGrpSpPr>
        <p:grpSpPr>
          <a:xfrm>
            <a:off x="3228816" y="160582"/>
            <a:ext cx="1804320" cy="783360"/>
            <a:chOff x="3228816" y="160582"/>
            <a:chExt cx="1804320" cy="78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91F1682-D9DE-5732-53C6-1BFA16254EF7}"/>
                    </a:ext>
                  </a:extLst>
                </p14:cNvPr>
                <p14:cNvContentPartPr/>
                <p14:nvPr/>
              </p14:nvContentPartPr>
              <p14:xfrm>
                <a:off x="3228816" y="160582"/>
                <a:ext cx="949680" cy="783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91F1682-D9DE-5732-53C6-1BFA16254EF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10816" y="142942"/>
                  <a:ext cx="985320" cy="81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478866D-DCD9-5BD0-EDC3-A76DD87FDF1C}"/>
                    </a:ext>
                  </a:extLst>
                </p14:cNvPr>
                <p14:cNvContentPartPr/>
                <p14:nvPr/>
              </p14:nvContentPartPr>
              <p14:xfrm>
                <a:off x="4253376" y="316102"/>
                <a:ext cx="381960" cy="163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478866D-DCD9-5BD0-EDC3-A76DD87FDF1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35376" y="298102"/>
                  <a:ext cx="417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733369F-0A92-0376-F364-16C0DD0C059C}"/>
                    </a:ext>
                  </a:extLst>
                </p14:cNvPr>
                <p14:cNvContentPartPr/>
                <p14:nvPr/>
              </p14:nvContentPartPr>
              <p14:xfrm>
                <a:off x="4580616" y="198742"/>
                <a:ext cx="51120" cy="42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733369F-0A92-0376-F364-16C0DD0C059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562616" y="181102"/>
                  <a:ext cx="867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6F21E7E-7374-B831-164D-DD72BB861411}"/>
                    </a:ext>
                  </a:extLst>
                </p14:cNvPr>
                <p14:cNvContentPartPr/>
                <p14:nvPr/>
              </p14:nvContentPartPr>
              <p14:xfrm>
                <a:off x="4618776" y="329782"/>
                <a:ext cx="163080" cy="123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6F21E7E-7374-B831-164D-DD72BB8614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01136" y="312142"/>
                  <a:ext cx="1987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17117BB-6447-A282-F1F9-E798313AA8F5}"/>
                    </a:ext>
                  </a:extLst>
                </p14:cNvPr>
                <p14:cNvContentPartPr/>
                <p14:nvPr/>
              </p14:nvContentPartPr>
              <p14:xfrm>
                <a:off x="4670616" y="331582"/>
                <a:ext cx="362520" cy="530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17117BB-6447-A282-F1F9-E798313AA8F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52616" y="313942"/>
                  <a:ext cx="398160" cy="56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1A00C98-9777-86C6-B855-46C127A7B776}"/>
              </a:ext>
            </a:extLst>
          </p:cNvPr>
          <p:cNvGrpSpPr/>
          <p:nvPr/>
        </p:nvGrpSpPr>
        <p:grpSpPr>
          <a:xfrm>
            <a:off x="5364696" y="128542"/>
            <a:ext cx="2198160" cy="361440"/>
            <a:chOff x="5364696" y="128542"/>
            <a:chExt cx="2198160" cy="36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8FC9188-AA46-6897-9623-72F8E6011098}"/>
                    </a:ext>
                  </a:extLst>
                </p14:cNvPr>
                <p14:cNvContentPartPr/>
                <p14:nvPr/>
              </p14:nvContentPartPr>
              <p14:xfrm>
                <a:off x="5364696" y="165622"/>
                <a:ext cx="158040" cy="255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8FC9188-AA46-6897-9623-72F8E601109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47056" y="147622"/>
                  <a:ext cx="1936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8AC89CC-3ADE-5A09-70F7-4EC06F24E143}"/>
                    </a:ext>
                  </a:extLst>
                </p14:cNvPr>
                <p14:cNvContentPartPr/>
                <p14:nvPr/>
              </p14:nvContentPartPr>
              <p14:xfrm>
                <a:off x="5618496" y="280102"/>
                <a:ext cx="12960" cy="34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8AC89CC-3ADE-5A09-70F7-4EC06F24E14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600496" y="262462"/>
                  <a:ext cx="48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8EDAA8B-4EC4-8AAB-D712-284D37A0E1FF}"/>
                    </a:ext>
                  </a:extLst>
                </p14:cNvPr>
                <p14:cNvContentPartPr/>
                <p14:nvPr/>
              </p14:nvContentPartPr>
              <p14:xfrm>
                <a:off x="5719296" y="218902"/>
                <a:ext cx="23400" cy="200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8EDAA8B-4EC4-8AAB-D712-284D37A0E1F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01296" y="200902"/>
                  <a:ext cx="590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0C4077-1B5E-049F-E3CB-029F74393053}"/>
                    </a:ext>
                  </a:extLst>
                </p14:cNvPr>
                <p14:cNvContentPartPr/>
                <p14:nvPr/>
              </p14:nvContentPartPr>
              <p14:xfrm>
                <a:off x="5682216" y="211342"/>
                <a:ext cx="157680" cy="132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0C4077-1B5E-049F-E3CB-029F7439305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64216" y="193342"/>
                  <a:ext cx="1933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3A0712D-D2F8-E863-15C6-B8C95CB1F67E}"/>
                    </a:ext>
                  </a:extLst>
                </p14:cNvPr>
                <p14:cNvContentPartPr/>
                <p14:nvPr/>
              </p14:nvContentPartPr>
              <p14:xfrm>
                <a:off x="5882016" y="357862"/>
                <a:ext cx="30600" cy="6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3A0712D-D2F8-E863-15C6-B8C95CB1F67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64016" y="340222"/>
                  <a:ext cx="662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5983D3A-A4EB-8876-91F6-21C31F3D5D71}"/>
                    </a:ext>
                  </a:extLst>
                </p14:cNvPr>
                <p14:cNvContentPartPr/>
                <p14:nvPr/>
              </p14:nvContentPartPr>
              <p14:xfrm>
                <a:off x="6032856" y="128542"/>
                <a:ext cx="291600" cy="361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5983D3A-A4EB-8876-91F6-21C31F3D5D7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014856" y="110542"/>
                  <a:ext cx="32724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25A933A-0615-E93A-D8C6-98F64D2D4E20}"/>
                    </a:ext>
                  </a:extLst>
                </p14:cNvPr>
                <p14:cNvContentPartPr/>
                <p14:nvPr/>
              </p14:nvContentPartPr>
              <p14:xfrm>
                <a:off x="6344616" y="299902"/>
                <a:ext cx="300600" cy="141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25A933A-0615-E93A-D8C6-98F64D2D4E2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26616" y="281902"/>
                  <a:ext cx="3362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1AE35E0-1C69-2657-F549-299B90141DA6}"/>
                    </a:ext>
                  </a:extLst>
                </p14:cNvPr>
                <p14:cNvContentPartPr/>
                <p14:nvPr/>
              </p14:nvContentPartPr>
              <p14:xfrm>
                <a:off x="6720096" y="188662"/>
                <a:ext cx="142200" cy="263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1AE35E0-1C69-2657-F549-299B90141DA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02096" y="170662"/>
                  <a:ext cx="1778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0C1A56B-1119-6138-55D0-9E47E6DB2930}"/>
                    </a:ext>
                  </a:extLst>
                </p14:cNvPr>
                <p14:cNvContentPartPr/>
                <p14:nvPr/>
              </p14:nvContentPartPr>
              <p14:xfrm>
                <a:off x="6933216" y="205222"/>
                <a:ext cx="37800" cy="227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0C1A56B-1119-6138-55D0-9E47E6DB293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15576" y="187582"/>
                  <a:ext cx="734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71335E7-0107-E33F-CED9-779CBE37ADD9}"/>
                    </a:ext>
                  </a:extLst>
                </p14:cNvPr>
                <p14:cNvContentPartPr/>
                <p14:nvPr/>
              </p14:nvContentPartPr>
              <p14:xfrm>
                <a:off x="7028976" y="312502"/>
                <a:ext cx="106920" cy="120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71335E7-0107-E33F-CED9-779CBE37ADD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010976" y="294502"/>
                  <a:ext cx="1425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C0CA0DF-89D7-F7D1-8602-413883877126}"/>
                    </a:ext>
                  </a:extLst>
                </p14:cNvPr>
                <p14:cNvContentPartPr/>
                <p14:nvPr/>
              </p14:nvContentPartPr>
              <p14:xfrm>
                <a:off x="7218336" y="271102"/>
                <a:ext cx="344520" cy="156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C0CA0DF-89D7-F7D1-8602-41388387712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00336" y="253102"/>
                  <a:ext cx="38016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9CDF0B8-114A-8008-8269-B5F80915E027}"/>
              </a:ext>
            </a:extLst>
          </p:cNvPr>
          <p:cNvGrpSpPr/>
          <p:nvPr/>
        </p:nvGrpSpPr>
        <p:grpSpPr>
          <a:xfrm>
            <a:off x="7880736" y="111262"/>
            <a:ext cx="2243160" cy="686520"/>
            <a:chOff x="7880736" y="111262"/>
            <a:chExt cx="2243160" cy="68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6C3D045-63B2-9B1E-AE83-D1B29C6B9340}"/>
                    </a:ext>
                  </a:extLst>
                </p14:cNvPr>
                <p14:cNvContentPartPr/>
                <p14:nvPr/>
              </p14:nvContentPartPr>
              <p14:xfrm>
                <a:off x="7880736" y="246262"/>
                <a:ext cx="461880" cy="531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6C3D045-63B2-9B1E-AE83-D1B29C6B934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62736" y="228622"/>
                  <a:ext cx="49752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ABE5248-9EDA-84D3-3DDF-8D447B507039}"/>
                    </a:ext>
                  </a:extLst>
                </p14:cNvPr>
                <p14:cNvContentPartPr/>
                <p14:nvPr/>
              </p14:nvContentPartPr>
              <p14:xfrm>
                <a:off x="8398056" y="250582"/>
                <a:ext cx="245160" cy="547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ABE5248-9EDA-84D3-3DDF-8D447B50703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80056" y="232582"/>
                  <a:ext cx="28080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AF599E7-8703-A3C6-50E4-3E80F4A8F90D}"/>
                    </a:ext>
                  </a:extLst>
                </p14:cNvPr>
                <p14:cNvContentPartPr/>
                <p14:nvPr/>
              </p14:nvContentPartPr>
              <p14:xfrm>
                <a:off x="8573016" y="344902"/>
                <a:ext cx="126360" cy="138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AF599E7-8703-A3C6-50E4-3E80F4A8F90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555016" y="327262"/>
                  <a:ext cx="1620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7644F31-9FFA-767B-3032-06BD98C158B0}"/>
                    </a:ext>
                  </a:extLst>
                </p14:cNvPr>
                <p14:cNvContentPartPr/>
                <p14:nvPr/>
              </p14:nvContentPartPr>
              <p14:xfrm>
                <a:off x="8780016" y="168502"/>
                <a:ext cx="261000" cy="292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7644F31-9FFA-767B-3032-06BD98C158B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762016" y="150862"/>
                  <a:ext cx="2966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F1EF295-44E6-21AD-078F-2255A02E598B}"/>
                    </a:ext>
                  </a:extLst>
                </p14:cNvPr>
                <p14:cNvContentPartPr/>
                <p14:nvPr/>
              </p14:nvContentPartPr>
              <p14:xfrm>
                <a:off x="9023736" y="174262"/>
                <a:ext cx="32400" cy="27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F1EF295-44E6-21AD-078F-2255A02E598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006096" y="156622"/>
                  <a:ext cx="680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0AE5AE-C5D2-A86D-77F4-BFD647DD44E7}"/>
                    </a:ext>
                  </a:extLst>
                </p14:cNvPr>
                <p14:cNvContentPartPr/>
                <p14:nvPr/>
              </p14:nvContentPartPr>
              <p14:xfrm>
                <a:off x="9054696" y="312142"/>
                <a:ext cx="107640" cy="134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0AE5AE-C5D2-A86D-77F4-BFD647DD44E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36696" y="294142"/>
                  <a:ext cx="1432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4252B5D-13B4-66CF-6C19-93C655779223}"/>
                    </a:ext>
                  </a:extLst>
                </p14:cNvPr>
                <p14:cNvContentPartPr/>
                <p14:nvPr/>
              </p14:nvContentPartPr>
              <p14:xfrm>
                <a:off x="9248376" y="111262"/>
                <a:ext cx="423000" cy="329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4252B5D-13B4-66CF-6C19-93C65577922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230376" y="93262"/>
                  <a:ext cx="4586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371F682-01EE-6BD2-8A34-C85813419D3E}"/>
                    </a:ext>
                  </a:extLst>
                </p14:cNvPr>
                <p14:cNvContentPartPr/>
                <p14:nvPr/>
              </p14:nvContentPartPr>
              <p14:xfrm>
                <a:off x="9522696" y="313582"/>
                <a:ext cx="354600" cy="369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371F682-01EE-6BD2-8A34-C85813419D3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05056" y="295582"/>
                  <a:ext cx="39024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548E51B-F60B-F871-99A7-EA85D7BED9BC}"/>
                    </a:ext>
                  </a:extLst>
                </p14:cNvPr>
                <p14:cNvContentPartPr/>
                <p14:nvPr/>
              </p14:nvContentPartPr>
              <p14:xfrm>
                <a:off x="10016616" y="263542"/>
                <a:ext cx="45000" cy="25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548E51B-F60B-F871-99A7-EA85D7BED9B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98616" y="245902"/>
                  <a:ext cx="806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3FE0480-E3A0-BD0E-E7C7-2F507D1B04BB}"/>
                    </a:ext>
                  </a:extLst>
                </p14:cNvPr>
                <p14:cNvContentPartPr/>
                <p14:nvPr/>
              </p14:nvContentPartPr>
              <p14:xfrm>
                <a:off x="10115616" y="521302"/>
                <a:ext cx="8280" cy="24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3FE0480-E3A0-BD0E-E7C7-2F507D1B04B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97616" y="503662"/>
                  <a:ext cx="4392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7CCDA01-5E85-9635-3C7A-BDB4A32372BD}"/>
              </a:ext>
            </a:extLst>
          </p:cNvPr>
          <p:cNvGrpSpPr/>
          <p:nvPr/>
        </p:nvGrpSpPr>
        <p:grpSpPr>
          <a:xfrm>
            <a:off x="1855056" y="990022"/>
            <a:ext cx="1341000" cy="225360"/>
            <a:chOff x="1855056" y="990022"/>
            <a:chExt cx="1341000" cy="22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C5B3579-E026-B7C7-96B9-4A42567256E9}"/>
                    </a:ext>
                  </a:extLst>
                </p14:cNvPr>
                <p14:cNvContentPartPr/>
                <p14:nvPr/>
              </p14:nvContentPartPr>
              <p14:xfrm>
                <a:off x="1855056" y="990022"/>
                <a:ext cx="277560" cy="198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C5B3579-E026-B7C7-96B9-4A42567256E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37056" y="972382"/>
                  <a:ext cx="3132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CC8F522-FF28-BAAF-FF0B-BEA8AB02FFA8}"/>
                    </a:ext>
                  </a:extLst>
                </p14:cNvPr>
                <p14:cNvContentPartPr/>
                <p14:nvPr/>
              </p14:nvContentPartPr>
              <p14:xfrm>
                <a:off x="2216136" y="1043662"/>
                <a:ext cx="122400" cy="165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CC8F522-FF28-BAAF-FF0B-BEA8AB02FFA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98136" y="1026022"/>
                  <a:ext cx="1580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D591283-1F81-8D9D-DF2D-9C9AA16D63D2}"/>
                    </a:ext>
                  </a:extLst>
                </p14:cNvPr>
                <p14:cNvContentPartPr/>
                <p14:nvPr/>
              </p14:nvContentPartPr>
              <p14:xfrm>
                <a:off x="2400456" y="1040062"/>
                <a:ext cx="221040" cy="155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D591283-1F81-8D9D-DF2D-9C9AA16D63D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382456" y="1022062"/>
                  <a:ext cx="2566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F74C724-3063-13E6-4721-E3F6FEFE7E9C}"/>
                    </a:ext>
                  </a:extLst>
                </p14:cNvPr>
                <p14:cNvContentPartPr/>
                <p14:nvPr/>
              </p14:nvContentPartPr>
              <p14:xfrm>
                <a:off x="2715096" y="990022"/>
                <a:ext cx="252360" cy="225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F74C724-3063-13E6-4721-E3F6FEFE7E9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97456" y="972022"/>
                  <a:ext cx="2880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4BFC340-C859-A48A-8E40-5B059C4E5E35}"/>
                    </a:ext>
                  </a:extLst>
                </p14:cNvPr>
                <p14:cNvContentPartPr/>
                <p14:nvPr/>
              </p14:nvContentPartPr>
              <p14:xfrm>
                <a:off x="3139536" y="1076782"/>
                <a:ext cx="51480" cy="12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4BFC340-C859-A48A-8E40-5B059C4E5E3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121536" y="1058782"/>
                  <a:ext cx="871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4A02D31-0168-0307-6591-B4F1B66CFCCA}"/>
                    </a:ext>
                  </a:extLst>
                </p14:cNvPr>
                <p14:cNvContentPartPr/>
                <p14:nvPr/>
              </p14:nvContentPartPr>
              <p14:xfrm>
                <a:off x="3122256" y="1140502"/>
                <a:ext cx="73800" cy="22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4A02D31-0168-0307-6591-B4F1B66CFCC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104256" y="1122502"/>
                  <a:ext cx="10944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F49C67B-110D-5E2F-8361-DFCB17500630}"/>
              </a:ext>
            </a:extLst>
          </p:cNvPr>
          <p:cNvGrpSpPr/>
          <p:nvPr/>
        </p:nvGrpSpPr>
        <p:grpSpPr>
          <a:xfrm>
            <a:off x="3504936" y="996862"/>
            <a:ext cx="1872360" cy="316080"/>
            <a:chOff x="3504936" y="996862"/>
            <a:chExt cx="1872360" cy="31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B10F35C-2EAF-7595-F8C0-AF8F3A63216F}"/>
                    </a:ext>
                  </a:extLst>
                </p14:cNvPr>
                <p14:cNvContentPartPr/>
                <p14:nvPr/>
              </p14:nvContentPartPr>
              <p14:xfrm>
                <a:off x="3504936" y="1009102"/>
                <a:ext cx="240120" cy="223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B10F35C-2EAF-7595-F8C0-AF8F3A63216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486936" y="991462"/>
                  <a:ext cx="2757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2DBCE57-1E72-1726-349A-1F7BBD2229A6}"/>
                    </a:ext>
                  </a:extLst>
                </p14:cNvPr>
                <p14:cNvContentPartPr/>
                <p14:nvPr/>
              </p14:nvContentPartPr>
              <p14:xfrm>
                <a:off x="3819216" y="1094062"/>
                <a:ext cx="188280" cy="130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2DBCE57-1E72-1726-349A-1F7BBD2229A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801216" y="1076062"/>
                  <a:ext cx="2239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2977CE9-D229-9335-2299-531F7745F851}"/>
                    </a:ext>
                  </a:extLst>
                </p14:cNvPr>
                <p14:cNvContentPartPr/>
                <p14:nvPr/>
              </p14:nvContentPartPr>
              <p14:xfrm>
                <a:off x="4086336" y="1192342"/>
                <a:ext cx="24120" cy="120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2977CE9-D229-9335-2299-531F7745F85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68696" y="1174702"/>
                  <a:ext cx="59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5BF410F-BAF8-0C0D-AD65-6511E3AF711F}"/>
                    </a:ext>
                  </a:extLst>
                </p14:cNvPr>
                <p14:cNvContentPartPr/>
                <p14:nvPr/>
              </p14:nvContentPartPr>
              <p14:xfrm>
                <a:off x="4225296" y="1136542"/>
                <a:ext cx="188280" cy="30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5BF410F-BAF8-0C0D-AD65-6511E3AF711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207656" y="1118902"/>
                  <a:ext cx="2239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CD2BC83-805E-E259-B2BB-796139CB5221}"/>
                    </a:ext>
                  </a:extLst>
                </p14:cNvPr>
                <p14:cNvContentPartPr/>
                <p14:nvPr/>
              </p14:nvContentPartPr>
              <p14:xfrm>
                <a:off x="4316016" y="1056262"/>
                <a:ext cx="33840" cy="188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CD2BC83-805E-E259-B2BB-796139CB522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98016" y="1038262"/>
                  <a:ext cx="694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61F2643-976A-5FD2-C093-77EA3E3B1999}"/>
                    </a:ext>
                  </a:extLst>
                </p14:cNvPr>
                <p14:cNvContentPartPr/>
                <p14:nvPr/>
              </p14:nvContentPartPr>
              <p14:xfrm>
                <a:off x="4481256" y="996862"/>
                <a:ext cx="158760" cy="245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61F2643-976A-5FD2-C093-77EA3E3B199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63256" y="978862"/>
                  <a:ext cx="1944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A06961B-F323-0181-A08A-6D83C04D2834}"/>
                    </a:ext>
                  </a:extLst>
                </p14:cNvPr>
                <p14:cNvContentPartPr/>
                <p14:nvPr/>
              </p14:nvContentPartPr>
              <p14:xfrm>
                <a:off x="4823616" y="1086502"/>
                <a:ext cx="219240" cy="124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A06961B-F323-0181-A08A-6D83C04D283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805616" y="1068502"/>
                  <a:ext cx="2548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D1EE226-DC90-7B2B-62DE-7E6FEDE3FD01}"/>
                    </a:ext>
                  </a:extLst>
                </p14:cNvPr>
                <p14:cNvContentPartPr/>
                <p14:nvPr/>
              </p14:nvContentPartPr>
              <p14:xfrm>
                <a:off x="5119176" y="1128262"/>
                <a:ext cx="258120" cy="119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D1EE226-DC90-7B2B-62DE-7E6FEDE3FD0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101536" y="1110622"/>
                  <a:ext cx="29376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30251F3-EEFA-37A2-2389-702901F790F4}"/>
              </a:ext>
            </a:extLst>
          </p:cNvPr>
          <p:cNvGrpSpPr/>
          <p:nvPr/>
        </p:nvGrpSpPr>
        <p:grpSpPr>
          <a:xfrm>
            <a:off x="735456" y="1418422"/>
            <a:ext cx="2140200" cy="679320"/>
            <a:chOff x="735456" y="1418422"/>
            <a:chExt cx="2140200" cy="67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89FC431-9D62-D9B5-C179-8EE8B37DAB9E}"/>
                    </a:ext>
                  </a:extLst>
                </p14:cNvPr>
                <p14:cNvContentPartPr/>
                <p14:nvPr/>
              </p14:nvContentPartPr>
              <p14:xfrm>
                <a:off x="735456" y="1612102"/>
                <a:ext cx="290160" cy="226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89FC431-9D62-D9B5-C179-8EE8B37DAB9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17456" y="1594102"/>
                  <a:ext cx="3258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7E4362E-731B-FF96-57C1-E455244C56A2}"/>
                    </a:ext>
                  </a:extLst>
                </p14:cNvPr>
                <p14:cNvContentPartPr/>
                <p14:nvPr/>
              </p14:nvContentPartPr>
              <p14:xfrm>
                <a:off x="1131816" y="1507342"/>
                <a:ext cx="375480" cy="330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7E4362E-731B-FF96-57C1-E455244C56A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13816" y="1489342"/>
                  <a:ext cx="4111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F85C064-2EFD-015F-085C-90D805F9271F}"/>
                    </a:ext>
                  </a:extLst>
                </p14:cNvPr>
                <p14:cNvContentPartPr/>
                <p14:nvPr/>
              </p14:nvContentPartPr>
              <p14:xfrm>
                <a:off x="1383096" y="1703182"/>
                <a:ext cx="195480" cy="394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F85C064-2EFD-015F-085C-90D805F9271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365456" y="1685542"/>
                  <a:ext cx="23112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A1C1FB3-B0CC-7573-C346-E9EB5C6274BF}"/>
                    </a:ext>
                  </a:extLst>
                </p14:cNvPr>
                <p14:cNvContentPartPr/>
                <p14:nvPr/>
              </p14:nvContentPartPr>
              <p14:xfrm>
                <a:off x="1608096" y="1537942"/>
                <a:ext cx="10800" cy="15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A1C1FB3-B0CC-7573-C346-E9EB5C6274B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590096" y="1520302"/>
                  <a:ext cx="464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5B1CA14-9C61-0378-9A50-983C954CE6D1}"/>
                    </a:ext>
                  </a:extLst>
                </p14:cNvPr>
                <p14:cNvContentPartPr/>
                <p14:nvPr/>
              </p14:nvContentPartPr>
              <p14:xfrm>
                <a:off x="1685136" y="1684462"/>
                <a:ext cx="133200" cy="137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5B1CA14-9C61-0378-9A50-983C954CE6D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667496" y="1666462"/>
                  <a:ext cx="1688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2BF06C9-D843-D98F-A295-2A531649F5DB}"/>
                    </a:ext>
                  </a:extLst>
                </p14:cNvPr>
                <p14:cNvContentPartPr/>
                <p14:nvPr/>
              </p14:nvContentPartPr>
              <p14:xfrm>
                <a:off x="1888896" y="1501582"/>
                <a:ext cx="253800" cy="333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2BF06C9-D843-D98F-A295-2A531649F5D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870896" y="1483942"/>
                  <a:ext cx="2894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8F0AA94-B6A9-79C9-AB08-A5647510821C}"/>
                    </a:ext>
                  </a:extLst>
                </p14:cNvPr>
                <p14:cNvContentPartPr/>
                <p14:nvPr/>
              </p14:nvContentPartPr>
              <p14:xfrm>
                <a:off x="2048376" y="1582582"/>
                <a:ext cx="172800" cy="19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8F0AA94-B6A9-79C9-AB08-A5647510821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030736" y="1564942"/>
                  <a:ext cx="2084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52C4020-4D97-FFED-39F3-802D4B5DD4BB}"/>
                    </a:ext>
                  </a:extLst>
                </p14:cNvPr>
                <p14:cNvContentPartPr/>
                <p14:nvPr/>
              </p14:nvContentPartPr>
              <p14:xfrm>
                <a:off x="2428176" y="1418422"/>
                <a:ext cx="447480" cy="389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52C4020-4D97-FFED-39F3-802D4B5DD4B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10536" y="1400782"/>
                  <a:ext cx="48312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FAECF26-75B8-C083-E6E0-94D3942B1E03}"/>
                    </a:ext>
                  </a:extLst>
                </p14:cNvPr>
                <p14:cNvContentPartPr/>
                <p14:nvPr/>
              </p14:nvContentPartPr>
              <p14:xfrm>
                <a:off x="2541936" y="1584382"/>
                <a:ext cx="206280" cy="28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FAECF26-75B8-C083-E6E0-94D3942B1E0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524296" y="1566742"/>
                  <a:ext cx="24192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A8AA25B-607A-BAB5-DEDA-554301E3B233}"/>
              </a:ext>
            </a:extLst>
          </p:cNvPr>
          <p:cNvGrpSpPr/>
          <p:nvPr/>
        </p:nvGrpSpPr>
        <p:grpSpPr>
          <a:xfrm>
            <a:off x="3344376" y="1580062"/>
            <a:ext cx="756000" cy="318240"/>
            <a:chOff x="3344376" y="1580062"/>
            <a:chExt cx="756000" cy="31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76B9BE0-7B4E-7176-7E4B-A11D669B3CA4}"/>
                    </a:ext>
                  </a:extLst>
                </p14:cNvPr>
                <p14:cNvContentPartPr/>
                <p14:nvPr/>
              </p14:nvContentPartPr>
              <p14:xfrm>
                <a:off x="3344376" y="1580062"/>
                <a:ext cx="756000" cy="318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76B9BE0-7B4E-7176-7E4B-A11D669B3CA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326376" y="1562422"/>
                  <a:ext cx="79164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7F12462-4302-F505-1463-3A9C78F5D5CE}"/>
                    </a:ext>
                  </a:extLst>
                </p14:cNvPr>
                <p14:cNvContentPartPr/>
                <p14:nvPr/>
              </p14:nvContentPartPr>
              <p14:xfrm>
                <a:off x="3448056" y="1723702"/>
                <a:ext cx="226440" cy="20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7F12462-4302-F505-1463-3A9C78F5D5C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30416" y="1705702"/>
                  <a:ext cx="26208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7B8D413-464D-6C44-4035-DD9B523F7002}"/>
              </a:ext>
            </a:extLst>
          </p:cNvPr>
          <p:cNvGrpSpPr/>
          <p:nvPr/>
        </p:nvGrpSpPr>
        <p:grpSpPr>
          <a:xfrm>
            <a:off x="4452816" y="1491142"/>
            <a:ext cx="1903320" cy="930600"/>
            <a:chOff x="4452816" y="1491142"/>
            <a:chExt cx="1903320" cy="93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2DE88FC-0AB9-6D7E-273F-C243811997AA}"/>
                    </a:ext>
                  </a:extLst>
                </p14:cNvPr>
                <p14:cNvContentPartPr/>
                <p14:nvPr/>
              </p14:nvContentPartPr>
              <p14:xfrm>
                <a:off x="4452816" y="1546582"/>
                <a:ext cx="205920" cy="875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2DE88FC-0AB9-6D7E-273F-C243811997A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435176" y="1528582"/>
                  <a:ext cx="241560" cy="9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DE75FB4-ABA9-058F-C810-1659ED0E155E}"/>
                    </a:ext>
                  </a:extLst>
                </p14:cNvPr>
                <p14:cNvContentPartPr/>
                <p14:nvPr/>
              </p14:nvContentPartPr>
              <p14:xfrm>
                <a:off x="4672416" y="1519582"/>
                <a:ext cx="518760" cy="373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DE75FB4-ABA9-058F-C810-1659ED0E155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654776" y="1501582"/>
                  <a:ext cx="55440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B526F31-E42E-743B-4177-6B34DD951FBE}"/>
                    </a:ext>
                  </a:extLst>
                </p14:cNvPr>
                <p14:cNvContentPartPr/>
                <p14:nvPr/>
              </p14:nvContentPartPr>
              <p14:xfrm>
                <a:off x="5250576" y="1704622"/>
                <a:ext cx="155880" cy="176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B526F31-E42E-743B-4177-6B34DD951FB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232936" y="1686622"/>
                  <a:ext cx="1915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C8B1CB6-E934-25FD-2B92-60804A3DF9DB}"/>
                    </a:ext>
                  </a:extLst>
                </p14:cNvPr>
                <p14:cNvContentPartPr/>
                <p14:nvPr/>
              </p14:nvContentPartPr>
              <p14:xfrm>
                <a:off x="5506536" y="1655302"/>
                <a:ext cx="455400" cy="195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C8B1CB6-E934-25FD-2B92-60804A3DF9D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488896" y="1637302"/>
                  <a:ext cx="4910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A070EA4-3D07-DDFD-494C-574F05D0E003}"/>
                    </a:ext>
                  </a:extLst>
                </p14:cNvPr>
                <p14:cNvContentPartPr/>
                <p14:nvPr/>
              </p14:nvContentPartPr>
              <p14:xfrm>
                <a:off x="6019176" y="1671502"/>
                <a:ext cx="336960" cy="5212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A070EA4-3D07-DDFD-494C-574F05D0E00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001536" y="1653502"/>
                  <a:ext cx="37260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23E8A53-664E-DCF6-557D-A0DD8056694D}"/>
                    </a:ext>
                  </a:extLst>
                </p14:cNvPr>
                <p14:cNvContentPartPr/>
                <p14:nvPr/>
              </p14:nvContentPartPr>
              <p14:xfrm>
                <a:off x="5828736" y="1491142"/>
                <a:ext cx="126360" cy="51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23E8A53-664E-DCF6-557D-A0DD8056694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10736" y="1473142"/>
                  <a:ext cx="16200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190CDB3-3A83-F749-2DD3-3F6F4742DAAE}"/>
              </a:ext>
            </a:extLst>
          </p:cNvPr>
          <p:cNvGrpSpPr/>
          <p:nvPr/>
        </p:nvGrpSpPr>
        <p:grpSpPr>
          <a:xfrm>
            <a:off x="6770496" y="1326262"/>
            <a:ext cx="2425320" cy="456480"/>
            <a:chOff x="6770496" y="1326262"/>
            <a:chExt cx="2425320" cy="45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AE133C0-F1D4-E628-A96B-5AFAA6F7BD77}"/>
                    </a:ext>
                  </a:extLst>
                </p14:cNvPr>
                <p14:cNvContentPartPr/>
                <p14:nvPr/>
              </p14:nvContentPartPr>
              <p14:xfrm>
                <a:off x="6770496" y="1559902"/>
                <a:ext cx="573480" cy="195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AE133C0-F1D4-E628-A96B-5AFAA6F7BD7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752496" y="1541902"/>
                  <a:ext cx="6091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8FF4513-8E0F-CB3D-AF34-54ED3560FF32}"/>
                    </a:ext>
                  </a:extLst>
                </p14:cNvPr>
                <p14:cNvContentPartPr/>
                <p14:nvPr/>
              </p14:nvContentPartPr>
              <p14:xfrm>
                <a:off x="7368096" y="1578262"/>
                <a:ext cx="139320" cy="176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8FF4513-8E0F-CB3D-AF34-54ED3560FF3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350096" y="1560262"/>
                  <a:ext cx="1749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6EE0484-8CD4-C0C6-2A2B-DB3D2F0ECD2E}"/>
                    </a:ext>
                  </a:extLst>
                </p14:cNvPr>
                <p14:cNvContentPartPr/>
                <p14:nvPr/>
              </p14:nvContentPartPr>
              <p14:xfrm>
                <a:off x="7580856" y="1347142"/>
                <a:ext cx="316440" cy="435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6EE0484-8CD4-C0C6-2A2B-DB3D2F0ECD2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562856" y="1329142"/>
                  <a:ext cx="35208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0ED082D-54C1-3085-2144-BF401DAA350A}"/>
                    </a:ext>
                  </a:extLst>
                </p14:cNvPr>
                <p14:cNvContentPartPr/>
                <p14:nvPr/>
              </p14:nvContentPartPr>
              <p14:xfrm>
                <a:off x="8004936" y="1608862"/>
                <a:ext cx="335520" cy="151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0ED082D-54C1-3085-2144-BF401DAA350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987296" y="1591222"/>
                  <a:ext cx="3711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C7B227B-1602-3977-D0C6-41CBE894E3EB}"/>
                    </a:ext>
                  </a:extLst>
                </p14:cNvPr>
                <p14:cNvContentPartPr/>
                <p14:nvPr/>
              </p14:nvContentPartPr>
              <p14:xfrm>
                <a:off x="8285376" y="1379182"/>
                <a:ext cx="64800" cy="59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C7B227B-1602-3977-D0C6-41CBE894E3E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267376" y="1361182"/>
                  <a:ext cx="1004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5BD0B02-EE48-012A-AC71-16B12DAB1310}"/>
                    </a:ext>
                  </a:extLst>
                </p14:cNvPr>
                <p14:cNvContentPartPr/>
                <p14:nvPr/>
              </p14:nvContentPartPr>
              <p14:xfrm>
                <a:off x="7521456" y="1474942"/>
                <a:ext cx="219960" cy="29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5BD0B02-EE48-012A-AC71-16B12DAB131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03816" y="1457302"/>
                  <a:ext cx="2556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2A2FDD8-3F60-0427-56C9-C9DED5F9A836}"/>
                    </a:ext>
                  </a:extLst>
                </p14:cNvPr>
                <p14:cNvContentPartPr/>
                <p14:nvPr/>
              </p14:nvContentPartPr>
              <p14:xfrm>
                <a:off x="8416056" y="1621822"/>
                <a:ext cx="210600" cy="148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2A2FDD8-3F60-0427-56C9-C9DED5F9A83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398056" y="1603822"/>
                  <a:ext cx="2462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44FBCA6-C8E8-E3E5-CD9E-5C53FEB06A75}"/>
                    </a:ext>
                  </a:extLst>
                </p14:cNvPr>
                <p14:cNvContentPartPr/>
                <p14:nvPr/>
              </p14:nvContentPartPr>
              <p14:xfrm>
                <a:off x="8732496" y="1326262"/>
                <a:ext cx="77040" cy="429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44FBCA6-C8E8-E3E5-CD9E-5C53FEB06A7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714856" y="1308262"/>
                  <a:ext cx="11268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0DA1395-8215-B4BA-9226-4E20352F9EF2}"/>
                    </a:ext>
                  </a:extLst>
                </p14:cNvPr>
                <p14:cNvContentPartPr/>
                <p14:nvPr/>
              </p14:nvContentPartPr>
              <p14:xfrm>
                <a:off x="8793336" y="1615342"/>
                <a:ext cx="147240" cy="134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0DA1395-8215-B4BA-9226-4E20352F9EF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775696" y="1597702"/>
                  <a:ext cx="1828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686541C-70AF-0C71-919C-37DF32952686}"/>
                    </a:ext>
                  </a:extLst>
                </p14:cNvPr>
                <p14:cNvContentPartPr/>
                <p14:nvPr/>
              </p14:nvContentPartPr>
              <p14:xfrm>
                <a:off x="8631336" y="1443262"/>
                <a:ext cx="564480" cy="16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686541C-70AF-0C71-919C-37DF3295268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613696" y="1425622"/>
                  <a:ext cx="60012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66D91E6-0E50-3421-EDCE-E447775F1DCC}"/>
              </a:ext>
            </a:extLst>
          </p:cNvPr>
          <p:cNvGrpSpPr/>
          <p:nvPr/>
        </p:nvGrpSpPr>
        <p:grpSpPr>
          <a:xfrm>
            <a:off x="3348696" y="2400142"/>
            <a:ext cx="2058120" cy="271440"/>
            <a:chOff x="3348696" y="2400142"/>
            <a:chExt cx="2058120" cy="27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9E4C858-0500-4B4D-3E46-C39EEDC5F32C}"/>
                    </a:ext>
                  </a:extLst>
                </p14:cNvPr>
                <p14:cNvContentPartPr/>
                <p14:nvPr/>
              </p14:nvContentPartPr>
              <p14:xfrm>
                <a:off x="3348696" y="2400142"/>
                <a:ext cx="224640" cy="1756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9E4C858-0500-4B4D-3E46-C39EEDC5F32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330696" y="2382142"/>
                  <a:ext cx="2602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092AA27-BAA6-6794-B23F-C0DB5B7B6CB3}"/>
                    </a:ext>
                  </a:extLst>
                </p14:cNvPr>
                <p14:cNvContentPartPr/>
                <p14:nvPr/>
              </p14:nvContentPartPr>
              <p14:xfrm>
                <a:off x="3608976" y="2504542"/>
                <a:ext cx="39600" cy="146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092AA27-BAA6-6794-B23F-C0DB5B7B6CB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590976" y="2486902"/>
                  <a:ext cx="752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B6CDC65-A3C5-40E0-5AB4-6E4E30E3BE58}"/>
                    </a:ext>
                  </a:extLst>
                </p14:cNvPr>
                <p14:cNvContentPartPr/>
                <p14:nvPr/>
              </p14:nvContentPartPr>
              <p14:xfrm>
                <a:off x="3705456" y="2540182"/>
                <a:ext cx="123480" cy="37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B6CDC65-A3C5-40E0-5AB4-6E4E30E3BE5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687456" y="2522182"/>
                  <a:ext cx="1591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1FA70AD-E63E-4BA3-1A46-EB7785EA83DB}"/>
                    </a:ext>
                  </a:extLst>
                </p14:cNvPr>
                <p14:cNvContentPartPr/>
                <p14:nvPr/>
              </p14:nvContentPartPr>
              <p14:xfrm>
                <a:off x="3941976" y="2476822"/>
                <a:ext cx="198360" cy="1238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1FA70AD-E63E-4BA3-1A46-EB7785EA83D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924336" y="2459182"/>
                  <a:ext cx="2340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C23199C-FE6B-55F7-B8A4-F34D20AAA8DD}"/>
                    </a:ext>
                  </a:extLst>
                </p14:cNvPr>
                <p14:cNvContentPartPr/>
                <p14:nvPr/>
              </p14:nvContentPartPr>
              <p14:xfrm>
                <a:off x="4206216" y="2549542"/>
                <a:ext cx="166320" cy="122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C23199C-FE6B-55F7-B8A4-F34D20AAA8D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188216" y="2531542"/>
                  <a:ext cx="2019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49DECA3-3AD3-E05C-1470-BF45A5B71A95}"/>
                    </a:ext>
                  </a:extLst>
                </p14:cNvPr>
                <p14:cNvContentPartPr/>
                <p14:nvPr/>
              </p14:nvContentPartPr>
              <p14:xfrm>
                <a:off x="4638216" y="2410942"/>
                <a:ext cx="246600" cy="1580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49DECA3-3AD3-E05C-1470-BF45A5B71A9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620216" y="2393302"/>
                  <a:ext cx="2822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5B35464-DA48-9D47-293A-C31B36BEC1B3}"/>
                    </a:ext>
                  </a:extLst>
                </p14:cNvPr>
                <p14:cNvContentPartPr/>
                <p14:nvPr/>
              </p14:nvContentPartPr>
              <p14:xfrm>
                <a:off x="4764216" y="2571502"/>
                <a:ext cx="179640" cy="921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5B35464-DA48-9D47-293A-C31B36BEC1B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746576" y="2553862"/>
                  <a:ext cx="2152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EFCD3C5-E1C5-56CA-DB3D-DC7C1393C046}"/>
                    </a:ext>
                  </a:extLst>
                </p14:cNvPr>
                <p14:cNvContentPartPr/>
                <p14:nvPr/>
              </p14:nvContentPartPr>
              <p14:xfrm>
                <a:off x="5061936" y="2412382"/>
                <a:ext cx="344880" cy="2041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EFCD3C5-E1C5-56CA-DB3D-DC7C1393C04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43936" y="2394382"/>
                  <a:ext cx="380520" cy="23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B83872B-1F18-BA0C-6708-4F8C7CD8C4D7}"/>
              </a:ext>
            </a:extLst>
          </p:cNvPr>
          <p:cNvGrpSpPr/>
          <p:nvPr/>
        </p:nvGrpSpPr>
        <p:grpSpPr>
          <a:xfrm>
            <a:off x="2924976" y="3008902"/>
            <a:ext cx="2592000" cy="345600"/>
            <a:chOff x="2924976" y="3008902"/>
            <a:chExt cx="2592000" cy="34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25335AB-8EA5-985A-68DA-97C60B039567}"/>
                    </a:ext>
                  </a:extLst>
                </p14:cNvPr>
                <p14:cNvContentPartPr/>
                <p14:nvPr/>
              </p14:nvContentPartPr>
              <p14:xfrm>
                <a:off x="2924976" y="3086302"/>
                <a:ext cx="117000" cy="16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25335AB-8EA5-985A-68DA-97C60B03956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07336" y="3068302"/>
                  <a:ext cx="152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F579D15-7614-905B-E7AA-E150956EE033}"/>
                    </a:ext>
                  </a:extLst>
                </p14:cNvPr>
                <p14:cNvContentPartPr/>
                <p14:nvPr/>
              </p14:nvContentPartPr>
              <p14:xfrm>
                <a:off x="3108576" y="3008902"/>
                <a:ext cx="177840" cy="253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F579D15-7614-905B-E7AA-E150956EE03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090576" y="2991262"/>
                  <a:ext cx="2134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D4F090D-6004-2FB5-4669-4C8449A6F3B6}"/>
                    </a:ext>
                  </a:extLst>
                </p14:cNvPr>
                <p14:cNvContentPartPr/>
                <p14:nvPr/>
              </p14:nvContentPartPr>
              <p14:xfrm>
                <a:off x="3378936" y="3108622"/>
                <a:ext cx="164880" cy="132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D4F090D-6004-2FB5-4669-4C8449A6F3B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360936" y="3090622"/>
                  <a:ext cx="200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2897AA2-0425-7E3A-055E-568178BE56FB}"/>
                    </a:ext>
                  </a:extLst>
                </p14:cNvPr>
                <p14:cNvContentPartPr/>
                <p14:nvPr/>
              </p14:nvContentPartPr>
              <p14:xfrm>
                <a:off x="3678816" y="3152182"/>
                <a:ext cx="30240" cy="140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2897AA2-0425-7E3A-055E-568178BE56F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660816" y="3134182"/>
                  <a:ext cx="658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96D60B5-3192-B672-0242-ED3733931E41}"/>
                    </a:ext>
                  </a:extLst>
                </p14:cNvPr>
                <p14:cNvContentPartPr/>
                <p14:nvPr/>
              </p14:nvContentPartPr>
              <p14:xfrm>
                <a:off x="3873936" y="3182782"/>
                <a:ext cx="213480" cy="22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96D60B5-3192-B672-0242-ED3733931E4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856296" y="3164782"/>
                  <a:ext cx="2491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CEFD4E7-335B-C196-E09B-975F027C4FD4}"/>
                    </a:ext>
                  </a:extLst>
                </p14:cNvPr>
                <p14:cNvContentPartPr/>
                <p14:nvPr/>
              </p14:nvContentPartPr>
              <p14:xfrm>
                <a:off x="4010736" y="3108622"/>
                <a:ext cx="28440" cy="194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CEFD4E7-335B-C196-E09B-975F027C4FD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992736" y="3090982"/>
                  <a:ext cx="640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379D30B-884E-C7E9-055B-664A0F580D4A}"/>
                    </a:ext>
                  </a:extLst>
                </p14:cNvPr>
                <p14:cNvContentPartPr/>
                <p14:nvPr/>
              </p14:nvContentPartPr>
              <p14:xfrm>
                <a:off x="4175256" y="3139582"/>
                <a:ext cx="216360" cy="149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379D30B-884E-C7E9-055B-664A0F580D4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157616" y="3121582"/>
                  <a:ext cx="2520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CD00DBA-F954-C775-E1D4-5C37EE15713B}"/>
                    </a:ext>
                  </a:extLst>
                </p14:cNvPr>
                <p14:cNvContentPartPr/>
                <p14:nvPr/>
              </p14:nvContentPartPr>
              <p14:xfrm>
                <a:off x="4505016" y="3232462"/>
                <a:ext cx="216720" cy="122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CD00DBA-F954-C775-E1D4-5C37EE15713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487376" y="3214822"/>
                  <a:ext cx="2523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7B46C79-3D74-78A2-40B7-0867BAFE6F95}"/>
                    </a:ext>
                  </a:extLst>
                </p14:cNvPr>
                <p14:cNvContentPartPr/>
                <p14:nvPr/>
              </p14:nvContentPartPr>
              <p14:xfrm>
                <a:off x="4839816" y="3048502"/>
                <a:ext cx="295920" cy="153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7B46C79-3D74-78A2-40B7-0867BAFE6F9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821816" y="3030502"/>
                  <a:ext cx="3315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5B0EB32-886E-4833-D788-4A91280755B0}"/>
                    </a:ext>
                  </a:extLst>
                </p14:cNvPr>
                <p14:cNvContentPartPr/>
                <p14:nvPr/>
              </p14:nvContentPartPr>
              <p14:xfrm>
                <a:off x="4967616" y="3213742"/>
                <a:ext cx="202320" cy="702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5B0EB32-886E-4833-D788-4A91280755B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949616" y="3195742"/>
                  <a:ext cx="2379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7E72E1B-1CEE-0882-8459-ED166299DC7D}"/>
                    </a:ext>
                  </a:extLst>
                </p14:cNvPr>
                <p14:cNvContentPartPr/>
                <p14:nvPr/>
              </p14:nvContentPartPr>
              <p14:xfrm>
                <a:off x="5301696" y="3048862"/>
                <a:ext cx="215280" cy="2379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7E72E1B-1CEE-0882-8459-ED166299DC7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284056" y="3030862"/>
                  <a:ext cx="25092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52E99EA-3118-85BB-C3B8-36788DF86F13}"/>
              </a:ext>
            </a:extLst>
          </p:cNvPr>
          <p:cNvGrpSpPr/>
          <p:nvPr/>
        </p:nvGrpSpPr>
        <p:grpSpPr>
          <a:xfrm>
            <a:off x="3272016" y="3720982"/>
            <a:ext cx="2210400" cy="362880"/>
            <a:chOff x="3272016" y="3720982"/>
            <a:chExt cx="2210400" cy="36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567B398-7FCF-96EF-902F-8DA3DD240F6B}"/>
                    </a:ext>
                  </a:extLst>
                </p14:cNvPr>
                <p14:cNvContentPartPr/>
                <p14:nvPr/>
              </p14:nvContentPartPr>
              <p14:xfrm>
                <a:off x="3272016" y="3802702"/>
                <a:ext cx="243720" cy="144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567B398-7FCF-96EF-902F-8DA3DD240F6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254016" y="3784702"/>
                  <a:ext cx="2793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924C691-97FF-401E-C4AB-D1FDF9074FE9}"/>
                    </a:ext>
                  </a:extLst>
                </p14:cNvPr>
                <p14:cNvContentPartPr/>
                <p14:nvPr/>
              </p14:nvContentPartPr>
              <p14:xfrm>
                <a:off x="3593136" y="3928342"/>
                <a:ext cx="27720" cy="1126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924C691-97FF-401E-C4AB-D1FDF9074FE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575136" y="3910702"/>
                  <a:ext cx="633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ADFC9E9-5E4C-DC19-6459-757EE2881DAC}"/>
                    </a:ext>
                  </a:extLst>
                </p14:cNvPr>
                <p14:cNvContentPartPr/>
                <p14:nvPr/>
              </p14:nvContentPartPr>
              <p14:xfrm>
                <a:off x="3716616" y="4009702"/>
                <a:ext cx="46080" cy="741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ADFC9E9-5E4C-DC19-6459-757EE2881DA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698616" y="3992062"/>
                  <a:ext cx="817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73BABA9-08E5-31D2-8C65-76026124DF9E}"/>
                    </a:ext>
                  </a:extLst>
                </p14:cNvPr>
                <p14:cNvContentPartPr/>
                <p14:nvPr/>
              </p14:nvContentPartPr>
              <p14:xfrm>
                <a:off x="3984096" y="3819262"/>
                <a:ext cx="144720" cy="1425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73BABA9-08E5-31D2-8C65-76026124DF9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966096" y="3801262"/>
                  <a:ext cx="180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A415C73-23DA-61DE-AD6C-105726AE8757}"/>
                    </a:ext>
                  </a:extLst>
                </p14:cNvPr>
                <p14:cNvContentPartPr/>
                <p14:nvPr/>
              </p14:nvContentPartPr>
              <p14:xfrm>
                <a:off x="4261296" y="3931942"/>
                <a:ext cx="258120" cy="109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A415C73-23DA-61DE-AD6C-105726AE875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243656" y="3913942"/>
                  <a:ext cx="2937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DAC1B09-872D-DBB6-2D3C-3A9A77120B8D}"/>
                    </a:ext>
                  </a:extLst>
                </p14:cNvPr>
                <p14:cNvContentPartPr/>
                <p14:nvPr/>
              </p14:nvContentPartPr>
              <p14:xfrm>
                <a:off x="4662336" y="3795142"/>
                <a:ext cx="236520" cy="180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DAC1B09-872D-DBB6-2D3C-3A9A77120B8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644696" y="3777502"/>
                  <a:ext cx="2721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740D162-B405-F746-38B9-0CDC1B98E7ED}"/>
                    </a:ext>
                  </a:extLst>
                </p14:cNvPr>
                <p14:cNvContentPartPr/>
                <p14:nvPr/>
              </p14:nvContentPartPr>
              <p14:xfrm>
                <a:off x="4831176" y="3970462"/>
                <a:ext cx="135360" cy="60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740D162-B405-F746-38B9-0CDC1B98E7E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813536" y="3952462"/>
                  <a:ext cx="1710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D883279-07E7-3223-D17D-5F445AF41A01}"/>
                    </a:ext>
                  </a:extLst>
                </p14:cNvPr>
                <p14:cNvContentPartPr/>
                <p14:nvPr/>
              </p14:nvContentPartPr>
              <p14:xfrm>
                <a:off x="5151936" y="3720982"/>
                <a:ext cx="330480" cy="2469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D883279-07E7-3223-D17D-5F445AF41A0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133936" y="3702982"/>
                  <a:ext cx="366120" cy="28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9745D1AD-DF25-6D6E-EB31-A0B35B7F3ABB}"/>
                  </a:ext>
                </a:extLst>
              </p14:cNvPr>
              <p14:cNvContentPartPr/>
              <p14:nvPr/>
            </p14:nvContentPartPr>
            <p14:xfrm>
              <a:off x="5739816" y="4134982"/>
              <a:ext cx="42840" cy="2304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9745D1AD-DF25-6D6E-EB31-A0B35B7F3ABB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5722176" y="4116982"/>
                <a:ext cx="78480" cy="5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0480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A45B4CCB-6E8E-4F8C-D10D-A28D3A5EF356}"/>
              </a:ext>
            </a:extLst>
          </p:cNvPr>
          <p:cNvGrpSpPr/>
          <p:nvPr/>
        </p:nvGrpSpPr>
        <p:grpSpPr>
          <a:xfrm>
            <a:off x="344856" y="289822"/>
            <a:ext cx="1904760" cy="379080"/>
            <a:chOff x="344856" y="289822"/>
            <a:chExt cx="190476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6E26B86-B41B-A30F-4262-B01A247FD098}"/>
                    </a:ext>
                  </a:extLst>
                </p14:cNvPr>
                <p14:cNvContentPartPr/>
                <p14:nvPr/>
              </p14:nvContentPartPr>
              <p14:xfrm>
                <a:off x="344856" y="385222"/>
                <a:ext cx="168840" cy="186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6E26B86-B41B-A30F-4262-B01A247FD09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6856" y="367582"/>
                  <a:ext cx="204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2B73FC9-1870-BD9D-17BD-17269E08BE77}"/>
                    </a:ext>
                  </a:extLst>
                </p14:cNvPr>
                <p14:cNvContentPartPr/>
                <p14:nvPr/>
              </p14:nvContentPartPr>
              <p14:xfrm>
                <a:off x="585696" y="525622"/>
                <a:ext cx="43560" cy="143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2B73FC9-1870-BD9D-17BD-17269E08BE7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7696" y="507982"/>
                  <a:ext cx="79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EC9B074-321A-81F1-42D1-0FD60D292731}"/>
                    </a:ext>
                  </a:extLst>
                </p14:cNvPr>
                <p14:cNvContentPartPr/>
                <p14:nvPr/>
              </p14:nvContentPartPr>
              <p14:xfrm>
                <a:off x="725376" y="506902"/>
                <a:ext cx="83880" cy="29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EC9B074-321A-81F1-42D1-0FD60D29273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7736" y="489262"/>
                  <a:ext cx="119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A1148FB-1D0B-B3B6-744E-2992303989BB}"/>
                    </a:ext>
                  </a:extLst>
                </p14:cNvPr>
                <p14:cNvContentPartPr/>
                <p14:nvPr/>
              </p14:nvContentPartPr>
              <p14:xfrm>
                <a:off x="964056" y="407902"/>
                <a:ext cx="143280" cy="151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A1148FB-1D0B-B3B6-744E-2992303989B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46416" y="389902"/>
                  <a:ext cx="1789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B6F4A24-0A64-440E-5143-F46239BACD57}"/>
                    </a:ext>
                  </a:extLst>
                </p14:cNvPr>
                <p14:cNvContentPartPr/>
                <p14:nvPr/>
              </p14:nvContentPartPr>
              <p14:xfrm>
                <a:off x="1193016" y="474142"/>
                <a:ext cx="189720" cy="168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B6F4A24-0A64-440E-5143-F46239BACD5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75376" y="456502"/>
                  <a:ext cx="225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D0B7101-2AAD-C437-D237-14B48F24D7C3}"/>
                    </a:ext>
                  </a:extLst>
                </p14:cNvPr>
                <p14:cNvContentPartPr/>
                <p14:nvPr/>
              </p14:nvContentPartPr>
              <p14:xfrm>
                <a:off x="1562736" y="403582"/>
                <a:ext cx="144000" cy="23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D0B7101-2AAD-C437-D237-14B48F24D7C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45096" y="385582"/>
                  <a:ext cx="1796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2CB583C-A44F-60CF-0742-CF53880FBE49}"/>
                    </a:ext>
                  </a:extLst>
                </p14:cNvPr>
                <p14:cNvContentPartPr/>
                <p14:nvPr/>
              </p14:nvContentPartPr>
              <p14:xfrm>
                <a:off x="1582536" y="464422"/>
                <a:ext cx="192600" cy="28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2CB583C-A44F-60CF-0742-CF53880FBE4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64896" y="446422"/>
                  <a:ext cx="2282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6D82019-36AD-5396-D526-B6FFCE3B3A05}"/>
                    </a:ext>
                  </a:extLst>
                </p14:cNvPr>
                <p14:cNvContentPartPr/>
                <p14:nvPr/>
              </p14:nvContentPartPr>
              <p14:xfrm>
                <a:off x="1946856" y="289822"/>
                <a:ext cx="302760" cy="208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6D82019-36AD-5396-D526-B6FFCE3B3A0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29216" y="271822"/>
                  <a:ext cx="33840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4D5749-FBB5-48B1-C320-A33FC904FC60}"/>
              </a:ext>
            </a:extLst>
          </p:cNvPr>
          <p:cNvGrpSpPr/>
          <p:nvPr/>
        </p:nvGrpSpPr>
        <p:grpSpPr>
          <a:xfrm>
            <a:off x="304536" y="956182"/>
            <a:ext cx="855360" cy="315360"/>
            <a:chOff x="304536" y="956182"/>
            <a:chExt cx="85536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600A79-8079-D8E5-CA4A-F5B0E7E4EA1C}"/>
                    </a:ext>
                  </a:extLst>
                </p14:cNvPr>
                <p14:cNvContentPartPr/>
                <p14:nvPr/>
              </p14:nvContentPartPr>
              <p14:xfrm>
                <a:off x="304536" y="1026742"/>
                <a:ext cx="155160" cy="140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600A79-8079-D8E5-CA4A-F5B0E7E4EA1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6896" y="1008742"/>
                  <a:ext cx="190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385207F-62E2-B33D-CE22-B087C81D1496}"/>
                    </a:ext>
                  </a:extLst>
                </p14:cNvPr>
                <p14:cNvContentPartPr/>
                <p14:nvPr/>
              </p14:nvContentPartPr>
              <p14:xfrm>
                <a:off x="512976" y="1088662"/>
                <a:ext cx="57960" cy="182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385207F-62E2-B33D-CE22-B087C81D14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4976" y="1071022"/>
                  <a:ext cx="93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1EDDDB5-0ADC-1C8E-C794-099E945BBCAE}"/>
                    </a:ext>
                  </a:extLst>
                </p14:cNvPr>
                <p14:cNvContentPartPr/>
                <p14:nvPr/>
              </p14:nvContentPartPr>
              <p14:xfrm>
                <a:off x="671736" y="1051222"/>
                <a:ext cx="96840" cy="47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1EDDDB5-0ADC-1C8E-C794-099E945BBCA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3736" y="1033582"/>
                  <a:ext cx="1324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BF221F7-10A7-3A96-1FF3-E8A75F44F94E}"/>
                    </a:ext>
                  </a:extLst>
                </p14:cNvPr>
                <p14:cNvContentPartPr/>
                <p14:nvPr/>
              </p14:nvContentPartPr>
              <p14:xfrm>
                <a:off x="657696" y="1127542"/>
                <a:ext cx="146520" cy="41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BF221F7-10A7-3A96-1FF3-E8A75F44F94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40056" y="1109542"/>
                  <a:ext cx="1821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437FEEE-5CD4-BDA0-8D18-9F6F70FD412A}"/>
                    </a:ext>
                  </a:extLst>
                </p14:cNvPr>
                <p14:cNvContentPartPr/>
                <p14:nvPr/>
              </p14:nvContentPartPr>
              <p14:xfrm>
                <a:off x="913296" y="956182"/>
                <a:ext cx="151560" cy="138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437FEEE-5CD4-BDA0-8D18-9F6F70FD412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5296" y="938542"/>
                  <a:ext cx="1872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C775856-19F1-87BD-D584-D3063385A88A}"/>
                    </a:ext>
                  </a:extLst>
                </p14:cNvPr>
                <p14:cNvContentPartPr/>
                <p14:nvPr/>
              </p14:nvContentPartPr>
              <p14:xfrm>
                <a:off x="1111296" y="1130422"/>
                <a:ext cx="48600" cy="99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C775856-19F1-87BD-D584-D3063385A88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93656" y="1112782"/>
                  <a:ext cx="8424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FCCD3E-03C6-DCE7-DA01-184C2018BE5D}"/>
              </a:ext>
            </a:extLst>
          </p:cNvPr>
          <p:cNvGrpSpPr/>
          <p:nvPr/>
        </p:nvGrpSpPr>
        <p:grpSpPr>
          <a:xfrm>
            <a:off x="1463376" y="837382"/>
            <a:ext cx="1168560" cy="378000"/>
            <a:chOff x="1463376" y="837382"/>
            <a:chExt cx="1168560" cy="37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B4AA32D-9617-A179-DFCF-C06DF969D00C}"/>
                    </a:ext>
                  </a:extLst>
                </p14:cNvPr>
                <p14:cNvContentPartPr/>
                <p14:nvPr/>
              </p14:nvContentPartPr>
              <p14:xfrm>
                <a:off x="2335296" y="837382"/>
                <a:ext cx="41760" cy="16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B4AA32D-9617-A179-DFCF-C06DF969D00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17656" y="819382"/>
                  <a:ext cx="774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7808D85-655A-6F82-DB08-3800FE4C8AAF}"/>
                    </a:ext>
                  </a:extLst>
                </p14:cNvPr>
                <p14:cNvContentPartPr/>
                <p14:nvPr/>
              </p14:nvContentPartPr>
              <p14:xfrm>
                <a:off x="1463376" y="1019542"/>
                <a:ext cx="206640" cy="159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7808D85-655A-6F82-DB08-3800FE4C8AA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445376" y="1001902"/>
                  <a:ext cx="2422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1AB269F-F088-D6F9-7FE7-25CA077797B0}"/>
                    </a:ext>
                  </a:extLst>
                </p14:cNvPr>
                <p14:cNvContentPartPr/>
                <p14:nvPr/>
              </p14:nvContentPartPr>
              <p14:xfrm>
                <a:off x="1724376" y="1085782"/>
                <a:ext cx="182520" cy="129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1AB269F-F088-D6F9-7FE7-25CA077797B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706736" y="1068142"/>
                  <a:ext cx="2181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85636B-586D-4475-2F59-7C206F56F128}"/>
                    </a:ext>
                  </a:extLst>
                </p14:cNvPr>
                <p14:cNvContentPartPr/>
                <p14:nvPr/>
              </p14:nvContentPartPr>
              <p14:xfrm>
                <a:off x="2053056" y="1017382"/>
                <a:ext cx="83520" cy="20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85636B-586D-4475-2F59-7C206F56F12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35416" y="999382"/>
                  <a:ext cx="119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354B1B4-949B-4FCC-6FC0-3862EA977007}"/>
                    </a:ext>
                  </a:extLst>
                </p14:cNvPr>
                <p14:cNvContentPartPr/>
                <p14:nvPr/>
              </p14:nvContentPartPr>
              <p14:xfrm>
                <a:off x="1993296" y="1083982"/>
                <a:ext cx="165960" cy="54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354B1B4-949B-4FCC-6FC0-3862EA97700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75656" y="1066342"/>
                  <a:ext cx="2016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602015B-FA26-10C6-B6B6-99A867C61FCB}"/>
                    </a:ext>
                  </a:extLst>
                </p14:cNvPr>
                <p14:cNvContentPartPr/>
                <p14:nvPr/>
              </p14:nvContentPartPr>
              <p14:xfrm>
                <a:off x="2306856" y="916582"/>
                <a:ext cx="325080" cy="189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602015B-FA26-10C6-B6B6-99A867C61FC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89216" y="898582"/>
                  <a:ext cx="36072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9F869C2-193D-B905-1E53-3BBCC27CEF45}"/>
              </a:ext>
            </a:extLst>
          </p:cNvPr>
          <p:cNvGrpSpPr/>
          <p:nvPr/>
        </p:nvGrpSpPr>
        <p:grpSpPr>
          <a:xfrm>
            <a:off x="247296" y="1622182"/>
            <a:ext cx="550800" cy="310320"/>
            <a:chOff x="247296" y="1622182"/>
            <a:chExt cx="550800" cy="31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E4D7821-9462-2B18-8749-399175F414B6}"/>
                    </a:ext>
                  </a:extLst>
                </p14:cNvPr>
                <p14:cNvContentPartPr/>
                <p14:nvPr/>
              </p14:nvContentPartPr>
              <p14:xfrm>
                <a:off x="247296" y="1622182"/>
                <a:ext cx="205200" cy="186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E4D7821-9462-2B18-8749-399175F414B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9656" y="1604542"/>
                  <a:ext cx="2408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BBDD819-9DBB-300A-E584-7876DF553125}"/>
                    </a:ext>
                  </a:extLst>
                </p14:cNvPr>
                <p14:cNvContentPartPr/>
                <p14:nvPr/>
              </p14:nvContentPartPr>
              <p14:xfrm>
                <a:off x="499296" y="1741702"/>
                <a:ext cx="51120" cy="190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BBDD819-9DBB-300A-E584-7876DF55312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1296" y="1723702"/>
                  <a:ext cx="867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4D480BC-A78B-12EC-935A-26728E3E6B95}"/>
                    </a:ext>
                  </a:extLst>
                </p14:cNvPr>
                <p14:cNvContentPartPr/>
                <p14:nvPr/>
              </p14:nvContentPartPr>
              <p14:xfrm>
                <a:off x="650496" y="1705702"/>
                <a:ext cx="120600" cy="49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4D480BC-A78B-12EC-935A-26728E3E6B9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2496" y="1688062"/>
                  <a:ext cx="1562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6FE2145-977D-25E4-5259-A883568AC5EE}"/>
                    </a:ext>
                  </a:extLst>
                </p14:cNvPr>
                <p14:cNvContentPartPr/>
                <p14:nvPr/>
              </p14:nvContentPartPr>
              <p14:xfrm>
                <a:off x="664896" y="1771942"/>
                <a:ext cx="133200" cy="40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6FE2145-977D-25E4-5259-A883568AC5E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6896" y="1753942"/>
                  <a:ext cx="16884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F031218-B9E2-2931-424F-2C46F05836C4}"/>
              </a:ext>
            </a:extLst>
          </p:cNvPr>
          <p:cNvGrpSpPr/>
          <p:nvPr/>
        </p:nvGrpSpPr>
        <p:grpSpPr>
          <a:xfrm>
            <a:off x="1090416" y="1548022"/>
            <a:ext cx="355320" cy="456120"/>
            <a:chOff x="1090416" y="1548022"/>
            <a:chExt cx="355320" cy="45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17F27A4-CAEF-D906-C8E1-BA71271E555B}"/>
                    </a:ext>
                  </a:extLst>
                </p14:cNvPr>
                <p14:cNvContentPartPr/>
                <p14:nvPr/>
              </p14:nvContentPartPr>
              <p14:xfrm>
                <a:off x="1090416" y="1548022"/>
                <a:ext cx="42480" cy="227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17F27A4-CAEF-D906-C8E1-BA71271E555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72416" y="1530022"/>
                  <a:ext cx="781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5DE0C6E-9344-90E0-979E-B3015191CEB3}"/>
                    </a:ext>
                  </a:extLst>
                </p14:cNvPr>
                <p14:cNvContentPartPr/>
                <p14:nvPr/>
              </p14:nvContentPartPr>
              <p14:xfrm>
                <a:off x="1298856" y="1802182"/>
                <a:ext cx="146880" cy="201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5DE0C6E-9344-90E0-979E-B3015191CEB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280856" y="1784542"/>
                  <a:ext cx="18252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76F0BE2-4D1C-8E9C-5054-9B4BB1B4730F}"/>
              </a:ext>
            </a:extLst>
          </p:cNvPr>
          <p:cNvGrpSpPr/>
          <p:nvPr/>
        </p:nvGrpSpPr>
        <p:grpSpPr>
          <a:xfrm>
            <a:off x="1730496" y="1501582"/>
            <a:ext cx="805680" cy="318600"/>
            <a:chOff x="1730496" y="1501582"/>
            <a:chExt cx="805680" cy="31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32B157F-7E8C-10F3-B507-2D634EED19A1}"/>
                    </a:ext>
                  </a:extLst>
                </p14:cNvPr>
                <p14:cNvContentPartPr/>
                <p14:nvPr/>
              </p14:nvContentPartPr>
              <p14:xfrm>
                <a:off x="1730496" y="1585102"/>
                <a:ext cx="258840" cy="160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32B157F-7E8C-10F3-B507-2D634EED19A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12496" y="1567102"/>
                  <a:ext cx="2944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4204F35-31CA-50F6-EC3B-F383202C97F2}"/>
                    </a:ext>
                  </a:extLst>
                </p14:cNvPr>
                <p14:cNvContentPartPr/>
                <p14:nvPr/>
              </p14:nvContentPartPr>
              <p14:xfrm>
                <a:off x="2070696" y="1662862"/>
                <a:ext cx="164520" cy="157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4204F35-31CA-50F6-EC3B-F383202C97F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52696" y="1645222"/>
                  <a:ext cx="2001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5347BCF-79E0-28B9-951E-C16E1CC408AF}"/>
                    </a:ext>
                  </a:extLst>
                </p14:cNvPr>
                <p14:cNvContentPartPr/>
                <p14:nvPr/>
              </p14:nvContentPartPr>
              <p14:xfrm>
                <a:off x="2361216" y="1501582"/>
                <a:ext cx="124560" cy="48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5347BCF-79E0-28B9-951E-C16E1CC408A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43216" y="1483942"/>
                  <a:ext cx="160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A7DE99E-F4F8-B103-129D-F9B8BA459F60}"/>
                    </a:ext>
                  </a:extLst>
                </p14:cNvPr>
                <p14:cNvContentPartPr/>
                <p14:nvPr/>
              </p14:nvContentPartPr>
              <p14:xfrm>
                <a:off x="2401536" y="1583302"/>
                <a:ext cx="134640" cy="38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A7DE99E-F4F8-B103-129D-F9B8BA459F6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83896" y="1565302"/>
                  <a:ext cx="170280" cy="7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5FD13FF-F581-6E3D-EF01-8DAD326A070A}"/>
                  </a:ext>
                </a:extLst>
              </p14:cNvPr>
              <p14:cNvContentPartPr/>
              <p14:nvPr/>
            </p14:nvContentPartPr>
            <p14:xfrm>
              <a:off x="2729856" y="1399702"/>
              <a:ext cx="59400" cy="3333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5FD13FF-F581-6E3D-EF01-8DAD326A070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712216" y="1382062"/>
                <a:ext cx="95040" cy="36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CA771C01-B1FE-8436-5B42-B51C00B73EB7}"/>
              </a:ext>
            </a:extLst>
          </p:cNvPr>
          <p:cNvGrpSpPr/>
          <p:nvPr/>
        </p:nvGrpSpPr>
        <p:grpSpPr>
          <a:xfrm>
            <a:off x="631416" y="2510662"/>
            <a:ext cx="1605960" cy="338760"/>
            <a:chOff x="631416" y="2510662"/>
            <a:chExt cx="1605960" cy="33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923EA4A-8D03-9417-83BE-26356E5D74E0}"/>
                    </a:ext>
                  </a:extLst>
                </p14:cNvPr>
                <p14:cNvContentPartPr/>
                <p14:nvPr/>
              </p14:nvContentPartPr>
              <p14:xfrm>
                <a:off x="631416" y="2580502"/>
                <a:ext cx="146160" cy="74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923EA4A-8D03-9417-83BE-26356E5D74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13776" y="2562502"/>
                  <a:ext cx="1818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87778BB-1ADD-74F9-99EE-C745BD5C02E1}"/>
                    </a:ext>
                  </a:extLst>
                </p14:cNvPr>
                <p14:cNvContentPartPr/>
                <p14:nvPr/>
              </p14:nvContentPartPr>
              <p14:xfrm>
                <a:off x="854616" y="2510662"/>
                <a:ext cx="146520" cy="264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87778BB-1ADD-74F9-99EE-C745BD5C02E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36976" y="2493022"/>
                  <a:ext cx="1821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97A750C-5936-6754-1EA8-A86E5B6D1D1C}"/>
                    </a:ext>
                  </a:extLst>
                </p14:cNvPr>
                <p14:cNvContentPartPr/>
                <p14:nvPr/>
              </p14:nvContentPartPr>
              <p14:xfrm>
                <a:off x="1108776" y="2600302"/>
                <a:ext cx="150120" cy="145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97A750C-5936-6754-1EA8-A86E5B6D1D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91136" y="2582302"/>
                  <a:ext cx="185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39F931B-B104-6408-9551-9E4C3E94BBDF}"/>
                    </a:ext>
                  </a:extLst>
                </p14:cNvPr>
                <p14:cNvContentPartPr/>
                <p14:nvPr/>
              </p14:nvContentPartPr>
              <p14:xfrm>
                <a:off x="1323696" y="2661862"/>
                <a:ext cx="72720" cy="173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39F931B-B104-6408-9551-9E4C3E94BBD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05696" y="2644222"/>
                  <a:ext cx="1083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5B7C89D-43C0-C5C0-20D7-F1B24E3A164A}"/>
                    </a:ext>
                  </a:extLst>
                </p14:cNvPr>
                <p14:cNvContentPartPr/>
                <p14:nvPr/>
              </p14:nvContentPartPr>
              <p14:xfrm>
                <a:off x="1533936" y="2652142"/>
                <a:ext cx="188280" cy="55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5B7C89D-43C0-C5C0-20D7-F1B24E3A164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515936" y="2634142"/>
                  <a:ext cx="2239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4ECECE2-ADD1-5035-7E02-9576BBA53EBF}"/>
                    </a:ext>
                  </a:extLst>
                </p14:cNvPr>
                <p14:cNvContentPartPr/>
                <p14:nvPr/>
              </p14:nvContentPartPr>
              <p14:xfrm>
                <a:off x="1616736" y="2566462"/>
                <a:ext cx="74160" cy="227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4ECECE2-ADD1-5035-7E02-9576BBA53EB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98736" y="2548822"/>
                  <a:ext cx="1098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90A3ED7-DD0F-FBAB-D5E6-40A0B80FBC24}"/>
                    </a:ext>
                  </a:extLst>
                </p14:cNvPr>
                <p14:cNvContentPartPr/>
                <p14:nvPr/>
              </p14:nvContentPartPr>
              <p14:xfrm>
                <a:off x="1814016" y="2603182"/>
                <a:ext cx="149040" cy="161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90A3ED7-DD0F-FBAB-D5E6-40A0B80FBC2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96016" y="2585182"/>
                  <a:ext cx="1846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E448926-38FA-7F2D-7BAE-15A5FA154B06}"/>
                    </a:ext>
                  </a:extLst>
                </p14:cNvPr>
                <p14:cNvContentPartPr/>
                <p14:nvPr/>
              </p14:nvContentPartPr>
              <p14:xfrm>
                <a:off x="2070696" y="2709382"/>
                <a:ext cx="166680" cy="140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E448926-38FA-7F2D-7BAE-15A5FA154B0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53056" y="2691742"/>
                  <a:ext cx="20232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83537F5-A507-42C8-F75F-6873126BDDED}"/>
              </a:ext>
            </a:extLst>
          </p:cNvPr>
          <p:cNvGrpSpPr/>
          <p:nvPr/>
        </p:nvGrpSpPr>
        <p:grpSpPr>
          <a:xfrm>
            <a:off x="2427096" y="2630182"/>
            <a:ext cx="154440" cy="70200"/>
            <a:chOff x="2427096" y="2630182"/>
            <a:chExt cx="154440" cy="7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5A320E4-18C0-6EAD-DCCA-02774D16D82E}"/>
                    </a:ext>
                  </a:extLst>
                </p14:cNvPr>
                <p14:cNvContentPartPr/>
                <p14:nvPr/>
              </p14:nvContentPartPr>
              <p14:xfrm>
                <a:off x="2455536" y="2630182"/>
                <a:ext cx="72000" cy="6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5A320E4-18C0-6EAD-DCCA-02774D16D82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37536" y="2612542"/>
                  <a:ext cx="1076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61942CA-542B-B746-9798-6836DE1F155C}"/>
                    </a:ext>
                  </a:extLst>
                </p14:cNvPr>
                <p14:cNvContentPartPr/>
                <p14:nvPr/>
              </p14:nvContentPartPr>
              <p14:xfrm>
                <a:off x="2427096" y="2682742"/>
                <a:ext cx="154440" cy="17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61942CA-542B-B746-9798-6836DE1F155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09096" y="2665102"/>
                  <a:ext cx="190080" cy="5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84DB4A1-4F13-EE6D-3E19-2C1646B226AD}"/>
                  </a:ext>
                </a:extLst>
              </p14:cNvPr>
              <p14:cNvContentPartPr/>
              <p14:nvPr/>
            </p14:nvContentPartPr>
            <p14:xfrm>
              <a:off x="2804736" y="2433622"/>
              <a:ext cx="209880" cy="2779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84DB4A1-4F13-EE6D-3E19-2C1646B226A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786736" y="2415982"/>
                <a:ext cx="245520" cy="31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A90A81F2-4A76-4DF2-A256-E97EE6747A47}"/>
              </a:ext>
            </a:extLst>
          </p:cNvPr>
          <p:cNvGrpSpPr/>
          <p:nvPr/>
        </p:nvGrpSpPr>
        <p:grpSpPr>
          <a:xfrm>
            <a:off x="356376" y="3144982"/>
            <a:ext cx="2487600" cy="443880"/>
            <a:chOff x="356376" y="3144982"/>
            <a:chExt cx="248760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D403CF6-824C-1B18-F02B-60DA1D845BD1}"/>
                    </a:ext>
                  </a:extLst>
                </p14:cNvPr>
                <p14:cNvContentPartPr/>
                <p14:nvPr/>
              </p14:nvContentPartPr>
              <p14:xfrm>
                <a:off x="356376" y="3218062"/>
                <a:ext cx="145080" cy="163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D403CF6-824C-1B18-F02B-60DA1D845BD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38376" y="3200422"/>
                  <a:ext cx="1807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CB8B5CD-6B42-DCB5-2314-50B4FE0D016E}"/>
                    </a:ext>
                  </a:extLst>
                </p14:cNvPr>
                <p14:cNvContentPartPr/>
                <p14:nvPr/>
              </p14:nvContentPartPr>
              <p14:xfrm>
                <a:off x="586776" y="3324262"/>
                <a:ext cx="46080" cy="155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CB8B5CD-6B42-DCB5-2314-50B4FE0D016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68776" y="3306262"/>
                  <a:ext cx="817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547B867-D731-27F6-FE24-6914CA86B5CD}"/>
                    </a:ext>
                  </a:extLst>
                </p14:cNvPr>
                <p14:cNvContentPartPr/>
                <p14:nvPr/>
              </p14:nvContentPartPr>
              <p14:xfrm>
                <a:off x="746976" y="3301942"/>
                <a:ext cx="146880" cy="51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547B867-D731-27F6-FE24-6914CA86B5C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9336" y="3284302"/>
                  <a:ext cx="1825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176DC9D-7F73-47D1-BD68-4F276FA88490}"/>
                    </a:ext>
                  </a:extLst>
                </p14:cNvPr>
                <p14:cNvContentPartPr/>
                <p14:nvPr/>
              </p14:nvContentPartPr>
              <p14:xfrm>
                <a:off x="804936" y="3384382"/>
                <a:ext cx="137880" cy="33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176DC9D-7F73-47D1-BD68-4F276FA8849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87296" y="3366382"/>
                  <a:ext cx="1735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9B2326B-06D7-4863-79EC-38050945565F}"/>
                    </a:ext>
                  </a:extLst>
                </p14:cNvPr>
                <p14:cNvContentPartPr/>
                <p14:nvPr/>
              </p14:nvContentPartPr>
              <p14:xfrm>
                <a:off x="1083576" y="3246142"/>
                <a:ext cx="175680" cy="155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9B2326B-06D7-4863-79EC-38050945565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65936" y="3228502"/>
                  <a:ext cx="2113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AF7F8F7-1BED-B068-18CB-A8B199BF2600}"/>
                    </a:ext>
                  </a:extLst>
                </p14:cNvPr>
                <p14:cNvContentPartPr/>
                <p14:nvPr/>
              </p14:nvContentPartPr>
              <p14:xfrm>
                <a:off x="1283376" y="3394822"/>
                <a:ext cx="181440" cy="194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AF7F8F7-1BED-B068-18CB-A8B199BF260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265376" y="3376822"/>
                  <a:ext cx="2170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5AEB9A6-1758-F8DD-C48B-599DE1597402}"/>
                    </a:ext>
                  </a:extLst>
                </p14:cNvPr>
                <p14:cNvContentPartPr/>
                <p14:nvPr/>
              </p14:nvContentPartPr>
              <p14:xfrm>
                <a:off x="1636176" y="3273142"/>
                <a:ext cx="208080" cy="154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5AEB9A6-1758-F8DD-C48B-599DE159740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618176" y="3255502"/>
                  <a:ext cx="243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7E0B28D-E775-B702-1589-E82698583C28}"/>
                    </a:ext>
                  </a:extLst>
                </p14:cNvPr>
                <p14:cNvContentPartPr/>
                <p14:nvPr/>
              </p14:nvContentPartPr>
              <p14:xfrm>
                <a:off x="1945056" y="3347662"/>
                <a:ext cx="205200" cy="122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7E0B28D-E775-B702-1589-E82698583C2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927056" y="3329662"/>
                  <a:ext cx="2408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8E5EDCF-AB45-A773-EA26-4A5EF92C726D}"/>
                    </a:ext>
                  </a:extLst>
                </p14:cNvPr>
                <p14:cNvContentPartPr/>
                <p14:nvPr/>
              </p14:nvContentPartPr>
              <p14:xfrm>
                <a:off x="2260776" y="3271342"/>
                <a:ext cx="115920" cy="23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8E5EDCF-AB45-A773-EA26-4A5EF92C726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43136" y="3253702"/>
                  <a:ext cx="1515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2C058CA-E267-35DD-49B3-A059BAE3CF8A}"/>
                    </a:ext>
                  </a:extLst>
                </p14:cNvPr>
                <p14:cNvContentPartPr/>
                <p14:nvPr/>
              </p14:nvContentPartPr>
              <p14:xfrm>
                <a:off x="2302176" y="3317422"/>
                <a:ext cx="135720" cy="31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2C058CA-E267-35DD-49B3-A059BAE3CF8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284536" y="3299782"/>
                  <a:ext cx="1713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3DA2C1C-A3CE-EC94-14A1-6A028F6EC77B}"/>
                    </a:ext>
                  </a:extLst>
                </p14:cNvPr>
                <p14:cNvContentPartPr/>
                <p14:nvPr/>
              </p14:nvContentPartPr>
              <p14:xfrm>
                <a:off x="2494416" y="3144982"/>
                <a:ext cx="349560" cy="248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3DA2C1C-A3CE-EC94-14A1-6A028F6EC77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76416" y="3127342"/>
                  <a:ext cx="38520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1A54A60-7B32-5558-F658-AD3E9A8F8793}"/>
              </a:ext>
            </a:extLst>
          </p:cNvPr>
          <p:cNvGrpSpPr/>
          <p:nvPr/>
        </p:nvGrpSpPr>
        <p:grpSpPr>
          <a:xfrm>
            <a:off x="385896" y="3773902"/>
            <a:ext cx="1233000" cy="470520"/>
            <a:chOff x="385896" y="3773902"/>
            <a:chExt cx="1233000" cy="47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B6C0F94-8A6E-A270-9375-637000001A2D}"/>
                    </a:ext>
                  </a:extLst>
                </p14:cNvPr>
                <p14:cNvContentPartPr/>
                <p14:nvPr/>
              </p14:nvContentPartPr>
              <p14:xfrm>
                <a:off x="385896" y="3773902"/>
                <a:ext cx="158760" cy="217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B6C0F94-8A6E-A270-9375-637000001A2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67896" y="3755902"/>
                  <a:ext cx="1944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7C08FDF-A6F5-8D5F-AE1D-7042773F85DF}"/>
                    </a:ext>
                  </a:extLst>
                </p14:cNvPr>
                <p14:cNvContentPartPr/>
                <p14:nvPr/>
              </p14:nvContentPartPr>
              <p14:xfrm>
                <a:off x="628896" y="3936622"/>
                <a:ext cx="196560" cy="154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7C08FDF-A6F5-8D5F-AE1D-7042773F85D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11256" y="3918622"/>
                  <a:ext cx="2322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100B9F1-0EF8-FA4B-1604-5CEA86830483}"/>
                    </a:ext>
                  </a:extLst>
                </p14:cNvPr>
                <p14:cNvContentPartPr/>
                <p14:nvPr/>
              </p14:nvContentPartPr>
              <p14:xfrm>
                <a:off x="962976" y="3867862"/>
                <a:ext cx="104760" cy="7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100B9F1-0EF8-FA4B-1604-5CEA8683048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44976" y="3850222"/>
                  <a:ext cx="140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77CF01F-6246-6F6E-C23E-4CF7509419A4}"/>
                    </a:ext>
                  </a:extLst>
                </p14:cNvPr>
                <p14:cNvContentPartPr/>
                <p14:nvPr/>
              </p14:nvContentPartPr>
              <p14:xfrm>
                <a:off x="949296" y="3960022"/>
                <a:ext cx="102960" cy="25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77CF01F-6246-6F6E-C23E-4CF7509419A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31656" y="3942382"/>
                  <a:ext cx="1386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C9F4D5B-B944-040A-FC69-01B512ED0FD7}"/>
                    </a:ext>
                  </a:extLst>
                </p14:cNvPr>
                <p14:cNvContentPartPr/>
                <p14:nvPr/>
              </p14:nvContentPartPr>
              <p14:xfrm>
                <a:off x="1199856" y="3805582"/>
                <a:ext cx="220680" cy="1648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C9F4D5B-B944-040A-FC69-01B512ED0FD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82216" y="3787582"/>
                  <a:ext cx="2563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0163C85-01E1-5A75-BF59-E53E54B8AEDA}"/>
                    </a:ext>
                  </a:extLst>
                </p14:cNvPr>
                <p14:cNvContentPartPr/>
                <p14:nvPr/>
              </p14:nvContentPartPr>
              <p14:xfrm>
                <a:off x="1416216" y="4036342"/>
                <a:ext cx="202680" cy="208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0163C85-01E1-5A75-BF59-E53E54B8AED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398576" y="4018702"/>
                  <a:ext cx="23832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49585FA-60EA-81EF-E687-F016A249D9D9}"/>
              </a:ext>
            </a:extLst>
          </p:cNvPr>
          <p:cNvGrpSpPr/>
          <p:nvPr/>
        </p:nvGrpSpPr>
        <p:grpSpPr>
          <a:xfrm>
            <a:off x="1893936" y="3822142"/>
            <a:ext cx="683280" cy="255240"/>
            <a:chOff x="1893936" y="3822142"/>
            <a:chExt cx="68328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7FE912D-02DF-5CB6-CA3C-610A0DC6CFEB}"/>
                    </a:ext>
                  </a:extLst>
                </p14:cNvPr>
                <p14:cNvContentPartPr/>
                <p14:nvPr/>
              </p14:nvContentPartPr>
              <p14:xfrm>
                <a:off x="1893936" y="3822142"/>
                <a:ext cx="179640" cy="211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7FE912D-02DF-5CB6-CA3C-610A0DC6CFE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876296" y="3804502"/>
                  <a:ext cx="2152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81099EE-B64C-D74D-A7CE-EE48AC50285E}"/>
                    </a:ext>
                  </a:extLst>
                </p14:cNvPr>
                <p14:cNvContentPartPr/>
                <p14:nvPr/>
              </p14:nvContentPartPr>
              <p14:xfrm>
                <a:off x="2230176" y="3906022"/>
                <a:ext cx="30960" cy="171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81099EE-B64C-D74D-A7CE-EE48AC50285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212536" y="3888022"/>
                  <a:ext cx="666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B63867C-5426-C3A8-1030-5D65BFE66A7B}"/>
                    </a:ext>
                  </a:extLst>
                </p14:cNvPr>
                <p14:cNvContentPartPr/>
                <p14:nvPr/>
              </p14:nvContentPartPr>
              <p14:xfrm>
                <a:off x="2473176" y="3858862"/>
                <a:ext cx="104040" cy="49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B63867C-5426-C3A8-1030-5D65BFE66A7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455536" y="3840862"/>
                  <a:ext cx="1396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38902F0-21D0-2983-4C10-8290A84B7BC0}"/>
                    </a:ext>
                  </a:extLst>
                </p14:cNvPr>
                <p14:cNvContentPartPr/>
                <p14:nvPr/>
              </p14:nvContentPartPr>
              <p14:xfrm>
                <a:off x="2408736" y="3985942"/>
                <a:ext cx="152640" cy="37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38902F0-21D0-2983-4C10-8290A84B7BC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390736" y="3968302"/>
                  <a:ext cx="18828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BA36D97-7C01-5AED-AFC4-8AACA38120D2}"/>
              </a:ext>
            </a:extLst>
          </p:cNvPr>
          <p:cNvGrpSpPr/>
          <p:nvPr/>
        </p:nvGrpSpPr>
        <p:grpSpPr>
          <a:xfrm>
            <a:off x="2799696" y="3711262"/>
            <a:ext cx="353520" cy="323280"/>
            <a:chOff x="2799696" y="3711262"/>
            <a:chExt cx="353520" cy="32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28B5D0A-BCAB-E0FE-3D21-4D013A02C440}"/>
                    </a:ext>
                  </a:extLst>
                </p14:cNvPr>
                <p14:cNvContentPartPr/>
                <p14:nvPr/>
              </p14:nvContentPartPr>
              <p14:xfrm>
                <a:off x="2799696" y="3858142"/>
                <a:ext cx="151920" cy="21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28B5D0A-BCAB-E0FE-3D21-4D013A02C44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782056" y="3840142"/>
                  <a:ext cx="187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28CFFBB-5004-007D-463A-9CA036373385}"/>
                    </a:ext>
                  </a:extLst>
                </p14:cNvPr>
                <p14:cNvContentPartPr/>
                <p14:nvPr/>
              </p14:nvContentPartPr>
              <p14:xfrm>
                <a:off x="3039096" y="3711262"/>
                <a:ext cx="114120" cy="323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28CFFBB-5004-007D-463A-9CA03637338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021456" y="3693262"/>
                  <a:ext cx="149760" cy="35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123D5BD-E727-1530-EC3B-F5E75D335908}"/>
                  </a:ext>
                </a:extLst>
              </p14:cNvPr>
              <p14:cNvContentPartPr/>
              <p14:nvPr/>
            </p14:nvContentPartPr>
            <p14:xfrm>
              <a:off x="5817216" y="254182"/>
              <a:ext cx="5092920" cy="35787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123D5BD-E727-1530-EC3B-F5E75D33590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799576" y="236182"/>
                <a:ext cx="5128560" cy="36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A08E6EE-558E-737A-B485-1CF317E21E0E}"/>
                  </a:ext>
                </a:extLst>
              </p14:cNvPr>
              <p14:cNvContentPartPr/>
              <p14:nvPr/>
            </p14:nvContentPartPr>
            <p14:xfrm>
              <a:off x="5771856" y="3985582"/>
              <a:ext cx="186120" cy="22464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A08E6EE-558E-737A-B485-1CF317E21E0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754216" y="3967942"/>
                <a:ext cx="22176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4401573E-551D-1C32-E477-A78A8F544AB7}"/>
                  </a:ext>
                </a:extLst>
              </p14:cNvPr>
              <p14:cNvContentPartPr/>
              <p14:nvPr/>
            </p14:nvContentPartPr>
            <p14:xfrm>
              <a:off x="6996216" y="3703702"/>
              <a:ext cx="11160" cy="2649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4401573E-551D-1C32-E477-A78A8F544AB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978576" y="3685702"/>
                <a:ext cx="4680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2BDE72D8-5C28-05EE-1A91-A97171820866}"/>
                  </a:ext>
                </a:extLst>
              </p14:cNvPr>
              <p14:cNvContentPartPr/>
              <p14:nvPr/>
            </p14:nvContentPartPr>
            <p14:xfrm>
              <a:off x="7036536" y="4156222"/>
              <a:ext cx="28800" cy="1432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2BDE72D8-5C28-05EE-1A91-A97171820866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018896" y="4138222"/>
                <a:ext cx="6444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91FA3B8-5BCA-F6D8-8C85-6CC4851327F7}"/>
                  </a:ext>
                </a:extLst>
              </p14:cNvPr>
              <p14:cNvContentPartPr/>
              <p14:nvPr/>
            </p14:nvContentPartPr>
            <p14:xfrm>
              <a:off x="8070096" y="3716302"/>
              <a:ext cx="14760" cy="1861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91FA3B8-5BCA-F6D8-8C85-6CC4851327F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052456" y="3698302"/>
                <a:ext cx="5040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422B7535-56C6-24EF-48FA-D4F1641EAC54}"/>
                  </a:ext>
                </a:extLst>
              </p14:cNvPr>
              <p14:cNvContentPartPr/>
              <p14:nvPr/>
            </p14:nvContentPartPr>
            <p14:xfrm>
              <a:off x="8042376" y="4033822"/>
              <a:ext cx="217440" cy="1810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422B7535-56C6-24EF-48FA-D4F1641EAC54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024736" y="4016182"/>
                <a:ext cx="25308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9DC36D8-E9FA-C86C-9959-88526369C999}"/>
                  </a:ext>
                </a:extLst>
              </p14:cNvPr>
              <p14:cNvContentPartPr/>
              <p14:nvPr/>
            </p14:nvContentPartPr>
            <p14:xfrm>
              <a:off x="8970096" y="3674182"/>
              <a:ext cx="32040" cy="2192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9DC36D8-E9FA-C86C-9959-88526369C99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952096" y="3656542"/>
                <a:ext cx="6768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5AACF8A-7E9A-1B30-480E-92E5ACD8CF95}"/>
                  </a:ext>
                </a:extLst>
              </p14:cNvPr>
              <p14:cNvContentPartPr/>
              <p14:nvPr/>
            </p14:nvContentPartPr>
            <p14:xfrm>
              <a:off x="8902056" y="4014742"/>
              <a:ext cx="188640" cy="17820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5AACF8A-7E9A-1B30-480E-92E5ACD8CF95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884056" y="3997102"/>
                <a:ext cx="22428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AF91F625-0408-A73C-3FC3-E7D0AFD1971D}"/>
                  </a:ext>
                </a:extLst>
              </p14:cNvPr>
              <p14:cNvContentPartPr/>
              <p14:nvPr/>
            </p14:nvContentPartPr>
            <p14:xfrm>
              <a:off x="5839176" y="3011422"/>
              <a:ext cx="153720" cy="428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AF91F625-0408-A73C-3FC3-E7D0AFD1971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821536" y="2993422"/>
                <a:ext cx="1893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828F5F8D-B21D-AFEE-AC8C-9A1151310979}"/>
                  </a:ext>
                </a:extLst>
              </p14:cNvPr>
              <p14:cNvContentPartPr/>
              <p14:nvPr/>
            </p14:nvContentPartPr>
            <p14:xfrm>
              <a:off x="5736576" y="3000982"/>
              <a:ext cx="15120" cy="1220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828F5F8D-B21D-AFEE-AC8C-9A1151310979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718576" y="2982982"/>
                <a:ext cx="5076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DC43E109-02F7-FAF6-68C5-62E66F267B19}"/>
                  </a:ext>
                </a:extLst>
              </p14:cNvPr>
              <p14:cNvContentPartPr/>
              <p14:nvPr/>
            </p14:nvContentPartPr>
            <p14:xfrm>
              <a:off x="6943296" y="2956702"/>
              <a:ext cx="3600" cy="252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DC43E109-02F7-FAF6-68C5-62E66F267B19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6925296" y="2938702"/>
                <a:ext cx="3924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E02613CD-3877-1E8D-0C06-994CAF6B402F}"/>
                  </a:ext>
                </a:extLst>
              </p14:cNvPr>
              <p14:cNvContentPartPr/>
              <p14:nvPr/>
            </p14:nvContentPartPr>
            <p14:xfrm>
              <a:off x="6778416" y="2829622"/>
              <a:ext cx="304200" cy="3279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E02613CD-3877-1E8D-0C06-994CAF6B402F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760416" y="2811982"/>
                <a:ext cx="33984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A95AAA71-6EC9-6EFC-485C-E162B33749F2}"/>
                  </a:ext>
                </a:extLst>
              </p14:cNvPr>
              <p14:cNvContentPartPr/>
              <p14:nvPr/>
            </p14:nvContentPartPr>
            <p14:xfrm>
              <a:off x="6920256" y="3306262"/>
              <a:ext cx="36720" cy="165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A95AAA71-6EC9-6EFC-485C-E162B33749F2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6902616" y="3288622"/>
                <a:ext cx="7236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7F6791AD-0F5F-C2AD-B6C8-AC393DED189A}"/>
                  </a:ext>
                </a:extLst>
              </p14:cNvPr>
              <p14:cNvContentPartPr/>
              <p14:nvPr/>
            </p14:nvContentPartPr>
            <p14:xfrm>
              <a:off x="5906856" y="1166782"/>
              <a:ext cx="3131640" cy="267840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7F6791AD-0F5F-C2AD-B6C8-AC393DED189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889216" y="1148782"/>
                <a:ext cx="3167280" cy="27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AE04027E-28BE-E7B9-A91F-76D97DD8C79D}"/>
                  </a:ext>
                </a:extLst>
              </p14:cNvPr>
              <p14:cNvContentPartPr/>
              <p14:nvPr/>
            </p14:nvContentPartPr>
            <p14:xfrm>
              <a:off x="6915936" y="2926102"/>
              <a:ext cx="38160" cy="183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AE04027E-28BE-E7B9-A91F-76D97DD8C79D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898296" y="2908102"/>
                <a:ext cx="738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DE565F13-CED1-CAB8-4636-36A3135DD206}"/>
                  </a:ext>
                </a:extLst>
              </p14:cNvPr>
              <p14:cNvContentPartPr/>
              <p14:nvPr/>
            </p14:nvContentPartPr>
            <p14:xfrm>
              <a:off x="5920896" y="3782902"/>
              <a:ext cx="62280" cy="136764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DE565F13-CED1-CAB8-4636-36A3135DD206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902896" y="3764902"/>
                <a:ext cx="97920" cy="14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1E35236E-5AFD-0FE5-4DE4-DCA485C76F95}"/>
                  </a:ext>
                </a:extLst>
              </p14:cNvPr>
              <p14:cNvContentPartPr/>
              <p14:nvPr/>
            </p14:nvContentPartPr>
            <p14:xfrm>
              <a:off x="5823696" y="4518742"/>
              <a:ext cx="304920" cy="392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1E35236E-5AFD-0FE5-4DE4-DCA485C76F95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805696" y="4500742"/>
                <a:ext cx="34056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597AA646-A137-B8BE-D732-8009E517C344}"/>
                  </a:ext>
                </a:extLst>
              </p14:cNvPr>
              <p14:cNvContentPartPr/>
              <p14:nvPr/>
            </p14:nvContentPartPr>
            <p14:xfrm>
              <a:off x="5469096" y="4542862"/>
              <a:ext cx="117360" cy="187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597AA646-A137-B8BE-D732-8009E517C344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451456" y="4524862"/>
                <a:ext cx="15300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3DB798E2-2108-C6E8-DC01-E9A49918A474}"/>
                  </a:ext>
                </a:extLst>
              </p14:cNvPr>
              <p14:cNvContentPartPr/>
              <p14:nvPr/>
            </p14:nvContentPartPr>
            <p14:xfrm>
              <a:off x="5639016" y="4451782"/>
              <a:ext cx="13680" cy="2235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3DB798E2-2108-C6E8-DC01-E9A49918A474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621016" y="4433782"/>
                <a:ext cx="4932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9299ED3F-BC8B-1CB9-68F8-685AA5834270}"/>
                  </a:ext>
                </a:extLst>
              </p14:cNvPr>
              <p14:cNvContentPartPr/>
              <p14:nvPr/>
            </p14:nvContentPartPr>
            <p14:xfrm>
              <a:off x="4441656" y="3809902"/>
              <a:ext cx="1567800" cy="3924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9299ED3F-BC8B-1CB9-68F8-685AA583427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423656" y="3791902"/>
                <a:ext cx="160344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A43DA20A-40C7-1C63-A9F6-F76D41DFA202}"/>
                  </a:ext>
                </a:extLst>
              </p14:cNvPr>
              <p14:cNvContentPartPr/>
              <p14:nvPr/>
            </p14:nvContentPartPr>
            <p14:xfrm>
              <a:off x="4973016" y="3753742"/>
              <a:ext cx="36360" cy="17388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A43DA20A-40C7-1C63-A9F6-F76D41DFA202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4955376" y="3736102"/>
                <a:ext cx="7200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7F528EE3-A6E9-3A35-0715-867B32765DBC}"/>
                  </a:ext>
                </a:extLst>
              </p14:cNvPr>
              <p14:cNvContentPartPr/>
              <p14:nvPr/>
            </p14:nvContentPartPr>
            <p14:xfrm>
              <a:off x="11124336" y="3537742"/>
              <a:ext cx="109800" cy="2091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7F528EE3-A6E9-3A35-0715-867B32765DBC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1106336" y="3519742"/>
                <a:ext cx="14544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C91DAD57-D567-6ABB-F304-7F2FAAAB0EB8}"/>
                  </a:ext>
                </a:extLst>
              </p14:cNvPr>
              <p14:cNvContentPartPr/>
              <p14:nvPr/>
            </p14:nvContentPartPr>
            <p14:xfrm>
              <a:off x="11072136" y="3565822"/>
              <a:ext cx="184680" cy="2145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C91DAD57-D567-6ABB-F304-7F2FAAAB0EB8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1054496" y="3548182"/>
                <a:ext cx="2203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AD5DB950-B099-F24F-3A2B-E7D917890C4D}"/>
                  </a:ext>
                </a:extLst>
              </p14:cNvPr>
              <p14:cNvContentPartPr/>
              <p14:nvPr/>
            </p14:nvContentPartPr>
            <p14:xfrm>
              <a:off x="11317296" y="3668782"/>
              <a:ext cx="51480" cy="2091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AD5DB950-B099-F24F-3A2B-E7D917890C4D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1299296" y="3650782"/>
                <a:ext cx="87120" cy="24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455C1A5F-7504-CEC5-BF88-0DB376309690}"/>
              </a:ext>
            </a:extLst>
          </p:cNvPr>
          <p:cNvGrpSpPr/>
          <p:nvPr/>
        </p:nvGrpSpPr>
        <p:grpSpPr>
          <a:xfrm>
            <a:off x="4826856" y="4062622"/>
            <a:ext cx="228600" cy="225000"/>
            <a:chOff x="4826856" y="4062622"/>
            <a:chExt cx="228600" cy="22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DF78DDA-C065-202E-4798-46109A910819}"/>
                    </a:ext>
                  </a:extLst>
                </p14:cNvPr>
                <p14:cNvContentPartPr/>
                <p14:nvPr/>
              </p14:nvContentPartPr>
              <p14:xfrm>
                <a:off x="4826856" y="4139302"/>
                <a:ext cx="113040" cy="46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DF78DDA-C065-202E-4798-46109A91081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808856" y="4121662"/>
                  <a:ext cx="148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1CAE167-A32D-ADC9-3198-8F9F99154C4B}"/>
                    </a:ext>
                  </a:extLst>
                </p14:cNvPr>
                <p14:cNvContentPartPr/>
                <p14:nvPr/>
              </p14:nvContentPartPr>
              <p14:xfrm>
                <a:off x="5042136" y="4062622"/>
                <a:ext cx="13320" cy="2250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1CAE167-A32D-ADC9-3198-8F9F99154C4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024136" y="4044982"/>
                  <a:ext cx="48960" cy="26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412E354-156C-FDB3-B340-99F64385BCA4}"/>
                  </a:ext>
                </a:extLst>
              </p14:cNvPr>
              <p14:cNvContentPartPr/>
              <p14:nvPr/>
            </p14:nvContentPartPr>
            <p14:xfrm>
              <a:off x="5308536" y="4244422"/>
              <a:ext cx="3600" cy="720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412E354-156C-FDB3-B340-99F64385BCA4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290536" y="4226782"/>
                <a:ext cx="39240" cy="42840"/>
              </a:xfrm>
              <a:prstGeom prst="rect">
                <a:avLst/>
              </a:prstGeom>
            </p:spPr>
          </p:pic>
        </mc:Fallback>
      </mc:AlternateContent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E7B7101-9BA8-A734-23BF-DCCEE77C7D48}"/>
              </a:ext>
            </a:extLst>
          </p:cNvPr>
          <p:cNvCxnSpPr>
            <a:cxnSpLocks/>
          </p:cNvCxnSpPr>
          <p:nvPr/>
        </p:nvCxnSpPr>
        <p:spPr>
          <a:xfrm flipV="1">
            <a:off x="4829750" y="951221"/>
            <a:ext cx="1153740" cy="32932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D5BBA413-54B0-DDF6-1AB1-C7378AB7D8A2}"/>
                  </a:ext>
                </a:extLst>
              </p14:cNvPr>
              <p14:cNvContentPartPr/>
              <p14:nvPr/>
            </p14:nvContentPartPr>
            <p14:xfrm>
              <a:off x="6126816" y="1734502"/>
              <a:ext cx="2665440" cy="19551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D5BBA413-54B0-DDF6-1AB1-C7378AB7D8A2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090816" y="1662502"/>
                <a:ext cx="2737080" cy="20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A92A71E0-EEB3-61DF-8AA0-5B449144B9F1}"/>
                  </a:ext>
                </a:extLst>
              </p14:cNvPr>
              <p14:cNvContentPartPr/>
              <p14:nvPr/>
            </p14:nvContentPartPr>
            <p14:xfrm>
              <a:off x="6064896" y="3633862"/>
              <a:ext cx="3223800" cy="13824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A92A71E0-EEB3-61DF-8AA0-5B449144B9F1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028896" y="3562222"/>
                <a:ext cx="329544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A8F8D134-77B9-D3F1-F63C-6C2D9B1CC6A6}"/>
                  </a:ext>
                </a:extLst>
              </p14:cNvPr>
              <p14:cNvContentPartPr/>
              <p14:nvPr/>
            </p14:nvContentPartPr>
            <p14:xfrm>
              <a:off x="6454056" y="3411022"/>
              <a:ext cx="2782440" cy="25740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A8F8D134-77B9-D3F1-F63C-6C2D9B1CC6A6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418056" y="3339022"/>
                <a:ext cx="285408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707C917F-4DB3-E2F1-CAA7-8D0FD4422DF9}"/>
                  </a:ext>
                </a:extLst>
              </p14:cNvPr>
              <p14:cNvContentPartPr/>
              <p14:nvPr/>
            </p14:nvContentPartPr>
            <p14:xfrm>
              <a:off x="6217176" y="3191782"/>
              <a:ext cx="2653920" cy="43416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707C917F-4DB3-E2F1-CAA7-8D0FD4422DF9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181536" y="3119782"/>
                <a:ext cx="2725560" cy="57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843C5DE2-9C23-13D3-1DDE-56B7B424AECC}"/>
                  </a:ext>
                </a:extLst>
              </p14:cNvPr>
              <p14:cNvContentPartPr/>
              <p14:nvPr/>
            </p14:nvContentPartPr>
            <p14:xfrm>
              <a:off x="6629376" y="3129142"/>
              <a:ext cx="2531880" cy="28512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843C5DE2-9C23-13D3-1DDE-56B7B424AECC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593736" y="3057142"/>
                <a:ext cx="2603520" cy="42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3873D74C-A389-3526-F6F0-3EA5DB73A6F9}"/>
                  </a:ext>
                </a:extLst>
              </p14:cNvPr>
              <p14:cNvContentPartPr/>
              <p14:nvPr/>
            </p14:nvContentPartPr>
            <p14:xfrm>
              <a:off x="6730536" y="2917462"/>
              <a:ext cx="2365200" cy="37908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3873D74C-A389-3526-F6F0-3EA5DB73A6F9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694896" y="2845462"/>
                <a:ext cx="2436840" cy="52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25BA2D3-E891-2538-96BC-B4887F6E7F02}"/>
                  </a:ext>
                </a:extLst>
              </p14:cNvPr>
              <p14:cNvContentPartPr/>
              <p14:nvPr/>
            </p14:nvContentPartPr>
            <p14:xfrm>
              <a:off x="6909096" y="2775622"/>
              <a:ext cx="2339280" cy="39600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25BA2D3-E891-2538-96BC-B4887F6E7F02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873456" y="2703982"/>
                <a:ext cx="2410920" cy="53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68F91D6A-2521-CA13-2187-31E1C886B1FF}"/>
                  </a:ext>
                </a:extLst>
              </p14:cNvPr>
              <p14:cNvContentPartPr/>
              <p14:nvPr/>
            </p14:nvContentPartPr>
            <p14:xfrm>
              <a:off x="7075416" y="2593822"/>
              <a:ext cx="1985040" cy="41508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68F91D6A-2521-CA13-2187-31E1C886B1FF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7039416" y="2522182"/>
                <a:ext cx="2056680" cy="55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817D5A89-724C-DD2A-746E-D9B0373BA9A7}"/>
                  </a:ext>
                </a:extLst>
              </p14:cNvPr>
              <p14:cNvContentPartPr/>
              <p14:nvPr/>
            </p14:nvContentPartPr>
            <p14:xfrm>
              <a:off x="6944016" y="2445502"/>
              <a:ext cx="2253240" cy="44388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817D5A89-724C-DD2A-746E-D9B0373BA9A7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908376" y="2373502"/>
                <a:ext cx="2324880" cy="58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DF6B1D62-3F4E-D096-E479-CC53FDC8EB4B}"/>
                  </a:ext>
                </a:extLst>
              </p14:cNvPr>
              <p14:cNvContentPartPr/>
              <p14:nvPr/>
            </p14:nvContentPartPr>
            <p14:xfrm>
              <a:off x="7389696" y="2331742"/>
              <a:ext cx="1760400" cy="3981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DF6B1D62-3F4E-D096-E479-CC53FDC8EB4B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354056" y="2259742"/>
                <a:ext cx="1832040" cy="54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421839B2-FF08-F320-5020-1B5F5018B339}"/>
                  </a:ext>
                </a:extLst>
              </p14:cNvPr>
              <p14:cNvContentPartPr/>
              <p14:nvPr/>
            </p14:nvContentPartPr>
            <p14:xfrm>
              <a:off x="7336776" y="2172622"/>
              <a:ext cx="2153880" cy="42408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421839B2-FF08-F320-5020-1B5F5018B339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301136" y="2100622"/>
                <a:ext cx="2225520" cy="56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7110768A-3496-051E-8B7F-67B15202E7A6}"/>
                  </a:ext>
                </a:extLst>
              </p14:cNvPr>
              <p14:cNvContentPartPr/>
              <p14:nvPr/>
            </p14:nvContentPartPr>
            <p14:xfrm>
              <a:off x="7702896" y="2043022"/>
              <a:ext cx="1670760" cy="41904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7110768A-3496-051E-8B7F-67B15202E7A6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666896" y="1971022"/>
                <a:ext cx="1742400" cy="56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C7AF9443-977A-95A1-9215-1D4C64AF68BB}"/>
                  </a:ext>
                </a:extLst>
              </p14:cNvPr>
              <p14:cNvContentPartPr/>
              <p14:nvPr/>
            </p14:nvContentPartPr>
            <p14:xfrm>
              <a:off x="8053896" y="1754662"/>
              <a:ext cx="1525680" cy="3603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C7AF9443-977A-95A1-9215-1D4C64AF68BB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018256" y="1683022"/>
                <a:ext cx="1597320" cy="50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1D584901-E553-F63F-DD39-4EF98091326C}"/>
                  </a:ext>
                </a:extLst>
              </p14:cNvPr>
              <p14:cNvContentPartPr/>
              <p14:nvPr/>
            </p14:nvContentPartPr>
            <p14:xfrm>
              <a:off x="8290776" y="1685902"/>
              <a:ext cx="1181880" cy="23220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1D584901-E553-F63F-DD39-4EF98091326C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254776" y="1614262"/>
                <a:ext cx="125352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C15AC890-8A30-3BC1-AFD1-E943B864791C}"/>
                  </a:ext>
                </a:extLst>
              </p14:cNvPr>
              <p14:cNvContentPartPr/>
              <p14:nvPr/>
            </p14:nvContentPartPr>
            <p14:xfrm>
              <a:off x="8397336" y="1784902"/>
              <a:ext cx="1024560" cy="26316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C15AC890-8A30-3BC1-AFD1-E943B864791C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8361336" y="1712902"/>
                <a:ext cx="109620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D5EE58AF-2283-68C2-6ED6-A2D3C65948FD}"/>
                  </a:ext>
                </a:extLst>
              </p14:cNvPr>
              <p14:cNvContentPartPr/>
              <p14:nvPr/>
            </p14:nvContentPartPr>
            <p14:xfrm>
              <a:off x="8424696" y="1303942"/>
              <a:ext cx="1091160" cy="4795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D5EE58AF-2283-68C2-6ED6-A2D3C65948FD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389056" y="1231942"/>
                <a:ext cx="1162800" cy="62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E973EC75-F61D-21D5-5B6C-DAFF8DAB5CD6}"/>
                  </a:ext>
                </a:extLst>
              </p14:cNvPr>
              <p14:cNvContentPartPr/>
              <p14:nvPr/>
            </p14:nvContentPartPr>
            <p14:xfrm>
              <a:off x="5970936" y="98302"/>
              <a:ext cx="396720" cy="93060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E973EC75-F61D-21D5-5B6C-DAFF8DAB5CD6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5952936" y="80302"/>
                <a:ext cx="432360" cy="96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A8171BF-6F01-581E-B6B4-9DDD65EC0679}"/>
              </a:ext>
            </a:extLst>
          </p:cNvPr>
          <p:cNvGrpSpPr/>
          <p:nvPr/>
        </p:nvGrpSpPr>
        <p:grpSpPr>
          <a:xfrm>
            <a:off x="5392056" y="219622"/>
            <a:ext cx="680400" cy="2105640"/>
            <a:chOff x="5392056" y="219622"/>
            <a:chExt cx="680400" cy="210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3674531-7031-1155-C0D5-BDC9DE9C7E18}"/>
                    </a:ext>
                  </a:extLst>
                </p14:cNvPr>
                <p14:cNvContentPartPr/>
                <p14:nvPr/>
              </p14:nvContentPartPr>
              <p14:xfrm>
                <a:off x="5829816" y="2148502"/>
                <a:ext cx="1080" cy="6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3674531-7031-1155-C0D5-BDC9DE9C7E1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812176" y="2130862"/>
                  <a:ext cx="36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467E584-8552-DBDB-5949-7DC7A75245D4}"/>
                    </a:ext>
                  </a:extLst>
                </p14:cNvPr>
                <p14:cNvContentPartPr/>
                <p14:nvPr/>
              </p14:nvContentPartPr>
              <p14:xfrm>
                <a:off x="5795256" y="2140582"/>
                <a:ext cx="182880" cy="489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467E584-8552-DBDB-5949-7DC7A75245D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777616" y="2122582"/>
                  <a:ext cx="2185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DF97014-CF20-E9EE-4E5B-A6CA6C09462C}"/>
                    </a:ext>
                  </a:extLst>
                </p14:cNvPr>
                <p14:cNvContentPartPr/>
                <p14:nvPr/>
              </p14:nvContentPartPr>
              <p14:xfrm>
                <a:off x="5395656" y="2156782"/>
                <a:ext cx="262440" cy="168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DF97014-CF20-E9EE-4E5B-A6CA6C09462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378016" y="2138782"/>
                  <a:ext cx="2980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8C76A5B-ACF4-F7FD-8427-0A3D9F714365}"/>
                    </a:ext>
                  </a:extLst>
                </p14:cNvPr>
                <p14:cNvContentPartPr/>
                <p14:nvPr/>
              </p14:nvContentPartPr>
              <p14:xfrm>
                <a:off x="5763216" y="1354342"/>
                <a:ext cx="174240" cy="518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8C76A5B-ACF4-F7FD-8427-0A3D9F71436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745216" y="1336702"/>
                  <a:ext cx="209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26486AF-2C9D-B32E-9D71-391D8BAD21C1}"/>
                    </a:ext>
                  </a:extLst>
                </p14:cNvPr>
                <p14:cNvContentPartPr/>
                <p14:nvPr/>
              </p14:nvContentPartPr>
              <p14:xfrm>
                <a:off x="5392056" y="1404382"/>
                <a:ext cx="144000" cy="177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26486AF-2C9D-B32E-9D71-391D8BAD21C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374056" y="1386742"/>
                  <a:ext cx="1796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AF839C0-660A-113A-DC51-94C2CB336132}"/>
                    </a:ext>
                  </a:extLst>
                </p14:cNvPr>
                <p14:cNvContentPartPr/>
                <p14:nvPr/>
              </p14:nvContentPartPr>
              <p14:xfrm>
                <a:off x="5821896" y="1339942"/>
                <a:ext cx="12240" cy="11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AF839C0-660A-113A-DC51-94C2CB33613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803896" y="1322302"/>
                  <a:ext cx="478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22AADE0-74F4-9F73-4BC2-2C51EB9A9008}"/>
                    </a:ext>
                  </a:extLst>
                </p14:cNvPr>
                <p14:cNvContentPartPr/>
                <p14:nvPr/>
              </p14:nvContentPartPr>
              <p14:xfrm>
                <a:off x="5648016" y="1144822"/>
                <a:ext cx="424440" cy="484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22AADE0-74F4-9F73-4BC2-2C51EB9A900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630016" y="1126822"/>
                  <a:ext cx="46008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9ADE384-1FD6-CDAA-F991-ADEE2FB9F415}"/>
                    </a:ext>
                  </a:extLst>
                </p14:cNvPr>
                <p14:cNvContentPartPr/>
                <p14:nvPr/>
              </p14:nvContentPartPr>
              <p14:xfrm>
                <a:off x="5412576" y="238342"/>
                <a:ext cx="116640" cy="1465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9ADE384-1FD6-CDAA-F991-ADEE2FB9F41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394576" y="220702"/>
                  <a:ext cx="1522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211FFF8-0373-5BCC-346F-9292257DFECF}"/>
                    </a:ext>
                  </a:extLst>
                </p14:cNvPr>
                <p14:cNvContentPartPr/>
                <p14:nvPr/>
              </p14:nvContentPartPr>
              <p14:xfrm>
                <a:off x="5409336" y="219622"/>
                <a:ext cx="146160" cy="236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211FFF8-0373-5BCC-346F-9292257DFEC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391336" y="201982"/>
                  <a:ext cx="1818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72DB0F0-D576-E86A-1D7D-2940FEF1AA6B}"/>
                    </a:ext>
                  </a:extLst>
                </p14:cNvPr>
                <p14:cNvContentPartPr/>
                <p14:nvPr/>
              </p14:nvContentPartPr>
              <p14:xfrm>
                <a:off x="5577096" y="332662"/>
                <a:ext cx="185760" cy="1432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72DB0F0-D576-E86A-1D7D-2940FEF1AA6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559096" y="315022"/>
                  <a:ext cx="22140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B5B1517-6E34-48E8-3FDC-C04238FDB7D5}"/>
              </a:ext>
            </a:extLst>
          </p:cNvPr>
          <p:cNvGrpSpPr/>
          <p:nvPr/>
        </p:nvGrpSpPr>
        <p:grpSpPr>
          <a:xfrm>
            <a:off x="8195016" y="289822"/>
            <a:ext cx="2566440" cy="424800"/>
            <a:chOff x="8195016" y="289822"/>
            <a:chExt cx="2566440" cy="42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8E28741-D10D-3FFE-719C-A8DAA6C5360D}"/>
                    </a:ext>
                  </a:extLst>
                </p14:cNvPr>
                <p14:cNvContentPartPr/>
                <p14:nvPr/>
              </p14:nvContentPartPr>
              <p14:xfrm>
                <a:off x="8195016" y="388102"/>
                <a:ext cx="217800" cy="1648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8E28741-D10D-3FFE-719C-A8DAA6C5360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177016" y="370102"/>
                  <a:ext cx="2534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084FB6F-4642-C89B-8535-B08DB315552B}"/>
                    </a:ext>
                  </a:extLst>
                </p14:cNvPr>
                <p14:cNvContentPartPr/>
                <p14:nvPr/>
              </p14:nvContentPartPr>
              <p14:xfrm>
                <a:off x="8473296" y="493222"/>
                <a:ext cx="45000" cy="180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084FB6F-4642-C89B-8535-B08DB315552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455656" y="475222"/>
                  <a:ext cx="806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C6FB06D-AA3E-2632-2679-7548D9CCEF13}"/>
                    </a:ext>
                  </a:extLst>
                </p14:cNvPr>
                <p14:cNvContentPartPr/>
                <p14:nvPr/>
              </p14:nvContentPartPr>
              <p14:xfrm>
                <a:off x="8599296" y="368662"/>
                <a:ext cx="189000" cy="1764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C6FB06D-AA3E-2632-2679-7548D9CCEF1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581296" y="350662"/>
                  <a:ext cx="2246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0AC3267-24D0-86CF-E5A7-2FE596BFE8D0}"/>
                    </a:ext>
                  </a:extLst>
                </p14:cNvPr>
                <p14:cNvContentPartPr/>
                <p14:nvPr/>
              </p14:nvContentPartPr>
              <p14:xfrm>
                <a:off x="8660496" y="544342"/>
                <a:ext cx="138960" cy="813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0AC3267-24D0-86CF-E5A7-2FE596BFE8D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642856" y="526342"/>
                  <a:ext cx="1746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5330659-5331-A8B5-E634-810ECFDC8491}"/>
                    </a:ext>
                  </a:extLst>
                </p14:cNvPr>
                <p14:cNvContentPartPr/>
                <p14:nvPr/>
              </p14:nvContentPartPr>
              <p14:xfrm>
                <a:off x="8965776" y="331222"/>
                <a:ext cx="182880" cy="2275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5330659-5331-A8B5-E634-810ECFDC849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948136" y="313582"/>
                  <a:ext cx="2185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839A7BD-BAB9-3CB1-164D-B9F5620A8E57}"/>
                    </a:ext>
                  </a:extLst>
                </p14:cNvPr>
                <p14:cNvContentPartPr/>
                <p14:nvPr/>
              </p14:nvContentPartPr>
              <p14:xfrm>
                <a:off x="9323976" y="548662"/>
                <a:ext cx="66240" cy="1299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839A7BD-BAB9-3CB1-164D-B9F5620A8E5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305976" y="531022"/>
                  <a:ext cx="101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DCC9C63-BA67-F9E4-BB8D-5D531105CD14}"/>
                    </a:ext>
                  </a:extLst>
                </p14:cNvPr>
                <p14:cNvContentPartPr/>
                <p14:nvPr/>
              </p14:nvContentPartPr>
              <p14:xfrm>
                <a:off x="9565176" y="378382"/>
                <a:ext cx="255960" cy="1666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DCC9C63-BA67-F9E4-BB8D-5D531105CD1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547176" y="360742"/>
                  <a:ext cx="2916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7A90430-D688-C66F-CBA9-EEE40657D404}"/>
                    </a:ext>
                  </a:extLst>
                </p14:cNvPr>
                <p14:cNvContentPartPr/>
                <p14:nvPr/>
              </p14:nvContentPartPr>
              <p14:xfrm>
                <a:off x="9899616" y="453262"/>
                <a:ext cx="163080" cy="1252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7A90430-D688-C66F-CBA9-EEE40657D40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881976" y="435262"/>
                  <a:ext cx="1987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54A2F16-E283-856C-2396-1063AC6F54D8}"/>
                    </a:ext>
                  </a:extLst>
                </p14:cNvPr>
                <p14:cNvContentPartPr/>
                <p14:nvPr/>
              </p14:nvContentPartPr>
              <p14:xfrm>
                <a:off x="10132176" y="289822"/>
                <a:ext cx="188640" cy="2390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54A2F16-E283-856C-2396-1063AC6F54D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114176" y="272182"/>
                  <a:ext cx="2242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147A999-6903-876F-AA1D-C5B6DD897B75}"/>
                    </a:ext>
                  </a:extLst>
                </p14:cNvPr>
                <p14:cNvContentPartPr/>
                <p14:nvPr/>
              </p14:nvContentPartPr>
              <p14:xfrm>
                <a:off x="10226496" y="513382"/>
                <a:ext cx="185040" cy="1166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147A999-6903-876F-AA1D-C5B6DD897B7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208856" y="495382"/>
                  <a:ext cx="2206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CE9E26F-AB18-CB2A-1ED2-337B0F52D97E}"/>
                    </a:ext>
                  </a:extLst>
                </p14:cNvPr>
                <p14:cNvContentPartPr/>
                <p14:nvPr/>
              </p14:nvContentPartPr>
              <p14:xfrm>
                <a:off x="10506936" y="342742"/>
                <a:ext cx="254520" cy="2394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CE9E26F-AB18-CB2A-1ED2-337B0F52D97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488936" y="325102"/>
                  <a:ext cx="2901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839578D-9AA7-8601-C9F2-153B5DE15DB0}"/>
                    </a:ext>
                  </a:extLst>
                </p14:cNvPr>
                <p14:cNvContentPartPr/>
                <p14:nvPr/>
              </p14:nvContentPartPr>
              <p14:xfrm>
                <a:off x="10714656" y="693382"/>
                <a:ext cx="27000" cy="212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839578D-9AA7-8601-C9F2-153B5DE15DB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697016" y="675382"/>
                  <a:ext cx="62640" cy="5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34453E47-A2D6-4CC0-3F3E-A9044A7911E0}"/>
                  </a:ext>
                </a:extLst>
              </p14:cNvPr>
              <p14:cNvContentPartPr/>
              <p14:nvPr/>
            </p14:nvContentPartPr>
            <p14:xfrm>
              <a:off x="5870856" y="314662"/>
              <a:ext cx="25200" cy="74448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34453E47-A2D6-4CC0-3F3E-A9044A7911E0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5834856" y="242662"/>
                <a:ext cx="96840" cy="88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B56195E3-E97E-B84B-3847-E0DF4F146F07}"/>
                  </a:ext>
                </a:extLst>
              </p14:cNvPr>
              <p14:cNvContentPartPr/>
              <p14:nvPr/>
            </p14:nvContentPartPr>
            <p14:xfrm>
              <a:off x="5850336" y="217462"/>
              <a:ext cx="358200" cy="88560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B56195E3-E97E-B84B-3847-E0DF4F146F07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5814696" y="145822"/>
                <a:ext cx="429840" cy="10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D53775C9-F182-9061-DA5E-CE81E0BD963D}"/>
                  </a:ext>
                </a:extLst>
              </p14:cNvPr>
              <p14:cNvContentPartPr/>
              <p14:nvPr/>
            </p14:nvContentPartPr>
            <p14:xfrm>
              <a:off x="5909376" y="342022"/>
              <a:ext cx="249840" cy="79740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D53775C9-F182-9061-DA5E-CE81E0BD963D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5873376" y="270022"/>
                <a:ext cx="321480" cy="9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99D9ADC7-6713-BA4A-FF1F-26F24E266DEE}"/>
                  </a:ext>
                </a:extLst>
              </p14:cNvPr>
              <p14:cNvContentPartPr/>
              <p14:nvPr/>
            </p14:nvContentPartPr>
            <p14:xfrm>
              <a:off x="5933496" y="316822"/>
              <a:ext cx="165240" cy="74988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99D9ADC7-6713-BA4A-FF1F-26F24E266DEE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5897496" y="244822"/>
                <a:ext cx="236880" cy="89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33897A35-4017-D159-A459-C933E24DBA8F}"/>
                  </a:ext>
                </a:extLst>
              </p14:cNvPr>
              <p14:cNvContentPartPr/>
              <p14:nvPr/>
            </p14:nvContentPartPr>
            <p14:xfrm>
              <a:off x="5902536" y="364342"/>
              <a:ext cx="179280" cy="53100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33897A35-4017-D159-A459-C933E24DBA8F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5866896" y="292342"/>
                <a:ext cx="250920" cy="67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D914B0EF-5D77-BFA8-0E3A-DEF92DCBE2C8}"/>
                  </a:ext>
                </a:extLst>
              </p14:cNvPr>
              <p14:cNvContentPartPr/>
              <p14:nvPr/>
            </p14:nvContentPartPr>
            <p14:xfrm>
              <a:off x="5888856" y="235462"/>
              <a:ext cx="302760" cy="54720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D914B0EF-5D77-BFA8-0E3A-DEF92DCBE2C8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5852856" y="163462"/>
                <a:ext cx="374400" cy="69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8876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37EF3BD-1D2B-C866-BAEA-4B93927E55CF}"/>
                  </a:ext>
                </a:extLst>
              </p14:cNvPr>
              <p14:cNvContentPartPr/>
              <p14:nvPr/>
            </p14:nvContentPartPr>
            <p14:xfrm>
              <a:off x="1295616" y="1706422"/>
              <a:ext cx="1440" cy="18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37EF3BD-1D2B-C866-BAEA-4B93927E55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7976" y="1688782"/>
                <a:ext cx="370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A01D11B-5484-3412-9CB0-56AA862F6507}"/>
                  </a:ext>
                </a:extLst>
              </p14:cNvPr>
              <p14:cNvContentPartPr/>
              <p14:nvPr/>
            </p14:nvContentPartPr>
            <p14:xfrm>
              <a:off x="3654696" y="1366222"/>
              <a:ext cx="5400" cy="115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A01D11B-5484-3412-9CB0-56AA862F650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36696" y="1348222"/>
                <a:ext cx="4104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973A0BE4-BE97-1FE5-8D98-0EDE70BDE178}"/>
              </a:ext>
            </a:extLst>
          </p:cNvPr>
          <p:cNvGrpSpPr/>
          <p:nvPr/>
        </p:nvGrpSpPr>
        <p:grpSpPr>
          <a:xfrm>
            <a:off x="523776" y="410782"/>
            <a:ext cx="1523880" cy="403200"/>
            <a:chOff x="523776" y="410782"/>
            <a:chExt cx="1523880" cy="40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2F897F7-5596-D95D-45CB-FEC3A074145D}"/>
                    </a:ext>
                  </a:extLst>
                </p14:cNvPr>
                <p14:cNvContentPartPr/>
                <p14:nvPr/>
              </p14:nvContentPartPr>
              <p14:xfrm>
                <a:off x="523776" y="432742"/>
                <a:ext cx="189720" cy="189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2F897F7-5596-D95D-45CB-FEC3A074145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6136" y="415102"/>
                  <a:ext cx="2253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88288CC-1FA9-1F15-6242-B46316848ADB}"/>
                    </a:ext>
                  </a:extLst>
                </p14:cNvPr>
                <p14:cNvContentPartPr/>
                <p14:nvPr/>
              </p14:nvContentPartPr>
              <p14:xfrm>
                <a:off x="767496" y="511942"/>
                <a:ext cx="23400" cy="182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88288CC-1FA9-1F15-6242-B46316848AD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9496" y="494302"/>
                  <a:ext cx="590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C9E741D-73A4-959A-173A-8D77D82A38ED}"/>
                    </a:ext>
                  </a:extLst>
                </p14:cNvPr>
                <p14:cNvContentPartPr/>
                <p14:nvPr/>
              </p14:nvContentPartPr>
              <p14:xfrm>
                <a:off x="934536" y="564142"/>
                <a:ext cx="119520" cy="50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C9E741D-73A4-959A-173A-8D77D82A38E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6896" y="546142"/>
                  <a:ext cx="1551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5160F1B-8B20-FCB2-DAC5-8312BD47FF13}"/>
                    </a:ext>
                  </a:extLst>
                </p14:cNvPr>
                <p14:cNvContentPartPr/>
                <p14:nvPr/>
              </p14:nvContentPartPr>
              <p14:xfrm>
                <a:off x="1159176" y="460102"/>
                <a:ext cx="360" cy="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5160F1B-8B20-FCB2-DAC5-8312BD47FF1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41176" y="4421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760A903-7AE1-FC7E-766D-44C288674921}"/>
                    </a:ext>
                  </a:extLst>
                </p14:cNvPr>
                <p14:cNvContentPartPr/>
                <p14:nvPr/>
              </p14:nvContentPartPr>
              <p14:xfrm>
                <a:off x="1195536" y="471982"/>
                <a:ext cx="130320" cy="138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760A903-7AE1-FC7E-766D-44C28867492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77536" y="453982"/>
                  <a:ext cx="1659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0BCC089-D1A0-5C36-EA6C-B27A9B029499}"/>
                    </a:ext>
                  </a:extLst>
                </p14:cNvPr>
                <p14:cNvContentPartPr/>
                <p14:nvPr/>
              </p14:nvContentPartPr>
              <p14:xfrm>
                <a:off x="1489296" y="564142"/>
                <a:ext cx="167400" cy="154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0BCC089-D1A0-5C36-EA6C-B27A9B0294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1656" y="546502"/>
                  <a:ext cx="203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F93E89A-8037-7922-3EB0-C753F37F8564}"/>
                    </a:ext>
                  </a:extLst>
                </p14:cNvPr>
                <p14:cNvContentPartPr/>
                <p14:nvPr/>
              </p14:nvContentPartPr>
              <p14:xfrm>
                <a:off x="1726536" y="410782"/>
                <a:ext cx="256320" cy="214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F93E89A-8037-7922-3EB0-C753F37F856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08896" y="393142"/>
                  <a:ext cx="2919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E699ABA-52AC-883A-F881-EBE682C8B976}"/>
                    </a:ext>
                  </a:extLst>
                </p14:cNvPr>
                <p14:cNvContentPartPr/>
                <p14:nvPr/>
              </p14:nvContentPartPr>
              <p14:xfrm>
                <a:off x="1825176" y="632182"/>
                <a:ext cx="222480" cy="181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E699ABA-52AC-883A-F881-EBE682C8B97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07176" y="614182"/>
                  <a:ext cx="258120" cy="21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359A526-9EE5-DDA9-4337-B57728929BBA}"/>
                  </a:ext>
                </a:extLst>
              </p14:cNvPr>
              <p14:cNvContentPartPr/>
              <p14:nvPr/>
            </p14:nvContentPartPr>
            <p14:xfrm>
              <a:off x="2270496" y="418342"/>
              <a:ext cx="245880" cy="2685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359A526-9EE5-DDA9-4337-B57728929BB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52856" y="400702"/>
                <a:ext cx="28152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9234733-23F6-0842-977D-B006D737EE13}"/>
                  </a:ext>
                </a:extLst>
              </p14:cNvPr>
              <p14:cNvContentPartPr/>
              <p14:nvPr/>
            </p14:nvContentPartPr>
            <p14:xfrm>
              <a:off x="3193896" y="648742"/>
              <a:ext cx="54360" cy="288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9234733-23F6-0842-977D-B006D737EE1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175896" y="630742"/>
                <a:ext cx="90000" cy="6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2EF26B04-FAB2-BF0D-06B0-D1B8E684F7B5}"/>
              </a:ext>
            </a:extLst>
          </p:cNvPr>
          <p:cNvGrpSpPr/>
          <p:nvPr/>
        </p:nvGrpSpPr>
        <p:grpSpPr>
          <a:xfrm>
            <a:off x="5621376" y="915142"/>
            <a:ext cx="333000" cy="601200"/>
            <a:chOff x="5621376" y="915142"/>
            <a:chExt cx="333000" cy="60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FBF7EF7-A76B-B315-CCB1-D4CCD4FF360B}"/>
                    </a:ext>
                  </a:extLst>
                </p14:cNvPr>
                <p14:cNvContentPartPr/>
                <p14:nvPr/>
              </p14:nvContentPartPr>
              <p14:xfrm>
                <a:off x="5678976" y="1098382"/>
                <a:ext cx="21240" cy="11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FBF7EF7-A76B-B315-CCB1-D4CCD4FF360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61336" y="1080742"/>
                  <a:ext cx="568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AD7BC1A-28AD-22AA-93E5-07AE595AD935}"/>
                    </a:ext>
                  </a:extLst>
                </p14:cNvPr>
                <p14:cNvContentPartPr/>
                <p14:nvPr/>
              </p14:nvContentPartPr>
              <p14:xfrm>
                <a:off x="5655936" y="1112782"/>
                <a:ext cx="159480" cy="14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AD7BC1A-28AD-22AA-93E5-07AE595AD93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38296" y="1095142"/>
                  <a:ext cx="1951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3016C8D-30AC-3382-D51E-3FA426941ACC}"/>
                    </a:ext>
                  </a:extLst>
                </p14:cNvPr>
                <p14:cNvContentPartPr/>
                <p14:nvPr/>
              </p14:nvContentPartPr>
              <p14:xfrm>
                <a:off x="5621376" y="1211422"/>
                <a:ext cx="220680" cy="91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3016C8D-30AC-3382-D51E-3FA426941AC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03736" y="1193782"/>
                  <a:ext cx="2563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4062D56-F0B2-F739-7B28-46EF1D3939CD}"/>
                    </a:ext>
                  </a:extLst>
                </p14:cNvPr>
                <p14:cNvContentPartPr/>
                <p14:nvPr/>
              </p14:nvContentPartPr>
              <p14:xfrm>
                <a:off x="5813256" y="915142"/>
                <a:ext cx="141120" cy="601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4062D56-F0B2-F739-7B28-46EF1D3939C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95616" y="897502"/>
                  <a:ext cx="176760" cy="63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31AD56A-3B64-0228-AD45-DAEB9768E02D}"/>
                  </a:ext>
                </a:extLst>
              </p14:cNvPr>
              <p14:cNvContentPartPr/>
              <p14:nvPr/>
            </p14:nvContentPartPr>
            <p14:xfrm>
              <a:off x="6632256" y="889582"/>
              <a:ext cx="72000" cy="4294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31AD56A-3B64-0228-AD45-DAEB9768E02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614256" y="871582"/>
                <a:ext cx="10764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CD70470-9ED3-F738-8D32-8A9DE6EF80F2}"/>
                  </a:ext>
                </a:extLst>
              </p14:cNvPr>
              <p14:cNvContentPartPr/>
              <p14:nvPr/>
            </p14:nvContentPartPr>
            <p14:xfrm>
              <a:off x="7041576" y="1009822"/>
              <a:ext cx="199080" cy="1969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CD70470-9ED3-F738-8D32-8A9DE6EF80F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023576" y="991822"/>
                <a:ext cx="23472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965622C-0274-F6EC-087B-85DC2AE0E96A}"/>
                  </a:ext>
                </a:extLst>
              </p14:cNvPr>
              <p14:cNvContentPartPr/>
              <p14:nvPr/>
            </p14:nvContentPartPr>
            <p14:xfrm>
              <a:off x="7184856" y="1212142"/>
              <a:ext cx="223920" cy="680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965622C-0274-F6EC-087B-85DC2AE0E96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166856" y="1194142"/>
                <a:ext cx="2595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C03B08F-679C-C037-2688-770C54392145}"/>
                  </a:ext>
                </a:extLst>
              </p14:cNvPr>
              <p14:cNvContentPartPr/>
              <p14:nvPr/>
            </p14:nvContentPartPr>
            <p14:xfrm>
              <a:off x="7592376" y="1056982"/>
              <a:ext cx="205560" cy="2408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C03B08F-679C-C037-2688-770C5439214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574736" y="1038982"/>
                <a:ext cx="24120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7E03AFA-1C33-B532-FDFD-9DAFB7F79C5F}"/>
                  </a:ext>
                </a:extLst>
              </p14:cNvPr>
              <p14:cNvContentPartPr/>
              <p14:nvPr/>
            </p14:nvContentPartPr>
            <p14:xfrm>
              <a:off x="8106456" y="1248502"/>
              <a:ext cx="14760" cy="14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7E03AFA-1C33-B532-FDFD-9DAFB7F79C5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088816" y="1230862"/>
                <a:ext cx="504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FDBB700-9CF9-4BBB-6B56-FAAFCBDB17E4}"/>
                  </a:ext>
                </a:extLst>
              </p14:cNvPr>
              <p14:cNvContentPartPr/>
              <p14:nvPr/>
            </p14:nvContentPartPr>
            <p14:xfrm>
              <a:off x="8350896" y="939262"/>
              <a:ext cx="699120" cy="3366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FDBB700-9CF9-4BBB-6B56-FAAFCBDB17E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333256" y="921622"/>
                <a:ext cx="73476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F703211-02CD-F615-D8FD-0E9B4BA4FF55}"/>
                  </a:ext>
                </a:extLst>
              </p14:cNvPr>
              <p14:cNvContentPartPr/>
              <p14:nvPr/>
            </p14:nvContentPartPr>
            <p14:xfrm>
              <a:off x="9010416" y="957622"/>
              <a:ext cx="30960" cy="345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F703211-02CD-F615-D8FD-0E9B4BA4FF5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92776" y="939982"/>
                <a:ext cx="6660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F475FE1-C404-8FD7-B48B-EC31D206C3EB}"/>
                  </a:ext>
                </a:extLst>
              </p14:cNvPr>
              <p14:cNvContentPartPr/>
              <p14:nvPr/>
            </p14:nvContentPartPr>
            <p14:xfrm>
              <a:off x="9182496" y="1069222"/>
              <a:ext cx="124560" cy="1368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F475FE1-C404-8FD7-B48B-EC31D206C3E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164496" y="1051582"/>
                <a:ext cx="16020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0140674-3883-90FC-B718-0C9A7E312DC1}"/>
                  </a:ext>
                </a:extLst>
              </p14:cNvPr>
              <p14:cNvContentPartPr/>
              <p14:nvPr/>
            </p14:nvContentPartPr>
            <p14:xfrm>
              <a:off x="9359616" y="875182"/>
              <a:ext cx="122400" cy="3448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0140674-3883-90FC-B718-0C9A7E312DC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341616" y="857182"/>
                <a:ext cx="158040" cy="38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DE73B180-7107-2873-141A-2E0B99B2590F}"/>
              </a:ext>
            </a:extLst>
          </p:cNvPr>
          <p:cNvGrpSpPr/>
          <p:nvPr/>
        </p:nvGrpSpPr>
        <p:grpSpPr>
          <a:xfrm>
            <a:off x="9779736" y="951862"/>
            <a:ext cx="187920" cy="280800"/>
            <a:chOff x="9779736" y="951862"/>
            <a:chExt cx="187920" cy="28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DF29882-B26B-D9C4-953A-2F7AF8751240}"/>
                    </a:ext>
                  </a:extLst>
                </p14:cNvPr>
                <p14:cNvContentPartPr/>
                <p14:nvPr/>
              </p14:nvContentPartPr>
              <p14:xfrm>
                <a:off x="9779736" y="1071022"/>
                <a:ext cx="15120" cy="154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DF29882-B26B-D9C4-953A-2F7AF875124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761736" y="1053382"/>
                  <a:ext cx="507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CF217B8-3334-7487-CBF2-BE358445395A}"/>
                    </a:ext>
                  </a:extLst>
                </p14:cNvPr>
                <p14:cNvContentPartPr/>
                <p14:nvPr/>
              </p14:nvContentPartPr>
              <p14:xfrm>
                <a:off x="9916176" y="1094422"/>
                <a:ext cx="51480" cy="138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CF217B8-3334-7487-CBF2-BE358445395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898536" y="1076422"/>
                  <a:ext cx="871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392F2F6-7E18-152B-D052-D06D1303FAD9}"/>
                    </a:ext>
                  </a:extLst>
                </p14:cNvPr>
                <p14:cNvContentPartPr/>
                <p14:nvPr/>
              </p14:nvContentPartPr>
              <p14:xfrm>
                <a:off x="9853176" y="951862"/>
                <a:ext cx="1440" cy="32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392F2F6-7E18-152B-D052-D06D1303FAD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835536" y="933862"/>
                  <a:ext cx="3708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182D5E6-394D-8CA6-7EC0-EE9677D985E6}"/>
              </a:ext>
            </a:extLst>
          </p:cNvPr>
          <p:cNvGrpSpPr/>
          <p:nvPr/>
        </p:nvGrpSpPr>
        <p:grpSpPr>
          <a:xfrm>
            <a:off x="10434936" y="891022"/>
            <a:ext cx="968040" cy="363600"/>
            <a:chOff x="10434936" y="891022"/>
            <a:chExt cx="968040" cy="36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8E4E147-CB8E-814A-FCA5-9A347CE16E14}"/>
                    </a:ext>
                  </a:extLst>
                </p14:cNvPr>
                <p14:cNvContentPartPr/>
                <p14:nvPr/>
              </p14:nvContentPartPr>
              <p14:xfrm>
                <a:off x="10434936" y="891022"/>
                <a:ext cx="968040" cy="363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8E4E147-CB8E-814A-FCA5-9A347CE16E1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16936" y="873382"/>
                  <a:ext cx="100368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DC259D1-B5AF-AC68-5D3F-862C5E000E68}"/>
                    </a:ext>
                  </a:extLst>
                </p14:cNvPr>
                <p14:cNvContentPartPr/>
                <p14:nvPr/>
              </p14:nvContentPartPr>
              <p14:xfrm>
                <a:off x="10464816" y="970942"/>
                <a:ext cx="251280" cy="9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DC259D1-B5AF-AC68-5D3F-862C5E000E6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446816" y="953302"/>
                  <a:ext cx="28692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E154F4A7-60A4-C4F1-A1EB-B1A08C63FD7C}"/>
                  </a:ext>
                </a:extLst>
              </p14:cNvPr>
              <p14:cNvContentPartPr/>
              <p14:nvPr/>
            </p14:nvContentPartPr>
            <p14:xfrm>
              <a:off x="11699976" y="1248142"/>
              <a:ext cx="360" cy="3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E154F4A7-60A4-C4F1-A1EB-B1A08C63FD7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682336" y="123014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3E559DB-8A84-BC73-3979-19F3BF9D994B}"/>
              </a:ext>
            </a:extLst>
          </p:cNvPr>
          <p:cNvGrpSpPr/>
          <p:nvPr/>
        </p:nvGrpSpPr>
        <p:grpSpPr>
          <a:xfrm>
            <a:off x="5046816" y="1711822"/>
            <a:ext cx="690480" cy="347040"/>
            <a:chOff x="5046816" y="1711822"/>
            <a:chExt cx="690480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9024684-4375-A754-B5FA-700FFF62DD07}"/>
                    </a:ext>
                  </a:extLst>
                </p14:cNvPr>
                <p14:cNvContentPartPr/>
                <p14:nvPr/>
              </p14:nvContentPartPr>
              <p14:xfrm>
                <a:off x="5046816" y="1883902"/>
                <a:ext cx="253080" cy="174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9024684-4375-A754-B5FA-700FFF62DD0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029176" y="1865902"/>
                  <a:ext cx="2887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9D6B7F3-C5E6-82CD-8BAE-1DDA6E5B2A04}"/>
                    </a:ext>
                  </a:extLst>
                </p14:cNvPr>
                <p14:cNvContentPartPr/>
                <p14:nvPr/>
              </p14:nvContentPartPr>
              <p14:xfrm>
                <a:off x="5416896" y="1864822"/>
                <a:ext cx="18360" cy="1587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9D6B7F3-C5E6-82CD-8BAE-1DDA6E5B2A0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398896" y="1846822"/>
                  <a:ext cx="540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DBB95EB-409F-954A-58EB-C136220C881C}"/>
                    </a:ext>
                  </a:extLst>
                </p14:cNvPr>
                <p14:cNvContentPartPr/>
                <p14:nvPr/>
              </p14:nvContentPartPr>
              <p14:xfrm>
                <a:off x="5405016" y="1711822"/>
                <a:ext cx="37440" cy="45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DBB95EB-409F-954A-58EB-C136220C881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387376" y="1694182"/>
                  <a:ext cx="730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6F541E9-E517-6134-5FC9-9ADA8320A830}"/>
                    </a:ext>
                  </a:extLst>
                </p14:cNvPr>
                <p14:cNvContentPartPr/>
                <p14:nvPr/>
              </p14:nvContentPartPr>
              <p14:xfrm>
                <a:off x="5532456" y="1776982"/>
                <a:ext cx="51120" cy="258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6F541E9-E517-6134-5FC9-9ADA8320A83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514456" y="1758982"/>
                  <a:ext cx="867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83DA77D-7F77-4953-5E99-95360ACFBCDC}"/>
                    </a:ext>
                  </a:extLst>
                </p14:cNvPr>
                <p14:cNvContentPartPr/>
                <p14:nvPr/>
              </p14:nvContentPartPr>
              <p14:xfrm>
                <a:off x="5727216" y="1732342"/>
                <a:ext cx="10080" cy="250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83DA77D-7F77-4953-5E99-95360ACFBCD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709576" y="1714342"/>
                  <a:ext cx="45720" cy="28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BE4E92B-2D13-3DDD-B3B2-368D6481F290}"/>
              </a:ext>
            </a:extLst>
          </p:cNvPr>
          <p:cNvGrpSpPr/>
          <p:nvPr/>
        </p:nvGrpSpPr>
        <p:grpSpPr>
          <a:xfrm>
            <a:off x="6249216" y="1773022"/>
            <a:ext cx="483480" cy="343440"/>
            <a:chOff x="6249216" y="1773022"/>
            <a:chExt cx="483480" cy="34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F938129-0D3C-4F02-0927-5FB7D70BD0DB}"/>
                    </a:ext>
                  </a:extLst>
                </p14:cNvPr>
                <p14:cNvContentPartPr/>
                <p14:nvPr/>
              </p14:nvContentPartPr>
              <p14:xfrm>
                <a:off x="6249216" y="1773022"/>
                <a:ext cx="152280" cy="3434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F938129-0D3C-4F02-0927-5FB7D70BD0D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231576" y="1755382"/>
                  <a:ext cx="18792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57B3F5D-3563-10ED-491E-290FD329B643}"/>
                    </a:ext>
                  </a:extLst>
                </p14:cNvPr>
                <p14:cNvContentPartPr/>
                <p14:nvPr/>
              </p14:nvContentPartPr>
              <p14:xfrm>
                <a:off x="6502296" y="1929622"/>
                <a:ext cx="230400" cy="1663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57B3F5D-3563-10ED-491E-290FD329B64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484296" y="1911622"/>
                  <a:ext cx="2660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7A5199B-BA4F-FABE-5CB3-31E4B5B99605}"/>
              </a:ext>
            </a:extLst>
          </p:cNvPr>
          <p:cNvGrpSpPr/>
          <p:nvPr/>
        </p:nvGrpSpPr>
        <p:grpSpPr>
          <a:xfrm>
            <a:off x="7328856" y="1750702"/>
            <a:ext cx="1103400" cy="374760"/>
            <a:chOff x="7328856" y="1750702"/>
            <a:chExt cx="1103400" cy="37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70B97BB-568F-0C7C-CAC7-73487F38EA0C}"/>
                    </a:ext>
                  </a:extLst>
                </p14:cNvPr>
                <p14:cNvContentPartPr/>
                <p14:nvPr/>
              </p14:nvContentPartPr>
              <p14:xfrm>
                <a:off x="7328856" y="1750702"/>
                <a:ext cx="241920" cy="3337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70B97BB-568F-0C7C-CAC7-73487F38EA0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311216" y="1733062"/>
                  <a:ext cx="27756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1637BF0-80CC-8E0E-3ECC-ABC2C5678E37}"/>
                    </a:ext>
                  </a:extLst>
                </p14:cNvPr>
                <p14:cNvContentPartPr/>
                <p14:nvPr/>
              </p14:nvContentPartPr>
              <p14:xfrm>
                <a:off x="7379976" y="1774462"/>
                <a:ext cx="532440" cy="288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1637BF0-80CC-8E0E-3ECC-ABC2C5678E3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361976" y="1756822"/>
                  <a:ext cx="56808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FC277BE-9549-A4B3-C6AE-C9D600F855ED}"/>
                    </a:ext>
                  </a:extLst>
                </p14:cNvPr>
                <p14:cNvContentPartPr/>
                <p14:nvPr/>
              </p14:nvContentPartPr>
              <p14:xfrm>
                <a:off x="7940136" y="1793542"/>
                <a:ext cx="457560" cy="331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FC277BE-9549-A4B3-C6AE-C9D600F855E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922496" y="1775902"/>
                  <a:ext cx="4932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EB77A35-8EF3-601E-3CE6-CE3921ED4336}"/>
                    </a:ext>
                  </a:extLst>
                </p14:cNvPr>
                <p14:cNvContentPartPr/>
                <p14:nvPr/>
              </p14:nvContentPartPr>
              <p14:xfrm>
                <a:off x="8148576" y="1842502"/>
                <a:ext cx="283680" cy="47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EB77A35-8EF3-601E-3CE6-CE3921ED433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130936" y="1824862"/>
                  <a:ext cx="31932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B600CA3-891F-6306-55B1-4386CA590C44}"/>
              </a:ext>
            </a:extLst>
          </p:cNvPr>
          <p:cNvGrpSpPr/>
          <p:nvPr/>
        </p:nvGrpSpPr>
        <p:grpSpPr>
          <a:xfrm>
            <a:off x="508656" y="971662"/>
            <a:ext cx="4198320" cy="1317600"/>
            <a:chOff x="508656" y="971662"/>
            <a:chExt cx="4198320" cy="131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F7AFC82-0221-3999-EF22-1FFC67DF7250}"/>
                    </a:ext>
                  </a:extLst>
                </p14:cNvPr>
                <p14:cNvContentPartPr/>
                <p14:nvPr/>
              </p14:nvContentPartPr>
              <p14:xfrm>
                <a:off x="577416" y="1213582"/>
                <a:ext cx="36360" cy="406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F7AFC82-0221-3999-EF22-1FFC67DF725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59776" y="1195582"/>
                  <a:ext cx="720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9ABA869-A10D-B869-AE53-C96F1D02415E}"/>
                    </a:ext>
                  </a:extLst>
                </p14:cNvPr>
                <p14:cNvContentPartPr/>
                <p14:nvPr/>
              </p14:nvContentPartPr>
              <p14:xfrm>
                <a:off x="761376" y="1313662"/>
                <a:ext cx="32760" cy="215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9ABA869-A10D-B869-AE53-C96F1D02415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43376" y="1295662"/>
                  <a:ext cx="684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05C5049-F2EA-24DB-093A-A5E2D0890387}"/>
                    </a:ext>
                  </a:extLst>
                </p14:cNvPr>
                <p14:cNvContentPartPr/>
                <p14:nvPr/>
              </p14:nvContentPartPr>
              <p14:xfrm>
                <a:off x="912936" y="1441102"/>
                <a:ext cx="34560" cy="131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05C5049-F2EA-24DB-093A-A5E2D089038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95296" y="1423102"/>
                  <a:ext cx="702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4D4B824-B061-1DD4-FD48-086F8CA6C456}"/>
                    </a:ext>
                  </a:extLst>
                </p14:cNvPr>
                <p14:cNvContentPartPr/>
                <p14:nvPr/>
              </p14:nvContentPartPr>
              <p14:xfrm>
                <a:off x="1064136" y="1279822"/>
                <a:ext cx="200520" cy="217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4D4B824-B061-1DD4-FD48-086F8CA6C45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46496" y="1262182"/>
                  <a:ext cx="2361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1161D1F-042B-D061-4C13-B2EC956A0112}"/>
                    </a:ext>
                  </a:extLst>
                </p14:cNvPr>
                <p14:cNvContentPartPr/>
                <p14:nvPr/>
              </p14:nvContentPartPr>
              <p14:xfrm>
                <a:off x="1339536" y="1172182"/>
                <a:ext cx="95400" cy="456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1161D1F-042B-D061-4C13-B2EC956A011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321896" y="1154182"/>
                  <a:ext cx="13104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E881638-5DDC-AABD-DD79-C0A5B328529C}"/>
                    </a:ext>
                  </a:extLst>
                </p14:cNvPr>
                <p14:cNvContentPartPr/>
                <p14:nvPr/>
              </p14:nvContentPartPr>
              <p14:xfrm>
                <a:off x="1152336" y="1969942"/>
                <a:ext cx="3960" cy="8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E881638-5DDC-AABD-DD79-C0A5B328529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34336" y="1952302"/>
                  <a:ext cx="396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02634F8-CB55-8F52-0CF8-62B0CAF9749B}"/>
                    </a:ext>
                  </a:extLst>
                </p14:cNvPr>
                <p14:cNvContentPartPr/>
                <p14:nvPr/>
              </p14:nvContentPartPr>
              <p14:xfrm>
                <a:off x="2979696" y="1125022"/>
                <a:ext cx="12960" cy="217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02634F8-CB55-8F52-0CF8-62B0CAF9749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962056" y="1107382"/>
                  <a:ext cx="486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8914685-B26D-BA59-5C5F-EA19653BC0FA}"/>
                    </a:ext>
                  </a:extLst>
                </p14:cNvPr>
                <p14:cNvContentPartPr/>
                <p14:nvPr/>
              </p14:nvContentPartPr>
              <p14:xfrm>
                <a:off x="3133776" y="1196662"/>
                <a:ext cx="119880" cy="36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8914685-B26D-BA59-5C5F-EA19653BC0F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116136" y="1179022"/>
                  <a:ext cx="155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59ED652-78B8-AB35-0FD2-80A14B0454EE}"/>
                    </a:ext>
                  </a:extLst>
                </p14:cNvPr>
                <p14:cNvContentPartPr/>
                <p14:nvPr/>
              </p14:nvContentPartPr>
              <p14:xfrm>
                <a:off x="3368856" y="1132942"/>
                <a:ext cx="137880" cy="156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59ED652-78B8-AB35-0FD2-80A14B0454E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350856" y="1114942"/>
                  <a:ext cx="1735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2476E9F-77FB-7C82-FA16-79051367FEFB}"/>
                    </a:ext>
                  </a:extLst>
                </p14:cNvPr>
                <p14:cNvContentPartPr/>
                <p14:nvPr/>
              </p14:nvContentPartPr>
              <p14:xfrm>
                <a:off x="3572256" y="971662"/>
                <a:ext cx="114840" cy="461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2476E9F-77FB-7C82-FA16-79051367FEF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554616" y="953662"/>
                  <a:ext cx="15048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BFEFD56-B0CE-DF5A-1116-0D58F92581A9}"/>
                    </a:ext>
                  </a:extLst>
                </p14:cNvPr>
                <p14:cNvContentPartPr/>
                <p14:nvPr/>
              </p14:nvContentPartPr>
              <p14:xfrm>
                <a:off x="2753256" y="1063822"/>
                <a:ext cx="307440" cy="536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BFEFD56-B0CE-DF5A-1116-0D58F92581A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735256" y="1046182"/>
                  <a:ext cx="34308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D49A83F-32E5-DF34-323E-8F5BB5FE3F43}"/>
                    </a:ext>
                  </a:extLst>
                </p14:cNvPr>
                <p14:cNvContentPartPr/>
                <p14:nvPr/>
              </p14:nvContentPartPr>
              <p14:xfrm>
                <a:off x="3974736" y="1071382"/>
                <a:ext cx="164520" cy="173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D49A83F-32E5-DF34-323E-8F5BB5FE3F4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956736" y="1053742"/>
                  <a:ext cx="2001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7252977-3EFD-E96F-CE6C-B8A4EA1AD4FD}"/>
                    </a:ext>
                  </a:extLst>
                </p14:cNvPr>
                <p14:cNvContentPartPr/>
                <p14:nvPr/>
              </p14:nvContentPartPr>
              <p14:xfrm>
                <a:off x="4054296" y="1238062"/>
                <a:ext cx="217800" cy="77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7252977-3EFD-E96F-CE6C-B8A4EA1AD4F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036296" y="1220422"/>
                  <a:ext cx="2534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5019E5A-28A0-37A4-F5D4-4154210424CE}"/>
                    </a:ext>
                  </a:extLst>
                </p14:cNvPr>
                <p14:cNvContentPartPr/>
                <p14:nvPr/>
              </p14:nvContentPartPr>
              <p14:xfrm>
                <a:off x="4486656" y="1055542"/>
                <a:ext cx="220320" cy="226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5019E5A-28A0-37A4-F5D4-4154210424C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469016" y="1037902"/>
                  <a:ext cx="2559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DA42D56-E29F-97AF-0136-9DAAB341D09D}"/>
                    </a:ext>
                  </a:extLst>
                </p14:cNvPr>
                <p14:cNvContentPartPr/>
                <p14:nvPr/>
              </p14:nvContentPartPr>
              <p14:xfrm>
                <a:off x="508656" y="1950862"/>
                <a:ext cx="232200" cy="71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DA42D56-E29F-97AF-0136-9DAAB341D09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91016" y="1933222"/>
                  <a:ext cx="267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E74F036-78B6-D87A-BBC7-9EFC91A5334B}"/>
                    </a:ext>
                  </a:extLst>
                </p14:cNvPr>
                <p14:cNvContentPartPr/>
                <p14:nvPr/>
              </p14:nvContentPartPr>
              <p14:xfrm>
                <a:off x="602976" y="1979662"/>
                <a:ext cx="45360" cy="3085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E74F036-78B6-D87A-BBC7-9EFC91A5334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84976" y="1962022"/>
                  <a:ext cx="810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0D772DC-2CF0-6D84-50C8-B0BD95CBC232}"/>
                    </a:ext>
                  </a:extLst>
                </p14:cNvPr>
                <p14:cNvContentPartPr/>
                <p14:nvPr/>
              </p14:nvContentPartPr>
              <p14:xfrm>
                <a:off x="701976" y="2016742"/>
                <a:ext cx="392400" cy="270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0D772DC-2CF0-6D84-50C8-B0BD95CBC23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83976" y="1999102"/>
                  <a:ext cx="4280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BF8D6F3-D54F-4BA8-558B-7B9E5007F87E}"/>
                    </a:ext>
                  </a:extLst>
                </p14:cNvPr>
                <p14:cNvContentPartPr/>
                <p14:nvPr/>
              </p14:nvContentPartPr>
              <p14:xfrm>
                <a:off x="1543296" y="2079742"/>
                <a:ext cx="213120" cy="209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BF8D6F3-D54F-4BA8-558B-7B9E5007F87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525656" y="2062102"/>
                  <a:ext cx="2487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51C557D-694D-966D-2251-2C7FCD106988}"/>
                    </a:ext>
                  </a:extLst>
                </p14:cNvPr>
                <p14:cNvContentPartPr/>
                <p14:nvPr/>
              </p14:nvContentPartPr>
              <p14:xfrm>
                <a:off x="1822656" y="1951222"/>
                <a:ext cx="592920" cy="309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51C557D-694D-966D-2251-2C7FCD10698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804656" y="1933582"/>
                  <a:ext cx="6285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2DBE61F-23DE-951E-F2FA-975F358E07D9}"/>
                    </a:ext>
                  </a:extLst>
                </p14:cNvPr>
                <p14:cNvContentPartPr/>
                <p14:nvPr/>
              </p14:nvContentPartPr>
              <p14:xfrm>
                <a:off x="2446896" y="1879942"/>
                <a:ext cx="84240" cy="345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2DBE61F-23DE-951E-F2FA-975F358E07D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429256" y="1862302"/>
                  <a:ext cx="11988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56C3BBD-FCCD-FEAC-4C2D-9CBB8F0AFCE2}"/>
                    </a:ext>
                  </a:extLst>
                </p14:cNvPr>
                <p14:cNvContentPartPr/>
                <p14:nvPr/>
              </p14:nvContentPartPr>
              <p14:xfrm>
                <a:off x="2596296" y="2077582"/>
                <a:ext cx="47520" cy="131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56C3BBD-FCCD-FEAC-4C2D-9CBB8F0AFCE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578656" y="2059582"/>
                  <a:ext cx="831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144197D-89CB-4F33-2366-689905A4FFBA}"/>
                    </a:ext>
                  </a:extLst>
                </p14:cNvPr>
                <p14:cNvContentPartPr/>
                <p14:nvPr/>
              </p14:nvContentPartPr>
              <p14:xfrm>
                <a:off x="2703216" y="1989742"/>
                <a:ext cx="189360" cy="201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144197D-89CB-4F33-2366-689905A4FFB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685576" y="1972102"/>
                  <a:ext cx="2250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502D5CD-CCF6-054B-F0BF-2072BD070C87}"/>
                    </a:ext>
                  </a:extLst>
                </p14:cNvPr>
                <p14:cNvContentPartPr/>
                <p14:nvPr/>
              </p14:nvContentPartPr>
              <p14:xfrm>
                <a:off x="2958096" y="2007382"/>
                <a:ext cx="201600" cy="177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502D5CD-CCF6-054B-F0BF-2072BD070C8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940456" y="1989382"/>
                  <a:ext cx="2372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6DDC6F2-165A-4AD9-761C-6F5C4A6CC8F3}"/>
                    </a:ext>
                  </a:extLst>
                </p14:cNvPr>
                <p14:cNvContentPartPr/>
                <p14:nvPr/>
              </p14:nvContentPartPr>
              <p14:xfrm>
                <a:off x="2613216" y="1917382"/>
                <a:ext cx="111600" cy="14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6DDC6F2-165A-4AD9-761C-6F5C4A6CC8F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595216" y="1899382"/>
                  <a:ext cx="1472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37D42DA-899E-8814-2153-6F2F9B99F350}"/>
                    </a:ext>
                  </a:extLst>
                </p14:cNvPr>
                <p14:cNvContentPartPr/>
                <p14:nvPr/>
              </p14:nvContentPartPr>
              <p14:xfrm>
                <a:off x="2373456" y="2003062"/>
                <a:ext cx="258120" cy="64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37D42DA-899E-8814-2153-6F2F9B99F35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355456" y="1985422"/>
                  <a:ext cx="293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20FAACF-6F07-946E-9CDD-32A93B6B2A0B}"/>
                    </a:ext>
                  </a:extLst>
                </p14:cNvPr>
                <p14:cNvContentPartPr/>
                <p14:nvPr/>
              </p14:nvContentPartPr>
              <p14:xfrm>
                <a:off x="3692856" y="1753222"/>
                <a:ext cx="703440" cy="449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20FAACF-6F07-946E-9CDD-32A93B6B2A0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675216" y="1735582"/>
                  <a:ext cx="73908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0387CD9-97C2-F830-AEA6-E95CFE334A4D}"/>
                    </a:ext>
                  </a:extLst>
                </p14:cNvPr>
                <p14:cNvContentPartPr/>
                <p14:nvPr/>
              </p14:nvContentPartPr>
              <p14:xfrm>
                <a:off x="4208736" y="1858342"/>
                <a:ext cx="200160" cy="22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0387CD9-97C2-F830-AEA6-E95CFE334A4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190736" y="1840702"/>
                  <a:ext cx="2358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5DDD23B-966A-B927-55D4-82BFA88F4FC9}"/>
                    </a:ext>
                  </a:extLst>
                </p14:cNvPr>
                <p14:cNvContentPartPr/>
                <p14:nvPr/>
              </p14:nvContentPartPr>
              <p14:xfrm>
                <a:off x="550056" y="1653502"/>
                <a:ext cx="871920" cy="146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5DDD23B-966A-B927-55D4-82BFA88F4FC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32416" y="1635502"/>
                  <a:ext cx="9075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3E1714D-E238-A68C-AD36-4E4078EA30F6}"/>
                    </a:ext>
                  </a:extLst>
                </p14:cNvPr>
                <p14:cNvContentPartPr/>
                <p14:nvPr/>
              </p14:nvContentPartPr>
              <p14:xfrm>
                <a:off x="870456" y="1726582"/>
                <a:ext cx="356760" cy="144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3E1714D-E238-A68C-AD36-4E4078EA30F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52816" y="1708942"/>
                  <a:ext cx="39240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0FCC59F-9B4B-520A-1CD9-A62C361649EE}"/>
              </a:ext>
            </a:extLst>
          </p:cNvPr>
          <p:cNvGrpSpPr/>
          <p:nvPr/>
        </p:nvGrpSpPr>
        <p:grpSpPr>
          <a:xfrm>
            <a:off x="8806656" y="1902622"/>
            <a:ext cx="1100880" cy="695880"/>
            <a:chOff x="8806656" y="1902622"/>
            <a:chExt cx="1100880" cy="69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0437210-6CA7-C767-208E-7AE969EEBFFD}"/>
                    </a:ext>
                  </a:extLst>
                </p14:cNvPr>
                <p14:cNvContentPartPr/>
                <p14:nvPr/>
              </p14:nvContentPartPr>
              <p14:xfrm>
                <a:off x="8823576" y="1998742"/>
                <a:ext cx="22320" cy="599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0437210-6CA7-C767-208E-7AE969EEBFF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805576" y="1980742"/>
                  <a:ext cx="57960" cy="6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0D83369-8D51-8C2F-AB39-861FE964281B}"/>
                    </a:ext>
                  </a:extLst>
                </p14:cNvPr>
                <p14:cNvContentPartPr/>
                <p14:nvPr/>
              </p14:nvContentPartPr>
              <p14:xfrm>
                <a:off x="8806656" y="2076142"/>
                <a:ext cx="234360" cy="137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0D83369-8D51-8C2F-AB39-861FE964281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789016" y="2058502"/>
                  <a:ext cx="270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5CCBA32-0D92-30BF-C5E9-8AE1957656BD}"/>
                    </a:ext>
                  </a:extLst>
                </p14:cNvPr>
                <p14:cNvContentPartPr/>
                <p14:nvPr/>
              </p14:nvContentPartPr>
              <p14:xfrm>
                <a:off x="9137496" y="1902622"/>
                <a:ext cx="591120" cy="293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5CCBA32-0D92-30BF-C5E9-8AE1957656B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119496" y="1884622"/>
                  <a:ext cx="6267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FBE380C-1CE1-5FB0-88E2-4133BE7516B8}"/>
                    </a:ext>
                  </a:extLst>
                </p14:cNvPr>
                <p14:cNvContentPartPr/>
                <p14:nvPr/>
              </p14:nvContentPartPr>
              <p14:xfrm>
                <a:off x="9624576" y="1945102"/>
                <a:ext cx="282960" cy="511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FBE380C-1CE1-5FB0-88E2-4133BE7516B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606576" y="1927102"/>
                  <a:ext cx="318600" cy="8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F0D622C0-715F-D89C-02B9-FCD5C22CF3BE}"/>
                  </a:ext>
                </a:extLst>
              </p14:cNvPr>
              <p14:cNvContentPartPr/>
              <p14:nvPr/>
            </p14:nvContentPartPr>
            <p14:xfrm>
              <a:off x="10434216" y="1811902"/>
              <a:ext cx="844200" cy="6037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F0D622C0-715F-D89C-02B9-FCD5C22CF3BE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0416576" y="1793902"/>
                <a:ext cx="879840" cy="63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91CBAEAB-C9CA-2611-E7C6-7A7AB23FBA3A}"/>
              </a:ext>
            </a:extLst>
          </p:cNvPr>
          <p:cNvGrpSpPr/>
          <p:nvPr/>
        </p:nvGrpSpPr>
        <p:grpSpPr>
          <a:xfrm>
            <a:off x="663456" y="2700022"/>
            <a:ext cx="2074320" cy="870840"/>
            <a:chOff x="663456" y="2700022"/>
            <a:chExt cx="2074320" cy="87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502FB8F-F4D6-7D33-AEDB-03435A237F6E}"/>
                    </a:ext>
                  </a:extLst>
                </p14:cNvPr>
                <p14:cNvContentPartPr/>
                <p14:nvPr/>
              </p14:nvContentPartPr>
              <p14:xfrm>
                <a:off x="663456" y="2700022"/>
                <a:ext cx="271800" cy="4503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502FB8F-F4D6-7D33-AEDB-03435A237F6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45816" y="2682382"/>
                  <a:ext cx="30744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1A6CB6D-26CE-5FAF-0BBC-C88DE64425A5}"/>
                    </a:ext>
                  </a:extLst>
                </p14:cNvPr>
                <p14:cNvContentPartPr/>
                <p14:nvPr/>
              </p14:nvContentPartPr>
              <p14:xfrm>
                <a:off x="965496" y="2772022"/>
                <a:ext cx="509760" cy="624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1A6CB6D-26CE-5FAF-0BBC-C88DE64425A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47856" y="2754022"/>
                  <a:ext cx="54540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816953E-FF59-33CF-C195-423C0C886BC5}"/>
                    </a:ext>
                  </a:extLst>
                </p14:cNvPr>
                <p14:cNvContentPartPr/>
                <p14:nvPr/>
              </p14:nvContentPartPr>
              <p14:xfrm>
                <a:off x="1562376" y="2950222"/>
                <a:ext cx="131040" cy="356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816953E-FF59-33CF-C195-423C0C886BC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544376" y="2932222"/>
                  <a:ext cx="1666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C2CBCE3-39DC-665F-7478-D4BA864CEA75}"/>
                    </a:ext>
                  </a:extLst>
                </p14:cNvPr>
                <p14:cNvContentPartPr/>
                <p14:nvPr/>
              </p14:nvContentPartPr>
              <p14:xfrm>
                <a:off x="1850376" y="2825662"/>
                <a:ext cx="71640" cy="7452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C2CBCE3-39DC-665F-7478-D4BA864CEA7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832736" y="2808022"/>
                  <a:ext cx="107280" cy="7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3974806-710D-5364-03F7-56AE59D4B08F}"/>
                    </a:ext>
                  </a:extLst>
                </p14:cNvPr>
                <p14:cNvContentPartPr/>
                <p14:nvPr/>
              </p14:nvContentPartPr>
              <p14:xfrm>
                <a:off x="1713216" y="2944822"/>
                <a:ext cx="225000" cy="1555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3974806-710D-5364-03F7-56AE59D4B08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695216" y="2927182"/>
                  <a:ext cx="2606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61EF27D-D0F3-612D-FF36-E1B262BD1AD0}"/>
                    </a:ext>
                  </a:extLst>
                </p14:cNvPr>
                <p14:cNvContentPartPr/>
                <p14:nvPr/>
              </p14:nvContentPartPr>
              <p14:xfrm>
                <a:off x="2042976" y="2762662"/>
                <a:ext cx="236880" cy="2872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61EF27D-D0F3-612D-FF36-E1B262BD1AD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024976" y="2745022"/>
                  <a:ext cx="2725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EECE8C4-1B51-43C6-3467-6731781E55F7}"/>
                    </a:ext>
                  </a:extLst>
                </p14:cNvPr>
                <p14:cNvContentPartPr/>
                <p14:nvPr/>
              </p14:nvContentPartPr>
              <p14:xfrm>
                <a:off x="2360856" y="2879302"/>
                <a:ext cx="376920" cy="116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EECE8C4-1B51-43C6-3467-6731781E55F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342856" y="2861662"/>
                  <a:ext cx="41256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0C4FA264-4BB9-7E87-C5F8-1D4FF23F5A75}"/>
              </a:ext>
            </a:extLst>
          </p:cNvPr>
          <p:cNvGrpSpPr/>
          <p:nvPr/>
        </p:nvGrpSpPr>
        <p:grpSpPr>
          <a:xfrm>
            <a:off x="3287136" y="2747182"/>
            <a:ext cx="1249200" cy="338040"/>
            <a:chOff x="3287136" y="2747182"/>
            <a:chExt cx="124920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B363608-3A97-7EDE-82D2-E512DFD269EC}"/>
                    </a:ext>
                  </a:extLst>
                </p14:cNvPr>
                <p14:cNvContentPartPr/>
                <p14:nvPr/>
              </p14:nvContentPartPr>
              <p14:xfrm>
                <a:off x="3287136" y="2757622"/>
                <a:ext cx="733320" cy="3276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B363608-3A97-7EDE-82D2-E512DFD269E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269496" y="2739982"/>
                  <a:ext cx="7689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1C98434-B3B5-A65E-33BA-02FAC631206C}"/>
                    </a:ext>
                  </a:extLst>
                </p14:cNvPr>
                <p14:cNvContentPartPr/>
                <p14:nvPr/>
              </p14:nvContentPartPr>
              <p14:xfrm>
                <a:off x="3932256" y="2750422"/>
                <a:ext cx="47520" cy="28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1C98434-B3B5-A65E-33BA-02FAC631206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914256" y="2732422"/>
                  <a:ext cx="831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D861078-825B-1E9A-1130-23C724F90B1B}"/>
                    </a:ext>
                  </a:extLst>
                </p14:cNvPr>
                <p14:cNvContentPartPr/>
                <p14:nvPr/>
              </p14:nvContentPartPr>
              <p14:xfrm>
                <a:off x="4106496" y="2747182"/>
                <a:ext cx="429840" cy="2750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D861078-825B-1E9A-1130-23C724F90B1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088496" y="2729542"/>
                  <a:ext cx="46548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9B21CEC-2B51-1229-ED99-C849C7B051CD}"/>
              </a:ext>
            </a:extLst>
          </p:cNvPr>
          <p:cNvGrpSpPr/>
          <p:nvPr/>
        </p:nvGrpSpPr>
        <p:grpSpPr>
          <a:xfrm>
            <a:off x="5055096" y="2602822"/>
            <a:ext cx="1416240" cy="434880"/>
            <a:chOff x="5055096" y="2602822"/>
            <a:chExt cx="1416240" cy="43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5BBE6CD-D448-BFD4-7F28-90C2ABFC41A3}"/>
                    </a:ext>
                  </a:extLst>
                </p14:cNvPr>
                <p14:cNvContentPartPr/>
                <p14:nvPr/>
              </p14:nvContentPartPr>
              <p14:xfrm>
                <a:off x="5055096" y="2836462"/>
                <a:ext cx="618120" cy="2012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5BBE6CD-D448-BFD4-7F28-90C2ABFC41A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037456" y="2818462"/>
                  <a:ext cx="6537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3160B41-5520-107B-1E5D-6212BDF2625E}"/>
                    </a:ext>
                  </a:extLst>
                </p14:cNvPr>
                <p14:cNvContentPartPr/>
                <p14:nvPr/>
              </p14:nvContentPartPr>
              <p14:xfrm>
                <a:off x="5757096" y="2655742"/>
                <a:ext cx="96120" cy="3394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3160B41-5520-107B-1E5D-6212BDF2625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739456" y="2637742"/>
                  <a:ext cx="13176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77D3A72-9147-95EC-2BF1-82CFDBC34A41}"/>
                    </a:ext>
                  </a:extLst>
                </p14:cNvPr>
                <p14:cNvContentPartPr/>
                <p14:nvPr/>
              </p14:nvContentPartPr>
              <p14:xfrm>
                <a:off x="5889936" y="2841862"/>
                <a:ext cx="203040" cy="122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77D3A72-9147-95EC-2BF1-82CFDBC34A4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872296" y="2824222"/>
                  <a:ext cx="2386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FE1F503-4F8F-B469-40A6-E14461EBEEEB}"/>
                    </a:ext>
                  </a:extLst>
                </p14:cNvPr>
                <p14:cNvContentPartPr/>
                <p14:nvPr/>
              </p14:nvContentPartPr>
              <p14:xfrm>
                <a:off x="6225456" y="2832142"/>
                <a:ext cx="19080" cy="1101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FE1F503-4F8F-B469-40A6-E14461EBEEE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207456" y="2814502"/>
                  <a:ext cx="54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DB8B1D6-DCA2-C865-46B3-B7C4BA0DE1D5}"/>
                    </a:ext>
                  </a:extLst>
                </p14:cNvPr>
                <p14:cNvContentPartPr/>
                <p14:nvPr/>
              </p14:nvContentPartPr>
              <p14:xfrm>
                <a:off x="6302496" y="2821342"/>
                <a:ext cx="168840" cy="145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DB8B1D6-DCA2-C865-46B3-B7C4BA0DE1D5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284496" y="2803702"/>
                  <a:ext cx="204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C6EB771-4409-1DE7-8B1F-1111E7B66CDB}"/>
                    </a:ext>
                  </a:extLst>
                </p14:cNvPr>
                <p14:cNvContentPartPr/>
                <p14:nvPr/>
              </p14:nvContentPartPr>
              <p14:xfrm>
                <a:off x="6110256" y="2602822"/>
                <a:ext cx="153720" cy="36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C6EB771-4409-1DE7-8B1F-1111E7B66CD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092256" y="2585182"/>
                  <a:ext cx="189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B227457-043D-7DD6-D21A-4E591E33ED34}"/>
                    </a:ext>
                  </a:extLst>
                </p14:cNvPr>
                <p14:cNvContentPartPr/>
                <p14:nvPr/>
              </p14:nvContentPartPr>
              <p14:xfrm>
                <a:off x="5524536" y="2694622"/>
                <a:ext cx="293400" cy="342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B227457-043D-7DD6-D21A-4E591E33ED3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506536" y="2676982"/>
                  <a:ext cx="32904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819EC305-C1B7-7E33-8EE2-5C8E3C3E153A}"/>
              </a:ext>
            </a:extLst>
          </p:cNvPr>
          <p:cNvGrpSpPr/>
          <p:nvPr/>
        </p:nvGrpSpPr>
        <p:grpSpPr>
          <a:xfrm>
            <a:off x="6867336" y="2604262"/>
            <a:ext cx="950760" cy="586080"/>
            <a:chOff x="6867336" y="2604262"/>
            <a:chExt cx="950760" cy="58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409969C-D936-B04D-7E09-A600BB8FF630}"/>
                    </a:ext>
                  </a:extLst>
                </p14:cNvPr>
                <p14:cNvContentPartPr/>
                <p14:nvPr/>
              </p14:nvContentPartPr>
              <p14:xfrm>
                <a:off x="6867336" y="2633422"/>
                <a:ext cx="152280" cy="4316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409969C-D936-B04D-7E09-A600BB8FF63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849696" y="2615782"/>
                  <a:ext cx="18792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984F1DA-3BC9-D6D5-FF30-18BE07A13721}"/>
                    </a:ext>
                  </a:extLst>
                </p14:cNvPr>
                <p14:cNvContentPartPr/>
                <p14:nvPr/>
              </p14:nvContentPartPr>
              <p14:xfrm>
                <a:off x="7099176" y="2762662"/>
                <a:ext cx="22320" cy="2419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984F1DA-3BC9-D6D5-FF30-18BE07A1372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081536" y="2745022"/>
                  <a:ext cx="579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7911F31-F439-4ECB-B01C-9C8D8395B7EB}"/>
                    </a:ext>
                  </a:extLst>
                </p14:cNvPr>
                <p14:cNvContentPartPr/>
                <p14:nvPr/>
              </p14:nvContentPartPr>
              <p14:xfrm>
                <a:off x="7206456" y="2964622"/>
                <a:ext cx="21240" cy="745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7911F31-F439-4ECB-B01C-9C8D8395B7E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188456" y="2946622"/>
                  <a:ext cx="568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AB6437A-4D81-3318-DA7B-4733F858F464}"/>
                    </a:ext>
                  </a:extLst>
                </p14:cNvPr>
                <p14:cNvContentPartPr/>
                <p14:nvPr/>
              </p14:nvContentPartPr>
              <p14:xfrm>
                <a:off x="7379976" y="2831782"/>
                <a:ext cx="109800" cy="2012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AB6437A-4D81-3318-DA7B-4733F858F46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362336" y="2814142"/>
                  <a:ext cx="1454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9DB3A71-C603-C65B-4238-AA8469CD0D8A}"/>
                    </a:ext>
                  </a:extLst>
                </p14:cNvPr>
                <p14:cNvContentPartPr/>
                <p14:nvPr/>
              </p14:nvContentPartPr>
              <p14:xfrm>
                <a:off x="7511736" y="2604262"/>
                <a:ext cx="178200" cy="5320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9DB3A71-C603-C65B-4238-AA8469CD0D8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493736" y="2586622"/>
                  <a:ext cx="21384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4DE0B37-F3BC-51B7-BC82-D4069180C6AF}"/>
                    </a:ext>
                  </a:extLst>
                </p14:cNvPr>
                <p14:cNvContentPartPr/>
                <p14:nvPr/>
              </p14:nvContentPartPr>
              <p14:xfrm>
                <a:off x="7794336" y="3188902"/>
                <a:ext cx="23760" cy="14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4DE0B37-F3BC-51B7-BC82-D4069180C6A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776336" y="3170902"/>
                  <a:ext cx="5940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4F59E26F-976F-E51E-E44F-00FD504F3C30}"/>
              </a:ext>
            </a:extLst>
          </p:cNvPr>
          <p:cNvGrpSpPr/>
          <p:nvPr/>
        </p:nvGrpSpPr>
        <p:grpSpPr>
          <a:xfrm>
            <a:off x="906816" y="3870742"/>
            <a:ext cx="738000" cy="323280"/>
            <a:chOff x="906816" y="3870742"/>
            <a:chExt cx="738000" cy="32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6F84F5A-1CF1-204E-2A34-BD75481F34CE}"/>
                    </a:ext>
                  </a:extLst>
                </p14:cNvPr>
                <p14:cNvContentPartPr/>
                <p14:nvPr/>
              </p14:nvContentPartPr>
              <p14:xfrm>
                <a:off x="906816" y="4023022"/>
                <a:ext cx="130320" cy="262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6F84F5A-1CF1-204E-2A34-BD75481F34C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88816" y="4005382"/>
                  <a:ext cx="1659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51E1082-DBAB-9D25-7C4E-F11279A69A54}"/>
                    </a:ext>
                  </a:extLst>
                </p14:cNvPr>
                <p14:cNvContentPartPr/>
                <p14:nvPr/>
              </p14:nvContentPartPr>
              <p14:xfrm>
                <a:off x="1143336" y="3870742"/>
                <a:ext cx="111960" cy="2588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51E1082-DBAB-9D25-7C4E-F11279A69A5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25696" y="3853102"/>
                  <a:ext cx="1476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DC2AC7A-0DE3-B671-1B5B-023261BEB148}"/>
                    </a:ext>
                  </a:extLst>
                </p14:cNvPr>
                <p14:cNvContentPartPr/>
                <p14:nvPr/>
              </p14:nvContentPartPr>
              <p14:xfrm>
                <a:off x="1355736" y="3963622"/>
                <a:ext cx="108000" cy="1569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DC2AC7A-0DE3-B671-1B5B-023261BEB14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337736" y="3945982"/>
                  <a:ext cx="143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3C84688-D694-588E-3632-3E6EC3DB1F93}"/>
                    </a:ext>
                  </a:extLst>
                </p14:cNvPr>
                <p14:cNvContentPartPr/>
                <p14:nvPr/>
              </p14:nvContentPartPr>
              <p14:xfrm>
                <a:off x="1639056" y="4024822"/>
                <a:ext cx="5760" cy="1692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3C84688-D694-588E-3632-3E6EC3DB1F9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621056" y="4007182"/>
                  <a:ext cx="4140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AC400492-53C2-B457-E36C-420C677A6972}"/>
              </a:ext>
            </a:extLst>
          </p:cNvPr>
          <p:cNvGrpSpPr/>
          <p:nvPr/>
        </p:nvGrpSpPr>
        <p:grpSpPr>
          <a:xfrm>
            <a:off x="2021736" y="3908542"/>
            <a:ext cx="1280160" cy="284040"/>
            <a:chOff x="2021736" y="3908542"/>
            <a:chExt cx="1280160" cy="28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E7EA071-4A43-72CF-A225-1D1AAB085CAF}"/>
                    </a:ext>
                  </a:extLst>
                </p14:cNvPr>
                <p14:cNvContentPartPr/>
                <p14:nvPr/>
              </p14:nvContentPartPr>
              <p14:xfrm>
                <a:off x="2021736" y="4007182"/>
                <a:ext cx="202680" cy="194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E7EA071-4A43-72CF-A225-1D1AAB085CA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004096" y="3989182"/>
                  <a:ext cx="2383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B862D91-F4FA-DFEC-3297-CE3EEB8CF304}"/>
                    </a:ext>
                  </a:extLst>
                </p14:cNvPr>
                <p14:cNvContentPartPr/>
                <p14:nvPr/>
              </p14:nvContentPartPr>
              <p14:xfrm>
                <a:off x="2146656" y="3908542"/>
                <a:ext cx="37440" cy="2116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B862D91-F4FA-DFEC-3297-CE3EEB8CF30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129016" y="3890902"/>
                  <a:ext cx="730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E92DAC7-B99C-7132-B633-EB267EB59799}"/>
                    </a:ext>
                  </a:extLst>
                </p14:cNvPr>
                <p14:cNvContentPartPr/>
                <p14:nvPr/>
              </p14:nvContentPartPr>
              <p14:xfrm>
                <a:off x="2273376" y="3940942"/>
                <a:ext cx="306360" cy="1612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E92DAC7-B99C-7132-B633-EB267EB5979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255736" y="3922942"/>
                  <a:ext cx="3420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044845E-0228-8F41-869F-7C5630A7B703}"/>
                    </a:ext>
                  </a:extLst>
                </p14:cNvPr>
                <p14:cNvContentPartPr/>
                <p14:nvPr/>
              </p14:nvContentPartPr>
              <p14:xfrm>
                <a:off x="2691696" y="4050742"/>
                <a:ext cx="136440" cy="1418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044845E-0228-8F41-869F-7C5630A7B70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673696" y="4032742"/>
                  <a:ext cx="172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33FA744-4455-3F59-0DCB-0493DC837B48}"/>
                    </a:ext>
                  </a:extLst>
                </p14:cNvPr>
                <p14:cNvContentPartPr/>
                <p14:nvPr/>
              </p14:nvContentPartPr>
              <p14:xfrm>
                <a:off x="3032256" y="3936982"/>
                <a:ext cx="214200" cy="160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33FA744-4455-3F59-0DCB-0493DC837B4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014616" y="3918982"/>
                  <a:ext cx="2498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04741C8-2CB4-EE84-DBFA-B54B567F722B}"/>
                    </a:ext>
                  </a:extLst>
                </p14:cNvPr>
                <p14:cNvContentPartPr/>
                <p14:nvPr/>
              </p14:nvContentPartPr>
              <p14:xfrm>
                <a:off x="3057096" y="4117702"/>
                <a:ext cx="244800" cy="738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04741C8-2CB4-EE84-DBFA-B54B567F722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039096" y="4100062"/>
                  <a:ext cx="280440" cy="10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0324C104-808F-A415-9C05-969E6E99D0A5}"/>
                  </a:ext>
                </a:extLst>
              </p14:cNvPr>
              <p14:cNvContentPartPr/>
              <p14:nvPr/>
            </p14:nvContentPartPr>
            <p14:xfrm>
              <a:off x="3546336" y="3915742"/>
              <a:ext cx="129240" cy="20844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0324C104-808F-A415-9C05-969E6E99D0A5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3528696" y="3898102"/>
                <a:ext cx="16488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E88B7C33-AAE8-C182-36E4-28FA0D8E8D45}"/>
              </a:ext>
            </a:extLst>
          </p:cNvPr>
          <p:cNvGrpSpPr/>
          <p:nvPr/>
        </p:nvGrpSpPr>
        <p:grpSpPr>
          <a:xfrm>
            <a:off x="186456" y="4591822"/>
            <a:ext cx="748440" cy="413640"/>
            <a:chOff x="186456" y="4591822"/>
            <a:chExt cx="748440" cy="41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93290E8-3756-C40A-BD38-5EE10217D2A3}"/>
                    </a:ext>
                  </a:extLst>
                </p14:cNvPr>
                <p14:cNvContentPartPr/>
                <p14:nvPr/>
              </p14:nvContentPartPr>
              <p14:xfrm>
                <a:off x="186456" y="4591822"/>
                <a:ext cx="63720" cy="3351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93290E8-3756-C40A-BD38-5EE10217D2A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68816" y="4574182"/>
                  <a:ext cx="9936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C1461EF-349B-F3AC-AB5F-6624D5BC67D5}"/>
                    </a:ext>
                  </a:extLst>
                </p14:cNvPr>
                <p14:cNvContentPartPr/>
                <p14:nvPr/>
              </p14:nvContentPartPr>
              <p14:xfrm>
                <a:off x="347016" y="4696942"/>
                <a:ext cx="80280" cy="1879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C1461EF-349B-F3AC-AB5F-6624D5BC67D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29016" y="4679302"/>
                  <a:ext cx="115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ACA7334-8D12-E187-38D5-6D1A16C78250}"/>
                    </a:ext>
                  </a:extLst>
                </p14:cNvPr>
                <p14:cNvContentPartPr/>
                <p14:nvPr/>
              </p14:nvContentPartPr>
              <p14:xfrm>
                <a:off x="533136" y="4846342"/>
                <a:ext cx="37440" cy="1544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ACA7334-8D12-E187-38D5-6D1A16C7825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15136" y="4828702"/>
                  <a:ext cx="730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510F875-16B2-B747-DBEB-923FA3DF71F9}"/>
                    </a:ext>
                  </a:extLst>
                </p14:cNvPr>
                <p14:cNvContentPartPr/>
                <p14:nvPr/>
              </p14:nvContentPartPr>
              <p14:xfrm>
                <a:off x="665256" y="4758862"/>
                <a:ext cx="105840" cy="1375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510F875-16B2-B747-DBEB-923FA3DF71F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47616" y="4741222"/>
                  <a:ext cx="141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BD7046D-94EA-F5EF-B93F-D4368AFFB7CD}"/>
                    </a:ext>
                  </a:extLst>
                </p14:cNvPr>
                <p14:cNvContentPartPr/>
                <p14:nvPr/>
              </p14:nvContentPartPr>
              <p14:xfrm>
                <a:off x="789096" y="4595782"/>
                <a:ext cx="145800" cy="4096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BD7046D-94EA-F5EF-B93F-D4368AFFB7CD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71456" y="4578142"/>
                  <a:ext cx="181440" cy="44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4CF9108B-73C1-D871-A778-97519155620D}"/>
              </a:ext>
            </a:extLst>
          </p:cNvPr>
          <p:cNvGrpSpPr/>
          <p:nvPr/>
        </p:nvGrpSpPr>
        <p:grpSpPr>
          <a:xfrm>
            <a:off x="2277336" y="4751662"/>
            <a:ext cx="1680120" cy="320040"/>
            <a:chOff x="2277336" y="4751662"/>
            <a:chExt cx="1680120" cy="32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B82783F-D9D2-4BAF-3BD3-1D88A2840D41}"/>
                    </a:ext>
                  </a:extLst>
                </p14:cNvPr>
                <p14:cNvContentPartPr/>
                <p14:nvPr/>
              </p14:nvContentPartPr>
              <p14:xfrm>
                <a:off x="2277336" y="4767142"/>
                <a:ext cx="123480" cy="2473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B82783F-D9D2-4BAF-3BD3-1D88A2840D4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259336" y="4749502"/>
                  <a:ext cx="1591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5C4D5B2-A23A-7A38-8140-BFD4A51F8639}"/>
                    </a:ext>
                  </a:extLst>
                </p14:cNvPr>
                <p14:cNvContentPartPr/>
                <p14:nvPr/>
              </p14:nvContentPartPr>
              <p14:xfrm>
                <a:off x="2606376" y="4854982"/>
                <a:ext cx="203760" cy="223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5C4D5B2-A23A-7A38-8140-BFD4A51F863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588376" y="4837342"/>
                  <a:ext cx="2394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F098AF0-E251-C1AD-7F46-F2D6741FDB0F}"/>
                    </a:ext>
                  </a:extLst>
                </p14:cNvPr>
                <p14:cNvContentPartPr/>
                <p14:nvPr/>
              </p14:nvContentPartPr>
              <p14:xfrm>
                <a:off x="2688456" y="4751662"/>
                <a:ext cx="41760" cy="2505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F098AF0-E251-C1AD-7F46-F2D6741FDB0F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670816" y="4733662"/>
                  <a:ext cx="774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0F8CCBD-C288-8C09-9ED7-D8B532B5F444}"/>
                    </a:ext>
                  </a:extLst>
                </p14:cNvPr>
                <p14:cNvContentPartPr/>
                <p14:nvPr/>
              </p14:nvContentPartPr>
              <p14:xfrm>
                <a:off x="2902296" y="4800262"/>
                <a:ext cx="166680" cy="1789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0F8CCBD-C288-8C09-9ED7-D8B532B5F444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884656" y="4782622"/>
                  <a:ext cx="2023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DF3A708-91AB-A74E-3BB2-1013ECB605B3}"/>
                    </a:ext>
                  </a:extLst>
                </p14:cNvPr>
                <p14:cNvContentPartPr/>
                <p14:nvPr/>
              </p14:nvContentPartPr>
              <p14:xfrm>
                <a:off x="3314496" y="4795222"/>
                <a:ext cx="218160" cy="1170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DF3A708-91AB-A74E-3BB2-1013ECB605B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296856" y="4777582"/>
                  <a:ext cx="2538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E7BFB50-573B-0200-9C98-8D25BF61E5CF}"/>
                    </a:ext>
                  </a:extLst>
                </p14:cNvPr>
                <p14:cNvContentPartPr/>
                <p14:nvPr/>
              </p14:nvContentPartPr>
              <p14:xfrm>
                <a:off x="3325656" y="4970182"/>
                <a:ext cx="242640" cy="442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E7BFB50-573B-0200-9C98-8D25BF61E5C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308016" y="4952182"/>
                  <a:ext cx="278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DBA0CB0-1014-B0CC-14F6-C07BE1277B11}"/>
                    </a:ext>
                  </a:extLst>
                </p14:cNvPr>
                <p14:cNvContentPartPr/>
                <p14:nvPr/>
              </p14:nvContentPartPr>
              <p14:xfrm>
                <a:off x="3812016" y="4776142"/>
                <a:ext cx="145440" cy="2955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DBA0CB0-1014-B0CC-14F6-C07BE1277B1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794016" y="4758142"/>
                  <a:ext cx="181080" cy="33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6705655C-F7F5-AAAD-ED2F-4BA00B744F8A}"/>
              </a:ext>
            </a:extLst>
          </p:cNvPr>
          <p:cNvGrpSpPr/>
          <p:nvPr/>
        </p:nvGrpSpPr>
        <p:grpSpPr>
          <a:xfrm>
            <a:off x="4646496" y="4778662"/>
            <a:ext cx="1137960" cy="348840"/>
            <a:chOff x="4646496" y="4778662"/>
            <a:chExt cx="1137960" cy="34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A5833FD-AE09-A2A3-8C51-49FCDE8D3243}"/>
                    </a:ext>
                  </a:extLst>
                </p14:cNvPr>
                <p14:cNvContentPartPr/>
                <p14:nvPr/>
              </p14:nvContentPartPr>
              <p14:xfrm>
                <a:off x="4646496" y="4778662"/>
                <a:ext cx="626040" cy="3488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A5833FD-AE09-A2A3-8C51-49FCDE8D324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628496" y="4760662"/>
                  <a:ext cx="66168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2EFC90D-72C0-F6F0-69E5-4C3AC26389E1}"/>
                    </a:ext>
                  </a:extLst>
                </p14:cNvPr>
                <p14:cNvContentPartPr/>
                <p14:nvPr/>
              </p14:nvContentPartPr>
              <p14:xfrm>
                <a:off x="5235456" y="4791982"/>
                <a:ext cx="31320" cy="252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2EFC90D-72C0-F6F0-69E5-4C3AC26389E1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217816" y="4773982"/>
                  <a:ext cx="669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27A334C-A8EB-AF8B-F9B5-59ECB451DD36}"/>
                    </a:ext>
                  </a:extLst>
                </p14:cNvPr>
                <p14:cNvContentPartPr/>
                <p14:nvPr/>
              </p14:nvContentPartPr>
              <p14:xfrm>
                <a:off x="5346696" y="4854262"/>
                <a:ext cx="437760" cy="2646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27A334C-A8EB-AF8B-F9B5-59ECB451DD36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329056" y="4836262"/>
                  <a:ext cx="47340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F0D5B688-6F34-5809-28B2-EDC9D2A9C7DF}"/>
              </a:ext>
            </a:extLst>
          </p:cNvPr>
          <p:cNvGrpSpPr/>
          <p:nvPr/>
        </p:nvGrpSpPr>
        <p:grpSpPr>
          <a:xfrm>
            <a:off x="6566736" y="4783342"/>
            <a:ext cx="249120" cy="310320"/>
            <a:chOff x="6566736" y="4783342"/>
            <a:chExt cx="249120" cy="31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26B9333-D1C0-7D9F-718B-450F261BB317}"/>
                    </a:ext>
                  </a:extLst>
                </p14:cNvPr>
                <p14:cNvContentPartPr/>
                <p14:nvPr/>
              </p14:nvContentPartPr>
              <p14:xfrm>
                <a:off x="6566736" y="4883422"/>
                <a:ext cx="249120" cy="2102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26B9333-D1C0-7D9F-718B-450F261BB31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548736" y="4865782"/>
                  <a:ext cx="2847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DC9B8EC-4117-3CCA-AA3B-A82DF4C3315F}"/>
                    </a:ext>
                  </a:extLst>
                </p14:cNvPr>
                <p14:cNvContentPartPr/>
                <p14:nvPr/>
              </p14:nvContentPartPr>
              <p14:xfrm>
                <a:off x="6697416" y="4783342"/>
                <a:ext cx="4680" cy="248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DC9B8EC-4117-3CCA-AA3B-A82DF4C3315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679776" y="4765702"/>
                  <a:ext cx="4032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CD2266D3-A482-E6E1-CCB7-6F5AB4D75B42}"/>
              </a:ext>
            </a:extLst>
          </p:cNvPr>
          <p:cNvGrpSpPr/>
          <p:nvPr/>
        </p:nvGrpSpPr>
        <p:grpSpPr>
          <a:xfrm>
            <a:off x="7428576" y="4744462"/>
            <a:ext cx="1767240" cy="385560"/>
            <a:chOff x="7428576" y="4744462"/>
            <a:chExt cx="1767240" cy="38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264E649-8807-C6BE-7CD3-1F96443537D2}"/>
                    </a:ext>
                  </a:extLst>
                </p14:cNvPr>
                <p14:cNvContentPartPr/>
                <p14:nvPr/>
              </p14:nvContentPartPr>
              <p14:xfrm>
                <a:off x="7428576" y="4941742"/>
                <a:ext cx="411120" cy="1882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264E649-8807-C6BE-7CD3-1F96443537D2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410936" y="4923742"/>
                  <a:ext cx="4467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B95844A-CE20-DA35-394F-2EA7C056DE85}"/>
                    </a:ext>
                  </a:extLst>
                </p14:cNvPr>
                <p14:cNvContentPartPr/>
                <p14:nvPr/>
              </p14:nvContentPartPr>
              <p14:xfrm>
                <a:off x="8139216" y="4744462"/>
                <a:ext cx="1056600" cy="3574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B95844A-CE20-DA35-394F-2EA7C056DE8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121576" y="4726462"/>
                  <a:ext cx="109224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0CEB370-53A8-816E-8B2A-5CE8399B41CF}"/>
                    </a:ext>
                  </a:extLst>
                </p14:cNvPr>
                <p14:cNvContentPartPr/>
                <p14:nvPr/>
              </p14:nvContentPartPr>
              <p14:xfrm>
                <a:off x="8051016" y="4770382"/>
                <a:ext cx="289800" cy="187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0CEB370-53A8-816E-8B2A-5CE8399B41CF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033016" y="4752742"/>
                  <a:ext cx="3254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2EA78CE-DCA3-212C-4983-A12F03BE17E9}"/>
                    </a:ext>
                  </a:extLst>
                </p14:cNvPr>
                <p14:cNvContentPartPr/>
                <p14:nvPr/>
              </p14:nvContentPartPr>
              <p14:xfrm>
                <a:off x="7830696" y="4805302"/>
                <a:ext cx="87120" cy="2944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2EA78CE-DCA3-212C-4983-A12F03BE17E9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812696" y="4787662"/>
                  <a:ext cx="1227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D324FF0-555E-5736-B19F-157FFDB6D31C}"/>
                    </a:ext>
                  </a:extLst>
                </p14:cNvPr>
                <p14:cNvContentPartPr/>
                <p14:nvPr/>
              </p14:nvContentPartPr>
              <p14:xfrm>
                <a:off x="7755816" y="4844542"/>
                <a:ext cx="239760" cy="277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D324FF0-555E-5736-B19F-157FFDB6D31C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738176" y="4826542"/>
                  <a:ext cx="275400" cy="6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74A2A38D-A4EF-CF5D-FB38-18F357A83F02}"/>
                  </a:ext>
                </a:extLst>
              </p14:cNvPr>
              <p14:cNvContentPartPr/>
              <p14:nvPr/>
            </p14:nvContentPartPr>
            <p14:xfrm>
              <a:off x="10454376" y="5290582"/>
              <a:ext cx="75240" cy="4428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74A2A38D-A4EF-CF5D-FB38-18F357A83F02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10436736" y="5272582"/>
                <a:ext cx="110880" cy="7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6" name="Group 215">
            <a:extLst>
              <a:ext uri="{FF2B5EF4-FFF2-40B4-BE49-F238E27FC236}">
                <a16:creationId xmlns:a16="http://schemas.microsoft.com/office/drawing/2014/main" id="{39F82DAE-FAC3-65A2-A73C-2E23AE377678}"/>
              </a:ext>
            </a:extLst>
          </p:cNvPr>
          <p:cNvGrpSpPr/>
          <p:nvPr/>
        </p:nvGrpSpPr>
        <p:grpSpPr>
          <a:xfrm>
            <a:off x="5135016" y="5431342"/>
            <a:ext cx="1197000" cy="307080"/>
            <a:chOff x="5135016" y="5431342"/>
            <a:chExt cx="1197000" cy="3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E48E966-DF53-668C-7533-C8999008DA45}"/>
                    </a:ext>
                  </a:extLst>
                </p14:cNvPr>
                <p14:cNvContentPartPr/>
                <p14:nvPr/>
              </p14:nvContentPartPr>
              <p14:xfrm>
                <a:off x="5135016" y="5503702"/>
                <a:ext cx="104040" cy="1872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E48E966-DF53-668C-7533-C8999008DA45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117016" y="5486062"/>
                  <a:ext cx="1396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F716A23-EB10-F19D-FBCF-CB414A5D196A}"/>
                    </a:ext>
                  </a:extLst>
                </p14:cNvPr>
                <p14:cNvContentPartPr/>
                <p14:nvPr/>
              </p14:nvContentPartPr>
              <p14:xfrm>
                <a:off x="5303496" y="5431342"/>
                <a:ext cx="133200" cy="2937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F716A23-EB10-F19D-FBCF-CB414A5D196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285856" y="5413702"/>
                  <a:ext cx="16884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6E8E556-E9A3-8B79-7D65-B25126D3E678}"/>
                    </a:ext>
                  </a:extLst>
                </p14:cNvPr>
                <p14:cNvContentPartPr/>
                <p14:nvPr/>
              </p14:nvContentPartPr>
              <p14:xfrm>
                <a:off x="5468016" y="5570662"/>
                <a:ext cx="203760" cy="1396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6E8E556-E9A3-8B79-7D65-B25126D3E67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450376" y="5553022"/>
                  <a:ext cx="2394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64FF77B-FD2C-97D5-7290-AD379126BD01}"/>
                    </a:ext>
                  </a:extLst>
                </p14:cNvPr>
                <p14:cNvContentPartPr/>
                <p14:nvPr/>
              </p14:nvContentPartPr>
              <p14:xfrm>
                <a:off x="5694096" y="5582182"/>
                <a:ext cx="52560" cy="1216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64FF77B-FD2C-97D5-7290-AD379126BD01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676096" y="5564542"/>
                  <a:ext cx="882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FFADEC7-8952-B57E-E2C5-D309B4AE0778}"/>
                    </a:ext>
                  </a:extLst>
                </p14:cNvPr>
                <p14:cNvContentPartPr/>
                <p14:nvPr/>
              </p14:nvContentPartPr>
              <p14:xfrm>
                <a:off x="5713176" y="5474902"/>
                <a:ext cx="39960" cy="298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FFADEC7-8952-B57E-E2C5-D309B4AE077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695176" y="5456902"/>
                  <a:ext cx="756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354B1CF-A49C-22FA-E5C3-23AA66B653FA}"/>
                    </a:ext>
                  </a:extLst>
                </p14:cNvPr>
                <p14:cNvContentPartPr/>
                <p14:nvPr/>
              </p14:nvContentPartPr>
              <p14:xfrm>
                <a:off x="5817576" y="5567062"/>
                <a:ext cx="373320" cy="1713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354B1CF-A49C-22FA-E5C3-23AA66B653FA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799576" y="5549062"/>
                  <a:ext cx="4089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CB743B4-5DED-291C-F398-F0133717DD3A}"/>
                    </a:ext>
                  </a:extLst>
                </p14:cNvPr>
                <p14:cNvContentPartPr/>
                <p14:nvPr/>
              </p14:nvContentPartPr>
              <p14:xfrm>
                <a:off x="6235536" y="5521702"/>
                <a:ext cx="96480" cy="1634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CB743B4-5DED-291C-F398-F0133717DD3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217896" y="5504062"/>
                  <a:ext cx="13212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BD2C6771-017C-EECB-8483-037CD3389195}"/>
              </a:ext>
            </a:extLst>
          </p:cNvPr>
          <p:cNvGrpSpPr/>
          <p:nvPr/>
        </p:nvGrpSpPr>
        <p:grpSpPr>
          <a:xfrm>
            <a:off x="7969656" y="5412262"/>
            <a:ext cx="568800" cy="261000"/>
            <a:chOff x="7969656" y="5412262"/>
            <a:chExt cx="56880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0B3EF39-A2E9-BCB4-0D9D-827E14475002}"/>
                    </a:ext>
                  </a:extLst>
                </p14:cNvPr>
                <p14:cNvContentPartPr/>
                <p14:nvPr/>
              </p14:nvContentPartPr>
              <p14:xfrm>
                <a:off x="7969656" y="5412262"/>
                <a:ext cx="568800" cy="2610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0B3EF39-A2E9-BCB4-0D9D-827E14475002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952016" y="5394262"/>
                  <a:ext cx="6044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8B8E959-5DD8-6DA8-0849-46649108DBF3}"/>
                    </a:ext>
                  </a:extLst>
                </p14:cNvPr>
                <p14:cNvContentPartPr/>
                <p14:nvPr/>
              </p14:nvContentPartPr>
              <p14:xfrm>
                <a:off x="7998816" y="5429542"/>
                <a:ext cx="161640" cy="561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8B8E959-5DD8-6DA8-0849-46649108DBF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981176" y="5411902"/>
                  <a:ext cx="19728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51668C45-E465-79C6-9D25-963C43A7BE28}"/>
              </a:ext>
            </a:extLst>
          </p:cNvPr>
          <p:cNvGrpSpPr/>
          <p:nvPr/>
        </p:nvGrpSpPr>
        <p:grpSpPr>
          <a:xfrm>
            <a:off x="6804696" y="5344582"/>
            <a:ext cx="883080" cy="274680"/>
            <a:chOff x="6804696" y="5344582"/>
            <a:chExt cx="88308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7BA4A92-3C70-DAA5-FBEE-C591482F1BBF}"/>
                    </a:ext>
                  </a:extLst>
                </p14:cNvPr>
                <p14:cNvContentPartPr/>
                <p14:nvPr/>
              </p14:nvContentPartPr>
              <p14:xfrm>
                <a:off x="6804696" y="5354302"/>
                <a:ext cx="201600" cy="2649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7BA4A92-3C70-DAA5-FBEE-C591482F1BBF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787056" y="5336302"/>
                  <a:ext cx="2372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FF8BCD9-B817-D7B4-2741-11715C97F616}"/>
                    </a:ext>
                  </a:extLst>
                </p14:cNvPr>
                <p14:cNvContentPartPr/>
                <p14:nvPr/>
              </p14:nvContentPartPr>
              <p14:xfrm>
                <a:off x="6830976" y="5344582"/>
                <a:ext cx="419400" cy="2667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FF8BCD9-B817-D7B4-2741-11715C97F61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813336" y="5326582"/>
                  <a:ext cx="4550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63DC6F0-42E7-7EAC-9F1D-07A98FA6600B}"/>
                    </a:ext>
                  </a:extLst>
                </p14:cNvPr>
                <p14:cNvContentPartPr/>
                <p14:nvPr/>
              </p14:nvContentPartPr>
              <p14:xfrm>
                <a:off x="7268016" y="5349982"/>
                <a:ext cx="338040" cy="2649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63DC6F0-42E7-7EAC-9F1D-07A98FA6600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250016" y="5331982"/>
                  <a:ext cx="3736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C6C6133-7744-BDBE-5175-5930CB1243F2}"/>
                    </a:ext>
                  </a:extLst>
                </p14:cNvPr>
                <p14:cNvContentPartPr/>
                <p14:nvPr/>
              </p14:nvContentPartPr>
              <p14:xfrm>
                <a:off x="7378896" y="5400382"/>
                <a:ext cx="147240" cy="183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C6C6133-7744-BDBE-5175-5930CB1243F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361256" y="5382742"/>
                  <a:ext cx="1828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E796F15-ADD0-843D-2490-B264C92495C5}"/>
                    </a:ext>
                  </a:extLst>
                </p14:cNvPr>
                <p14:cNvContentPartPr/>
                <p14:nvPr/>
              </p14:nvContentPartPr>
              <p14:xfrm>
                <a:off x="7485096" y="5371582"/>
                <a:ext cx="202680" cy="237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E796F15-ADD0-843D-2490-B264C92495C5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467096" y="5353582"/>
                  <a:ext cx="23832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3714F841-A82E-C57B-737D-BF7E5F16A0CD}"/>
              </a:ext>
            </a:extLst>
          </p:cNvPr>
          <p:cNvGrpSpPr/>
          <p:nvPr/>
        </p:nvGrpSpPr>
        <p:grpSpPr>
          <a:xfrm>
            <a:off x="8823576" y="5334502"/>
            <a:ext cx="1528560" cy="311400"/>
            <a:chOff x="8823576" y="5334502"/>
            <a:chExt cx="1528560" cy="31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166EC61-7DBA-30FC-7563-7E8ADB9F7703}"/>
                    </a:ext>
                  </a:extLst>
                </p14:cNvPr>
                <p14:cNvContentPartPr/>
                <p14:nvPr/>
              </p14:nvContentPartPr>
              <p14:xfrm>
                <a:off x="8823576" y="5463742"/>
                <a:ext cx="219960" cy="1724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166EC61-7DBA-30FC-7563-7E8ADB9F7703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805576" y="5445742"/>
                  <a:ext cx="255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0656BE2-4749-1FA0-D5E0-96863338B068}"/>
                    </a:ext>
                  </a:extLst>
                </p14:cNvPr>
                <p14:cNvContentPartPr/>
                <p14:nvPr/>
              </p14:nvContentPartPr>
              <p14:xfrm>
                <a:off x="9115536" y="5371942"/>
                <a:ext cx="555120" cy="2584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0656BE2-4749-1FA0-D5E0-96863338B068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097536" y="5354302"/>
                  <a:ext cx="5907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A36F1BFD-0A37-8915-0753-290BE837C5B6}"/>
                    </a:ext>
                  </a:extLst>
                </p14:cNvPr>
                <p14:cNvContentPartPr/>
                <p14:nvPr/>
              </p14:nvContentPartPr>
              <p14:xfrm>
                <a:off x="9707016" y="5334502"/>
                <a:ext cx="75960" cy="3114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A36F1BFD-0A37-8915-0753-290BE837C5B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689376" y="5316502"/>
                  <a:ext cx="1116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B9F5817-4100-9EA7-9529-90C4A655D5EF}"/>
                    </a:ext>
                  </a:extLst>
                </p14:cNvPr>
                <p14:cNvContentPartPr/>
                <p14:nvPr/>
              </p14:nvContentPartPr>
              <p14:xfrm>
                <a:off x="9841656" y="5491102"/>
                <a:ext cx="257040" cy="1436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B9F5817-4100-9EA7-9529-90C4A655D5E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823656" y="5473102"/>
                  <a:ext cx="2926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379FE09-CF42-736A-E0E2-8D33D331624A}"/>
                    </a:ext>
                  </a:extLst>
                </p14:cNvPr>
                <p14:cNvContentPartPr/>
                <p14:nvPr/>
              </p14:nvContentPartPr>
              <p14:xfrm>
                <a:off x="10191576" y="5484982"/>
                <a:ext cx="160560" cy="1422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379FE09-CF42-736A-E0E2-8D33D331624A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173576" y="5466982"/>
                  <a:ext cx="196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7C4143F-95A7-248E-34CD-F0496C87E1EF}"/>
                    </a:ext>
                  </a:extLst>
                </p14:cNvPr>
                <p14:cNvContentPartPr/>
                <p14:nvPr/>
              </p14:nvContentPartPr>
              <p14:xfrm>
                <a:off x="9905016" y="5372302"/>
                <a:ext cx="73080" cy="144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7C4143F-95A7-248E-34CD-F0496C87E1E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887016" y="5354662"/>
                  <a:ext cx="1087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C1D2E54-7621-A28C-9D4E-E934A289217A}"/>
                    </a:ext>
                  </a:extLst>
                </p14:cNvPr>
                <p14:cNvContentPartPr/>
                <p14:nvPr/>
              </p14:nvContentPartPr>
              <p14:xfrm>
                <a:off x="9646536" y="5407942"/>
                <a:ext cx="112320" cy="219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C1D2E54-7621-A28C-9D4E-E934A289217A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628896" y="5390302"/>
                  <a:ext cx="14796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67FA555D-A306-FBF1-8FD4-38B45757E248}"/>
              </a:ext>
            </a:extLst>
          </p:cNvPr>
          <p:cNvGrpSpPr/>
          <p:nvPr/>
        </p:nvGrpSpPr>
        <p:grpSpPr>
          <a:xfrm>
            <a:off x="10880616" y="5356462"/>
            <a:ext cx="208800" cy="266400"/>
            <a:chOff x="10880616" y="5356462"/>
            <a:chExt cx="208800" cy="26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DBB63BF-FC69-F631-AF5F-9E65519B65E4}"/>
                    </a:ext>
                  </a:extLst>
                </p14:cNvPr>
                <p14:cNvContentPartPr/>
                <p14:nvPr/>
              </p14:nvContentPartPr>
              <p14:xfrm>
                <a:off x="10880616" y="5489302"/>
                <a:ext cx="38160" cy="1130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DBB63BF-FC69-F631-AF5F-9E65519B65E4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862616" y="5471662"/>
                  <a:ext cx="738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AF03D83-912D-704F-F71B-CAE763168180}"/>
                    </a:ext>
                  </a:extLst>
                </p14:cNvPr>
                <p14:cNvContentPartPr/>
                <p14:nvPr/>
              </p14:nvContentPartPr>
              <p14:xfrm>
                <a:off x="10982496" y="5457262"/>
                <a:ext cx="106920" cy="1656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AF03D83-912D-704F-F71B-CAE763168180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0964856" y="5439622"/>
                  <a:ext cx="1425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C9817E2-618F-1949-F3EA-2F7CE048D187}"/>
                    </a:ext>
                  </a:extLst>
                </p14:cNvPr>
                <p14:cNvContentPartPr/>
                <p14:nvPr/>
              </p14:nvContentPartPr>
              <p14:xfrm>
                <a:off x="11000856" y="5356462"/>
                <a:ext cx="18000" cy="244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C9817E2-618F-1949-F3EA-2F7CE048D187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0983216" y="5338822"/>
                  <a:ext cx="53640" cy="6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300B4D8E-4D2E-2FB9-BAA7-7FFEDE7A45C3}"/>
                  </a:ext>
                </a:extLst>
              </p14:cNvPr>
              <p14:cNvContentPartPr/>
              <p14:nvPr/>
            </p14:nvContentPartPr>
            <p14:xfrm>
              <a:off x="132096" y="5325142"/>
              <a:ext cx="244080" cy="33192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300B4D8E-4D2E-2FB9-BAA7-7FFEDE7A45C3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114096" y="5307142"/>
                <a:ext cx="27972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58AEE0F8-260C-2830-621D-071FC7950080}"/>
                  </a:ext>
                </a:extLst>
              </p14:cNvPr>
              <p14:cNvContentPartPr/>
              <p14:nvPr/>
            </p14:nvContentPartPr>
            <p14:xfrm>
              <a:off x="296976" y="5466982"/>
              <a:ext cx="678240" cy="21240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58AEE0F8-260C-2830-621D-071FC7950080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278976" y="5448982"/>
                <a:ext cx="71388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3A7DB355-6FBF-449D-A32F-4D1A2E3E3179}"/>
                  </a:ext>
                </a:extLst>
              </p14:cNvPr>
              <p14:cNvContentPartPr/>
              <p14:nvPr/>
            </p14:nvContentPartPr>
            <p14:xfrm>
              <a:off x="1286616" y="5372662"/>
              <a:ext cx="643320" cy="27144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3A7DB355-6FBF-449D-A32F-4D1A2E3E3179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1268976" y="5355022"/>
                <a:ext cx="67896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6FBA0538-F62F-56E2-6FA1-5F9F322AC427}"/>
                  </a:ext>
                </a:extLst>
              </p14:cNvPr>
              <p14:cNvContentPartPr/>
              <p14:nvPr/>
            </p14:nvContentPartPr>
            <p14:xfrm>
              <a:off x="1310016" y="5468062"/>
              <a:ext cx="213120" cy="2988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6FBA0538-F62F-56E2-6FA1-5F9F322AC427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1292016" y="5450062"/>
                <a:ext cx="24876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55069388-A805-AF15-0830-CDB89A8A31D9}"/>
                  </a:ext>
                </a:extLst>
              </p14:cNvPr>
              <p14:cNvContentPartPr/>
              <p14:nvPr/>
            </p14:nvContentPartPr>
            <p14:xfrm>
              <a:off x="2273016" y="5344222"/>
              <a:ext cx="315720" cy="68688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55069388-A805-AF15-0830-CDB89A8A31D9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2255376" y="5326582"/>
                <a:ext cx="351360" cy="72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3A843C75-9581-BF4A-073C-87F45C65A561}"/>
                  </a:ext>
                </a:extLst>
              </p14:cNvPr>
              <p14:cNvContentPartPr/>
              <p14:nvPr/>
            </p14:nvContentPartPr>
            <p14:xfrm>
              <a:off x="2580456" y="5414062"/>
              <a:ext cx="26280" cy="4500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3A843C75-9581-BF4A-073C-87F45C65A561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2562456" y="5396422"/>
                <a:ext cx="619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14C348FF-F7D2-2DB9-72A7-E522AA3F64B4}"/>
                  </a:ext>
                </a:extLst>
              </p14:cNvPr>
              <p14:cNvContentPartPr/>
              <p14:nvPr/>
            </p14:nvContentPartPr>
            <p14:xfrm>
              <a:off x="2587296" y="5536462"/>
              <a:ext cx="785520" cy="48852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14C348FF-F7D2-2DB9-72A7-E522AA3F64B4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2569656" y="5518462"/>
                <a:ext cx="82116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CC014AA4-BD19-9773-036F-B0B89AA93A12}"/>
                  </a:ext>
                </a:extLst>
              </p14:cNvPr>
              <p14:cNvContentPartPr/>
              <p14:nvPr/>
            </p14:nvContentPartPr>
            <p14:xfrm>
              <a:off x="3566856" y="5688382"/>
              <a:ext cx="93240" cy="11376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CC014AA4-BD19-9773-036F-B0B89AA93A12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3548856" y="5670742"/>
                <a:ext cx="12888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28CD628A-E651-0D31-F2E0-4531A2F1FF59}"/>
                  </a:ext>
                </a:extLst>
              </p14:cNvPr>
              <p14:cNvContentPartPr/>
              <p14:nvPr/>
            </p14:nvContentPartPr>
            <p14:xfrm>
              <a:off x="3867816" y="5545102"/>
              <a:ext cx="147240" cy="14292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28CD628A-E651-0D31-F2E0-4531A2F1FF59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3849816" y="5527462"/>
                <a:ext cx="18288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2C8234B9-887F-265E-D057-5525CD9AE470}"/>
                  </a:ext>
                </a:extLst>
              </p14:cNvPr>
              <p14:cNvContentPartPr/>
              <p14:nvPr/>
            </p14:nvContentPartPr>
            <p14:xfrm>
              <a:off x="3997416" y="5529622"/>
              <a:ext cx="216720" cy="5616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2C8234B9-887F-265E-D057-5525CD9AE470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3979416" y="5511982"/>
                <a:ext cx="2523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55A13BEF-2766-8D1F-7EE7-3E2C130F2FED}"/>
                  </a:ext>
                </a:extLst>
              </p14:cNvPr>
              <p14:cNvContentPartPr/>
              <p14:nvPr/>
            </p14:nvContentPartPr>
            <p14:xfrm>
              <a:off x="3796536" y="5566702"/>
              <a:ext cx="81360" cy="14220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55A13BEF-2766-8D1F-7EE7-3E2C130F2FED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3778536" y="5548702"/>
                <a:ext cx="11700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33F4894E-0A2D-B68A-9293-DCAA3B99FD23}"/>
                  </a:ext>
                </a:extLst>
              </p14:cNvPr>
              <p14:cNvContentPartPr/>
              <p14:nvPr/>
            </p14:nvContentPartPr>
            <p14:xfrm>
              <a:off x="3758376" y="5476702"/>
              <a:ext cx="24480" cy="1764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33F4894E-0A2D-B68A-9293-DCAA3B99FD23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3740736" y="5459062"/>
                <a:ext cx="6012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4AA7B88B-1502-4184-FB6C-C9A65DDB1F72}"/>
                  </a:ext>
                </a:extLst>
              </p14:cNvPr>
              <p14:cNvContentPartPr/>
              <p14:nvPr/>
            </p14:nvContentPartPr>
            <p14:xfrm>
              <a:off x="3942696" y="5369782"/>
              <a:ext cx="19440" cy="31824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4AA7B88B-1502-4184-FB6C-C9A65DDB1F72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3925056" y="5352142"/>
                <a:ext cx="5508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792E8802-E5AC-BA71-5F70-A20806B6C1D5}"/>
                  </a:ext>
                </a:extLst>
              </p14:cNvPr>
              <p14:cNvContentPartPr/>
              <p14:nvPr/>
            </p14:nvContentPartPr>
            <p14:xfrm>
              <a:off x="3889416" y="5550142"/>
              <a:ext cx="165240" cy="3816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792E8802-E5AC-BA71-5F70-A20806B6C1D5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3871416" y="5532502"/>
                <a:ext cx="20088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9008EB02-FD2B-8932-F82C-E5DFA63F6987}"/>
                  </a:ext>
                </a:extLst>
              </p14:cNvPr>
              <p14:cNvContentPartPr/>
              <p14:nvPr/>
            </p14:nvContentPartPr>
            <p14:xfrm>
              <a:off x="4541736" y="5536822"/>
              <a:ext cx="16200" cy="17928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9008EB02-FD2B-8932-F82C-E5DFA63F6987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4523736" y="5518822"/>
                <a:ext cx="5184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36D561C7-FF12-E468-4D42-24AB6F57D47F}"/>
                  </a:ext>
                </a:extLst>
              </p14:cNvPr>
              <p14:cNvContentPartPr/>
              <p14:nvPr/>
            </p14:nvContentPartPr>
            <p14:xfrm>
              <a:off x="4631736" y="5557702"/>
              <a:ext cx="95400" cy="16812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36D561C7-FF12-E468-4D42-24AB6F57D47F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4613736" y="5539702"/>
                <a:ext cx="13104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4895976B-C472-7A9F-66AB-9E7FF1AD69CF}"/>
                  </a:ext>
                </a:extLst>
              </p14:cNvPr>
              <p14:cNvContentPartPr/>
              <p14:nvPr/>
            </p14:nvContentPartPr>
            <p14:xfrm>
              <a:off x="4609776" y="5391382"/>
              <a:ext cx="20880" cy="3996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4895976B-C472-7A9F-66AB-9E7FF1AD69CF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4591776" y="5373382"/>
                <a:ext cx="5652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C5C64FF2-6C31-E3B1-66BB-D1C8C27519EB}"/>
                  </a:ext>
                </a:extLst>
              </p14:cNvPr>
              <p14:cNvContentPartPr/>
              <p14:nvPr/>
            </p14:nvContentPartPr>
            <p14:xfrm>
              <a:off x="2915256" y="6040102"/>
              <a:ext cx="366120" cy="14112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C5C64FF2-6C31-E3B1-66BB-D1C8C27519EB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2897616" y="6022462"/>
                <a:ext cx="40176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214467E6-FC9F-658E-0D51-D65165C93B82}"/>
                  </a:ext>
                </a:extLst>
              </p14:cNvPr>
              <p14:cNvContentPartPr/>
              <p14:nvPr/>
            </p14:nvContentPartPr>
            <p14:xfrm>
              <a:off x="3318096" y="5892862"/>
              <a:ext cx="141480" cy="34488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214467E6-FC9F-658E-0D51-D65165C93B82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3300456" y="5874862"/>
                <a:ext cx="17712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0DEAC95B-E32A-395C-3A03-4D1CC9EA11EF}"/>
                  </a:ext>
                </a:extLst>
              </p14:cNvPr>
              <p14:cNvContentPartPr/>
              <p14:nvPr/>
            </p14:nvContentPartPr>
            <p14:xfrm>
              <a:off x="3920376" y="5903302"/>
              <a:ext cx="386640" cy="30780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0DEAC95B-E32A-395C-3A03-4D1CC9EA11EF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3902376" y="5885662"/>
                <a:ext cx="42228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58CD1E52-C900-29C1-9915-80B442B13C08}"/>
                  </a:ext>
                </a:extLst>
              </p14:cNvPr>
              <p14:cNvContentPartPr/>
              <p14:nvPr/>
            </p14:nvContentPartPr>
            <p14:xfrm>
              <a:off x="4359936" y="6075022"/>
              <a:ext cx="147600" cy="14076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58CD1E52-C900-29C1-9915-80B442B13C08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4341936" y="6057022"/>
                <a:ext cx="18324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7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D7AF9608-42FE-AB4B-AD71-7CF9D2B26666}"/>
                  </a:ext>
                </a:extLst>
              </p14:cNvPr>
              <p14:cNvContentPartPr/>
              <p14:nvPr/>
            </p14:nvContentPartPr>
            <p14:xfrm>
              <a:off x="4563696" y="6069262"/>
              <a:ext cx="233280" cy="14832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D7AF9608-42FE-AB4B-AD71-7CF9D2B26666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4545696" y="6051622"/>
                <a:ext cx="268920" cy="1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5" name="Group 284">
            <a:extLst>
              <a:ext uri="{FF2B5EF4-FFF2-40B4-BE49-F238E27FC236}">
                <a16:creationId xmlns:a16="http://schemas.microsoft.com/office/drawing/2014/main" id="{10C10464-6E93-DD22-DE5B-0EC84DA5FF89}"/>
              </a:ext>
            </a:extLst>
          </p:cNvPr>
          <p:cNvGrpSpPr/>
          <p:nvPr/>
        </p:nvGrpSpPr>
        <p:grpSpPr>
          <a:xfrm>
            <a:off x="5336976" y="5977822"/>
            <a:ext cx="1132920" cy="282240"/>
            <a:chOff x="5336976" y="5977822"/>
            <a:chExt cx="113292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EE6F6FFD-1795-16E3-56E2-86CF8D6654E9}"/>
                    </a:ext>
                  </a:extLst>
                </p14:cNvPr>
                <p14:cNvContentPartPr/>
                <p14:nvPr/>
              </p14:nvContentPartPr>
              <p14:xfrm>
                <a:off x="5336976" y="6080422"/>
                <a:ext cx="228600" cy="1796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EE6F6FFD-1795-16E3-56E2-86CF8D6654E9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5319336" y="6062422"/>
                  <a:ext cx="2642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B6D65793-B770-03EA-0EFB-5C244851295C}"/>
                    </a:ext>
                  </a:extLst>
                </p14:cNvPr>
                <p14:cNvContentPartPr/>
                <p14:nvPr/>
              </p14:nvContentPartPr>
              <p14:xfrm>
                <a:off x="5637936" y="6087982"/>
                <a:ext cx="112320" cy="1396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B6D65793-B770-03EA-0EFB-5C244851295C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5619936" y="6070342"/>
                  <a:ext cx="1479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F7C2F1B-86C5-4424-2953-60F7C9BFEA55}"/>
                    </a:ext>
                  </a:extLst>
                </p14:cNvPr>
                <p14:cNvContentPartPr/>
                <p14:nvPr/>
              </p14:nvContentPartPr>
              <p14:xfrm>
                <a:off x="5801736" y="6085822"/>
                <a:ext cx="175680" cy="1494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F7C2F1B-86C5-4424-2953-60F7C9BFEA55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784096" y="6067822"/>
                  <a:ext cx="2113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D60C7AB7-7E8A-36C6-B384-8BD683572D08}"/>
                    </a:ext>
                  </a:extLst>
                </p14:cNvPr>
                <p14:cNvContentPartPr/>
                <p14:nvPr/>
              </p14:nvContentPartPr>
              <p14:xfrm>
                <a:off x="6095136" y="6142342"/>
                <a:ext cx="12240" cy="79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D60C7AB7-7E8A-36C6-B384-8BD683572D08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6077496" y="6124702"/>
                  <a:ext cx="47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D6FEDF6F-CDB9-5444-078F-2436C1818869}"/>
                    </a:ext>
                  </a:extLst>
                </p14:cNvPr>
                <p14:cNvContentPartPr/>
                <p14:nvPr/>
              </p14:nvContentPartPr>
              <p14:xfrm>
                <a:off x="6238056" y="5977822"/>
                <a:ext cx="231840" cy="2624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D6FEDF6F-CDB9-5444-078F-2436C1818869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220056" y="5960182"/>
                  <a:ext cx="267480" cy="29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E117190D-1389-5A5F-0867-E7DE12197DD3}"/>
              </a:ext>
            </a:extLst>
          </p:cNvPr>
          <p:cNvGrpSpPr/>
          <p:nvPr/>
        </p:nvGrpSpPr>
        <p:grpSpPr>
          <a:xfrm>
            <a:off x="6811176" y="5906542"/>
            <a:ext cx="1051920" cy="357480"/>
            <a:chOff x="6811176" y="5906542"/>
            <a:chExt cx="1051920" cy="35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DB98A398-1686-D985-F00F-9836E65F4736}"/>
                    </a:ext>
                  </a:extLst>
                </p14:cNvPr>
                <p14:cNvContentPartPr/>
                <p14:nvPr/>
              </p14:nvContentPartPr>
              <p14:xfrm>
                <a:off x="6811176" y="6080782"/>
                <a:ext cx="149400" cy="1832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DB98A398-1686-D985-F00F-9836E65F4736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793536" y="6063142"/>
                  <a:ext cx="1850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566748E-262A-FB78-8458-CAE71A1E6B2A}"/>
                    </a:ext>
                  </a:extLst>
                </p14:cNvPr>
                <p14:cNvContentPartPr/>
                <p14:nvPr/>
              </p14:nvContentPartPr>
              <p14:xfrm>
                <a:off x="6991176" y="6108142"/>
                <a:ext cx="141480" cy="1278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566748E-262A-FB78-8458-CAE71A1E6B2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6973536" y="6090502"/>
                  <a:ext cx="1771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E04EADA3-62B5-93C8-CF21-2D40B00F813E}"/>
                    </a:ext>
                  </a:extLst>
                </p14:cNvPr>
                <p14:cNvContentPartPr/>
                <p14:nvPr/>
              </p14:nvContentPartPr>
              <p14:xfrm>
                <a:off x="7162896" y="6102382"/>
                <a:ext cx="351720" cy="1299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E04EADA3-62B5-93C8-CF21-2D40B00F813E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144896" y="6084382"/>
                  <a:ext cx="3873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DAB63084-BF67-7BC8-BA8C-16679B327FC5}"/>
                    </a:ext>
                  </a:extLst>
                </p14:cNvPr>
                <p14:cNvContentPartPr/>
                <p14:nvPr/>
              </p14:nvContentPartPr>
              <p14:xfrm>
                <a:off x="7559976" y="6091222"/>
                <a:ext cx="117000" cy="1036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DAB63084-BF67-7BC8-BA8C-16679B327FC5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542336" y="6073222"/>
                  <a:ext cx="1526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121A001-FFC3-4826-89F5-59B36B6EDDBD}"/>
                    </a:ext>
                  </a:extLst>
                </p14:cNvPr>
                <p14:cNvContentPartPr/>
                <p14:nvPr/>
              </p14:nvContentPartPr>
              <p14:xfrm>
                <a:off x="7727376" y="5906542"/>
                <a:ext cx="123480" cy="3308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121A001-FFC3-4826-89F5-59B36B6EDDBD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7709376" y="5888902"/>
                  <a:ext cx="1591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F44CE5AC-72B8-123B-6AED-6617FEF44EA7}"/>
                    </a:ext>
                  </a:extLst>
                </p14:cNvPr>
                <p14:cNvContentPartPr/>
                <p14:nvPr/>
              </p14:nvContentPartPr>
              <p14:xfrm>
                <a:off x="7699656" y="5997982"/>
                <a:ext cx="163440" cy="313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F44CE5AC-72B8-123B-6AED-6617FEF44EA7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7681656" y="5980342"/>
                  <a:ext cx="19908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D8EBE511-FFB9-F0E2-6E82-6E84AD78F774}"/>
              </a:ext>
            </a:extLst>
          </p:cNvPr>
          <p:cNvGrpSpPr/>
          <p:nvPr/>
        </p:nvGrpSpPr>
        <p:grpSpPr>
          <a:xfrm>
            <a:off x="8144256" y="5932462"/>
            <a:ext cx="362880" cy="278640"/>
            <a:chOff x="8144256" y="5932462"/>
            <a:chExt cx="36288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104054E3-671D-A970-CF1F-A1102DD6202A}"/>
                    </a:ext>
                  </a:extLst>
                </p14:cNvPr>
                <p14:cNvContentPartPr/>
                <p14:nvPr/>
              </p14:nvContentPartPr>
              <p14:xfrm>
                <a:off x="8144256" y="5932462"/>
                <a:ext cx="111600" cy="2689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104054E3-671D-A970-CF1F-A1102DD6202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126616" y="5914462"/>
                  <a:ext cx="1472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64E0BED-2931-F2AE-0615-4D8AB8A3599B}"/>
                    </a:ext>
                  </a:extLst>
                </p14:cNvPr>
                <p14:cNvContentPartPr/>
                <p14:nvPr/>
              </p14:nvContentPartPr>
              <p14:xfrm>
                <a:off x="8365296" y="6083302"/>
                <a:ext cx="141840" cy="1278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64E0BED-2931-F2AE-0615-4D8AB8A3599B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347296" y="6065302"/>
                  <a:ext cx="17748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F43D87CA-9240-AB92-EE05-79E7927EDB34}"/>
              </a:ext>
            </a:extLst>
          </p:cNvPr>
          <p:cNvGrpSpPr/>
          <p:nvPr/>
        </p:nvGrpSpPr>
        <p:grpSpPr>
          <a:xfrm>
            <a:off x="8860296" y="5859382"/>
            <a:ext cx="1438920" cy="355320"/>
            <a:chOff x="8860296" y="5859382"/>
            <a:chExt cx="143892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D2B8AED-0B0D-A05A-8A0B-DC08834AE781}"/>
                    </a:ext>
                  </a:extLst>
                </p14:cNvPr>
                <p14:cNvContentPartPr/>
                <p14:nvPr/>
              </p14:nvContentPartPr>
              <p14:xfrm>
                <a:off x="8860296" y="6039022"/>
                <a:ext cx="222840" cy="1224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D2B8AED-0B0D-A05A-8A0B-DC08834AE78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842296" y="6021382"/>
                  <a:ext cx="2584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18B21B61-5475-0926-F523-FCEBE3E9C638}"/>
                    </a:ext>
                  </a:extLst>
                </p14:cNvPr>
                <p14:cNvContentPartPr/>
                <p14:nvPr/>
              </p14:nvContentPartPr>
              <p14:xfrm>
                <a:off x="9076296" y="5931022"/>
                <a:ext cx="32040" cy="20304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18B21B61-5475-0926-F523-FCEBE3E9C638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058296" y="5913022"/>
                  <a:ext cx="676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B5658DC4-E1B1-A654-ED03-E494CB9BF4CA}"/>
                    </a:ext>
                  </a:extLst>
                </p14:cNvPr>
                <p14:cNvContentPartPr/>
                <p14:nvPr/>
              </p14:nvContentPartPr>
              <p14:xfrm>
                <a:off x="9205536" y="5879902"/>
                <a:ext cx="44640" cy="2912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B5658DC4-E1B1-A654-ED03-E494CB9BF4CA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187896" y="5861902"/>
                  <a:ext cx="802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0B019F9D-77A4-42E6-FC12-ACCEBD6300AF}"/>
                    </a:ext>
                  </a:extLst>
                </p14:cNvPr>
                <p14:cNvContentPartPr/>
                <p14:nvPr/>
              </p14:nvContentPartPr>
              <p14:xfrm>
                <a:off x="9028056" y="5990062"/>
                <a:ext cx="256680" cy="493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0B019F9D-77A4-42E6-FC12-ACCEBD6300AF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010416" y="5972062"/>
                  <a:ext cx="2923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A252271-2F5B-7D0D-561F-D7F2DFAE3517}"/>
                    </a:ext>
                  </a:extLst>
                </p14:cNvPr>
                <p14:cNvContentPartPr/>
                <p14:nvPr/>
              </p14:nvContentPartPr>
              <p14:xfrm>
                <a:off x="9308856" y="6040102"/>
                <a:ext cx="290520" cy="1681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A252271-2F5B-7D0D-561F-D7F2DFAE3517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291216" y="6022102"/>
                  <a:ext cx="3261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C2106E05-89FB-746A-C1CD-A875218E2976}"/>
                    </a:ext>
                  </a:extLst>
                </p14:cNvPr>
                <p14:cNvContentPartPr/>
                <p14:nvPr/>
              </p14:nvContentPartPr>
              <p14:xfrm>
                <a:off x="9561216" y="5970262"/>
                <a:ext cx="43560" cy="237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C2106E05-89FB-746A-C1CD-A875218E2976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543576" y="5952262"/>
                  <a:ext cx="79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7398A7B-E654-FC53-699A-F39127E3134C}"/>
                    </a:ext>
                  </a:extLst>
                </p14:cNvPr>
                <p14:cNvContentPartPr/>
                <p14:nvPr/>
              </p14:nvContentPartPr>
              <p14:xfrm>
                <a:off x="9623496" y="5859382"/>
                <a:ext cx="515880" cy="35532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7398A7B-E654-FC53-699A-F39127E3134C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605496" y="5841382"/>
                  <a:ext cx="5515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E06A2A1-C4D4-B33C-0882-CA22C4FE39E8}"/>
                    </a:ext>
                  </a:extLst>
                </p14:cNvPr>
                <p14:cNvContentPartPr/>
                <p14:nvPr/>
              </p14:nvContentPartPr>
              <p14:xfrm>
                <a:off x="10286976" y="6149182"/>
                <a:ext cx="12240" cy="252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E06A2A1-C4D4-B33C-0882-CA22C4FE39E8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268976" y="6131182"/>
                  <a:ext cx="4788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3E05A2D7-92FE-4C59-36F1-DC3CB60C54E1}"/>
              </a:ext>
            </a:extLst>
          </p:cNvPr>
          <p:cNvGrpSpPr/>
          <p:nvPr/>
        </p:nvGrpSpPr>
        <p:grpSpPr>
          <a:xfrm>
            <a:off x="279336" y="5852182"/>
            <a:ext cx="1999440" cy="1121400"/>
            <a:chOff x="279336" y="5852182"/>
            <a:chExt cx="1999440" cy="112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995AA85-74C2-04A2-35EB-3947D254EED5}"/>
                    </a:ext>
                  </a:extLst>
                </p14:cNvPr>
                <p14:cNvContentPartPr/>
                <p14:nvPr/>
              </p14:nvContentPartPr>
              <p14:xfrm>
                <a:off x="279336" y="6045142"/>
                <a:ext cx="34200" cy="1515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995AA85-74C2-04A2-35EB-3947D254EED5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261696" y="6027502"/>
                  <a:ext cx="698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B05A4F6-4D2E-C28F-192F-09935ED4BD1B}"/>
                    </a:ext>
                  </a:extLst>
                </p14:cNvPr>
                <p14:cNvContentPartPr/>
                <p14:nvPr/>
              </p14:nvContentPartPr>
              <p14:xfrm>
                <a:off x="287976" y="5958382"/>
                <a:ext cx="14040" cy="381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B05A4F6-4D2E-C28F-192F-09935ED4BD1B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70336" y="5940742"/>
                  <a:ext cx="496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B73D3580-A6F7-38CF-8F27-B632B7B028B5}"/>
                    </a:ext>
                  </a:extLst>
                </p14:cNvPr>
                <p14:cNvContentPartPr/>
                <p14:nvPr/>
              </p14:nvContentPartPr>
              <p14:xfrm>
                <a:off x="373656" y="6071062"/>
                <a:ext cx="168480" cy="1393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B73D3580-A6F7-38CF-8F27-B632B7B028B5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55656" y="6053062"/>
                  <a:ext cx="2041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B0F8D63-92C7-0844-F163-BD706223F576}"/>
                    </a:ext>
                  </a:extLst>
                </p14:cNvPr>
                <p14:cNvContentPartPr/>
                <p14:nvPr/>
              </p14:nvContentPartPr>
              <p14:xfrm>
                <a:off x="644376" y="6066742"/>
                <a:ext cx="209520" cy="1591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B0F8D63-92C7-0844-F163-BD706223F576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626736" y="6049102"/>
                  <a:ext cx="2451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FF0E6CC-23DF-7DED-9D28-1BB20A87E378}"/>
                    </a:ext>
                  </a:extLst>
                </p14:cNvPr>
                <p14:cNvContentPartPr/>
                <p14:nvPr/>
              </p14:nvContentPartPr>
              <p14:xfrm>
                <a:off x="955776" y="6064222"/>
                <a:ext cx="155880" cy="1407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FF0E6CC-23DF-7DED-9D28-1BB20A87E378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938136" y="6046222"/>
                  <a:ext cx="1915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C311648-746E-8F5D-5674-CD41055C2282}"/>
                    </a:ext>
                  </a:extLst>
                </p14:cNvPr>
                <p14:cNvContentPartPr/>
                <p14:nvPr/>
              </p14:nvContentPartPr>
              <p14:xfrm>
                <a:off x="1151976" y="6037582"/>
                <a:ext cx="99000" cy="1710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C311648-746E-8F5D-5674-CD41055C2282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133976" y="6019942"/>
                  <a:ext cx="1346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0E836F9-181E-DA31-9DC9-47C96A7C4B14}"/>
                    </a:ext>
                  </a:extLst>
                </p14:cNvPr>
                <p14:cNvContentPartPr/>
                <p14:nvPr/>
              </p14:nvContentPartPr>
              <p14:xfrm>
                <a:off x="1328376" y="6054502"/>
                <a:ext cx="29880" cy="1076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0E836F9-181E-DA31-9DC9-47C96A7C4B14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310736" y="6036862"/>
                  <a:ext cx="655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0177190-ABE4-11E3-E858-EF856A43968C}"/>
                    </a:ext>
                  </a:extLst>
                </p14:cNvPr>
                <p14:cNvContentPartPr/>
                <p14:nvPr/>
              </p14:nvContentPartPr>
              <p14:xfrm>
                <a:off x="1272576" y="5876662"/>
                <a:ext cx="74880" cy="486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0177190-ABE4-11E3-E858-EF856A43968C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254576" y="5859022"/>
                  <a:ext cx="1105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3AFE683-9CAD-64AD-7F9A-C789CAD7D936}"/>
                    </a:ext>
                  </a:extLst>
                </p14:cNvPr>
                <p14:cNvContentPartPr/>
                <p14:nvPr/>
              </p14:nvContentPartPr>
              <p14:xfrm>
                <a:off x="1474176" y="6053782"/>
                <a:ext cx="102240" cy="1666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3AFE683-9CAD-64AD-7F9A-C789CAD7D936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456536" y="6035782"/>
                  <a:ext cx="1378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E6F9F7E-09E8-8E24-DE25-C4E1DD96AEB7}"/>
                    </a:ext>
                  </a:extLst>
                </p14:cNvPr>
                <p14:cNvContentPartPr/>
                <p14:nvPr/>
              </p14:nvContentPartPr>
              <p14:xfrm>
                <a:off x="1613136" y="5873782"/>
                <a:ext cx="140040" cy="3614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E6F9F7E-09E8-8E24-DE25-C4E1DD96AEB7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595136" y="5855782"/>
                  <a:ext cx="17568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6513391-6B7E-0C81-0768-F04197A019E9}"/>
                    </a:ext>
                  </a:extLst>
                </p14:cNvPr>
                <p14:cNvContentPartPr/>
                <p14:nvPr/>
              </p14:nvContentPartPr>
              <p14:xfrm>
                <a:off x="1573536" y="5990062"/>
                <a:ext cx="203040" cy="331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6513391-6B7E-0C81-0768-F04197A019E9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555536" y="5972062"/>
                  <a:ext cx="2386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E70B1AE-ACEB-687C-4C1B-95C7AFF83F5F}"/>
                    </a:ext>
                  </a:extLst>
                </p14:cNvPr>
                <p14:cNvContentPartPr/>
                <p14:nvPr/>
              </p14:nvContentPartPr>
              <p14:xfrm>
                <a:off x="1798896" y="6069262"/>
                <a:ext cx="372960" cy="1515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E70B1AE-ACEB-687C-4C1B-95C7AFF83F5F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780896" y="6051262"/>
                  <a:ext cx="4086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3C175735-3922-F3A8-0871-C154E9299183}"/>
                    </a:ext>
                  </a:extLst>
                </p14:cNvPr>
                <p14:cNvContentPartPr/>
                <p14:nvPr/>
              </p14:nvContentPartPr>
              <p14:xfrm>
                <a:off x="2138736" y="5852182"/>
                <a:ext cx="122040" cy="3369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3C175735-3922-F3A8-0871-C154E929918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2120736" y="5834182"/>
                  <a:ext cx="1576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8FDFB08-6A37-1CB9-14A3-B5F55EA1175D}"/>
                    </a:ext>
                  </a:extLst>
                </p14:cNvPr>
                <p14:cNvContentPartPr/>
                <p14:nvPr/>
              </p14:nvContentPartPr>
              <p14:xfrm>
                <a:off x="2120016" y="5941102"/>
                <a:ext cx="158760" cy="547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8FDFB08-6A37-1CB9-14A3-B5F55EA1175D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2102376" y="5923102"/>
                  <a:ext cx="1944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9D282CE-08B5-9662-765A-CB896FA4E060}"/>
                    </a:ext>
                  </a:extLst>
                </p14:cNvPr>
                <p14:cNvContentPartPr/>
                <p14:nvPr/>
              </p14:nvContentPartPr>
              <p14:xfrm>
                <a:off x="1762536" y="6084022"/>
                <a:ext cx="171000" cy="1724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9D282CE-08B5-9662-765A-CB896FA4E060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744896" y="6066022"/>
                  <a:ext cx="2066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5CA65E3-1B84-BF10-DE3F-41AEBDBCF963}"/>
                    </a:ext>
                  </a:extLst>
                </p14:cNvPr>
                <p14:cNvContentPartPr/>
                <p14:nvPr/>
              </p14:nvContentPartPr>
              <p14:xfrm>
                <a:off x="391296" y="6526102"/>
                <a:ext cx="51120" cy="637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5CA65E3-1B84-BF10-DE3F-41AEBDBCF963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373296" y="6508462"/>
                  <a:ext cx="86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2DE58986-8AA4-C09A-E5B2-11814E71DE46}"/>
                    </a:ext>
                  </a:extLst>
                </p14:cNvPr>
                <p14:cNvContentPartPr/>
                <p14:nvPr/>
              </p14:nvContentPartPr>
              <p14:xfrm>
                <a:off x="375456" y="6523222"/>
                <a:ext cx="226080" cy="1350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2DE58986-8AA4-C09A-E5B2-11814E71DE46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357456" y="6505582"/>
                  <a:ext cx="2617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2B2FA7A1-A5EC-8D45-FC02-DC088D42FD50}"/>
                    </a:ext>
                  </a:extLst>
                </p14:cNvPr>
                <p14:cNvContentPartPr/>
                <p14:nvPr/>
              </p14:nvContentPartPr>
              <p14:xfrm>
                <a:off x="465096" y="6435022"/>
                <a:ext cx="710640" cy="5385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2B2FA7A1-A5EC-8D45-FC02-DC088D42FD50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447096" y="6417382"/>
                  <a:ext cx="74628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6E6324D-0C03-AD2A-1BB9-9D8D594F1045}"/>
                    </a:ext>
                  </a:extLst>
                </p14:cNvPr>
                <p14:cNvContentPartPr/>
                <p14:nvPr/>
              </p14:nvContentPartPr>
              <p14:xfrm>
                <a:off x="1173216" y="6572677"/>
                <a:ext cx="255240" cy="22068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6E6324D-0C03-AD2A-1BB9-9D8D594F1045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155216" y="6554677"/>
                  <a:ext cx="2908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FF9DAD8C-3FC9-DC6E-0C03-2BE3A8DBDCF6}"/>
                    </a:ext>
                  </a:extLst>
                </p14:cNvPr>
                <p14:cNvContentPartPr/>
                <p14:nvPr/>
              </p14:nvContentPartPr>
              <p14:xfrm>
                <a:off x="1473816" y="6553957"/>
                <a:ext cx="69840" cy="1666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FF9DAD8C-3FC9-DC6E-0C03-2BE3A8DBDCF6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455816" y="6535957"/>
                  <a:ext cx="1054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9DE2AC80-6ADB-0DDD-C32B-899E4F66013B}"/>
                    </a:ext>
                  </a:extLst>
                </p14:cNvPr>
                <p14:cNvContentPartPr/>
                <p14:nvPr/>
              </p14:nvContentPartPr>
              <p14:xfrm>
                <a:off x="1451496" y="6444877"/>
                <a:ext cx="52560" cy="532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9DE2AC80-6ADB-0DDD-C32B-899E4F66013B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433496" y="6427237"/>
                  <a:ext cx="882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9C4D877C-9172-3931-CE14-025FEB45D5B5}"/>
                    </a:ext>
                  </a:extLst>
                </p14:cNvPr>
                <p14:cNvContentPartPr/>
                <p14:nvPr/>
              </p14:nvContentPartPr>
              <p14:xfrm>
                <a:off x="1613496" y="6423277"/>
                <a:ext cx="131400" cy="2664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9C4D877C-9172-3931-CE14-025FEB45D5B5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595856" y="6405277"/>
                  <a:ext cx="1670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8F4CC069-BF50-81BF-F4CE-104642B9ACF9}"/>
                    </a:ext>
                  </a:extLst>
                </p14:cNvPr>
                <p14:cNvContentPartPr/>
                <p14:nvPr/>
              </p14:nvContentPartPr>
              <p14:xfrm>
                <a:off x="1866936" y="6342637"/>
                <a:ext cx="234360" cy="3528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8F4CC069-BF50-81BF-F4CE-104642B9ACF9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849296" y="6324637"/>
                  <a:ext cx="270000" cy="38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7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93307986-755E-1FA1-362C-E465735872E8}"/>
                  </a:ext>
                </a:extLst>
              </p14:cNvPr>
              <p14:cNvContentPartPr/>
              <p14:nvPr/>
            </p14:nvContentPartPr>
            <p14:xfrm>
              <a:off x="2584416" y="6588877"/>
              <a:ext cx="3240" cy="2160"/>
            </p14:xfrm>
          </p:contentPart>
        </mc:Choice>
        <mc:Fallback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93307986-755E-1FA1-362C-E465735872E8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2566416" y="6570877"/>
                <a:ext cx="38880" cy="3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8193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83608098-7D5F-565F-9469-2F81D12E80BF}"/>
              </a:ext>
            </a:extLst>
          </p:cNvPr>
          <p:cNvGrpSpPr/>
          <p:nvPr/>
        </p:nvGrpSpPr>
        <p:grpSpPr>
          <a:xfrm>
            <a:off x="236136" y="278662"/>
            <a:ext cx="299880" cy="412920"/>
            <a:chOff x="236136" y="278662"/>
            <a:chExt cx="299880" cy="41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329C787-40DF-A3BC-1CBC-326FAB2581B4}"/>
                    </a:ext>
                  </a:extLst>
                </p14:cNvPr>
                <p14:cNvContentPartPr/>
                <p14:nvPr/>
              </p14:nvContentPartPr>
              <p14:xfrm>
                <a:off x="236136" y="278662"/>
                <a:ext cx="174600" cy="4129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329C787-40DF-A3BC-1CBC-326FAB2581B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8496" y="260662"/>
                  <a:ext cx="21024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B9B7C26-1D23-BAE6-927B-3FEB566F800A}"/>
                    </a:ext>
                  </a:extLst>
                </p14:cNvPr>
                <p14:cNvContentPartPr/>
                <p14:nvPr/>
              </p14:nvContentPartPr>
              <p14:xfrm>
                <a:off x="531336" y="557662"/>
                <a:ext cx="4680" cy="10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B9B7C26-1D23-BAE6-927B-3FEB566F800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3336" y="540022"/>
                  <a:ext cx="4032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093C612-B996-EE51-1830-709D3D8EB8FC}"/>
              </a:ext>
            </a:extLst>
          </p:cNvPr>
          <p:cNvGrpSpPr/>
          <p:nvPr/>
        </p:nvGrpSpPr>
        <p:grpSpPr>
          <a:xfrm>
            <a:off x="848136" y="330862"/>
            <a:ext cx="790560" cy="333720"/>
            <a:chOff x="848136" y="330862"/>
            <a:chExt cx="790560" cy="33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3413DD5-43D9-0E0E-3859-47C8EBF52449}"/>
                    </a:ext>
                  </a:extLst>
                </p14:cNvPr>
                <p14:cNvContentPartPr/>
                <p14:nvPr/>
              </p14:nvContentPartPr>
              <p14:xfrm>
                <a:off x="848136" y="338062"/>
                <a:ext cx="281520" cy="291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3413DD5-43D9-0E0E-3859-47C8EBF5244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0496" y="320422"/>
                  <a:ext cx="3171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C719079-30CC-F678-F64A-F17DD2D4686E}"/>
                    </a:ext>
                  </a:extLst>
                </p14:cNvPr>
                <p14:cNvContentPartPr/>
                <p14:nvPr/>
              </p14:nvContentPartPr>
              <p14:xfrm>
                <a:off x="1033536" y="506542"/>
                <a:ext cx="208800" cy="118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C719079-30CC-F678-F64A-F17DD2D4686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5536" y="488542"/>
                  <a:ext cx="2444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15A5D19-ED64-AD51-763F-F93ACF46E359}"/>
                    </a:ext>
                  </a:extLst>
                </p14:cNvPr>
                <p14:cNvContentPartPr/>
                <p14:nvPr/>
              </p14:nvContentPartPr>
              <p14:xfrm>
                <a:off x="1251696" y="411142"/>
                <a:ext cx="25560" cy="21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15A5D19-ED64-AD51-763F-F93ACF46E35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34056" y="393502"/>
                  <a:ext cx="612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F85F2E9-30BC-152D-C3B1-ACC89C5A791C}"/>
                    </a:ext>
                  </a:extLst>
                </p14:cNvPr>
                <p14:cNvContentPartPr/>
                <p14:nvPr/>
              </p14:nvContentPartPr>
              <p14:xfrm>
                <a:off x="1291296" y="513742"/>
                <a:ext cx="155160" cy="120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F85F2E9-30BC-152D-C3B1-ACC89C5A791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73656" y="495742"/>
                  <a:ext cx="1908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320B997-FE62-A0D4-3356-9BE39EBEFF18}"/>
                    </a:ext>
                  </a:extLst>
                </p14:cNvPr>
                <p14:cNvContentPartPr/>
                <p14:nvPr/>
              </p14:nvContentPartPr>
              <p14:xfrm>
                <a:off x="1472016" y="330862"/>
                <a:ext cx="166680" cy="333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320B997-FE62-A0D4-3356-9BE39EBEFF1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54376" y="312862"/>
                  <a:ext cx="202320" cy="36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5A1693-1B1A-FDEC-90C0-19D4A425AF1B}"/>
              </a:ext>
            </a:extLst>
          </p:cNvPr>
          <p:cNvGrpSpPr/>
          <p:nvPr/>
        </p:nvGrpSpPr>
        <p:grpSpPr>
          <a:xfrm>
            <a:off x="1999416" y="398182"/>
            <a:ext cx="694440" cy="288720"/>
            <a:chOff x="1999416" y="398182"/>
            <a:chExt cx="694440" cy="28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38B308B-E6E6-DF38-87E8-B71DDB45941A}"/>
                    </a:ext>
                  </a:extLst>
                </p14:cNvPr>
                <p14:cNvContentPartPr/>
                <p14:nvPr/>
              </p14:nvContentPartPr>
              <p14:xfrm>
                <a:off x="1999416" y="398182"/>
                <a:ext cx="329760" cy="288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38B308B-E6E6-DF38-87E8-B71DDB45941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81416" y="380542"/>
                  <a:ext cx="3654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0EFABF5-ADCC-D059-6D96-5BB7A409F9F0}"/>
                    </a:ext>
                  </a:extLst>
                </p14:cNvPr>
                <p14:cNvContentPartPr/>
                <p14:nvPr/>
              </p14:nvContentPartPr>
              <p14:xfrm>
                <a:off x="2338536" y="410062"/>
                <a:ext cx="355320" cy="251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0EFABF5-ADCC-D059-6D96-5BB7A409F9F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20536" y="392062"/>
                  <a:ext cx="3909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C0F7FA9-EA88-23F1-6050-3DEE1F25ACDC}"/>
                    </a:ext>
                  </a:extLst>
                </p14:cNvPr>
                <p14:cNvContentPartPr/>
                <p14:nvPr/>
              </p14:nvContentPartPr>
              <p14:xfrm>
                <a:off x="2152056" y="516262"/>
                <a:ext cx="179280" cy="25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C0F7FA9-EA88-23F1-6050-3DEE1F25ACD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34056" y="498622"/>
                  <a:ext cx="214920" cy="6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EE3192C-D187-BF84-879E-9C9C172A2E56}"/>
                  </a:ext>
                </a:extLst>
              </p14:cNvPr>
              <p14:cNvContentPartPr/>
              <p14:nvPr/>
            </p14:nvContentPartPr>
            <p14:xfrm>
              <a:off x="7829256" y="396382"/>
              <a:ext cx="443520" cy="6897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EE3192C-D187-BF84-879E-9C9C172A2E5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811256" y="378382"/>
                <a:ext cx="479160" cy="72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650B027-10B0-305D-A791-46874537402E}"/>
                  </a:ext>
                </a:extLst>
              </p14:cNvPr>
              <p14:cNvContentPartPr/>
              <p14:nvPr/>
            </p14:nvContentPartPr>
            <p14:xfrm>
              <a:off x="1960536" y="1068142"/>
              <a:ext cx="279360" cy="2203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650B027-10B0-305D-A791-46874537402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42536" y="1050142"/>
                <a:ext cx="315000" cy="25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9847F495-AF39-6A78-5250-0D6214BCE47D}"/>
              </a:ext>
            </a:extLst>
          </p:cNvPr>
          <p:cNvGrpSpPr/>
          <p:nvPr/>
        </p:nvGrpSpPr>
        <p:grpSpPr>
          <a:xfrm>
            <a:off x="2582256" y="1156342"/>
            <a:ext cx="137160" cy="105120"/>
            <a:chOff x="2582256" y="1156342"/>
            <a:chExt cx="137160" cy="10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AC468ED-DCA9-AFEB-F117-22A0FE267C56}"/>
                    </a:ext>
                  </a:extLst>
                </p14:cNvPr>
                <p14:cNvContentPartPr/>
                <p14:nvPr/>
              </p14:nvContentPartPr>
              <p14:xfrm>
                <a:off x="2585136" y="1156342"/>
                <a:ext cx="115920" cy="14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AC468ED-DCA9-AFEB-F117-22A0FE267C5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67496" y="1138702"/>
                  <a:ext cx="1515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50F2267-5413-DC3F-228C-5319A1ED36F8}"/>
                    </a:ext>
                  </a:extLst>
                </p14:cNvPr>
                <p14:cNvContentPartPr/>
                <p14:nvPr/>
              </p14:nvContentPartPr>
              <p14:xfrm>
                <a:off x="2582256" y="1236262"/>
                <a:ext cx="137160" cy="25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50F2267-5413-DC3F-228C-5319A1ED36F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64256" y="1218622"/>
                  <a:ext cx="17280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293A583-CA57-D817-ACED-340FA1834C52}"/>
              </a:ext>
            </a:extLst>
          </p:cNvPr>
          <p:cNvGrpSpPr/>
          <p:nvPr/>
        </p:nvGrpSpPr>
        <p:grpSpPr>
          <a:xfrm>
            <a:off x="3404136" y="1117462"/>
            <a:ext cx="2062440" cy="341640"/>
            <a:chOff x="3404136" y="1117462"/>
            <a:chExt cx="2062440" cy="34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C05B782-268B-7ED8-ABC1-05D740A7B2B4}"/>
                    </a:ext>
                  </a:extLst>
                </p14:cNvPr>
                <p14:cNvContentPartPr/>
                <p14:nvPr/>
              </p14:nvContentPartPr>
              <p14:xfrm>
                <a:off x="3404136" y="1117462"/>
                <a:ext cx="184320" cy="211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C05B782-268B-7ED8-ABC1-05D740A7B2B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86496" y="1099462"/>
                  <a:ext cx="2199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F07561E-996E-3FB5-77BB-A29A2E103FBD}"/>
                    </a:ext>
                  </a:extLst>
                </p14:cNvPr>
                <p14:cNvContentPartPr/>
                <p14:nvPr/>
              </p14:nvContentPartPr>
              <p14:xfrm>
                <a:off x="3636696" y="1188382"/>
                <a:ext cx="255960" cy="134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F07561E-996E-3FB5-77BB-A29A2E103FB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19056" y="1170382"/>
                  <a:ext cx="2916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1070D06-19DF-C95C-7378-D9047E14D1A8}"/>
                    </a:ext>
                  </a:extLst>
                </p14:cNvPr>
                <p14:cNvContentPartPr/>
                <p14:nvPr/>
              </p14:nvContentPartPr>
              <p14:xfrm>
                <a:off x="3997056" y="1230862"/>
                <a:ext cx="20880" cy="133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1070D06-19DF-C95C-7378-D9047E14D1A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79416" y="1212862"/>
                  <a:ext cx="565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8DBC4EE-BA90-F545-5F65-06D2B88A8396}"/>
                    </a:ext>
                  </a:extLst>
                </p14:cNvPr>
                <p14:cNvContentPartPr/>
                <p14:nvPr/>
              </p14:nvContentPartPr>
              <p14:xfrm>
                <a:off x="4225656" y="1242382"/>
                <a:ext cx="154440" cy="14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8DBC4EE-BA90-F545-5F65-06D2B88A839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07656" y="1224742"/>
                  <a:ext cx="1900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9ACB491-FCD9-1546-852C-B15C0AD1BCF0}"/>
                    </a:ext>
                  </a:extLst>
                </p14:cNvPr>
                <p14:cNvContentPartPr/>
                <p14:nvPr/>
              </p14:nvContentPartPr>
              <p14:xfrm>
                <a:off x="4337616" y="1159222"/>
                <a:ext cx="11520" cy="152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9ACB491-FCD9-1546-852C-B15C0AD1BCF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19616" y="1141222"/>
                  <a:ext cx="471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786A77C-1750-3B68-2AA5-A41335181EB6}"/>
                    </a:ext>
                  </a:extLst>
                </p14:cNvPr>
                <p14:cNvContentPartPr/>
                <p14:nvPr/>
              </p14:nvContentPartPr>
              <p14:xfrm>
                <a:off x="4454256" y="1133302"/>
                <a:ext cx="228600" cy="252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786A77C-1750-3B68-2AA5-A41335181EB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36256" y="1115302"/>
                  <a:ext cx="2642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A92999B-BCDD-53CF-1E66-DB8381F0CBAB}"/>
                    </a:ext>
                  </a:extLst>
                </p14:cNvPr>
                <p14:cNvContentPartPr/>
                <p14:nvPr/>
              </p14:nvContentPartPr>
              <p14:xfrm>
                <a:off x="4791576" y="1245262"/>
                <a:ext cx="236520" cy="101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A92999B-BCDD-53CF-1E66-DB8381F0CBA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73576" y="1227262"/>
                  <a:ext cx="2721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95D9283-A079-1236-86DA-3D46784633D2}"/>
                    </a:ext>
                  </a:extLst>
                </p14:cNvPr>
                <p14:cNvContentPartPr/>
                <p14:nvPr/>
              </p14:nvContentPartPr>
              <p14:xfrm>
                <a:off x="5121696" y="1327342"/>
                <a:ext cx="344880" cy="131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95D9283-A079-1236-86DA-3D46784633D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04056" y="1309702"/>
                  <a:ext cx="38052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5E623FA-5165-115E-00C3-7421DB9864AB}"/>
              </a:ext>
            </a:extLst>
          </p:cNvPr>
          <p:cNvGrpSpPr/>
          <p:nvPr/>
        </p:nvGrpSpPr>
        <p:grpSpPr>
          <a:xfrm>
            <a:off x="1081776" y="1608142"/>
            <a:ext cx="1326240" cy="473400"/>
            <a:chOff x="1081776" y="1608142"/>
            <a:chExt cx="1326240" cy="47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9C996F6-72AB-C92A-8D23-05B52EA6B6FE}"/>
                    </a:ext>
                  </a:extLst>
                </p14:cNvPr>
                <p14:cNvContentPartPr/>
                <p14:nvPr/>
              </p14:nvContentPartPr>
              <p14:xfrm>
                <a:off x="1081776" y="1663582"/>
                <a:ext cx="152280" cy="224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9C996F6-72AB-C92A-8D23-05B52EA6B6F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64136" y="1645942"/>
                  <a:ext cx="1879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48E2A67-60E7-AB50-A329-391734A7A5FF}"/>
                    </a:ext>
                  </a:extLst>
                </p14:cNvPr>
                <p14:cNvContentPartPr/>
                <p14:nvPr/>
              </p14:nvContentPartPr>
              <p14:xfrm>
                <a:off x="1320456" y="1763662"/>
                <a:ext cx="178560" cy="138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48E2A67-60E7-AB50-A329-391734A7A5F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02456" y="1746022"/>
                  <a:ext cx="214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EF6C4BE-49A1-1D25-AA2A-3A4C9E90DED9}"/>
                    </a:ext>
                  </a:extLst>
                </p14:cNvPr>
                <p14:cNvContentPartPr/>
                <p14:nvPr/>
              </p14:nvContentPartPr>
              <p14:xfrm>
                <a:off x="1610616" y="1678342"/>
                <a:ext cx="120600" cy="216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EF6C4BE-49A1-1D25-AA2A-3A4C9E90DED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92616" y="1660702"/>
                  <a:ext cx="1562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4592810-835A-9720-66ED-F2971092CA86}"/>
                    </a:ext>
                  </a:extLst>
                </p14:cNvPr>
                <p14:cNvContentPartPr/>
                <p14:nvPr/>
              </p14:nvContentPartPr>
              <p14:xfrm>
                <a:off x="1887456" y="1608142"/>
                <a:ext cx="20880" cy="50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4592810-835A-9720-66ED-F2971092CA8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869816" y="1590502"/>
                  <a:ext cx="565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139E1F6-4446-058F-8703-5BAC7FB85431}"/>
                    </a:ext>
                  </a:extLst>
                </p14:cNvPr>
                <p14:cNvContentPartPr/>
                <p14:nvPr/>
              </p14:nvContentPartPr>
              <p14:xfrm>
                <a:off x="1768296" y="1789222"/>
                <a:ext cx="158400" cy="292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139E1F6-4446-058F-8703-5BAC7FB8543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50656" y="1771222"/>
                  <a:ext cx="1940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521336A-CA72-7D17-F103-64DF5F207F5F}"/>
                    </a:ext>
                  </a:extLst>
                </p14:cNvPr>
                <p14:cNvContentPartPr/>
                <p14:nvPr/>
              </p14:nvContentPartPr>
              <p14:xfrm>
                <a:off x="1938216" y="1688782"/>
                <a:ext cx="20520" cy="19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521336A-CA72-7D17-F103-64DF5F207F5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20576" y="1671142"/>
                  <a:ext cx="561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2665CF6-EEEF-C4D6-951A-05B4BE744CD0}"/>
                    </a:ext>
                  </a:extLst>
                </p14:cNvPr>
                <p14:cNvContentPartPr/>
                <p14:nvPr/>
              </p14:nvContentPartPr>
              <p14:xfrm>
                <a:off x="2009496" y="1782742"/>
                <a:ext cx="150480" cy="143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2665CF6-EEEF-C4D6-951A-05B4BE744CD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991856" y="1764742"/>
                  <a:ext cx="1861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B479036-E603-8949-E224-BDB70CF01B1D}"/>
                    </a:ext>
                  </a:extLst>
                </p14:cNvPr>
                <p14:cNvContentPartPr/>
                <p14:nvPr/>
              </p14:nvContentPartPr>
              <p14:xfrm>
                <a:off x="2196696" y="1782382"/>
                <a:ext cx="118080" cy="146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B479036-E603-8949-E224-BDB70CF01B1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178696" y="1764382"/>
                  <a:ext cx="1537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469F17E-B82A-17D7-C089-0F9F7F672C60}"/>
                    </a:ext>
                  </a:extLst>
                </p14:cNvPr>
                <p14:cNvContentPartPr/>
                <p14:nvPr/>
              </p14:nvContentPartPr>
              <p14:xfrm>
                <a:off x="2353296" y="1675822"/>
                <a:ext cx="54720" cy="235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469F17E-B82A-17D7-C089-0F9F7F672C6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35296" y="1657822"/>
                  <a:ext cx="903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6E61C3E-EADC-8DB0-1BBD-43EBB7FFF78E}"/>
                    </a:ext>
                  </a:extLst>
                </p14:cNvPr>
                <p14:cNvContentPartPr/>
                <p14:nvPr/>
              </p14:nvContentPartPr>
              <p14:xfrm>
                <a:off x="2260776" y="1722982"/>
                <a:ext cx="123120" cy="25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6E61C3E-EADC-8DB0-1BBD-43EBB7FFF78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243136" y="1705342"/>
                  <a:ext cx="15876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DDCCA91-B0A0-9F5E-32AE-5FBC667BAA9B}"/>
              </a:ext>
            </a:extLst>
          </p:cNvPr>
          <p:cNvGrpSpPr/>
          <p:nvPr/>
        </p:nvGrpSpPr>
        <p:grpSpPr>
          <a:xfrm>
            <a:off x="2899776" y="1644502"/>
            <a:ext cx="409680" cy="295920"/>
            <a:chOff x="2899776" y="1644502"/>
            <a:chExt cx="409680" cy="29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9BD0645-AB20-7EA4-3D13-15980D07F0FF}"/>
                    </a:ext>
                  </a:extLst>
                </p14:cNvPr>
                <p14:cNvContentPartPr/>
                <p14:nvPr/>
              </p14:nvContentPartPr>
              <p14:xfrm>
                <a:off x="2899776" y="1644502"/>
                <a:ext cx="212040" cy="295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9BD0645-AB20-7EA4-3D13-15980D07F0F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82136" y="1626502"/>
                  <a:ext cx="2476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8456BE1-9CDF-DF34-4328-BCCE13D595F3}"/>
                    </a:ext>
                  </a:extLst>
                </p14:cNvPr>
                <p14:cNvContentPartPr/>
                <p14:nvPr/>
              </p14:nvContentPartPr>
              <p14:xfrm>
                <a:off x="3225936" y="1802182"/>
                <a:ext cx="83520" cy="110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8456BE1-9CDF-DF34-4328-BCCE13D595F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07936" y="1784542"/>
                  <a:ext cx="1191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A05D40D-7B6F-09C3-923F-CC6812F2185A}"/>
                    </a:ext>
                  </a:extLst>
                </p14:cNvPr>
                <p14:cNvContentPartPr/>
                <p14:nvPr/>
              </p14:nvContentPartPr>
              <p14:xfrm>
                <a:off x="3026136" y="1784902"/>
                <a:ext cx="168480" cy="16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A05D40D-7B6F-09C3-923F-CC6812F2185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008496" y="1766902"/>
                  <a:ext cx="20412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697C1CE-7D7E-1854-C90C-6D2B88E5B46F}"/>
              </a:ext>
            </a:extLst>
          </p:cNvPr>
          <p:cNvGrpSpPr/>
          <p:nvPr/>
        </p:nvGrpSpPr>
        <p:grpSpPr>
          <a:xfrm>
            <a:off x="3872856" y="1610302"/>
            <a:ext cx="716040" cy="281880"/>
            <a:chOff x="3872856" y="1610302"/>
            <a:chExt cx="716040" cy="28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7E3D82D-780D-652B-F4AA-87C9459E016B}"/>
                    </a:ext>
                  </a:extLst>
                </p14:cNvPr>
                <p14:cNvContentPartPr/>
                <p14:nvPr/>
              </p14:nvContentPartPr>
              <p14:xfrm>
                <a:off x="3872856" y="1610302"/>
                <a:ext cx="232920" cy="281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7E3D82D-780D-652B-F4AA-87C9459E016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55216" y="1592662"/>
                  <a:ext cx="2685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75A1048-6AAA-AB63-F6B6-62EFB671C43D}"/>
                    </a:ext>
                  </a:extLst>
                </p14:cNvPr>
                <p14:cNvContentPartPr/>
                <p14:nvPr/>
              </p14:nvContentPartPr>
              <p14:xfrm>
                <a:off x="4227456" y="1644142"/>
                <a:ext cx="361440" cy="235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75A1048-6AAA-AB63-F6B6-62EFB671C43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09456" y="1626142"/>
                  <a:ext cx="3970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226A0A0-95FA-A625-1CC0-5B8A21213B4D}"/>
                    </a:ext>
                  </a:extLst>
                </p14:cNvPr>
                <p14:cNvContentPartPr/>
                <p14:nvPr/>
              </p14:nvContentPartPr>
              <p14:xfrm>
                <a:off x="4077336" y="1674022"/>
                <a:ext cx="191880" cy="17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226A0A0-95FA-A625-1CC0-5B8A21213B4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59696" y="1656382"/>
                  <a:ext cx="22752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6DB67AA-3C5A-3361-3843-D71E0E68816E}"/>
              </a:ext>
            </a:extLst>
          </p:cNvPr>
          <p:cNvGrpSpPr/>
          <p:nvPr/>
        </p:nvGrpSpPr>
        <p:grpSpPr>
          <a:xfrm>
            <a:off x="5259216" y="1629742"/>
            <a:ext cx="2009520" cy="298440"/>
            <a:chOff x="5259216" y="1629742"/>
            <a:chExt cx="200952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6E66367-FABD-47DC-367B-3951B442C496}"/>
                    </a:ext>
                  </a:extLst>
                </p14:cNvPr>
                <p14:cNvContentPartPr/>
                <p14:nvPr/>
              </p14:nvContentPartPr>
              <p14:xfrm>
                <a:off x="5259216" y="1714342"/>
                <a:ext cx="558720" cy="188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6E66367-FABD-47DC-367B-3951B442C49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241576" y="1696702"/>
                  <a:ext cx="5943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CA69310-42A5-A277-E0C2-668E74BF14C8}"/>
                    </a:ext>
                  </a:extLst>
                </p14:cNvPr>
                <p14:cNvContentPartPr/>
                <p14:nvPr/>
              </p14:nvContentPartPr>
              <p14:xfrm>
                <a:off x="5895336" y="1658542"/>
                <a:ext cx="54360" cy="204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CA69310-42A5-A277-E0C2-668E74BF14C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877696" y="1640902"/>
                  <a:ext cx="900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93EBBC0-5785-54F8-1977-93829A8A6306}"/>
                    </a:ext>
                  </a:extLst>
                </p14:cNvPr>
                <p14:cNvContentPartPr/>
                <p14:nvPr/>
              </p14:nvContentPartPr>
              <p14:xfrm>
                <a:off x="5830536" y="1728022"/>
                <a:ext cx="89280" cy="174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93EBBC0-5785-54F8-1977-93829A8A630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12536" y="1710022"/>
                  <a:ext cx="1249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D84ADE4-AFCB-6BD1-4D4F-8603A7F14165}"/>
                    </a:ext>
                  </a:extLst>
                </p14:cNvPr>
                <p14:cNvContentPartPr/>
                <p14:nvPr/>
              </p14:nvContentPartPr>
              <p14:xfrm>
                <a:off x="5884176" y="1656742"/>
                <a:ext cx="174600" cy="11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D84ADE4-AFCB-6BD1-4D4F-8603A7F1416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66176" y="1639102"/>
                  <a:ext cx="2102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49D4658-F66F-CE79-4A24-49C1CA827D46}"/>
                    </a:ext>
                  </a:extLst>
                </p14:cNvPr>
                <p14:cNvContentPartPr/>
                <p14:nvPr/>
              </p14:nvContentPartPr>
              <p14:xfrm>
                <a:off x="6074616" y="1768342"/>
                <a:ext cx="506520" cy="134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49D4658-F66F-CE79-4A24-49C1CA827D4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56976" y="1750342"/>
                  <a:ext cx="5421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CFAADC5-5BB2-24AE-635F-34B1A8388859}"/>
                    </a:ext>
                  </a:extLst>
                </p14:cNvPr>
                <p14:cNvContentPartPr/>
                <p14:nvPr/>
              </p14:nvContentPartPr>
              <p14:xfrm>
                <a:off x="6593016" y="1705702"/>
                <a:ext cx="17640" cy="15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CFAADC5-5BB2-24AE-635F-34B1A838885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575376" y="1688062"/>
                  <a:ext cx="53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2DA6288-1138-B860-245B-1AFE750CC519}"/>
                    </a:ext>
                  </a:extLst>
                </p14:cNvPr>
                <p14:cNvContentPartPr/>
                <p14:nvPr/>
              </p14:nvContentPartPr>
              <p14:xfrm>
                <a:off x="6654216" y="1779862"/>
                <a:ext cx="173520" cy="114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2DA6288-1138-B860-245B-1AFE750CC51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636576" y="1762222"/>
                  <a:ext cx="2091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62C7D04-0283-6415-DA02-A7FB7CEA86AE}"/>
                    </a:ext>
                  </a:extLst>
                </p14:cNvPr>
                <p14:cNvContentPartPr/>
                <p14:nvPr/>
              </p14:nvContentPartPr>
              <p14:xfrm>
                <a:off x="7000896" y="1629742"/>
                <a:ext cx="62280" cy="271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62C7D04-0283-6415-DA02-A7FB7CEA86A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982896" y="1611742"/>
                  <a:ext cx="979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4D1F9E8-9D60-76E0-904B-E0726255D0EA}"/>
                    </a:ext>
                  </a:extLst>
                </p14:cNvPr>
                <p14:cNvContentPartPr/>
                <p14:nvPr/>
              </p14:nvContentPartPr>
              <p14:xfrm>
                <a:off x="7126176" y="1780222"/>
                <a:ext cx="142560" cy="147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4D1F9E8-9D60-76E0-904B-E0726255D0E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08536" y="1762222"/>
                  <a:ext cx="1782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858BEA0-0468-FF5C-119C-FE7269DC501E}"/>
                    </a:ext>
                  </a:extLst>
                </p14:cNvPr>
                <p14:cNvContentPartPr/>
                <p14:nvPr/>
              </p14:nvContentPartPr>
              <p14:xfrm>
                <a:off x="6945816" y="1652782"/>
                <a:ext cx="314640" cy="23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858BEA0-0468-FF5C-119C-FE7269DC501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927816" y="1634782"/>
                  <a:ext cx="35028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28DB410-4C06-02DF-ED0B-C1B8B03792BE}"/>
              </a:ext>
            </a:extLst>
          </p:cNvPr>
          <p:cNvGrpSpPr/>
          <p:nvPr/>
        </p:nvGrpSpPr>
        <p:grpSpPr>
          <a:xfrm>
            <a:off x="2538696" y="2403382"/>
            <a:ext cx="446400" cy="357120"/>
            <a:chOff x="2538696" y="2403382"/>
            <a:chExt cx="446400" cy="35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5FC8283-BA2B-36A3-62ED-3422C54DDF18}"/>
                    </a:ext>
                  </a:extLst>
                </p14:cNvPr>
                <p14:cNvContentPartPr/>
                <p14:nvPr/>
              </p14:nvContentPartPr>
              <p14:xfrm>
                <a:off x="2538696" y="2403382"/>
                <a:ext cx="302040" cy="241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5FC8283-BA2B-36A3-62ED-3422C54DDF1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20696" y="2385742"/>
                  <a:ext cx="3376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B32D770-9FA1-D60E-9AAC-DC2D43AFC51E}"/>
                    </a:ext>
                  </a:extLst>
                </p14:cNvPr>
                <p14:cNvContentPartPr/>
                <p14:nvPr/>
              </p14:nvContentPartPr>
              <p14:xfrm>
                <a:off x="2942256" y="2558542"/>
                <a:ext cx="42840" cy="201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B32D770-9FA1-D60E-9AAC-DC2D43AFC51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924256" y="2540902"/>
                  <a:ext cx="7848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9CF6393-69BC-ED4A-1F8A-A39A35AD0F89}"/>
              </a:ext>
            </a:extLst>
          </p:cNvPr>
          <p:cNvGrpSpPr/>
          <p:nvPr/>
        </p:nvGrpSpPr>
        <p:grpSpPr>
          <a:xfrm>
            <a:off x="3238896" y="2378182"/>
            <a:ext cx="1766160" cy="365040"/>
            <a:chOff x="3238896" y="2378182"/>
            <a:chExt cx="1766160" cy="36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BBFB93B-0148-5C8A-A446-A93A58BBD74F}"/>
                    </a:ext>
                  </a:extLst>
                </p14:cNvPr>
                <p14:cNvContentPartPr/>
                <p14:nvPr/>
              </p14:nvContentPartPr>
              <p14:xfrm>
                <a:off x="3238896" y="2568262"/>
                <a:ext cx="195840" cy="90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BBFB93B-0148-5C8A-A446-A93A58BBD74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220896" y="2550622"/>
                  <a:ext cx="2314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D91B8CC-B0E3-5AE3-4C3A-77AE907736AA}"/>
                    </a:ext>
                  </a:extLst>
                </p14:cNvPr>
                <p14:cNvContentPartPr/>
                <p14:nvPr/>
              </p14:nvContentPartPr>
              <p14:xfrm>
                <a:off x="3350856" y="2441542"/>
                <a:ext cx="17280" cy="174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D91B8CC-B0E3-5AE3-4C3A-77AE907736A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332856" y="2423902"/>
                  <a:ext cx="529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36306AC-A9A6-9618-9D3A-2A702A1F015F}"/>
                    </a:ext>
                  </a:extLst>
                </p14:cNvPr>
                <p14:cNvContentPartPr/>
                <p14:nvPr/>
              </p14:nvContentPartPr>
              <p14:xfrm>
                <a:off x="3576936" y="2478262"/>
                <a:ext cx="253800" cy="165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36306AC-A9A6-9618-9D3A-2A702A1F015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58936" y="2460262"/>
                  <a:ext cx="2894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2254EB1-50F3-C2FF-138E-B92DE2510AEF}"/>
                    </a:ext>
                  </a:extLst>
                </p14:cNvPr>
                <p14:cNvContentPartPr/>
                <p14:nvPr/>
              </p14:nvContentPartPr>
              <p14:xfrm>
                <a:off x="4032336" y="2586982"/>
                <a:ext cx="227880" cy="156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2254EB1-50F3-C2FF-138E-B92DE2510AE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014336" y="2569342"/>
                  <a:ext cx="2635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66C044E-35A1-99EA-EDDE-47EFA0D736C0}"/>
                    </a:ext>
                  </a:extLst>
                </p14:cNvPr>
                <p14:cNvContentPartPr/>
                <p14:nvPr/>
              </p14:nvContentPartPr>
              <p14:xfrm>
                <a:off x="4546056" y="2399062"/>
                <a:ext cx="194400" cy="190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66C044E-35A1-99EA-EDDE-47EFA0D736C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28056" y="2381062"/>
                  <a:ext cx="2300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1C25105-C488-123C-D52E-C3F4C2635A11}"/>
                    </a:ext>
                  </a:extLst>
                </p14:cNvPr>
                <p14:cNvContentPartPr/>
                <p14:nvPr/>
              </p14:nvContentPartPr>
              <p14:xfrm>
                <a:off x="4489176" y="2598862"/>
                <a:ext cx="206640" cy="50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1C25105-C488-123C-D52E-C3F4C2635A1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471536" y="2580862"/>
                  <a:ext cx="242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18FAFC6-53A6-67B7-B455-CE5A590B65AA}"/>
                    </a:ext>
                  </a:extLst>
                </p14:cNvPr>
                <p14:cNvContentPartPr/>
                <p14:nvPr/>
              </p14:nvContentPartPr>
              <p14:xfrm>
                <a:off x="4966536" y="2378182"/>
                <a:ext cx="38520" cy="281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18FAFC6-53A6-67B7-B455-CE5A590B65A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948536" y="2360182"/>
                  <a:ext cx="74160" cy="31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B71F003-BF61-C95F-F0DB-075A375C1774}"/>
              </a:ext>
            </a:extLst>
          </p:cNvPr>
          <p:cNvGrpSpPr/>
          <p:nvPr/>
        </p:nvGrpSpPr>
        <p:grpSpPr>
          <a:xfrm>
            <a:off x="2442216" y="2988382"/>
            <a:ext cx="1760760" cy="372240"/>
            <a:chOff x="2442216" y="2988382"/>
            <a:chExt cx="1760760" cy="37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23D28C0-212B-7BDB-150B-7AC75DB879EB}"/>
                    </a:ext>
                  </a:extLst>
                </p14:cNvPr>
                <p14:cNvContentPartPr/>
                <p14:nvPr/>
              </p14:nvContentPartPr>
              <p14:xfrm>
                <a:off x="2442216" y="2988382"/>
                <a:ext cx="206280" cy="261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23D28C0-212B-7BDB-150B-7AC75DB879E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424576" y="2970382"/>
                  <a:ext cx="2419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450BE66-82F5-E6D4-C962-B067F8449ACC}"/>
                    </a:ext>
                  </a:extLst>
                </p14:cNvPr>
                <p14:cNvContentPartPr/>
                <p14:nvPr/>
              </p14:nvContentPartPr>
              <p14:xfrm>
                <a:off x="2758296" y="3108982"/>
                <a:ext cx="200160" cy="150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450BE66-82F5-E6D4-C962-B067F8449AC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740656" y="3091342"/>
                  <a:ext cx="2358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22893CA-7B04-5C44-F1FA-80B99BEF48C6}"/>
                    </a:ext>
                  </a:extLst>
                </p14:cNvPr>
                <p14:cNvContentPartPr/>
                <p14:nvPr/>
              </p14:nvContentPartPr>
              <p14:xfrm>
                <a:off x="3036936" y="3170902"/>
                <a:ext cx="31320" cy="1580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22893CA-7B04-5C44-F1FA-80B99BEF48C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018936" y="3152902"/>
                  <a:ext cx="669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48E3E10-0A8C-E01E-F94D-4853A933E988}"/>
                    </a:ext>
                  </a:extLst>
                </p14:cNvPr>
                <p14:cNvContentPartPr/>
                <p14:nvPr/>
              </p14:nvContentPartPr>
              <p14:xfrm>
                <a:off x="3263016" y="3154342"/>
                <a:ext cx="210960" cy="349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48E3E10-0A8C-E01E-F94D-4853A933E98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245016" y="3136342"/>
                  <a:ext cx="246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99FED1A-A212-E25E-A33A-592469A5904B}"/>
                    </a:ext>
                  </a:extLst>
                </p14:cNvPr>
                <p14:cNvContentPartPr/>
                <p14:nvPr/>
              </p14:nvContentPartPr>
              <p14:xfrm>
                <a:off x="3358056" y="3106462"/>
                <a:ext cx="33840" cy="209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99FED1A-A212-E25E-A33A-592469A5904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340416" y="3088822"/>
                  <a:ext cx="694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398E311-AC8F-03AA-CFE7-D3FA0A19420D}"/>
                    </a:ext>
                  </a:extLst>
                </p14:cNvPr>
                <p14:cNvContentPartPr/>
                <p14:nvPr/>
              </p14:nvContentPartPr>
              <p14:xfrm>
                <a:off x="3666216" y="3154342"/>
                <a:ext cx="227880" cy="124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398E311-AC8F-03AA-CFE7-D3FA0A19420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648576" y="3136702"/>
                  <a:ext cx="2635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1024732-A51C-FB00-C22A-A759E7886D08}"/>
                    </a:ext>
                  </a:extLst>
                </p14:cNvPr>
                <p14:cNvContentPartPr/>
                <p14:nvPr/>
              </p14:nvContentPartPr>
              <p14:xfrm>
                <a:off x="4002816" y="3225982"/>
                <a:ext cx="200160" cy="134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1024732-A51C-FB00-C22A-A759E7886D0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985176" y="3207982"/>
                  <a:ext cx="23580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68418A6-7442-BAF9-78DA-653FE4FBA00C}"/>
              </a:ext>
            </a:extLst>
          </p:cNvPr>
          <p:cNvGrpSpPr/>
          <p:nvPr/>
        </p:nvGrpSpPr>
        <p:grpSpPr>
          <a:xfrm>
            <a:off x="4561536" y="3141022"/>
            <a:ext cx="203040" cy="246240"/>
            <a:chOff x="4561536" y="3141022"/>
            <a:chExt cx="20304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3D690E0-3801-A264-BF80-A842B8AA92F2}"/>
                    </a:ext>
                  </a:extLst>
                </p14:cNvPr>
                <p14:cNvContentPartPr/>
                <p14:nvPr/>
              </p14:nvContentPartPr>
              <p14:xfrm>
                <a:off x="4561536" y="3141022"/>
                <a:ext cx="196200" cy="178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3D690E0-3801-A264-BF80-A842B8AA92F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543896" y="3123022"/>
                  <a:ext cx="2318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81F7281-3404-2343-788D-31FA7BDDE9F5}"/>
                    </a:ext>
                  </a:extLst>
                </p14:cNvPr>
                <p14:cNvContentPartPr/>
                <p14:nvPr/>
              </p14:nvContentPartPr>
              <p14:xfrm>
                <a:off x="4565136" y="3338662"/>
                <a:ext cx="199440" cy="48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81F7281-3404-2343-788D-31FA7BDDE9F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547136" y="3320662"/>
                  <a:ext cx="235080" cy="8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52D42E93-CE0F-F560-DBA0-406023B2403E}"/>
                  </a:ext>
                </a:extLst>
              </p14:cNvPr>
              <p14:cNvContentPartPr/>
              <p14:nvPr/>
            </p14:nvContentPartPr>
            <p14:xfrm>
              <a:off x="5127096" y="3095302"/>
              <a:ext cx="167400" cy="41040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52D42E93-CE0F-F560-DBA0-406023B2403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109456" y="3077662"/>
                <a:ext cx="203040" cy="44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FCE4563-A9D1-DF60-DEC5-424212784EDA}"/>
              </a:ext>
            </a:extLst>
          </p:cNvPr>
          <p:cNvGrpSpPr/>
          <p:nvPr/>
        </p:nvGrpSpPr>
        <p:grpSpPr>
          <a:xfrm>
            <a:off x="2694936" y="3870742"/>
            <a:ext cx="470520" cy="260280"/>
            <a:chOff x="2694936" y="3870742"/>
            <a:chExt cx="470520" cy="2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F0A7D81-F9CB-76E0-D089-8EA72BC0F87A}"/>
                    </a:ext>
                  </a:extLst>
                </p14:cNvPr>
                <p14:cNvContentPartPr/>
                <p14:nvPr/>
              </p14:nvContentPartPr>
              <p14:xfrm>
                <a:off x="2694936" y="3870742"/>
                <a:ext cx="232200" cy="162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F0A7D81-F9CB-76E0-D089-8EA72BC0F87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677296" y="3853102"/>
                  <a:ext cx="2678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188FF84-0D9E-5B63-8B42-5FBE042EAC85}"/>
                    </a:ext>
                  </a:extLst>
                </p14:cNvPr>
                <p14:cNvContentPartPr/>
                <p14:nvPr/>
              </p14:nvContentPartPr>
              <p14:xfrm>
                <a:off x="2973216" y="4008262"/>
                <a:ext cx="16200" cy="122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188FF84-0D9E-5B63-8B42-5FBE042EAC8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955216" y="3990622"/>
                  <a:ext cx="51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79AE3D6-B590-7CFD-9DAF-28DBFAC84773}"/>
                    </a:ext>
                  </a:extLst>
                </p14:cNvPr>
                <p14:cNvContentPartPr/>
                <p14:nvPr/>
              </p14:nvContentPartPr>
              <p14:xfrm>
                <a:off x="3113616" y="4016542"/>
                <a:ext cx="51840" cy="67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79AE3D6-B590-7CFD-9DAF-28DBFAC8477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095616" y="3998902"/>
                  <a:ext cx="8748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D3A8750-4EFA-5194-E4AA-904DCE613DCE}"/>
              </a:ext>
            </a:extLst>
          </p:cNvPr>
          <p:cNvGrpSpPr/>
          <p:nvPr/>
        </p:nvGrpSpPr>
        <p:grpSpPr>
          <a:xfrm>
            <a:off x="3455976" y="3888022"/>
            <a:ext cx="450360" cy="239040"/>
            <a:chOff x="3455976" y="3888022"/>
            <a:chExt cx="450360" cy="23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6D1D7CD-6DE5-66C5-B869-E2D9F274F344}"/>
                    </a:ext>
                  </a:extLst>
                </p14:cNvPr>
                <p14:cNvContentPartPr/>
                <p14:nvPr/>
              </p14:nvContentPartPr>
              <p14:xfrm>
                <a:off x="3455976" y="3888022"/>
                <a:ext cx="203760" cy="174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6D1D7CD-6DE5-66C5-B869-E2D9F274F34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438336" y="3870022"/>
                  <a:ext cx="2394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3B266EC-633D-68D8-27B3-C2B698F66699}"/>
                    </a:ext>
                  </a:extLst>
                </p14:cNvPr>
                <p14:cNvContentPartPr/>
                <p14:nvPr/>
              </p14:nvContentPartPr>
              <p14:xfrm>
                <a:off x="3727056" y="4024102"/>
                <a:ext cx="179280" cy="102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3B266EC-633D-68D8-27B3-C2B698F6669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09056" y="4006462"/>
                  <a:ext cx="21492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B3CAB29-B1A3-1D0A-4FFE-7C8461DB4451}"/>
              </a:ext>
            </a:extLst>
          </p:cNvPr>
          <p:cNvGrpSpPr/>
          <p:nvPr/>
        </p:nvGrpSpPr>
        <p:grpSpPr>
          <a:xfrm>
            <a:off x="4015056" y="3832222"/>
            <a:ext cx="753840" cy="347040"/>
            <a:chOff x="4015056" y="3832222"/>
            <a:chExt cx="753840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31CB305-9382-0F3B-A47F-9B980A7D0FEA}"/>
                    </a:ext>
                  </a:extLst>
                </p14:cNvPr>
                <p14:cNvContentPartPr/>
                <p14:nvPr/>
              </p14:nvContentPartPr>
              <p14:xfrm>
                <a:off x="4015056" y="3862822"/>
                <a:ext cx="266040" cy="2206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31CB305-9382-0F3B-A47F-9B980A7D0FE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997056" y="3845182"/>
                  <a:ext cx="3016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6C2B0B7-F2D5-1966-6B83-F7D9BBCFB92D}"/>
                    </a:ext>
                  </a:extLst>
                </p14:cNvPr>
                <p14:cNvContentPartPr/>
                <p14:nvPr/>
              </p14:nvContentPartPr>
              <p14:xfrm>
                <a:off x="4070136" y="4106542"/>
                <a:ext cx="203040" cy="694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6C2B0B7-F2D5-1966-6B83-F7D9BBCFB92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052496" y="4088902"/>
                  <a:ext cx="2386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6E26EDE-E8D1-0863-B8AC-B92053C322FA}"/>
                    </a:ext>
                  </a:extLst>
                </p14:cNvPr>
                <p14:cNvContentPartPr/>
                <p14:nvPr/>
              </p14:nvContentPartPr>
              <p14:xfrm>
                <a:off x="4458216" y="3832222"/>
                <a:ext cx="310680" cy="3470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6E26EDE-E8D1-0863-B8AC-B92053C322F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440216" y="3814582"/>
                  <a:ext cx="346320" cy="38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9DFAE3E6-662A-C708-FEE1-796EF7D8076A}"/>
                  </a:ext>
                </a:extLst>
              </p14:cNvPr>
              <p14:cNvContentPartPr/>
              <p14:nvPr/>
            </p14:nvContentPartPr>
            <p14:xfrm>
              <a:off x="5373336" y="4298782"/>
              <a:ext cx="42480" cy="1296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9DFAE3E6-662A-C708-FEE1-796EF7D8076A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355696" y="4281142"/>
                <a:ext cx="78120" cy="4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EEAE89F-3D60-2461-F2A2-9693D60D71A7}"/>
              </a:ext>
            </a:extLst>
          </p:cNvPr>
          <p:cNvGrpSpPr/>
          <p:nvPr/>
        </p:nvGrpSpPr>
        <p:grpSpPr>
          <a:xfrm>
            <a:off x="548976" y="903262"/>
            <a:ext cx="575640" cy="739080"/>
            <a:chOff x="548976" y="903262"/>
            <a:chExt cx="575640" cy="73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31185E7-7C3D-21C7-BAB8-DED3597B6938}"/>
                    </a:ext>
                  </a:extLst>
                </p14:cNvPr>
                <p14:cNvContentPartPr/>
                <p14:nvPr/>
              </p14:nvContentPartPr>
              <p14:xfrm>
                <a:off x="548976" y="1023502"/>
                <a:ext cx="119160" cy="332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31185E7-7C3D-21C7-BAB8-DED3597B693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31336" y="1005862"/>
                  <a:ext cx="15480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C48E149-48FE-D313-D9BF-19F4A511B73F}"/>
                    </a:ext>
                  </a:extLst>
                </p14:cNvPr>
                <p14:cNvContentPartPr/>
                <p14:nvPr/>
              </p14:nvContentPartPr>
              <p14:xfrm>
                <a:off x="771816" y="1203142"/>
                <a:ext cx="20520" cy="143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C48E149-48FE-D313-D9BF-19F4A511B73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54176" y="1185502"/>
                  <a:ext cx="561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3CED151-F8F0-3E7E-C5F2-516C51DB62A9}"/>
                    </a:ext>
                  </a:extLst>
                </p14:cNvPr>
                <p14:cNvContentPartPr/>
                <p14:nvPr/>
              </p14:nvContentPartPr>
              <p14:xfrm>
                <a:off x="894936" y="1185502"/>
                <a:ext cx="28800" cy="138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3CED151-F8F0-3E7E-C5F2-516C51DB62A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76936" y="1167502"/>
                  <a:ext cx="644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9B5CE5E-8752-6A88-97A1-943E0BA7DA80}"/>
                    </a:ext>
                  </a:extLst>
                </p14:cNvPr>
                <p14:cNvContentPartPr/>
                <p14:nvPr/>
              </p14:nvContentPartPr>
              <p14:xfrm>
                <a:off x="900336" y="903262"/>
                <a:ext cx="224280" cy="702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9B5CE5E-8752-6A88-97A1-943E0BA7DA8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82696" y="885262"/>
                  <a:ext cx="259920" cy="73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0787E59-D26E-129E-27B8-17A89A997C3D}"/>
                    </a:ext>
                  </a:extLst>
                </p14:cNvPr>
                <p14:cNvContentPartPr/>
                <p14:nvPr/>
              </p14:nvContentPartPr>
              <p14:xfrm>
                <a:off x="980976" y="1628302"/>
                <a:ext cx="44640" cy="140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0787E59-D26E-129E-27B8-17A89A997C3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62976" y="1610662"/>
                  <a:ext cx="8028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B8C9306-556C-3673-2DB0-684CCF2804F6}"/>
              </a:ext>
            </a:extLst>
          </p:cNvPr>
          <p:cNvGrpSpPr/>
          <p:nvPr/>
        </p:nvGrpSpPr>
        <p:grpSpPr>
          <a:xfrm>
            <a:off x="951456" y="4832302"/>
            <a:ext cx="299880" cy="703440"/>
            <a:chOff x="951456" y="4832302"/>
            <a:chExt cx="299880" cy="70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5A07F46-A9C2-CDAE-A183-9F7386C1A846}"/>
                    </a:ext>
                  </a:extLst>
                </p14:cNvPr>
                <p14:cNvContentPartPr/>
                <p14:nvPr/>
              </p14:nvContentPartPr>
              <p14:xfrm>
                <a:off x="951456" y="5043622"/>
                <a:ext cx="30600" cy="1609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5A07F46-A9C2-CDAE-A183-9F7386C1A84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33456" y="5025982"/>
                  <a:ext cx="662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D62AFB1-5F29-646D-15FB-BA71BC94E589}"/>
                    </a:ext>
                  </a:extLst>
                </p14:cNvPr>
                <p14:cNvContentPartPr/>
                <p14:nvPr/>
              </p14:nvContentPartPr>
              <p14:xfrm>
                <a:off x="1055856" y="5048662"/>
                <a:ext cx="37440" cy="1717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D62AFB1-5F29-646D-15FB-BA71BC94E58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37856" y="5030662"/>
                  <a:ext cx="730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F48B44D-F154-D41E-F18D-0662D2BC03B8}"/>
                    </a:ext>
                  </a:extLst>
                </p14:cNvPr>
                <p14:cNvContentPartPr/>
                <p14:nvPr/>
              </p14:nvContentPartPr>
              <p14:xfrm>
                <a:off x="1100136" y="4832302"/>
                <a:ext cx="151200" cy="6292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F48B44D-F154-D41E-F18D-0662D2BC03B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82496" y="4814302"/>
                  <a:ext cx="18684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03F0B3F-DF02-C437-EBBE-C963D7746C0C}"/>
                    </a:ext>
                  </a:extLst>
                </p14:cNvPr>
                <p14:cNvContentPartPr/>
                <p14:nvPr/>
              </p14:nvContentPartPr>
              <p14:xfrm>
                <a:off x="1095816" y="5509102"/>
                <a:ext cx="42120" cy="266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03F0B3F-DF02-C437-EBBE-C963D7746C0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78176" y="5491462"/>
                  <a:ext cx="7776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8997BA51-68E3-0B4B-21EB-C328F9C296AB}"/>
              </a:ext>
            </a:extLst>
          </p:cNvPr>
          <p:cNvGrpSpPr/>
          <p:nvPr/>
        </p:nvGrpSpPr>
        <p:grpSpPr>
          <a:xfrm>
            <a:off x="1691256" y="4876222"/>
            <a:ext cx="519480" cy="324000"/>
            <a:chOff x="1691256" y="4876222"/>
            <a:chExt cx="519480" cy="32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3478CB4-558F-34AC-F5A5-1538CABC9006}"/>
                    </a:ext>
                  </a:extLst>
                </p14:cNvPr>
                <p14:cNvContentPartPr/>
                <p14:nvPr/>
              </p14:nvContentPartPr>
              <p14:xfrm>
                <a:off x="1691256" y="4876222"/>
                <a:ext cx="315000" cy="3240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3478CB4-558F-34AC-F5A5-1538CABC900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673256" y="4858582"/>
                  <a:ext cx="3506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0097A30-4487-82B2-FE8E-98C7759BBD28}"/>
                    </a:ext>
                  </a:extLst>
                </p14:cNvPr>
                <p14:cNvContentPartPr/>
                <p14:nvPr/>
              </p14:nvContentPartPr>
              <p14:xfrm>
                <a:off x="2074296" y="5084662"/>
                <a:ext cx="108000" cy="108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0097A30-4487-82B2-FE8E-98C7759BBD2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056296" y="5066662"/>
                  <a:ext cx="143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40412EE-5D55-7431-82BD-7FE88EE7F0FE}"/>
                    </a:ext>
                  </a:extLst>
                </p14:cNvPr>
                <p14:cNvContentPartPr/>
                <p14:nvPr/>
              </p14:nvContentPartPr>
              <p14:xfrm>
                <a:off x="2030376" y="5162422"/>
                <a:ext cx="180360" cy="28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40412EE-5D55-7431-82BD-7FE88EE7F0F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012736" y="5144422"/>
                  <a:ext cx="21600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DF0CBB-5C1C-AB82-7DFB-50C5D2229F8F}"/>
              </a:ext>
            </a:extLst>
          </p:cNvPr>
          <p:cNvGrpSpPr/>
          <p:nvPr/>
        </p:nvGrpSpPr>
        <p:grpSpPr>
          <a:xfrm>
            <a:off x="2481816" y="4861462"/>
            <a:ext cx="567360" cy="396000"/>
            <a:chOff x="2481816" y="4861462"/>
            <a:chExt cx="56736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CB3999E-C683-4A45-DEE9-90CB397A2931}"/>
                    </a:ext>
                  </a:extLst>
                </p14:cNvPr>
                <p14:cNvContentPartPr/>
                <p14:nvPr/>
              </p14:nvContentPartPr>
              <p14:xfrm>
                <a:off x="2481816" y="4861462"/>
                <a:ext cx="183240" cy="3042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CB3999E-C683-4A45-DEE9-90CB397A293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464176" y="4843822"/>
                  <a:ext cx="2188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7DAA619-6135-6040-D3C6-5D4552D5ED2C}"/>
                    </a:ext>
                  </a:extLst>
                </p14:cNvPr>
                <p14:cNvContentPartPr/>
                <p14:nvPr/>
              </p14:nvContentPartPr>
              <p14:xfrm>
                <a:off x="2709696" y="5013382"/>
                <a:ext cx="137160" cy="1566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7DAA619-6135-6040-D3C6-5D4552D5ED2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691696" y="4995742"/>
                  <a:ext cx="1728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15F1214-2659-7290-1167-3C049A4D5BE0}"/>
                    </a:ext>
                  </a:extLst>
                </p14:cNvPr>
                <p14:cNvContentPartPr/>
                <p14:nvPr/>
              </p14:nvContentPartPr>
              <p14:xfrm>
                <a:off x="2991216" y="5094742"/>
                <a:ext cx="57960" cy="1627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15F1214-2659-7290-1167-3C049A4D5BE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973216" y="5077102"/>
                  <a:ext cx="9360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222D5F26-14F4-CE2C-754D-4A47C4FA9A79}"/>
              </a:ext>
            </a:extLst>
          </p:cNvPr>
          <p:cNvGrpSpPr/>
          <p:nvPr/>
        </p:nvGrpSpPr>
        <p:grpSpPr>
          <a:xfrm>
            <a:off x="3257256" y="4961182"/>
            <a:ext cx="925200" cy="355680"/>
            <a:chOff x="3257256" y="4961182"/>
            <a:chExt cx="925200" cy="35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176DB2D-8E05-1441-BC19-D4C8CAF927F9}"/>
                    </a:ext>
                  </a:extLst>
                </p14:cNvPr>
                <p14:cNvContentPartPr/>
                <p14:nvPr/>
              </p14:nvContentPartPr>
              <p14:xfrm>
                <a:off x="3257256" y="5116702"/>
                <a:ext cx="214920" cy="108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176DB2D-8E05-1441-BC19-D4C8CAF927F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239256" y="5098702"/>
                  <a:ext cx="250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890F789-0306-3CBD-034B-5575B1DE80D8}"/>
                    </a:ext>
                  </a:extLst>
                </p14:cNvPr>
                <p14:cNvContentPartPr/>
                <p14:nvPr/>
              </p14:nvContentPartPr>
              <p14:xfrm>
                <a:off x="3318456" y="5027062"/>
                <a:ext cx="89640" cy="2430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890F789-0306-3CBD-034B-5575B1DE80D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300816" y="5009062"/>
                  <a:ext cx="1252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4B668A8-743D-E3E3-7A44-A33B1DBC6858}"/>
                    </a:ext>
                  </a:extLst>
                </p14:cNvPr>
                <p14:cNvContentPartPr/>
                <p14:nvPr/>
              </p14:nvContentPartPr>
              <p14:xfrm>
                <a:off x="3494136" y="5055502"/>
                <a:ext cx="75600" cy="2048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4B668A8-743D-E3E3-7A44-A33B1DBC685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476496" y="5037502"/>
                  <a:ext cx="1112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A424FC8-7918-7CC3-B6E2-FAF48AE8A74A}"/>
                    </a:ext>
                  </a:extLst>
                </p14:cNvPr>
                <p14:cNvContentPartPr/>
                <p14:nvPr/>
              </p14:nvContentPartPr>
              <p14:xfrm>
                <a:off x="3611496" y="4961182"/>
                <a:ext cx="107640" cy="3452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A424FC8-7918-7CC3-B6E2-FAF48AE8A74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593496" y="4943542"/>
                  <a:ext cx="1432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B16F50D-6ADA-E56B-9354-8FD6FBE23EC9}"/>
                    </a:ext>
                  </a:extLst>
                </p14:cNvPr>
                <p14:cNvContentPartPr/>
                <p14:nvPr/>
              </p14:nvContentPartPr>
              <p14:xfrm>
                <a:off x="3765936" y="5130022"/>
                <a:ext cx="201240" cy="137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B16F50D-6ADA-E56B-9354-8FD6FBE23EC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748296" y="5112382"/>
                  <a:ext cx="2368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2FCA34D-8D5A-6FE0-571E-4467061F7964}"/>
                    </a:ext>
                  </a:extLst>
                </p14:cNvPr>
                <p14:cNvContentPartPr/>
                <p14:nvPr/>
              </p14:nvContentPartPr>
              <p14:xfrm>
                <a:off x="4011816" y="5195182"/>
                <a:ext cx="170640" cy="1216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2FCA34D-8D5A-6FE0-571E-4467061F796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993816" y="5177182"/>
                  <a:ext cx="20628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8FED0A4-4824-3217-48E6-A9CD4FB5172A}"/>
              </a:ext>
            </a:extLst>
          </p:cNvPr>
          <p:cNvGrpSpPr/>
          <p:nvPr/>
        </p:nvGrpSpPr>
        <p:grpSpPr>
          <a:xfrm>
            <a:off x="5225376" y="4939582"/>
            <a:ext cx="1431360" cy="503280"/>
            <a:chOff x="5225376" y="4939582"/>
            <a:chExt cx="1431360" cy="50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54BD1D2-977B-1B53-7B88-35058DDEC4E8}"/>
                    </a:ext>
                  </a:extLst>
                </p14:cNvPr>
                <p14:cNvContentPartPr/>
                <p14:nvPr/>
              </p14:nvContentPartPr>
              <p14:xfrm>
                <a:off x="5225376" y="5152342"/>
                <a:ext cx="219600" cy="1602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54BD1D2-977B-1B53-7B88-35058DDEC4E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207736" y="5134702"/>
                  <a:ext cx="255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C63860D-743E-10AE-6289-9A90553CA785}"/>
                    </a:ext>
                  </a:extLst>
                </p14:cNvPr>
                <p14:cNvContentPartPr/>
                <p14:nvPr/>
              </p14:nvContentPartPr>
              <p14:xfrm>
                <a:off x="5519856" y="5032822"/>
                <a:ext cx="360360" cy="2469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C63860D-743E-10AE-6289-9A90553CA78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502216" y="5014822"/>
                  <a:ext cx="3960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05BCF68-4445-4DC5-0566-62D3167A81D1}"/>
                    </a:ext>
                  </a:extLst>
                </p14:cNvPr>
                <p14:cNvContentPartPr/>
                <p14:nvPr/>
              </p14:nvContentPartPr>
              <p14:xfrm>
                <a:off x="5824416" y="5163862"/>
                <a:ext cx="177840" cy="2790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05BCF68-4445-4DC5-0566-62D3167A81D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806416" y="5145862"/>
                  <a:ext cx="2134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AA0AF4F-A7D5-32DF-2604-FEDC31339390}"/>
                    </a:ext>
                  </a:extLst>
                </p14:cNvPr>
                <p14:cNvContentPartPr/>
                <p14:nvPr/>
              </p14:nvContentPartPr>
              <p14:xfrm>
                <a:off x="6007296" y="5001142"/>
                <a:ext cx="16560" cy="55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AA0AF4F-A7D5-32DF-2604-FEDC3133939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989656" y="4983142"/>
                  <a:ext cx="52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CD45856-4CBB-9473-5F9C-E61AA25D2E19}"/>
                    </a:ext>
                  </a:extLst>
                </p14:cNvPr>
                <p14:cNvContentPartPr/>
                <p14:nvPr/>
              </p14:nvContentPartPr>
              <p14:xfrm>
                <a:off x="6103056" y="5107702"/>
                <a:ext cx="87840" cy="1360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CD45856-4CBB-9473-5F9C-E61AA25D2E1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085056" y="5089702"/>
                  <a:ext cx="1234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5610131-1FB7-4F1A-2143-BD57E5420B84}"/>
                    </a:ext>
                  </a:extLst>
                </p14:cNvPr>
                <p14:cNvContentPartPr/>
                <p14:nvPr/>
              </p14:nvContentPartPr>
              <p14:xfrm>
                <a:off x="6271176" y="4939582"/>
                <a:ext cx="213840" cy="3283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5610131-1FB7-4F1A-2143-BD57E5420B8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253536" y="4921942"/>
                  <a:ext cx="2494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86E65F4-C7F6-2490-1245-62C93B747DA5}"/>
                    </a:ext>
                  </a:extLst>
                </p14:cNvPr>
                <p14:cNvContentPartPr/>
                <p14:nvPr/>
              </p14:nvContentPartPr>
              <p14:xfrm>
                <a:off x="6436056" y="4989982"/>
                <a:ext cx="220680" cy="17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86E65F4-C7F6-2490-1245-62C93B747DA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418056" y="4971982"/>
                  <a:ext cx="25632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E96F1EBE-43F6-533B-A695-50BF67DE14D3}"/>
              </a:ext>
            </a:extLst>
          </p:cNvPr>
          <p:cNvGrpSpPr/>
          <p:nvPr/>
        </p:nvGrpSpPr>
        <p:grpSpPr>
          <a:xfrm>
            <a:off x="6912336" y="4843102"/>
            <a:ext cx="444240" cy="387720"/>
            <a:chOff x="6912336" y="4843102"/>
            <a:chExt cx="444240" cy="38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3C17446-C8C8-2320-0F40-7B05C5E6CF7C}"/>
                    </a:ext>
                  </a:extLst>
                </p14:cNvPr>
                <p14:cNvContentPartPr/>
                <p14:nvPr/>
              </p14:nvContentPartPr>
              <p14:xfrm>
                <a:off x="6912336" y="4843102"/>
                <a:ext cx="444240" cy="3877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3C17446-C8C8-2320-0F40-7B05C5E6CF7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894696" y="4825462"/>
                  <a:ext cx="47988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585731C-32D3-79AF-B914-6F906F8C59E4}"/>
                    </a:ext>
                  </a:extLst>
                </p14:cNvPr>
                <p14:cNvContentPartPr/>
                <p14:nvPr/>
              </p14:nvContentPartPr>
              <p14:xfrm>
                <a:off x="7079016" y="4953262"/>
                <a:ext cx="210240" cy="86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585731C-32D3-79AF-B914-6F906F8C59E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061376" y="4935622"/>
                  <a:ext cx="24588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03B1959B-50BC-5256-B1FB-BBB8035FDC30}"/>
              </a:ext>
            </a:extLst>
          </p:cNvPr>
          <p:cNvGrpSpPr/>
          <p:nvPr/>
        </p:nvGrpSpPr>
        <p:grpSpPr>
          <a:xfrm>
            <a:off x="7650696" y="4857502"/>
            <a:ext cx="574920" cy="306360"/>
            <a:chOff x="7650696" y="4857502"/>
            <a:chExt cx="574920" cy="30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7C1BA6C-0CA2-7E75-8003-94DF31614247}"/>
                    </a:ext>
                  </a:extLst>
                </p14:cNvPr>
                <p14:cNvContentPartPr/>
                <p14:nvPr/>
              </p14:nvContentPartPr>
              <p14:xfrm>
                <a:off x="7650696" y="4857502"/>
                <a:ext cx="574920" cy="306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7C1BA6C-0CA2-7E75-8003-94DF3161424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632696" y="4839502"/>
                  <a:ext cx="6105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ED522B5-E4C1-3DE7-D1EF-28201E531438}"/>
                    </a:ext>
                  </a:extLst>
                </p14:cNvPr>
                <p14:cNvContentPartPr/>
                <p14:nvPr/>
              </p14:nvContentPartPr>
              <p14:xfrm>
                <a:off x="7740336" y="4961902"/>
                <a:ext cx="200880" cy="68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ED522B5-E4C1-3DE7-D1EF-28201E53143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722696" y="4944262"/>
                  <a:ext cx="2365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2F75F3E1-CE1D-A2F5-E997-70715C3CF66B}"/>
              </a:ext>
            </a:extLst>
          </p:cNvPr>
          <p:cNvGrpSpPr/>
          <p:nvPr/>
        </p:nvGrpSpPr>
        <p:grpSpPr>
          <a:xfrm>
            <a:off x="8607936" y="4726822"/>
            <a:ext cx="1731960" cy="395640"/>
            <a:chOff x="8607936" y="4726822"/>
            <a:chExt cx="1731960" cy="39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497E912-309D-1BF8-AA53-FEED85F11179}"/>
                    </a:ext>
                  </a:extLst>
                </p14:cNvPr>
                <p14:cNvContentPartPr/>
                <p14:nvPr/>
              </p14:nvContentPartPr>
              <p14:xfrm>
                <a:off x="8607936" y="4937062"/>
                <a:ext cx="611280" cy="1756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497E912-309D-1BF8-AA53-FEED85F1117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590296" y="4919062"/>
                  <a:ext cx="6469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8775E42-D1C2-FC2B-665C-269F719EEA54}"/>
                    </a:ext>
                  </a:extLst>
                </p14:cNvPr>
                <p14:cNvContentPartPr/>
                <p14:nvPr/>
              </p14:nvContentPartPr>
              <p14:xfrm>
                <a:off x="9335496" y="4726822"/>
                <a:ext cx="116640" cy="3956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8775E42-D1C2-FC2B-665C-269F719EEA5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317856" y="4708822"/>
                  <a:ext cx="15228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B66D67E-03F4-E7C6-43D4-1882672A559C}"/>
                    </a:ext>
                  </a:extLst>
                </p14:cNvPr>
                <p14:cNvContentPartPr/>
                <p14:nvPr/>
              </p14:nvContentPartPr>
              <p14:xfrm>
                <a:off x="9287256" y="4871902"/>
                <a:ext cx="209520" cy="280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B66D67E-03F4-E7C6-43D4-1882672A559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269616" y="4854262"/>
                  <a:ext cx="2451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9E10708-7658-13CA-1F56-9BE83ABFDAA4}"/>
                    </a:ext>
                  </a:extLst>
                </p14:cNvPr>
                <p14:cNvContentPartPr/>
                <p14:nvPr/>
              </p14:nvContentPartPr>
              <p14:xfrm>
                <a:off x="9481296" y="4991062"/>
                <a:ext cx="212760" cy="1198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9E10708-7658-13CA-1F56-9BE83ABFDAA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463656" y="4973062"/>
                  <a:ext cx="248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8E53B66-F37B-44D7-3D61-51201CCDC2A9}"/>
                    </a:ext>
                  </a:extLst>
                </p14:cNvPr>
                <p14:cNvContentPartPr/>
                <p14:nvPr/>
              </p14:nvContentPartPr>
              <p14:xfrm>
                <a:off x="9688656" y="4975582"/>
                <a:ext cx="108360" cy="1245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8E53B66-F37B-44D7-3D61-51201CCDC2A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671016" y="4957942"/>
                  <a:ext cx="1440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E81E0A2-E655-A093-E50A-4B412A190657}"/>
                    </a:ext>
                  </a:extLst>
                </p14:cNvPr>
                <p14:cNvContentPartPr/>
                <p14:nvPr/>
              </p14:nvContentPartPr>
              <p14:xfrm>
                <a:off x="9858216" y="4965142"/>
                <a:ext cx="6120" cy="1242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E81E0A2-E655-A093-E50A-4B412A19065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840576" y="4947502"/>
                  <a:ext cx="417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6E0744B-9B0D-E25D-DB94-1E2FD0049F7C}"/>
                    </a:ext>
                  </a:extLst>
                </p14:cNvPr>
                <p14:cNvContentPartPr/>
                <p14:nvPr/>
              </p14:nvContentPartPr>
              <p14:xfrm>
                <a:off x="9879096" y="4860022"/>
                <a:ext cx="28800" cy="40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6E0744B-9B0D-E25D-DB94-1E2FD0049F7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861456" y="4842022"/>
                  <a:ext cx="644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143FACA-D87E-9E36-66D0-281FD2A769C4}"/>
                    </a:ext>
                  </a:extLst>
                </p14:cNvPr>
                <p14:cNvContentPartPr/>
                <p14:nvPr/>
              </p14:nvContentPartPr>
              <p14:xfrm>
                <a:off x="9916896" y="4979182"/>
                <a:ext cx="127800" cy="1152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143FACA-D87E-9E36-66D0-281FD2A769C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898896" y="4961182"/>
                  <a:ext cx="1634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DD24679-CF96-8475-48BC-5B0F08059945}"/>
                    </a:ext>
                  </a:extLst>
                </p14:cNvPr>
                <p14:cNvContentPartPr/>
                <p14:nvPr/>
              </p14:nvContentPartPr>
              <p14:xfrm>
                <a:off x="10150536" y="4770022"/>
                <a:ext cx="61200" cy="3074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DD24679-CF96-8475-48BC-5B0F0805994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132896" y="4752382"/>
                  <a:ext cx="968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F30094F-AF69-A23C-65E4-B3F6D5543884}"/>
                    </a:ext>
                  </a:extLst>
                </p14:cNvPr>
                <p14:cNvContentPartPr/>
                <p14:nvPr/>
              </p14:nvContentPartPr>
              <p14:xfrm>
                <a:off x="10194456" y="4927702"/>
                <a:ext cx="145440" cy="1371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F30094F-AF69-A23C-65E4-B3F6D554388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176456" y="4910062"/>
                  <a:ext cx="1810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9A74D8D-BBA2-7CA9-B789-383DA370442E}"/>
                    </a:ext>
                  </a:extLst>
                </p14:cNvPr>
                <p14:cNvContentPartPr/>
                <p14:nvPr/>
              </p14:nvContentPartPr>
              <p14:xfrm>
                <a:off x="10007976" y="4791982"/>
                <a:ext cx="278640" cy="500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9A74D8D-BBA2-7CA9-B789-383DA370442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989976" y="4773982"/>
                  <a:ext cx="31428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70ED224C-C3D2-A415-E054-C178312FDBC2}"/>
              </a:ext>
            </a:extLst>
          </p:cNvPr>
          <p:cNvGrpSpPr/>
          <p:nvPr/>
        </p:nvGrpSpPr>
        <p:grpSpPr>
          <a:xfrm>
            <a:off x="2430696" y="5544742"/>
            <a:ext cx="1445040" cy="390960"/>
            <a:chOff x="2430696" y="5544742"/>
            <a:chExt cx="1445040" cy="39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0CAB766-0D0A-C22B-2054-02E5E8EE487F}"/>
                    </a:ext>
                  </a:extLst>
                </p14:cNvPr>
                <p14:cNvContentPartPr/>
                <p14:nvPr/>
              </p14:nvContentPartPr>
              <p14:xfrm>
                <a:off x="2430696" y="5544742"/>
                <a:ext cx="236160" cy="243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0CAB766-0D0A-C22B-2054-02E5E8EE487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412696" y="5526742"/>
                  <a:ext cx="271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0061687-BD17-48E1-07B4-739C99B7AC68}"/>
                    </a:ext>
                  </a:extLst>
                </p14:cNvPr>
                <p14:cNvContentPartPr/>
                <p14:nvPr/>
              </p14:nvContentPartPr>
              <p14:xfrm>
                <a:off x="2715816" y="5659222"/>
                <a:ext cx="133560" cy="1386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0061687-BD17-48E1-07B4-739C99B7AC6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697816" y="5641222"/>
                  <a:ext cx="169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836CEA9-7F46-86DC-51D1-97249A97D8CD}"/>
                    </a:ext>
                  </a:extLst>
                </p14:cNvPr>
                <p14:cNvContentPartPr/>
                <p14:nvPr/>
              </p14:nvContentPartPr>
              <p14:xfrm>
                <a:off x="2949456" y="5720062"/>
                <a:ext cx="42840" cy="1458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836CEA9-7F46-86DC-51D1-97249A97D8C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931816" y="5702062"/>
                  <a:ext cx="78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8BE17B6-74BC-A741-429D-1099A0FCC1D7}"/>
                    </a:ext>
                  </a:extLst>
                </p14:cNvPr>
                <p14:cNvContentPartPr/>
                <p14:nvPr/>
              </p14:nvContentPartPr>
              <p14:xfrm>
                <a:off x="3052776" y="5749582"/>
                <a:ext cx="192600" cy="349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8BE17B6-74BC-A741-429D-1099A0FCC1D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035136" y="5731582"/>
                  <a:ext cx="2282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89DCF73-6EB2-E670-B575-FBFE248BDF35}"/>
                    </a:ext>
                  </a:extLst>
                </p14:cNvPr>
                <p14:cNvContentPartPr/>
                <p14:nvPr/>
              </p14:nvContentPartPr>
              <p14:xfrm>
                <a:off x="3151416" y="5685502"/>
                <a:ext cx="28080" cy="1677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89DCF73-6EB2-E670-B575-FBFE248BDF3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133416" y="5667502"/>
                  <a:ext cx="63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DE3576D-FBC4-3519-00FC-E5FC6C5CE197}"/>
                    </a:ext>
                  </a:extLst>
                </p14:cNvPr>
                <p14:cNvContentPartPr/>
                <p14:nvPr/>
              </p14:nvContentPartPr>
              <p14:xfrm>
                <a:off x="3346176" y="5698102"/>
                <a:ext cx="190080" cy="1360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DE3576D-FBC4-3519-00FC-E5FC6C5CE19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328176" y="5680462"/>
                  <a:ext cx="2257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7380D05-6F27-A0EF-0163-ED8F60EB6E74}"/>
                    </a:ext>
                  </a:extLst>
                </p14:cNvPr>
                <p14:cNvContentPartPr/>
                <p14:nvPr/>
              </p14:nvContentPartPr>
              <p14:xfrm>
                <a:off x="3590976" y="5774782"/>
                <a:ext cx="284760" cy="1609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7380D05-6F27-A0EF-0163-ED8F60EB6E7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572976" y="5756782"/>
                  <a:ext cx="32040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2724055C-1262-F10C-D634-2A3E4F8C4698}"/>
              </a:ext>
            </a:extLst>
          </p:cNvPr>
          <p:cNvGrpSpPr/>
          <p:nvPr/>
        </p:nvGrpSpPr>
        <p:grpSpPr>
          <a:xfrm>
            <a:off x="4096776" y="5699182"/>
            <a:ext cx="929520" cy="275760"/>
            <a:chOff x="4096776" y="5699182"/>
            <a:chExt cx="92952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A38CEEC-4815-5BD7-06D6-118B59F1B041}"/>
                    </a:ext>
                  </a:extLst>
                </p14:cNvPr>
                <p14:cNvContentPartPr/>
                <p14:nvPr/>
              </p14:nvContentPartPr>
              <p14:xfrm>
                <a:off x="4163736" y="5699182"/>
                <a:ext cx="137160" cy="1634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A38CEEC-4815-5BD7-06D6-118B59F1B04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145736" y="5681182"/>
                  <a:ext cx="1728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AEDBFB1-9010-464A-EA48-78C7BFA8BEB0}"/>
                    </a:ext>
                  </a:extLst>
                </p14:cNvPr>
                <p14:cNvContentPartPr/>
                <p14:nvPr/>
              </p14:nvContentPartPr>
              <p14:xfrm>
                <a:off x="4096776" y="5886742"/>
                <a:ext cx="143280" cy="763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AEDBFB1-9010-464A-EA48-78C7BFA8BEB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078776" y="5868742"/>
                  <a:ext cx="1789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BCEC44E-7D2A-3D00-0B4F-CEFDC84A5734}"/>
                    </a:ext>
                  </a:extLst>
                </p14:cNvPr>
                <p14:cNvContentPartPr/>
                <p14:nvPr/>
              </p14:nvContentPartPr>
              <p14:xfrm>
                <a:off x="4503936" y="5701702"/>
                <a:ext cx="67680" cy="2502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BCEC44E-7D2A-3D00-0B4F-CEFDC84A573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485936" y="5684062"/>
                  <a:ext cx="1033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A050915-84C7-844F-C19A-201DECB21A34}"/>
                    </a:ext>
                  </a:extLst>
                </p14:cNvPr>
                <p14:cNvContentPartPr/>
                <p14:nvPr/>
              </p14:nvContentPartPr>
              <p14:xfrm>
                <a:off x="4610856" y="5770462"/>
                <a:ext cx="146160" cy="1947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A050915-84C7-844F-C19A-201DECB21A3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592856" y="5752462"/>
                  <a:ext cx="1818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0BEA7F8-D28D-6624-3D91-3B03F8CE8117}"/>
                    </a:ext>
                  </a:extLst>
                </p14:cNvPr>
                <p14:cNvContentPartPr/>
                <p14:nvPr/>
              </p14:nvContentPartPr>
              <p14:xfrm>
                <a:off x="4883736" y="5743102"/>
                <a:ext cx="142560" cy="2318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0BEA7F8-D28D-6624-3D91-3B03F8CE811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866096" y="5725462"/>
                  <a:ext cx="17820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7775529F-AA22-B467-5917-C7F4A268A775}"/>
              </a:ext>
            </a:extLst>
          </p:cNvPr>
          <p:cNvGrpSpPr/>
          <p:nvPr/>
        </p:nvGrpSpPr>
        <p:grpSpPr>
          <a:xfrm>
            <a:off x="2756496" y="6198502"/>
            <a:ext cx="1125360" cy="317520"/>
            <a:chOff x="2756496" y="6198502"/>
            <a:chExt cx="1125360" cy="31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013B7E5-52FF-AD64-0492-7FDE25C32099}"/>
                    </a:ext>
                  </a:extLst>
                </p14:cNvPr>
                <p14:cNvContentPartPr/>
                <p14:nvPr/>
              </p14:nvContentPartPr>
              <p14:xfrm>
                <a:off x="2756496" y="6198502"/>
                <a:ext cx="247320" cy="1260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013B7E5-52FF-AD64-0492-7FDE25C3209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738496" y="6180502"/>
                  <a:ext cx="2829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60B7F1A-67EB-7993-01AA-72AD9BA82294}"/>
                    </a:ext>
                  </a:extLst>
                </p14:cNvPr>
                <p14:cNvContentPartPr/>
                <p14:nvPr/>
              </p14:nvContentPartPr>
              <p14:xfrm>
                <a:off x="3068256" y="6277702"/>
                <a:ext cx="33120" cy="1375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60B7F1A-67EB-7993-01AA-72AD9BA8229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050256" y="6259702"/>
                  <a:ext cx="68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2EF3929-96F5-E2C3-A76F-C1BCBCD511D7}"/>
                    </a:ext>
                  </a:extLst>
                </p14:cNvPr>
                <p14:cNvContentPartPr/>
                <p14:nvPr/>
              </p14:nvContentPartPr>
              <p14:xfrm>
                <a:off x="3220896" y="6292102"/>
                <a:ext cx="149040" cy="79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2EF3929-96F5-E2C3-A76F-C1BCBCD511D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203256" y="6274102"/>
                  <a:ext cx="184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1106315-2C27-F30E-1540-306E4134F1E7}"/>
                    </a:ext>
                  </a:extLst>
                </p14:cNvPr>
                <p14:cNvContentPartPr/>
                <p14:nvPr/>
              </p14:nvContentPartPr>
              <p14:xfrm>
                <a:off x="3304776" y="6218302"/>
                <a:ext cx="28800" cy="1785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1106315-2C27-F30E-1540-306E4134F1E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286776" y="6200302"/>
                  <a:ext cx="644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0A324EB-4752-1581-A69C-5E6BE286BE0E}"/>
                    </a:ext>
                  </a:extLst>
                </p14:cNvPr>
                <p14:cNvContentPartPr/>
                <p14:nvPr/>
              </p14:nvContentPartPr>
              <p14:xfrm>
                <a:off x="3468576" y="6275902"/>
                <a:ext cx="158760" cy="1645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0A324EB-4752-1581-A69C-5E6BE286BE0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450576" y="6258262"/>
                  <a:ext cx="1944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2AB7027-5ABF-18C2-BD87-EB06A86FD050}"/>
                    </a:ext>
                  </a:extLst>
                </p14:cNvPr>
                <p14:cNvContentPartPr/>
                <p14:nvPr/>
              </p14:nvContentPartPr>
              <p14:xfrm>
                <a:off x="3684936" y="6394702"/>
                <a:ext cx="196920" cy="1213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2AB7027-5ABF-18C2-BD87-EB06A86FD05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667296" y="6376702"/>
                  <a:ext cx="23256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619A4EE-0BFD-08FE-974A-BB4FE3F6E099}"/>
              </a:ext>
            </a:extLst>
          </p:cNvPr>
          <p:cNvGrpSpPr/>
          <p:nvPr/>
        </p:nvGrpSpPr>
        <p:grpSpPr>
          <a:xfrm>
            <a:off x="2826336" y="6600982"/>
            <a:ext cx="368640" cy="239400"/>
            <a:chOff x="2826336" y="6600982"/>
            <a:chExt cx="368640" cy="23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9EB1FEB-B326-20AA-A968-30B2D2F47FFC}"/>
                    </a:ext>
                  </a:extLst>
                </p14:cNvPr>
                <p14:cNvContentPartPr/>
                <p14:nvPr/>
              </p14:nvContentPartPr>
              <p14:xfrm>
                <a:off x="2826336" y="6600982"/>
                <a:ext cx="210960" cy="1616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9EB1FEB-B326-20AA-A968-30B2D2F47FF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808336" y="6583342"/>
                  <a:ext cx="246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E16A976-4351-218B-E7F6-85DA75E78EAB}"/>
                    </a:ext>
                  </a:extLst>
                </p14:cNvPr>
                <p14:cNvContentPartPr/>
                <p14:nvPr/>
              </p14:nvContentPartPr>
              <p14:xfrm>
                <a:off x="3156096" y="6688102"/>
                <a:ext cx="38880" cy="1522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E16A976-4351-218B-E7F6-85DA75E78EA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138096" y="6670462"/>
                  <a:ext cx="7452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C8B1F695-C9E9-D1B2-51B3-7095D7033575}"/>
              </a:ext>
            </a:extLst>
          </p:cNvPr>
          <p:cNvGrpSpPr/>
          <p:nvPr/>
        </p:nvGrpSpPr>
        <p:grpSpPr>
          <a:xfrm>
            <a:off x="3311256" y="6695336"/>
            <a:ext cx="577440" cy="213120"/>
            <a:chOff x="3311256" y="6695336"/>
            <a:chExt cx="577440" cy="2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7895238-B54B-AD6A-48C0-98CE0E306F3B}"/>
                    </a:ext>
                  </a:extLst>
                </p14:cNvPr>
                <p14:cNvContentPartPr/>
                <p14:nvPr/>
              </p14:nvContentPartPr>
              <p14:xfrm>
                <a:off x="3311256" y="6807262"/>
                <a:ext cx="65160" cy="543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7895238-B54B-AD6A-48C0-98CE0E306F3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293616" y="6789622"/>
                  <a:ext cx="1008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1077D3D-9C0A-F1B6-78ED-131896808505}"/>
                    </a:ext>
                  </a:extLst>
                </p14:cNvPr>
                <p14:cNvContentPartPr/>
                <p14:nvPr/>
              </p14:nvContentPartPr>
              <p14:xfrm>
                <a:off x="3508536" y="6695336"/>
                <a:ext cx="132120" cy="1580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1077D3D-9C0A-F1B6-78ED-13189680850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490896" y="6677696"/>
                  <a:ext cx="1677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07C1727-4EBE-37F1-2568-6C2E1870843E}"/>
                    </a:ext>
                  </a:extLst>
                </p14:cNvPr>
                <p14:cNvContentPartPr/>
                <p14:nvPr/>
              </p14:nvContentPartPr>
              <p14:xfrm>
                <a:off x="3708336" y="6803336"/>
                <a:ext cx="180360" cy="1051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07C1727-4EBE-37F1-2568-6C2E1870843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690696" y="6785696"/>
                  <a:ext cx="21600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B076F66F-DF59-A777-C335-8373C0CD6D5F}"/>
              </a:ext>
            </a:extLst>
          </p:cNvPr>
          <p:cNvGrpSpPr/>
          <p:nvPr/>
        </p:nvGrpSpPr>
        <p:grpSpPr>
          <a:xfrm>
            <a:off x="4106856" y="6356182"/>
            <a:ext cx="849240" cy="632655"/>
            <a:chOff x="4106856" y="6356182"/>
            <a:chExt cx="849240" cy="63265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873835E-FF9D-290A-4CE5-788D483FA500}"/>
                    </a:ext>
                  </a:extLst>
                </p14:cNvPr>
                <p14:cNvContentPartPr/>
                <p14:nvPr/>
              </p14:nvContentPartPr>
              <p14:xfrm>
                <a:off x="4167696" y="6379942"/>
                <a:ext cx="140760" cy="1188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873835E-FF9D-290A-4CE5-788D483FA50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149696" y="6362302"/>
                  <a:ext cx="1764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416157A-30D5-0DD8-DB7F-94A760422A68}"/>
                    </a:ext>
                  </a:extLst>
                </p14:cNvPr>
                <p14:cNvContentPartPr/>
                <p14:nvPr/>
              </p14:nvContentPartPr>
              <p14:xfrm>
                <a:off x="4149696" y="6523222"/>
                <a:ext cx="151200" cy="432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416157A-30D5-0DD8-DB7F-94A760422A6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131696" y="6505222"/>
                  <a:ext cx="186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59D5710-5303-24B3-7A4E-A07A1FD42BE5}"/>
                    </a:ext>
                  </a:extLst>
                </p14:cNvPr>
                <p14:cNvContentPartPr/>
                <p14:nvPr/>
              </p14:nvContentPartPr>
              <p14:xfrm>
                <a:off x="4508976" y="6356182"/>
                <a:ext cx="192600" cy="2386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59D5710-5303-24B3-7A4E-A07A1FD42BE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491336" y="6338182"/>
                  <a:ext cx="2282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92BF16F-9C5E-5D52-4BA5-1AE982401C9E}"/>
                    </a:ext>
                  </a:extLst>
                </p14:cNvPr>
                <p14:cNvContentPartPr/>
                <p14:nvPr/>
              </p14:nvContentPartPr>
              <p14:xfrm>
                <a:off x="4780416" y="6435382"/>
                <a:ext cx="143280" cy="1850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92BF16F-9C5E-5D52-4BA5-1AE982401C9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762416" y="6417382"/>
                  <a:ext cx="1789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F301368-D216-C613-1B4E-C8D51DD23D2B}"/>
                    </a:ext>
                  </a:extLst>
                </p14:cNvPr>
                <p14:cNvContentPartPr/>
                <p14:nvPr/>
              </p14:nvContentPartPr>
              <p14:xfrm>
                <a:off x="4106856" y="6680317"/>
                <a:ext cx="193680" cy="1328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F301368-D216-C613-1B4E-C8D51DD23D2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088856" y="6662677"/>
                  <a:ext cx="2293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29C6B90-4D29-B4B9-3380-7B4BCC167804}"/>
                    </a:ext>
                  </a:extLst>
                </p14:cNvPr>
                <p14:cNvContentPartPr/>
                <p14:nvPr/>
              </p14:nvContentPartPr>
              <p14:xfrm>
                <a:off x="4168416" y="6800197"/>
                <a:ext cx="205200" cy="892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29C6B90-4D29-B4B9-3380-7B4BCC16780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150776" y="6782197"/>
                  <a:ext cx="2408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9F7A04E-B1F9-9F45-0228-C545DAC352A0}"/>
                    </a:ext>
                  </a:extLst>
                </p14:cNvPr>
                <p14:cNvContentPartPr/>
                <p14:nvPr/>
              </p14:nvContentPartPr>
              <p14:xfrm>
                <a:off x="4529856" y="6651877"/>
                <a:ext cx="199440" cy="1872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9F7A04E-B1F9-9F45-0228-C545DAC352A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511856" y="6633877"/>
                  <a:ext cx="2350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38AB519-BF5C-3F5E-F134-A3683ABC12C6}"/>
                    </a:ext>
                  </a:extLst>
                </p14:cNvPr>
                <p14:cNvContentPartPr/>
                <p14:nvPr/>
              </p14:nvContentPartPr>
              <p14:xfrm>
                <a:off x="4949616" y="6984157"/>
                <a:ext cx="6480" cy="46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38AB519-BF5C-3F5E-F134-A3683ABC12C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931976" y="6966157"/>
                  <a:ext cx="4212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057ECA0A-B654-2ECE-2BD2-F7280EBB8F24}"/>
              </a:ext>
            </a:extLst>
          </p:cNvPr>
          <p:cNvGrpSpPr/>
          <p:nvPr/>
        </p:nvGrpSpPr>
        <p:grpSpPr>
          <a:xfrm>
            <a:off x="3202536" y="322582"/>
            <a:ext cx="4136040" cy="544455"/>
            <a:chOff x="3202536" y="322582"/>
            <a:chExt cx="4136040" cy="54445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0F31D1B-295C-D519-6673-CB2239D37C98}"/>
                    </a:ext>
                  </a:extLst>
                </p14:cNvPr>
                <p14:cNvContentPartPr/>
                <p14:nvPr/>
              </p14:nvContentPartPr>
              <p14:xfrm>
                <a:off x="3202536" y="527422"/>
                <a:ext cx="372240" cy="127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0F31D1B-295C-D519-6673-CB2239D37C9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184536" y="509782"/>
                  <a:ext cx="4078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5EC37A5-406E-E7E4-B399-B28A2E1139CF}"/>
                    </a:ext>
                  </a:extLst>
                </p14:cNvPr>
                <p14:cNvContentPartPr/>
                <p14:nvPr/>
              </p14:nvContentPartPr>
              <p14:xfrm>
                <a:off x="3606096" y="552262"/>
                <a:ext cx="132480" cy="101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5EC37A5-406E-E7E4-B399-B28A2E1139C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588096" y="534622"/>
                  <a:ext cx="1681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048CA2F-40B3-E0DE-AC28-734AE5CA1D47}"/>
                    </a:ext>
                  </a:extLst>
                </p14:cNvPr>
                <p14:cNvContentPartPr/>
                <p14:nvPr/>
              </p14:nvContentPartPr>
              <p14:xfrm>
                <a:off x="3759816" y="559102"/>
                <a:ext cx="227520" cy="108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048CA2F-40B3-E0DE-AC28-734AE5CA1D4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741816" y="541102"/>
                  <a:ext cx="2631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0EFCF84-E0C6-C6AE-0DBA-65872E75A836}"/>
                    </a:ext>
                  </a:extLst>
                </p14:cNvPr>
                <p14:cNvContentPartPr/>
                <p14:nvPr/>
              </p14:nvContentPartPr>
              <p14:xfrm>
                <a:off x="3998496" y="546142"/>
                <a:ext cx="32760" cy="117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0EFCF84-E0C6-C6AE-0DBA-65872E75A83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980496" y="528142"/>
                  <a:ext cx="684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E06D6E5-23E7-0E53-99D9-1B0E43381903}"/>
                    </a:ext>
                  </a:extLst>
                </p14:cNvPr>
                <p14:cNvContentPartPr/>
                <p14:nvPr/>
              </p14:nvContentPartPr>
              <p14:xfrm>
                <a:off x="4000296" y="419062"/>
                <a:ext cx="48240" cy="35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E06D6E5-23E7-0E53-99D9-1B0E4338190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982296" y="401422"/>
                  <a:ext cx="838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6CAEA67-D745-B4E1-0D9E-AE78BB59EBD3}"/>
                    </a:ext>
                  </a:extLst>
                </p14:cNvPr>
                <p14:cNvContentPartPr/>
                <p14:nvPr/>
              </p14:nvContentPartPr>
              <p14:xfrm>
                <a:off x="4064736" y="555862"/>
                <a:ext cx="603360" cy="126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6CAEA67-D745-B4E1-0D9E-AE78BB59EBD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046736" y="538222"/>
                  <a:ext cx="6390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BD3684E-1264-8B7E-D77A-3F7A3365CA55}"/>
                    </a:ext>
                  </a:extLst>
                </p14:cNvPr>
                <p14:cNvContentPartPr/>
                <p14:nvPr/>
              </p14:nvContentPartPr>
              <p14:xfrm>
                <a:off x="4704096" y="544342"/>
                <a:ext cx="378360" cy="88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BD3684E-1264-8B7E-D77A-3F7A3365CA5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686456" y="526702"/>
                  <a:ext cx="4140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F7819E9-C8E2-70E5-D6E8-73031A387195}"/>
                    </a:ext>
                  </a:extLst>
                </p14:cNvPr>
                <p14:cNvContentPartPr/>
                <p14:nvPr/>
              </p14:nvContentPartPr>
              <p14:xfrm>
                <a:off x="5691936" y="484222"/>
                <a:ext cx="240480" cy="131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F7819E9-C8E2-70E5-D6E8-73031A38719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674296" y="466222"/>
                  <a:ext cx="2761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EEE4BC2-E9BE-C237-DC6D-F971B96045CC}"/>
                    </a:ext>
                  </a:extLst>
                </p14:cNvPr>
                <p14:cNvContentPartPr/>
                <p14:nvPr/>
              </p14:nvContentPartPr>
              <p14:xfrm>
                <a:off x="6013056" y="322582"/>
                <a:ext cx="1088280" cy="300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EEE4BC2-E9BE-C237-DC6D-F971B96045C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995416" y="304942"/>
                  <a:ext cx="11239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6416ECA-416A-0B1F-48EB-1738311CC835}"/>
                    </a:ext>
                  </a:extLst>
                </p14:cNvPr>
                <p14:cNvContentPartPr/>
                <p14:nvPr/>
              </p14:nvContentPartPr>
              <p14:xfrm>
                <a:off x="3488376" y="730957"/>
                <a:ext cx="3850200" cy="1360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6416ECA-416A-0B1F-48EB-1738311CC83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470376" y="713317"/>
                  <a:ext cx="3885840" cy="171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61717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BF4F8F6A-3F07-4030-9914-98841438EC29}"/>
              </a:ext>
            </a:extLst>
          </p:cNvPr>
          <p:cNvGrpSpPr/>
          <p:nvPr/>
        </p:nvGrpSpPr>
        <p:grpSpPr>
          <a:xfrm>
            <a:off x="521976" y="90022"/>
            <a:ext cx="581760" cy="556200"/>
            <a:chOff x="521976" y="90022"/>
            <a:chExt cx="581760" cy="55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D0F7955-CE5F-05B2-9696-D8620BF617B5}"/>
                    </a:ext>
                  </a:extLst>
                </p14:cNvPr>
                <p14:cNvContentPartPr/>
                <p14:nvPr/>
              </p14:nvContentPartPr>
              <p14:xfrm>
                <a:off x="521976" y="283342"/>
                <a:ext cx="40320" cy="2131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D0F7955-CE5F-05B2-9696-D8620BF617B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4336" y="265342"/>
                  <a:ext cx="759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1B9E2A7-34E2-5B85-5FAF-0E9BE654548A}"/>
                    </a:ext>
                  </a:extLst>
                </p14:cNvPr>
                <p14:cNvContentPartPr/>
                <p14:nvPr/>
              </p14:nvContentPartPr>
              <p14:xfrm>
                <a:off x="689016" y="285142"/>
                <a:ext cx="36720" cy="129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1B9E2A7-34E2-5B85-5FAF-0E9BE654548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1376" y="267142"/>
                  <a:ext cx="72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E5539DC-4694-2A8A-9631-FEDF8A02FBBC}"/>
                    </a:ext>
                  </a:extLst>
                </p14:cNvPr>
                <p14:cNvContentPartPr/>
                <p14:nvPr/>
              </p14:nvContentPartPr>
              <p14:xfrm>
                <a:off x="782256" y="201622"/>
                <a:ext cx="32400" cy="236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E5539DC-4694-2A8A-9631-FEDF8A02FBB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4616" y="183982"/>
                  <a:ext cx="680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CF782A5-D1AA-B68B-8C40-CAC3B5221979}"/>
                    </a:ext>
                  </a:extLst>
                </p14:cNvPr>
                <p14:cNvContentPartPr/>
                <p14:nvPr/>
              </p14:nvContentPartPr>
              <p14:xfrm>
                <a:off x="894936" y="90022"/>
                <a:ext cx="208800" cy="495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CF782A5-D1AA-B68B-8C40-CAC3B522197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6936" y="72022"/>
                  <a:ext cx="24444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A5B22AF-333D-8CE2-BFDF-F706908FE958}"/>
                    </a:ext>
                  </a:extLst>
                </p14:cNvPr>
                <p14:cNvContentPartPr/>
                <p14:nvPr/>
              </p14:nvContentPartPr>
              <p14:xfrm>
                <a:off x="860736" y="640822"/>
                <a:ext cx="4680" cy="5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A5B22AF-333D-8CE2-BFDF-F706908FE9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3096" y="622822"/>
                  <a:ext cx="4032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BD6E65B-7E36-0015-A1C0-8A022328A4CF}"/>
              </a:ext>
            </a:extLst>
          </p:cNvPr>
          <p:cNvGrpSpPr/>
          <p:nvPr/>
        </p:nvGrpSpPr>
        <p:grpSpPr>
          <a:xfrm>
            <a:off x="2361216" y="119182"/>
            <a:ext cx="603720" cy="211680"/>
            <a:chOff x="2361216" y="119182"/>
            <a:chExt cx="603720" cy="21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99DF040-D15E-ECAC-D3A2-8436EDDD2A14}"/>
                    </a:ext>
                  </a:extLst>
                </p14:cNvPr>
                <p14:cNvContentPartPr/>
                <p14:nvPr/>
              </p14:nvContentPartPr>
              <p14:xfrm>
                <a:off x="2361216" y="119182"/>
                <a:ext cx="270720" cy="207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99DF040-D15E-ECAC-D3A2-8436EDDD2A1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43576" y="101542"/>
                  <a:ext cx="3063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E858470-8467-0D06-CE8B-2AA00073B4C2}"/>
                    </a:ext>
                  </a:extLst>
                </p14:cNvPr>
                <p14:cNvContentPartPr/>
                <p14:nvPr/>
              </p14:nvContentPartPr>
              <p14:xfrm>
                <a:off x="2817696" y="237982"/>
                <a:ext cx="118440" cy="6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E858470-8467-0D06-CE8B-2AA00073B4C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00056" y="219982"/>
                  <a:ext cx="1540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4528CE4-C227-AE13-CCB3-111F8590E32F}"/>
                    </a:ext>
                  </a:extLst>
                </p14:cNvPr>
                <p14:cNvContentPartPr/>
                <p14:nvPr/>
              </p14:nvContentPartPr>
              <p14:xfrm>
                <a:off x="2810136" y="307822"/>
                <a:ext cx="154800" cy="23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4528CE4-C227-AE13-CCB3-111F8590E32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92136" y="290182"/>
                  <a:ext cx="19044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BA69A39-06C6-7860-05CC-4D6DB83B87A6}"/>
              </a:ext>
            </a:extLst>
          </p:cNvPr>
          <p:cNvGrpSpPr/>
          <p:nvPr/>
        </p:nvGrpSpPr>
        <p:grpSpPr>
          <a:xfrm>
            <a:off x="3267696" y="181462"/>
            <a:ext cx="672480" cy="326880"/>
            <a:chOff x="3267696" y="181462"/>
            <a:chExt cx="672480" cy="32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CE23E29-10F3-E6D8-3096-2EC00B1AD0DE}"/>
                    </a:ext>
                  </a:extLst>
                </p14:cNvPr>
                <p14:cNvContentPartPr/>
                <p14:nvPr/>
              </p14:nvContentPartPr>
              <p14:xfrm>
                <a:off x="3267696" y="181462"/>
                <a:ext cx="175680" cy="230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CE23E29-10F3-E6D8-3096-2EC00B1AD0D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49696" y="163462"/>
                  <a:ext cx="2113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CD81E06-E09D-1A07-F77F-60C76422CE5B}"/>
                    </a:ext>
                  </a:extLst>
                </p14:cNvPr>
                <p14:cNvContentPartPr/>
                <p14:nvPr/>
              </p14:nvContentPartPr>
              <p14:xfrm>
                <a:off x="3525456" y="238342"/>
                <a:ext cx="229320" cy="153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CD81E06-E09D-1A07-F77F-60C76422CE5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07456" y="220342"/>
                  <a:ext cx="2649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FACEE73-C59D-53BC-F6B1-3079D373B5A1}"/>
                    </a:ext>
                  </a:extLst>
                </p14:cNvPr>
                <p14:cNvContentPartPr/>
                <p14:nvPr/>
              </p14:nvContentPartPr>
              <p14:xfrm>
                <a:off x="3896616" y="330142"/>
                <a:ext cx="43560" cy="178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FACEE73-C59D-53BC-F6B1-3079D373B5A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78616" y="312502"/>
                  <a:ext cx="7920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8CCFF56-021D-0046-AD98-DAB1CE621CA7}"/>
              </a:ext>
            </a:extLst>
          </p:cNvPr>
          <p:cNvGrpSpPr/>
          <p:nvPr/>
        </p:nvGrpSpPr>
        <p:grpSpPr>
          <a:xfrm>
            <a:off x="4151856" y="264622"/>
            <a:ext cx="1163160" cy="401040"/>
            <a:chOff x="4151856" y="264622"/>
            <a:chExt cx="1163160" cy="4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B102C5D-419E-14A4-B617-7EDE66C443F8}"/>
                    </a:ext>
                  </a:extLst>
                </p14:cNvPr>
                <p14:cNvContentPartPr/>
                <p14:nvPr/>
              </p14:nvContentPartPr>
              <p14:xfrm>
                <a:off x="4151856" y="340222"/>
                <a:ext cx="143640" cy="17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B102C5D-419E-14A4-B617-7EDE66C443F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34216" y="322222"/>
                  <a:ext cx="1792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EB04B10-BE43-7EAE-F1B6-784106750D16}"/>
                    </a:ext>
                  </a:extLst>
                </p14:cNvPr>
                <p14:cNvContentPartPr/>
                <p14:nvPr/>
              </p14:nvContentPartPr>
              <p14:xfrm>
                <a:off x="4229256" y="264622"/>
                <a:ext cx="15480" cy="210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EB04B10-BE43-7EAE-F1B6-784106750D1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11256" y="246982"/>
                  <a:ext cx="511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E66A525-E5C7-3557-5D0D-4894BDD91591}"/>
                    </a:ext>
                  </a:extLst>
                </p14:cNvPr>
                <p14:cNvContentPartPr/>
                <p14:nvPr/>
              </p14:nvContentPartPr>
              <p14:xfrm>
                <a:off x="4427256" y="280102"/>
                <a:ext cx="264960" cy="187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E66A525-E5C7-3557-5D0D-4894BDD9159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09256" y="262462"/>
                  <a:ext cx="3006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AB38B0E-1140-229E-9567-669A85F89ED5}"/>
                    </a:ext>
                  </a:extLst>
                </p14:cNvPr>
                <p14:cNvContentPartPr/>
                <p14:nvPr/>
              </p14:nvContentPartPr>
              <p14:xfrm>
                <a:off x="4713456" y="331222"/>
                <a:ext cx="198000" cy="191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AB38B0E-1140-229E-9567-669A85F89ED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95456" y="313222"/>
                  <a:ext cx="233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C2C3A5-843D-54FC-20DF-701F0DE63F2A}"/>
                    </a:ext>
                  </a:extLst>
                </p14:cNvPr>
                <p14:cNvContentPartPr/>
                <p14:nvPr/>
              </p14:nvContentPartPr>
              <p14:xfrm>
                <a:off x="5003616" y="471262"/>
                <a:ext cx="311400" cy="194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C2C3A5-843D-54FC-20DF-701F0DE63F2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85616" y="453262"/>
                  <a:ext cx="34704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E429A09-0EEF-C16D-2138-71197EC50DC6}"/>
              </a:ext>
            </a:extLst>
          </p:cNvPr>
          <p:cNvGrpSpPr/>
          <p:nvPr/>
        </p:nvGrpSpPr>
        <p:grpSpPr>
          <a:xfrm>
            <a:off x="1672896" y="816142"/>
            <a:ext cx="1437480" cy="548280"/>
            <a:chOff x="1672896" y="816142"/>
            <a:chExt cx="1437480" cy="54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AB5C187-A801-E487-0E44-20BF1EA4D396}"/>
                    </a:ext>
                  </a:extLst>
                </p14:cNvPr>
                <p14:cNvContentPartPr/>
                <p14:nvPr/>
              </p14:nvContentPartPr>
              <p14:xfrm>
                <a:off x="1672896" y="878782"/>
                <a:ext cx="126000" cy="196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AB5C187-A801-E487-0E44-20BF1EA4D39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654896" y="860782"/>
                  <a:ext cx="1616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87538A0-CFC9-975C-D9CD-36DFF2CF553B}"/>
                    </a:ext>
                  </a:extLst>
                </p14:cNvPr>
                <p14:cNvContentPartPr/>
                <p14:nvPr/>
              </p14:nvContentPartPr>
              <p14:xfrm>
                <a:off x="1924536" y="929902"/>
                <a:ext cx="178560" cy="146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87538A0-CFC9-975C-D9CD-36DFF2CF553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06896" y="911902"/>
                  <a:ext cx="2142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B7D6669-9AFA-AAFF-283D-3F4ADE470DD3}"/>
                    </a:ext>
                  </a:extLst>
                </p14:cNvPr>
                <p14:cNvContentPartPr/>
                <p14:nvPr/>
              </p14:nvContentPartPr>
              <p14:xfrm>
                <a:off x="2175096" y="834862"/>
                <a:ext cx="114480" cy="276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B7D6669-9AFA-AAFF-283D-3F4ADE470DD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57456" y="817222"/>
                  <a:ext cx="1501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56C5083-B25B-F3C8-D931-9380781978E8}"/>
                    </a:ext>
                  </a:extLst>
                </p14:cNvPr>
                <p14:cNvContentPartPr/>
                <p14:nvPr/>
              </p14:nvContentPartPr>
              <p14:xfrm>
                <a:off x="2329896" y="1001902"/>
                <a:ext cx="129600" cy="362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56C5083-B25B-F3C8-D931-9380781978E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11896" y="983902"/>
                  <a:ext cx="16524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AB2E4E7-38A2-87C9-7026-C83B54A73F62}"/>
                    </a:ext>
                  </a:extLst>
                </p14:cNvPr>
                <p14:cNvContentPartPr/>
                <p14:nvPr/>
              </p14:nvContentPartPr>
              <p14:xfrm>
                <a:off x="2396496" y="840262"/>
                <a:ext cx="30600" cy="33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AB2E4E7-38A2-87C9-7026-C83B54A73F6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78856" y="822262"/>
                  <a:ext cx="66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32AB7A1-4B76-864B-55DF-54ACC7E83CD2}"/>
                    </a:ext>
                  </a:extLst>
                </p14:cNvPr>
                <p14:cNvContentPartPr/>
                <p14:nvPr/>
              </p14:nvContentPartPr>
              <p14:xfrm>
                <a:off x="2554896" y="1019542"/>
                <a:ext cx="91800" cy="133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32AB7A1-4B76-864B-55DF-54ACC7E83CD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537256" y="1001542"/>
                  <a:ext cx="1274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4228152-9C06-4C7C-44F5-D97AF981F35E}"/>
                    </a:ext>
                  </a:extLst>
                </p14:cNvPr>
                <p14:cNvContentPartPr/>
                <p14:nvPr/>
              </p14:nvContentPartPr>
              <p14:xfrm>
                <a:off x="2793576" y="816142"/>
                <a:ext cx="256680" cy="340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4228152-9C06-4C7C-44F5-D97AF981F35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75936" y="798502"/>
                  <a:ext cx="29232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5AF3DB2-99F7-25F6-A987-2E195B16A53D}"/>
                    </a:ext>
                  </a:extLst>
                </p14:cNvPr>
                <p14:cNvContentPartPr/>
                <p14:nvPr/>
              </p14:nvContentPartPr>
              <p14:xfrm>
                <a:off x="2882856" y="911182"/>
                <a:ext cx="227520" cy="14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5AF3DB2-99F7-25F6-A987-2E195B16A53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864856" y="893182"/>
                  <a:ext cx="26316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99D9602-FF1D-65E9-D80D-DC16C231576E}"/>
              </a:ext>
            </a:extLst>
          </p:cNvPr>
          <p:cNvGrpSpPr/>
          <p:nvPr/>
        </p:nvGrpSpPr>
        <p:grpSpPr>
          <a:xfrm>
            <a:off x="1575336" y="205222"/>
            <a:ext cx="702720" cy="259560"/>
            <a:chOff x="1575336" y="205222"/>
            <a:chExt cx="702720" cy="25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72EB334-51BD-C2EF-61E6-8478F47115EF}"/>
                    </a:ext>
                  </a:extLst>
                </p14:cNvPr>
                <p14:cNvContentPartPr/>
                <p14:nvPr/>
              </p14:nvContentPartPr>
              <p14:xfrm>
                <a:off x="1575336" y="224662"/>
                <a:ext cx="37440" cy="240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72EB334-51BD-C2EF-61E6-8478F47115E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57696" y="207022"/>
                  <a:ext cx="730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CBF8788-1ED5-B3C3-C608-3FDD2AB45EBE}"/>
                    </a:ext>
                  </a:extLst>
                </p14:cNvPr>
                <p14:cNvContentPartPr/>
                <p14:nvPr/>
              </p14:nvContentPartPr>
              <p14:xfrm>
                <a:off x="1593336" y="205222"/>
                <a:ext cx="228600" cy="195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CBF8788-1ED5-B3C3-C608-3FDD2AB45EB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75336" y="187582"/>
                  <a:ext cx="2642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D7BD084-FC0D-DFE4-C381-69806ADB0EFF}"/>
                    </a:ext>
                  </a:extLst>
                </p14:cNvPr>
                <p14:cNvContentPartPr/>
                <p14:nvPr/>
              </p14:nvContentPartPr>
              <p14:xfrm>
                <a:off x="1873056" y="303502"/>
                <a:ext cx="87840" cy="133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D7BD084-FC0D-DFE4-C381-69806ADB0E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855416" y="285862"/>
                  <a:ext cx="1234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392D795-258B-B1EE-1532-90697A1FE66D}"/>
                    </a:ext>
                  </a:extLst>
                </p14:cNvPr>
                <p14:cNvContentPartPr/>
                <p14:nvPr/>
              </p14:nvContentPartPr>
              <p14:xfrm>
                <a:off x="2028576" y="279022"/>
                <a:ext cx="249480" cy="159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392D795-258B-B1EE-1532-90697A1FE66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10936" y="261022"/>
                  <a:ext cx="28512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8F5D256-54C6-A3D3-57F1-FEC7FC633C0C}"/>
              </a:ext>
            </a:extLst>
          </p:cNvPr>
          <p:cNvGrpSpPr/>
          <p:nvPr/>
        </p:nvGrpSpPr>
        <p:grpSpPr>
          <a:xfrm>
            <a:off x="3539496" y="871222"/>
            <a:ext cx="283680" cy="254880"/>
            <a:chOff x="3539496" y="871222"/>
            <a:chExt cx="283680" cy="25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A22CB70-98D1-9CD8-CB79-B410B8FB5561}"/>
                    </a:ext>
                  </a:extLst>
                </p14:cNvPr>
                <p14:cNvContentPartPr/>
                <p14:nvPr/>
              </p14:nvContentPartPr>
              <p14:xfrm>
                <a:off x="3615816" y="871222"/>
                <a:ext cx="25200" cy="254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A22CB70-98D1-9CD8-CB79-B410B8FB556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97816" y="853222"/>
                  <a:ext cx="608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033CB29-C7C3-411E-1511-BEB49053798B}"/>
                    </a:ext>
                  </a:extLst>
                </p14:cNvPr>
                <p14:cNvContentPartPr/>
                <p14:nvPr/>
              </p14:nvContentPartPr>
              <p14:xfrm>
                <a:off x="3686016" y="970222"/>
                <a:ext cx="137160" cy="147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033CB29-C7C3-411E-1511-BEB49053798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68376" y="952582"/>
                  <a:ext cx="1728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4E0FFA9-50A3-345C-EDF5-0DF2563CDEF4}"/>
                    </a:ext>
                  </a:extLst>
                </p14:cNvPr>
                <p14:cNvContentPartPr/>
                <p14:nvPr/>
              </p14:nvContentPartPr>
              <p14:xfrm>
                <a:off x="3539496" y="948622"/>
                <a:ext cx="216360" cy="25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4E0FFA9-50A3-345C-EDF5-0DF2563CDEF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521856" y="930982"/>
                  <a:ext cx="25200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081E672-1446-8182-8D1B-2B437D327C38}"/>
              </a:ext>
            </a:extLst>
          </p:cNvPr>
          <p:cNvGrpSpPr/>
          <p:nvPr/>
        </p:nvGrpSpPr>
        <p:grpSpPr>
          <a:xfrm>
            <a:off x="4366416" y="712462"/>
            <a:ext cx="3495960" cy="422280"/>
            <a:chOff x="4366416" y="712462"/>
            <a:chExt cx="3495960" cy="42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68D04B1-4C17-CC7D-7793-703689304CA1}"/>
                    </a:ext>
                  </a:extLst>
                </p14:cNvPr>
                <p14:cNvContentPartPr/>
                <p14:nvPr/>
              </p14:nvContentPartPr>
              <p14:xfrm>
                <a:off x="4366416" y="828742"/>
                <a:ext cx="667800" cy="290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68D04B1-4C17-CC7D-7793-703689304CA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48776" y="810742"/>
                  <a:ext cx="7034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43D6216-D595-CCE9-DC28-03D7B7A3412B}"/>
                    </a:ext>
                  </a:extLst>
                </p14:cNvPr>
                <p14:cNvContentPartPr/>
                <p14:nvPr/>
              </p14:nvContentPartPr>
              <p14:xfrm>
                <a:off x="4392336" y="951142"/>
                <a:ext cx="243000" cy="18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43D6216-D595-CCE9-DC28-03D7B7A3412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374696" y="933502"/>
                  <a:ext cx="2786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D12B3FF-2DCB-2E24-355A-A64C96978BCB}"/>
                    </a:ext>
                  </a:extLst>
                </p14:cNvPr>
                <p14:cNvContentPartPr/>
                <p14:nvPr/>
              </p14:nvContentPartPr>
              <p14:xfrm>
                <a:off x="5384496" y="712462"/>
                <a:ext cx="1293120" cy="410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D12B3FF-2DCB-2E24-355A-A64C96978BC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66496" y="694822"/>
                  <a:ext cx="132876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80774F0-0043-C238-317B-214D8FAD1AD7}"/>
                    </a:ext>
                  </a:extLst>
                </p14:cNvPr>
                <p14:cNvContentPartPr/>
                <p14:nvPr/>
              </p14:nvContentPartPr>
              <p14:xfrm>
                <a:off x="6690576" y="933502"/>
                <a:ext cx="257400" cy="131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80774F0-0043-C238-317B-214D8FAD1AD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672576" y="915862"/>
                  <a:ext cx="2930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D2C1CAB-812F-5349-935C-2F2A16B5AE49}"/>
                    </a:ext>
                  </a:extLst>
                </p14:cNvPr>
                <p14:cNvContentPartPr/>
                <p14:nvPr/>
              </p14:nvContentPartPr>
              <p14:xfrm>
                <a:off x="6882096" y="753862"/>
                <a:ext cx="41760" cy="59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D2C1CAB-812F-5349-935C-2F2A16B5AE4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64096" y="735862"/>
                  <a:ext cx="774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6AF7FDC-DF46-220E-9CE6-F1EEF45BE88C}"/>
                    </a:ext>
                  </a:extLst>
                </p14:cNvPr>
                <p14:cNvContentPartPr/>
                <p14:nvPr/>
              </p14:nvContentPartPr>
              <p14:xfrm>
                <a:off x="6002616" y="822982"/>
                <a:ext cx="392040" cy="10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6AF7FDC-DF46-220E-9CE6-F1EEF45BE88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984616" y="805342"/>
                  <a:ext cx="4276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EB82FD6-4247-FDAE-D311-4E9B9C3D8A70}"/>
                    </a:ext>
                  </a:extLst>
                </p14:cNvPr>
                <p14:cNvContentPartPr/>
                <p14:nvPr/>
              </p14:nvContentPartPr>
              <p14:xfrm>
                <a:off x="7050936" y="961222"/>
                <a:ext cx="236160" cy="173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EB82FD6-4247-FDAE-D311-4E9B9C3D8A7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32936" y="943582"/>
                  <a:ext cx="2718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F358581-375F-22DD-FD59-C11BF0744F39}"/>
                    </a:ext>
                  </a:extLst>
                </p14:cNvPr>
                <p14:cNvContentPartPr/>
                <p14:nvPr/>
              </p14:nvContentPartPr>
              <p14:xfrm>
                <a:off x="7421376" y="750262"/>
                <a:ext cx="254160" cy="312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F358581-375F-22DD-FD59-C11BF0744F3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403376" y="732262"/>
                  <a:ext cx="2898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3BF2381-CA5A-4938-D99D-53CCF5B807DC}"/>
                    </a:ext>
                  </a:extLst>
                </p14:cNvPr>
                <p14:cNvContentPartPr/>
                <p14:nvPr/>
              </p14:nvContentPartPr>
              <p14:xfrm>
                <a:off x="7436856" y="803902"/>
                <a:ext cx="425520" cy="45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3BF2381-CA5A-4938-D99D-53CCF5B807D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418856" y="785902"/>
                  <a:ext cx="46116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C025403-B375-0E63-8B05-7E9A4BC501F3}"/>
              </a:ext>
            </a:extLst>
          </p:cNvPr>
          <p:cNvGrpSpPr/>
          <p:nvPr/>
        </p:nvGrpSpPr>
        <p:grpSpPr>
          <a:xfrm>
            <a:off x="2400816" y="1625422"/>
            <a:ext cx="736200" cy="302760"/>
            <a:chOff x="2400816" y="1625422"/>
            <a:chExt cx="736200" cy="30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7D54C1D-8613-AE2C-B51B-FBFF9D862D7D}"/>
                    </a:ext>
                  </a:extLst>
                </p14:cNvPr>
                <p14:cNvContentPartPr/>
                <p14:nvPr/>
              </p14:nvContentPartPr>
              <p14:xfrm>
                <a:off x="2400816" y="1705702"/>
                <a:ext cx="177840" cy="9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7D54C1D-8613-AE2C-B51B-FBFF9D862D7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383176" y="1688062"/>
                  <a:ext cx="2134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AC80025-A2F1-FB21-7CDD-E58BDD9FE1DE}"/>
                    </a:ext>
                  </a:extLst>
                </p14:cNvPr>
                <p14:cNvContentPartPr/>
                <p14:nvPr/>
              </p14:nvContentPartPr>
              <p14:xfrm>
                <a:off x="2618616" y="1625422"/>
                <a:ext cx="194400" cy="263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AC80025-A2F1-FB21-7CDD-E58BDD9FE1D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00976" y="1607422"/>
                  <a:ext cx="2300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99782AE-826F-FC09-3BA6-D2BFA9707501}"/>
                    </a:ext>
                  </a:extLst>
                </p14:cNvPr>
                <p14:cNvContentPartPr/>
                <p14:nvPr/>
              </p14:nvContentPartPr>
              <p14:xfrm>
                <a:off x="2896176" y="1747462"/>
                <a:ext cx="140760" cy="137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99782AE-826F-FC09-3BA6-D2BFA970750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78536" y="1729822"/>
                  <a:ext cx="1764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2B1621F-8100-137B-C103-572418CE08D6}"/>
                    </a:ext>
                  </a:extLst>
                </p14:cNvPr>
                <p14:cNvContentPartPr/>
                <p14:nvPr/>
              </p14:nvContentPartPr>
              <p14:xfrm>
                <a:off x="3127656" y="1769422"/>
                <a:ext cx="9360" cy="158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2B1621F-8100-137B-C103-572418CE08D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10016" y="1751422"/>
                  <a:ext cx="4500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B9DA30B-5403-55C5-8ECA-B65D74E81EB9}"/>
              </a:ext>
            </a:extLst>
          </p:cNvPr>
          <p:cNvGrpSpPr/>
          <p:nvPr/>
        </p:nvGrpSpPr>
        <p:grpSpPr>
          <a:xfrm>
            <a:off x="3391176" y="1652062"/>
            <a:ext cx="921240" cy="312120"/>
            <a:chOff x="3391176" y="1652062"/>
            <a:chExt cx="92124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6C6E486-3658-D492-A3BA-4BD155D06B22}"/>
                    </a:ext>
                  </a:extLst>
                </p14:cNvPr>
                <p14:cNvContentPartPr/>
                <p14:nvPr/>
              </p14:nvContentPartPr>
              <p14:xfrm>
                <a:off x="3391176" y="1773742"/>
                <a:ext cx="153720" cy="28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6C6E486-3658-D492-A3BA-4BD155D06B2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373176" y="1756102"/>
                  <a:ext cx="1893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0D6843D-CC6E-AF09-5876-91EB65A774FE}"/>
                    </a:ext>
                  </a:extLst>
                </p14:cNvPr>
                <p14:cNvContentPartPr/>
                <p14:nvPr/>
              </p14:nvContentPartPr>
              <p14:xfrm>
                <a:off x="3452376" y="1675462"/>
                <a:ext cx="30600" cy="177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0D6843D-CC6E-AF09-5876-91EB65A774F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434736" y="1657822"/>
                  <a:ext cx="662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5D7942C-5B7D-CEA1-1EE6-44E05806926F}"/>
                    </a:ext>
                  </a:extLst>
                </p14:cNvPr>
                <p14:cNvContentPartPr/>
                <p14:nvPr/>
              </p14:nvContentPartPr>
              <p14:xfrm>
                <a:off x="3657216" y="1652062"/>
                <a:ext cx="142920" cy="238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5D7942C-5B7D-CEA1-1EE6-44E05806926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639576" y="1634422"/>
                  <a:ext cx="1785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90D50E8-63E0-E65D-BD70-F0DB03B04B48}"/>
                    </a:ext>
                  </a:extLst>
                </p14:cNvPr>
                <p14:cNvContentPartPr/>
                <p14:nvPr/>
              </p14:nvContentPartPr>
              <p14:xfrm>
                <a:off x="3883656" y="1726222"/>
                <a:ext cx="161640" cy="146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90D50E8-63E0-E65D-BD70-F0DB03B04B4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865656" y="1708222"/>
                  <a:ext cx="197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A7C1301-2E97-E9D3-878E-BE3543DA017D}"/>
                    </a:ext>
                  </a:extLst>
                </p14:cNvPr>
                <p14:cNvContentPartPr/>
                <p14:nvPr/>
              </p14:nvContentPartPr>
              <p14:xfrm>
                <a:off x="4092456" y="1806142"/>
                <a:ext cx="219960" cy="158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A7C1301-2E97-E9D3-878E-BE3543DA017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074816" y="1788502"/>
                  <a:ext cx="25560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C43909B-5F7B-DFB4-3A52-41A6E83EFBF8}"/>
              </a:ext>
            </a:extLst>
          </p:cNvPr>
          <p:cNvGrpSpPr/>
          <p:nvPr/>
        </p:nvGrpSpPr>
        <p:grpSpPr>
          <a:xfrm>
            <a:off x="4687896" y="1658902"/>
            <a:ext cx="212040" cy="266760"/>
            <a:chOff x="4687896" y="1658902"/>
            <a:chExt cx="21204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62A035A-0439-A01A-86B2-7C8B74189BCF}"/>
                    </a:ext>
                  </a:extLst>
                </p14:cNvPr>
                <p14:cNvContentPartPr/>
                <p14:nvPr/>
              </p14:nvContentPartPr>
              <p14:xfrm>
                <a:off x="4697976" y="1658902"/>
                <a:ext cx="140040" cy="120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62A035A-0439-A01A-86B2-7C8B74189BC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80336" y="1641262"/>
                  <a:ext cx="1756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C89574F-B054-4C68-56EB-0FC5F0B8FED0}"/>
                    </a:ext>
                  </a:extLst>
                </p14:cNvPr>
                <p14:cNvContentPartPr/>
                <p14:nvPr/>
              </p14:nvContentPartPr>
              <p14:xfrm>
                <a:off x="4687896" y="1804702"/>
                <a:ext cx="212040" cy="120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C89574F-B054-4C68-56EB-0FC5F0B8FED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669896" y="1786702"/>
                  <a:ext cx="247680" cy="15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B4FD4588-C022-D117-C183-7DC51CB9781A}"/>
                  </a:ext>
                </a:extLst>
              </p14:cNvPr>
              <p14:cNvContentPartPr/>
              <p14:nvPr/>
            </p14:nvContentPartPr>
            <p14:xfrm>
              <a:off x="5149776" y="1613902"/>
              <a:ext cx="299160" cy="3135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B4FD4588-C022-D117-C183-7DC51CB9781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132136" y="1595902"/>
                <a:ext cx="334800" cy="34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439A6D2B-88D6-2E4C-D1B6-5140F5B214A7}"/>
              </a:ext>
            </a:extLst>
          </p:cNvPr>
          <p:cNvGrpSpPr/>
          <p:nvPr/>
        </p:nvGrpSpPr>
        <p:grpSpPr>
          <a:xfrm>
            <a:off x="2905176" y="2408782"/>
            <a:ext cx="562320" cy="273960"/>
            <a:chOff x="2905176" y="2408782"/>
            <a:chExt cx="562320" cy="27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A4C5E9D-7880-CE89-B4AA-6A7E435E104B}"/>
                    </a:ext>
                  </a:extLst>
                </p14:cNvPr>
                <p14:cNvContentPartPr/>
                <p14:nvPr/>
              </p14:nvContentPartPr>
              <p14:xfrm>
                <a:off x="2905176" y="2408782"/>
                <a:ext cx="216720" cy="190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A4C5E9D-7880-CE89-B4AA-6A7E435E104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887536" y="2391142"/>
                  <a:ext cx="2523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F69A003-B331-72EF-1099-A74D905AD54A}"/>
                    </a:ext>
                  </a:extLst>
                </p14:cNvPr>
                <p14:cNvContentPartPr/>
                <p14:nvPr/>
              </p14:nvContentPartPr>
              <p14:xfrm>
                <a:off x="3196776" y="2527942"/>
                <a:ext cx="20520" cy="154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F69A003-B331-72EF-1099-A74D905AD54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79136" y="2510302"/>
                  <a:ext cx="561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57DCA86-3B53-99DA-9EC5-C9CD3F38FE21}"/>
                    </a:ext>
                  </a:extLst>
                </p14:cNvPr>
                <p14:cNvContentPartPr/>
                <p14:nvPr/>
              </p14:nvContentPartPr>
              <p14:xfrm>
                <a:off x="3346896" y="2519302"/>
                <a:ext cx="120600" cy="21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57DCA86-3B53-99DA-9EC5-C9CD3F38FE2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328896" y="2501302"/>
                  <a:ext cx="156240" cy="5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E652E23B-F08C-90C4-8B79-2C485C213DCE}"/>
                  </a:ext>
                </a:extLst>
              </p14:cNvPr>
              <p14:cNvContentPartPr/>
              <p14:nvPr/>
            </p14:nvContentPartPr>
            <p14:xfrm>
              <a:off x="3711576" y="2442982"/>
              <a:ext cx="205200" cy="1454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E652E23B-F08C-90C4-8B79-2C485C213DC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693576" y="2425342"/>
                <a:ext cx="24084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9305B90-0715-8F36-9EF1-A138893843C0}"/>
                  </a:ext>
                </a:extLst>
              </p14:cNvPr>
              <p14:cNvContentPartPr/>
              <p14:nvPr/>
            </p14:nvContentPartPr>
            <p14:xfrm>
              <a:off x="3596016" y="2322382"/>
              <a:ext cx="108360" cy="288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9305B90-0715-8F36-9EF1-A138893843C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578376" y="2304742"/>
                <a:ext cx="14400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2812FEEF-35D8-EA67-09AF-B8E53E745207}"/>
                  </a:ext>
                </a:extLst>
              </p14:cNvPr>
              <p14:cNvContentPartPr/>
              <p14:nvPr/>
            </p14:nvContentPartPr>
            <p14:xfrm>
              <a:off x="3540576" y="2324902"/>
              <a:ext cx="128520" cy="2826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2812FEEF-35D8-EA67-09AF-B8E53E74520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522936" y="2306902"/>
                <a:ext cx="16416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A0BE9BA2-A35D-C807-D7D9-79ABEA7020D0}"/>
                  </a:ext>
                </a:extLst>
              </p14:cNvPr>
              <p14:cNvContentPartPr/>
              <p14:nvPr/>
            </p14:nvContentPartPr>
            <p14:xfrm>
              <a:off x="3956376" y="2529022"/>
              <a:ext cx="212040" cy="1494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A0BE9BA2-A35D-C807-D7D9-79ABEA7020D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938736" y="2511022"/>
                <a:ext cx="247680" cy="18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CEAFA349-E418-273F-0755-D77961E30355}"/>
              </a:ext>
            </a:extLst>
          </p:cNvPr>
          <p:cNvGrpSpPr/>
          <p:nvPr/>
        </p:nvGrpSpPr>
        <p:grpSpPr>
          <a:xfrm>
            <a:off x="4397376" y="2316982"/>
            <a:ext cx="1009440" cy="286200"/>
            <a:chOff x="4397376" y="2316982"/>
            <a:chExt cx="1009440" cy="28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2AAAE1B-AF10-9662-59E6-9734F562C1E9}"/>
                    </a:ext>
                  </a:extLst>
                </p14:cNvPr>
                <p14:cNvContentPartPr/>
                <p14:nvPr/>
              </p14:nvContentPartPr>
              <p14:xfrm>
                <a:off x="4397376" y="2316982"/>
                <a:ext cx="211320" cy="174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2AAAE1B-AF10-9662-59E6-9734F562C1E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379376" y="2299342"/>
                  <a:ext cx="2469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7372736-BC5C-EAE0-4D92-EC198C8F02DF}"/>
                    </a:ext>
                  </a:extLst>
                </p14:cNvPr>
                <p14:cNvContentPartPr/>
                <p14:nvPr/>
              </p14:nvContentPartPr>
              <p14:xfrm>
                <a:off x="4498536" y="2518942"/>
                <a:ext cx="140760" cy="84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7372736-BC5C-EAE0-4D92-EC198C8F02D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480536" y="2501302"/>
                  <a:ext cx="1764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284F515-9C96-C7EF-33B2-874EA4A8676D}"/>
                    </a:ext>
                  </a:extLst>
                </p14:cNvPr>
                <p14:cNvContentPartPr/>
                <p14:nvPr/>
              </p14:nvContentPartPr>
              <p14:xfrm>
                <a:off x="4792656" y="2389342"/>
                <a:ext cx="161640" cy="173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284F515-9C96-C7EF-33B2-874EA4A8676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775016" y="2371342"/>
                  <a:ext cx="1972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457F4E5-8640-D2EA-2FBA-F8FA0D5A4493}"/>
                    </a:ext>
                  </a:extLst>
                </p14:cNvPr>
                <p14:cNvContentPartPr/>
                <p14:nvPr/>
              </p14:nvContentPartPr>
              <p14:xfrm>
                <a:off x="5143656" y="2371702"/>
                <a:ext cx="263160" cy="224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457F4E5-8640-D2EA-2FBA-F8FA0D5A449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125656" y="2354062"/>
                  <a:ext cx="298800" cy="26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4AC9092-6188-440B-4916-E2D12E846738}"/>
                  </a:ext>
                </a:extLst>
              </p14:cNvPr>
              <p14:cNvContentPartPr/>
              <p14:nvPr/>
            </p14:nvContentPartPr>
            <p14:xfrm>
              <a:off x="5916576" y="2729902"/>
              <a:ext cx="360" cy="3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4AC9092-6188-440B-4916-E2D12E846738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898576" y="271226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4A72F34E-EA3C-8948-8227-F6D269946430}"/>
              </a:ext>
            </a:extLst>
          </p:cNvPr>
          <p:cNvGrpSpPr/>
          <p:nvPr/>
        </p:nvGrpSpPr>
        <p:grpSpPr>
          <a:xfrm>
            <a:off x="3117936" y="3057862"/>
            <a:ext cx="1820160" cy="306360"/>
            <a:chOff x="3117936" y="3057862"/>
            <a:chExt cx="1820160" cy="30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33673FF-F1C7-253A-099D-91C93D6EEF12}"/>
                    </a:ext>
                  </a:extLst>
                </p14:cNvPr>
                <p14:cNvContentPartPr/>
                <p14:nvPr/>
              </p14:nvContentPartPr>
              <p14:xfrm>
                <a:off x="3117936" y="3057862"/>
                <a:ext cx="162720" cy="178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33673FF-F1C7-253A-099D-91C93D6EEF1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100296" y="3039862"/>
                  <a:ext cx="1983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37A4245-04F5-1CB2-E424-ADCE32E7457E}"/>
                    </a:ext>
                  </a:extLst>
                </p14:cNvPr>
                <p14:cNvContentPartPr/>
                <p14:nvPr/>
              </p14:nvContentPartPr>
              <p14:xfrm>
                <a:off x="3320616" y="3167662"/>
                <a:ext cx="30960" cy="138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37A4245-04F5-1CB2-E424-ADCE32E7457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302616" y="3150022"/>
                  <a:ext cx="666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0A05544-9D9D-C1CC-A37E-6A9298538A83}"/>
                    </a:ext>
                  </a:extLst>
                </p14:cNvPr>
                <p14:cNvContentPartPr/>
                <p14:nvPr/>
              </p14:nvContentPartPr>
              <p14:xfrm>
                <a:off x="3473976" y="3205822"/>
                <a:ext cx="81000" cy="132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0A05544-9D9D-C1CC-A37E-6A9298538A8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456336" y="3187822"/>
                  <a:ext cx="1166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9076F1A-731C-F19B-4278-847C51B65FA8}"/>
                    </a:ext>
                  </a:extLst>
                </p14:cNvPr>
                <p14:cNvContentPartPr/>
                <p14:nvPr/>
              </p14:nvContentPartPr>
              <p14:xfrm>
                <a:off x="3677016" y="3112582"/>
                <a:ext cx="181440" cy="177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9076F1A-731C-F19B-4278-847C51B65FA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659016" y="3094942"/>
                  <a:ext cx="2170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CF0E20B-AA05-223D-3B6B-BD8B485D112E}"/>
                    </a:ext>
                  </a:extLst>
                </p14:cNvPr>
                <p14:cNvContentPartPr/>
                <p14:nvPr/>
              </p14:nvContentPartPr>
              <p14:xfrm>
                <a:off x="3924696" y="3240742"/>
                <a:ext cx="265320" cy="123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CF0E20B-AA05-223D-3B6B-BD8B485D112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906696" y="3223102"/>
                  <a:ext cx="3009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D9FC152-04AA-DE45-A27A-706851ED8D37}"/>
                    </a:ext>
                  </a:extLst>
                </p14:cNvPr>
                <p14:cNvContentPartPr/>
                <p14:nvPr/>
              </p14:nvContentPartPr>
              <p14:xfrm>
                <a:off x="4249416" y="3065782"/>
                <a:ext cx="256680" cy="2142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D9FC152-04AA-DE45-A27A-706851ED8D3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231776" y="3048142"/>
                  <a:ext cx="2923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D040DCD-BD21-D585-360E-86E6439C493A}"/>
                    </a:ext>
                  </a:extLst>
                </p14:cNvPr>
                <p14:cNvContentPartPr/>
                <p14:nvPr/>
              </p14:nvContentPartPr>
              <p14:xfrm>
                <a:off x="4390176" y="3263422"/>
                <a:ext cx="205560" cy="68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D040DCD-BD21-D585-360E-86E6439C493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372536" y="3245782"/>
                  <a:ext cx="2412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919B54B-BA32-2DF9-CCCF-17115100E631}"/>
                    </a:ext>
                  </a:extLst>
                </p14:cNvPr>
                <p14:cNvContentPartPr/>
                <p14:nvPr/>
              </p14:nvContentPartPr>
              <p14:xfrm>
                <a:off x="4692576" y="3101422"/>
                <a:ext cx="245520" cy="1965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919B54B-BA32-2DF9-CCCF-17115100E63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674936" y="3083422"/>
                  <a:ext cx="281160" cy="23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E1DB84CF-5A7A-AE32-8B93-C675B870F066}"/>
                  </a:ext>
                </a:extLst>
              </p14:cNvPr>
              <p14:cNvContentPartPr/>
              <p14:nvPr/>
            </p14:nvContentPartPr>
            <p14:xfrm>
              <a:off x="5774376" y="3450622"/>
              <a:ext cx="2160" cy="100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E1DB84CF-5A7A-AE32-8B93-C675B870F066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756376" y="3432622"/>
                <a:ext cx="37800" cy="4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2291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Subodh Srivastava</dc:creator>
  <cp:lastModifiedBy>Dr. Subodh Srivastava</cp:lastModifiedBy>
  <cp:revision>1</cp:revision>
  <dcterms:created xsi:type="dcterms:W3CDTF">2026-03-19T05:45:48Z</dcterms:created>
  <dcterms:modified xsi:type="dcterms:W3CDTF">2026-03-19T08:26:31Z</dcterms:modified>
</cp:coreProperties>
</file>